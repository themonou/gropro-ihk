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notesSlides/notesSlide2.xml" ContentType="application/vnd.openxmlformats-officedocument.presentationml.notesSlid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notesSlides/notesSlide3.xml" ContentType="application/vnd.openxmlformats-officedocument.presentationml.notesSlid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69"/>
  </p:notesMasterIdLst>
  <p:handoutMasterIdLst>
    <p:handoutMasterId r:id="rId70"/>
  </p:handoutMasterIdLst>
  <p:sldIdLst>
    <p:sldId id="346" r:id="rId5"/>
    <p:sldId id="347" r:id="rId6"/>
    <p:sldId id="430" r:id="rId7"/>
    <p:sldId id="431" r:id="rId8"/>
    <p:sldId id="432" r:id="rId9"/>
    <p:sldId id="434" r:id="rId10"/>
    <p:sldId id="433" r:id="rId11"/>
    <p:sldId id="349" r:id="rId12"/>
    <p:sldId id="350" r:id="rId13"/>
    <p:sldId id="382" r:id="rId14"/>
    <p:sldId id="381" r:id="rId15"/>
    <p:sldId id="353" r:id="rId16"/>
    <p:sldId id="354" r:id="rId17"/>
    <p:sldId id="424" r:id="rId18"/>
    <p:sldId id="416" r:id="rId19"/>
    <p:sldId id="397" r:id="rId20"/>
    <p:sldId id="398" r:id="rId21"/>
    <p:sldId id="410" r:id="rId22"/>
    <p:sldId id="421" r:id="rId23"/>
    <p:sldId id="417" r:id="rId24"/>
    <p:sldId id="419" r:id="rId25"/>
    <p:sldId id="420" r:id="rId26"/>
    <p:sldId id="376" r:id="rId27"/>
    <p:sldId id="380" r:id="rId28"/>
    <p:sldId id="356" r:id="rId29"/>
    <p:sldId id="383" r:id="rId30"/>
    <p:sldId id="362" r:id="rId31"/>
    <p:sldId id="390" r:id="rId32"/>
    <p:sldId id="375" r:id="rId33"/>
    <p:sldId id="374" r:id="rId34"/>
    <p:sldId id="385" r:id="rId35"/>
    <p:sldId id="358" r:id="rId36"/>
    <p:sldId id="361" r:id="rId37"/>
    <p:sldId id="363" r:id="rId38"/>
    <p:sldId id="392" r:id="rId39"/>
    <p:sldId id="367" r:id="rId40"/>
    <p:sldId id="368" r:id="rId41"/>
    <p:sldId id="369" r:id="rId42"/>
    <p:sldId id="401" r:id="rId43"/>
    <p:sldId id="399" r:id="rId44"/>
    <p:sldId id="422" r:id="rId45"/>
    <p:sldId id="393" r:id="rId46"/>
    <p:sldId id="394" r:id="rId47"/>
    <p:sldId id="395" r:id="rId48"/>
    <p:sldId id="423" r:id="rId49"/>
    <p:sldId id="402" r:id="rId50"/>
    <p:sldId id="370" r:id="rId51"/>
    <p:sldId id="366" r:id="rId52"/>
    <p:sldId id="364" r:id="rId53"/>
    <p:sldId id="413" r:id="rId54"/>
    <p:sldId id="372" r:id="rId55"/>
    <p:sldId id="373" r:id="rId56"/>
    <p:sldId id="371" r:id="rId57"/>
    <p:sldId id="386" r:id="rId58"/>
    <p:sldId id="415" r:id="rId59"/>
    <p:sldId id="391" r:id="rId60"/>
    <p:sldId id="378" r:id="rId61"/>
    <p:sldId id="379" r:id="rId62"/>
    <p:sldId id="400" r:id="rId63"/>
    <p:sldId id="426" r:id="rId64"/>
    <p:sldId id="425" r:id="rId65"/>
    <p:sldId id="427" r:id="rId66"/>
    <p:sldId id="428" r:id="rId67"/>
    <p:sldId id="429" r:id="rId68"/>
  </p:sldIdLst>
  <p:sldSz cx="12192000" cy="6858000"/>
  <p:notesSz cx="6858000" cy="9144000"/>
  <p:embeddedFontLst>
    <p:embeddedFont>
      <p:font typeface="BarmeniaGothaer Offc" panose="020B0503020204020204" pitchFamily="34" charset="0"/>
      <p:regular r:id="rId71"/>
      <p:bold r:id="rId72"/>
      <p:italic r:id="rId73"/>
      <p:boldItalic r:id="rId74"/>
    </p:embeddedFont>
    <p:embeddedFont>
      <p:font typeface="BarmeniaGothaer Offc Medium" panose="020B0603020204020204" pitchFamily="34" charset="0"/>
      <p:regular r:id="rId75"/>
      <p:italic r:id="rId76"/>
    </p:embeddedFont>
  </p:embeddedFont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58CF6739-1C61-6144-B9D5-F9AD0678C3F0}">
          <p14:sldIdLst>
            <p14:sldId id="346"/>
            <p14:sldId id="347"/>
            <p14:sldId id="430"/>
            <p14:sldId id="431"/>
            <p14:sldId id="432"/>
            <p14:sldId id="434"/>
            <p14:sldId id="433"/>
            <p14:sldId id="349"/>
            <p14:sldId id="350"/>
            <p14:sldId id="382"/>
            <p14:sldId id="381"/>
            <p14:sldId id="353"/>
            <p14:sldId id="354"/>
            <p14:sldId id="424"/>
            <p14:sldId id="416"/>
            <p14:sldId id="397"/>
            <p14:sldId id="398"/>
            <p14:sldId id="410"/>
            <p14:sldId id="421"/>
            <p14:sldId id="417"/>
            <p14:sldId id="419"/>
            <p14:sldId id="420"/>
            <p14:sldId id="376"/>
            <p14:sldId id="380"/>
            <p14:sldId id="356"/>
            <p14:sldId id="383"/>
            <p14:sldId id="362"/>
            <p14:sldId id="390"/>
            <p14:sldId id="375"/>
            <p14:sldId id="374"/>
            <p14:sldId id="385"/>
            <p14:sldId id="358"/>
            <p14:sldId id="361"/>
            <p14:sldId id="363"/>
            <p14:sldId id="392"/>
            <p14:sldId id="367"/>
            <p14:sldId id="368"/>
            <p14:sldId id="369"/>
            <p14:sldId id="401"/>
            <p14:sldId id="399"/>
            <p14:sldId id="422"/>
            <p14:sldId id="393"/>
            <p14:sldId id="394"/>
            <p14:sldId id="395"/>
            <p14:sldId id="423"/>
            <p14:sldId id="402"/>
            <p14:sldId id="370"/>
            <p14:sldId id="366"/>
            <p14:sldId id="364"/>
            <p14:sldId id="413"/>
            <p14:sldId id="372"/>
            <p14:sldId id="373"/>
          </p14:sldIdLst>
        </p14:section>
        <p14:section name="Elemente" id="{1325DA31-B1C7-EF46-B8E9-04535974BA06}">
          <p14:sldIdLst>
            <p14:sldId id="371"/>
            <p14:sldId id="386"/>
            <p14:sldId id="415"/>
            <p14:sldId id="391"/>
            <p14:sldId id="378"/>
            <p14:sldId id="379"/>
            <p14:sldId id="400"/>
            <p14:sldId id="426"/>
            <p14:sldId id="425"/>
            <p14:sldId id="427"/>
            <p14:sldId id="428"/>
            <p14:sldId id="429"/>
          </p14:sldIdLst>
        </p14:section>
      </p14:sectionLst>
    </p:ext>
    <p:ext uri="{EFAFB233-063F-42B5-8137-9DF3F51BA10A}">
      <p15:sldGuideLst xmlns:p15="http://schemas.microsoft.com/office/powerpoint/2012/main">
        <p15:guide id="2" pos="4679"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96"/>
    <a:srgbClr val="00FA00"/>
    <a:srgbClr val="000000"/>
    <a:srgbClr val="0068B3"/>
    <a:srgbClr val="0060A6"/>
    <a:srgbClr val="0088CC"/>
    <a:srgbClr val="0091D9"/>
    <a:srgbClr val="0080BF"/>
    <a:srgbClr val="59C5FF"/>
    <a:srgbClr val="009A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Mittlere Formatvorlage 1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719"/>
  </p:normalViewPr>
  <p:slideViewPr>
    <p:cSldViewPr snapToGrid="0">
      <p:cViewPr varScale="1">
        <p:scale>
          <a:sx n="92" d="100"/>
          <a:sy n="92" d="100"/>
        </p:scale>
        <p:origin x="293" y="38"/>
      </p:cViewPr>
      <p:guideLst>
        <p:guide pos="4679"/>
        <p:guide orient="horz" pos="2160"/>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153" d="100"/>
          <a:sy n="153" d="100"/>
        </p:scale>
        <p:origin x="5000" y="16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font" Target="fonts/font6.fntdata"/><Relationship Id="rId7" Type="http://schemas.openxmlformats.org/officeDocument/2006/relationships/slide" Target="slides/slide3.xml"/><Relationship Id="rId71" Type="http://schemas.openxmlformats.org/officeDocument/2006/relationships/font" Target="fonts/font1.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font" Target="fonts/font4.fntdata"/><Relationship Id="rId79"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font" Target="fonts/font3.fntdata"/><Relationship Id="rId78"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notesMaster" Target="notesMasters/notesMaster1.xml"/><Relationship Id="rId77"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font" Target="fonts/font2.fntdata"/><Relationship Id="rId80"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handoutMaster" Target="handoutMasters/handoutMaster1.xml"/><Relationship Id="rId75" Type="http://schemas.openxmlformats.org/officeDocument/2006/relationships/font" Target="fonts/font5.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Tabelle1!$B$1</c:f>
              <c:strCache>
                <c:ptCount val="1"/>
                <c:pt idx="0">
                  <c:v>Datenreihe 1</c:v>
                </c:pt>
              </c:strCache>
            </c:strRef>
          </c:tx>
          <c:spPr>
            <a:solidFill>
              <a:schemeClr val="accent1"/>
            </a:solidFill>
            <a:ln>
              <a:noFill/>
            </a:ln>
            <a:effectLst/>
          </c:spPr>
          <c:invertIfNegative val="0"/>
          <c:cat>
            <c:strRef>
              <c:f>Tabelle1!$A$2:$A$6</c:f>
              <c:strCache>
                <c:ptCount val="5"/>
                <c:pt idx="0">
                  <c:v>XXX</c:v>
                </c:pt>
                <c:pt idx="1">
                  <c:v>XXX</c:v>
                </c:pt>
                <c:pt idx="2">
                  <c:v>XXX</c:v>
                </c:pt>
                <c:pt idx="3">
                  <c:v>XXX</c:v>
                </c:pt>
                <c:pt idx="4">
                  <c:v>XXX</c:v>
                </c:pt>
              </c:strCache>
            </c:strRef>
          </c:cat>
          <c:val>
            <c:numRef>
              <c:f>Tabelle1!$B$2:$B$6</c:f>
              <c:numCache>
                <c:formatCode>General</c:formatCode>
                <c:ptCount val="5"/>
                <c:pt idx="0">
                  <c:v>4.3</c:v>
                </c:pt>
                <c:pt idx="1">
                  <c:v>4.3</c:v>
                </c:pt>
                <c:pt idx="2">
                  <c:v>4.3</c:v>
                </c:pt>
                <c:pt idx="3">
                  <c:v>4.3</c:v>
                </c:pt>
                <c:pt idx="4">
                  <c:v>4.3</c:v>
                </c:pt>
              </c:numCache>
            </c:numRef>
          </c:val>
          <c:extLst>
            <c:ext xmlns:c16="http://schemas.microsoft.com/office/drawing/2014/chart" uri="{C3380CC4-5D6E-409C-BE32-E72D297353CC}">
              <c16:uniqueId val="{00000000-0E95-0C4B-8DB4-6D57CFEB2527}"/>
            </c:ext>
          </c:extLst>
        </c:ser>
        <c:ser>
          <c:idx val="1"/>
          <c:order val="1"/>
          <c:tx>
            <c:strRef>
              <c:f>Tabelle1!$C$1</c:f>
              <c:strCache>
                <c:ptCount val="1"/>
                <c:pt idx="0">
                  <c:v>Datenreihe 2</c:v>
                </c:pt>
              </c:strCache>
            </c:strRef>
          </c:tx>
          <c:spPr>
            <a:solidFill>
              <a:schemeClr val="accent2"/>
            </a:solidFill>
            <a:ln>
              <a:noFill/>
            </a:ln>
            <a:effectLst/>
          </c:spPr>
          <c:invertIfNegative val="0"/>
          <c:cat>
            <c:strRef>
              <c:f>Tabelle1!$A$2:$A$6</c:f>
              <c:strCache>
                <c:ptCount val="5"/>
                <c:pt idx="0">
                  <c:v>XXX</c:v>
                </c:pt>
                <c:pt idx="1">
                  <c:v>XXX</c:v>
                </c:pt>
                <c:pt idx="2">
                  <c:v>XXX</c:v>
                </c:pt>
                <c:pt idx="3">
                  <c:v>XXX</c:v>
                </c:pt>
                <c:pt idx="4">
                  <c:v>XXX</c:v>
                </c:pt>
              </c:strCache>
            </c:strRef>
          </c:cat>
          <c:val>
            <c:numRef>
              <c:f>Tabelle1!$C$2:$C$6</c:f>
              <c:numCache>
                <c:formatCode>General</c:formatCode>
                <c:ptCount val="5"/>
                <c:pt idx="0">
                  <c:v>2.4</c:v>
                </c:pt>
                <c:pt idx="1">
                  <c:v>2.4</c:v>
                </c:pt>
                <c:pt idx="2">
                  <c:v>2.4</c:v>
                </c:pt>
                <c:pt idx="3">
                  <c:v>2.4</c:v>
                </c:pt>
                <c:pt idx="4">
                  <c:v>2.4</c:v>
                </c:pt>
              </c:numCache>
            </c:numRef>
          </c:val>
          <c:extLst>
            <c:ext xmlns:c16="http://schemas.microsoft.com/office/drawing/2014/chart" uri="{C3380CC4-5D6E-409C-BE32-E72D297353CC}">
              <c16:uniqueId val="{00000001-0E95-0C4B-8DB4-6D57CFEB2527}"/>
            </c:ext>
          </c:extLst>
        </c:ser>
        <c:ser>
          <c:idx val="2"/>
          <c:order val="2"/>
          <c:tx>
            <c:strRef>
              <c:f>Tabelle1!$D$1</c:f>
              <c:strCache>
                <c:ptCount val="1"/>
                <c:pt idx="0">
                  <c:v>Datenreihe 3</c:v>
                </c:pt>
              </c:strCache>
            </c:strRef>
          </c:tx>
          <c:spPr>
            <a:solidFill>
              <a:schemeClr val="accent3"/>
            </a:solidFill>
            <a:ln>
              <a:noFill/>
            </a:ln>
            <a:effectLst/>
          </c:spPr>
          <c:invertIfNegative val="0"/>
          <c:cat>
            <c:strRef>
              <c:f>Tabelle1!$A$2:$A$6</c:f>
              <c:strCache>
                <c:ptCount val="5"/>
                <c:pt idx="0">
                  <c:v>XXX</c:v>
                </c:pt>
                <c:pt idx="1">
                  <c:v>XXX</c:v>
                </c:pt>
                <c:pt idx="2">
                  <c:v>XXX</c:v>
                </c:pt>
                <c:pt idx="3">
                  <c:v>XXX</c:v>
                </c:pt>
                <c:pt idx="4">
                  <c:v>XXX</c:v>
                </c:pt>
              </c:strCache>
            </c:strRef>
          </c:cat>
          <c:val>
            <c:numRef>
              <c:f>Tabelle1!$D$2:$D$6</c:f>
              <c:numCache>
                <c:formatCode>General</c:formatCode>
                <c:ptCount val="5"/>
                <c:pt idx="0">
                  <c:v>2</c:v>
                </c:pt>
                <c:pt idx="1">
                  <c:v>2</c:v>
                </c:pt>
                <c:pt idx="2">
                  <c:v>2</c:v>
                </c:pt>
                <c:pt idx="3">
                  <c:v>2</c:v>
                </c:pt>
                <c:pt idx="4">
                  <c:v>2</c:v>
                </c:pt>
              </c:numCache>
            </c:numRef>
          </c:val>
          <c:extLst>
            <c:ext xmlns:c16="http://schemas.microsoft.com/office/drawing/2014/chart" uri="{C3380CC4-5D6E-409C-BE32-E72D297353CC}">
              <c16:uniqueId val="{00000002-0E95-0C4B-8DB4-6D57CFEB2527}"/>
            </c:ext>
          </c:extLst>
        </c:ser>
        <c:ser>
          <c:idx val="3"/>
          <c:order val="3"/>
          <c:tx>
            <c:strRef>
              <c:f>Tabelle1!$E$1</c:f>
              <c:strCache>
                <c:ptCount val="1"/>
                <c:pt idx="0">
                  <c:v>Datenreihe 4</c:v>
                </c:pt>
              </c:strCache>
            </c:strRef>
          </c:tx>
          <c:spPr>
            <a:solidFill>
              <a:schemeClr val="accent4"/>
            </a:solidFill>
            <a:ln>
              <a:noFill/>
            </a:ln>
            <a:effectLst/>
          </c:spPr>
          <c:invertIfNegative val="0"/>
          <c:cat>
            <c:strRef>
              <c:f>Tabelle1!$A$2:$A$6</c:f>
              <c:strCache>
                <c:ptCount val="5"/>
                <c:pt idx="0">
                  <c:v>XXX</c:v>
                </c:pt>
                <c:pt idx="1">
                  <c:v>XXX</c:v>
                </c:pt>
                <c:pt idx="2">
                  <c:v>XXX</c:v>
                </c:pt>
                <c:pt idx="3">
                  <c:v>XXX</c:v>
                </c:pt>
                <c:pt idx="4">
                  <c:v>XXX</c:v>
                </c:pt>
              </c:strCache>
            </c:strRef>
          </c:cat>
          <c:val>
            <c:numRef>
              <c:f>Tabelle1!$E$2:$E$6</c:f>
              <c:numCache>
                <c:formatCode>General</c:formatCode>
                <c:ptCount val="5"/>
                <c:pt idx="0">
                  <c:v>3</c:v>
                </c:pt>
                <c:pt idx="1">
                  <c:v>3</c:v>
                </c:pt>
                <c:pt idx="2">
                  <c:v>3</c:v>
                </c:pt>
                <c:pt idx="3">
                  <c:v>3</c:v>
                </c:pt>
                <c:pt idx="4">
                  <c:v>3</c:v>
                </c:pt>
              </c:numCache>
            </c:numRef>
          </c:val>
          <c:extLst>
            <c:ext xmlns:c16="http://schemas.microsoft.com/office/drawing/2014/chart" uri="{C3380CC4-5D6E-409C-BE32-E72D297353CC}">
              <c16:uniqueId val="{00000003-0E95-0C4B-8DB4-6D57CFEB2527}"/>
            </c:ext>
          </c:extLst>
        </c:ser>
        <c:ser>
          <c:idx val="4"/>
          <c:order val="4"/>
          <c:tx>
            <c:strRef>
              <c:f>Tabelle1!$F$1</c:f>
              <c:strCache>
                <c:ptCount val="1"/>
                <c:pt idx="0">
                  <c:v>Datenreihe 5</c:v>
                </c:pt>
              </c:strCache>
            </c:strRef>
          </c:tx>
          <c:spPr>
            <a:solidFill>
              <a:schemeClr val="accent5"/>
            </a:solidFill>
            <a:ln>
              <a:noFill/>
            </a:ln>
            <a:effectLst/>
          </c:spPr>
          <c:invertIfNegative val="0"/>
          <c:cat>
            <c:strRef>
              <c:f>Tabelle1!$A$2:$A$6</c:f>
              <c:strCache>
                <c:ptCount val="5"/>
                <c:pt idx="0">
                  <c:v>XXX</c:v>
                </c:pt>
                <c:pt idx="1">
                  <c:v>XXX</c:v>
                </c:pt>
                <c:pt idx="2">
                  <c:v>XXX</c:v>
                </c:pt>
                <c:pt idx="3">
                  <c:v>XXX</c:v>
                </c:pt>
                <c:pt idx="4">
                  <c:v>XXX</c:v>
                </c:pt>
              </c:strCache>
            </c:strRef>
          </c:cat>
          <c:val>
            <c:numRef>
              <c:f>Tabelle1!$F$2:$F$6</c:f>
              <c:numCache>
                <c:formatCode>General</c:formatCode>
                <c:ptCount val="5"/>
                <c:pt idx="0">
                  <c:v>4</c:v>
                </c:pt>
                <c:pt idx="1">
                  <c:v>4</c:v>
                </c:pt>
                <c:pt idx="2">
                  <c:v>4</c:v>
                </c:pt>
                <c:pt idx="3">
                  <c:v>4</c:v>
                </c:pt>
                <c:pt idx="4">
                  <c:v>4</c:v>
                </c:pt>
              </c:numCache>
            </c:numRef>
          </c:val>
          <c:extLst>
            <c:ext xmlns:c16="http://schemas.microsoft.com/office/drawing/2014/chart" uri="{C3380CC4-5D6E-409C-BE32-E72D297353CC}">
              <c16:uniqueId val="{00000004-0E95-0C4B-8DB4-6D57CFEB2527}"/>
            </c:ext>
          </c:extLst>
        </c:ser>
        <c:ser>
          <c:idx val="5"/>
          <c:order val="5"/>
          <c:tx>
            <c:strRef>
              <c:f>Tabelle1!$G$1</c:f>
              <c:strCache>
                <c:ptCount val="1"/>
                <c:pt idx="0">
                  <c:v>Datenreihe 6</c:v>
                </c:pt>
              </c:strCache>
            </c:strRef>
          </c:tx>
          <c:spPr>
            <a:solidFill>
              <a:schemeClr val="accent6"/>
            </a:solidFill>
            <a:ln>
              <a:noFill/>
            </a:ln>
            <a:effectLst/>
          </c:spPr>
          <c:invertIfNegative val="0"/>
          <c:cat>
            <c:strRef>
              <c:f>Tabelle1!$A$2:$A$6</c:f>
              <c:strCache>
                <c:ptCount val="5"/>
                <c:pt idx="0">
                  <c:v>XXX</c:v>
                </c:pt>
                <c:pt idx="1">
                  <c:v>XXX</c:v>
                </c:pt>
                <c:pt idx="2">
                  <c:v>XXX</c:v>
                </c:pt>
                <c:pt idx="3">
                  <c:v>XXX</c:v>
                </c:pt>
                <c:pt idx="4">
                  <c:v>XXX</c:v>
                </c:pt>
              </c:strCache>
            </c:strRef>
          </c:cat>
          <c:val>
            <c:numRef>
              <c:f>Tabelle1!$G$2:$G$6</c:f>
              <c:numCache>
                <c:formatCode>General</c:formatCode>
                <c:ptCount val="5"/>
                <c:pt idx="0">
                  <c:v>5</c:v>
                </c:pt>
                <c:pt idx="1">
                  <c:v>5</c:v>
                </c:pt>
                <c:pt idx="2">
                  <c:v>5</c:v>
                </c:pt>
                <c:pt idx="3">
                  <c:v>5</c:v>
                </c:pt>
                <c:pt idx="4">
                  <c:v>5</c:v>
                </c:pt>
              </c:numCache>
            </c:numRef>
          </c:val>
          <c:extLst>
            <c:ext xmlns:c16="http://schemas.microsoft.com/office/drawing/2014/chart" uri="{C3380CC4-5D6E-409C-BE32-E72D297353CC}">
              <c16:uniqueId val="{00000005-0E95-0C4B-8DB4-6D57CFEB2527}"/>
            </c:ext>
          </c:extLst>
        </c:ser>
        <c:ser>
          <c:idx val="6"/>
          <c:order val="6"/>
          <c:tx>
            <c:strRef>
              <c:f>Tabelle1!$H$1</c:f>
              <c:strCache>
                <c:ptCount val="1"/>
                <c:pt idx="0">
                  <c:v>Datenreihe 7</c:v>
                </c:pt>
              </c:strCache>
            </c:strRef>
          </c:tx>
          <c:spPr>
            <a:solidFill>
              <a:srgbClr val="00508C"/>
            </a:solidFill>
            <a:ln>
              <a:noFill/>
            </a:ln>
            <a:effectLst/>
          </c:spPr>
          <c:invertIfNegative val="0"/>
          <c:cat>
            <c:strRef>
              <c:f>Tabelle1!$A$2:$A$6</c:f>
              <c:strCache>
                <c:ptCount val="5"/>
                <c:pt idx="0">
                  <c:v>XXX</c:v>
                </c:pt>
                <c:pt idx="1">
                  <c:v>XXX</c:v>
                </c:pt>
                <c:pt idx="2">
                  <c:v>XXX</c:v>
                </c:pt>
                <c:pt idx="3">
                  <c:v>XXX</c:v>
                </c:pt>
                <c:pt idx="4">
                  <c:v>XXX</c:v>
                </c:pt>
              </c:strCache>
            </c:strRef>
          </c:cat>
          <c:val>
            <c:numRef>
              <c:f>Tabelle1!$H$2:$H$6</c:f>
              <c:numCache>
                <c:formatCode>General</c:formatCode>
                <c:ptCount val="5"/>
                <c:pt idx="0">
                  <c:v>6</c:v>
                </c:pt>
                <c:pt idx="1">
                  <c:v>6</c:v>
                </c:pt>
                <c:pt idx="2">
                  <c:v>6</c:v>
                </c:pt>
                <c:pt idx="3">
                  <c:v>6</c:v>
                </c:pt>
                <c:pt idx="4">
                  <c:v>6</c:v>
                </c:pt>
              </c:numCache>
            </c:numRef>
          </c:val>
          <c:extLst>
            <c:ext xmlns:c16="http://schemas.microsoft.com/office/drawing/2014/chart" uri="{C3380CC4-5D6E-409C-BE32-E72D297353CC}">
              <c16:uniqueId val="{00000000-A079-D842-8662-50C7D3BB18C0}"/>
            </c:ext>
          </c:extLst>
        </c:ser>
        <c:ser>
          <c:idx val="7"/>
          <c:order val="7"/>
          <c:tx>
            <c:strRef>
              <c:f>Tabelle1!$I$1</c:f>
              <c:strCache>
                <c:ptCount val="1"/>
                <c:pt idx="0">
                  <c:v>Datenreihe 8</c:v>
                </c:pt>
              </c:strCache>
            </c:strRef>
          </c:tx>
          <c:spPr>
            <a:solidFill>
              <a:srgbClr val="001526"/>
            </a:solidFill>
            <a:ln>
              <a:noFill/>
            </a:ln>
            <a:effectLst/>
          </c:spPr>
          <c:invertIfNegative val="0"/>
          <c:cat>
            <c:strRef>
              <c:f>Tabelle1!$A$2:$A$6</c:f>
              <c:strCache>
                <c:ptCount val="5"/>
                <c:pt idx="0">
                  <c:v>XXX</c:v>
                </c:pt>
                <c:pt idx="1">
                  <c:v>XXX</c:v>
                </c:pt>
                <c:pt idx="2">
                  <c:v>XXX</c:v>
                </c:pt>
                <c:pt idx="3">
                  <c:v>XXX</c:v>
                </c:pt>
                <c:pt idx="4">
                  <c:v>XXX</c:v>
                </c:pt>
              </c:strCache>
            </c:strRef>
          </c:cat>
          <c:val>
            <c:numRef>
              <c:f>Tabelle1!$I$2:$I$6</c:f>
              <c:numCache>
                <c:formatCode>General</c:formatCode>
                <c:ptCount val="5"/>
                <c:pt idx="0">
                  <c:v>7</c:v>
                </c:pt>
                <c:pt idx="1">
                  <c:v>7</c:v>
                </c:pt>
                <c:pt idx="2">
                  <c:v>7</c:v>
                </c:pt>
                <c:pt idx="3">
                  <c:v>7</c:v>
                </c:pt>
                <c:pt idx="4">
                  <c:v>7</c:v>
                </c:pt>
              </c:numCache>
            </c:numRef>
          </c:val>
          <c:extLst>
            <c:ext xmlns:c16="http://schemas.microsoft.com/office/drawing/2014/chart" uri="{C3380CC4-5D6E-409C-BE32-E72D297353CC}">
              <c16:uniqueId val="{00000001-A079-D842-8662-50C7D3BB18C0}"/>
            </c:ext>
          </c:extLst>
        </c:ser>
        <c:dLbls>
          <c:showLegendKey val="0"/>
          <c:showVal val="0"/>
          <c:showCatName val="0"/>
          <c:showSerName val="0"/>
          <c:showPercent val="0"/>
          <c:showBubbleSize val="0"/>
        </c:dLbls>
        <c:gapWidth val="219"/>
        <c:overlap val="-27"/>
        <c:axId val="510914064"/>
        <c:axId val="729152944"/>
      </c:barChart>
      <c:catAx>
        <c:axId val="510914064"/>
        <c:scaling>
          <c:orientation val="minMax"/>
        </c:scaling>
        <c:delete val="0"/>
        <c:axPos val="b"/>
        <c:numFmt formatCode="General" sourceLinked="1"/>
        <c:majorTickMark val="none"/>
        <c:minorTickMark val="none"/>
        <c:tickLblPos val="nextTo"/>
        <c:spPr>
          <a:noFill/>
          <a:ln w="12700" cap="flat" cmpd="sng" algn="ctr">
            <a:solidFill>
              <a:schemeClr val="tx1"/>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j-lt"/>
                <a:ea typeface="+mn-ea"/>
                <a:cs typeface="+mn-cs"/>
              </a:defRPr>
            </a:pPr>
            <a:endParaRPr lang="de-DE"/>
          </a:p>
        </c:txPr>
        <c:crossAx val="729152944"/>
        <c:crosses val="autoZero"/>
        <c:auto val="1"/>
        <c:lblAlgn val="ctr"/>
        <c:lblOffset val="100"/>
        <c:noMultiLvlLbl val="0"/>
      </c:catAx>
      <c:valAx>
        <c:axId val="729152944"/>
        <c:scaling>
          <c:orientation val="minMax"/>
        </c:scaling>
        <c:delete val="0"/>
        <c:axPos val="l"/>
        <c:majorGridlines>
          <c:spPr>
            <a:ln w="6350" cap="flat" cmpd="sng" algn="ctr">
              <a:solidFill>
                <a:schemeClr val="accent5"/>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de-DE"/>
          </a:p>
        </c:txPr>
        <c:crossAx val="510914064"/>
        <c:crosses val="autoZero"/>
        <c:crossBetween val="between"/>
      </c:valAx>
      <c:spPr>
        <a:noFill/>
        <a:ln>
          <a:noFill/>
        </a:ln>
        <a:effectLst/>
      </c:spPr>
    </c:plotArea>
    <c:legend>
      <c:legendPos val="t"/>
      <c:layout>
        <c:manualLayout>
          <c:xMode val="edge"/>
          <c:yMode val="edge"/>
          <c:x val="6.543311537725376E-3"/>
          <c:y val="2.0270270270270271E-2"/>
          <c:w val="0.99345668846227464"/>
          <c:h val="5.580655458608215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Tabelle1!$B$1</c:f>
              <c:strCache>
                <c:ptCount val="1"/>
                <c:pt idx="0">
                  <c:v>Datenreihe 1</c:v>
                </c:pt>
              </c:strCache>
            </c:strRef>
          </c:tx>
          <c:spPr>
            <a:solidFill>
              <a:schemeClr val="bg1"/>
            </a:solidFill>
            <a:ln>
              <a:noFill/>
            </a:ln>
            <a:effectLst/>
          </c:spPr>
          <c:invertIfNegative val="0"/>
          <c:cat>
            <c:strRef>
              <c:f>Tabelle1!$A$2:$A$6</c:f>
              <c:strCache>
                <c:ptCount val="5"/>
                <c:pt idx="0">
                  <c:v>XXX</c:v>
                </c:pt>
                <c:pt idx="1">
                  <c:v>XXX</c:v>
                </c:pt>
                <c:pt idx="2">
                  <c:v>XXX</c:v>
                </c:pt>
                <c:pt idx="3">
                  <c:v>XXX</c:v>
                </c:pt>
                <c:pt idx="4">
                  <c:v>XXX</c:v>
                </c:pt>
              </c:strCache>
            </c:strRef>
          </c:cat>
          <c:val>
            <c:numRef>
              <c:f>Tabelle1!$B$2:$B$6</c:f>
              <c:numCache>
                <c:formatCode>General</c:formatCode>
                <c:ptCount val="5"/>
                <c:pt idx="0">
                  <c:v>4.3</c:v>
                </c:pt>
                <c:pt idx="1">
                  <c:v>4.3</c:v>
                </c:pt>
                <c:pt idx="2">
                  <c:v>4.3</c:v>
                </c:pt>
                <c:pt idx="3">
                  <c:v>4.3</c:v>
                </c:pt>
                <c:pt idx="4">
                  <c:v>4.3</c:v>
                </c:pt>
              </c:numCache>
            </c:numRef>
          </c:val>
          <c:extLst>
            <c:ext xmlns:c16="http://schemas.microsoft.com/office/drawing/2014/chart" uri="{C3380CC4-5D6E-409C-BE32-E72D297353CC}">
              <c16:uniqueId val="{00000000-6BE4-9E4A-A87B-D17D81F93AE4}"/>
            </c:ext>
          </c:extLst>
        </c:ser>
        <c:ser>
          <c:idx val="1"/>
          <c:order val="1"/>
          <c:tx>
            <c:strRef>
              <c:f>Tabelle1!$C$1</c:f>
              <c:strCache>
                <c:ptCount val="1"/>
                <c:pt idx="0">
                  <c:v>Datenreihe 2</c:v>
                </c:pt>
              </c:strCache>
            </c:strRef>
          </c:tx>
          <c:spPr>
            <a:solidFill>
              <a:schemeClr val="accent2"/>
            </a:solidFill>
            <a:ln>
              <a:noFill/>
            </a:ln>
            <a:effectLst/>
          </c:spPr>
          <c:invertIfNegative val="0"/>
          <c:cat>
            <c:strRef>
              <c:f>Tabelle1!$A$2:$A$6</c:f>
              <c:strCache>
                <c:ptCount val="5"/>
                <c:pt idx="0">
                  <c:v>XXX</c:v>
                </c:pt>
                <c:pt idx="1">
                  <c:v>XXX</c:v>
                </c:pt>
                <c:pt idx="2">
                  <c:v>XXX</c:v>
                </c:pt>
                <c:pt idx="3">
                  <c:v>XXX</c:v>
                </c:pt>
                <c:pt idx="4">
                  <c:v>XXX</c:v>
                </c:pt>
              </c:strCache>
            </c:strRef>
          </c:cat>
          <c:val>
            <c:numRef>
              <c:f>Tabelle1!$C$2:$C$6</c:f>
              <c:numCache>
                <c:formatCode>General</c:formatCode>
                <c:ptCount val="5"/>
                <c:pt idx="0">
                  <c:v>2.4</c:v>
                </c:pt>
                <c:pt idx="1">
                  <c:v>2.4</c:v>
                </c:pt>
                <c:pt idx="2">
                  <c:v>2.4</c:v>
                </c:pt>
                <c:pt idx="3">
                  <c:v>2.4</c:v>
                </c:pt>
                <c:pt idx="4">
                  <c:v>2.4</c:v>
                </c:pt>
              </c:numCache>
            </c:numRef>
          </c:val>
          <c:extLst>
            <c:ext xmlns:c16="http://schemas.microsoft.com/office/drawing/2014/chart" uri="{C3380CC4-5D6E-409C-BE32-E72D297353CC}">
              <c16:uniqueId val="{00000001-6BE4-9E4A-A87B-D17D81F93AE4}"/>
            </c:ext>
          </c:extLst>
        </c:ser>
        <c:ser>
          <c:idx val="2"/>
          <c:order val="2"/>
          <c:tx>
            <c:strRef>
              <c:f>Tabelle1!$D$1</c:f>
              <c:strCache>
                <c:ptCount val="1"/>
                <c:pt idx="0">
                  <c:v>Datenreihe 3</c:v>
                </c:pt>
              </c:strCache>
            </c:strRef>
          </c:tx>
          <c:spPr>
            <a:solidFill>
              <a:schemeClr val="accent3"/>
            </a:solidFill>
            <a:ln>
              <a:noFill/>
            </a:ln>
            <a:effectLst/>
          </c:spPr>
          <c:invertIfNegative val="0"/>
          <c:cat>
            <c:strRef>
              <c:f>Tabelle1!$A$2:$A$6</c:f>
              <c:strCache>
                <c:ptCount val="5"/>
                <c:pt idx="0">
                  <c:v>XXX</c:v>
                </c:pt>
                <c:pt idx="1">
                  <c:v>XXX</c:v>
                </c:pt>
                <c:pt idx="2">
                  <c:v>XXX</c:v>
                </c:pt>
                <c:pt idx="3">
                  <c:v>XXX</c:v>
                </c:pt>
                <c:pt idx="4">
                  <c:v>XXX</c:v>
                </c:pt>
              </c:strCache>
            </c:strRef>
          </c:cat>
          <c:val>
            <c:numRef>
              <c:f>Tabelle1!$D$2:$D$6</c:f>
              <c:numCache>
                <c:formatCode>General</c:formatCode>
                <c:ptCount val="5"/>
                <c:pt idx="0">
                  <c:v>2</c:v>
                </c:pt>
                <c:pt idx="1">
                  <c:v>2</c:v>
                </c:pt>
                <c:pt idx="2">
                  <c:v>2</c:v>
                </c:pt>
                <c:pt idx="3">
                  <c:v>2</c:v>
                </c:pt>
                <c:pt idx="4">
                  <c:v>2</c:v>
                </c:pt>
              </c:numCache>
            </c:numRef>
          </c:val>
          <c:extLst>
            <c:ext xmlns:c16="http://schemas.microsoft.com/office/drawing/2014/chart" uri="{C3380CC4-5D6E-409C-BE32-E72D297353CC}">
              <c16:uniqueId val="{00000002-6BE4-9E4A-A87B-D17D81F93AE4}"/>
            </c:ext>
          </c:extLst>
        </c:ser>
        <c:ser>
          <c:idx val="3"/>
          <c:order val="3"/>
          <c:tx>
            <c:strRef>
              <c:f>Tabelle1!$E$1</c:f>
              <c:strCache>
                <c:ptCount val="1"/>
                <c:pt idx="0">
                  <c:v>Datenreihe 4</c:v>
                </c:pt>
              </c:strCache>
            </c:strRef>
          </c:tx>
          <c:spPr>
            <a:solidFill>
              <a:schemeClr val="accent4"/>
            </a:solidFill>
            <a:ln>
              <a:noFill/>
            </a:ln>
            <a:effectLst/>
          </c:spPr>
          <c:invertIfNegative val="0"/>
          <c:cat>
            <c:strRef>
              <c:f>Tabelle1!$A$2:$A$6</c:f>
              <c:strCache>
                <c:ptCount val="5"/>
                <c:pt idx="0">
                  <c:v>XXX</c:v>
                </c:pt>
                <c:pt idx="1">
                  <c:v>XXX</c:v>
                </c:pt>
                <c:pt idx="2">
                  <c:v>XXX</c:v>
                </c:pt>
                <c:pt idx="3">
                  <c:v>XXX</c:v>
                </c:pt>
                <c:pt idx="4">
                  <c:v>XXX</c:v>
                </c:pt>
              </c:strCache>
            </c:strRef>
          </c:cat>
          <c:val>
            <c:numRef>
              <c:f>Tabelle1!$E$2:$E$6</c:f>
              <c:numCache>
                <c:formatCode>General</c:formatCode>
                <c:ptCount val="5"/>
                <c:pt idx="0">
                  <c:v>3</c:v>
                </c:pt>
                <c:pt idx="1">
                  <c:v>3</c:v>
                </c:pt>
                <c:pt idx="2">
                  <c:v>3</c:v>
                </c:pt>
                <c:pt idx="3">
                  <c:v>3</c:v>
                </c:pt>
                <c:pt idx="4">
                  <c:v>3</c:v>
                </c:pt>
              </c:numCache>
            </c:numRef>
          </c:val>
          <c:extLst>
            <c:ext xmlns:c16="http://schemas.microsoft.com/office/drawing/2014/chart" uri="{C3380CC4-5D6E-409C-BE32-E72D297353CC}">
              <c16:uniqueId val="{00000003-6BE4-9E4A-A87B-D17D81F93AE4}"/>
            </c:ext>
          </c:extLst>
        </c:ser>
        <c:ser>
          <c:idx val="4"/>
          <c:order val="4"/>
          <c:tx>
            <c:strRef>
              <c:f>Tabelle1!$F$1</c:f>
              <c:strCache>
                <c:ptCount val="1"/>
                <c:pt idx="0">
                  <c:v>Datenreihe 5</c:v>
                </c:pt>
              </c:strCache>
            </c:strRef>
          </c:tx>
          <c:spPr>
            <a:solidFill>
              <a:schemeClr val="accent5"/>
            </a:solidFill>
            <a:ln>
              <a:noFill/>
            </a:ln>
            <a:effectLst/>
          </c:spPr>
          <c:invertIfNegative val="0"/>
          <c:cat>
            <c:strRef>
              <c:f>Tabelle1!$A$2:$A$6</c:f>
              <c:strCache>
                <c:ptCount val="5"/>
                <c:pt idx="0">
                  <c:v>XXX</c:v>
                </c:pt>
                <c:pt idx="1">
                  <c:v>XXX</c:v>
                </c:pt>
                <c:pt idx="2">
                  <c:v>XXX</c:v>
                </c:pt>
                <c:pt idx="3">
                  <c:v>XXX</c:v>
                </c:pt>
                <c:pt idx="4">
                  <c:v>XXX</c:v>
                </c:pt>
              </c:strCache>
            </c:strRef>
          </c:cat>
          <c:val>
            <c:numRef>
              <c:f>Tabelle1!$F$2:$F$6</c:f>
              <c:numCache>
                <c:formatCode>General</c:formatCode>
                <c:ptCount val="5"/>
                <c:pt idx="0">
                  <c:v>4</c:v>
                </c:pt>
                <c:pt idx="1">
                  <c:v>4</c:v>
                </c:pt>
                <c:pt idx="2">
                  <c:v>4</c:v>
                </c:pt>
                <c:pt idx="3">
                  <c:v>4</c:v>
                </c:pt>
                <c:pt idx="4">
                  <c:v>4</c:v>
                </c:pt>
              </c:numCache>
            </c:numRef>
          </c:val>
          <c:extLst>
            <c:ext xmlns:c16="http://schemas.microsoft.com/office/drawing/2014/chart" uri="{C3380CC4-5D6E-409C-BE32-E72D297353CC}">
              <c16:uniqueId val="{00000004-6BE4-9E4A-A87B-D17D81F93AE4}"/>
            </c:ext>
          </c:extLst>
        </c:ser>
        <c:ser>
          <c:idx val="5"/>
          <c:order val="5"/>
          <c:tx>
            <c:strRef>
              <c:f>Tabelle1!$G$1</c:f>
              <c:strCache>
                <c:ptCount val="1"/>
                <c:pt idx="0">
                  <c:v>Datenreihe 6</c:v>
                </c:pt>
              </c:strCache>
            </c:strRef>
          </c:tx>
          <c:spPr>
            <a:solidFill>
              <a:srgbClr val="00508C"/>
            </a:solidFill>
            <a:ln>
              <a:noFill/>
            </a:ln>
            <a:effectLst/>
          </c:spPr>
          <c:invertIfNegative val="0"/>
          <c:cat>
            <c:strRef>
              <c:f>Tabelle1!$A$2:$A$6</c:f>
              <c:strCache>
                <c:ptCount val="5"/>
                <c:pt idx="0">
                  <c:v>XXX</c:v>
                </c:pt>
                <c:pt idx="1">
                  <c:v>XXX</c:v>
                </c:pt>
                <c:pt idx="2">
                  <c:v>XXX</c:v>
                </c:pt>
                <c:pt idx="3">
                  <c:v>XXX</c:v>
                </c:pt>
                <c:pt idx="4">
                  <c:v>XXX</c:v>
                </c:pt>
              </c:strCache>
            </c:strRef>
          </c:cat>
          <c:val>
            <c:numRef>
              <c:f>Tabelle1!$G$2:$G$6</c:f>
              <c:numCache>
                <c:formatCode>General</c:formatCode>
                <c:ptCount val="5"/>
                <c:pt idx="0">
                  <c:v>5</c:v>
                </c:pt>
                <c:pt idx="1">
                  <c:v>5</c:v>
                </c:pt>
                <c:pt idx="2">
                  <c:v>5</c:v>
                </c:pt>
                <c:pt idx="3">
                  <c:v>5</c:v>
                </c:pt>
                <c:pt idx="4">
                  <c:v>5</c:v>
                </c:pt>
              </c:numCache>
            </c:numRef>
          </c:val>
          <c:extLst>
            <c:ext xmlns:c16="http://schemas.microsoft.com/office/drawing/2014/chart" uri="{C3380CC4-5D6E-409C-BE32-E72D297353CC}">
              <c16:uniqueId val="{00000005-6BE4-9E4A-A87B-D17D81F93AE4}"/>
            </c:ext>
          </c:extLst>
        </c:ser>
        <c:dLbls>
          <c:showLegendKey val="0"/>
          <c:showVal val="0"/>
          <c:showCatName val="0"/>
          <c:showSerName val="0"/>
          <c:showPercent val="0"/>
          <c:showBubbleSize val="0"/>
        </c:dLbls>
        <c:gapWidth val="219"/>
        <c:overlap val="-27"/>
        <c:axId val="510914064"/>
        <c:axId val="729152944"/>
      </c:barChart>
      <c:catAx>
        <c:axId val="510914064"/>
        <c:scaling>
          <c:orientation val="minMax"/>
        </c:scaling>
        <c:delete val="0"/>
        <c:axPos val="b"/>
        <c:numFmt formatCode="General" sourceLinked="1"/>
        <c:majorTickMark val="none"/>
        <c:minorTickMark val="none"/>
        <c:tickLblPos val="nextTo"/>
        <c:spPr>
          <a:noFill/>
          <a:ln w="12700" cap="flat" cmpd="sng" algn="ctr">
            <a:solidFill>
              <a:schemeClr val="bg1"/>
            </a:solidFill>
            <a:round/>
          </a:ln>
          <a:effectLst/>
        </c:spPr>
        <c:txPr>
          <a:bodyPr rot="-6000000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de-DE"/>
          </a:p>
        </c:txPr>
        <c:crossAx val="729152944"/>
        <c:crosses val="autoZero"/>
        <c:auto val="1"/>
        <c:lblAlgn val="ctr"/>
        <c:lblOffset val="100"/>
        <c:noMultiLvlLbl val="0"/>
      </c:catAx>
      <c:valAx>
        <c:axId val="729152944"/>
        <c:scaling>
          <c:orientation val="minMax"/>
        </c:scaling>
        <c:delete val="0"/>
        <c:axPos val="l"/>
        <c:majorGridlines>
          <c:spPr>
            <a:ln w="6350" cap="flat" cmpd="sng" algn="ctr">
              <a:solidFill>
                <a:schemeClr val="accent6"/>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de-DE"/>
          </a:p>
        </c:txPr>
        <c:crossAx val="510914064"/>
        <c:crosses val="autoZero"/>
        <c:crossBetween val="between"/>
      </c:valAx>
      <c:spPr>
        <a:noFill/>
        <a:ln>
          <a:noFill/>
        </a:ln>
        <a:effectLst/>
      </c:spPr>
    </c:plotArea>
    <c:legend>
      <c:legendPos val="t"/>
      <c:layout>
        <c:manualLayout>
          <c:xMode val="edge"/>
          <c:yMode val="edge"/>
          <c:x val="0.32423692374801372"/>
          <c:y val="2.0270270270270271E-2"/>
          <c:w val="0.67487267596355427"/>
          <c:h val="5.580655458608215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1"/>
          </a:solidFill>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barChart>
        <c:barDir val="col"/>
        <c:grouping val="stacked"/>
        <c:varyColors val="0"/>
        <c:ser>
          <c:idx val="0"/>
          <c:order val="0"/>
          <c:tx>
            <c:strRef>
              <c:f>Tabelle1!$B$1</c:f>
              <c:strCache>
                <c:ptCount val="1"/>
                <c:pt idx="0">
                  <c:v>Datenreihe 1</c:v>
                </c:pt>
              </c:strCache>
            </c:strRef>
          </c:tx>
          <c:spPr>
            <a:solidFill>
              <a:schemeClr val="accent1"/>
            </a:solidFill>
            <a:ln>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Tabelle1!$B$2:$B$7</c:f>
              <c:numCache>
                <c:formatCode>General</c:formatCode>
                <c:ptCount val="6"/>
                <c:pt idx="0">
                  <c:v>2.4</c:v>
                </c:pt>
                <c:pt idx="1">
                  <c:v>2</c:v>
                </c:pt>
                <c:pt idx="2">
                  <c:v>3</c:v>
                </c:pt>
                <c:pt idx="3">
                  <c:v>4.5</c:v>
                </c:pt>
                <c:pt idx="4">
                  <c:v>5</c:v>
                </c:pt>
                <c:pt idx="5">
                  <c:v>5.5</c:v>
                </c:pt>
              </c:numCache>
            </c:numRef>
          </c:val>
          <c:extLst>
            <c:ext xmlns:c16="http://schemas.microsoft.com/office/drawing/2014/chart" uri="{C3380CC4-5D6E-409C-BE32-E72D297353CC}">
              <c16:uniqueId val="{00000000-EBE3-B545-A80C-53504475DE4C}"/>
            </c:ext>
          </c:extLst>
        </c:ser>
        <c:ser>
          <c:idx val="1"/>
          <c:order val="1"/>
          <c:tx>
            <c:strRef>
              <c:f>Tabelle1!$C$1</c:f>
              <c:strCache>
                <c:ptCount val="1"/>
                <c:pt idx="0">
                  <c:v>Datenreihe2</c:v>
                </c:pt>
              </c:strCache>
            </c:strRef>
          </c:tx>
          <c:spPr>
            <a:solidFill>
              <a:schemeClr val="accent2"/>
            </a:solidFill>
            <a:ln>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Tabelle1!$C$2:$C$7</c:f>
              <c:numCache>
                <c:formatCode>General</c:formatCode>
                <c:ptCount val="6"/>
                <c:pt idx="0">
                  <c:v>1</c:v>
                </c:pt>
                <c:pt idx="1">
                  <c:v>1.2</c:v>
                </c:pt>
                <c:pt idx="2">
                  <c:v>0.8</c:v>
                </c:pt>
                <c:pt idx="3">
                  <c:v>1.5</c:v>
                </c:pt>
                <c:pt idx="4">
                  <c:v>3</c:v>
                </c:pt>
                <c:pt idx="5">
                  <c:v>3.2</c:v>
                </c:pt>
              </c:numCache>
            </c:numRef>
          </c:val>
          <c:extLst>
            <c:ext xmlns:c16="http://schemas.microsoft.com/office/drawing/2014/chart" uri="{C3380CC4-5D6E-409C-BE32-E72D297353CC}">
              <c16:uniqueId val="{00000006-EBE3-B545-A80C-53504475DE4C}"/>
            </c:ext>
          </c:extLst>
        </c:ser>
        <c:ser>
          <c:idx val="2"/>
          <c:order val="2"/>
          <c:tx>
            <c:strRef>
              <c:f>Tabelle1!$D$1</c:f>
              <c:strCache>
                <c:ptCount val="1"/>
                <c:pt idx="0">
                  <c:v>Datenreihe 3</c:v>
                </c:pt>
              </c:strCache>
            </c:strRef>
          </c:tx>
          <c:spPr>
            <a:solidFill>
              <a:schemeClr val="accent3"/>
            </a:solidFill>
            <a:ln w="63500">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Tabelle1!$D$2:$D$7</c:f>
              <c:numCache>
                <c:formatCode>General</c:formatCode>
                <c:ptCount val="6"/>
                <c:pt idx="0">
                  <c:v>3</c:v>
                </c:pt>
                <c:pt idx="1">
                  <c:v>3.5</c:v>
                </c:pt>
                <c:pt idx="2">
                  <c:v>4</c:v>
                </c:pt>
                <c:pt idx="3">
                  <c:v>4.5</c:v>
                </c:pt>
                <c:pt idx="4">
                  <c:v>4.8</c:v>
                </c:pt>
                <c:pt idx="5">
                  <c:v>5</c:v>
                </c:pt>
              </c:numCache>
            </c:numRef>
          </c:val>
          <c:extLst>
            <c:ext xmlns:c16="http://schemas.microsoft.com/office/drawing/2014/chart" uri="{C3380CC4-5D6E-409C-BE32-E72D297353CC}">
              <c16:uniqueId val="{00000007-EBE3-B545-A80C-53504475DE4C}"/>
            </c:ext>
          </c:extLst>
        </c:ser>
        <c:ser>
          <c:idx val="3"/>
          <c:order val="3"/>
          <c:tx>
            <c:strRef>
              <c:f>Tabelle1!$E$1</c:f>
              <c:strCache>
                <c:ptCount val="1"/>
                <c:pt idx="0">
                  <c:v>Datenreihe 4</c:v>
                </c:pt>
              </c:strCache>
            </c:strRef>
          </c:tx>
          <c:spPr>
            <a:solidFill>
              <a:schemeClr val="accent4"/>
            </a:solidFill>
            <a:ln w="63500">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Tabelle1!$E$2:$E$7</c:f>
              <c:numCache>
                <c:formatCode>General</c:formatCode>
                <c:ptCount val="6"/>
                <c:pt idx="0">
                  <c:v>5</c:v>
                </c:pt>
                <c:pt idx="1">
                  <c:v>4</c:v>
                </c:pt>
                <c:pt idx="2">
                  <c:v>3</c:v>
                </c:pt>
                <c:pt idx="3">
                  <c:v>2</c:v>
                </c:pt>
                <c:pt idx="4">
                  <c:v>1</c:v>
                </c:pt>
                <c:pt idx="5">
                  <c:v>3</c:v>
                </c:pt>
              </c:numCache>
            </c:numRef>
          </c:val>
          <c:extLst>
            <c:ext xmlns:c16="http://schemas.microsoft.com/office/drawing/2014/chart" uri="{C3380CC4-5D6E-409C-BE32-E72D297353CC}">
              <c16:uniqueId val="{00000000-0CF2-644C-9D3E-D590CBCED415}"/>
            </c:ext>
          </c:extLst>
        </c:ser>
        <c:ser>
          <c:idx val="4"/>
          <c:order val="4"/>
          <c:tx>
            <c:strRef>
              <c:f>Tabelle1!$F$1</c:f>
              <c:strCache>
                <c:ptCount val="1"/>
                <c:pt idx="0">
                  <c:v>Datenreihe 5</c:v>
                </c:pt>
              </c:strCache>
            </c:strRef>
          </c:tx>
          <c:spPr>
            <a:solidFill>
              <a:schemeClr val="accent5"/>
            </a:solidFill>
            <a:ln w="63500">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Tabelle1!$F$2:$F$7</c:f>
              <c:numCache>
                <c:formatCode>General</c:formatCode>
                <c:ptCount val="6"/>
                <c:pt idx="0">
                  <c:v>4</c:v>
                </c:pt>
                <c:pt idx="1">
                  <c:v>6</c:v>
                </c:pt>
                <c:pt idx="2">
                  <c:v>5</c:v>
                </c:pt>
                <c:pt idx="3">
                  <c:v>4</c:v>
                </c:pt>
                <c:pt idx="4">
                  <c:v>6</c:v>
                </c:pt>
                <c:pt idx="5">
                  <c:v>6</c:v>
                </c:pt>
              </c:numCache>
            </c:numRef>
          </c:val>
          <c:extLst>
            <c:ext xmlns:c16="http://schemas.microsoft.com/office/drawing/2014/chart" uri="{C3380CC4-5D6E-409C-BE32-E72D297353CC}">
              <c16:uniqueId val="{00000001-0CF2-644C-9D3E-D590CBCED415}"/>
            </c:ext>
          </c:extLst>
        </c:ser>
        <c:ser>
          <c:idx val="5"/>
          <c:order val="5"/>
          <c:tx>
            <c:strRef>
              <c:f>Tabelle1!$G$1</c:f>
              <c:strCache>
                <c:ptCount val="1"/>
                <c:pt idx="0">
                  <c:v>Datenreihe 6</c:v>
                </c:pt>
              </c:strCache>
            </c:strRef>
          </c:tx>
          <c:spPr>
            <a:solidFill>
              <a:schemeClr val="accent6"/>
            </a:solidFill>
            <a:ln w="63500">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Tabelle1!$G$2:$G$7</c:f>
              <c:numCache>
                <c:formatCode>General</c:formatCode>
                <c:ptCount val="6"/>
                <c:pt idx="0">
                  <c:v>1</c:v>
                </c:pt>
                <c:pt idx="1">
                  <c:v>2</c:v>
                </c:pt>
                <c:pt idx="2">
                  <c:v>4</c:v>
                </c:pt>
                <c:pt idx="3">
                  <c:v>3</c:v>
                </c:pt>
                <c:pt idx="4">
                  <c:v>5</c:v>
                </c:pt>
                <c:pt idx="5">
                  <c:v>6</c:v>
                </c:pt>
              </c:numCache>
            </c:numRef>
          </c:val>
          <c:extLst>
            <c:ext xmlns:c16="http://schemas.microsoft.com/office/drawing/2014/chart" uri="{C3380CC4-5D6E-409C-BE32-E72D297353CC}">
              <c16:uniqueId val="{00000002-0CF2-644C-9D3E-D590CBCED415}"/>
            </c:ext>
          </c:extLst>
        </c:ser>
        <c:dLbls>
          <c:showLegendKey val="0"/>
          <c:showVal val="0"/>
          <c:showCatName val="0"/>
          <c:showSerName val="0"/>
          <c:showPercent val="0"/>
          <c:showBubbleSize val="0"/>
        </c:dLbls>
        <c:gapWidth val="120"/>
        <c:overlap val="100"/>
        <c:axId val="694274352"/>
        <c:axId val="692004848"/>
      </c:barChart>
      <c:catAx>
        <c:axId val="694274352"/>
        <c:scaling>
          <c:orientation val="minMax"/>
        </c:scaling>
        <c:delete val="0"/>
        <c:axPos val="b"/>
        <c:numFmt formatCode="General" sourceLinked="1"/>
        <c:majorTickMark val="none"/>
        <c:minorTickMark val="none"/>
        <c:tickLblPos val="nextTo"/>
        <c:spPr>
          <a:noFill/>
          <a:ln w="12700"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chemeClr val="tx1"/>
                </a:solidFill>
                <a:latin typeface="+mj-lt"/>
                <a:ea typeface="+mn-ea"/>
                <a:cs typeface="+mn-cs"/>
              </a:defRPr>
            </a:pPr>
            <a:endParaRPr lang="de-DE"/>
          </a:p>
        </c:txPr>
        <c:crossAx val="692004848"/>
        <c:crosses val="autoZero"/>
        <c:auto val="1"/>
        <c:lblAlgn val="ctr"/>
        <c:lblOffset val="100"/>
        <c:noMultiLvlLbl val="0"/>
      </c:catAx>
      <c:valAx>
        <c:axId val="692004848"/>
        <c:scaling>
          <c:orientation val="minMax"/>
          <c:max val="30"/>
        </c:scaling>
        <c:delete val="0"/>
        <c:axPos val="l"/>
        <c:majorGridlines>
          <c:spPr>
            <a:ln w="6350" cap="flat" cmpd="sng" algn="ctr">
              <a:solidFill>
                <a:schemeClr val="bg1">
                  <a:lumMod val="7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de-DE"/>
          </a:p>
        </c:txPr>
        <c:crossAx val="694274352"/>
        <c:crosses val="autoZero"/>
        <c:crossBetween val="between"/>
      </c:valAx>
      <c:spPr>
        <a:noFill/>
        <a:ln>
          <a:noFill/>
        </a:ln>
        <a:effectLst/>
      </c:spPr>
    </c:plotArea>
    <c:legend>
      <c:legendPos val="t"/>
      <c:layout>
        <c:manualLayout>
          <c:xMode val="edge"/>
          <c:yMode val="edge"/>
          <c:x val="0.32044715863315276"/>
          <c:y val="2.0820121302404768E-2"/>
          <c:w val="0.66591979987803951"/>
          <c:h val="5.2954960629921263E-2"/>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barChart>
        <c:barDir val="col"/>
        <c:grouping val="stacked"/>
        <c:varyColors val="0"/>
        <c:ser>
          <c:idx val="0"/>
          <c:order val="0"/>
          <c:tx>
            <c:strRef>
              <c:f>Tabelle1!$B$1</c:f>
              <c:strCache>
                <c:ptCount val="1"/>
                <c:pt idx="0">
                  <c:v>Datenreihe 1</c:v>
                </c:pt>
              </c:strCache>
            </c:strRef>
          </c:tx>
          <c:spPr>
            <a:solidFill>
              <a:schemeClr val="bg1"/>
            </a:solidFill>
            <a:ln>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Tabelle1!$B$2:$B$7</c:f>
              <c:numCache>
                <c:formatCode>General</c:formatCode>
                <c:ptCount val="6"/>
                <c:pt idx="0">
                  <c:v>2.4</c:v>
                </c:pt>
                <c:pt idx="1">
                  <c:v>2</c:v>
                </c:pt>
                <c:pt idx="2">
                  <c:v>3</c:v>
                </c:pt>
                <c:pt idx="3">
                  <c:v>4.5</c:v>
                </c:pt>
                <c:pt idx="4">
                  <c:v>5</c:v>
                </c:pt>
                <c:pt idx="5">
                  <c:v>5.5</c:v>
                </c:pt>
              </c:numCache>
            </c:numRef>
          </c:val>
          <c:extLst>
            <c:ext xmlns:c16="http://schemas.microsoft.com/office/drawing/2014/chart" uri="{C3380CC4-5D6E-409C-BE32-E72D297353CC}">
              <c16:uniqueId val="{00000000-EA63-424F-96B1-4475792F3CAC}"/>
            </c:ext>
          </c:extLst>
        </c:ser>
        <c:ser>
          <c:idx val="1"/>
          <c:order val="1"/>
          <c:tx>
            <c:strRef>
              <c:f>Tabelle1!$C$1</c:f>
              <c:strCache>
                <c:ptCount val="1"/>
                <c:pt idx="0">
                  <c:v>Datenreihe2</c:v>
                </c:pt>
              </c:strCache>
            </c:strRef>
          </c:tx>
          <c:spPr>
            <a:solidFill>
              <a:schemeClr val="accent2"/>
            </a:solidFill>
            <a:ln>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Tabelle1!$C$2:$C$7</c:f>
              <c:numCache>
                <c:formatCode>General</c:formatCode>
                <c:ptCount val="6"/>
                <c:pt idx="0">
                  <c:v>1</c:v>
                </c:pt>
                <c:pt idx="1">
                  <c:v>1.2</c:v>
                </c:pt>
                <c:pt idx="2">
                  <c:v>0.8</c:v>
                </c:pt>
                <c:pt idx="3">
                  <c:v>1.5</c:v>
                </c:pt>
                <c:pt idx="4">
                  <c:v>3</c:v>
                </c:pt>
                <c:pt idx="5">
                  <c:v>3.2</c:v>
                </c:pt>
              </c:numCache>
            </c:numRef>
          </c:val>
          <c:extLst>
            <c:ext xmlns:c16="http://schemas.microsoft.com/office/drawing/2014/chart" uri="{C3380CC4-5D6E-409C-BE32-E72D297353CC}">
              <c16:uniqueId val="{00000001-EA63-424F-96B1-4475792F3CAC}"/>
            </c:ext>
          </c:extLst>
        </c:ser>
        <c:ser>
          <c:idx val="2"/>
          <c:order val="2"/>
          <c:tx>
            <c:strRef>
              <c:f>Tabelle1!$D$1</c:f>
              <c:strCache>
                <c:ptCount val="1"/>
                <c:pt idx="0">
                  <c:v>Datenreihe 3</c:v>
                </c:pt>
              </c:strCache>
            </c:strRef>
          </c:tx>
          <c:spPr>
            <a:solidFill>
              <a:schemeClr val="accent3"/>
            </a:solidFill>
            <a:ln>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Tabelle1!$D$2:$D$7</c:f>
              <c:numCache>
                <c:formatCode>General</c:formatCode>
                <c:ptCount val="6"/>
                <c:pt idx="0">
                  <c:v>3</c:v>
                </c:pt>
                <c:pt idx="1">
                  <c:v>3.5</c:v>
                </c:pt>
                <c:pt idx="2">
                  <c:v>4</c:v>
                </c:pt>
                <c:pt idx="3">
                  <c:v>4.5</c:v>
                </c:pt>
                <c:pt idx="4">
                  <c:v>4.8</c:v>
                </c:pt>
                <c:pt idx="5">
                  <c:v>5</c:v>
                </c:pt>
              </c:numCache>
            </c:numRef>
          </c:val>
          <c:extLst>
            <c:ext xmlns:c16="http://schemas.microsoft.com/office/drawing/2014/chart" uri="{C3380CC4-5D6E-409C-BE32-E72D297353CC}">
              <c16:uniqueId val="{00000002-EA63-424F-96B1-4475792F3CAC}"/>
            </c:ext>
          </c:extLst>
        </c:ser>
        <c:ser>
          <c:idx val="3"/>
          <c:order val="3"/>
          <c:tx>
            <c:strRef>
              <c:f>Tabelle1!$E$1</c:f>
              <c:strCache>
                <c:ptCount val="1"/>
                <c:pt idx="0">
                  <c:v>Datenreihe 4</c:v>
                </c:pt>
              </c:strCache>
            </c:strRef>
          </c:tx>
          <c:spPr>
            <a:solidFill>
              <a:schemeClr val="accent4"/>
            </a:solidFill>
            <a:ln>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Tabelle1!$E$2:$E$7</c:f>
              <c:numCache>
                <c:formatCode>General</c:formatCode>
                <c:ptCount val="6"/>
                <c:pt idx="0">
                  <c:v>5</c:v>
                </c:pt>
                <c:pt idx="1">
                  <c:v>4</c:v>
                </c:pt>
                <c:pt idx="2">
                  <c:v>3</c:v>
                </c:pt>
                <c:pt idx="3">
                  <c:v>2</c:v>
                </c:pt>
                <c:pt idx="4">
                  <c:v>1</c:v>
                </c:pt>
                <c:pt idx="5">
                  <c:v>3</c:v>
                </c:pt>
              </c:numCache>
            </c:numRef>
          </c:val>
          <c:extLst>
            <c:ext xmlns:c16="http://schemas.microsoft.com/office/drawing/2014/chart" uri="{C3380CC4-5D6E-409C-BE32-E72D297353CC}">
              <c16:uniqueId val="{00000003-EA63-424F-96B1-4475792F3CAC}"/>
            </c:ext>
          </c:extLst>
        </c:ser>
        <c:ser>
          <c:idx val="4"/>
          <c:order val="4"/>
          <c:tx>
            <c:strRef>
              <c:f>Tabelle1!$F$1</c:f>
              <c:strCache>
                <c:ptCount val="1"/>
                <c:pt idx="0">
                  <c:v>Datenreihe 5</c:v>
                </c:pt>
              </c:strCache>
            </c:strRef>
          </c:tx>
          <c:spPr>
            <a:solidFill>
              <a:schemeClr val="accent5"/>
            </a:solidFill>
            <a:ln>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Tabelle1!$F$2:$F$7</c:f>
              <c:numCache>
                <c:formatCode>General</c:formatCode>
                <c:ptCount val="6"/>
                <c:pt idx="0">
                  <c:v>4</c:v>
                </c:pt>
                <c:pt idx="1">
                  <c:v>6</c:v>
                </c:pt>
                <c:pt idx="2">
                  <c:v>5</c:v>
                </c:pt>
                <c:pt idx="3">
                  <c:v>4</c:v>
                </c:pt>
                <c:pt idx="4">
                  <c:v>6</c:v>
                </c:pt>
                <c:pt idx="5">
                  <c:v>6</c:v>
                </c:pt>
              </c:numCache>
            </c:numRef>
          </c:val>
          <c:extLst>
            <c:ext xmlns:c16="http://schemas.microsoft.com/office/drawing/2014/chart" uri="{C3380CC4-5D6E-409C-BE32-E72D297353CC}">
              <c16:uniqueId val="{00000004-EA63-424F-96B1-4475792F3CAC}"/>
            </c:ext>
          </c:extLst>
        </c:ser>
        <c:ser>
          <c:idx val="5"/>
          <c:order val="5"/>
          <c:tx>
            <c:strRef>
              <c:f>Tabelle1!$G$1</c:f>
              <c:strCache>
                <c:ptCount val="1"/>
                <c:pt idx="0">
                  <c:v>Datenreihe 6</c:v>
                </c:pt>
              </c:strCache>
            </c:strRef>
          </c:tx>
          <c:spPr>
            <a:solidFill>
              <a:srgbClr val="0068B3"/>
            </a:solidFill>
            <a:ln>
              <a:noFill/>
            </a:ln>
            <a:effectLst/>
          </c:spPr>
          <c:invertIfNegative val="0"/>
          <c:cat>
            <c:numRef>
              <c:f>Tabelle1!$A$2:$A$7</c:f>
              <c:numCache>
                <c:formatCode>General</c:formatCode>
                <c:ptCount val="6"/>
                <c:pt idx="0">
                  <c:v>2019</c:v>
                </c:pt>
                <c:pt idx="1">
                  <c:v>2020</c:v>
                </c:pt>
                <c:pt idx="2">
                  <c:v>2021</c:v>
                </c:pt>
                <c:pt idx="3">
                  <c:v>2022</c:v>
                </c:pt>
                <c:pt idx="4">
                  <c:v>2023</c:v>
                </c:pt>
                <c:pt idx="5">
                  <c:v>2024</c:v>
                </c:pt>
              </c:numCache>
            </c:numRef>
          </c:cat>
          <c:val>
            <c:numRef>
              <c:f>Tabelle1!$G$2:$G$7</c:f>
              <c:numCache>
                <c:formatCode>General</c:formatCode>
                <c:ptCount val="6"/>
                <c:pt idx="0">
                  <c:v>1</c:v>
                </c:pt>
                <c:pt idx="1">
                  <c:v>2</c:v>
                </c:pt>
                <c:pt idx="2">
                  <c:v>4</c:v>
                </c:pt>
                <c:pt idx="3">
                  <c:v>3</c:v>
                </c:pt>
                <c:pt idx="4">
                  <c:v>5</c:v>
                </c:pt>
                <c:pt idx="5">
                  <c:v>6</c:v>
                </c:pt>
              </c:numCache>
            </c:numRef>
          </c:val>
          <c:extLst>
            <c:ext xmlns:c16="http://schemas.microsoft.com/office/drawing/2014/chart" uri="{C3380CC4-5D6E-409C-BE32-E72D297353CC}">
              <c16:uniqueId val="{00000005-EA63-424F-96B1-4475792F3CAC}"/>
            </c:ext>
          </c:extLst>
        </c:ser>
        <c:dLbls>
          <c:showLegendKey val="0"/>
          <c:showVal val="0"/>
          <c:showCatName val="0"/>
          <c:showSerName val="0"/>
          <c:showPercent val="0"/>
          <c:showBubbleSize val="0"/>
        </c:dLbls>
        <c:gapWidth val="120"/>
        <c:overlap val="100"/>
        <c:axId val="694274352"/>
        <c:axId val="692004848"/>
      </c:barChart>
      <c:catAx>
        <c:axId val="694274352"/>
        <c:scaling>
          <c:orientation val="minMax"/>
        </c:scaling>
        <c:delete val="0"/>
        <c:axPos val="b"/>
        <c:numFmt formatCode="General" sourceLinked="1"/>
        <c:majorTickMark val="none"/>
        <c:minorTickMark val="none"/>
        <c:tickLblPos val="nextTo"/>
        <c:spPr>
          <a:noFill/>
          <a:ln w="12700" cap="flat" cmpd="sng" algn="ctr">
            <a:solidFill>
              <a:schemeClr val="bg1"/>
            </a:solidFill>
            <a:round/>
          </a:ln>
          <a:effectLst/>
        </c:spPr>
        <c:txPr>
          <a:bodyPr rot="-6000000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de-DE"/>
          </a:p>
        </c:txPr>
        <c:crossAx val="692004848"/>
        <c:crosses val="autoZero"/>
        <c:auto val="1"/>
        <c:lblAlgn val="ctr"/>
        <c:lblOffset val="100"/>
        <c:noMultiLvlLbl val="0"/>
      </c:catAx>
      <c:valAx>
        <c:axId val="692004848"/>
        <c:scaling>
          <c:orientation val="minMax"/>
          <c:max val="3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de-DE"/>
          </a:p>
        </c:txPr>
        <c:crossAx val="694274352"/>
        <c:crosses val="autoZero"/>
        <c:crossBetween val="between"/>
      </c:valAx>
      <c:spPr>
        <a:noFill/>
        <a:ln>
          <a:noFill/>
        </a:ln>
        <a:effectLst/>
      </c:spPr>
    </c:plotArea>
    <c:legend>
      <c:legendPos val="t"/>
      <c:layout>
        <c:manualLayout>
          <c:xMode val="edge"/>
          <c:yMode val="edge"/>
          <c:x val="0.32270832313287012"/>
          <c:y val="1.744174292402639E-2"/>
          <c:w val="0.66591979987803951"/>
          <c:h val="5.2954960629921263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1"/>
          </a:solidFill>
        </a:defRPr>
      </a:pPr>
      <a:endParaRPr lang="de-DE"/>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765099131251552E-2"/>
          <c:y val="2.3144541305261009E-2"/>
          <c:w val="0.93807534530801451"/>
          <c:h val="0.953710917389478"/>
        </c:manualLayout>
      </c:layout>
      <c:pieChart>
        <c:varyColors val="1"/>
        <c:ser>
          <c:idx val="0"/>
          <c:order val="0"/>
          <c:tx>
            <c:strRef>
              <c:f>Tabelle1!$B$1</c:f>
              <c:strCache>
                <c:ptCount val="1"/>
                <c:pt idx="0">
                  <c:v>Verkauf</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2"/>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accent3"/>
              </a:solidFill>
              <a:ln w="19050">
                <a:noFill/>
              </a:ln>
              <a:effectLst/>
            </c:spPr>
            <c:extLst>
              <c:ext xmlns:c16="http://schemas.microsoft.com/office/drawing/2014/chart" uri="{C3380CC4-5D6E-409C-BE32-E72D297353CC}">
                <c16:uniqueId val="{00000001-7821-114C-AA31-A929F1177D1A}"/>
              </c:ext>
            </c:extLst>
          </c:dPt>
          <c:cat>
            <c:strRef>
              <c:f>Tabelle1!$A$2:$A$4</c:f>
              <c:strCache>
                <c:ptCount val="3"/>
                <c:pt idx="0">
                  <c:v>1. Quartal</c:v>
                </c:pt>
                <c:pt idx="1">
                  <c:v>2. Quartal</c:v>
                </c:pt>
                <c:pt idx="2">
                  <c:v>3. Quartal</c:v>
                </c:pt>
              </c:strCache>
            </c:strRef>
          </c:cat>
          <c:val>
            <c:numRef>
              <c:f>Tabelle1!$B$2:$B$4</c:f>
              <c:numCache>
                <c:formatCode>General</c:formatCode>
                <c:ptCount val="3"/>
                <c:pt idx="0">
                  <c:v>25</c:v>
                </c:pt>
                <c:pt idx="1">
                  <c:v>8</c:v>
                </c:pt>
                <c:pt idx="2">
                  <c:v>67</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765099131251552E-2"/>
          <c:y val="2.3144541305261009E-2"/>
          <c:w val="0.93807534530801451"/>
          <c:h val="0.953710917389478"/>
        </c:manualLayout>
      </c:layout>
      <c:pieChart>
        <c:varyColors val="1"/>
        <c:ser>
          <c:idx val="0"/>
          <c:order val="0"/>
          <c:tx>
            <c:strRef>
              <c:f>Tabelle1!$B$1</c:f>
              <c:strCache>
                <c:ptCount val="1"/>
                <c:pt idx="0">
                  <c:v>Verkauf</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4"/>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accent3"/>
              </a:solidFill>
              <a:ln w="19050">
                <a:noFill/>
              </a:ln>
              <a:effectLst/>
            </c:spPr>
            <c:extLst>
              <c:ext xmlns:c16="http://schemas.microsoft.com/office/drawing/2014/chart" uri="{C3380CC4-5D6E-409C-BE32-E72D297353CC}">
                <c16:uniqueId val="{00000001-7821-114C-AA31-A929F1177D1A}"/>
              </c:ext>
            </c:extLst>
          </c:dPt>
          <c:cat>
            <c:strRef>
              <c:f>Tabelle1!$A$2:$A$4</c:f>
              <c:strCache>
                <c:ptCount val="3"/>
                <c:pt idx="0">
                  <c:v>1. Quartal</c:v>
                </c:pt>
                <c:pt idx="1">
                  <c:v>2. Quartal</c:v>
                </c:pt>
                <c:pt idx="2">
                  <c:v>3. Quartal</c:v>
                </c:pt>
              </c:strCache>
            </c:strRef>
          </c:cat>
          <c:val>
            <c:numRef>
              <c:f>Tabelle1!$B$2:$B$4</c:f>
              <c:numCache>
                <c:formatCode>General</c:formatCode>
                <c:ptCount val="3"/>
                <c:pt idx="0">
                  <c:v>40</c:v>
                </c:pt>
                <c:pt idx="1">
                  <c:v>8</c:v>
                </c:pt>
                <c:pt idx="2">
                  <c:v>25</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765099131251552E-2"/>
          <c:y val="2.3144541305261009E-2"/>
          <c:w val="0.93807534530801451"/>
          <c:h val="0.953710917389478"/>
        </c:manualLayout>
      </c:layout>
      <c:pieChart>
        <c:varyColors val="1"/>
        <c:ser>
          <c:idx val="0"/>
          <c:order val="0"/>
          <c:tx>
            <c:strRef>
              <c:f>Tabelle1!$B$1</c:f>
              <c:strCache>
                <c:ptCount val="1"/>
                <c:pt idx="0">
                  <c:v>Verkauf</c:v>
                </c:pt>
              </c:strCache>
            </c:strRef>
          </c:tx>
          <c:spPr>
            <a:ln>
              <a:noFill/>
            </a:ln>
          </c:spPr>
          <c:dPt>
            <c:idx val="0"/>
            <c:bubble3D val="0"/>
            <c:spPr>
              <a:solidFill>
                <a:schemeClr val="accent2"/>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4"/>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tx1"/>
              </a:solidFill>
              <a:ln w="19050">
                <a:noFill/>
              </a:ln>
              <a:effectLst/>
            </c:spPr>
            <c:extLst>
              <c:ext xmlns:c16="http://schemas.microsoft.com/office/drawing/2014/chart" uri="{C3380CC4-5D6E-409C-BE32-E72D297353CC}">
                <c16:uniqueId val="{00000001-7821-114C-AA31-A929F1177D1A}"/>
              </c:ext>
            </c:extLst>
          </c:dPt>
          <c:cat>
            <c:strRef>
              <c:f>Tabelle1!$A$2:$A$4</c:f>
              <c:strCache>
                <c:ptCount val="3"/>
                <c:pt idx="0">
                  <c:v>1. Quartal</c:v>
                </c:pt>
                <c:pt idx="1">
                  <c:v>2. Quartal</c:v>
                </c:pt>
                <c:pt idx="2">
                  <c:v>3. Quartal</c:v>
                </c:pt>
              </c:strCache>
            </c:strRef>
          </c:cat>
          <c:val>
            <c:numRef>
              <c:f>Tabelle1!$B$2:$B$4</c:f>
              <c:numCache>
                <c:formatCode>General</c:formatCode>
                <c:ptCount val="3"/>
                <c:pt idx="0">
                  <c:v>70</c:v>
                </c:pt>
                <c:pt idx="1">
                  <c:v>0</c:v>
                </c:pt>
                <c:pt idx="2">
                  <c:v>30</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765099131251552E-2"/>
          <c:y val="2.3144541305261009E-2"/>
          <c:w val="0.93807534530801451"/>
          <c:h val="0.953710917389478"/>
        </c:manualLayout>
      </c:layout>
      <c:pieChart>
        <c:varyColors val="1"/>
        <c:ser>
          <c:idx val="0"/>
          <c:order val="0"/>
          <c:tx>
            <c:strRef>
              <c:f>Tabelle1!$B$1</c:f>
              <c:strCache>
                <c:ptCount val="1"/>
                <c:pt idx="0">
                  <c:v>Verkauf</c:v>
                </c:pt>
              </c:strCache>
            </c:strRef>
          </c:tx>
          <c:spPr>
            <a:ln>
              <a:noFill/>
            </a:ln>
          </c:spPr>
          <c:dPt>
            <c:idx val="0"/>
            <c:bubble3D val="0"/>
            <c:spPr>
              <a:solidFill>
                <a:schemeClr val="accent2"/>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4"/>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tx1"/>
              </a:solidFill>
              <a:ln w="19050">
                <a:noFill/>
              </a:ln>
              <a:effectLst/>
            </c:spPr>
            <c:extLst>
              <c:ext xmlns:c16="http://schemas.microsoft.com/office/drawing/2014/chart" uri="{C3380CC4-5D6E-409C-BE32-E72D297353CC}">
                <c16:uniqueId val="{00000001-7821-114C-AA31-A929F1177D1A}"/>
              </c:ext>
            </c:extLst>
          </c:dPt>
          <c:cat>
            <c:strRef>
              <c:f>Tabelle1!$A$2:$A$4</c:f>
              <c:strCache>
                <c:ptCount val="3"/>
                <c:pt idx="0">
                  <c:v>1. Quartal</c:v>
                </c:pt>
                <c:pt idx="1">
                  <c:v>2. Quartal</c:v>
                </c:pt>
                <c:pt idx="2">
                  <c:v>3. Quartal</c:v>
                </c:pt>
              </c:strCache>
            </c:strRef>
          </c:cat>
          <c:val>
            <c:numRef>
              <c:f>Tabelle1!$B$2:$B$4</c:f>
              <c:numCache>
                <c:formatCode>General</c:formatCode>
                <c:ptCount val="3"/>
                <c:pt idx="0">
                  <c:v>90</c:v>
                </c:pt>
                <c:pt idx="1">
                  <c:v>0</c:v>
                </c:pt>
                <c:pt idx="2">
                  <c:v>10</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765099131251552E-2"/>
          <c:y val="2.3144541305261009E-2"/>
          <c:w val="0.93807534530801451"/>
          <c:h val="0.953710917389478"/>
        </c:manualLayout>
      </c:layout>
      <c:pieChart>
        <c:varyColors val="1"/>
        <c:ser>
          <c:idx val="0"/>
          <c:order val="0"/>
          <c:tx>
            <c:strRef>
              <c:f>Tabelle1!$B$1</c:f>
              <c:strCache>
                <c:ptCount val="1"/>
                <c:pt idx="0">
                  <c:v>Verkauf</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2"/>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accent3"/>
              </a:solidFill>
              <a:ln w="19050">
                <a:noFill/>
              </a:ln>
              <a:effectLst/>
            </c:spPr>
            <c:extLst>
              <c:ext xmlns:c16="http://schemas.microsoft.com/office/drawing/2014/chart" uri="{C3380CC4-5D6E-409C-BE32-E72D297353CC}">
                <c16:uniqueId val="{00000001-7821-114C-AA31-A929F1177D1A}"/>
              </c:ext>
            </c:extLst>
          </c:dPt>
          <c:cat>
            <c:strRef>
              <c:f>Tabelle1!$A$2:$A$4</c:f>
              <c:strCache>
                <c:ptCount val="3"/>
                <c:pt idx="0">
                  <c:v>1. Quartal</c:v>
                </c:pt>
                <c:pt idx="1">
                  <c:v>2. Quartal</c:v>
                </c:pt>
                <c:pt idx="2">
                  <c:v>3. Quartal</c:v>
                </c:pt>
              </c:strCache>
            </c:strRef>
          </c:cat>
          <c:val>
            <c:numRef>
              <c:f>Tabelle1!$B$2:$B$4</c:f>
              <c:numCache>
                <c:formatCode>General</c:formatCode>
                <c:ptCount val="3"/>
                <c:pt idx="0">
                  <c:v>25</c:v>
                </c:pt>
                <c:pt idx="1">
                  <c:v>8</c:v>
                </c:pt>
                <c:pt idx="2">
                  <c:v>67</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765099131251552E-2"/>
          <c:y val="2.3144541305261009E-2"/>
          <c:w val="0.93807534530801451"/>
          <c:h val="0.953710917389478"/>
        </c:manualLayout>
      </c:layout>
      <c:pieChart>
        <c:varyColors val="1"/>
        <c:ser>
          <c:idx val="0"/>
          <c:order val="0"/>
          <c:tx>
            <c:strRef>
              <c:f>Tabelle1!$B$1</c:f>
              <c:strCache>
                <c:ptCount val="1"/>
                <c:pt idx="0">
                  <c:v>Verkauf</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2"/>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accent3"/>
              </a:solidFill>
              <a:ln w="19050">
                <a:noFill/>
              </a:ln>
              <a:effectLst/>
            </c:spPr>
            <c:extLst>
              <c:ext xmlns:c16="http://schemas.microsoft.com/office/drawing/2014/chart" uri="{C3380CC4-5D6E-409C-BE32-E72D297353CC}">
                <c16:uniqueId val="{00000001-7821-114C-AA31-A929F1177D1A}"/>
              </c:ext>
            </c:extLst>
          </c:dPt>
          <c:cat>
            <c:strRef>
              <c:f>Tabelle1!$A$2:$A$4</c:f>
              <c:strCache>
                <c:ptCount val="3"/>
                <c:pt idx="0">
                  <c:v>1. Quartal</c:v>
                </c:pt>
                <c:pt idx="1">
                  <c:v>2. Quartal</c:v>
                </c:pt>
                <c:pt idx="2">
                  <c:v>3. Quartal</c:v>
                </c:pt>
              </c:strCache>
            </c:strRef>
          </c:cat>
          <c:val>
            <c:numRef>
              <c:f>Tabelle1!$B$2:$B$4</c:f>
              <c:numCache>
                <c:formatCode>General</c:formatCode>
                <c:ptCount val="3"/>
                <c:pt idx="0">
                  <c:v>40</c:v>
                </c:pt>
                <c:pt idx="1">
                  <c:v>8</c:v>
                </c:pt>
                <c:pt idx="2">
                  <c:v>25</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765099131251552E-2"/>
          <c:y val="2.3144541305261009E-2"/>
          <c:w val="0.93807534530801451"/>
          <c:h val="0.953710917389478"/>
        </c:manualLayout>
      </c:layout>
      <c:pieChart>
        <c:varyColors val="1"/>
        <c:ser>
          <c:idx val="0"/>
          <c:order val="0"/>
          <c:tx>
            <c:strRef>
              <c:f>Tabelle1!$B$1</c:f>
              <c:strCache>
                <c:ptCount val="1"/>
                <c:pt idx="0">
                  <c:v>Verkauf</c:v>
                </c:pt>
              </c:strCache>
            </c:strRef>
          </c:tx>
          <c:spPr>
            <a:ln>
              <a:noFill/>
            </a:ln>
          </c:spPr>
          <c:dPt>
            <c:idx val="0"/>
            <c:bubble3D val="0"/>
            <c:spPr>
              <a:solidFill>
                <a:schemeClr val="accent2"/>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4"/>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tx1"/>
              </a:solidFill>
              <a:ln w="19050">
                <a:noFill/>
              </a:ln>
              <a:effectLst/>
            </c:spPr>
            <c:extLst>
              <c:ext xmlns:c16="http://schemas.microsoft.com/office/drawing/2014/chart" uri="{C3380CC4-5D6E-409C-BE32-E72D297353CC}">
                <c16:uniqueId val="{00000001-7821-114C-AA31-A929F1177D1A}"/>
              </c:ext>
            </c:extLst>
          </c:dPt>
          <c:cat>
            <c:strRef>
              <c:f>Tabelle1!$A$2:$A$4</c:f>
              <c:strCache>
                <c:ptCount val="3"/>
                <c:pt idx="0">
                  <c:v>1. Quartal</c:v>
                </c:pt>
                <c:pt idx="1">
                  <c:v>2. Quartal</c:v>
                </c:pt>
                <c:pt idx="2">
                  <c:v>3. Quartal</c:v>
                </c:pt>
              </c:strCache>
            </c:strRef>
          </c:cat>
          <c:val>
            <c:numRef>
              <c:f>Tabelle1!$B$2:$B$4</c:f>
              <c:numCache>
                <c:formatCode>General</c:formatCode>
                <c:ptCount val="3"/>
                <c:pt idx="0">
                  <c:v>70</c:v>
                </c:pt>
                <c:pt idx="1">
                  <c:v>0</c:v>
                </c:pt>
                <c:pt idx="2">
                  <c:v>30</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2765099131251552E-2"/>
          <c:y val="2.3144541305261009E-2"/>
          <c:w val="0.93807534530801451"/>
          <c:h val="0.953710917389478"/>
        </c:manualLayout>
      </c:layout>
      <c:pieChart>
        <c:varyColors val="1"/>
        <c:ser>
          <c:idx val="0"/>
          <c:order val="0"/>
          <c:tx>
            <c:strRef>
              <c:f>Tabelle1!$B$1</c:f>
              <c:strCache>
                <c:ptCount val="1"/>
                <c:pt idx="0">
                  <c:v>Verkauf</c:v>
                </c:pt>
              </c:strCache>
            </c:strRef>
          </c:tx>
          <c:spPr>
            <a:ln>
              <a:noFill/>
            </a:ln>
          </c:spPr>
          <c:dPt>
            <c:idx val="0"/>
            <c:bubble3D val="0"/>
            <c:spPr>
              <a:solidFill>
                <a:schemeClr val="accent2"/>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4"/>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tx1"/>
              </a:solidFill>
              <a:ln w="19050">
                <a:noFill/>
              </a:ln>
              <a:effectLst/>
            </c:spPr>
            <c:extLst>
              <c:ext xmlns:c16="http://schemas.microsoft.com/office/drawing/2014/chart" uri="{C3380CC4-5D6E-409C-BE32-E72D297353CC}">
                <c16:uniqueId val="{00000001-7821-114C-AA31-A929F1177D1A}"/>
              </c:ext>
            </c:extLst>
          </c:dPt>
          <c:cat>
            <c:strRef>
              <c:f>Tabelle1!$A$2:$A$4</c:f>
              <c:strCache>
                <c:ptCount val="3"/>
                <c:pt idx="0">
                  <c:v>1. Quartal</c:v>
                </c:pt>
                <c:pt idx="1">
                  <c:v>2. Quartal</c:v>
                </c:pt>
                <c:pt idx="2">
                  <c:v>3. Quartal</c:v>
                </c:pt>
              </c:strCache>
            </c:strRef>
          </c:cat>
          <c:val>
            <c:numRef>
              <c:f>Tabelle1!$B$2:$B$4</c:f>
              <c:numCache>
                <c:formatCode>General</c:formatCode>
                <c:ptCount val="3"/>
                <c:pt idx="0">
                  <c:v>90</c:v>
                </c:pt>
                <c:pt idx="1">
                  <c:v>0</c:v>
                </c:pt>
                <c:pt idx="2">
                  <c:v>10</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Verkauf</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2"/>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accent3"/>
              </a:solidFill>
              <a:ln w="19050">
                <a:noFill/>
              </a:ln>
              <a:effectLst/>
            </c:spPr>
            <c:extLst>
              <c:ext xmlns:c16="http://schemas.microsoft.com/office/drawing/2014/chart" uri="{C3380CC4-5D6E-409C-BE32-E72D297353CC}">
                <c16:uniqueId val="{00000001-7821-114C-AA31-A929F1177D1A}"/>
              </c:ext>
            </c:extLst>
          </c:dPt>
          <c:dPt>
            <c:idx val="3"/>
            <c:bubble3D val="0"/>
            <c:spPr>
              <a:solidFill>
                <a:schemeClr val="accent4"/>
              </a:solidFill>
              <a:ln w="19050">
                <a:noFill/>
              </a:ln>
              <a:effectLst/>
            </c:spPr>
            <c:extLst>
              <c:ext xmlns:c16="http://schemas.microsoft.com/office/drawing/2014/chart" uri="{C3380CC4-5D6E-409C-BE32-E72D297353CC}">
                <c16:uniqueId val="{00000007-2C6A-4E4C-B112-444552BEE2E4}"/>
              </c:ext>
            </c:extLst>
          </c:dPt>
          <c:dPt>
            <c:idx val="4"/>
            <c:bubble3D val="0"/>
            <c:spPr>
              <a:solidFill>
                <a:schemeClr val="accent5"/>
              </a:solidFill>
              <a:ln w="19050">
                <a:noFill/>
              </a:ln>
              <a:effectLst/>
            </c:spPr>
            <c:extLst>
              <c:ext xmlns:c16="http://schemas.microsoft.com/office/drawing/2014/chart" uri="{C3380CC4-5D6E-409C-BE32-E72D297353CC}">
                <c16:uniqueId val="{00000009-2C6A-4E4C-B112-444552BEE2E4}"/>
              </c:ext>
            </c:extLst>
          </c:dPt>
          <c:dPt>
            <c:idx val="5"/>
            <c:bubble3D val="0"/>
            <c:spPr>
              <a:solidFill>
                <a:schemeClr val="accent6"/>
              </a:solidFill>
              <a:ln w="19050">
                <a:noFill/>
              </a:ln>
              <a:effectLst/>
            </c:spPr>
            <c:extLst>
              <c:ext xmlns:c16="http://schemas.microsoft.com/office/drawing/2014/chart" uri="{C3380CC4-5D6E-409C-BE32-E72D297353CC}">
                <c16:uniqueId val="{0000000B-2C6A-4E4C-B112-444552BEE2E4}"/>
              </c:ext>
            </c:extLst>
          </c:dPt>
          <c:cat>
            <c:strRef>
              <c:f>Tabelle1!$A$2:$A$7</c:f>
              <c:strCache>
                <c:ptCount val="6"/>
                <c:pt idx="0">
                  <c:v>1. Quartal</c:v>
                </c:pt>
                <c:pt idx="1">
                  <c:v>2. Quartal</c:v>
                </c:pt>
                <c:pt idx="2">
                  <c:v>3. Quartal</c:v>
                </c:pt>
                <c:pt idx="3">
                  <c:v>4. Quartal</c:v>
                </c:pt>
                <c:pt idx="4">
                  <c:v>5. Quartal</c:v>
                </c:pt>
                <c:pt idx="5">
                  <c:v>6. Quartal</c:v>
                </c:pt>
              </c:strCache>
            </c:strRef>
          </c:cat>
          <c:val>
            <c:numRef>
              <c:f>Tabelle1!$B$2:$B$7</c:f>
              <c:numCache>
                <c:formatCode>General</c:formatCode>
                <c:ptCount val="6"/>
                <c:pt idx="0">
                  <c:v>40</c:v>
                </c:pt>
                <c:pt idx="1">
                  <c:v>8</c:v>
                </c:pt>
                <c:pt idx="2">
                  <c:v>25</c:v>
                </c:pt>
                <c:pt idx="3">
                  <c:v>10</c:v>
                </c:pt>
                <c:pt idx="4">
                  <c:v>15</c:v>
                </c:pt>
                <c:pt idx="5">
                  <c:v>12</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Verkauf</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2"/>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accent3"/>
              </a:solidFill>
              <a:ln w="19050">
                <a:noFill/>
              </a:ln>
              <a:effectLst/>
            </c:spPr>
            <c:extLst>
              <c:ext xmlns:c16="http://schemas.microsoft.com/office/drawing/2014/chart" uri="{C3380CC4-5D6E-409C-BE32-E72D297353CC}">
                <c16:uniqueId val="{00000001-7821-114C-AA31-A929F1177D1A}"/>
              </c:ext>
            </c:extLst>
          </c:dPt>
          <c:dPt>
            <c:idx val="3"/>
            <c:bubble3D val="0"/>
            <c:spPr>
              <a:solidFill>
                <a:schemeClr val="accent4"/>
              </a:solidFill>
              <a:ln w="19050">
                <a:noFill/>
              </a:ln>
              <a:effectLst/>
            </c:spPr>
            <c:extLst>
              <c:ext xmlns:c16="http://schemas.microsoft.com/office/drawing/2014/chart" uri="{C3380CC4-5D6E-409C-BE32-E72D297353CC}">
                <c16:uniqueId val="{00000007-115A-C14B-9F18-16C7D5FA3EE0}"/>
              </c:ext>
            </c:extLst>
          </c:dPt>
          <c:dPt>
            <c:idx val="4"/>
            <c:bubble3D val="0"/>
            <c:spPr>
              <a:solidFill>
                <a:schemeClr val="accent5"/>
              </a:solidFill>
              <a:ln w="19050">
                <a:noFill/>
              </a:ln>
              <a:effectLst/>
            </c:spPr>
            <c:extLst>
              <c:ext xmlns:c16="http://schemas.microsoft.com/office/drawing/2014/chart" uri="{C3380CC4-5D6E-409C-BE32-E72D297353CC}">
                <c16:uniqueId val="{00000009-115A-C14B-9F18-16C7D5FA3EE0}"/>
              </c:ext>
            </c:extLst>
          </c:dPt>
          <c:dPt>
            <c:idx val="5"/>
            <c:bubble3D val="0"/>
            <c:spPr>
              <a:solidFill>
                <a:schemeClr val="accent6"/>
              </a:solidFill>
              <a:ln w="19050">
                <a:noFill/>
              </a:ln>
              <a:effectLst/>
            </c:spPr>
            <c:extLst>
              <c:ext xmlns:c16="http://schemas.microsoft.com/office/drawing/2014/chart" uri="{C3380CC4-5D6E-409C-BE32-E72D297353CC}">
                <c16:uniqueId val="{0000000B-115A-C14B-9F18-16C7D5FA3EE0}"/>
              </c:ext>
            </c:extLst>
          </c:dPt>
          <c:cat>
            <c:strRef>
              <c:f>Tabelle1!$A$2:$A$7</c:f>
              <c:strCache>
                <c:ptCount val="6"/>
                <c:pt idx="0">
                  <c:v>1. Quartal</c:v>
                </c:pt>
                <c:pt idx="1">
                  <c:v>2. Quartal</c:v>
                </c:pt>
                <c:pt idx="2">
                  <c:v>3. Quartal</c:v>
                </c:pt>
                <c:pt idx="3">
                  <c:v>4. Quartal</c:v>
                </c:pt>
                <c:pt idx="4">
                  <c:v>5. Quartal</c:v>
                </c:pt>
                <c:pt idx="5">
                  <c:v>6. Quartal</c:v>
                </c:pt>
              </c:strCache>
            </c:strRef>
          </c:cat>
          <c:val>
            <c:numRef>
              <c:f>Tabelle1!$B$2:$B$7</c:f>
              <c:numCache>
                <c:formatCode>General</c:formatCode>
                <c:ptCount val="6"/>
                <c:pt idx="0">
                  <c:v>12</c:v>
                </c:pt>
                <c:pt idx="1">
                  <c:v>8</c:v>
                </c:pt>
                <c:pt idx="2">
                  <c:v>7</c:v>
                </c:pt>
                <c:pt idx="3">
                  <c:v>10</c:v>
                </c:pt>
                <c:pt idx="4">
                  <c:v>3</c:v>
                </c:pt>
                <c:pt idx="5">
                  <c:v>2</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Verkauf</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2"/>
              </a:solidFill>
              <a:ln w="19050">
                <a:noFill/>
              </a:ln>
              <a:effectLst/>
            </c:spPr>
            <c:extLst>
              <c:ext xmlns:c16="http://schemas.microsoft.com/office/drawing/2014/chart" uri="{C3380CC4-5D6E-409C-BE32-E72D297353CC}">
                <c16:uniqueId val="{00000003-7821-114C-AA31-A929F1177D1A}"/>
              </c:ext>
            </c:extLst>
          </c:dPt>
          <c:cat>
            <c:strRef>
              <c:f>Tabelle1!$A$2:$A$3</c:f>
              <c:strCache>
                <c:ptCount val="2"/>
                <c:pt idx="0">
                  <c:v>1. Quartal</c:v>
                </c:pt>
                <c:pt idx="1">
                  <c:v>2. Quartal</c:v>
                </c:pt>
              </c:strCache>
            </c:strRef>
          </c:cat>
          <c:val>
            <c:numRef>
              <c:f>Tabelle1!$B$2:$B$3</c:f>
              <c:numCache>
                <c:formatCode>General</c:formatCode>
                <c:ptCount val="2"/>
                <c:pt idx="0">
                  <c:v>30</c:v>
                </c:pt>
                <c:pt idx="1">
                  <c:v>70</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Verkauf</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2-7821-114C-AA31-A929F1177D1A}"/>
              </c:ext>
            </c:extLst>
          </c:dPt>
          <c:dPt>
            <c:idx val="1"/>
            <c:bubble3D val="0"/>
            <c:spPr>
              <a:solidFill>
                <a:schemeClr val="accent2"/>
              </a:solidFill>
              <a:ln w="19050">
                <a:noFill/>
              </a:ln>
              <a:effectLst/>
            </c:spPr>
            <c:extLst>
              <c:ext xmlns:c16="http://schemas.microsoft.com/office/drawing/2014/chart" uri="{C3380CC4-5D6E-409C-BE32-E72D297353CC}">
                <c16:uniqueId val="{00000003-7821-114C-AA31-A929F1177D1A}"/>
              </c:ext>
            </c:extLst>
          </c:dPt>
          <c:dPt>
            <c:idx val="2"/>
            <c:bubble3D val="0"/>
            <c:spPr>
              <a:solidFill>
                <a:schemeClr val="accent3"/>
              </a:solidFill>
              <a:ln w="19050">
                <a:noFill/>
              </a:ln>
              <a:effectLst/>
            </c:spPr>
            <c:extLst>
              <c:ext xmlns:c16="http://schemas.microsoft.com/office/drawing/2014/chart" uri="{C3380CC4-5D6E-409C-BE32-E72D297353CC}">
                <c16:uniqueId val="{00000001-7821-114C-AA31-A929F1177D1A}"/>
              </c:ext>
            </c:extLst>
          </c:dPt>
          <c:cat>
            <c:strRef>
              <c:f>Tabelle1!$A$2:$A$4</c:f>
              <c:strCache>
                <c:ptCount val="3"/>
                <c:pt idx="0">
                  <c:v>1. Quartal</c:v>
                </c:pt>
                <c:pt idx="1">
                  <c:v>2. Quartal</c:v>
                </c:pt>
                <c:pt idx="2">
                  <c:v>3. Quartal</c:v>
                </c:pt>
              </c:strCache>
            </c:strRef>
          </c:cat>
          <c:val>
            <c:numRef>
              <c:f>Tabelle1!$B$2:$B$4</c:f>
              <c:numCache>
                <c:formatCode>General</c:formatCode>
                <c:ptCount val="3"/>
                <c:pt idx="0">
                  <c:v>10</c:v>
                </c:pt>
                <c:pt idx="1">
                  <c:v>0</c:v>
                </c:pt>
                <c:pt idx="2">
                  <c:v>90</c:v>
                </c:pt>
              </c:numCache>
            </c:numRef>
          </c:val>
          <c:extLst>
            <c:ext xmlns:c16="http://schemas.microsoft.com/office/drawing/2014/chart" uri="{C3380CC4-5D6E-409C-BE32-E72D297353CC}">
              <c16:uniqueId val="{00000000-7821-114C-AA31-A929F1177D1A}"/>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Verkauf</c:v>
                </c:pt>
              </c:strCache>
            </c:strRef>
          </c:tx>
          <c:spPr>
            <a:ln>
              <a:noFill/>
            </a:ln>
          </c:spPr>
          <c:dPt>
            <c:idx val="0"/>
            <c:bubble3D val="0"/>
            <c:spPr>
              <a:solidFill>
                <a:schemeClr val="bg1"/>
              </a:solidFill>
              <a:ln w="19050">
                <a:noFill/>
              </a:ln>
              <a:effectLst/>
            </c:spPr>
            <c:extLst>
              <c:ext xmlns:c16="http://schemas.microsoft.com/office/drawing/2014/chart" uri="{C3380CC4-5D6E-409C-BE32-E72D297353CC}">
                <c16:uniqueId val="{00000001-27CC-614C-A2D5-84A42FFA8E42}"/>
              </c:ext>
            </c:extLst>
          </c:dPt>
          <c:dPt>
            <c:idx val="1"/>
            <c:bubble3D val="0"/>
            <c:spPr>
              <a:solidFill>
                <a:schemeClr val="accent2"/>
              </a:solidFill>
              <a:ln w="19050">
                <a:noFill/>
              </a:ln>
              <a:effectLst/>
            </c:spPr>
            <c:extLst>
              <c:ext xmlns:c16="http://schemas.microsoft.com/office/drawing/2014/chart" uri="{C3380CC4-5D6E-409C-BE32-E72D297353CC}">
                <c16:uniqueId val="{00000003-27CC-614C-A2D5-84A42FFA8E42}"/>
              </c:ext>
            </c:extLst>
          </c:dPt>
          <c:dPt>
            <c:idx val="2"/>
            <c:bubble3D val="0"/>
            <c:spPr>
              <a:solidFill>
                <a:schemeClr val="accent3"/>
              </a:solidFill>
              <a:ln w="19050">
                <a:noFill/>
              </a:ln>
              <a:effectLst/>
            </c:spPr>
            <c:extLst>
              <c:ext xmlns:c16="http://schemas.microsoft.com/office/drawing/2014/chart" uri="{C3380CC4-5D6E-409C-BE32-E72D297353CC}">
                <c16:uniqueId val="{00000005-27CC-614C-A2D5-84A42FFA8E42}"/>
              </c:ext>
            </c:extLst>
          </c:dPt>
          <c:dPt>
            <c:idx val="3"/>
            <c:bubble3D val="0"/>
            <c:spPr>
              <a:solidFill>
                <a:schemeClr val="accent4"/>
              </a:solidFill>
              <a:ln w="19050">
                <a:noFill/>
              </a:ln>
              <a:effectLst/>
            </c:spPr>
            <c:extLst>
              <c:ext xmlns:c16="http://schemas.microsoft.com/office/drawing/2014/chart" uri="{C3380CC4-5D6E-409C-BE32-E72D297353CC}">
                <c16:uniqueId val="{00000007-27CC-614C-A2D5-84A42FFA8E42}"/>
              </c:ext>
            </c:extLst>
          </c:dPt>
          <c:dPt>
            <c:idx val="4"/>
            <c:bubble3D val="0"/>
            <c:spPr>
              <a:solidFill>
                <a:schemeClr val="accent5"/>
              </a:solidFill>
              <a:ln w="19050">
                <a:noFill/>
              </a:ln>
              <a:effectLst/>
            </c:spPr>
            <c:extLst>
              <c:ext xmlns:c16="http://schemas.microsoft.com/office/drawing/2014/chart" uri="{C3380CC4-5D6E-409C-BE32-E72D297353CC}">
                <c16:uniqueId val="{00000009-27CC-614C-A2D5-84A42FFA8E42}"/>
              </c:ext>
            </c:extLst>
          </c:dPt>
          <c:dPt>
            <c:idx val="5"/>
            <c:bubble3D val="0"/>
            <c:spPr>
              <a:solidFill>
                <a:schemeClr val="tx2"/>
              </a:solidFill>
              <a:ln w="19050">
                <a:noFill/>
              </a:ln>
              <a:effectLst/>
            </c:spPr>
            <c:extLst>
              <c:ext xmlns:c16="http://schemas.microsoft.com/office/drawing/2014/chart" uri="{C3380CC4-5D6E-409C-BE32-E72D297353CC}">
                <c16:uniqueId val="{0000000B-27CC-614C-A2D5-84A42FFA8E42}"/>
              </c:ext>
            </c:extLst>
          </c:dPt>
          <c:cat>
            <c:strRef>
              <c:f>Tabelle1!$A$2:$A$7</c:f>
              <c:strCache>
                <c:ptCount val="6"/>
                <c:pt idx="0">
                  <c:v>1. Quartal</c:v>
                </c:pt>
                <c:pt idx="1">
                  <c:v>2. Quartal</c:v>
                </c:pt>
                <c:pt idx="2">
                  <c:v>3. Quartal</c:v>
                </c:pt>
                <c:pt idx="3">
                  <c:v>4. Quartal</c:v>
                </c:pt>
                <c:pt idx="4">
                  <c:v>5. Quartal</c:v>
                </c:pt>
                <c:pt idx="5">
                  <c:v>6. Quartal</c:v>
                </c:pt>
              </c:strCache>
            </c:strRef>
          </c:cat>
          <c:val>
            <c:numRef>
              <c:f>Tabelle1!$B$2:$B$7</c:f>
              <c:numCache>
                <c:formatCode>General</c:formatCode>
                <c:ptCount val="6"/>
                <c:pt idx="0">
                  <c:v>40</c:v>
                </c:pt>
                <c:pt idx="1">
                  <c:v>8</c:v>
                </c:pt>
                <c:pt idx="2">
                  <c:v>25</c:v>
                </c:pt>
                <c:pt idx="3">
                  <c:v>10</c:v>
                </c:pt>
                <c:pt idx="4">
                  <c:v>15</c:v>
                </c:pt>
                <c:pt idx="5">
                  <c:v>12</c:v>
                </c:pt>
              </c:numCache>
            </c:numRef>
          </c:val>
          <c:extLst>
            <c:ext xmlns:c16="http://schemas.microsoft.com/office/drawing/2014/chart" uri="{C3380CC4-5D6E-409C-BE32-E72D297353CC}">
              <c16:uniqueId val="{0000000C-27CC-614C-A2D5-84A42FFA8E42}"/>
            </c:ext>
          </c:extLst>
        </c:ser>
        <c:dLbls>
          <c:showLegendKey val="0"/>
          <c:showVal val="0"/>
          <c:showCatName val="0"/>
          <c:showSerName val="0"/>
          <c:showPercent val="0"/>
          <c:showBubbleSize val="0"/>
          <c:showLeaderLines val="1"/>
        </c:dLbls>
        <c:firstSliceAng val="0"/>
      </c:pieChart>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Verkauf</c:v>
                </c:pt>
              </c:strCache>
            </c:strRef>
          </c:tx>
          <c:spPr>
            <a:ln>
              <a:noFill/>
            </a:ln>
          </c:spPr>
          <c:dPt>
            <c:idx val="0"/>
            <c:bubble3D val="0"/>
            <c:spPr>
              <a:solidFill>
                <a:schemeClr val="bg1"/>
              </a:solidFill>
              <a:ln w="19050">
                <a:noFill/>
              </a:ln>
              <a:effectLst/>
            </c:spPr>
            <c:extLst>
              <c:ext xmlns:c16="http://schemas.microsoft.com/office/drawing/2014/chart" uri="{C3380CC4-5D6E-409C-BE32-E72D297353CC}">
                <c16:uniqueId val="{00000001-9A9E-C943-8690-33699AAD0723}"/>
              </c:ext>
            </c:extLst>
          </c:dPt>
          <c:dPt>
            <c:idx val="1"/>
            <c:bubble3D val="0"/>
            <c:spPr>
              <a:solidFill>
                <a:schemeClr val="accent2"/>
              </a:solidFill>
              <a:ln w="19050">
                <a:noFill/>
              </a:ln>
              <a:effectLst/>
            </c:spPr>
            <c:extLst>
              <c:ext xmlns:c16="http://schemas.microsoft.com/office/drawing/2014/chart" uri="{C3380CC4-5D6E-409C-BE32-E72D297353CC}">
                <c16:uniqueId val="{00000003-9A9E-C943-8690-33699AAD0723}"/>
              </c:ext>
            </c:extLst>
          </c:dPt>
          <c:dPt>
            <c:idx val="2"/>
            <c:bubble3D val="0"/>
            <c:spPr>
              <a:solidFill>
                <a:schemeClr val="accent3"/>
              </a:solidFill>
              <a:ln w="19050">
                <a:noFill/>
              </a:ln>
              <a:effectLst/>
            </c:spPr>
            <c:extLst>
              <c:ext xmlns:c16="http://schemas.microsoft.com/office/drawing/2014/chart" uri="{C3380CC4-5D6E-409C-BE32-E72D297353CC}">
                <c16:uniqueId val="{00000005-9A9E-C943-8690-33699AAD0723}"/>
              </c:ext>
            </c:extLst>
          </c:dPt>
          <c:dPt>
            <c:idx val="3"/>
            <c:bubble3D val="0"/>
            <c:spPr>
              <a:solidFill>
                <a:schemeClr val="accent4"/>
              </a:solidFill>
              <a:ln w="19050">
                <a:noFill/>
              </a:ln>
              <a:effectLst/>
            </c:spPr>
            <c:extLst>
              <c:ext xmlns:c16="http://schemas.microsoft.com/office/drawing/2014/chart" uri="{C3380CC4-5D6E-409C-BE32-E72D297353CC}">
                <c16:uniqueId val="{00000007-9A9E-C943-8690-33699AAD0723}"/>
              </c:ext>
            </c:extLst>
          </c:dPt>
          <c:dPt>
            <c:idx val="4"/>
            <c:bubble3D val="0"/>
            <c:spPr>
              <a:solidFill>
                <a:schemeClr val="accent5"/>
              </a:solidFill>
              <a:ln w="19050">
                <a:noFill/>
              </a:ln>
              <a:effectLst/>
            </c:spPr>
            <c:extLst>
              <c:ext xmlns:c16="http://schemas.microsoft.com/office/drawing/2014/chart" uri="{C3380CC4-5D6E-409C-BE32-E72D297353CC}">
                <c16:uniqueId val="{00000009-9A9E-C943-8690-33699AAD0723}"/>
              </c:ext>
            </c:extLst>
          </c:dPt>
          <c:dPt>
            <c:idx val="5"/>
            <c:bubble3D val="0"/>
            <c:spPr>
              <a:solidFill>
                <a:schemeClr val="tx2"/>
              </a:solidFill>
              <a:ln w="19050">
                <a:noFill/>
              </a:ln>
              <a:effectLst/>
            </c:spPr>
            <c:extLst>
              <c:ext xmlns:c16="http://schemas.microsoft.com/office/drawing/2014/chart" uri="{C3380CC4-5D6E-409C-BE32-E72D297353CC}">
                <c16:uniqueId val="{0000000B-9A9E-C943-8690-33699AAD0723}"/>
              </c:ext>
            </c:extLst>
          </c:dPt>
          <c:cat>
            <c:strRef>
              <c:f>Tabelle1!$A$2:$A$7</c:f>
              <c:strCache>
                <c:ptCount val="6"/>
                <c:pt idx="0">
                  <c:v>1. Quartal</c:v>
                </c:pt>
                <c:pt idx="1">
                  <c:v>2. Quartal</c:v>
                </c:pt>
                <c:pt idx="2">
                  <c:v>3. Quartal</c:v>
                </c:pt>
                <c:pt idx="3">
                  <c:v>4. Quartal</c:v>
                </c:pt>
                <c:pt idx="4">
                  <c:v>5. Quartal</c:v>
                </c:pt>
                <c:pt idx="5">
                  <c:v>6. Quartal</c:v>
                </c:pt>
              </c:strCache>
            </c:strRef>
          </c:cat>
          <c:val>
            <c:numRef>
              <c:f>Tabelle1!$B$2:$B$7</c:f>
              <c:numCache>
                <c:formatCode>General</c:formatCode>
                <c:ptCount val="6"/>
                <c:pt idx="0">
                  <c:v>12</c:v>
                </c:pt>
                <c:pt idx="1">
                  <c:v>8</c:v>
                </c:pt>
                <c:pt idx="2">
                  <c:v>7</c:v>
                </c:pt>
                <c:pt idx="3">
                  <c:v>10</c:v>
                </c:pt>
                <c:pt idx="4">
                  <c:v>3</c:v>
                </c:pt>
                <c:pt idx="5">
                  <c:v>2</c:v>
                </c:pt>
              </c:numCache>
            </c:numRef>
          </c:val>
          <c:extLst>
            <c:ext xmlns:c16="http://schemas.microsoft.com/office/drawing/2014/chart" uri="{C3380CC4-5D6E-409C-BE32-E72D297353CC}">
              <c16:uniqueId val="{0000000C-9A9E-C943-8690-33699AAD0723}"/>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Verkauf</c:v>
                </c:pt>
              </c:strCache>
            </c:strRef>
          </c:tx>
          <c:spPr>
            <a:ln>
              <a:noFill/>
            </a:ln>
          </c:spPr>
          <c:dPt>
            <c:idx val="0"/>
            <c:bubble3D val="0"/>
            <c:spPr>
              <a:solidFill>
                <a:schemeClr val="bg1"/>
              </a:solidFill>
              <a:ln w="19050">
                <a:noFill/>
              </a:ln>
              <a:effectLst/>
            </c:spPr>
            <c:extLst>
              <c:ext xmlns:c16="http://schemas.microsoft.com/office/drawing/2014/chart" uri="{C3380CC4-5D6E-409C-BE32-E72D297353CC}">
                <c16:uniqueId val="{00000001-0FE3-7048-969C-55845A331A56}"/>
              </c:ext>
            </c:extLst>
          </c:dPt>
          <c:dPt>
            <c:idx val="1"/>
            <c:bubble3D val="0"/>
            <c:spPr>
              <a:solidFill>
                <a:schemeClr val="accent2"/>
              </a:solidFill>
              <a:ln w="19050">
                <a:noFill/>
              </a:ln>
              <a:effectLst/>
            </c:spPr>
            <c:extLst>
              <c:ext xmlns:c16="http://schemas.microsoft.com/office/drawing/2014/chart" uri="{C3380CC4-5D6E-409C-BE32-E72D297353CC}">
                <c16:uniqueId val="{00000003-0FE3-7048-969C-55845A331A56}"/>
              </c:ext>
            </c:extLst>
          </c:dPt>
          <c:cat>
            <c:strRef>
              <c:f>Tabelle1!$A$2:$A$3</c:f>
              <c:strCache>
                <c:ptCount val="2"/>
                <c:pt idx="0">
                  <c:v>1. Quartal</c:v>
                </c:pt>
                <c:pt idx="1">
                  <c:v>2. Quartal</c:v>
                </c:pt>
              </c:strCache>
            </c:strRef>
          </c:cat>
          <c:val>
            <c:numRef>
              <c:f>Tabelle1!$B$2:$B$3</c:f>
              <c:numCache>
                <c:formatCode>General</c:formatCode>
                <c:ptCount val="2"/>
                <c:pt idx="0">
                  <c:v>30</c:v>
                </c:pt>
                <c:pt idx="1">
                  <c:v>70</c:v>
                </c:pt>
              </c:numCache>
            </c:numRef>
          </c:val>
          <c:extLst>
            <c:ext xmlns:c16="http://schemas.microsoft.com/office/drawing/2014/chart" uri="{C3380CC4-5D6E-409C-BE32-E72D297353CC}">
              <c16:uniqueId val="{00000004-0FE3-7048-969C-55845A331A56}"/>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Verkauf</c:v>
                </c:pt>
              </c:strCache>
            </c:strRef>
          </c:tx>
          <c:spPr>
            <a:ln>
              <a:noFill/>
            </a:ln>
          </c:spPr>
          <c:dPt>
            <c:idx val="0"/>
            <c:bubble3D val="0"/>
            <c:spPr>
              <a:solidFill>
                <a:schemeClr val="bg1"/>
              </a:solidFill>
              <a:ln w="19050">
                <a:noFill/>
              </a:ln>
              <a:effectLst/>
            </c:spPr>
            <c:extLst>
              <c:ext xmlns:c16="http://schemas.microsoft.com/office/drawing/2014/chart" uri="{C3380CC4-5D6E-409C-BE32-E72D297353CC}">
                <c16:uniqueId val="{00000001-0A97-FF48-BFDC-06474A6D92F2}"/>
              </c:ext>
            </c:extLst>
          </c:dPt>
          <c:dPt>
            <c:idx val="1"/>
            <c:bubble3D val="0"/>
            <c:spPr>
              <a:solidFill>
                <a:schemeClr val="accent2"/>
              </a:solidFill>
              <a:ln w="19050">
                <a:noFill/>
              </a:ln>
              <a:effectLst/>
            </c:spPr>
            <c:extLst>
              <c:ext xmlns:c16="http://schemas.microsoft.com/office/drawing/2014/chart" uri="{C3380CC4-5D6E-409C-BE32-E72D297353CC}">
                <c16:uniqueId val="{00000003-0A97-FF48-BFDC-06474A6D92F2}"/>
              </c:ext>
            </c:extLst>
          </c:dPt>
          <c:dPt>
            <c:idx val="2"/>
            <c:bubble3D val="0"/>
            <c:spPr>
              <a:solidFill>
                <a:schemeClr val="accent3"/>
              </a:solidFill>
              <a:ln w="19050">
                <a:noFill/>
              </a:ln>
              <a:effectLst/>
            </c:spPr>
            <c:extLst>
              <c:ext xmlns:c16="http://schemas.microsoft.com/office/drawing/2014/chart" uri="{C3380CC4-5D6E-409C-BE32-E72D297353CC}">
                <c16:uniqueId val="{00000005-0A97-FF48-BFDC-06474A6D92F2}"/>
              </c:ext>
            </c:extLst>
          </c:dPt>
          <c:cat>
            <c:strRef>
              <c:f>Tabelle1!$A$2:$A$4</c:f>
              <c:strCache>
                <c:ptCount val="3"/>
                <c:pt idx="0">
                  <c:v>1. Quartal</c:v>
                </c:pt>
                <c:pt idx="1">
                  <c:v>2. Quartal</c:v>
                </c:pt>
                <c:pt idx="2">
                  <c:v>3. Quartal</c:v>
                </c:pt>
              </c:strCache>
            </c:strRef>
          </c:cat>
          <c:val>
            <c:numRef>
              <c:f>Tabelle1!$B$2:$B$4</c:f>
              <c:numCache>
                <c:formatCode>General</c:formatCode>
                <c:ptCount val="3"/>
                <c:pt idx="0">
                  <c:v>10</c:v>
                </c:pt>
                <c:pt idx="1">
                  <c:v>0</c:v>
                </c:pt>
                <c:pt idx="2">
                  <c:v>90</c:v>
                </c:pt>
              </c:numCache>
            </c:numRef>
          </c:val>
          <c:extLst>
            <c:ext xmlns:c16="http://schemas.microsoft.com/office/drawing/2014/chart" uri="{C3380CC4-5D6E-409C-BE32-E72D297353CC}">
              <c16:uniqueId val="{00000006-0A97-FF48-BFDC-06474A6D92F2}"/>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260272900670024"/>
          <c:y val="5.4836180435072733E-2"/>
          <c:w val="0.49603677801144425"/>
          <c:h val="0.84599492860002667"/>
        </c:manualLayout>
      </c:layout>
      <c:pieChart>
        <c:varyColors val="1"/>
        <c:ser>
          <c:idx val="0"/>
          <c:order val="0"/>
          <c:tx>
            <c:strRef>
              <c:f>Tabelle1!$B$1</c:f>
              <c:strCache>
                <c:ptCount val="1"/>
                <c:pt idx="0">
                  <c:v>Verkauf</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F245-0044-B284-5FA84E4EC8B0}"/>
              </c:ext>
            </c:extLst>
          </c:dPt>
          <c:dPt>
            <c:idx val="1"/>
            <c:bubble3D val="0"/>
            <c:spPr>
              <a:solidFill>
                <a:schemeClr val="accent2"/>
              </a:solidFill>
              <a:ln w="19050">
                <a:noFill/>
              </a:ln>
              <a:effectLst/>
            </c:spPr>
            <c:extLst>
              <c:ext xmlns:c16="http://schemas.microsoft.com/office/drawing/2014/chart" uri="{C3380CC4-5D6E-409C-BE32-E72D297353CC}">
                <c16:uniqueId val="{00000003-D60B-284E-B8E5-FFB20F2B01F5}"/>
              </c:ext>
            </c:extLst>
          </c:dPt>
          <c:dPt>
            <c:idx val="2"/>
            <c:bubble3D val="0"/>
            <c:spPr>
              <a:solidFill>
                <a:schemeClr val="accent3"/>
              </a:solidFill>
              <a:ln w="19050">
                <a:noFill/>
              </a:ln>
              <a:effectLst/>
            </c:spPr>
            <c:extLst>
              <c:ext xmlns:c16="http://schemas.microsoft.com/office/drawing/2014/chart" uri="{C3380CC4-5D6E-409C-BE32-E72D297353CC}">
                <c16:uniqueId val="{00000005-D60B-284E-B8E5-FFB20F2B01F5}"/>
              </c:ext>
            </c:extLst>
          </c:dPt>
          <c:dPt>
            <c:idx val="3"/>
            <c:bubble3D val="0"/>
            <c:spPr>
              <a:solidFill>
                <a:schemeClr val="accent4"/>
              </a:solidFill>
              <a:ln w="19050">
                <a:noFill/>
              </a:ln>
              <a:effectLst/>
            </c:spPr>
            <c:extLst>
              <c:ext xmlns:c16="http://schemas.microsoft.com/office/drawing/2014/chart" uri="{C3380CC4-5D6E-409C-BE32-E72D297353CC}">
                <c16:uniqueId val="{00000002-F245-0044-B284-5FA84E4EC8B0}"/>
              </c:ext>
            </c:extLst>
          </c:dPt>
          <c:dPt>
            <c:idx val="4"/>
            <c:bubble3D val="0"/>
            <c:spPr>
              <a:solidFill>
                <a:schemeClr val="accent5"/>
              </a:solidFill>
              <a:ln w="19050">
                <a:noFill/>
              </a:ln>
              <a:effectLst/>
            </c:spPr>
            <c:extLst>
              <c:ext xmlns:c16="http://schemas.microsoft.com/office/drawing/2014/chart" uri="{C3380CC4-5D6E-409C-BE32-E72D297353CC}">
                <c16:uniqueId val="{00000009-D60B-284E-B8E5-FFB20F2B01F5}"/>
              </c:ext>
            </c:extLst>
          </c:dPt>
          <c:dPt>
            <c:idx val="5"/>
            <c:bubble3D val="0"/>
            <c:spPr>
              <a:solidFill>
                <a:schemeClr val="accent6"/>
              </a:solidFill>
              <a:ln w="19050">
                <a:noFill/>
              </a:ln>
              <a:effectLst/>
            </c:spPr>
            <c:extLst>
              <c:ext xmlns:c16="http://schemas.microsoft.com/office/drawing/2014/chart" uri="{C3380CC4-5D6E-409C-BE32-E72D297353CC}">
                <c16:uniqueId val="{0000000B-D60B-284E-B8E5-FFB20F2B01F5}"/>
              </c:ext>
            </c:extLst>
          </c:dPt>
          <c:dLbls>
            <c:dLbl>
              <c:idx val="3"/>
              <c:layout>
                <c:manualLayout>
                  <c:x val="7.4534161490682777E-3"/>
                  <c:y val="-1.2711864406779662E-2"/>
                </c:manualLayout>
              </c:layout>
              <c:tx>
                <c:rich>
                  <a:bodyPr rot="0" spcFirstLastPara="1" vertOverflow="ellipsis" vert="horz" wrap="square" lIns="38100" tIns="19050" rIns="38100" bIns="19050" anchor="ctr" anchorCtr="1">
                    <a:spAutoFit/>
                  </a:bodyPr>
                  <a:lstStyle/>
                  <a:p>
                    <a:pPr>
                      <a:defRPr sz="1800" b="0" i="0" u="none" strike="noStrike" kern="1200" baseline="0">
                        <a:solidFill>
                          <a:schemeClr val="accent4"/>
                        </a:solidFill>
                        <a:latin typeface="+mj-lt"/>
                        <a:ea typeface="+mn-ea"/>
                        <a:cs typeface="+mn-cs"/>
                      </a:defRPr>
                    </a:pPr>
                    <a:fld id="{91076A55-9F0B-DE4B-AD99-9920DD56B58D}" type="PERCENTAGE">
                      <a:rPr lang="en-US" sz="1800" b="0" i="0" u="none" strike="noStrike" kern="1200" baseline="0">
                        <a:solidFill>
                          <a:srgbClr val="002641"/>
                        </a:solidFill>
                        <a:latin typeface="+mj-lt"/>
                        <a:ea typeface="+mn-ea"/>
                        <a:cs typeface="+mn-cs"/>
                      </a:rPr>
                      <a:pPr>
                        <a:defRPr sz="1800">
                          <a:solidFill>
                            <a:schemeClr val="accent4"/>
                          </a:solidFill>
                          <a:latin typeface="+mj-lt"/>
                        </a:defRPr>
                      </a:pPr>
                      <a:t>[PROZENTSATZ]</a:t>
                    </a:fld>
                    <a:endParaRPr lang="de-DE"/>
                  </a:p>
                </c:rich>
              </c:tx>
              <c:spPr>
                <a:noFill/>
                <a:ln>
                  <a:noFill/>
                </a:ln>
                <a:effectLst/>
              </c:spPr>
              <c:txPr>
                <a:bodyPr rot="0" spcFirstLastPara="1" vertOverflow="ellipsis" vert="horz" wrap="square" lIns="38100" tIns="19050" rIns="38100" bIns="19050" anchor="ctr" anchorCtr="1">
                  <a:spAutoFit/>
                </a:bodyPr>
                <a:lstStyle/>
                <a:p>
                  <a:pPr>
                    <a:defRPr sz="1800" b="0" i="0" u="none" strike="noStrike" kern="1200" baseline="0">
                      <a:solidFill>
                        <a:schemeClr val="accent4"/>
                      </a:solidFill>
                      <a:latin typeface="+mj-lt"/>
                      <a:ea typeface="+mn-ea"/>
                      <a:cs typeface="+mn-cs"/>
                    </a:defRPr>
                  </a:pPr>
                  <a:endParaRPr lang="de-DE"/>
                </a:p>
              </c:txPr>
              <c:dLblPos val="bestFit"/>
              <c:showLegendKey val="0"/>
              <c:showVal val="0"/>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F245-0044-B284-5FA84E4EC8B0}"/>
                </c:ext>
              </c:extLst>
            </c:dLbl>
            <c:spPr>
              <a:noFill/>
              <a:ln>
                <a:noFill/>
              </a:ln>
              <a:effectLst/>
            </c:spPr>
            <c:txPr>
              <a:bodyPr rot="0" spcFirstLastPara="1" vertOverflow="ellipsis" vert="horz" wrap="square" lIns="38100" tIns="19050" rIns="38100" bIns="19050" anchor="ctr" anchorCtr="1">
                <a:spAutoFit/>
              </a:bodyPr>
              <a:lstStyle/>
              <a:p>
                <a:pPr>
                  <a:defRPr sz="1800" b="0" i="0" u="none" strike="noStrike" kern="1200" baseline="0">
                    <a:solidFill>
                      <a:schemeClr val="tx1"/>
                    </a:solidFill>
                    <a:latin typeface="+mj-lt"/>
                    <a:ea typeface="+mn-ea"/>
                    <a:cs typeface="+mn-cs"/>
                  </a:defRPr>
                </a:pPr>
                <a:endParaRPr lang="de-DE"/>
              </a:p>
            </c:txPr>
            <c:dLblPos val="outEnd"/>
            <c:showLegendKey val="0"/>
            <c:showVal val="0"/>
            <c:showCatName val="0"/>
            <c:showSerName val="0"/>
            <c:showPercent val="1"/>
            <c:showBubbleSize val="0"/>
            <c:showLeaderLines val="0"/>
            <c:extLst>
              <c:ext xmlns:c15="http://schemas.microsoft.com/office/drawing/2012/chart" uri="{CE6537A1-D6FC-4f65-9D91-7224C49458BB}"/>
            </c:extLst>
          </c:dLbls>
          <c:cat>
            <c:strRef>
              <c:f>Tabelle1!$A$2:$A$7</c:f>
              <c:strCache>
                <c:ptCount val="6"/>
                <c:pt idx="0">
                  <c:v>1. Quartal</c:v>
                </c:pt>
                <c:pt idx="1">
                  <c:v>2. Quartal</c:v>
                </c:pt>
                <c:pt idx="2">
                  <c:v>3. Quartal</c:v>
                </c:pt>
                <c:pt idx="3">
                  <c:v>4. Quartal</c:v>
                </c:pt>
                <c:pt idx="4">
                  <c:v>5. Quartal</c:v>
                </c:pt>
                <c:pt idx="5">
                  <c:v>6. Quartal</c:v>
                </c:pt>
              </c:strCache>
            </c:strRef>
          </c:cat>
          <c:val>
            <c:numRef>
              <c:f>Tabelle1!$B$2:$B$7</c:f>
              <c:numCache>
                <c:formatCode>General</c:formatCode>
                <c:ptCount val="6"/>
                <c:pt idx="0">
                  <c:v>8.1999999999999993</c:v>
                </c:pt>
                <c:pt idx="1">
                  <c:v>3.2</c:v>
                </c:pt>
                <c:pt idx="2">
                  <c:v>1.4</c:v>
                </c:pt>
                <c:pt idx="3">
                  <c:v>1.2</c:v>
                </c:pt>
                <c:pt idx="4">
                  <c:v>4</c:v>
                </c:pt>
                <c:pt idx="5">
                  <c:v>5</c:v>
                </c:pt>
              </c:numCache>
            </c:numRef>
          </c:val>
          <c:extLst>
            <c:ext xmlns:c16="http://schemas.microsoft.com/office/drawing/2014/chart" uri="{C3380CC4-5D6E-409C-BE32-E72D297353CC}">
              <c16:uniqueId val="{00000000-F245-0044-B284-5FA84E4EC8B0}"/>
            </c:ext>
          </c:extLst>
        </c:ser>
        <c:dLbls>
          <c:dLblPos val="inEnd"/>
          <c:showLegendKey val="0"/>
          <c:showVal val="0"/>
          <c:showCatName val="1"/>
          <c:showSerName val="0"/>
          <c:showPercent val="0"/>
          <c:showBubbleSize val="0"/>
          <c:showLeaderLines val="0"/>
        </c:dLbls>
        <c:firstSliceAng val="0"/>
      </c:pieChart>
      <c:spPr>
        <a:noFill/>
        <a:ln w="25400">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260272900670024"/>
          <c:y val="5.4836180435072733E-2"/>
          <c:w val="0.49603677801144425"/>
          <c:h val="0.84599492860002667"/>
        </c:manualLayout>
      </c:layout>
      <c:pieChart>
        <c:varyColors val="1"/>
        <c:ser>
          <c:idx val="0"/>
          <c:order val="0"/>
          <c:tx>
            <c:strRef>
              <c:f>Tabelle1!$B$1</c:f>
              <c:strCache>
                <c:ptCount val="1"/>
                <c:pt idx="0">
                  <c:v>Verkauf</c:v>
                </c:pt>
              </c:strCache>
            </c:strRef>
          </c:tx>
          <c:spPr>
            <a:ln>
              <a:noFill/>
            </a:ln>
          </c:spPr>
          <c:dPt>
            <c:idx val="0"/>
            <c:bubble3D val="0"/>
            <c:spPr>
              <a:solidFill>
                <a:schemeClr val="bg1"/>
              </a:solidFill>
              <a:ln w="19050">
                <a:noFill/>
              </a:ln>
              <a:effectLst/>
            </c:spPr>
            <c:extLst>
              <c:ext xmlns:c16="http://schemas.microsoft.com/office/drawing/2014/chart" uri="{C3380CC4-5D6E-409C-BE32-E72D297353CC}">
                <c16:uniqueId val="{00000001-4495-2E4B-B1F6-CF8C0FEBB7BC}"/>
              </c:ext>
            </c:extLst>
          </c:dPt>
          <c:dPt>
            <c:idx val="1"/>
            <c:bubble3D val="0"/>
            <c:spPr>
              <a:solidFill>
                <a:schemeClr val="accent2"/>
              </a:solidFill>
              <a:ln w="19050">
                <a:noFill/>
              </a:ln>
              <a:effectLst/>
            </c:spPr>
            <c:extLst>
              <c:ext xmlns:c16="http://schemas.microsoft.com/office/drawing/2014/chart" uri="{C3380CC4-5D6E-409C-BE32-E72D297353CC}">
                <c16:uniqueId val="{00000003-4495-2E4B-B1F6-CF8C0FEBB7BC}"/>
              </c:ext>
            </c:extLst>
          </c:dPt>
          <c:dPt>
            <c:idx val="2"/>
            <c:bubble3D val="0"/>
            <c:spPr>
              <a:solidFill>
                <a:schemeClr val="accent3"/>
              </a:solidFill>
              <a:ln w="19050">
                <a:noFill/>
              </a:ln>
              <a:effectLst/>
            </c:spPr>
            <c:extLst>
              <c:ext xmlns:c16="http://schemas.microsoft.com/office/drawing/2014/chart" uri="{C3380CC4-5D6E-409C-BE32-E72D297353CC}">
                <c16:uniqueId val="{00000005-4495-2E4B-B1F6-CF8C0FEBB7BC}"/>
              </c:ext>
            </c:extLst>
          </c:dPt>
          <c:dPt>
            <c:idx val="3"/>
            <c:bubble3D val="0"/>
            <c:spPr>
              <a:solidFill>
                <a:schemeClr val="accent4"/>
              </a:solidFill>
              <a:ln w="19050">
                <a:noFill/>
              </a:ln>
              <a:effectLst/>
            </c:spPr>
            <c:extLst>
              <c:ext xmlns:c16="http://schemas.microsoft.com/office/drawing/2014/chart" uri="{C3380CC4-5D6E-409C-BE32-E72D297353CC}">
                <c16:uniqueId val="{00000007-4495-2E4B-B1F6-CF8C0FEBB7BC}"/>
              </c:ext>
            </c:extLst>
          </c:dPt>
          <c:dPt>
            <c:idx val="4"/>
            <c:bubble3D val="0"/>
            <c:spPr>
              <a:solidFill>
                <a:schemeClr val="accent5"/>
              </a:solidFill>
              <a:ln w="19050">
                <a:noFill/>
              </a:ln>
              <a:effectLst/>
            </c:spPr>
            <c:extLst>
              <c:ext xmlns:c16="http://schemas.microsoft.com/office/drawing/2014/chart" uri="{C3380CC4-5D6E-409C-BE32-E72D297353CC}">
                <c16:uniqueId val="{00000009-4495-2E4B-B1F6-CF8C0FEBB7BC}"/>
              </c:ext>
            </c:extLst>
          </c:dPt>
          <c:dPt>
            <c:idx val="5"/>
            <c:bubble3D val="0"/>
            <c:spPr>
              <a:solidFill>
                <a:schemeClr val="accent6"/>
              </a:solidFill>
              <a:ln w="19050">
                <a:noFill/>
              </a:ln>
              <a:effectLst/>
            </c:spPr>
            <c:extLst>
              <c:ext xmlns:c16="http://schemas.microsoft.com/office/drawing/2014/chart" uri="{C3380CC4-5D6E-409C-BE32-E72D297353CC}">
                <c16:uniqueId val="{0000000B-4495-2E4B-B1F6-CF8C0FEBB7BC}"/>
              </c:ext>
            </c:extLst>
          </c:dPt>
          <c:dLbls>
            <c:dLbl>
              <c:idx val="3"/>
              <c:layout>
                <c:manualLayout>
                  <c:x val="7.4534161490682777E-3"/>
                  <c:y val="-1.2711864406779662E-2"/>
                </c:manualLayout>
              </c:layout>
              <c:tx>
                <c:rich>
                  <a:bodyPr/>
                  <a:lstStyle/>
                  <a:p>
                    <a:fld id="{91076A55-9F0B-DE4B-AD99-9920DD56B58D}" type="PERCENTAGE">
                      <a:rPr lang="en-US"/>
                      <a:pPr/>
                      <a:t>[PROZENTSATZ]</a:t>
                    </a:fld>
                    <a:endParaRPr lang="de-DE"/>
                  </a:p>
                </c:rich>
              </c:tx>
              <c:dLblPos val="bestFit"/>
              <c:showLegendKey val="0"/>
              <c:showVal val="0"/>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7-4495-2E4B-B1F6-CF8C0FEBB7BC}"/>
                </c:ext>
              </c:extLst>
            </c:dLbl>
            <c:spPr>
              <a:noFill/>
              <a:ln>
                <a:noFill/>
              </a:ln>
              <a:effectLst/>
            </c:spPr>
            <c:txPr>
              <a:bodyPr rot="0" spcFirstLastPara="1" vertOverflow="ellipsis" vert="horz" wrap="square" anchor="ctr" anchorCtr="1"/>
              <a:lstStyle/>
              <a:p>
                <a:pPr>
                  <a:defRPr sz="1800" b="0" i="0" u="none" strike="noStrike" kern="1200" baseline="0">
                    <a:solidFill>
                      <a:schemeClr val="bg1"/>
                    </a:solidFill>
                    <a:latin typeface="+mn-lt"/>
                    <a:ea typeface="+mn-ea"/>
                    <a:cs typeface="+mn-cs"/>
                  </a:defRPr>
                </a:pPr>
                <a:endParaRPr lang="de-DE"/>
              </a:p>
            </c:txPr>
            <c:dLblPos val="outEnd"/>
            <c:showLegendKey val="0"/>
            <c:showVal val="0"/>
            <c:showCatName val="0"/>
            <c:showSerName val="0"/>
            <c:showPercent val="1"/>
            <c:showBubbleSize val="0"/>
            <c:showLeaderLines val="0"/>
            <c:extLst>
              <c:ext xmlns:c15="http://schemas.microsoft.com/office/drawing/2012/chart" uri="{CE6537A1-D6FC-4f65-9D91-7224C49458BB}"/>
            </c:extLst>
          </c:dLbls>
          <c:cat>
            <c:strRef>
              <c:f>Tabelle1!$A$2:$A$7</c:f>
              <c:strCache>
                <c:ptCount val="6"/>
                <c:pt idx="0">
                  <c:v>1. Quartal</c:v>
                </c:pt>
                <c:pt idx="1">
                  <c:v>2. Quartal</c:v>
                </c:pt>
                <c:pt idx="2">
                  <c:v>3. Quartal</c:v>
                </c:pt>
                <c:pt idx="3">
                  <c:v>4. Quartal</c:v>
                </c:pt>
                <c:pt idx="4">
                  <c:v>5. Quartal</c:v>
                </c:pt>
                <c:pt idx="5">
                  <c:v>6. Quartal</c:v>
                </c:pt>
              </c:strCache>
            </c:strRef>
          </c:cat>
          <c:val>
            <c:numRef>
              <c:f>Tabelle1!$B$2:$B$7</c:f>
              <c:numCache>
                <c:formatCode>General</c:formatCode>
                <c:ptCount val="6"/>
                <c:pt idx="0">
                  <c:v>8.1999999999999993</c:v>
                </c:pt>
                <c:pt idx="1">
                  <c:v>3.2</c:v>
                </c:pt>
                <c:pt idx="2">
                  <c:v>1.4</c:v>
                </c:pt>
                <c:pt idx="3">
                  <c:v>1.2</c:v>
                </c:pt>
                <c:pt idx="4">
                  <c:v>4</c:v>
                </c:pt>
                <c:pt idx="5">
                  <c:v>5</c:v>
                </c:pt>
              </c:numCache>
            </c:numRef>
          </c:val>
          <c:extLst>
            <c:ext xmlns:c16="http://schemas.microsoft.com/office/drawing/2014/chart" uri="{C3380CC4-5D6E-409C-BE32-E72D297353CC}">
              <c16:uniqueId val="{0000000C-4495-2E4B-B1F6-CF8C0FEBB7BC}"/>
            </c:ext>
          </c:extLst>
        </c:ser>
        <c:dLbls>
          <c:dLblPos val="inEnd"/>
          <c:showLegendKey val="0"/>
          <c:showVal val="0"/>
          <c:showCatName val="1"/>
          <c:showSerName val="0"/>
          <c:showPercent val="0"/>
          <c:showBubbleSize val="0"/>
          <c:showLeaderLines val="0"/>
        </c:dLbls>
        <c:firstSliceAng val="0"/>
      </c:pieChart>
      <c:spPr>
        <a:noFill/>
        <a:ln w="25400">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1"/>
          </a:solidFill>
        </a:defRPr>
      </a:pPr>
      <a:endParaRPr lang="de-DE"/>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2500333017583329"/>
          <c:y val="0.31226423552179655"/>
          <c:w val="0.60660560262847574"/>
          <c:h val="0.63104130534919889"/>
        </c:manualLayout>
      </c:layout>
      <c:pieChart>
        <c:varyColors val="1"/>
        <c:ser>
          <c:idx val="0"/>
          <c:order val="0"/>
          <c:tx>
            <c:strRef>
              <c:f>Tabelle1!$B$1</c:f>
              <c:strCache>
                <c:ptCount val="1"/>
                <c:pt idx="0">
                  <c:v>Verkauf</c:v>
                </c:pt>
              </c:strCache>
            </c:strRef>
          </c:tx>
          <c:spPr>
            <a:ln>
              <a:noFill/>
            </a:ln>
          </c:spPr>
          <c:dPt>
            <c:idx val="0"/>
            <c:bubble3D val="0"/>
            <c:spPr>
              <a:solidFill>
                <a:schemeClr val="bg1"/>
              </a:solidFill>
              <a:ln w="19050">
                <a:noFill/>
              </a:ln>
              <a:effectLst/>
            </c:spPr>
            <c:extLst>
              <c:ext xmlns:c16="http://schemas.microsoft.com/office/drawing/2014/chart" uri="{C3380CC4-5D6E-409C-BE32-E72D297353CC}">
                <c16:uniqueId val="{00000001-CC5B-CB4C-AD10-71448BD6A011}"/>
              </c:ext>
            </c:extLst>
          </c:dPt>
          <c:dPt>
            <c:idx val="1"/>
            <c:bubble3D val="0"/>
            <c:spPr>
              <a:solidFill>
                <a:schemeClr val="accent2"/>
              </a:solidFill>
              <a:ln w="19050">
                <a:noFill/>
              </a:ln>
              <a:effectLst/>
            </c:spPr>
            <c:extLst>
              <c:ext xmlns:c16="http://schemas.microsoft.com/office/drawing/2014/chart" uri="{C3380CC4-5D6E-409C-BE32-E72D297353CC}">
                <c16:uniqueId val="{00000003-CC5B-CB4C-AD10-71448BD6A011}"/>
              </c:ext>
            </c:extLst>
          </c:dPt>
          <c:dPt>
            <c:idx val="2"/>
            <c:bubble3D val="0"/>
            <c:spPr>
              <a:solidFill>
                <a:schemeClr val="accent3"/>
              </a:solidFill>
              <a:ln w="19050">
                <a:noFill/>
              </a:ln>
              <a:effectLst/>
            </c:spPr>
            <c:extLst>
              <c:ext xmlns:c16="http://schemas.microsoft.com/office/drawing/2014/chart" uri="{C3380CC4-5D6E-409C-BE32-E72D297353CC}">
                <c16:uniqueId val="{00000005-CC5B-CB4C-AD10-71448BD6A011}"/>
              </c:ext>
            </c:extLst>
          </c:dPt>
          <c:dPt>
            <c:idx val="3"/>
            <c:bubble3D val="0"/>
            <c:spPr>
              <a:solidFill>
                <a:schemeClr val="accent4"/>
              </a:solidFill>
              <a:ln w="19050">
                <a:noFill/>
              </a:ln>
              <a:effectLst/>
            </c:spPr>
            <c:extLst>
              <c:ext xmlns:c16="http://schemas.microsoft.com/office/drawing/2014/chart" uri="{C3380CC4-5D6E-409C-BE32-E72D297353CC}">
                <c16:uniqueId val="{00000007-CC5B-CB4C-AD10-71448BD6A011}"/>
              </c:ext>
            </c:extLst>
          </c:dPt>
          <c:dPt>
            <c:idx val="4"/>
            <c:bubble3D val="0"/>
            <c:spPr>
              <a:solidFill>
                <a:schemeClr val="accent5"/>
              </a:solidFill>
              <a:ln w="19050">
                <a:noFill/>
              </a:ln>
              <a:effectLst/>
            </c:spPr>
            <c:extLst>
              <c:ext xmlns:c16="http://schemas.microsoft.com/office/drawing/2014/chart" uri="{C3380CC4-5D6E-409C-BE32-E72D297353CC}">
                <c16:uniqueId val="{00000009-CC5B-CB4C-AD10-71448BD6A011}"/>
              </c:ext>
            </c:extLst>
          </c:dPt>
          <c:dPt>
            <c:idx val="5"/>
            <c:bubble3D val="0"/>
            <c:spPr>
              <a:solidFill>
                <a:srgbClr val="0060A6"/>
              </a:solidFill>
              <a:ln w="19050">
                <a:noFill/>
              </a:ln>
              <a:effectLst/>
            </c:spPr>
            <c:extLst>
              <c:ext xmlns:c16="http://schemas.microsoft.com/office/drawing/2014/chart" uri="{C3380CC4-5D6E-409C-BE32-E72D297353CC}">
                <c16:uniqueId val="{0000000B-CC5B-CB4C-AD10-71448BD6A011}"/>
              </c:ext>
            </c:extLst>
          </c:dPt>
          <c:dLbls>
            <c:dLbl>
              <c:idx val="5"/>
              <c:spPr>
                <a:no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chemeClr val="bg1"/>
                      </a:solidFill>
                      <a:latin typeface="+mj-lt"/>
                      <a:ea typeface="+mn-ea"/>
                      <a:cs typeface="+mn-cs"/>
                    </a:defRPr>
                  </a:pPr>
                  <a:endParaRPr lang="de-DE"/>
                </a:p>
              </c:txPr>
              <c:showLegendKey val="0"/>
              <c:showVal val="0"/>
              <c:showCatName val="0"/>
              <c:showSerName val="0"/>
              <c:showPercent val="1"/>
              <c:showBubbleSize val="0"/>
              <c:extLst>
                <c:ext xmlns:c16="http://schemas.microsoft.com/office/drawing/2014/chart" uri="{C3380CC4-5D6E-409C-BE32-E72D297353CC}">
                  <c16:uniqueId val="{0000000B-CC5B-CB4C-AD10-71448BD6A011}"/>
                </c:ext>
              </c:extLst>
            </c:dLbl>
            <c:spPr>
              <a:no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chemeClr val="tx2"/>
                    </a:solidFill>
                    <a:latin typeface="+mj-lt"/>
                    <a:ea typeface="+mn-ea"/>
                    <a:cs typeface="+mn-cs"/>
                  </a:defRPr>
                </a:pPr>
                <a:endParaRPr lang="de-DE"/>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Tabelle1!$A$2:$A$7</c:f>
              <c:strCache>
                <c:ptCount val="6"/>
                <c:pt idx="0">
                  <c:v>1. Quartal</c:v>
                </c:pt>
                <c:pt idx="1">
                  <c:v>2. Quartal</c:v>
                </c:pt>
                <c:pt idx="2">
                  <c:v>3. Quartal</c:v>
                </c:pt>
                <c:pt idx="3">
                  <c:v>4. Quartal</c:v>
                </c:pt>
                <c:pt idx="4">
                  <c:v>5. Quartal</c:v>
                </c:pt>
                <c:pt idx="5">
                  <c:v>6. Quartal</c:v>
                </c:pt>
              </c:strCache>
            </c:strRef>
          </c:cat>
          <c:val>
            <c:numRef>
              <c:f>Tabelle1!$B$2:$B$7</c:f>
              <c:numCache>
                <c:formatCode>General</c:formatCode>
                <c:ptCount val="6"/>
                <c:pt idx="0">
                  <c:v>40</c:v>
                </c:pt>
                <c:pt idx="1">
                  <c:v>8</c:v>
                </c:pt>
                <c:pt idx="2">
                  <c:v>25</c:v>
                </c:pt>
                <c:pt idx="3">
                  <c:v>10</c:v>
                </c:pt>
                <c:pt idx="4">
                  <c:v>15</c:v>
                </c:pt>
                <c:pt idx="5">
                  <c:v>12</c:v>
                </c:pt>
              </c:numCache>
            </c:numRef>
          </c:val>
          <c:extLst>
            <c:ext xmlns:c16="http://schemas.microsoft.com/office/drawing/2014/chart" uri="{C3380CC4-5D6E-409C-BE32-E72D297353CC}">
              <c16:uniqueId val="{0000000C-CC5B-CB4C-AD10-71448BD6A011}"/>
            </c:ext>
          </c:extLst>
        </c:ser>
        <c:dLbls>
          <c:showLegendKey val="0"/>
          <c:showVal val="0"/>
          <c:showCatName val="0"/>
          <c:showSerName val="0"/>
          <c:showPercent val="1"/>
          <c:showBubbleSize val="0"/>
          <c:showLeaderLines val="1"/>
        </c:dLbls>
        <c:firstSliceAng val="0"/>
      </c:pieChart>
      <c:spPr>
        <a:noFill/>
        <a:ln w="25400">
          <a:noFill/>
        </a:ln>
        <a:effectLst/>
      </c:spPr>
    </c:plotArea>
    <c:legend>
      <c:legendPos val="t"/>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19050">
      <a:solidFill>
        <a:schemeClr val="accent1"/>
      </a:solid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A74A0EF9-A03F-C5E7-CA08-5ABEB3888FA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dirty="0">
              <a:latin typeface="BarmeniaGothaer Offc" panose="020B0503020204020204" pitchFamily="34" charset="0"/>
            </a:endParaRPr>
          </a:p>
        </p:txBody>
      </p:sp>
      <p:sp>
        <p:nvSpPr>
          <p:cNvPr id="3" name="Datumsplatzhalter 2">
            <a:extLst>
              <a:ext uri="{FF2B5EF4-FFF2-40B4-BE49-F238E27FC236}">
                <a16:creationId xmlns:a16="http://schemas.microsoft.com/office/drawing/2014/main" id="{2EED0474-38A0-CF1B-65FA-D055940C241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2E595D2-648F-D242-A067-8A1F31E1262F}" type="datetimeFigureOut">
              <a:rPr lang="de-DE">
                <a:latin typeface="BarmeniaGothaer Offc" panose="020B0503020204020204" pitchFamily="34" charset="0"/>
              </a:rPr>
              <a:t>22.06.2026</a:t>
            </a:fld>
            <a:endParaRPr lang="de-DE" dirty="0">
              <a:latin typeface="BarmeniaGothaer Offc" panose="020B0503020204020204" pitchFamily="34" charset="0"/>
            </a:endParaRPr>
          </a:p>
        </p:txBody>
      </p:sp>
      <p:sp>
        <p:nvSpPr>
          <p:cNvPr id="4" name="Fußzeilenplatzhalter 3">
            <a:extLst>
              <a:ext uri="{FF2B5EF4-FFF2-40B4-BE49-F238E27FC236}">
                <a16:creationId xmlns:a16="http://schemas.microsoft.com/office/drawing/2014/main" id="{884B161C-8CE4-DEFB-3F76-005064B0C73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dirty="0">
              <a:latin typeface="BarmeniaGothaer Offc" panose="020B0503020204020204" pitchFamily="34" charset="0"/>
            </a:endParaRPr>
          </a:p>
        </p:txBody>
      </p:sp>
      <p:sp>
        <p:nvSpPr>
          <p:cNvPr id="5" name="Foliennummernplatzhalter 4">
            <a:extLst>
              <a:ext uri="{FF2B5EF4-FFF2-40B4-BE49-F238E27FC236}">
                <a16:creationId xmlns:a16="http://schemas.microsoft.com/office/drawing/2014/main" id="{24491B93-E9E9-2E7D-4638-2269B936F85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4E9BE2-F8FC-9746-B144-15702BD4E9B7}" type="slidenum">
              <a:rPr>
                <a:latin typeface="BarmeniaGothaer Offc" panose="020B0503020204020204" pitchFamily="34" charset="0"/>
              </a:rPr>
              <a:t>‹Nr.›</a:t>
            </a:fld>
            <a:endParaRPr lang="de-DE" dirty="0">
              <a:latin typeface="BarmeniaGothaer Offc" panose="020B0503020204020204" pitchFamily="34" charset="0"/>
            </a:endParaRPr>
          </a:p>
        </p:txBody>
      </p:sp>
    </p:spTree>
    <p:extLst>
      <p:ext uri="{BB962C8B-B14F-4D97-AF65-F5344CB8AC3E}">
        <p14:creationId xmlns:p14="http://schemas.microsoft.com/office/powerpoint/2010/main" val="402068654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BarmeniaGothaer Offc" panose="020B0503020204020204" pitchFamily="34" charset="0"/>
              </a:defRPr>
            </a:lvl1pPr>
          </a:lstStyle>
          <a:p>
            <a:endParaRPr lang="de-DE"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BarmeniaGothaer Offc" panose="020B0503020204020204" pitchFamily="34" charset="0"/>
              </a:defRPr>
            </a:lvl1pPr>
          </a:lstStyle>
          <a:p>
            <a:fld id="{7C159E98-1B81-2C47-BE3F-5E2CC464A939}" type="datetimeFigureOut">
              <a:rPr lang="de-DE" smtClean="0"/>
              <a:pPr/>
              <a:t>22.06.2026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BarmeniaGothaer Offc" panose="020B0503020204020204" pitchFamily="34" charset="0"/>
              </a:defRPr>
            </a:lvl1pPr>
          </a:lstStyle>
          <a:p>
            <a:endParaRPr lang="de-DE"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BarmeniaGothaer Offc" panose="020B0503020204020204" pitchFamily="34" charset="0"/>
              </a:defRPr>
            </a:lvl1pPr>
          </a:lstStyle>
          <a:p>
            <a:fld id="{6B4ED951-92BE-3E44-83A0-2119990AF935}" type="slidenum">
              <a:rPr lang="de-DE" smtClean="0"/>
              <a:pPr/>
              <a:t>‹Nr.›</a:t>
            </a:fld>
            <a:endParaRPr lang="de-DE" dirty="0"/>
          </a:p>
        </p:txBody>
      </p:sp>
    </p:spTree>
    <p:extLst>
      <p:ext uri="{BB962C8B-B14F-4D97-AF65-F5344CB8AC3E}">
        <p14:creationId xmlns:p14="http://schemas.microsoft.com/office/powerpoint/2010/main" val="41243674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BarmeniaGothaer Offc" panose="020B0503020204020204" pitchFamily="34" charset="0"/>
        <a:ea typeface="+mn-ea"/>
        <a:cs typeface="+mn-cs"/>
      </a:defRPr>
    </a:lvl1pPr>
    <a:lvl2pPr marL="457200" algn="l" defTabSz="914400" rtl="0" eaLnBrk="1" latinLnBrk="0" hangingPunct="1">
      <a:defRPr sz="1200" kern="1200">
        <a:solidFill>
          <a:schemeClr val="tx1"/>
        </a:solidFill>
        <a:latin typeface="BarmeniaGothaer Offc" panose="020B0503020204020204" pitchFamily="34" charset="0"/>
        <a:ea typeface="+mn-ea"/>
        <a:cs typeface="+mn-cs"/>
      </a:defRPr>
    </a:lvl2pPr>
    <a:lvl3pPr marL="914400" algn="l" defTabSz="914400" rtl="0" eaLnBrk="1" latinLnBrk="0" hangingPunct="1">
      <a:defRPr sz="1200" kern="1200">
        <a:solidFill>
          <a:schemeClr val="tx1"/>
        </a:solidFill>
        <a:latin typeface="BarmeniaGothaer Offc" panose="020B0503020204020204" pitchFamily="34" charset="0"/>
        <a:ea typeface="+mn-ea"/>
        <a:cs typeface="+mn-cs"/>
      </a:defRPr>
    </a:lvl3pPr>
    <a:lvl4pPr marL="1371600" algn="l" defTabSz="914400" rtl="0" eaLnBrk="1" latinLnBrk="0" hangingPunct="1">
      <a:defRPr sz="1200" kern="1200">
        <a:solidFill>
          <a:schemeClr val="tx1"/>
        </a:solidFill>
        <a:latin typeface="BarmeniaGothaer Offc" panose="020B0503020204020204" pitchFamily="34" charset="0"/>
        <a:ea typeface="+mn-ea"/>
        <a:cs typeface="+mn-cs"/>
      </a:defRPr>
    </a:lvl4pPr>
    <a:lvl5pPr marL="1828800" algn="l" defTabSz="914400" rtl="0" eaLnBrk="1" latinLnBrk="0" hangingPunct="1">
      <a:defRPr sz="1200" kern="1200">
        <a:solidFill>
          <a:schemeClr val="tx1"/>
        </a:solidFill>
        <a:latin typeface="BarmeniaGothaer Offc" panose="020B05030202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6B4ED951-92BE-3E44-83A0-2119990AF935}" type="slidenum">
              <a:rPr lang="de-DE" smtClean="0"/>
              <a:pPr/>
              <a:t>11</a:t>
            </a:fld>
            <a:endParaRPr lang="de-DE" dirty="0"/>
          </a:p>
        </p:txBody>
      </p:sp>
    </p:spTree>
    <p:extLst>
      <p:ext uri="{BB962C8B-B14F-4D97-AF65-F5344CB8AC3E}">
        <p14:creationId xmlns:p14="http://schemas.microsoft.com/office/powerpoint/2010/main" val="1553008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6B4ED951-92BE-3E44-83A0-2119990AF935}" type="slidenum">
              <a:rPr lang="de-DE" smtClean="0"/>
              <a:pPr/>
              <a:t>32</a:t>
            </a:fld>
            <a:endParaRPr lang="de-DE" dirty="0"/>
          </a:p>
        </p:txBody>
      </p:sp>
    </p:spTree>
    <p:extLst>
      <p:ext uri="{BB962C8B-B14F-4D97-AF65-F5344CB8AC3E}">
        <p14:creationId xmlns:p14="http://schemas.microsoft.com/office/powerpoint/2010/main" val="30103967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6B4ED951-92BE-3E44-83A0-2119990AF935}" type="slidenum">
              <a:rPr lang="de-DE" smtClean="0"/>
              <a:pPr/>
              <a:t>44</a:t>
            </a:fld>
            <a:endParaRPr lang="de-DE" dirty="0"/>
          </a:p>
        </p:txBody>
      </p:sp>
    </p:spTree>
    <p:extLst>
      <p:ext uri="{BB962C8B-B14F-4D97-AF65-F5344CB8AC3E}">
        <p14:creationId xmlns:p14="http://schemas.microsoft.com/office/powerpoint/2010/main" val="3643786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6B4ED951-92BE-3E44-83A0-2119990AF935}" type="slidenum">
              <a:rPr lang="de-DE" smtClean="0"/>
              <a:pPr/>
              <a:t>60</a:t>
            </a:fld>
            <a:endParaRPr lang="de-DE" dirty="0"/>
          </a:p>
        </p:txBody>
      </p:sp>
    </p:spTree>
    <p:extLst>
      <p:ext uri="{BB962C8B-B14F-4D97-AF65-F5344CB8AC3E}">
        <p14:creationId xmlns:p14="http://schemas.microsoft.com/office/powerpoint/2010/main" val="10460475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6B4ED951-92BE-3E44-83A0-2119990AF935}" type="slidenum">
              <a:rPr lang="de-DE" smtClean="0"/>
              <a:pPr/>
              <a:t>63</a:t>
            </a:fld>
            <a:endParaRPr lang="de-DE" dirty="0"/>
          </a:p>
        </p:txBody>
      </p:sp>
    </p:spTree>
    <p:extLst>
      <p:ext uri="{BB962C8B-B14F-4D97-AF65-F5344CB8AC3E}">
        <p14:creationId xmlns:p14="http://schemas.microsoft.com/office/powerpoint/2010/main" val="1014231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mit Bild">
    <p:bg>
      <p:bgPr>
        <a:solidFill>
          <a:schemeClr val="tx1"/>
        </a:solidFill>
        <a:effectLst/>
      </p:bgPr>
    </p:bg>
    <p:spTree>
      <p:nvGrpSpPr>
        <p:cNvPr id="1" name=""/>
        <p:cNvGrpSpPr/>
        <p:nvPr/>
      </p:nvGrpSpPr>
      <p:grpSpPr>
        <a:xfrm>
          <a:off x="0" y="0"/>
          <a:ext cx="0" cy="0"/>
          <a:chOff x="0" y="0"/>
          <a:chExt cx="0" cy="0"/>
        </a:xfrm>
      </p:grpSpPr>
      <p:sp>
        <p:nvSpPr>
          <p:cNvPr id="9" name="Freihandform 8">
            <a:extLst>
              <a:ext uri="{FF2B5EF4-FFF2-40B4-BE49-F238E27FC236}">
                <a16:creationId xmlns:a16="http://schemas.microsoft.com/office/drawing/2014/main" id="{E58E4F1C-0B35-4353-7148-1EDA20ADB2D9}"/>
              </a:ext>
            </a:extLst>
          </p:cNvPr>
          <p:cNvSpPr/>
          <p:nvPr userDrawn="1"/>
        </p:nvSpPr>
        <p:spPr>
          <a:xfrm rot="12871468">
            <a:off x="-1637208" y="-381496"/>
            <a:ext cx="5586841" cy="7259013"/>
          </a:xfrm>
          <a:custGeom>
            <a:avLst/>
            <a:gdLst>
              <a:gd name="connsiteX0" fmla="*/ 5586841 w 5586841"/>
              <a:gd name="connsiteY0" fmla="*/ 5650198 h 7259013"/>
              <a:gd name="connsiteX1" fmla="*/ 3248142 w 5586841"/>
              <a:gd name="connsiteY1" fmla="*/ 7259013 h 7259013"/>
              <a:gd name="connsiteX2" fmla="*/ 272962 w 5586841"/>
              <a:gd name="connsiteY2" fmla="*/ 7259013 h 7259013"/>
              <a:gd name="connsiteX3" fmla="*/ 0 w 5586841"/>
              <a:gd name="connsiteY3" fmla="*/ 6986051 h 7259013"/>
              <a:gd name="connsiteX4" fmla="*/ 0 w 5586841"/>
              <a:gd name="connsiteY4" fmla="*/ 1169457 h 7259013"/>
              <a:gd name="connsiteX5" fmla="*/ 1700014 w 5586841"/>
              <a:gd name="connsiteY5" fmla="*/ 0 h 7259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86841" h="7259013">
                <a:moveTo>
                  <a:pt x="5586841" y="5650198"/>
                </a:moveTo>
                <a:lnTo>
                  <a:pt x="3248142" y="7259013"/>
                </a:lnTo>
                <a:lnTo>
                  <a:pt x="272962" y="7259013"/>
                </a:lnTo>
                <a:cubicBezTo>
                  <a:pt x="122210" y="7259013"/>
                  <a:pt x="0" y="7136804"/>
                  <a:pt x="0" y="6986051"/>
                </a:cubicBezTo>
                <a:lnTo>
                  <a:pt x="0" y="1169457"/>
                </a:lnTo>
                <a:lnTo>
                  <a:pt x="1700014" y="0"/>
                </a:lnTo>
                <a:close/>
              </a:path>
            </a:pathLst>
          </a:custGeom>
          <a:solidFill>
            <a:schemeClr val="accent4"/>
          </a:solidFill>
          <a:ln w="6344" cap="flat">
            <a:noFill/>
            <a:prstDash val="solid"/>
            <a:miter/>
          </a:ln>
        </p:spPr>
        <p:txBody>
          <a:bodyPr rtlCol="0" anchor="ctr"/>
          <a:lstStyle/>
          <a:p>
            <a:endParaRPr lang="de-DE" dirty="0">
              <a:latin typeface="BarmeniaGothaer Offc" panose="020B0503020204020204" pitchFamily="34" charset="0"/>
            </a:endParaRPr>
          </a:p>
        </p:txBody>
      </p:sp>
      <p:sp>
        <p:nvSpPr>
          <p:cNvPr id="10" name="Freihandform 9">
            <a:extLst>
              <a:ext uri="{FF2B5EF4-FFF2-40B4-BE49-F238E27FC236}">
                <a16:creationId xmlns:a16="http://schemas.microsoft.com/office/drawing/2014/main" id="{F6F67CFC-A561-E5DD-B01B-4FFD8321D0EC}"/>
              </a:ext>
            </a:extLst>
          </p:cNvPr>
          <p:cNvSpPr/>
          <p:nvPr userDrawn="1"/>
        </p:nvSpPr>
        <p:spPr>
          <a:xfrm rot="12422003">
            <a:off x="-1494736" y="109331"/>
            <a:ext cx="5726360" cy="7016602"/>
          </a:xfrm>
          <a:custGeom>
            <a:avLst/>
            <a:gdLst>
              <a:gd name="connsiteX0" fmla="*/ 5726360 w 5726360"/>
              <a:gd name="connsiteY0" fmla="*/ 6108707 h 7016602"/>
              <a:gd name="connsiteX1" fmla="*/ 3947080 w 5726360"/>
              <a:gd name="connsiteY1" fmla="*/ 7016602 h 7016602"/>
              <a:gd name="connsiteX2" fmla="*/ 272994 w 5726360"/>
              <a:gd name="connsiteY2" fmla="*/ 7016602 h 7016602"/>
              <a:gd name="connsiteX3" fmla="*/ 0 w 5726360"/>
              <a:gd name="connsiteY3" fmla="*/ 6743609 h 7016602"/>
              <a:gd name="connsiteX4" fmla="*/ 0 w 5726360"/>
              <a:gd name="connsiteY4" fmla="*/ 1331437 h 7016602"/>
              <a:gd name="connsiteX5" fmla="*/ 2609333 w 5726360"/>
              <a:gd name="connsiteY5" fmla="*/ 0 h 7016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26360" h="7016602">
                <a:moveTo>
                  <a:pt x="5726360" y="6108707"/>
                </a:moveTo>
                <a:lnTo>
                  <a:pt x="3947080" y="7016602"/>
                </a:lnTo>
                <a:lnTo>
                  <a:pt x="272994" y="7016602"/>
                </a:lnTo>
                <a:cubicBezTo>
                  <a:pt x="122224" y="7016602"/>
                  <a:pt x="0" y="6894379"/>
                  <a:pt x="0" y="6743609"/>
                </a:cubicBezTo>
                <a:lnTo>
                  <a:pt x="0" y="1331437"/>
                </a:lnTo>
                <a:lnTo>
                  <a:pt x="2609333" y="0"/>
                </a:lnTo>
                <a:close/>
              </a:path>
            </a:pathLst>
          </a:custGeom>
          <a:solidFill>
            <a:schemeClr val="tx1"/>
          </a:solidFill>
          <a:ln w="6345" cap="flat">
            <a:noFill/>
            <a:prstDash val="solid"/>
            <a:miter/>
          </a:ln>
        </p:spPr>
        <p:txBody>
          <a:bodyPr rtlCol="0" anchor="ctr"/>
          <a:lstStyle/>
          <a:p>
            <a:endParaRPr lang="de-DE" dirty="0">
              <a:latin typeface="BarmeniaGothaer Offc" panose="020B0503020204020204" pitchFamily="34" charset="0"/>
            </a:endParaRPr>
          </a:p>
        </p:txBody>
      </p:sp>
      <p:sp>
        <p:nvSpPr>
          <p:cNvPr id="8" name="Bildplatzhalter 7">
            <a:extLst>
              <a:ext uri="{FF2B5EF4-FFF2-40B4-BE49-F238E27FC236}">
                <a16:creationId xmlns:a16="http://schemas.microsoft.com/office/drawing/2014/main" id="{EDB4912F-EDA5-7B38-9FEB-1A992C4BAC5B}"/>
              </a:ext>
            </a:extLst>
          </p:cNvPr>
          <p:cNvSpPr>
            <a:spLocks noGrp="1"/>
          </p:cNvSpPr>
          <p:nvPr>
            <p:ph type="pic" sz="quarter" idx="13"/>
          </p:nvPr>
        </p:nvSpPr>
        <p:spPr>
          <a:xfrm>
            <a:off x="0" y="0"/>
            <a:ext cx="12192000" cy="6858000"/>
          </a:xfrm>
          <a:custGeom>
            <a:avLst/>
            <a:gdLst>
              <a:gd name="connsiteX0" fmla="*/ 0 w 12192000"/>
              <a:gd name="connsiteY0" fmla="*/ 6857999 h 6858000"/>
              <a:gd name="connsiteX1" fmla="*/ 1 w 12192000"/>
              <a:gd name="connsiteY1" fmla="*/ 6857999 h 6858000"/>
              <a:gd name="connsiteX2" fmla="*/ 1 w 12192000"/>
              <a:gd name="connsiteY2" fmla="*/ 6858000 h 6858000"/>
              <a:gd name="connsiteX3" fmla="*/ 0 w 12192000"/>
              <a:gd name="connsiteY3" fmla="*/ 6858000 h 6858000"/>
              <a:gd name="connsiteX4" fmla="*/ 1997528 w 12192000"/>
              <a:gd name="connsiteY4" fmla="*/ 0 h 6858000"/>
              <a:gd name="connsiteX5" fmla="*/ 12192000 w 12192000"/>
              <a:gd name="connsiteY5" fmla="*/ 0 h 6858000"/>
              <a:gd name="connsiteX6" fmla="*/ 12192000 w 12192000"/>
              <a:gd name="connsiteY6" fmla="*/ 6858000 h 6858000"/>
              <a:gd name="connsiteX7" fmla="*/ 2063415 w 12192000"/>
              <a:gd name="connsiteY7" fmla="*/ 6858000 h 6858000"/>
              <a:gd name="connsiteX8" fmla="*/ 2063416 w 12192000"/>
              <a:gd name="connsiteY8" fmla="*/ 6857999 h 6858000"/>
              <a:gd name="connsiteX9" fmla="*/ 2929394 w 12192000"/>
              <a:gd name="connsiteY9" fmla="*/ 6857999 h 6858000"/>
              <a:gd name="connsiteX10" fmla="*/ 5389277 w 12192000"/>
              <a:gd name="connsiteY10" fmla="*/ 2037151 h 6858000"/>
              <a:gd name="connsiteX11" fmla="*/ 5270188 w 12192000"/>
              <a:gd name="connsiteY11" fmla="*/ 1669906 h 6858000"/>
              <a:gd name="connsiteX12" fmla="*/ 5254489 w 12192000"/>
              <a:gd name="connsiteY12" fmla="*/ 1661896 h 6858000"/>
              <a:gd name="connsiteX13" fmla="*/ 2838627 w 12192000"/>
              <a:gd name="connsiteY13" fmla="*/ 1 h 6858000"/>
              <a:gd name="connsiteX14" fmla="*/ 1997530 w 12192000"/>
              <a:gd name="connsiteY14" fmla="*/ 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192000" h="6858000">
                <a:moveTo>
                  <a:pt x="0" y="6857999"/>
                </a:moveTo>
                <a:lnTo>
                  <a:pt x="1" y="6857999"/>
                </a:lnTo>
                <a:lnTo>
                  <a:pt x="1" y="6858000"/>
                </a:lnTo>
                <a:lnTo>
                  <a:pt x="0" y="6858000"/>
                </a:lnTo>
                <a:close/>
                <a:moveTo>
                  <a:pt x="1997528" y="0"/>
                </a:moveTo>
                <a:lnTo>
                  <a:pt x="12192000" y="0"/>
                </a:lnTo>
                <a:lnTo>
                  <a:pt x="12192000" y="6858000"/>
                </a:lnTo>
                <a:lnTo>
                  <a:pt x="2063415" y="6858000"/>
                </a:lnTo>
                <a:lnTo>
                  <a:pt x="2063416" y="6857999"/>
                </a:lnTo>
                <a:lnTo>
                  <a:pt x="2929394" y="6857999"/>
                </a:lnTo>
                <a:lnTo>
                  <a:pt x="5389277" y="2037151"/>
                </a:lnTo>
                <a:cubicBezTo>
                  <a:pt x="5457803" y="1902853"/>
                  <a:pt x="5404485" y="1738433"/>
                  <a:pt x="5270188" y="1669906"/>
                </a:cubicBezTo>
                <a:lnTo>
                  <a:pt x="5254489" y="1661896"/>
                </a:lnTo>
                <a:lnTo>
                  <a:pt x="2838627" y="1"/>
                </a:lnTo>
                <a:lnTo>
                  <a:pt x="1997530" y="1"/>
                </a:ln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2" name="Titel 1">
            <a:extLst>
              <a:ext uri="{FF2B5EF4-FFF2-40B4-BE49-F238E27FC236}">
                <a16:creationId xmlns:a16="http://schemas.microsoft.com/office/drawing/2014/main" id="{E9989847-DB47-4D6D-6A5F-A62898A8F9AD}"/>
              </a:ext>
            </a:extLst>
          </p:cNvPr>
          <p:cNvSpPr>
            <a:spLocks noGrp="1"/>
          </p:cNvSpPr>
          <p:nvPr>
            <p:ph type="ctrTitle"/>
          </p:nvPr>
        </p:nvSpPr>
        <p:spPr>
          <a:xfrm>
            <a:off x="479425" y="1394517"/>
            <a:ext cx="4181952" cy="1705444"/>
          </a:xfrm>
        </p:spPr>
        <p:txBody>
          <a:bodyPr anchor="b">
            <a:noAutofit/>
          </a:bodyPr>
          <a:lstStyle>
            <a:lvl1pPr algn="l">
              <a:defRPr sz="2800" b="0" i="0">
                <a:solidFill>
                  <a:schemeClr val="bg1"/>
                </a:solidFill>
                <a:latin typeface="BarmeniaGothaer Offc Medium" panose="020B0603020204020204" pitchFamily="34" charset="0"/>
              </a:defRPr>
            </a:lvl1pPr>
          </a:lstStyle>
          <a:p>
            <a:r>
              <a:rPr lang="de-DE"/>
              <a:t>Mastertitelformat bearbeiten</a:t>
            </a:r>
            <a:endParaRPr lang="de-DE" dirty="0"/>
          </a:p>
        </p:txBody>
      </p:sp>
      <p:sp>
        <p:nvSpPr>
          <p:cNvPr id="3" name="Untertitel 2">
            <a:extLst>
              <a:ext uri="{FF2B5EF4-FFF2-40B4-BE49-F238E27FC236}">
                <a16:creationId xmlns:a16="http://schemas.microsoft.com/office/drawing/2014/main" id="{C3E13AE5-87F8-ACE7-5BFF-2E2D86923DD3}"/>
              </a:ext>
            </a:extLst>
          </p:cNvPr>
          <p:cNvSpPr>
            <a:spLocks noGrp="1"/>
          </p:cNvSpPr>
          <p:nvPr>
            <p:ph type="subTitle" idx="1" hasCustomPrompt="1"/>
          </p:nvPr>
        </p:nvSpPr>
        <p:spPr>
          <a:xfrm>
            <a:off x="479425" y="3453603"/>
            <a:ext cx="2844800" cy="2496347"/>
          </a:xfrm>
          <a:prstGeom prst="rect">
            <a:avLst/>
          </a:prstGeom>
        </p:spPr>
        <p:txBody>
          <a:bodyPr>
            <a:noAutofit/>
          </a:bodyPr>
          <a:lstStyle>
            <a:lvl1pPr marL="0" indent="0" algn="l">
              <a:lnSpc>
                <a:spcPct val="100000"/>
              </a:lnSpc>
              <a:spcBef>
                <a:spcPts val="400"/>
              </a:spcBef>
              <a:spcAft>
                <a:spcPts val="400"/>
              </a:spcAft>
              <a:buNone/>
              <a:defRPr sz="1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a:t>
            </a:r>
            <a:br>
              <a:rPr lang="de-DE" dirty="0"/>
            </a:br>
            <a:r>
              <a:rPr lang="de-DE" dirty="0"/>
              <a:t>Timing</a:t>
            </a:r>
          </a:p>
        </p:txBody>
      </p:sp>
      <p:sp>
        <p:nvSpPr>
          <p:cNvPr id="6" name="Foliennummernplatzhalter 5">
            <a:extLst>
              <a:ext uri="{FF2B5EF4-FFF2-40B4-BE49-F238E27FC236}">
                <a16:creationId xmlns:a16="http://schemas.microsoft.com/office/drawing/2014/main" id="{6A29FD0B-A322-C8FE-0671-99A482987F02}"/>
              </a:ext>
            </a:extLst>
          </p:cNvPr>
          <p:cNvSpPr>
            <a:spLocks noGrp="1"/>
          </p:cNvSpPr>
          <p:nvPr>
            <p:ph type="sldNum" sz="quarter" idx="12"/>
          </p:nvPr>
        </p:nvSpPr>
        <p:spPr>
          <a:xfrm>
            <a:off x="773108" y="7039522"/>
            <a:ext cx="976088" cy="106468"/>
          </a:xfrm>
        </p:spPr>
        <p:txBody>
          <a:bodyPr/>
          <a:lstStyle>
            <a:lvl1pPr>
              <a:defRPr>
                <a:solidFill>
                  <a:schemeClr val="bg1"/>
                </a:solidFill>
              </a:defRPr>
            </a:lvl1pPr>
          </a:lstStyle>
          <a:p>
            <a:fld id="{D188B27D-4802-6948-A101-6CF6A7142FF4}" type="slidenum">
              <a:rPr lang="de-DE" smtClean="0"/>
              <a:pPr/>
              <a:t>‹Nr.›</a:t>
            </a:fld>
            <a:endParaRPr lang="de-DE"/>
          </a:p>
        </p:txBody>
      </p:sp>
      <p:grpSp>
        <p:nvGrpSpPr>
          <p:cNvPr id="41" name="Gruppieren 40">
            <a:extLst>
              <a:ext uri="{FF2B5EF4-FFF2-40B4-BE49-F238E27FC236}">
                <a16:creationId xmlns:a16="http://schemas.microsoft.com/office/drawing/2014/main" id="{0382C128-E09C-7EA5-0459-CEC10BF410F6}"/>
              </a:ext>
            </a:extLst>
          </p:cNvPr>
          <p:cNvGrpSpPr/>
          <p:nvPr userDrawn="1"/>
        </p:nvGrpSpPr>
        <p:grpSpPr>
          <a:xfrm>
            <a:off x="479425" y="436603"/>
            <a:ext cx="1714242" cy="471447"/>
            <a:chOff x="1144935" y="-1876113"/>
            <a:chExt cx="1656042" cy="455441"/>
          </a:xfrm>
        </p:grpSpPr>
        <p:sp>
          <p:nvSpPr>
            <p:cNvPr id="38" name="Freihandform 37">
              <a:extLst>
                <a:ext uri="{FF2B5EF4-FFF2-40B4-BE49-F238E27FC236}">
                  <a16:creationId xmlns:a16="http://schemas.microsoft.com/office/drawing/2014/main" id="{19655D9B-6439-95E6-4D2E-4F34E655C265}"/>
                </a:ext>
              </a:extLst>
            </p:cNvPr>
            <p:cNvSpPr/>
            <p:nvPr/>
          </p:nvSpPr>
          <p:spPr>
            <a:xfrm>
              <a:off x="1144935" y="-1876113"/>
              <a:ext cx="457053" cy="455441"/>
            </a:xfrm>
            <a:custGeom>
              <a:avLst/>
              <a:gdLst>
                <a:gd name="connsiteX0" fmla="*/ 1077263 w 2373356"/>
                <a:gd name="connsiteY0" fmla="*/ 1296696 h 2364985"/>
                <a:gd name="connsiteX1" fmla="*/ 1072778 w 2373356"/>
                <a:gd name="connsiteY1" fmla="*/ 1293921 h 2364985"/>
                <a:gd name="connsiteX2" fmla="*/ 461444 w 2373356"/>
                <a:gd name="connsiteY2" fmla="*/ 1203710 h 2364985"/>
                <a:gd name="connsiteX3" fmla="*/ 191603 w 2373356"/>
                <a:gd name="connsiteY3" fmla="*/ 1301393 h 2364985"/>
                <a:gd name="connsiteX4" fmla="*/ 461444 w 2373356"/>
                <a:gd name="connsiteY4" fmla="*/ 1399077 h 2364985"/>
                <a:gd name="connsiteX5" fmla="*/ 984361 w 2373356"/>
                <a:gd name="connsiteY5" fmla="*/ 1334168 h 2364985"/>
                <a:gd name="connsiteX6" fmla="*/ 256741 w 2373356"/>
                <a:gd name="connsiteY6" fmla="*/ 1958704 h 2364985"/>
                <a:gd name="connsiteX7" fmla="*/ 19682 w 2373356"/>
                <a:gd name="connsiteY7" fmla="*/ 2344101 h 2364985"/>
                <a:gd name="connsiteX8" fmla="*/ 409227 w 2373356"/>
                <a:gd name="connsiteY8" fmla="*/ 2109554 h 2364985"/>
                <a:gd name="connsiteX9" fmla="*/ 1040422 w 2373356"/>
                <a:gd name="connsiteY9" fmla="*/ 1389683 h 2364985"/>
                <a:gd name="connsiteX10" fmla="*/ 975391 w 2373356"/>
                <a:gd name="connsiteY10" fmla="*/ 1912905 h 2364985"/>
                <a:gd name="connsiteX11" fmla="*/ 1073098 w 2373356"/>
                <a:gd name="connsiteY11" fmla="*/ 2182576 h 2364985"/>
                <a:gd name="connsiteX12" fmla="*/ 1170805 w 2373356"/>
                <a:gd name="connsiteY12" fmla="*/ 1912905 h 2364985"/>
                <a:gd name="connsiteX13" fmla="*/ 1080573 w 2373356"/>
                <a:gd name="connsiteY13" fmla="*/ 1301714 h 2364985"/>
                <a:gd name="connsiteX14" fmla="*/ 1077369 w 2373356"/>
                <a:gd name="connsiteY14" fmla="*/ 1296803 h 2364985"/>
                <a:gd name="connsiteX15" fmla="*/ 1051955 w 2373356"/>
                <a:gd name="connsiteY15" fmla="*/ 1052967 h 2364985"/>
                <a:gd name="connsiteX16" fmla="*/ 1064128 w 2373356"/>
                <a:gd name="connsiteY16" fmla="*/ 1040797 h 2364985"/>
                <a:gd name="connsiteX17" fmla="*/ 425992 w 2373356"/>
                <a:gd name="connsiteY17" fmla="*/ 255590 h 2364985"/>
                <a:gd name="connsiteX18" fmla="*/ 32176 w 2373356"/>
                <a:gd name="connsiteY18" fmla="*/ 21149 h 2364985"/>
                <a:gd name="connsiteX19" fmla="*/ 266565 w 2373356"/>
                <a:gd name="connsiteY19" fmla="*/ 414873 h 2364985"/>
                <a:gd name="connsiteX20" fmla="*/ 1051955 w 2373356"/>
                <a:gd name="connsiteY20" fmla="*/ 1052860 h 2364985"/>
                <a:gd name="connsiteX21" fmla="*/ 1194297 w 2373356"/>
                <a:gd name="connsiteY21" fmla="*/ 143173 h 2364985"/>
                <a:gd name="connsiteX22" fmla="*/ 1096697 w 2373356"/>
                <a:gd name="connsiteY22" fmla="*/ 408361 h 2364985"/>
                <a:gd name="connsiteX23" fmla="*/ 1186929 w 2373356"/>
                <a:gd name="connsiteY23" fmla="*/ 1009196 h 2364985"/>
                <a:gd name="connsiteX24" fmla="*/ 1201772 w 2373356"/>
                <a:gd name="connsiteY24" fmla="*/ 1009196 h 2364985"/>
                <a:gd name="connsiteX25" fmla="*/ 1292004 w 2373356"/>
                <a:gd name="connsiteY25" fmla="*/ 408361 h 2364985"/>
                <a:gd name="connsiteX26" fmla="*/ 1194297 w 2373356"/>
                <a:gd name="connsiteY26" fmla="*/ 143173 h 2364985"/>
                <a:gd name="connsiteX27" fmla="*/ 1331300 w 2373356"/>
                <a:gd name="connsiteY27" fmla="*/ 1312069 h 2364985"/>
                <a:gd name="connsiteX28" fmla="*/ 1319126 w 2373356"/>
                <a:gd name="connsiteY28" fmla="*/ 1324240 h 2364985"/>
                <a:gd name="connsiteX29" fmla="*/ 1957263 w 2373356"/>
                <a:gd name="connsiteY29" fmla="*/ 2109447 h 2364985"/>
                <a:gd name="connsiteX30" fmla="*/ 2351079 w 2373356"/>
                <a:gd name="connsiteY30" fmla="*/ 2343781 h 2364985"/>
                <a:gd name="connsiteX31" fmla="*/ 2116583 w 2373356"/>
                <a:gd name="connsiteY31" fmla="*/ 1950057 h 2364985"/>
                <a:gd name="connsiteX32" fmla="*/ 1331193 w 2373356"/>
                <a:gd name="connsiteY32" fmla="*/ 1312069 h 2364985"/>
                <a:gd name="connsiteX33" fmla="*/ 1958331 w 2373356"/>
                <a:gd name="connsiteY33" fmla="*/ 259219 h 2364985"/>
                <a:gd name="connsiteX34" fmla="*/ 1320194 w 2373356"/>
                <a:gd name="connsiteY34" fmla="*/ 1044427 h 2364985"/>
                <a:gd name="connsiteX35" fmla="*/ 1332368 w 2373356"/>
                <a:gd name="connsiteY35" fmla="*/ 1056597 h 2364985"/>
                <a:gd name="connsiteX36" fmla="*/ 2117758 w 2373356"/>
                <a:gd name="connsiteY36" fmla="*/ 418609 h 2364985"/>
                <a:gd name="connsiteX37" fmla="*/ 2352147 w 2373356"/>
                <a:gd name="connsiteY37" fmla="*/ 24885 h 2364985"/>
                <a:gd name="connsiteX38" fmla="*/ 1958331 w 2373356"/>
                <a:gd name="connsiteY38" fmla="*/ 259219 h 2364985"/>
                <a:gd name="connsiteX39" fmla="*/ 2032011 w 2373356"/>
                <a:gd name="connsiteY39" fmla="*/ 1279722 h 2364985"/>
                <a:gd name="connsiteX40" fmla="*/ 2325344 w 2373356"/>
                <a:gd name="connsiteY40" fmla="*/ 1182145 h 2364985"/>
                <a:gd name="connsiteX41" fmla="*/ 2021333 w 2373356"/>
                <a:gd name="connsiteY41" fmla="*/ 1084461 h 2364985"/>
                <a:gd name="connsiteX42" fmla="*/ 1367393 w 2373356"/>
                <a:gd name="connsiteY42" fmla="*/ 1174671 h 2364985"/>
                <a:gd name="connsiteX43" fmla="*/ 1367393 w 2373356"/>
                <a:gd name="connsiteY43" fmla="*/ 1189618 h 2364985"/>
                <a:gd name="connsiteX44" fmla="*/ 2032011 w 2373356"/>
                <a:gd name="connsiteY44" fmla="*/ 1279722 h 2364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373356" h="2364985">
                  <a:moveTo>
                    <a:pt x="1077263" y="1296696"/>
                  </a:moveTo>
                  <a:cubicBezTo>
                    <a:pt x="1076195" y="1295522"/>
                    <a:pt x="1074700" y="1294561"/>
                    <a:pt x="1072778" y="1293921"/>
                  </a:cubicBezTo>
                  <a:cubicBezTo>
                    <a:pt x="910040" y="1243317"/>
                    <a:pt x="713773" y="1203710"/>
                    <a:pt x="461444" y="1203710"/>
                  </a:cubicBezTo>
                  <a:cubicBezTo>
                    <a:pt x="277777" y="1203710"/>
                    <a:pt x="191603" y="1222072"/>
                    <a:pt x="191603" y="1301393"/>
                  </a:cubicBezTo>
                  <a:cubicBezTo>
                    <a:pt x="191603" y="1380715"/>
                    <a:pt x="277670" y="1399077"/>
                    <a:pt x="461444" y="1399077"/>
                  </a:cubicBezTo>
                  <a:cubicBezTo>
                    <a:pt x="669671" y="1399077"/>
                    <a:pt x="839777" y="1372067"/>
                    <a:pt x="984361" y="1334168"/>
                  </a:cubicBezTo>
                  <a:cubicBezTo>
                    <a:pt x="768446" y="1481174"/>
                    <a:pt x="528611" y="1689780"/>
                    <a:pt x="256741" y="1958704"/>
                  </a:cubicBezTo>
                  <a:cubicBezTo>
                    <a:pt x="43388" y="2169765"/>
                    <a:pt x="-42252" y="2282822"/>
                    <a:pt x="19682" y="2344101"/>
                  </a:cubicBezTo>
                  <a:cubicBezTo>
                    <a:pt x="81616" y="2405381"/>
                    <a:pt x="195874" y="2320615"/>
                    <a:pt x="409227" y="2109554"/>
                  </a:cubicBezTo>
                  <a:cubicBezTo>
                    <a:pt x="681097" y="1840523"/>
                    <a:pt x="891887" y="1603306"/>
                    <a:pt x="1040422" y="1389683"/>
                  </a:cubicBezTo>
                  <a:cubicBezTo>
                    <a:pt x="1002514" y="1534233"/>
                    <a:pt x="975391" y="1704406"/>
                    <a:pt x="975391" y="1912905"/>
                  </a:cubicBezTo>
                  <a:cubicBezTo>
                    <a:pt x="975391" y="2096529"/>
                    <a:pt x="993758" y="2182576"/>
                    <a:pt x="1073098" y="2182576"/>
                  </a:cubicBezTo>
                  <a:cubicBezTo>
                    <a:pt x="1152438" y="2182576"/>
                    <a:pt x="1170805" y="2096529"/>
                    <a:pt x="1170805" y="1912905"/>
                  </a:cubicBezTo>
                  <a:cubicBezTo>
                    <a:pt x="1170805" y="1660635"/>
                    <a:pt x="1131295" y="1464307"/>
                    <a:pt x="1080573" y="1301714"/>
                  </a:cubicBezTo>
                  <a:cubicBezTo>
                    <a:pt x="1079932" y="1299472"/>
                    <a:pt x="1078758" y="1297871"/>
                    <a:pt x="1077369" y="1296803"/>
                  </a:cubicBezTo>
                  <a:moveTo>
                    <a:pt x="1051955" y="1052967"/>
                  </a:moveTo>
                  <a:cubicBezTo>
                    <a:pt x="1064128" y="1060761"/>
                    <a:pt x="1071923" y="1052967"/>
                    <a:pt x="1064128" y="1040797"/>
                  </a:cubicBezTo>
                  <a:cubicBezTo>
                    <a:pt x="916020" y="810092"/>
                    <a:pt x="719752" y="549282"/>
                    <a:pt x="425992" y="255590"/>
                  </a:cubicBezTo>
                  <a:cubicBezTo>
                    <a:pt x="212212" y="41753"/>
                    <a:pt x="96886" y="-43547"/>
                    <a:pt x="32176" y="21149"/>
                  </a:cubicBezTo>
                  <a:cubicBezTo>
                    <a:pt x="-32535" y="85844"/>
                    <a:pt x="52785" y="201036"/>
                    <a:pt x="266565" y="414873"/>
                  </a:cubicBezTo>
                  <a:cubicBezTo>
                    <a:pt x="560325" y="708565"/>
                    <a:pt x="821196" y="904893"/>
                    <a:pt x="1051955" y="1052860"/>
                  </a:cubicBezTo>
                  <a:moveTo>
                    <a:pt x="1194297" y="143173"/>
                  </a:moveTo>
                  <a:cubicBezTo>
                    <a:pt x="1115064" y="143173"/>
                    <a:pt x="1096697" y="227833"/>
                    <a:pt x="1096697" y="408361"/>
                  </a:cubicBezTo>
                  <a:cubicBezTo>
                    <a:pt x="1096697" y="656360"/>
                    <a:pt x="1136207" y="849379"/>
                    <a:pt x="1186929" y="1009196"/>
                  </a:cubicBezTo>
                  <a:cubicBezTo>
                    <a:pt x="1189598" y="1017630"/>
                    <a:pt x="1199102" y="1017630"/>
                    <a:pt x="1201772" y="1009196"/>
                  </a:cubicBezTo>
                  <a:cubicBezTo>
                    <a:pt x="1252387" y="849272"/>
                    <a:pt x="1292004" y="656360"/>
                    <a:pt x="1292004" y="408361"/>
                  </a:cubicBezTo>
                  <a:cubicBezTo>
                    <a:pt x="1292004" y="227833"/>
                    <a:pt x="1273637" y="143173"/>
                    <a:pt x="1194297" y="143173"/>
                  </a:cubicBezTo>
                  <a:moveTo>
                    <a:pt x="1331300" y="1312069"/>
                  </a:moveTo>
                  <a:cubicBezTo>
                    <a:pt x="1319126" y="1304169"/>
                    <a:pt x="1311331" y="1312069"/>
                    <a:pt x="1319126" y="1324240"/>
                  </a:cubicBezTo>
                  <a:cubicBezTo>
                    <a:pt x="1467235" y="1554944"/>
                    <a:pt x="1663502" y="1815755"/>
                    <a:pt x="1957263" y="2109447"/>
                  </a:cubicBezTo>
                  <a:cubicBezTo>
                    <a:pt x="2171149" y="2323283"/>
                    <a:pt x="2286369" y="2408584"/>
                    <a:pt x="2351079" y="2343781"/>
                  </a:cubicBezTo>
                  <a:cubicBezTo>
                    <a:pt x="2415790" y="2279086"/>
                    <a:pt x="2330470" y="2163893"/>
                    <a:pt x="2116583" y="1950057"/>
                  </a:cubicBezTo>
                  <a:cubicBezTo>
                    <a:pt x="1822823" y="1656365"/>
                    <a:pt x="1561952" y="1460036"/>
                    <a:pt x="1331193" y="1312069"/>
                  </a:cubicBezTo>
                  <a:moveTo>
                    <a:pt x="1958331" y="259219"/>
                  </a:moveTo>
                  <a:cubicBezTo>
                    <a:pt x="1664570" y="552912"/>
                    <a:pt x="1468196" y="813722"/>
                    <a:pt x="1320194" y="1044427"/>
                  </a:cubicBezTo>
                  <a:cubicBezTo>
                    <a:pt x="1312399" y="1056597"/>
                    <a:pt x="1320194" y="1064390"/>
                    <a:pt x="1332368" y="1056597"/>
                  </a:cubicBezTo>
                  <a:cubicBezTo>
                    <a:pt x="1563126" y="908523"/>
                    <a:pt x="1823997" y="712302"/>
                    <a:pt x="2117758" y="418609"/>
                  </a:cubicBezTo>
                  <a:cubicBezTo>
                    <a:pt x="2331645" y="204773"/>
                    <a:pt x="2416964" y="89581"/>
                    <a:pt x="2352147" y="24885"/>
                  </a:cubicBezTo>
                  <a:cubicBezTo>
                    <a:pt x="2287437" y="-39810"/>
                    <a:pt x="2172217" y="45490"/>
                    <a:pt x="1958331" y="259219"/>
                  </a:cubicBezTo>
                  <a:moveTo>
                    <a:pt x="2032011" y="1279722"/>
                  </a:moveTo>
                  <a:cubicBezTo>
                    <a:pt x="2231696" y="1279722"/>
                    <a:pt x="2325344" y="1261359"/>
                    <a:pt x="2325344" y="1182145"/>
                  </a:cubicBezTo>
                  <a:cubicBezTo>
                    <a:pt x="2325344" y="1102930"/>
                    <a:pt x="2221017" y="1084461"/>
                    <a:pt x="2021333" y="1084461"/>
                  </a:cubicBezTo>
                  <a:cubicBezTo>
                    <a:pt x="1747007" y="1084461"/>
                    <a:pt x="1544226" y="1124068"/>
                    <a:pt x="1367393" y="1174671"/>
                  </a:cubicBezTo>
                  <a:cubicBezTo>
                    <a:pt x="1358102" y="1177340"/>
                    <a:pt x="1358102" y="1186949"/>
                    <a:pt x="1367393" y="1189618"/>
                  </a:cubicBezTo>
                  <a:cubicBezTo>
                    <a:pt x="1544226" y="1240221"/>
                    <a:pt x="1757792" y="1279722"/>
                    <a:pt x="2032011" y="1279722"/>
                  </a:cubicBezTo>
                </a:path>
              </a:pathLst>
            </a:custGeom>
            <a:solidFill>
              <a:srgbClr val="FFFFFF"/>
            </a:solidFill>
            <a:ln w="10675" cap="flat">
              <a:noFill/>
              <a:prstDash val="solid"/>
              <a:miter/>
            </a:ln>
          </p:spPr>
          <p:txBody>
            <a:bodyPr rtlCol="0" anchor="ctr"/>
            <a:lstStyle/>
            <a:p>
              <a:endParaRPr lang="de-DE" dirty="0">
                <a:latin typeface="BarmeniaGothaer Offc" panose="020B0503020204020204" pitchFamily="34" charset="0"/>
              </a:endParaRPr>
            </a:p>
          </p:txBody>
        </p:sp>
        <p:sp>
          <p:nvSpPr>
            <p:cNvPr id="39" name="Freihandform 38">
              <a:extLst>
                <a:ext uri="{FF2B5EF4-FFF2-40B4-BE49-F238E27FC236}">
                  <a16:creationId xmlns:a16="http://schemas.microsoft.com/office/drawing/2014/main" id="{0D438AC8-93A4-E8A2-7936-13CA73DDD13F}"/>
                </a:ext>
              </a:extLst>
            </p:cNvPr>
            <p:cNvSpPr/>
            <p:nvPr/>
          </p:nvSpPr>
          <p:spPr>
            <a:xfrm>
              <a:off x="1757315" y="-1615483"/>
              <a:ext cx="899919" cy="180509"/>
            </a:xfrm>
            <a:custGeom>
              <a:avLst/>
              <a:gdLst>
                <a:gd name="connsiteX0" fmla="*/ 4330912 w 4673045"/>
                <a:gd name="connsiteY0" fmla="*/ 919189 h 937337"/>
                <a:gd name="connsiteX1" fmla="*/ 4478060 w 4673045"/>
                <a:gd name="connsiteY1" fmla="*/ 919189 h 937337"/>
                <a:gd name="connsiteX2" fmla="*/ 4478060 w 4673045"/>
                <a:gd name="connsiteY2" fmla="*/ 558986 h 937337"/>
                <a:gd name="connsiteX3" fmla="*/ 4640797 w 4673045"/>
                <a:gd name="connsiteY3" fmla="*/ 398849 h 937337"/>
                <a:gd name="connsiteX4" fmla="*/ 4673046 w 4673045"/>
                <a:gd name="connsiteY4" fmla="*/ 398849 h 937337"/>
                <a:gd name="connsiteX5" fmla="*/ 4673046 w 4673045"/>
                <a:gd name="connsiteY5" fmla="*/ 246505 h 937337"/>
                <a:gd name="connsiteX6" fmla="*/ 4658844 w 4673045"/>
                <a:gd name="connsiteY6" fmla="*/ 246505 h 937337"/>
                <a:gd name="connsiteX7" fmla="*/ 4478060 w 4673045"/>
                <a:gd name="connsiteY7" fmla="*/ 378138 h 937337"/>
                <a:gd name="connsiteX8" fmla="*/ 4478060 w 4673045"/>
                <a:gd name="connsiteY8" fmla="*/ 258035 h 937337"/>
                <a:gd name="connsiteX9" fmla="*/ 4330912 w 4673045"/>
                <a:gd name="connsiteY9" fmla="*/ 258035 h 937337"/>
                <a:gd name="connsiteX10" fmla="*/ 4330912 w 4673045"/>
                <a:gd name="connsiteY10" fmla="*/ 918975 h 937337"/>
                <a:gd name="connsiteX11" fmla="*/ 3753749 w 4673045"/>
                <a:gd name="connsiteY11" fmla="*/ 517671 h 937337"/>
                <a:gd name="connsiteX12" fmla="*/ 3925457 w 4673045"/>
                <a:gd name="connsiteY12" fmla="*/ 374401 h 937337"/>
                <a:gd name="connsiteX13" fmla="*/ 4094601 w 4673045"/>
                <a:gd name="connsiteY13" fmla="*/ 517671 h 937337"/>
                <a:gd name="connsiteX14" fmla="*/ 3753749 w 4673045"/>
                <a:gd name="connsiteY14" fmla="*/ 517671 h 937337"/>
                <a:gd name="connsiteX15" fmla="*/ 3598807 w 4673045"/>
                <a:gd name="connsiteY15" fmla="*/ 588665 h 937337"/>
                <a:gd name="connsiteX16" fmla="*/ 3937096 w 4673045"/>
                <a:gd name="connsiteY16" fmla="*/ 937231 h 937337"/>
                <a:gd name="connsiteX17" fmla="*/ 4225091 w 4673045"/>
                <a:gd name="connsiteY17" fmla="*/ 788730 h 937337"/>
                <a:gd name="connsiteX18" fmla="*/ 4124394 w 4673045"/>
                <a:gd name="connsiteY18" fmla="*/ 703537 h 937337"/>
                <a:gd name="connsiteX19" fmla="*/ 3937203 w 4673045"/>
                <a:gd name="connsiteY19" fmla="*/ 802929 h 937337"/>
                <a:gd name="connsiteX20" fmla="*/ 3750012 w 4673045"/>
                <a:gd name="connsiteY20" fmla="*/ 636386 h 937337"/>
                <a:gd name="connsiteX21" fmla="*/ 4244525 w 4673045"/>
                <a:gd name="connsiteY21" fmla="*/ 636386 h 937337"/>
                <a:gd name="connsiteX22" fmla="*/ 4248369 w 4673045"/>
                <a:gd name="connsiteY22" fmla="*/ 582153 h 937337"/>
                <a:gd name="connsiteX23" fmla="*/ 3925564 w 4673045"/>
                <a:gd name="connsiteY23" fmla="*/ 239993 h 937337"/>
                <a:gd name="connsiteX24" fmla="*/ 3598914 w 4673045"/>
                <a:gd name="connsiteY24" fmla="*/ 588558 h 937337"/>
                <a:gd name="connsiteX25" fmla="*/ 3173917 w 4673045"/>
                <a:gd name="connsiteY25" fmla="*/ 795242 h 937337"/>
                <a:gd name="connsiteX26" fmla="*/ 2981493 w 4673045"/>
                <a:gd name="connsiteY26" fmla="*/ 588665 h 937337"/>
                <a:gd name="connsiteX27" fmla="*/ 3173917 w 4673045"/>
                <a:gd name="connsiteY27" fmla="*/ 382088 h 937337"/>
                <a:gd name="connsiteX28" fmla="*/ 3366340 w 4673045"/>
                <a:gd name="connsiteY28" fmla="*/ 588665 h 937337"/>
                <a:gd name="connsiteX29" fmla="*/ 3173917 w 4673045"/>
                <a:gd name="connsiteY29" fmla="*/ 795242 h 937337"/>
                <a:gd name="connsiteX30" fmla="*/ 3366340 w 4673045"/>
                <a:gd name="connsiteY30" fmla="*/ 258248 h 937337"/>
                <a:gd name="connsiteX31" fmla="*/ 3366340 w 4673045"/>
                <a:gd name="connsiteY31" fmla="*/ 367996 h 937337"/>
                <a:gd name="connsiteX32" fmla="*/ 3144231 w 4673045"/>
                <a:gd name="connsiteY32" fmla="*/ 240206 h 937337"/>
                <a:gd name="connsiteX33" fmla="*/ 2829220 w 4673045"/>
                <a:gd name="connsiteY33" fmla="*/ 588772 h 937337"/>
                <a:gd name="connsiteX34" fmla="*/ 3144231 w 4673045"/>
                <a:gd name="connsiteY34" fmla="*/ 937338 h 937337"/>
                <a:gd name="connsiteX35" fmla="*/ 3366340 w 4673045"/>
                <a:gd name="connsiteY35" fmla="*/ 809548 h 937337"/>
                <a:gd name="connsiteX36" fmla="*/ 3366340 w 4673045"/>
                <a:gd name="connsiteY36" fmla="*/ 919295 h 937337"/>
                <a:gd name="connsiteX37" fmla="*/ 3513594 w 4673045"/>
                <a:gd name="connsiteY37" fmla="*/ 919295 h 937337"/>
                <a:gd name="connsiteX38" fmla="*/ 3513594 w 4673045"/>
                <a:gd name="connsiteY38" fmla="*/ 258355 h 937337"/>
                <a:gd name="connsiteX39" fmla="*/ 3366340 w 4673045"/>
                <a:gd name="connsiteY39" fmla="*/ 258355 h 937337"/>
                <a:gd name="connsiteX40" fmla="*/ 2188735 w 4673045"/>
                <a:gd name="connsiteY40" fmla="*/ 919189 h 937337"/>
                <a:gd name="connsiteX41" fmla="*/ 2335882 w 4673045"/>
                <a:gd name="connsiteY41" fmla="*/ 919189 h 937337"/>
                <a:gd name="connsiteX42" fmla="*/ 2335882 w 4673045"/>
                <a:gd name="connsiteY42" fmla="*/ 526746 h 937337"/>
                <a:gd name="connsiteX43" fmla="*/ 2472778 w 4673045"/>
                <a:gd name="connsiteY43" fmla="*/ 369277 h 937337"/>
                <a:gd name="connsiteX44" fmla="*/ 2601879 w 4673045"/>
                <a:gd name="connsiteY44" fmla="*/ 515109 h 937337"/>
                <a:gd name="connsiteX45" fmla="*/ 2601879 w 4673045"/>
                <a:gd name="connsiteY45" fmla="*/ 919189 h 937337"/>
                <a:gd name="connsiteX46" fmla="*/ 2749133 w 4673045"/>
                <a:gd name="connsiteY46" fmla="*/ 919189 h 937337"/>
                <a:gd name="connsiteX47" fmla="*/ 2749133 w 4673045"/>
                <a:gd name="connsiteY47" fmla="*/ 489273 h 937337"/>
                <a:gd name="connsiteX48" fmla="*/ 2533538 w 4673045"/>
                <a:gd name="connsiteY48" fmla="*/ 240100 h 937337"/>
                <a:gd name="connsiteX49" fmla="*/ 2335989 w 4673045"/>
                <a:gd name="connsiteY49" fmla="*/ 346004 h 937337"/>
                <a:gd name="connsiteX50" fmla="*/ 2335989 w 4673045"/>
                <a:gd name="connsiteY50" fmla="*/ 15480 h 937337"/>
                <a:gd name="connsiteX51" fmla="*/ 2188842 w 4673045"/>
                <a:gd name="connsiteY51" fmla="*/ 15480 h 937337"/>
                <a:gd name="connsiteX52" fmla="*/ 2188842 w 4673045"/>
                <a:gd name="connsiteY52" fmla="*/ 919189 h 937337"/>
                <a:gd name="connsiteX53" fmla="*/ 2090601 w 4673045"/>
                <a:gd name="connsiteY53" fmla="*/ 921751 h 937337"/>
                <a:gd name="connsiteX54" fmla="*/ 2090601 w 4673045"/>
                <a:gd name="connsiteY54" fmla="*/ 797805 h 937337"/>
                <a:gd name="connsiteX55" fmla="*/ 2035074 w 4673045"/>
                <a:gd name="connsiteY55" fmla="*/ 801648 h 937337"/>
                <a:gd name="connsiteX56" fmla="*/ 1929145 w 4673045"/>
                <a:gd name="connsiteY56" fmla="*/ 694463 h 937337"/>
                <a:gd name="connsiteX57" fmla="*/ 1929145 w 4673045"/>
                <a:gd name="connsiteY57" fmla="*/ 384650 h 937337"/>
                <a:gd name="connsiteX58" fmla="*/ 2090601 w 4673045"/>
                <a:gd name="connsiteY58" fmla="*/ 384650 h 937337"/>
                <a:gd name="connsiteX59" fmla="*/ 2090601 w 4673045"/>
                <a:gd name="connsiteY59" fmla="*/ 258142 h 937337"/>
                <a:gd name="connsiteX60" fmla="*/ 1929145 w 4673045"/>
                <a:gd name="connsiteY60" fmla="*/ 258142 h 937337"/>
                <a:gd name="connsiteX61" fmla="*/ 1929145 w 4673045"/>
                <a:gd name="connsiteY61" fmla="*/ 67044 h 937337"/>
                <a:gd name="connsiteX62" fmla="*/ 1781891 w 4673045"/>
                <a:gd name="connsiteY62" fmla="*/ 112203 h 937337"/>
                <a:gd name="connsiteX63" fmla="*/ 1781891 w 4673045"/>
                <a:gd name="connsiteY63" fmla="*/ 258035 h 937337"/>
                <a:gd name="connsiteX64" fmla="*/ 1654072 w 4673045"/>
                <a:gd name="connsiteY64" fmla="*/ 258035 h 937337"/>
                <a:gd name="connsiteX65" fmla="*/ 1654072 w 4673045"/>
                <a:gd name="connsiteY65" fmla="*/ 384543 h 937337"/>
                <a:gd name="connsiteX66" fmla="*/ 1781891 w 4673045"/>
                <a:gd name="connsiteY66" fmla="*/ 384543 h 937337"/>
                <a:gd name="connsiteX67" fmla="*/ 1781891 w 4673045"/>
                <a:gd name="connsiteY67" fmla="*/ 708555 h 937337"/>
                <a:gd name="connsiteX68" fmla="*/ 1994923 w 4673045"/>
                <a:gd name="connsiteY68" fmla="*/ 933174 h 937337"/>
                <a:gd name="connsiteX69" fmla="*/ 2090494 w 4673045"/>
                <a:gd name="connsiteY69" fmla="*/ 921537 h 937337"/>
                <a:gd name="connsiteX70" fmla="*/ 1293892 w 4673045"/>
                <a:gd name="connsiteY70" fmla="*/ 795242 h 937337"/>
                <a:gd name="connsiteX71" fmla="*/ 1101469 w 4673045"/>
                <a:gd name="connsiteY71" fmla="*/ 588665 h 937337"/>
                <a:gd name="connsiteX72" fmla="*/ 1293892 w 4673045"/>
                <a:gd name="connsiteY72" fmla="*/ 382088 h 937337"/>
                <a:gd name="connsiteX73" fmla="*/ 1486315 w 4673045"/>
                <a:gd name="connsiteY73" fmla="*/ 588665 h 937337"/>
                <a:gd name="connsiteX74" fmla="*/ 1293892 w 4673045"/>
                <a:gd name="connsiteY74" fmla="*/ 795242 h 937337"/>
                <a:gd name="connsiteX75" fmla="*/ 1293892 w 4673045"/>
                <a:gd name="connsiteY75" fmla="*/ 937231 h 937337"/>
                <a:gd name="connsiteX76" fmla="*/ 1638695 w 4673045"/>
                <a:gd name="connsiteY76" fmla="*/ 588665 h 937337"/>
                <a:gd name="connsiteX77" fmla="*/ 1293892 w 4673045"/>
                <a:gd name="connsiteY77" fmla="*/ 240100 h 937337"/>
                <a:gd name="connsiteX78" fmla="*/ 949089 w 4673045"/>
                <a:gd name="connsiteY78" fmla="*/ 588665 h 937337"/>
                <a:gd name="connsiteX79" fmla="*/ 1293892 w 4673045"/>
                <a:gd name="connsiteY79" fmla="*/ 937231 h 937337"/>
                <a:gd name="connsiteX80" fmla="*/ 454576 w 4673045"/>
                <a:gd name="connsiteY80" fmla="*/ 0 h 937337"/>
                <a:gd name="connsiteX81" fmla="*/ 0 w 4673045"/>
                <a:gd name="connsiteY81" fmla="*/ 468669 h 937337"/>
                <a:gd name="connsiteX82" fmla="*/ 435141 w 4673045"/>
                <a:gd name="connsiteY82" fmla="*/ 937338 h 937337"/>
                <a:gd name="connsiteX83" fmla="*/ 711496 w 4673045"/>
                <a:gd name="connsiteY83" fmla="*/ 803036 h 937337"/>
                <a:gd name="connsiteX84" fmla="*/ 711496 w 4673045"/>
                <a:gd name="connsiteY84" fmla="*/ 919189 h 937337"/>
                <a:gd name="connsiteX85" fmla="*/ 861313 w 4673045"/>
                <a:gd name="connsiteY85" fmla="*/ 919189 h 937337"/>
                <a:gd name="connsiteX86" fmla="*/ 861313 w 4673045"/>
                <a:gd name="connsiteY86" fmla="*/ 444114 h 937337"/>
                <a:gd name="connsiteX87" fmla="*/ 470060 w 4673045"/>
                <a:gd name="connsiteY87" fmla="*/ 444114 h 937337"/>
                <a:gd name="connsiteX88" fmla="*/ 470060 w 4673045"/>
                <a:gd name="connsiteY88" fmla="*/ 591334 h 937337"/>
                <a:gd name="connsiteX89" fmla="*/ 698576 w 4673045"/>
                <a:gd name="connsiteY89" fmla="*/ 591334 h 937337"/>
                <a:gd name="connsiteX90" fmla="*/ 454470 w 4673045"/>
                <a:gd name="connsiteY90" fmla="*/ 779869 h 937337"/>
                <a:gd name="connsiteX91" fmla="*/ 175552 w 4673045"/>
                <a:gd name="connsiteY91" fmla="*/ 468776 h 937337"/>
                <a:gd name="connsiteX92" fmla="*/ 454470 w 4673045"/>
                <a:gd name="connsiteY92" fmla="*/ 157682 h 937337"/>
                <a:gd name="connsiteX93" fmla="*/ 699857 w 4673045"/>
                <a:gd name="connsiteY93" fmla="*/ 298389 h 937337"/>
                <a:gd name="connsiteX94" fmla="*/ 839316 w 4673045"/>
                <a:gd name="connsiteY94" fmla="*/ 205403 h 937337"/>
                <a:gd name="connsiteX95" fmla="*/ 454470 w 4673045"/>
                <a:gd name="connsiteY95" fmla="*/ 107 h 9373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673045" h="937337">
                  <a:moveTo>
                    <a:pt x="4330912" y="919189"/>
                  </a:moveTo>
                  <a:lnTo>
                    <a:pt x="4478060" y="919189"/>
                  </a:lnTo>
                  <a:lnTo>
                    <a:pt x="4478060" y="558986"/>
                  </a:lnTo>
                  <a:cubicBezTo>
                    <a:pt x="4478060" y="449239"/>
                    <a:pt x="4524510" y="398849"/>
                    <a:pt x="4640797" y="398849"/>
                  </a:cubicBezTo>
                  <a:lnTo>
                    <a:pt x="4673046" y="398849"/>
                  </a:lnTo>
                  <a:lnTo>
                    <a:pt x="4673046" y="246505"/>
                  </a:lnTo>
                  <a:lnTo>
                    <a:pt x="4658844" y="246505"/>
                  </a:lnTo>
                  <a:cubicBezTo>
                    <a:pt x="4561991" y="246505"/>
                    <a:pt x="4498776" y="300738"/>
                    <a:pt x="4478060" y="378138"/>
                  </a:cubicBezTo>
                  <a:lnTo>
                    <a:pt x="4478060" y="258035"/>
                  </a:lnTo>
                  <a:lnTo>
                    <a:pt x="4330912" y="258035"/>
                  </a:lnTo>
                  <a:lnTo>
                    <a:pt x="4330912" y="918975"/>
                  </a:lnTo>
                  <a:close/>
                  <a:moveTo>
                    <a:pt x="3753749" y="517671"/>
                  </a:moveTo>
                  <a:cubicBezTo>
                    <a:pt x="3774358" y="428635"/>
                    <a:pt x="3837681" y="374401"/>
                    <a:pt x="3925457" y="374401"/>
                  </a:cubicBezTo>
                  <a:cubicBezTo>
                    <a:pt x="4008107" y="374401"/>
                    <a:pt x="4075273" y="423510"/>
                    <a:pt x="4094601" y="517671"/>
                  </a:cubicBezTo>
                  <a:lnTo>
                    <a:pt x="3753749" y="517671"/>
                  </a:lnTo>
                  <a:close/>
                  <a:moveTo>
                    <a:pt x="3598807" y="588665"/>
                  </a:moveTo>
                  <a:cubicBezTo>
                    <a:pt x="3598807" y="790011"/>
                    <a:pt x="3742110" y="937231"/>
                    <a:pt x="3937096" y="937231"/>
                  </a:cubicBezTo>
                  <a:cubicBezTo>
                    <a:pt x="4057227" y="937231"/>
                    <a:pt x="4170844" y="877873"/>
                    <a:pt x="4225091" y="788730"/>
                  </a:cubicBezTo>
                  <a:lnTo>
                    <a:pt x="4124394" y="703537"/>
                  </a:lnTo>
                  <a:cubicBezTo>
                    <a:pt x="4086913" y="765564"/>
                    <a:pt x="4017183" y="802929"/>
                    <a:pt x="3937203" y="802929"/>
                  </a:cubicBezTo>
                  <a:cubicBezTo>
                    <a:pt x="3840350" y="802929"/>
                    <a:pt x="3768059" y="737059"/>
                    <a:pt x="3750012" y="636386"/>
                  </a:cubicBezTo>
                  <a:lnTo>
                    <a:pt x="4244525" y="636386"/>
                  </a:lnTo>
                  <a:cubicBezTo>
                    <a:pt x="4247088" y="619625"/>
                    <a:pt x="4248369" y="600195"/>
                    <a:pt x="4248369" y="582153"/>
                  </a:cubicBezTo>
                  <a:cubicBezTo>
                    <a:pt x="4248369" y="392337"/>
                    <a:pt x="4119268" y="239993"/>
                    <a:pt x="3925564" y="239993"/>
                  </a:cubicBezTo>
                  <a:cubicBezTo>
                    <a:pt x="3731859" y="239993"/>
                    <a:pt x="3598914" y="387212"/>
                    <a:pt x="3598914" y="588558"/>
                  </a:cubicBezTo>
                  <a:moveTo>
                    <a:pt x="3173917" y="795242"/>
                  </a:moveTo>
                  <a:cubicBezTo>
                    <a:pt x="3062862" y="795242"/>
                    <a:pt x="2981493" y="707487"/>
                    <a:pt x="2981493" y="588665"/>
                  </a:cubicBezTo>
                  <a:cubicBezTo>
                    <a:pt x="2981493" y="469843"/>
                    <a:pt x="3062862" y="382088"/>
                    <a:pt x="3173917" y="382088"/>
                  </a:cubicBezTo>
                  <a:cubicBezTo>
                    <a:pt x="3284971" y="382088"/>
                    <a:pt x="3366340" y="469843"/>
                    <a:pt x="3366340" y="588665"/>
                  </a:cubicBezTo>
                  <a:cubicBezTo>
                    <a:pt x="3366340" y="707487"/>
                    <a:pt x="3284971" y="795242"/>
                    <a:pt x="3173917" y="795242"/>
                  </a:cubicBezTo>
                  <a:moveTo>
                    <a:pt x="3366340" y="258248"/>
                  </a:moveTo>
                  <a:lnTo>
                    <a:pt x="3366340" y="367996"/>
                  </a:lnTo>
                  <a:cubicBezTo>
                    <a:pt x="3322452" y="284084"/>
                    <a:pt x="3246209" y="240206"/>
                    <a:pt x="3144231" y="240206"/>
                  </a:cubicBezTo>
                  <a:cubicBezTo>
                    <a:pt x="2971242" y="240206"/>
                    <a:pt x="2829220" y="386038"/>
                    <a:pt x="2829220" y="588772"/>
                  </a:cubicBezTo>
                  <a:cubicBezTo>
                    <a:pt x="2829220" y="791506"/>
                    <a:pt x="2971242" y="937338"/>
                    <a:pt x="3144231" y="937338"/>
                  </a:cubicBezTo>
                  <a:cubicBezTo>
                    <a:pt x="3246209" y="937338"/>
                    <a:pt x="3322452" y="893460"/>
                    <a:pt x="3366340" y="809548"/>
                  </a:cubicBezTo>
                  <a:lnTo>
                    <a:pt x="3366340" y="919295"/>
                  </a:lnTo>
                  <a:lnTo>
                    <a:pt x="3513594" y="919295"/>
                  </a:lnTo>
                  <a:lnTo>
                    <a:pt x="3513594" y="258355"/>
                  </a:lnTo>
                  <a:lnTo>
                    <a:pt x="3366340" y="258355"/>
                  </a:lnTo>
                  <a:close/>
                  <a:moveTo>
                    <a:pt x="2188735" y="919189"/>
                  </a:moveTo>
                  <a:lnTo>
                    <a:pt x="2335882" y="919189"/>
                  </a:lnTo>
                  <a:lnTo>
                    <a:pt x="2335882" y="526746"/>
                  </a:lnTo>
                  <a:cubicBezTo>
                    <a:pt x="2335882" y="424791"/>
                    <a:pt x="2390128" y="369277"/>
                    <a:pt x="2472778" y="369277"/>
                  </a:cubicBezTo>
                  <a:cubicBezTo>
                    <a:pt x="2555429" y="369277"/>
                    <a:pt x="2601879" y="424791"/>
                    <a:pt x="2601879" y="515109"/>
                  </a:cubicBezTo>
                  <a:lnTo>
                    <a:pt x="2601879" y="919189"/>
                  </a:lnTo>
                  <a:lnTo>
                    <a:pt x="2749133" y="919189"/>
                  </a:lnTo>
                  <a:lnTo>
                    <a:pt x="2749133" y="489273"/>
                  </a:lnTo>
                  <a:cubicBezTo>
                    <a:pt x="2749133" y="318887"/>
                    <a:pt x="2657407" y="240100"/>
                    <a:pt x="2533538" y="240100"/>
                  </a:cubicBezTo>
                  <a:cubicBezTo>
                    <a:pt x="2431560" y="240100"/>
                    <a:pt x="2364394" y="290489"/>
                    <a:pt x="2335989" y="346004"/>
                  </a:cubicBezTo>
                  <a:lnTo>
                    <a:pt x="2335989" y="15480"/>
                  </a:lnTo>
                  <a:lnTo>
                    <a:pt x="2188842" y="15480"/>
                  </a:lnTo>
                  <a:lnTo>
                    <a:pt x="2188842" y="919189"/>
                  </a:lnTo>
                  <a:close/>
                  <a:moveTo>
                    <a:pt x="2090601" y="921751"/>
                  </a:moveTo>
                  <a:lnTo>
                    <a:pt x="2090601" y="797805"/>
                  </a:lnTo>
                  <a:cubicBezTo>
                    <a:pt x="2073836" y="800367"/>
                    <a:pt x="2050558" y="801648"/>
                    <a:pt x="2035074" y="801648"/>
                  </a:cubicBezTo>
                  <a:cubicBezTo>
                    <a:pt x="1962782" y="801648"/>
                    <a:pt x="1929145" y="764176"/>
                    <a:pt x="1929145" y="694463"/>
                  </a:cubicBezTo>
                  <a:lnTo>
                    <a:pt x="1929145" y="384650"/>
                  </a:lnTo>
                  <a:lnTo>
                    <a:pt x="2090601" y="384650"/>
                  </a:lnTo>
                  <a:lnTo>
                    <a:pt x="2090601" y="258142"/>
                  </a:lnTo>
                  <a:lnTo>
                    <a:pt x="1929145" y="258142"/>
                  </a:lnTo>
                  <a:lnTo>
                    <a:pt x="1929145" y="67044"/>
                  </a:lnTo>
                  <a:lnTo>
                    <a:pt x="1781891" y="112203"/>
                  </a:lnTo>
                  <a:lnTo>
                    <a:pt x="1781891" y="258035"/>
                  </a:lnTo>
                  <a:lnTo>
                    <a:pt x="1654072" y="258035"/>
                  </a:lnTo>
                  <a:lnTo>
                    <a:pt x="1654072" y="384543"/>
                  </a:lnTo>
                  <a:lnTo>
                    <a:pt x="1781891" y="384543"/>
                  </a:lnTo>
                  <a:lnTo>
                    <a:pt x="1781891" y="708555"/>
                  </a:lnTo>
                  <a:cubicBezTo>
                    <a:pt x="1781891" y="851824"/>
                    <a:pt x="1860697" y="933174"/>
                    <a:pt x="1994923" y="933174"/>
                  </a:cubicBezTo>
                  <a:cubicBezTo>
                    <a:pt x="2032404" y="933174"/>
                    <a:pt x="2065934" y="929331"/>
                    <a:pt x="2090494" y="921537"/>
                  </a:cubicBezTo>
                  <a:moveTo>
                    <a:pt x="1293892" y="795242"/>
                  </a:moveTo>
                  <a:cubicBezTo>
                    <a:pt x="1182837" y="795242"/>
                    <a:pt x="1101469" y="707487"/>
                    <a:pt x="1101469" y="588665"/>
                  </a:cubicBezTo>
                  <a:cubicBezTo>
                    <a:pt x="1101469" y="469843"/>
                    <a:pt x="1182837" y="382088"/>
                    <a:pt x="1293892" y="382088"/>
                  </a:cubicBezTo>
                  <a:cubicBezTo>
                    <a:pt x="1404946" y="382088"/>
                    <a:pt x="1486315" y="469843"/>
                    <a:pt x="1486315" y="588665"/>
                  </a:cubicBezTo>
                  <a:cubicBezTo>
                    <a:pt x="1486315" y="707487"/>
                    <a:pt x="1404946" y="795242"/>
                    <a:pt x="1293892" y="795242"/>
                  </a:cubicBezTo>
                  <a:moveTo>
                    <a:pt x="1293892" y="937231"/>
                  </a:moveTo>
                  <a:cubicBezTo>
                    <a:pt x="1490160" y="937231"/>
                    <a:pt x="1638695" y="791399"/>
                    <a:pt x="1638695" y="588665"/>
                  </a:cubicBezTo>
                  <a:cubicBezTo>
                    <a:pt x="1638695" y="385931"/>
                    <a:pt x="1490160" y="240100"/>
                    <a:pt x="1293892" y="240100"/>
                  </a:cubicBezTo>
                  <a:cubicBezTo>
                    <a:pt x="1097625" y="240100"/>
                    <a:pt x="949089" y="385931"/>
                    <a:pt x="949089" y="588665"/>
                  </a:cubicBezTo>
                  <a:cubicBezTo>
                    <a:pt x="949089" y="791399"/>
                    <a:pt x="1097625" y="937231"/>
                    <a:pt x="1293892" y="937231"/>
                  </a:cubicBezTo>
                  <a:moveTo>
                    <a:pt x="454576" y="0"/>
                  </a:moveTo>
                  <a:cubicBezTo>
                    <a:pt x="194986" y="0"/>
                    <a:pt x="0" y="196222"/>
                    <a:pt x="0" y="468669"/>
                  </a:cubicBezTo>
                  <a:cubicBezTo>
                    <a:pt x="0" y="741116"/>
                    <a:pt x="194986" y="937338"/>
                    <a:pt x="435141" y="937338"/>
                  </a:cubicBezTo>
                  <a:cubicBezTo>
                    <a:pt x="546196" y="937338"/>
                    <a:pt x="650737" y="885667"/>
                    <a:pt x="711496" y="803036"/>
                  </a:cubicBezTo>
                  <a:lnTo>
                    <a:pt x="711496" y="919189"/>
                  </a:lnTo>
                  <a:lnTo>
                    <a:pt x="861313" y="919189"/>
                  </a:lnTo>
                  <a:lnTo>
                    <a:pt x="861313" y="444114"/>
                  </a:lnTo>
                  <a:lnTo>
                    <a:pt x="470060" y="444114"/>
                  </a:lnTo>
                  <a:lnTo>
                    <a:pt x="470060" y="591334"/>
                  </a:lnTo>
                  <a:lnTo>
                    <a:pt x="698576" y="591334"/>
                  </a:lnTo>
                  <a:cubicBezTo>
                    <a:pt x="676579" y="702363"/>
                    <a:pt x="578445" y="779869"/>
                    <a:pt x="454470" y="779869"/>
                  </a:cubicBezTo>
                  <a:cubicBezTo>
                    <a:pt x="291732" y="779869"/>
                    <a:pt x="175552" y="648236"/>
                    <a:pt x="175552" y="468776"/>
                  </a:cubicBezTo>
                  <a:cubicBezTo>
                    <a:pt x="175552" y="289315"/>
                    <a:pt x="291732" y="157682"/>
                    <a:pt x="454470" y="157682"/>
                  </a:cubicBezTo>
                  <a:cubicBezTo>
                    <a:pt x="570649" y="157682"/>
                    <a:pt x="654581" y="215759"/>
                    <a:pt x="699857" y="298389"/>
                  </a:cubicBezTo>
                  <a:lnTo>
                    <a:pt x="839316" y="205403"/>
                  </a:lnTo>
                  <a:cubicBezTo>
                    <a:pt x="770868" y="76332"/>
                    <a:pt x="626284" y="107"/>
                    <a:pt x="454470" y="107"/>
                  </a:cubicBezTo>
                </a:path>
              </a:pathLst>
            </a:custGeom>
            <a:solidFill>
              <a:srgbClr val="FFFFFF"/>
            </a:solidFill>
            <a:ln w="10675" cap="flat">
              <a:noFill/>
              <a:prstDash val="solid"/>
              <a:miter/>
            </a:ln>
          </p:spPr>
          <p:txBody>
            <a:bodyPr rtlCol="0" anchor="ctr"/>
            <a:lstStyle/>
            <a:p>
              <a:endParaRPr lang="de-DE" dirty="0">
                <a:latin typeface="BarmeniaGothaer Offc" panose="020B0503020204020204" pitchFamily="34" charset="0"/>
              </a:endParaRPr>
            </a:p>
          </p:txBody>
        </p:sp>
        <p:sp>
          <p:nvSpPr>
            <p:cNvPr id="40" name="Freihandform 39">
              <a:extLst>
                <a:ext uri="{FF2B5EF4-FFF2-40B4-BE49-F238E27FC236}">
                  <a16:creationId xmlns:a16="http://schemas.microsoft.com/office/drawing/2014/main" id="{1013CB3E-B322-6782-C533-3FC5C3FBF381}"/>
                </a:ext>
              </a:extLst>
            </p:cNvPr>
            <p:cNvSpPr/>
            <p:nvPr/>
          </p:nvSpPr>
          <p:spPr>
            <a:xfrm>
              <a:off x="1768255" y="-1865975"/>
              <a:ext cx="1032722" cy="182257"/>
            </a:xfrm>
            <a:custGeom>
              <a:avLst/>
              <a:gdLst>
                <a:gd name="connsiteX0" fmla="*/ 5023081 w 5362651"/>
                <a:gd name="connsiteY0" fmla="*/ 804316 h 946411"/>
                <a:gd name="connsiteX1" fmla="*/ 4830658 w 5362651"/>
                <a:gd name="connsiteY1" fmla="*/ 597740 h 946411"/>
                <a:gd name="connsiteX2" fmla="*/ 5023081 w 5362651"/>
                <a:gd name="connsiteY2" fmla="*/ 391162 h 946411"/>
                <a:gd name="connsiteX3" fmla="*/ 5215504 w 5362651"/>
                <a:gd name="connsiteY3" fmla="*/ 597740 h 946411"/>
                <a:gd name="connsiteX4" fmla="*/ 5023081 w 5362651"/>
                <a:gd name="connsiteY4" fmla="*/ 804316 h 946411"/>
                <a:gd name="connsiteX5" fmla="*/ 5215504 w 5362651"/>
                <a:gd name="connsiteY5" fmla="*/ 267323 h 946411"/>
                <a:gd name="connsiteX6" fmla="*/ 5215504 w 5362651"/>
                <a:gd name="connsiteY6" fmla="*/ 377070 h 946411"/>
                <a:gd name="connsiteX7" fmla="*/ 4993395 w 5362651"/>
                <a:gd name="connsiteY7" fmla="*/ 249280 h 946411"/>
                <a:gd name="connsiteX8" fmla="*/ 4678278 w 5362651"/>
                <a:gd name="connsiteY8" fmla="*/ 597846 h 946411"/>
                <a:gd name="connsiteX9" fmla="*/ 4993395 w 5362651"/>
                <a:gd name="connsiteY9" fmla="*/ 946412 h 946411"/>
                <a:gd name="connsiteX10" fmla="*/ 5215504 w 5362651"/>
                <a:gd name="connsiteY10" fmla="*/ 818622 h 946411"/>
                <a:gd name="connsiteX11" fmla="*/ 5215504 w 5362651"/>
                <a:gd name="connsiteY11" fmla="*/ 928370 h 946411"/>
                <a:gd name="connsiteX12" fmla="*/ 5362651 w 5362651"/>
                <a:gd name="connsiteY12" fmla="*/ 928370 h 946411"/>
                <a:gd name="connsiteX13" fmla="*/ 5362651 w 5362651"/>
                <a:gd name="connsiteY13" fmla="*/ 267429 h 946411"/>
                <a:gd name="connsiteX14" fmla="*/ 5215504 w 5362651"/>
                <a:gd name="connsiteY14" fmla="*/ 267429 h 946411"/>
                <a:gd name="connsiteX15" fmla="*/ 4611218 w 5362651"/>
                <a:gd name="connsiteY15" fmla="*/ 91705 h 946411"/>
                <a:gd name="connsiteX16" fmla="*/ 4519492 w 5362651"/>
                <a:gd name="connsiteY16" fmla="*/ 183411 h 946411"/>
                <a:gd name="connsiteX17" fmla="*/ 4427765 w 5362651"/>
                <a:gd name="connsiteY17" fmla="*/ 91705 h 946411"/>
                <a:gd name="connsiteX18" fmla="*/ 4519492 w 5362651"/>
                <a:gd name="connsiteY18" fmla="*/ 0 h 946411"/>
                <a:gd name="connsiteX19" fmla="*/ 4611218 w 5362651"/>
                <a:gd name="connsiteY19" fmla="*/ 91705 h 946411"/>
                <a:gd name="connsiteX20" fmla="*/ 4445918 w 5362651"/>
                <a:gd name="connsiteY20" fmla="*/ 928263 h 946411"/>
                <a:gd name="connsiteX21" fmla="*/ 4593172 w 5362651"/>
                <a:gd name="connsiteY21" fmla="*/ 928263 h 946411"/>
                <a:gd name="connsiteX22" fmla="*/ 4593172 w 5362651"/>
                <a:gd name="connsiteY22" fmla="*/ 267323 h 946411"/>
                <a:gd name="connsiteX23" fmla="*/ 4445918 w 5362651"/>
                <a:gd name="connsiteY23" fmla="*/ 267323 h 946411"/>
                <a:gd name="connsiteX24" fmla="*/ 4445918 w 5362651"/>
                <a:gd name="connsiteY24" fmla="*/ 928263 h 946411"/>
                <a:gd name="connsiteX25" fmla="*/ 3777028 w 5362651"/>
                <a:gd name="connsiteY25" fmla="*/ 928263 h 946411"/>
                <a:gd name="connsiteX26" fmla="*/ 3924176 w 5362651"/>
                <a:gd name="connsiteY26" fmla="*/ 928263 h 946411"/>
                <a:gd name="connsiteX27" fmla="*/ 3924176 w 5362651"/>
                <a:gd name="connsiteY27" fmla="*/ 535820 h 946411"/>
                <a:gd name="connsiteX28" fmla="*/ 4061071 w 5362651"/>
                <a:gd name="connsiteY28" fmla="*/ 378351 h 946411"/>
                <a:gd name="connsiteX29" fmla="*/ 4190172 w 5362651"/>
                <a:gd name="connsiteY29" fmla="*/ 524183 h 946411"/>
                <a:gd name="connsiteX30" fmla="*/ 4190172 w 5362651"/>
                <a:gd name="connsiteY30" fmla="*/ 928263 h 946411"/>
                <a:gd name="connsiteX31" fmla="*/ 4337426 w 5362651"/>
                <a:gd name="connsiteY31" fmla="*/ 928263 h 946411"/>
                <a:gd name="connsiteX32" fmla="*/ 4337426 w 5362651"/>
                <a:gd name="connsiteY32" fmla="*/ 498348 h 946411"/>
                <a:gd name="connsiteX33" fmla="*/ 4121831 w 5362651"/>
                <a:gd name="connsiteY33" fmla="*/ 249174 h 946411"/>
                <a:gd name="connsiteX34" fmla="*/ 3924282 w 5362651"/>
                <a:gd name="connsiteY34" fmla="*/ 355078 h 946411"/>
                <a:gd name="connsiteX35" fmla="*/ 3924282 w 5362651"/>
                <a:gd name="connsiteY35" fmla="*/ 267323 h 946411"/>
                <a:gd name="connsiteX36" fmla="*/ 3777135 w 5362651"/>
                <a:gd name="connsiteY36" fmla="*/ 267323 h 946411"/>
                <a:gd name="connsiteX37" fmla="*/ 3777135 w 5362651"/>
                <a:gd name="connsiteY37" fmla="*/ 928263 h 946411"/>
                <a:gd name="connsiteX38" fmla="*/ 3199865 w 5362651"/>
                <a:gd name="connsiteY38" fmla="*/ 526745 h 946411"/>
                <a:gd name="connsiteX39" fmla="*/ 3371573 w 5362651"/>
                <a:gd name="connsiteY39" fmla="*/ 383476 h 946411"/>
                <a:gd name="connsiteX40" fmla="*/ 3540717 w 5362651"/>
                <a:gd name="connsiteY40" fmla="*/ 526745 h 946411"/>
                <a:gd name="connsiteX41" fmla="*/ 3199865 w 5362651"/>
                <a:gd name="connsiteY41" fmla="*/ 526745 h 946411"/>
                <a:gd name="connsiteX42" fmla="*/ 3044923 w 5362651"/>
                <a:gd name="connsiteY42" fmla="*/ 597740 h 946411"/>
                <a:gd name="connsiteX43" fmla="*/ 3383212 w 5362651"/>
                <a:gd name="connsiteY43" fmla="*/ 946305 h 946411"/>
                <a:gd name="connsiteX44" fmla="*/ 3671206 w 5362651"/>
                <a:gd name="connsiteY44" fmla="*/ 797804 h 946411"/>
                <a:gd name="connsiteX45" fmla="*/ 3570509 w 5362651"/>
                <a:gd name="connsiteY45" fmla="*/ 712611 h 946411"/>
                <a:gd name="connsiteX46" fmla="*/ 3383318 w 5362651"/>
                <a:gd name="connsiteY46" fmla="*/ 812003 h 946411"/>
                <a:gd name="connsiteX47" fmla="*/ 3196127 w 5362651"/>
                <a:gd name="connsiteY47" fmla="*/ 645460 h 946411"/>
                <a:gd name="connsiteX48" fmla="*/ 3690640 w 5362651"/>
                <a:gd name="connsiteY48" fmla="*/ 645460 h 946411"/>
                <a:gd name="connsiteX49" fmla="*/ 3694485 w 5362651"/>
                <a:gd name="connsiteY49" fmla="*/ 591227 h 946411"/>
                <a:gd name="connsiteX50" fmla="*/ 3371679 w 5362651"/>
                <a:gd name="connsiteY50" fmla="*/ 249174 h 946411"/>
                <a:gd name="connsiteX51" fmla="*/ 3044923 w 5362651"/>
                <a:gd name="connsiteY51" fmla="*/ 597740 h 946411"/>
                <a:gd name="connsiteX52" fmla="*/ 2032511 w 5362651"/>
                <a:gd name="connsiteY52" fmla="*/ 928263 h 946411"/>
                <a:gd name="connsiteX53" fmla="*/ 2179765 w 5362651"/>
                <a:gd name="connsiteY53" fmla="*/ 928263 h 946411"/>
                <a:gd name="connsiteX54" fmla="*/ 2179765 w 5362651"/>
                <a:gd name="connsiteY54" fmla="*/ 535820 h 946411"/>
                <a:gd name="connsiteX55" fmla="*/ 2306304 w 5362651"/>
                <a:gd name="connsiteY55" fmla="*/ 378351 h 946411"/>
                <a:gd name="connsiteX56" fmla="*/ 2425153 w 5362651"/>
                <a:gd name="connsiteY56" fmla="*/ 524183 h 946411"/>
                <a:gd name="connsiteX57" fmla="*/ 2425153 w 5362651"/>
                <a:gd name="connsiteY57" fmla="*/ 928263 h 946411"/>
                <a:gd name="connsiteX58" fmla="*/ 2572300 w 5362651"/>
                <a:gd name="connsiteY58" fmla="*/ 928263 h 946411"/>
                <a:gd name="connsiteX59" fmla="*/ 2572300 w 5362651"/>
                <a:gd name="connsiteY59" fmla="*/ 521621 h 946411"/>
                <a:gd name="connsiteX60" fmla="*/ 2698839 w 5362651"/>
                <a:gd name="connsiteY60" fmla="*/ 378351 h 946411"/>
                <a:gd name="connsiteX61" fmla="*/ 2817688 w 5362651"/>
                <a:gd name="connsiteY61" fmla="*/ 524183 h 946411"/>
                <a:gd name="connsiteX62" fmla="*/ 2817688 w 5362651"/>
                <a:gd name="connsiteY62" fmla="*/ 928263 h 946411"/>
                <a:gd name="connsiteX63" fmla="*/ 2964942 w 5362651"/>
                <a:gd name="connsiteY63" fmla="*/ 928263 h 946411"/>
                <a:gd name="connsiteX64" fmla="*/ 2964942 w 5362651"/>
                <a:gd name="connsiteY64" fmla="*/ 498348 h 946411"/>
                <a:gd name="connsiteX65" fmla="*/ 2746677 w 5362651"/>
                <a:gd name="connsiteY65" fmla="*/ 249174 h 946411"/>
                <a:gd name="connsiteX66" fmla="*/ 2547847 w 5362651"/>
                <a:gd name="connsiteY66" fmla="*/ 362764 h 946411"/>
                <a:gd name="connsiteX67" fmla="*/ 2367063 w 5362651"/>
                <a:gd name="connsiteY67" fmla="*/ 249174 h 946411"/>
                <a:gd name="connsiteX68" fmla="*/ 2179872 w 5362651"/>
                <a:gd name="connsiteY68" fmla="*/ 355078 h 946411"/>
                <a:gd name="connsiteX69" fmla="*/ 2179872 w 5362651"/>
                <a:gd name="connsiteY69" fmla="*/ 267323 h 946411"/>
                <a:gd name="connsiteX70" fmla="*/ 2032618 w 5362651"/>
                <a:gd name="connsiteY70" fmla="*/ 267323 h 946411"/>
                <a:gd name="connsiteX71" fmla="*/ 2032618 w 5362651"/>
                <a:gd name="connsiteY71" fmla="*/ 928263 h 946411"/>
                <a:gd name="connsiteX72" fmla="*/ 1612854 w 5362651"/>
                <a:gd name="connsiteY72" fmla="*/ 928263 h 946411"/>
                <a:gd name="connsiteX73" fmla="*/ 1760107 w 5362651"/>
                <a:gd name="connsiteY73" fmla="*/ 928263 h 946411"/>
                <a:gd name="connsiteX74" fmla="*/ 1760107 w 5362651"/>
                <a:gd name="connsiteY74" fmla="*/ 568061 h 946411"/>
                <a:gd name="connsiteX75" fmla="*/ 1922845 w 5362651"/>
                <a:gd name="connsiteY75" fmla="*/ 408030 h 946411"/>
                <a:gd name="connsiteX76" fmla="*/ 1955093 w 5362651"/>
                <a:gd name="connsiteY76" fmla="*/ 408030 h 946411"/>
                <a:gd name="connsiteX77" fmla="*/ 1955093 w 5362651"/>
                <a:gd name="connsiteY77" fmla="*/ 255686 h 946411"/>
                <a:gd name="connsiteX78" fmla="*/ 1940891 w 5362651"/>
                <a:gd name="connsiteY78" fmla="*/ 255686 h 946411"/>
                <a:gd name="connsiteX79" fmla="*/ 1760107 w 5362651"/>
                <a:gd name="connsiteY79" fmla="*/ 387426 h 946411"/>
                <a:gd name="connsiteX80" fmla="*/ 1760107 w 5362651"/>
                <a:gd name="connsiteY80" fmla="*/ 267323 h 946411"/>
                <a:gd name="connsiteX81" fmla="*/ 1612854 w 5362651"/>
                <a:gd name="connsiteY81" fmla="*/ 267323 h 946411"/>
                <a:gd name="connsiteX82" fmla="*/ 1612854 w 5362651"/>
                <a:gd name="connsiteY82" fmla="*/ 928263 h 946411"/>
                <a:gd name="connsiteX83" fmla="*/ 1159666 w 5362651"/>
                <a:gd name="connsiteY83" fmla="*/ 804316 h 946411"/>
                <a:gd name="connsiteX84" fmla="*/ 967242 w 5362651"/>
                <a:gd name="connsiteY84" fmla="*/ 597740 h 946411"/>
                <a:gd name="connsiteX85" fmla="*/ 1159666 w 5362651"/>
                <a:gd name="connsiteY85" fmla="*/ 391162 h 946411"/>
                <a:gd name="connsiteX86" fmla="*/ 1352089 w 5362651"/>
                <a:gd name="connsiteY86" fmla="*/ 597740 h 946411"/>
                <a:gd name="connsiteX87" fmla="*/ 1159666 w 5362651"/>
                <a:gd name="connsiteY87" fmla="*/ 804316 h 946411"/>
                <a:gd name="connsiteX88" fmla="*/ 1351982 w 5362651"/>
                <a:gd name="connsiteY88" fmla="*/ 267323 h 946411"/>
                <a:gd name="connsiteX89" fmla="*/ 1351982 w 5362651"/>
                <a:gd name="connsiteY89" fmla="*/ 377070 h 946411"/>
                <a:gd name="connsiteX90" fmla="*/ 1129873 w 5362651"/>
                <a:gd name="connsiteY90" fmla="*/ 249280 h 946411"/>
                <a:gd name="connsiteX91" fmla="*/ 814756 w 5362651"/>
                <a:gd name="connsiteY91" fmla="*/ 597846 h 946411"/>
                <a:gd name="connsiteX92" fmla="*/ 1129873 w 5362651"/>
                <a:gd name="connsiteY92" fmla="*/ 946412 h 946411"/>
                <a:gd name="connsiteX93" fmla="*/ 1351982 w 5362651"/>
                <a:gd name="connsiteY93" fmla="*/ 818622 h 946411"/>
                <a:gd name="connsiteX94" fmla="*/ 1351982 w 5362651"/>
                <a:gd name="connsiteY94" fmla="*/ 928370 h 946411"/>
                <a:gd name="connsiteX95" fmla="*/ 1499129 w 5362651"/>
                <a:gd name="connsiteY95" fmla="*/ 928370 h 946411"/>
                <a:gd name="connsiteX96" fmla="*/ 1499129 w 5362651"/>
                <a:gd name="connsiteY96" fmla="*/ 267429 h 946411"/>
                <a:gd name="connsiteX97" fmla="*/ 1351982 w 5362651"/>
                <a:gd name="connsiteY97" fmla="*/ 267429 h 946411"/>
                <a:gd name="connsiteX98" fmla="*/ 418376 w 5362651"/>
                <a:gd name="connsiteY98" fmla="*/ 386038 h 946411"/>
                <a:gd name="connsiteX99" fmla="*/ 167863 w 5362651"/>
                <a:gd name="connsiteY99" fmla="*/ 386038 h 946411"/>
                <a:gd name="connsiteX100" fmla="*/ 167863 w 5362651"/>
                <a:gd name="connsiteY100" fmla="*/ 176898 h 946411"/>
                <a:gd name="connsiteX101" fmla="*/ 418376 w 5362651"/>
                <a:gd name="connsiteY101" fmla="*/ 176898 h 946411"/>
                <a:gd name="connsiteX102" fmla="*/ 544915 w 5362651"/>
                <a:gd name="connsiteY102" fmla="*/ 281415 h 946411"/>
                <a:gd name="connsiteX103" fmla="*/ 418376 w 5362651"/>
                <a:gd name="connsiteY103" fmla="*/ 386038 h 946411"/>
                <a:gd name="connsiteX104" fmla="*/ 426172 w 5362651"/>
                <a:gd name="connsiteY104" fmla="*/ 775919 h 946411"/>
                <a:gd name="connsiteX105" fmla="*/ 167863 w 5362651"/>
                <a:gd name="connsiteY105" fmla="*/ 775919 h 946411"/>
                <a:gd name="connsiteX106" fmla="*/ 167863 w 5362651"/>
                <a:gd name="connsiteY106" fmla="*/ 538382 h 946411"/>
                <a:gd name="connsiteX107" fmla="*/ 426172 w 5362651"/>
                <a:gd name="connsiteY107" fmla="*/ 538382 h 946411"/>
                <a:gd name="connsiteX108" fmla="*/ 566912 w 5362651"/>
                <a:gd name="connsiteY108" fmla="*/ 657204 h 946411"/>
                <a:gd name="connsiteX109" fmla="*/ 426172 w 5362651"/>
                <a:gd name="connsiteY109" fmla="*/ 776026 h 946411"/>
                <a:gd name="connsiteX110" fmla="*/ 0 w 5362651"/>
                <a:gd name="connsiteY110" fmla="*/ 928263 h 946411"/>
                <a:gd name="connsiteX111" fmla="*/ 445500 w 5362651"/>
                <a:gd name="connsiteY111" fmla="*/ 928263 h 946411"/>
                <a:gd name="connsiteX112" fmla="*/ 742464 w 5362651"/>
                <a:gd name="connsiteY112" fmla="*/ 673965 h 946411"/>
                <a:gd name="connsiteX113" fmla="*/ 584959 w 5362651"/>
                <a:gd name="connsiteY113" fmla="*/ 458420 h 946411"/>
                <a:gd name="connsiteX114" fmla="*/ 720573 w 5362651"/>
                <a:gd name="connsiteY114" fmla="*/ 259636 h 946411"/>
                <a:gd name="connsiteX115" fmla="*/ 441656 w 5362651"/>
                <a:gd name="connsiteY115" fmla="*/ 24661 h 946411"/>
                <a:gd name="connsiteX116" fmla="*/ 0 w 5362651"/>
                <a:gd name="connsiteY116" fmla="*/ 24661 h 946411"/>
                <a:gd name="connsiteX117" fmla="*/ 0 w 5362651"/>
                <a:gd name="connsiteY117" fmla="*/ 928370 h 94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5362651" h="946411">
                  <a:moveTo>
                    <a:pt x="5023081" y="804316"/>
                  </a:moveTo>
                  <a:cubicBezTo>
                    <a:pt x="4912026" y="804316"/>
                    <a:pt x="4830658" y="716561"/>
                    <a:pt x="4830658" y="597740"/>
                  </a:cubicBezTo>
                  <a:cubicBezTo>
                    <a:pt x="4830658" y="478918"/>
                    <a:pt x="4912026" y="391162"/>
                    <a:pt x="5023081" y="391162"/>
                  </a:cubicBezTo>
                  <a:cubicBezTo>
                    <a:pt x="5134136" y="391162"/>
                    <a:pt x="5215504" y="478918"/>
                    <a:pt x="5215504" y="597740"/>
                  </a:cubicBezTo>
                  <a:cubicBezTo>
                    <a:pt x="5215504" y="716561"/>
                    <a:pt x="5134136" y="804316"/>
                    <a:pt x="5023081" y="804316"/>
                  </a:cubicBezTo>
                  <a:moveTo>
                    <a:pt x="5215504" y="267323"/>
                  </a:moveTo>
                  <a:lnTo>
                    <a:pt x="5215504" y="377070"/>
                  </a:lnTo>
                  <a:cubicBezTo>
                    <a:pt x="5171616" y="293158"/>
                    <a:pt x="5095373" y="249280"/>
                    <a:pt x="4993395" y="249280"/>
                  </a:cubicBezTo>
                  <a:cubicBezTo>
                    <a:pt x="4820407" y="249280"/>
                    <a:pt x="4678278" y="395112"/>
                    <a:pt x="4678278" y="597846"/>
                  </a:cubicBezTo>
                  <a:cubicBezTo>
                    <a:pt x="4678278" y="800580"/>
                    <a:pt x="4820300" y="946412"/>
                    <a:pt x="4993395" y="946412"/>
                  </a:cubicBezTo>
                  <a:cubicBezTo>
                    <a:pt x="5095373" y="946412"/>
                    <a:pt x="5171616" y="902534"/>
                    <a:pt x="5215504" y="818622"/>
                  </a:cubicBezTo>
                  <a:lnTo>
                    <a:pt x="5215504" y="928370"/>
                  </a:lnTo>
                  <a:lnTo>
                    <a:pt x="5362651" y="928370"/>
                  </a:lnTo>
                  <a:lnTo>
                    <a:pt x="5362651" y="267429"/>
                  </a:lnTo>
                  <a:lnTo>
                    <a:pt x="5215504" y="267429"/>
                  </a:lnTo>
                  <a:close/>
                  <a:moveTo>
                    <a:pt x="4611218" y="91705"/>
                  </a:moveTo>
                  <a:cubicBezTo>
                    <a:pt x="4611218" y="142095"/>
                    <a:pt x="4569893" y="183411"/>
                    <a:pt x="4519492" y="183411"/>
                  </a:cubicBezTo>
                  <a:cubicBezTo>
                    <a:pt x="4469090" y="183411"/>
                    <a:pt x="4427765" y="142095"/>
                    <a:pt x="4427765" y="91705"/>
                  </a:cubicBezTo>
                  <a:cubicBezTo>
                    <a:pt x="4427765" y="41315"/>
                    <a:pt x="4469090" y="0"/>
                    <a:pt x="4519492" y="0"/>
                  </a:cubicBezTo>
                  <a:cubicBezTo>
                    <a:pt x="4569893" y="0"/>
                    <a:pt x="4611218" y="41315"/>
                    <a:pt x="4611218" y="91705"/>
                  </a:cubicBezTo>
                  <a:moveTo>
                    <a:pt x="4445918" y="928263"/>
                  </a:moveTo>
                  <a:lnTo>
                    <a:pt x="4593172" y="928263"/>
                  </a:lnTo>
                  <a:lnTo>
                    <a:pt x="4593172" y="267323"/>
                  </a:lnTo>
                  <a:lnTo>
                    <a:pt x="4445918" y="267323"/>
                  </a:lnTo>
                  <a:lnTo>
                    <a:pt x="4445918" y="928263"/>
                  </a:lnTo>
                  <a:close/>
                  <a:moveTo>
                    <a:pt x="3777028" y="928263"/>
                  </a:moveTo>
                  <a:lnTo>
                    <a:pt x="3924176" y="928263"/>
                  </a:lnTo>
                  <a:lnTo>
                    <a:pt x="3924176" y="535820"/>
                  </a:lnTo>
                  <a:cubicBezTo>
                    <a:pt x="3924176" y="433866"/>
                    <a:pt x="3978421" y="378351"/>
                    <a:pt x="4061071" y="378351"/>
                  </a:cubicBezTo>
                  <a:cubicBezTo>
                    <a:pt x="4143722" y="378351"/>
                    <a:pt x="4190172" y="433866"/>
                    <a:pt x="4190172" y="524183"/>
                  </a:cubicBezTo>
                  <a:lnTo>
                    <a:pt x="4190172" y="928263"/>
                  </a:lnTo>
                  <a:lnTo>
                    <a:pt x="4337426" y="928263"/>
                  </a:lnTo>
                  <a:lnTo>
                    <a:pt x="4337426" y="498348"/>
                  </a:lnTo>
                  <a:cubicBezTo>
                    <a:pt x="4337426" y="327961"/>
                    <a:pt x="4245700" y="249174"/>
                    <a:pt x="4121831" y="249174"/>
                  </a:cubicBezTo>
                  <a:cubicBezTo>
                    <a:pt x="4019853" y="249174"/>
                    <a:pt x="3952686" y="299563"/>
                    <a:pt x="3924282" y="355078"/>
                  </a:cubicBezTo>
                  <a:lnTo>
                    <a:pt x="3924282" y="267323"/>
                  </a:lnTo>
                  <a:lnTo>
                    <a:pt x="3777135" y="267323"/>
                  </a:lnTo>
                  <a:lnTo>
                    <a:pt x="3777135" y="928263"/>
                  </a:lnTo>
                  <a:close/>
                  <a:moveTo>
                    <a:pt x="3199865" y="526745"/>
                  </a:moveTo>
                  <a:cubicBezTo>
                    <a:pt x="3220474" y="437709"/>
                    <a:pt x="3283796" y="383476"/>
                    <a:pt x="3371573" y="383476"/>
                  </a:cubicBezTo>
                  <a:cubicBezTo>
                    <a:pt x="3454223" y="383476"/>
                    <a:pt x="3521389" y="432584"/>
                    <a:pt x="3540717" y="526745"/>
                  </a:cubicBezTo>
                  <a:lnTo>
                    <a:pt x="3199865" y="526745"/>
                  </a:lnTo>
                  <a:close/>
                  <a:moveTo>
                    <a:pt x="3044923" y="597740"/>
                  </a:moveTo>
                  <a:cubicBezTo>
                    <a:pt x="3044923" y="799085"/>
                    <a:pt x="3188225" y="946305"/>
                    <a:pt x="3383212" y="946305"/>
                  </a:cubicBezTo>
                  <a:cubicBezTo>
                    <a:pt x="3503343" y="946305"/>
                    <a:pt x="3616960" y="886948"/>
                    <a:pt x="3671206" y="797804"/>
                  </a:cubicBezTo>
                  <a:lnTo>
                    <a:pt x="3570509" y="712611"/>
                  </a:lnTo>
                  <a:cubicBezTo>
                    <a:pt x="3533029" y="774531"/>
                    <a:pt x="3463299" y="812003"/>
                    <a:pt x="3383318" y="812003"/>
                  </a:cubicBezTo>
                  <a:cubicBezTo>
                    <a:pt x="3286466" y="812003"/>
                    <a:pt x="3214174" y="746133"/>
                    <a:pt x="3196127" y="645460"/>
                  </a:cubicBezTo>
                  <a:lnTo>
                    <a:pt x="3690640" y="645460"/>
                  </a:lnTo>
                  <a:cubicBezTo>
                    <a:pt x="3693203" y="628699"/>
                    <a:pt x="3694485" y="609269"/>
                    <a:pt x="3694485" y="591227"/>
                  </a:cubicBezTo>
                  <a:cubicBezTo>
                    <a:pt x="3694485" y="401411"/>
                    <a:pt x="3565384" y="249174"/>
                    <a:pt x="3371679" y="249174"/>
                  </a:cubicBezTo>
                  <a:cubicBezTo>
                    <a:pt x="3177975" y="249174"/>
                    <a:pt x="3044923" y="396286"/>
                    <a:pt x="3044923" y="597740"/>
                  </a:cubicBezTo>
                  <a:moveTo>
                    <a:pt x="2032511" y="928263"/>
                  </a:moveTo>
                  <a:lnTo>
                    <a:pt x="2179765" y="928263"/>
                  </a:lnTo>
                  <a:lnTo>
                    <a:pt x="2179765" y="535820"/>
                  </a:lnTo>
                  <a:cubicBezTo>
                    <a:pt x="2179765" y="433866"/>
                    <a:pt x="2230167" y="378351"/>
                    <a:pt x="2306304" y="378351"/>
                  </a:cubicBezTo>
                  <a:cubicBezTo>
                    <a:pt x="2382440" y="378351"/>
                    <a:pt x="2425153" y="433866"/>
                    <a:pt x="2425153" y="524183"/>
                  </a:cubicBezTo>
                  <a:lnTo>
                    <a:pt x="2425153" y="928263"/>
                  </a:lnTo>
                  <a:lnTo>
                    <a:pt x="2572300" y="928263"/>
                  </a:lnTo>
                  <a:lnTo>
                    <a:pt x="2572300" y="521621"/>
                  </a:lnTo>
                  <a:cubicBezTo>
                    <a:pt x="2572300" y="433866"/>
                    <a:pt x="2622702" y="378351"/>
                    <a:pt x="2698839" y="378351"/>
                  </a:cubicBezTo>
                  <a:cubicBezTo>
                    <a:pt x="2774974" y="378351"/>
                    <a:pt x="2817688" y="433866"/>
                    <a:pt x="2817688" y="524183"/>
                  </a:cubicBezTo>
                  <a:lnTo>
                    <a:pt x="2817688" y="928263"/>
                  </a:lnTo>
                  <a:lnTo>
                    <a:pt x="2964942" y="928263"/>
                  </a:lnTo>
                  <a:lnTo>
                    <a:pt x="2964942" y="498348"/>
                  </a:lnTo>
                  <a:cubicBezTo>
                    <a:pt x="2964942" y="327961"/>
                    <a:pt x="2877166" y="249174"/>
                    <a:pt x="2746677" y="249174"/>
                  </a:cubicBezTo>
                  <a:cubicBezTo>
                    <a:pt x="2658901" y="249174"/>
                    <a:pt x="2590453" y="287927"/>
                    <a:pt x="2547847" y="362764"/>
                  </a:cubicBezTo>
                  <a:cubicBezTo>
                    <a:pt x="2513036" y="285258"/>
                    <a:pt x="2447151" y="249174"/>
                    <a:pt x="2367063" y="249174"/>
                  </a:cubicBezTo>
                  <a:cubicBezTo>
                    <a:pt x="2271492" y="249174"/>
                    <a:pt x="2208277" y="299563"/>
                    <a:pt x="2179872" y="355078"/>
                  </a:cubicBezTo>
                  <a:lnTo>
                    <a:pt x="2179872" y="267323"/>
                  </a:lnTo>
                  <a:lnTo>
                    <a:pt x="2032618" y="267323"/>
                  </a:lnTo>
                  <a:lnTo>
                    <a:pt x="2032618" y="928263"/>
                  </a:lnTo>
                  <a:close/>
                  <a:moveTo>
                    <a:pt x="1612854" y="928263"/>
                  </a:moveTo>
                  <a:lnTo>
                    <a:pt x="1760107" y="928263"/>
                  </a:lnTo>
                  <a:lnTo>
                    <a:pt x="1760107" y="568061"/>
                  </a:lnTo>
                  <a:cubicBezTo>
                    <a:pt x="1760107" y="458313"/>
                    <a:pt x="1806558" y="408030"/>
                    <a:pt x="1922845" y="408030"/>
                  </a:cubicBezTo>
                  <a:lnTo>
                    <a:pt x="1955093" y="408030"/>
                  </a:lnTo>
                  <a:lnTo>
                    <a:pt x="1955093" y="255686"/>
                  </a:lnTo>
                  <a:lnTo>
                    <a:pt x="1940891" y="255686"/>
                  </a:lnTo>
                  <a:cubicBezTo>
                    <a:pt x="1844039" y="255686"/>
                    <a:pt x="1780823" y="309919"/>
                    <a:pt x="1760107" y="387426"/>
                  </a:cubicBezTo>
                  <a:lnTo>
                    <a:pt x="1760107" y="267323"/>
                  </a:lnTo>
                  <a:lnTo>
                    <a:pt x="1612854" y="267323"/>
                  </a:lnTo>
                  <a:lnTo>
                    <a:pt x="1612854" y="928263"/>
                  </a:lnTo>
                  <a:close/>
                  <a:moveTo>
                    <a:pt x="1159666" y="804316"/>
                  </a:moveTo>
                  <a:cubicBezTo>
                    <a:pt x="1048611" y="804316"/>
                    <a:pt x="967242" y="716561"/>
                    <a:pt x="967242" y="597740"/>
                  </a:cubicBezTo>
                  <a:cubicBezTo>
                    <a:pt x="967242" y="478918"/>
                    <a:pt x="1048611" y="391162"/>
                    <a:pt x="1159666" y="391162"/>
                  </a:cubicBezTo>
                  <a:cubicBezTo>
                    <a:pt x="1270720" y="391162"/>
                    <a:pt x="1352089" y="478918"/>
                    <a:pt x="1352089" y="597740"/>
                  </a:cubicBezTo>
                  <a:cubicBezTo>
                    <a:pt x="1352089" y="716561"/>
                    <a:pt x="1270720" y="804316"/>
                    <a:pt x="1159666" y="804316"/>
                  </a:cubicBezTo>
                  <a:moveTo>
                    <a:pt x="1351982" y="267323"/>
                  </a:moveTo>
                  <a:lnTo>
                    <a:pt x="1351982" y="377070"/>
                  </a:lnTo>
                  <a:cubicBezTo>
                    <a:pt x="1308094" y="293158"/>
                    <a:pt x="1231851" y="249280"/>
                    <a:pt x="1129873" y="249280"/>
                  </a:cubicBezTo>
                  <a:cubicBezTo>
                    <a:pt x="956885" y="249280"/>
                    <a:pt x="814756" y="395112"/>
                    <a:pt x="814756" y="597846"/>
                  </a:cubicBezTo>
                  <a:cubicBezTo>
                    <a:pt x="814756" y="800580"/>
                    <a:pt x="956778" y="946412"/>
                    <a:pt x="1129873" y="946412"/>
                  </a:cubicBezTo>
                  <a:cubicBezTo>
                    <a:pt x="1231851" y="946412"/>
                    <a:pt x="1308094" y="902534"/>
                    <a:pt x="1351982" y="818622"/>
                  </a:cubicBezTo>
                  <a:lnTo>
                    <a:pt x="1351982" y="928370"/>
                  </a:lnTo>
                  <a:lnTo>
                    <a:pt x="1499129" y="928370"/>
                  </a:lnTo>
                  <a:lnTo>
                    <a:pt x="1499129" y="267429"/>
                  </a:lnTo>
                  <a:lnTo>
                    <a:pt x="1351982" y="267429"/>
                  </a:lnTo>
                  <a:close/>
                  <a:moveTo>
                    <a:pt x="418376" y="386038"/>
                  </a:moveTo>
                  <a:lnTo>
                    <a:pt x="167863" y="386038"/>
                  </a:lnTo>
                  <a:lnTo>
                    <a:pt x="167863" y="176898"/>
                  </a:lnTo>
                  <a:lnTo>
                    <a:pt x="418376" y="176898"/>
                  </a:lnTo>
                  <a:cubicBezTo>
                    <a:pt x="498464" y="176898"/>
                    <a:pt x="544915" y="215652"/>
                    <a:pt x="544915" y="281415"/>
                  </a:cubicBezTo>
                  <a:cubicBezTo>
                    <a:pt x="544915" y="347178"/>
                    <a:pt x="498464" y="386038"/>
                    <a:pt x="418376" y="386038"/>
                  </a:cubicBezTo>
                  <a:moveTo>
                    <a:pt x="426172" y="775919"/>
                  </a:moveTo>
                  <a:lnTo>
                    <a:pt x="167863" y="775919"/>
                  </a:lnTo>
                  <a:lnTo>
                    <a:pt x="167863" y="538382"/>
                  </a:lnTo>
                  <a:lnTo>
                    <a:pt x="426172" y="538382"/>
                  </a:lnTo>
                  <a:cubicBezTo>
                    <a:pt x="515229" y="538382"/>
                    <a:pt x="566912" y="582259"/>
                    <a:pt x="566912" y="657204"/>
                  </a:cubicBezTo>
                  <a:cubicBezTo>
                    <a:pt x="566912" y="732148"/>
                    <a:pt x="515229" y="776026"/>
                    <a:pt x="426172" y="776026"/>
                  </a:cubicBezTo>
                  <a:moveTo>
                    <a:pt x="0" y="928263"/>
                  </a:moveTo>
                  <a:lnTo>
                    <a:pt x="445500" y="928263"/>
                  </a:lnTo>
                  <a:cubicBezTo>
                    <a:pt x="632690" y="928263"/>
                    <a:pt x="742464" y="833995"/>
                    <a:pt x="742464" y="673965"/>
                  </a:cubicBezTo>
                  <a:cubicBezTo>
                    <a:pt x="742464" y="564217"/>
                    <a:pt x="681811" y="490661"/>
                    <a:pt x="584959" y="458420"/>
                  </a:cubicBezTo>
                  <a:cubicBezTo>
                    <a:pt x="668890" y="426179"/>
                    <a:pt x="720573" y="351235"/>
                    <a:pt x="720573" y="259636"/>
                  </a:cubicBezTo>
                  <a:cubicBezTo>
                    <a:pt x="720573" y="112416"/>
                    <a:pt x="617314" y="24661"/>
                    <a:pt x="441656" y="24661"/>
                  </a:cubicBezTo>
                  <a:lnTo>
                    <a:pt x="0" y="24661"/>
                  </a:lnTo>
                  <a:lnTo>
                    <a:pt x="0" y="928370"/>
                  </a:lnTo>
                  <a:close/>
                </a:path>
              </a:pathLst>
            </a:custGeom>
            <a:solidFill>
              <a:srgbClr val="FFFFFF"/>
            </a:solidFill>
            <a:ln w="10675" cap="flat">
              <a:noFill/>
              <a:prstDash val="solid"/>
              <a:miter/>
            </a:ln>
          </p:spPr>
          <p:txBody>
            <a:bodyPr rtlCol="0" anchor="ctr"/>
            <a:lstStyle/>
            <a:p>
              <a:endParaRPr lang="de-DE" dirty="0">
                <a:latin typeface="BarmeniaGothaer Offc" panose="020B0503020204020204" pitchFamily="34" charset="0"/>
              </a:endParaRPr>
            </a:p>
          </p:txBody>
        </p:sp>
      </p:grpSp>
      <p:sp>
        <p:nvSpPr>
          <p:cNvPr id="4" name="Datumsplatzhalter 3">
            <a:extLst>
              <a:ext uri="{FF2B5EF4-FFF2-40B4-BE49-F238E27FC236}">
                <a16:creationId xmlns:a16="http://schemas.microsoft.com/office/drawing/2014/main" id="{A1A0D444-6D85-9508-DE74-169B7BA1C491}"/>
              </a:ext>
            </a:extLst>
          </p:cNvPr>
          <p:cNvSpPr>
            <a:spLocks noGrp="1"/>
          </p:cNvSpPr>
          <p:nvPr>
            <p:ph type="dt" sz="half" idx="10"/>
          </p:nvPr>
        </p:nvSpPr>
        <p:spPr>
          <a:xfrm>
            <a:off x="3334722" y="7039522"/>
            <a:ext cx="1068585" cy="106468"/>
          </a:xfrm>
        </p:spPr>
        <p:txBody>
          <a:bodyPr/>
          <a:lstStyle>
            <a:lvl1pPr>
              <a:defRPr>
                <a:solidFill>
                  <a:schemeClr val="bg1"/>
                </a:solidFill>
              </a:defRPr>
            </a:lvl1pPr>
          </a:lstStyle>
          <a:p>
            <a:fld id="{041A1442-6B65-D347-BEC6-9A078B1ADF2A}" type="datetime1">
              <a:t>22.06.2026</a:t>
            </a:fld>
            <a:endParaRPr lang="de-DE"/>
          </a:p>
        </p:txBody>
      </p:sp>
      <p:sp>
        <p:nvSpPr>
          <p:cNvPr id="5" name="Fußzeilenplatzhalter 4">
            <a:extLst>
              <a:ext uri="{FF2B5EF4-FFF2-40B4-BE49-F238E27FC236}">
                <a16:creationId xmlns:a16="http://schemas.microsoft.com/office/drawing/2014/main" id="{230EACB4-16E5-000F-D65D-9F711C9A124C}"/>
              </a:ext>
            </a:extLst>
          </p:cNvPr>
          <p:cNvSpPr>
            <a:spLocks noGrp="1"/>
          </p:cNvSpPr>
          <p:nvPr>
            <p:ph type="ftr" sz="quarter" idx="11"/>
          </p:nvPr>
        </p:nvSpPr>
        <p:spPr>
          <a:xfrm>
            <a:off x="3334720" y="6923652"/>
            <a:ext cx="2806997" cy="106470"/>
          </a:xfrm>
        </p:spPr>
        <p:txBody>
          <a:bodyPr/>
          <a:lstStyle>
            <a:lvl1pPr>
              <a:defRPr>
                <a:solidFill>
                  <a:schemeClr val="bg1"/>
                </a:solidFill>
              </a:defRPr>
            </a:lvl1pPr>
          </a:lstStyle>
          <a:p>
            <a:r>
              <a:rPr lang="de-DE" dirty="0"/>
              <a:t>Titel der Präsentation</a:t>
            </a:r>
          </a:p>
        </p:txBody>
      </p:sp>
    </p:spTree>
    <p:extLst>
      <p:ext uri="{BB962C8B-B14F-4D97-AF65-F5344CB8AC3E}">
        <p14:creationId xmlns:p14="http://schemas.microsoft.com/office/powerpoint/2010/main" val="255421310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solidFill>
          <a:schemeClr val="tx1"/>
        </a:solidFill>
        <a:effectLst/>
      </p:bgPr>
    </p:bg>
    <p:spTree>
      <p:nvGrpSpPr>
        <p:cNvPr id="1" name=""/>
        <p:cNvGrpSpPr/>
        <p:nvPr/>
      </p:nvGrpSpPr>
      <p:grpSpPr>
        <a:xfrm>
          <a:off x="0" y="0"/>
          <a:ext cx="0" cy="0"/>
          <a:chOff x="0" y="0"/>
          <a:chExt cx="0" cy="0"/>
        </a:xfrm>
      </p:grpSpPr>
      <p:grpSp>
        <p:nvGrpSpPr>
          <p:cNvPr id="70" name="Gruppieren 69">
            <a:extLst>
              <a:ext uri="{FF2B5EF4-FFF2-40B4-BE49-F238E27FC236}">
                <a16:creationId xmlns:a16="http://schemas.microsoft.com/office/drawing/2014/main" id="{5F9B894B-5EE5-5D3A-2FF6-DAB6226E0450}"/>
              </a:ext>
            </a:extLst>
          </p:cNvPr>
          <p:cNvGrpSpPr/>
          <p:nvPr userDrawn="1"/>
        </p:nvGrpSpPr>
        <p:grpSpPr>
          <a:xfrm>
            <a:off x="-1226571" y="-2349411"/>
            <a:ext cx="13064241" cy="5905934"/>
            <a:chOff x="-1226571" y="-2349411"/>
            <a:chExt cx="13064241" cy="5905934"/>
          </a:xfrm>
        </p:grpSpPr>
        <p:sp>
          <p:nvSpPr>
            <p:cNvPr id="69" name="Freihandform 68">
              <a:extLst>
                <a:ext uri="{FF2B5EF4-FFF2-40B4-BE49-F238E27FC236}">
                  <a16:creationId xmlns:a16="http://schemas.microsoft.com/office/drawing/2014/main" id="{33EF36B0-2C78-385E-6D69-2D44AC546674}"/>
                </a:ext>
              </a:extLst>
            </p:cNvPr>
            <p:cNvSpPr/>
            <p:nvPr/>
          </p:nvSpPr>
          <p:spPr>
            <a:xfrm rot="20098344">
              <a:off x="-802972" y="-2273925"/>
              <a:ext cx="12640642" cy="5830448"/>
            </a:xfrm>
            <a:custGeom>
              <a:avLst/>
              <a:gdLst>
                <a:gd name="connsiteX0" fmla="*/ 1592333 w 12640642"/>
                <a:gd name="connsiteY0" fmla="*/ 0 h 5830448"/>
                <a:gd name="connsiteX1" fmla="*/ 12640642 w 12640642"/>
                <a:gd name="connsiteY1" fmla="*/ 5158391 h 5830448"/>
                <a:gd name="connsiteX2" fmla="*/ 12326862 w 12640642"/>
                <a:gd name="connsiteY2" fmla="*/ 5830448 h 5830448"/>
                <a:gd name="connsiteX3" fmla="*/ 273048 w 12640642"/>
                <a:gd name="connsiteY3" fmla="*/ 5830448 h 5830448"/>
                <a:gd name="connsiteX4" fmla="*/ 0 w 12640642"/>
                <a:gd name="connsiteY4" fmla="*/ 5557400 h 5830448"/>
                <a:gd name="connsiteX5" fmla="*/ 0 w 12640642"/>
                <a:gd name="connsiteY5" fmla="*/ 3410479 h 5830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640642" h="5830448">
                  <a:moveTo>
                    <a:pt x="1592333" y="0"/>
                  </a:moveTo>
                  <a:lnTo>
                    <a:pt x="12640642" y="5158391"/>
                  </a:lnTo>
                  <a:lnTo>
                    <a:pt x="12326862" y="5830448"/>
                  </a:lnTo>
                  <a:lnTo>
                    <a:pt x="273048" y="5830448"/>
                  </a:lnTo>
                  <a:cubicBezTo>
                    <a:pt x="122247" y="5830448"/>
                    <a:pt x="0" y="5708200"/>
                    <a:pt x="0" y="5557400"/>
                  </a:cubicBezTo>
                  <a:lnTo>
                    <a:pt x="0" y="3410479"/>
                  </a:lnTo>
                  <a:close/>
                </a:path>
              </a:pathLst>
            </a:custGeom>
            <a:solidFill>
              <a:schemeClr val="accent4"/>
            </a:solidFill>
            <a:ln w="6350" cap="flat">
              <a:noFill/>
              <a:prstDash val="solid"/>
              <a:miter/>
            </a:ln>
          </p:spPr>
          <p:txBody>
            <a:bodyPr rtlCol="0" anchor="ctr"/>
            <a:lstStyle/>
            <a:p>
              <a:endParaRPr lang="de-DE" dirty="0">
                <a:latin typeface="BarmeniaGothaer Offc" panose="020B0503020204020204" pitchFamily="34" charset="0"/>
              </a:endParaRPr>
            </a:p>
          </p:txBody>
        </p:sp>
        <p:sp>
          <p:nvSpPr>
            <p:cNvPr id="67" name="Freihandform 66">
              <a:extLst>
                <a:ext uri="{FF2B5EF4-FFF2-40B4-BE49-F238E27FC236}">
                  <a16:creationId xmlns:a16="http://schemas.microsoft.com/office/drawing/2014/main" id="{EACDFE75-D0E7-AA8D-0A74-5BC8A2822D11}"/>
                </a:ext>
              </a:extLst>
            </p:cNvPr>
            <p:cNvSpPr/>
            <p:nvPr userDrawn="1"/>
          </p:nvSpPr>
          <p:spPr>
            <a:xfrm rot="19858879">
              <a:off x="-1226571" y="-2349411"/>
              <a:ext cx="12402917" cy="5716529"/>
            </a:xfrm>
            <a:custGeom>
              <a:avLst/>
              <a:gdLst>
                <a:gd name="connsiteX0" fmla="*/ 2097953 w 12402917"/>
                <a:gd name="connsiteY0" fmla="*/ 0 h 5716529"/>
                <a:gd name="connsiteX1" fmla="*/ 12402917 w 12402917"/>
                <a:gd name="connsiteY1" fmla="*/ 5716529 h 5716529"/>
                <a:gd name="connsiteX2" fmla="*/ 273080 w 12402917"/>
                <a:gd name="connsiteY2" fmla="*/ 5716529 h 5716529"/>
                <a:gd name="connsiteX3" fmla="*/ 0 w 12402917"/>
                <a:gd name="connsiteY3" fmla="*/ 5443449 h 5716529"/>
                <a:gd name="connsiteX4" fmla="*/ 0 w 12402917"/>
                <a:gd name="connsiteY4" fmla="*/ 3781898 h 57165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02917" h="5716529">
                  <a:moveTo>
                    <a:pt x="2097953" y="0"/>
                  </a:moveTo>
                  <a:lnTo>
                    <a:pt x="12402917" y="5716529"/>
                  </a:lnTo>
                  <a:lnTo>
                    <a:pt x="273080" y="5716529"/>
                  </a:lnTo>
                  <a:cubicBezTo>
                    <a:pt x="122262" y="5716529"/>
                    <a:pt x="0" y="5594267"/>
                    <a:pt x="0" y="5443449"/>
                  </a:cubicBezTo>
                  <a:lnTo>
                    <a:pt x="0" y="3781898"/>
                  </a:lnTo>
                  <a:close/>
                </a:path>
              </a:pathLst>
            </a:custGeom>
            <a:solidFill>
              <a:srgbClr val="FFFFFF"/>
            </a:solidFill>
            <a:ln w="6351" cap="flat">
              <a:noFill/>
              <a:prstDash val="solid"/>
              <a:miter/>
            </a:ln>
          </p:spPr>
          <p:txBody>
            <a:bodyPr rtlCol="0" anchor="ctr"/>
            <a:lstStyle/>
            <a:p>
              <a:endParaRPr lang="de-DE" dirty="0">
                <a:latin typeface="BarmeniaGothaer Offc" panose="020B0503020204020204" pitchFamily="34" charset="0"/>
              </a:endParaRPr>
            </a:p>
          </p:txBody>
        </p:sp>
      </p:grpSp>
      <p:sp>
        <p:nvSpPr>
          <p:cNvPr id="2" name="Titel 1">
            <a:extLst>
              <a:ext uri="{FF2B5EF4-FFF2-40B4-BE49-F238E27FC236}">
                <a16:creationId xmlns:a16="http://schemas.microsoft.com/office/drawing/2014/main" id="{E9989847-DB47-4D6D-6A5F-A62898A8F9AD}"/>
              </a:ext>
            </a:extLst>
          </p:cNvPr>
          <p:cNvSpPr>
            <a:spLocks noGrp="1"/>
          </p:cNvSpPr>
          <p:nvPr>
            <p:ph type="ctrTitle"/>
          </p:nvPr>
        </p:nvSpPr>
        <p:spPr>
          <a:xfrm>
            <a:off x="479425" y="1394517"/>
            <a:ext cx="4181952" cy="1705444"/>
          </a:xfrm>
        </p:spPr>
        <p:txBody>
          <a:bodyPr anchor="b">
            <a:noAutofit/>
          </a:bodyPr>
          <a:lstStyle>
            <a:lvl1pPr algn="l">
              <a:defRPr sz="2800" b="0" i="0">
                <a:solidFill>
                  <a:schemeClr val="tx1"/>
                </a:solidFill>
                <a:latin typeface="BarmeniaGothaer Offc Medium" panose="020B0603020204020204" pitchFamily="34" charset="0"/>
              </a:defRPr>
            </a:lvl1pPr>
          </a:lstStyle>
          <a:p>
            <a:r>
              <a:rPr lang="de-DE"/>
              <a:t>Mastertitelformat bearbeiten</a:t>
            </a:r>
            <a:endParaRPr lang="de-DE" dirty="0"/>
          </a:p>
        </p:txBody>
      </p:sp>
      <p:sp>
        <p:nvSpPr>
          <p:cNvPr id="3" name="Untertitel 2">
            <a:extLst>
              <a:ext uri="{FF2B5EF4-FFF2-40B4-BE49-F238E27FC236}">
                <a16:creationId xmlns:a16="http://schemas.microsoft.com/office/drawing/2014/main" id="{C3E13AE5-87F8-ACE7-5BFF-2E2D86923DD3}"/>
              </a:ext>
            </a:extLst>
          </p:cNvPr>
          <p:cNvSpPr>
            <a:spLocks noGrp="1"/>
          </p:cNvSpPr>
          <p:nvPr>
            <p:ph type="subTitle" idx="1"/>
          </p:nvPr>
        </p:nvSpPr>
        <p:spPr>
          <a:xfrm>
            <a:off x="479425" y="3313841"/>
            <a:ext cx="2806997" cy="1207359"/>
          </a:xfrm>
          <a:prstGeom prst="rect">
            <a:avLst/>
          </a:prstGeom>
        </p:spPr>
        <p:txBody>
          <a:bodyPr>
            <a:noAutofit/>
          </a:bodyPr>
          <a:lstStyle>
            <a:lvl1pPr marL="0" indent="0" algn="l">
              <a:lnSpc>
                <a:spcPct val="100000"/>
              </a:lnSpc>
              <a:spcBef>
                <a:spcPts val="400"/>
              </a:spcBef>
              <a:spcAft>
                <a:spcPts val="400"/>
              </a:spcAft>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DE" dirty="0"/>
          </a:p>
        </p:txBody>
      </p:sp>
      <p:sp>
        <p:nvSpPr>
          <p:cNvPr id="4" name="Datumsplatzhalter 3">
            <a:extLst>
              <a:ext uri="{FF2B5EF4-FFF2-40B4-BE49-F238E27FC236}">
                <a16:creationId xmlns:a16="http://schemas.microsoft.com/office/drawing/2014/main" id="{A1A0D444-6D85-9508-DE74-169B7BA1C491}"/>
              </a:ext>
            </a:extLst>
          </p:cNvPr>
          <p:cNvSpPr>
            <a:spLocks noGrp="1"/>
          </p:cNvSpPr>
          <p:nvPr>
            <p:ph type="dt" sz="half" idx="10"/>
          </p:nvPr>
        </p:nvSpPr>
        <p:spPr>
          <a:xfrm>
            <a:off x="3334722" y="7077673"/>
            <a:ext cx="1068585" cy="106468"/>
          </a:xfrm>
        </p:spPr>
        <p:txBody>
          <a:bodyPr/>
          <a:lstStyle>
            <a:lvl1pPr>
              <a:defRPr>
                <a:solidFill>
                  <a:schemeClr val="bg1"/>
                </a:solidFill>
              </a:defRPr>
            </a:lvl1pPr>
          </a:lstStyle>
          <a:p>
            <a:fld id="{C76A1491-707C-E649-8F76-493A7323E17D}" type="datetime1">
              <a:t>22.06.2026</a:t>
            </a:fld>
            <a:endParaRPr lang="de-DE"/>
          </a:p>
        </p:txBody>
      </p:sp>
      <p:sp>
        <p:nvSpPr>
          <p:cNvPr id="5" name="Fußzeilenplatzhalter 4">
            <a:extLst>
              <a:ext uri="{FF2B5EF4-FFF2-40B4-BE49-F238E27FC236}">
                <a16:creationId xmlns:a16="http://schemas.microsoft.com/office/drawing/2014/main" id="{230EACB4-16E5-000F-D65D-9F711C9A124C}"/>
              </a:ext>
            </a:extLst>
          </p:cNvPr>
          <p:cNvSpPr>
            <a:spLocks noGrp="1"/>
          </p:cNvSpPr>
          <p:nvPr>
            <p:ph type="ftr" sz="quarter" idx="11"/>
          </p:nvPr>
        </p:nvSpPr>
        <p:spPr>
          <a:xfrm>
            <a:off x="3334720" y="6961803"/>
            <a:ext cx="2806997" cy="106470"/>
          </a:xfrm>
        </p:spPr>
        <p:txBody>
          <a:bodyPr/>
          <a:lstStyle>
            <a:lvl1pPr>
              <a:defRPr>
                <a:solidFill>
                  <a:schemeClr val="bg1"/>
                </a:solidFill>
              </a:defRPr>
            </a:lvl1pPr>
          </a:lstStyle>
          <a:p>
            <a:r>
              <a:rPr lang="de-DE"/>
              <a:t>Titel der Präsentation</a:t>
            </a:r>
          </a:p>
        </p:txBody>
      </p:sp>
      <p:sp>
        <p:nvSpPr>
          <p:cNvPr id="6" name="Foliennummernplatzhalter 5">
            <a:extLst>
              <a:ext uri="{FF2B5EF4-FFF2-40B4-BE49-F238E27FC236}">
                <a16:creationId xmlns:a16="http://schemas.microsoft.com/office/drawing/2014/main" id="{6A29FD0B-A322-C8FE-0671-99A482987F02}"/>
              </a:ext>
            </a:extLst>
          </p:cNvPr>
          <p:cNvSpPr>
            <a:spLocks noGrp="1"/>
          </p:cNvSpPr>
          <p:nvPr>
            <p:ph type="sldNum" sz="quarter" idx="12"/>
          </p:nvPr>
        </p:nvSpPr>
        <p:spPr>
          <a:xfrm>
            <a:off x="773108" y="7077673"/>
            <a:ext cx="976088" cy="106468"/>
          </a:xfrm>
        </p:spPr>
        <p:txBody>
          <a:bodyPr/>
          <a:lstStyle>
            <a:lvl1pPr>
              <a:defRPr>
                <a:solidFill>
                  <a:schemeClr val="bg1"/>
                </a:solidFill>
              </a:defRPr>
            </a:lvl1pPr>
          </a:lstStyle>
          <a:p>
            <a:fld id="{D188B27D-4802-6948-A101-6CF6A7142FF4}" type="slidenum">
              <a:rPr lang="de-DE" smtClean="0"/>
              <a:pPr/>
              <a:t>‹Nr.›</a:t>
            </a:fld>
            <a:endParaRPr lang="de-DE"/>
          </a:p>
        </p:txBody>
      </p:sp>
      <p:grpSp>
        <p:nvGrpSpPr>
          <p:cNvPr id="41" name="Gruppieren 40">
            <a:extLst>
              <a:ext uri="{FF2B5EF4-FFF2-40B4-BE49-F238E27FC236}">
                <a16:creationId xmlns:a16="http://schemas.microsoft.com/office/drawing/2014/main" id="{0382C128-E09C-7EA5-0459-CEC10BF410F6}"/>
              </a:ext>
            </a:extLst>
          </p:cNvPr>
          <p:cNvGrpSpPr/>
          <p:nvPr userDrawn="1"/>
        </p:nvGrpSpPr>
        <p:grpSpPr>
          <a:xfrm>
            <a:off x="479425" y="436603"/>
            <a:ext cx="1714242" cy="471447"/>
            <a:chOff x="1144935" y="-1876113"/>
            <a:chExt cx="1656042" cy="455441"/>
          </a:xfrm>
          <a:solidFill>
            <a:schemeClr val="tx1"/>
          </a:solidFill>
        </p:grpSpPr>
        <p:sp>
          <p:nvSpPr>
            <p:cNvPr id="38" name="Freihandform 37">
              <a:extLst>
                <a:ext uri="{FF2B5EF4-FFF2-40B4-BE49-F238E27FC236}">
                  <a16:creationId xmlns:a16="http://schemas.microsoft.com/office/drawing/2014/main" id="{19655D9B-6439-95E6-4D2E-4F34E655C265}"/>
                </a:ext>
              </a:extLst>
            </p:cNvPr>
            <p:cNvSpPr/>
            <p:nvPr/>
          </p:nvSpPr>
          <p:spPr>
            <a:xfrm>
              <a:off x="1144935" y="-1876113"/>
              <a:ext cx="457053" cy="455441"/>
            </a:xfrm>
            <a:custGeom>
              <a:avLst/>
              <a:gdLst>
                <a:gd name="connsiteX0" fmla="*/ 1077263 w 2373356"/>
                <a:gd name="connsiteY0" fmla="*/ 1296696 h 2364985"/>
                <a:gd name="connsiteX1" fmla="*/ 1072778 w 2373356"/>
                <a:gd name="connsiteY1" fmla="*/ 1293921 h 2364985"/>
                <a:gd name="connsiteX2" fmla="*/ 461444 w 2373356"/>
                <a:gd name="connsiteY2" fmla="*/ 1203710 h 2364985"/>
                <a:gd name="connsiteX3" fmla="*/ 191603 w 2373356"/>
                <a:gd name="connsiteY3" fmla="*/ 1301393 h 2364985"/>
                <a:gd name="connsiteX4" fmla="*/ 461444 w 2373356"/>
                <a:gd name="connsiteY4" fmla="*/ 1399077 h 2364985"/>
                <a:gd name="connsiteX5" fmla="*/ 984361 w 2373356"/>
                <a:gd name="connsiteY5" fmla="*/ 1334168 h 2364985"/>
                <a:gd name="connsiteX6" fmla="*/ 256741 w 2373356"/>
                <a:gd name="connsiteY6" fmla="*/ 1958704 h 2364985"/>
                <a:gd name="connsiteX7" fmla="*/ 19682 w 2373356"/>
                <a:gd name="connsiteY7" fmla="*/ 2344101 h 2364985"/>
                <a:gd name="connsiteX8" fmla="*/ 409227 w 2373356"/>
                <a:gd name="connsiteY8" fmla="*/ 2109554 h 2364985"/>
                <a:gd name="connsiteX9" fmla="*/ 1040422 w 2373356"/>
                <a:gd name="connsiteY9" fmla="*/ 1389683 h 2364985"/>
                <a:gd name="connsiteX10" fmla="*/ 975391 w 2373356"/>
                <a:gd name="connsiteY10" fmla="*/ 1912905 h 2364985"/>
                <a:gd name="connsiteX11" fmla="*/ 1073098 w 2373356"/>
                <a:gd name="connsiteY11" fmla="*/ 2182576 h 2364985"/>
                <a:gd name="connsiteX12" fmla="*/ 1170805 w 2373356"/>
                <a:gd name="connsiteY12" fmla="*/ 1912905 h 2364985"/>
                <a:gd name="connsiteX13" fmla="*/ 1080573 w 2373356"/>
                <a:gd name="connsiteY13" fmla="*/ 1301714 h 2364985"/>
                <a:gd name="connsiteX14" fmla="*/ 1077369 w 2373356"/>
                <a:gd name="connsiteY14" fmla="*/ 1296803 h 2364985"/>
                <a:gd name="connsiteX15" fmla="*/ 1051955 w 2373356"/>
                <a:gd name="connsiteY15" fmla="*/ 1052967 h 2364985"/>
                <a:gd name="connsiteX16" fmla="*/ 1064128 w 2373356"/>
                <a:gd name="connsiteY16" fmla="*/ 1040797 h 2364985"/>
                <a:gd name="connsiteX17" fmla="*/ 425992 w 2373356"/>
                <a:gd name="connsiteY17" fmla="*/ 255590 h 2364985"/>
                <a:gd name="connsiteX18" fmla="*/ 32176 w 2373356"/>
                <a:gd name="connsiteY18" fmla="*/ 21149 h 2364985"/>
                <a:gd name="connsiteX19" fmla="*/ 266565 w 2373356"/>
                <a:gd name="connsiteY19" fmla="*/ 414873 h 2364985"/>
                <a:gd name="connsiteX20" fmla="*/ 1051955 w 2373356"/>
                <a:gd name="connsiteY20" fmla="*/ 1052860 h 2364985"/>
                <a:gd name="connsiteX21" fmla="*/ 1194297 w 2373356"/>
                <a:gd name="connsiteY21" fmla="*/ 143173 h 2364985"/>
                <a:gd name="connsiteX22" fmla="*/ 1096697 w 2373356"/>
                <a:gd name="connsiteY22" fmla="*/ 408361 h 2364985"/>
                <a:gd name="connsiteX23" fmla="*/ 1186929 w 2373356"/>
                <a:gd name="connsiteY23" fmla="*/ 1009196 h 2364985"/>
                <a:gd name="connsiteX24" fmla="*/ 1201772 w 2373356"/>
                <a:gd name="connsiteY24" fmla="*/ 1009196 h 2364985"/>
                <a:gd name="connsiteX25" fmla="*/ 1292004 w 2373356"/>
                <a:gd name="connsiteY25" fmla="*/ 408361 h 2364985"/>
                <a:gd name="connsiteX26" fmla="*/ 1194297 w 2373356"/>
                <a:gd name="connsiteY26" fmla="*/ 143173 h 2364985"/>
                <a:gd name="connsiteX27" fmla="*/ 1331300 w 2373356"/>
                <a:gd name="connsiteY27" fmla="*/ 1312069 h 2364985"/>
                <a:gd name="connsiteX28" fmla="*/ 1319126 w 2373356"/>
                <a:gd name="connsiteY28" fmla="*/ 1324240 h 2364985"/>
                <a:gd name="connsiteX29" fmla="*/ 1957263 w 2373356"/>
                <a:gd name="connsiteY29" fmla="*/ 2109447 h 2364985"/>
                <a:gd name="connsiteX30" fmla="*/ 2351079 w 2373356"/>
                <a:gd name="connsiteY30" fmla="*/ 2343781 h 2364985"/>
                <a:gd name="connsiteX31" fmla="*/ 2116583 w 2373356"/>
                <a:gd name="connsiteY31" fmla="*/ 1950057 h 2364985"/>
                <a:gd name="connsiteX32" fmla="*/ 1331193 w 2373356"/>
                <a:gd name="connsiteY32" fmla="*/ 1312069 h 2364985"/>
                <a:gd name="connsiteX33" fmla="*/ 1958331 w 2373356"/>
                <a:gd name="connsiteY33" fmla="*/ 259219 h 2364985"/>
                <a:gd name="connsiteX34" fmla="*/ 1320194 w 2373356"/>
                <a:gd name="connsiteY34" fmla="*/ 1044427 h 2364985"/>
                <a:gd name="connsiteX35" fmla="*/ 1332368 w 2373356"/>
                <a:gd name="connsiteY35" fmla="*/ 1056597 h 2364985"/>
                <a:gd name="connsiteX36" fmla="*/ 2117758 w 2373356"/>
                <a:gd name="connsiteY36" fmla="*/ 418609 h 2364985"/>
                <a:gd name="connsiteX37" fmla="*/ 2352147 w 2373356"/>
                <a:gd name="connsiteY37" fmla="*/ 24885 h 2364985"/>
                <a:gd name="connsiteX38" fmla="*/ 1958331 w 2373356"/>
                <a:gd name="connsiteY38" fmla="*/ 259219 h 2364985"/>
                <a:gd name="connsiteX39" fmla="*/ 2032011 w 2373356"/>
                <a:gd name="connsiteY39" fmla="*/ 1279722 h 2364985"/>
                <a:gd name="connsiteX40" fmla="*/ 2325344 w 2373356"/>
                <a:gd name="connsiteY40" fmla="*/ 1182145 h 2364985"/>
                <a:gd name="connsiteX41" fmla="*/ 2021333 w 2373356"/>
                <a:gd name="connsiteY41" fmla="*/ 1084461 h 2364985"/>
                <a:gd name="connsiteX42" fmla="*/ 1367393 w 2373356"/>
                <a:gd name="connsiteY42" fmla="*/ 1174671 h 2364985"/>
                <a:gd name="connsiteX43" fmla="*/ 1367393 w 2373356"/>
                <a:gd name="connsiteY43" fmla="*/ 1189618 h 2364985"/>
                <a:gd name="connsiteX44" fmla="*/ 2032011 w 2373356"/>
                <a:gd name="connsiteY44" fmla="*/ 1279722 h 2364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373356" h="2364985">
                  <a:moveTo>
                    <a:pt x="1077263" y="1296696"/>
                  </a:moveTo>
                  <a:cubicBezTo>
                    <a:pt x="1076195" y="1295522"/>
                    <a:pt x="1074700" y="1294561"/>
                    <a:pt x="1072778" y="1293921"/>
                  </a:cubicBezTo>
                  <a:cubicBezTo>
                    <a:pt x="910040" y="1243317"/>
                    <a:pt x="713773" y="1203710"/>
                    <a:pt x="461444" y="1203710"/>
                  </a:cubicBezTo>
                  <a:cubicBezTo>
                    <a:pt x="277777" y="1203710"/>
                    <a:pt x="191603" y="1222072"/>
                    <a:pt x="191603" y="1301393"/>
                  </a:cubicBezTo>
                  <a:cubicBezTo>
                    <a:pt x="191603" y="1380715"/>
                    <a:pt x="277670" y="1399077"/>
                    <a:pt x="461444" y="1399077"/>
                  </a:cubicBezTo>
                  <a:cubicBezTo>
                    <a:pt x="669671" y="1399077"/>
                    <a:pt x="839777" y="1372067"/>
                    <a:pt x="984361" y="1334168"/>
                  </a:cubicBezTo>
                  <a:cubicBezTo>
                    <a:pt x="768446" y="1481174"/>
                    <a:pt x="528611" y="1689780"/>
                    <a:pt x="256741" y="1958704"/>
                  </a:cubicBezTo>
                  <a:cubicBezTo>
                    <a:pt x="43388" y="2169765"/>
                    <a:pt x="-42252" y="2282822"/>
                    <a:pt x="19682" y="2344101"/>
                  </a:cubicBezTo>
                  <a:cubicBezTo>
                    <a:pt x="81616" y="2405381"/>
                    <a:pt x="195874" y="2320615"/>
                    <a:pt x="409227" y="2109554"/>
                  </a:cubicBezTo>
                  <a:cubicBezTo>
                    <a:pt x="681097" y="1840523"/>
                    <a:pt x="891887" y="1603306"/>
                    <a:pt x="1040422" y="1389683"/>
                  </a:cubicBezTo>
                  <a:cubicBezTo>
                    <a:pt x="1002514" y="1534233"/>
                    <a:pt x="975391" y="1704406"/>
                    <a:pt x="975391" y="1912905"/>
                  </a:cubicBezTo>
                  <a:cubicBezTo>
                    <a:pt x="975391" y="2096529"/>
                    <a:pt x="993758" y="2182576"/>
                    <a:pt x="1073098" y="2182576"/>
                  </a:cubicBezTo>
                  <a:cubicBezTo>
                    <a:pt x="1152438" y="2182576"/>
                    <a:pt x="1170805" y="2096529"/>
                    <a:pt x="1170805" y="1912905"/>
                  </a:cubicBezTo>
                  <a:cubicBezTo>
                    <a:pt x="1170805" y="1660635"/>
                    <a:pt x="1131295" y="1464307"/>
                    <a:pt x="1080573" y="1301714"/>
                  </a:cubicBezTo>
                  <a:cubicBezTo>
                    <a:pt x="1079932" y="1299472"/>
                    <a:pt x="1078758" y="1297871"/>
                    <a:pt x="1077369" y="1296803"/>
                  </a:cubicBezTo>
                  <a:moveTo>
                    <a:pt x="1051955" y="1052967"/>
                  </a:moveTo>
                  <a:cubicBezTo>
                    <a:pt x="1064128" y="1060761"/>
                    <a:pt x="1071923" y="1052967"/>
                    <a:pt x="1064128" y="1040797"/>
                  </a:cubicBezTo>
                  <a:cubicBezTo>
                    <a:pt x="916020" y="810092"/>
                    <a:pt x="719752" y="549282"/>
                    <a:pt x="425992" y="255590"/>
                  </a:cubicBezTo>
                  <a:cubicBezTo>
                    <a:pt x="212212" y="41753"/>
                    <a:pt x="96886" y="-43547"/>
                    <a:pt x="32176" y="21149"/>
                  </a:cubicBezTo>
                  <a:cubicBezTo>
                    <a:pt x="-32535" y="85844"/>
                    <a:pt x="52785" y="201036"/>
                    <a:pt x="266565" y="414873"/>
                  </a:cubicBezTo>
                  <a:cubicBezTo>
                    <a:pt x="560325" y="708565"/>
                    <a:pt x="821196" y="904893"/>
                    <a:pt x="1051955" y="1052860"/>
                  </a:cubicBezTo>
                  <a:moveTo>
                    <a:pt x="1194297" y="143173"/>
                  </a:moveTo>
                  <a:cubicBezTo>
                    <a:pt x="1115064" y="143173"/>
                    <a:pt x="1096697" y="227833"/>
                    <a:pt x="1096697" y="408361"/>
                  </a:cubicBezTo>
                  <a:cubicBezTo>
                    <a:pt x="1096697" y="656360"/>
                    <a:pt x="1136207" y="849379"/>
                    <a:pt x="1186929" y="1009196"/>
                  </a:cubicBezTo>
                  <a:cubicBezTo>
                    <a:pt x="1189598" y="1017630"/>
                    <a:pt x="1199102" y="1017630"/>
                    <a:pt x="1201772" y="1009196"/>
                  </a:cubicBezTo>
                  <a:cubicBezTo>
                    <a:pt x="1252387" y="849272"/>
                    <a:pt x="1292004" y="656360"/>
                    <a:pt x="1292004" y="408361"/>
                  </a:cubicBezTo>
                  <a:cubicBezTo>
                    <a:pt x="1292004" y="227833"/>
                    <a:pt x="1273637" y="143173"/>
                    <a:pt x="1194297" y="143173"/>
                  </a:cubicBezTo>
                  <a:moveTo>
                    <a:pt x="1331300" y="1312069"/>
                  </a:moveTo>
                  <a:cubicBezTo>
                    <a:pt x="1319126" y="1304169"/>
                    <a:pt x="1311331" y="1312069"/>
                    <a:pt x="1319126" y="1324240"/>
                  </a:cubicBezTo>
                  <a:cubicBezTo>
                    <a:pt x="1467235" y="1554944"/>
                    <a:pt x="1663502" y="1815755"/>
                    <a:pt x="1957263" y="2109447"/>
                  </a:cubicBezTo>
                  <a:cubicBezTo>
                    <a:pt x="2171149" y="2323283"/>
                    <a:pt x="2286369" y="2408584"/>
                    <a:pt x="2351079" y="2343781"/>
                  </a:cubicBezTo>
                  <a:cubicBezTo>
                    <a:pt x="2415790" y="2279086"/>
                    <a:pt x="2330470" y="2163893"/>
                    <a:pt x="2116583" y="1950057"/>
                  </a:cubicBezTo>
                  <a:cubicBezTo>
                    <a:pt x="1822823" y="1656365"/>
                    <a:pt x="1561952" y="1460036"/>
                    <a:pt x="1331193" y="1312069"/>
                  </a:cubicBezTo>
                  <a:moveTo>
                    <a:pt x="1958331" y="259219"/>
                  </a:moveTo>
                  <a:cubicBezTo>
                    <a:pt x="1664570" y="552912"/>
                    <a:pt x="1468196" y="813722"/>
                    <a:pt x="1320194" y="1044427"/>
                  </a:cubicBezTo>
                  <a:cubicBezTo>
                    <a:pt x="1312399" y="1056597"/>
                    <a:pt x="1320194" y="1064390"/>
                    <a:pt x="1332368" y="1056597"/>
                  </a:cubicBezTo>
                  <a:cubicBezTo>
                    <a:pt x="1563126" y="908523"/>
                    <a:pt x="1823997" y="712302"/>
                    <a:pt x="2117758" y="418609"/>
                  </a:cubicBezTo>
                  <a:cubicBezTo>
                    <a:pt x="2331645" y="204773"/>
                    <a:pt x="2416964" y="89581"/>
                    <a:pt x="2352147" y="24885"/>
                  </a:cubicBezTo>
                  <a:cubicBezTo>
                    <a:pt x="2287437" y="-39810"/>
                    <a:pt x="2172217" y="45490"/>
                    <a:pt x="1958331" y="259219"/>
                  </a:cubicBezTo>
                  <a:moveTo>
                    <a:pt x="2032011" y="1279722"/>
                  </a:moveTo>
                  <a:cubicBezTo>
                    <a:pt x="2231696" y="1279722"/>
                    <a:pt x="2325344" y="1261359"/>
                    <a:pt x="2325344" y="1182145"/>
                  </a:cubicBezTo>
                  <a:cubicBezTo>
                    <a:pt x="2325344" y="1102930"/>
                    <a:pt x="2221017" y="1084461"/>
                    <a:pt x="2021333" y="1084461"/>
                  </a:cubicBezTo>
                  <a:cubicBezTo>
                    <a:pt x="1747007" y="1084461"/>
                    <a:pt x="1544226" y="1124068"/>
                    <a:pt x="1367393" y="1174671"/>
                  </a:cubicBezTo>
                  <a:cubicBezTo>
                    <a:pt x="1358102" y="1177340"/>
                    <a:pt x="1358102" y="1186949"/>
                    <a:pt x="1367393" y="1189618"/>
                  </a:cubicBezTo>
                  <a:cubicBezTo>
                    <a:pt x="1544226" y="1240221"/>
                    <a:pt x="1757792" y="1279722"/>
                    <a:pt x="2032011" y="1279722"/>
                  </a:cubicBezTo>
                </a:path>
              </a:pathLst>
            </a:custGeom>
            <a:grpFill/>
            <a:ln w="10675" cap="flat">
              <a:noFill/>
              <a:prstDash val="solid"/>
              <a:miter/>
            </a:ln>
          </p:spPr>
          <p:txBody>
            <a:bodyPr rtlCol="0" anchor="ctr"/>
            <a:lstStyle/>
            <a:p>
              <a:endParaRPr lang="de-DE" dirty="0">
                <a:latin typeface="BarmeniaGothaer Offc" panose="020B0503020204020204" pitchFamily="34" charset="0"/>
              </a:endParaRPr>
            </a:p>
          </p:txBody>
        </p:sp>
        <p:sp>
          <p:nvSpPr>
            <p:cNvPr id="39" name="Freihandform 38">
              <a:extLst>
                <a:ext uri="{FF2B5EF4-FFF2-40B4-BE49-F238E27FC236}">
                  <a16:creationId xmlns:a16="http://schemas.microsoft.com/office/drawing/2014/main" id="{0D438AC8-93A4-E8A2-7936-13CA73DDD13F}"/>
                </a:ext>
              </a:extLst>
            </p:cNvPr>
            <p:cNvSpPr/>
            <p:nvPr/>
          </p:nvSpPr>
          <p:spPr>
            <a:xfrm>
              <a:off x="1757315" y="-1615483"/>
              <a:ext cx="899919" cy="180509"/>
            </a:xfrm>
            <a:custGeom>
              <a:avLst/>
              <a:gdLst>
                <a:gd name="connsiteX0" fmla="*/ 4330912 w 4673045"/>
                <a:gd name="connsiteY0" fmla="*/ 919189 h 937337"/>
                <a:gd name="connsiteX1" fmla="*/ 4478060 w 4673045"/>
                <a:gd name="connsiteY1" fmla="*/ 919189 h 937337"/>
                <a:gd name="connsiteX2" fmla="*/ 4478060 w 4673045"/>
                <a:gd name="connsiteY2" fmla="*/ 558986 h 937337"/>
                <a:gd name="connsiteX3" fmla="*/ 4640797 w 4673045"/>
                <a:gd name="connsiteY3" fmla="*/ 398849 h 937337"/>
                <a:gd name="connsiteX4" fmla="*/ 4673046 w 4673045"/>
                <a:gd name="connsiteY4" fmla="*/ 398849 h 937337"/>
                <a:gd name="connsiteX5" fmla="*/ 4673046 w 4673045"/>
                <a:gd name="connsiteY5" fmla="*/ 246505 h 937337"/>
                <a:gd name="connsiteX6" fmla="*/ 4658844 w 4673045"/>
                <a:gd name="connsiteY6" fmla="*/ 246505 h 937337"/>
                <a:gd name="connsiteX7" fmla="*/ 4478060 w 4673045"/>
                <a:gd name="connsiteY7" fmla="*/ 378138 h 937337"/>
                <a:gd name="connsiteX8" fmla="*/ 4478060 w 4673045"/>
                <a:gd name="connsiteY8" fmla="*/ 258035 h 937337"/>
                <a:gd name="connsiteX9" fmla="*/ 4330912 w 4673045"/>
                <a:gd name="connsiteY9" fmla="*/ 258035 h 937337"/>
                <a:gd name="connsiteX10" fmla="*/ 4330912 w 4673045"/>
                <a:gd name="connsiteY10" fmla="*/ 918975 h 937337"/>
                <a:gd name="connsiteX11" fmla="*/ 3753749 w 4673045"/>
                <a:gd name="connsiteY11" fmla="*/ 517671 h 937337"/>
                <a:gd name="connsiteX12" fmla="*/ 3925457 w 4673045"/>
                <a:gd name="connsiteY12" fmla="*/ 374401 h 937337"/>
                <a:gd name="connsiteX13" fmla="*/ 4094601 w 4673045"/>
                <a:gd name="connsiteY13" fmla="*/ 517671 h 937337"/>
                <a:gd name="connsiteX14" fmla="*/ 3753749 w 4673045"/>
                <a:gd name="connsiteY14" fmla="*/ 517671 h 937337"/>
                <a:gd name="connsiteX15" fmla="*/ 3598807 w 4673045"/>
                <a:gd name="connsiteY15" fmla="*/ 588665 h 937337"/>
                <a:gd name="connsiteX16" fmla="*/ 3937096 w 4673045"/>
                <a:gd name="connsiteY16" fmla="*/ 937231 h 937337"/>
                <a:gd name="connsiteX17" fmla="*/ 4225091 w 4673045"/>
                <a:gd name="connsiteY17" fmla="*/ 788730 h 937337"/>
                <a:gd name="connsiteX18" fmla="*/ 4124394 w 4673045"/>
                <a:gd name="connsiteY18" fmla="*/ 703537 h 937337"/>
                <a:gd name="connsiteX19" fmla="*/ 3937203 w 4673045"/>
                <a:gd name="connsiteY19" fmla="*/ 802929 h 937337"/>
                <a:gd name="connsiteX20" fmla="*/ 3750012 w 4673045"/>
                <a:gd name="connsiteY20" fmla="*/ 636386 h 937337"/>
                <a:gd name="connsiteX21" fmla="*/ 4244525 w 4673045"/>
                <a:gd name="connsiteY21" fmla="*/ 636386 h 937337"/>
                <a:gd name="connsiteX22" fmla="*/ 4248369 w 4673045"/>
                <a:gd name="connsiteY22" fmla="*/ 582153 h 937337"/>
                <a:gd name="connsiteX23" fmla="*/ 3925564 w 4673045"/>
                <a:gd name="connsiteY23" fmla="*/ 239993 h 937337"/>
                <a:gd name="connsiteX24" fmla="*/ 3598914 w 4673045"/>
                <a:gd name="connsiteY24" fmla="*/ 588558 h 937337"/>
                <a:gd name="connsiteX25" fmla="*/ 3173917 w 4673045"/>
                <a:gd name="connsiteY25" fmla="*/ 795242 h 937337"/>
                <a:gd name="connsiteX26" fmla="*/ 2981493 w 4673045"/>
                <a:gd name="connsiteY26" fmla="*/ 588665 h 937337"/>
                <a:gd name="connsiteX27" fmla="*/ 3173917 w 4673045"/>
                <a:gd name="connsiteY27" fmla="*/ 382088 h 937337"/>
                <a:gd name="connsiteX28" fmla="*/ 3366340 w 4673045"/>
                <a:gd name="connsiteY28" fmla="*/ 588665 h 937337"/>
                <a:gd name="connsiteX29" fmla="*/ 3173917 w 4673045"/>
                <a:gd name="connsiteY29" fmla="*/ 795242 h 937337"/>
                <a:gd name="connsiteX30" fmla="*/ 3366340 w 4673045"/>
                <a:gd name="connsiteY30" fmla="*/ 258248 h 937337"/>
                <a:gd name="connsiteX31" fmla="*/ 3366340 w 4673045"/>
                <a:gd name="connsiteY31" fmla="*/ 367996 h 937337"/>
                <a:gd name="connsiteX32" fmla="*/ 3144231 w 4673045"/>
                <a:gd name="connsiteY32" fmla="*/ 240206 h 937337"/>
                <a:gd name="connsiteX33" fmla="*/ 2829220 w 4673045"/>
                <a:gd name="connsiteY33" fmla="*/ 588772 h 937337"/>
                <a:gd name="connsiteX34" fmla="*/ 3144231 w 4673045"/>
                <a:gd name="connsiteY34" fmla="*/ 937338 h 937337"/>
                <a:gd name="connsiteX35" fmla="*/ 3366340 w 4673045"/>
                <a:gd name="connsiteY35" fmla="*/ 809548 h 937337"/>
                <a:gd name="connsiteX36" fmla="*/ 3366340 w 4673045"/>
                <a:gd name="connsiteY36" fmla="*/ 919295 h 937337"/>
                <a:gd name="connsiteX37" fmla="*/ 3513594 w 4673045"/>
                <a:gd name="connsiteY37" fmla="*/ 919295 h 937337"/>
                <a:gd name="connsiteX38" fmla="*/ 3513594 w 4673045"/>
                <a:gd name="connsiteY38" fmla="*/ 258355 h 937337"/>
                <a:gd name="connsiteX39" fmla="*/ 3366340 w 4673045"/>
                <a:gd name="connsiteY39" fmla="*/ 258355 h 937337"/>
                <a:gd name="connsiteX40" fmla="*/ 2188735 w 4673045"/>
                <a:gd name="connsiteY40" fmla="*/ 919189 h 937337"/>
                <a:gd name="connsiteX41" fmla="*/ 2335882 w 4673045"/>
                <a:gd name="connsiteY41" fmla="*/ 919189 h 937337"/>
                <a:gd name="connsiteX42" fmla="*/ 2335882 w 4673045"/>
                <a:gd name="connsiteY42" fmla="*/ 526746 h 937337"/>
                <a:gd name="connsiteX43" fmla="*/ 2472778 w 4673045"/>
                <a:gd name="connsiteY43" fmla="*/ 369277 h 937337"/>
                <a:gd name="connsiteX44" fmla="*/ 2601879 w 4673045"/>
                <a:gd name="connsiteY44" fmla="*/ 515109 h 937337"/>
                <a:gd name="connsiteX45" fmla="*/ 2601879 w 4673045"/>
                <a:gd name="connsiteY45" fmla="*/ 919189 h 937337"/>
                <a:gd name="connsiteX46" fmla="*/ 2749133 w 4673045"/>
                <a:gd name="connsiteY46" fmla="*/ 919189 h 937337"/>
                <a:gd name="connsiteX47" fmla="*/ 2749133 w 4673045"/>
                <a:gd name="connsiteY47" fmla="*/ 489273 h 937337"/>
                <a:gd name="connsiteX48" fmla="*/ 2533538 w 4673045"/>
                <a:gd name="connsiteY48" fmla="*/ 240100 h 937337"/>
                <a:gd name="connsiteX49" fmla="*/ 2335989 w 4673045"/>
                <a:gd name="connsiteY49" fmla="*/ 346004 h 937337"/>
                <a:gd name="connsiteX50" fmla="*/ 2335989 w 4673045"/>
                <a:gd name="connsiteY50" fmla="*/ 15480 h 937337"/>
                <a:gd name="connsiteX51" fmla="*/ 2188842 w 4673045"/>
                <a:gd name="connsiteY51" fmla="*/ 15480 h 937337"/>
                <a:gd name="connsiteX52" fmla="*/ 2188842 w 4673045"/>
                <a:gd name="connsiteY52" fmla="*/ 919189 h 937337"/>
                <a:gd name="connsiteX53" fmla="*/ 2090601 w 4673045"/>
                <a:gd name="connsiteY53" fmla="*/ 921751 h 937337"/>
                <a:gd name="connsiteX54" fmla="*/ 2090601 w 4673045"/>
                <a:gd name="connsiteY54" fmla="*/ 797805 h 937337"/>
                <a:gd name="connsiteX55" fmla="*/ 2035074 w 4673045"/>
                <a:gd name="connsiteY55" fmla="*/ 801648 h 937337"/>
                <a:gd name="connsiteX56" fmla="*/ 1929145 w 4673045"/>
                <a:gd name="connsiteY56" fmla="*/ 694463 h 937337"/>
                <a:gd name="connsiteX57" fmla="*/ 1929145 w 4673045"/>
                <a:gd name="connsiteY57" fmla="*/ 384650 h 937337"/>
                <a:gd name="connsiteX58" fmla="*/ 2090601 w 4673045"/>
                <a:gd name="connsiteY58" fmla="*/ 384650 h 937337"/>
                <a:gd name="connsiteX59" fmla="*/ 2090601 w 4673045"/>
                <a:gd name="connsiteY59" fmla="*/ 258142 h 937337"/>
                <a:gd name="connsiteX60" fmla="*/ 1929145 w 4673045"/>
                <a:gd name="connsiteY60" fmla="*/ 258142 h 937337"/>
                <a:gd name="connsiteX61" fmla="*/ 1929145 w 4673045"/>
                <a:gd name="connsiteY61" fmla="*/ 67044 h 937337"/>
                <a:gd name="connsiteX62" fmla="*/ 1781891 w 4673045"/>
                <a:gd name="connsiteY62" fmla="*/ 112203 h 937337"/>
                <a:gd name="connsiteX63" fmla="*/ 1781891 w 4673045"/>
                <a:gd name="connsiteY63" fmla="*/ 258035 h 937337"/>
                <a:gd name="connsiteX64" fmla="*/ 1654072 w 4673045"/>
                <a:gd name="connsiteY64" fmla="*/ 258035 h 937337"/>
                <a:gd name="connsiteX65" fmla="*/ 1654072 w 4673045"/>
                <a:gd name="connsiteY65" fmla="*/ 384543 h 937337"/>
                <a:gd name="connsiteX66" fmla="*/ 1781891 w 4673045"/>
                <a:gd name="connsiteY66" fmla="*/ 384543 h 937337"/>
                <a:gd name="connsiteX67" fmla="*/ 1781891 w 4673045"/>
                <a:gd name="connsiteY67" fmla="*/ 708555 h 937337"/>
                <a:gd name="connsiteX68" fmla="*/ 1994923 w 4673045"/>
                <a:gd name="connsiteY68" fmla="*/ 933174 h 937337"/>
                <a:gd name="connsiteX69" fmla="*/ 2090494 w 4673045"/>
                <a:gd name="connsiteY69" fmla="*/ 921537 h 937337"/>
                <a:gd name="connsiteX70" fmla="*/ 1293892 w 4673045"/>
                <a:gd name="connsiteY70" fmla="*/ 795242 h 937337"/>
                <a:gd name="connsiteX71" fmla="*/ 1101469 w 4673045"/>
                <a:gd name="connsiteY71" fmla="*/ 588665 h 937337"/>
                <a:gd name="connsiteX72" fmla="*/ 1293892 w 4673045"/>
                <a:gd name="connsiteY72" fmla="*/ 382088 h 937337"/>
                <a:gd name="connsiteX73" fmla="*/ 1486315 w 4673045"/>
                <a:gd name="connsiteY73" fmla="*/ 588665 h 937337"/>
                <a:gd name="connsiteX74" fmla="*/ 1293892 w 4673045"/>
                <a:gd name="connsiteY74" fmla="*/ 795242 h 937337"/>
                <a:gd name="connsiteX75" fmla="*/ 1293892 w 4673045"/>
                <a:gd name="connsiteY75" fmla="*/ 937231 h 937337"/>
                <a:gd name="connsiteX76" fmla="*/ 1638695 w 4673045"/>
                <a:gd name="connsiteY76" fmla="*/ 588665 h 937337"/>
                <a:gd name="connsiteX77" fmla="*/ 1293892 w 4673045"/>
                <a:gd name="connsiteY77" fmla="*/ 240100 h 937337"/>
                <a:gd name="connsiteX78" fmla="*/ 949089 w 4673045"/>
                <a:gd name="connsiteY78" fmla="*/ 588665 h 937337"/>
                <a:gd name="connsiteX79" fmla="*/ 1293892 w 4673045"/>
                <a:gd name="connsiteY79" fmla="*/ 937231 h 937337"/>
                <a:gd name="connsiteX80" fmla="*/ 454576 w 4673045"/>
                <a:gd name="connsiteY80" fmla="*/ 0 h 937337"/>
                <a:gd name="connsiteX81" fmla="*/ 0 w 4673045"/>
                <a:gd name="connsiteY81" fmla="*/ 468669 h 937337"/>
                <a:gd name="connsiteX82" fmla="*/ 435141 w 4673045"/>
                <a:gd name="connsiteY82" fmla="*/ 937338 h 937337"/>
                <a:gd name="connsiteX83" fmla="*/ 711496 w 4673045"/>
                <a:gd name="connsiteY83" fmla="*/ 803036 h 937337"/>
                <a:gd name="connsiteX84" fmla="*/ 711496 w 4673045"/>
                <a:gd name="connsiteY84" fmla="*/ 919189 h 937337"/>
                <a:gd name="connsiteX85" fmla="*/ 861313 w 4673045"/>
                <a:gd name="connsiteY85" fmla="*/ 919189 h 937337"/>
                <a:gd name="connsiteX86" fmla="*/ 861313 w 4673045"/>
                <a:gd name="connsiteY86" fmla="*/ 444114 h 937337"/>
                <a:gd name="connsiteX87" fmla="*/ 470060 w 4673045"/>
                <a:gd name="connsiteY87" fmla="*/ 444114 h 937337"/>
                <a:gd name="connsiteX88" fmla="*/ 470060 w 4673045"/>
                <a:gd name="connsiteY88" fmla="*/ 591334 h 937337"/>
                <a:gd name="connsiteX89" fmla="*/ 698576 w 4673045"/>
                <a:gd name="connsiteY89" fmla="*/ 591334 h 937337"/>
                <a:gd name="connsiteX90" fmla="*/ 454470 w 4673045"/>
                <a:gd name="connsiteY90" fmla="*/ 779869 h 937337"/>
                <a:gd name="connsiteX91" fmla="*/ 175552 w 4673045"/>
                <a:gd name="connsiteY91" fmla="*/ 468776 h 937337"/>
                <a:gd name="connsiteX92" fmla="*/ 454470 w 4673045"/>
                <a:gd name="connsiteY92" fmla="*/ 157682 h 937337"/>
                <a:gd name="connsiteX93" fmla="*/ 699857 w 4673045"/>
                <a:gd name="connsiteY93" fmla="*/ 298389 h 937337"/>
                <a:gd name="connsiteX94" fmla="*/ 839316 w 4673045"/>
                <a:gd name="connsiteY94" fmla="*/ 205403 h 937337"/>
                <a:gd name="connsiteX95" fmla="*/ 454470 w 4673045"/>
                <a:gd name="connsiteY95" fmla="*/ 107 h 9373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673045" h="937337">
                  <a:moveTo>
                    <a:pt x="4330912" y="919189"/>
                  </a:moveTo>
                  <a:lnTo>
                    <a:pt x="4478060" y="919189"/>
                  </a:lnTo>
                  <a:lnTo>
                    <a:pt x="4478060" y="558986"/>
                  </a:lnTo>
                  <a:cubicBezTo>
                    <a:pt x="4478060" y="449239"/>
                    <a:pt x="4524510" y="398849"/>
                    <a:pt x="4640797" y="398849"/>
                  </a:cubicBezTo>
                  <a:lnTo>
                    <a:pt x="4673046" y="398849"/>
                  </a:lnTo>
                  <a:lnTo>
                    <a:pt x="4673046" y="246505"/>
                  </a:lnTo>
                  <a:lnTo>
                    <a:pt x="4658844" y="246505"/>
                  </a:lnTo>
                  <a:cubicBezTo>
                    <a:pt x="4561991" y="246505"/>
                    <a:pt x="4498776" y="300738"/>
                    <a:pt x="4478060" y="378138"/>
                  </a:cubicBezTo>
                  <a:lnTo>
                    <a:pt x="4478060" y="258035"/>
                  </a:lnTo>
                  <a:lnTo>
                    <a:pt x="4330912" y="258035"/>
                  </a:lnTo>
                  <a:lnTo>
                    <a:pt x="4330912" y="918975"/>
                  </a:lnTo>
                  <a:close/>
                  <a:moveTo>
                    <a:pt x="3753749" y="517671"/>
                  </a:moveTo>
                  <a:cubicBezTo>
                    <a:pt x="3774358" y="428635"/>
                    <a:pt x="3837681" y="374401"/>
                    <a:pt x="3925457" y="374401"/>
                  </a:cubicBezTo>
                  <a:cubicBezTo>
                    <a:pt x="4008107" y="374401"/>
                    <a:pt x="4075273" y="423510"/>
                    <a:pt x="4094601" y="517671"/>
                  </a:cubicBezTo>
                  <a:lnTo>
                    <a:pt x="3753749" y="517671"/>
                  </a:lnTo>
                  <a:close/>
                  <a:moveTo>
                    <a:pt x="3598807" y="588665"/>
                  </a:moveTo>
                  <a:cubicBezTo>
                    <a:pt x="3598807" y="790011"/>
                    <a:pt x="3742110" y="937231"/>
                    <a:pt x="3937096" y="937231"/>
                  </a:cubicBezTo>
                  <a:cubicBezTo>
                    <a:pt x="4057227" y="937231"/>
                    <a:pt x="4170844" y="877873"/>
                    <a:pt x="4225091" y="788730"/>
                  </a:cubicBezTo>
                  <a:lnTo>
                    <a:pt x="4124394" y="703537"/>
                  </a:lnTo>
                  <a:cubicBezTo>
                    <a:pt x="4086913" y="765564"/>
                    <a:pt x="4017183" y="802929"/>
                    <a:pt x="3937203" y="802929"/>
                  </a:cubicBezTo>
                  <a:cubicBezTo>
                    <a:pt x="3840350" y="802929"/>
                    <a:pt x="3768059" y="737059"/>
                    <a:pt x="3750012" y="636386"/>
                  </a:cubicBezTo>
                  <a:lnTo>
                    <a:pt x="4244525" y="636386"/>
                  </a:lnTo>
                  <a:cubicBezTo>
                    <a:pt x="4247088" y="619625"/>
                    <a:pt x="4248369" y="600195"/>
                    <a:pt x="4248369" y="582153"/>
                  </a:cubicBezTo>
                  <a:cubicBezTo>
                    <a:pt x="4248369" y="392337"/>
                    <a:pt x="4119268" y="239993"/>
                    <a:pt x="3925564" y="239993"/>
                  </a:cubicBezTo>
                  <a:cubicBezTo>
                    <a:pt x="3731859" y="239993"/>
                    <a:pt x="3598914" y="387212"/>
                    <a:pt x="3598914" y="588558"/>
                  </a:cubicBezTo>
                  <a:moveTo>
                    <a:pt x="3173917" y="795242"/>
                  </a:moveTo>
                  <a:cubicBezTo>
                    <a:pt x="3062862" y="795242"/>
                    <a:pt x="2981493" y="707487"/>
                    <a:pt x="2981493" y="588665"/>
                  </a:cubicBezTo>
                  <a:cubicBezTo>
                    <a:pt x="2981493" y="469843"/>
                    <a:pt x="3062862" y="382088"/>
                    <a:pt x="3173917" y="382088"/>
                  </a:cubicBezTo>
                  <a:cubicBezTo>
                    <a:pt x="3284971" y="382088"/>
                    <a:pt x="3366340" y="469843"/>
                    <a:pt x="3366340" y="588665"/>
                  </a:cubicBezTo>
                  <a:cubicBezTo>
                    <a:pt x="3366340" y="707487"/>
                    <a:pt x="3284971" y="795242"/>
                    <a:pt x="3173917" y="795242"/>
                  </a:cubicBezTo>
                  <a:moveTo>
                    <a:pt x="3366340" y="258248"/>
                  </a:moveTo>
                  <a:lnTo>
                    <a:pt x="3366340" y="367996"/>
                  </a:lnTo>
                  <a:cubicBezTo>
                    <a:pt x="3322452" y="284084"/>
                    <a:pt x="3246209" y="240206"/>
                    <a:pt x="3144231" y="240206"/>
                  </a:cubicBezTo>
                  <a:cubicBezTo>
                    <a:pt x="2971242" y="240206"/>
                    <a:pt x="2829220" y="386038"/>
                    <a:pt x="2829220" y="588772"/>
                  </a:cubicBezTo>
                  <a:cubicBezTo>
                    <a:pt x="2829220" y="791506"/>
                    <a:pt x="2971242" y="937338"/>
                    <a:pt x="3144231" y="937338"/>
                  </a:cubicBezTo>
                  <a:cubicBezTo>
                    <a:pt x="3246209" y="937338"/>
                    <a:pt x="3322452" y="893460"/>
                    <a:pt x="3366340" y="809548"/>
                  </a:cubicBezTo>
                  <a:lnTo>
                    <a:pt x="3366340" y="919295"/>
                  </a:lnTo>
                  <a:lnTo>
                    <a:pt x="3513594" y="919295"/>
                  </a:lnTo>
                  <a:lnTo>
                    <a:pt x="3513594" y="258355"/>
                  </a:lnTo>
                  <a:lnTo>
                    <a:pt x="3366340" y="258355"/>
                  </a:lnTo>
                  <a:close/>
                  <a:moveTo>
                    <a:pt x="2188735" y="919189"/>
                  </a:moveTo>
                  <a:lnTo>
                    <a:pt x="2335882" y="919189"/>
                  </a:lnTo>
                  <a:lnTo>
                    <a:pt x="2335882" y="526746"/>
                  </a:lnTo>
                  <a:cubicBezTo>
                    <a:pt x="2335882" y="424791"/>
                    <a:pt x="2390128" y="369277"/>
                    <a:pt x="2472778" y="369277"/>
                  </a:cubicBezTo>
                  <a:cubicBezTo>
                    <a:pt x="2555429" y="369277"/>
                    <a:pt x="2601879" y="424791"/>
                    <a:pt x="2601879" y="515109"/>
                  </a:cubicBezTo>
                  <a:lnTo>
                    <a:pt x="2601879" y="919189"/>
                  </a:lnTo>
                  <a:lnTo>
                    <a:pt x="2749133" y="919189"/>
                  </a:lnTo>
                  <a:lnTo>
                    <a:pt x="2749133" y="489273"/>
                  </a:lnTo>
                  <a:cubicBezTo>
                    <a:pt x="2749133" y="318887"/>
                    <a:pt x="2657407" y="240100"/>
                    <a:pt x="2533538" y="240100"/>
                  </a:cubicBezTo>
                  <a:cubicBezTo>
                    <a:pt x="2431560" y="240100"/>
                    <a:pt x="2364394" y="290489"/>
                    <a:pt x="2335989" y="346004"/>
                  </a:cubicBezTo>
                  <a:lnTo>
                    <a:pt x="2335989" y="15480"/>
                  </a:lnTo>
                  <a:lnTo>
                    <a:pt x="2188842" y="15480"/>
                  </a:lnTo>
                  <a:lnTo>
                    <a:pt x="2188842" y="919189"/>
                  </a:lnTo>
                  <a:close/>
                  <a:moveTo>
                    <a:pt x="2090601" y="921751"/>
                  </a:moveTo>
                  <a:lnTo>
                    <a:pt x="2090601" y="797805"/>
                  </a:lnTo>
                  <a:cubicBezTo>
                    <a:pt x="2073836" y="800367"/>
                    <a:pt x="2050558" y="801648"/>
                    <a:pt x="2035074" y="801648"/>
                  </a:cubicBezTo>
                  <a:cubicBezTo>
                    <a:pt x="1962782" y="801648"/>
                    <a:pt x="1929145" y="764176"/>
                    <a:pt x="1929145" y="694463"/>
                  </a:cubicBezTo>
                  <a:lnTo>
                    <a:pt x="1929145" y="384650"/>
                  </a:lnTo>
                  <a:lnTo>
                    <a:pt x="2090601" y="384650"/>
                  </a:lnTo>
                  <a:lnTo>
                    <a:pt x="2090601" y="258142"/>
                  </a:lnTo>
                  <a:lnTo>
                    <a:pt x="1929145" y="258142"/>
                  </a:lnTo>
                  <a:lnTo>
                    <a:pt x="1929145" y="67044"/>
                  </a:lnTo>
                  <a:lnTo>
                    <a:pt x="1781891" y="112203"/>
                  </a:lnTo>
                  <a:lnTo>
                    <a:pt x="1781891" y="258035"/>
                  </a:lnTo>
                  <a:lnTo>
                    <a:pt x="1654072" y="258035"/>
                  </a:lnTo>
                  <a:lnTo>
                    <a:pt x="1654072" y="384543"/>
                  </a:lnTo>
                  <a:lnTo>
                    <a:pt x="1781891" y="384543"/>
                  </a:lnTo>
                  <a:lnTo>
                    <a:pt x="1781891" y="708555"/>
                  </a:lnTo>
                  <a:cubicBezTo>
                    <a:pt x="1781891" y="851824"/>
                    <a:pt x="1860697" y="933174"/>
                    <a:pt x="1994923" y="933174"/>
                  </a:cubicBezTo>
                  <a:cubicBezTo>
                    <a:pt x="2032404" y="933174"/>
                    <a:pt x="2065934" y="929331"/>
                    <a:pt x="2090494" y="921537"/>
                  </a:cubicBezTo>
                  <a:moveTo>
                    <a:pt x="1293892" y="795242"/>
                  </a:moveTo>
                  <a:cubicBezTo>
                    <a:pt x="1182837" y="795242"/>
                    <a:pt x="1101469" y="707487"/>
                    <a:pt x="1101469" y="588665"/>
                  </a:cubicBezTo>
                  <a:cubicBezTo>
                    <a:pt x="1101469" y="469843"/>
                    <a:pt x="1182837" y="382088"/>
                    <a:pt x="1293892" y="382088"/>
                  </a:cubicBezTo>
                  <a:cubicBezTo>
                    <a:pt x="1404946" y="382088"/>
                    <a:pt x="1486315" y="469843"/>
                    <a:pt x="1486315" y="588665"/>
                  </a:cubicBezTo>
                  <a:cubicBezTo>
                    <a:pt x="1486315" y="707487"/>
                    <a:pt x="1404946" y="795242"/>
                    <a:pt x="1293892" y="795242"/>
                  </a:cubicBezTo>
                  <a:moveTo>
                    <a:pt x="1293892" y="937231"/>
                  </a:moveTo>
                  <a:cubicBezTo>
                    <a:pt x="1490160" y="937231"/>
                    <a:pt x="1638695" y="791399"/>
                    <a:pt x="1638695" y="588665"/>
                  </a:cubicBezTo>
                  <a:cubicBezTo>
                    <a:pt x="1638695" y="385931"/>
                    <a:pt x="1490160" y="240100"/>
                    <a:pt x="1293892" y="240100"/>
                  </a:cubicBezTo>
                  <a:cubicBezTo>
                    <a:pt x="1097625" y="240100"/>
                    <a:pt x="949089" y="385931"/>
                    <a:pt x="949089" y="588665"/>
                  </a:cubicBezTo>
                  <a:cubicBezTo>
                    <a:pt x="949089" y="791399"/>
                    <a:pt x="1097625" y="937231"/>
                    <a:pt x="1293892" y="937231"/>
                  </a:cubicBezTo>
                  <a:moveTo>
                    <a:pt x="454576" y="0"/>
                  </a:moveTo>
                  <a:cubicBezTo>
                    <a:pt x="194986" y="0"/>
                    <a:pt x="0" y="196222"/>
                    <a:pt x="0" y="468669"/>
                  </a:cubicBezTo>
                  <a:cubicBezTo>
                    <a:pt x="0" y="741116"/>
                    <a:pt x="194986" y="937338"/>
                    <a:pt x="435141" y="937338"/>
                  </a:cubicBezTo>
                  <a:cubicBezTo>
                    <a:pt x="546196" y="937338"/>
                    <a:pt x="650737" y="885667"/>
                    <a:pt x="711496" y="803036"/>
                  </a:cubicBezTo>
                  <a:lnTo>
                    <a:pt x="711496" y="919189"/>
                  </a:lnTo>
                  <a:lnTo>
                    <a:pt x="861313" y="919189"/>
                  </a:lnTo>
                  <a:lnTo>
                    <a:pt x="861313" y="444114"/>
                  </a:lnTo>
                  <a:lnTo>
                    <a:pt x="470060" y="444114"/>
                  </a:lnTo>
                  <a:lnTo>
                    <a:pt x="470060" y="591334"/>
                  </a:lnTo>
                  <a:lnTo>
                    <a:pt x="698576" y="591334"/>
                  </a:lnTo>
                  <a:cubicBezTo>
                    <a:pt x="676579" y="702363"/>
                    <a:pt x="578445" y="779869"/>
                    <a:pt x="454470" y="779869"/>
                  </a:cubicBezTo>
                  <a:cubicBezTo>
                    <a:pt x="291732" y="779869"/>
                    <a:pt x="175552" y="648236"/>
                    <a:pt x="175552" y="468776"/>
                  </a:cubicBezTo>
                  <a:cubicBezTo>
                    <a:pt x="175552" y="289315"/>
                    <a:pt x="291732" y="157682"/>
                    <a:pt x="454470" y="157682"/>
                  </a:cubicBezTo>
                  <a:cubicBezTo>
                    <a:pt x="570649" y="157682"/>
                    <a:pt x="654581" y="215759"/>
                    <a:pt x="699857" y="298389"/>
                  </a:cubicBezTo>
                  <a:lnTo>
                    <a:pt x="839316" y="205403"/>
                  </a:lnTo>
                  <a:cubicBezTo>
                    <a:pt x="770868" y="76332"/>
                    <a:pt x="626284" y="107"/>
                    <a:pt x="454470" y="107"/>
                  </a:cubicBezTo>
                </a:path>
              </a:pathLst>
            </a:custGeom>
            <a:grpFill/>
            <a:ln w="10675" cap="flat">
              <a:noFill/>
              <a:prstDash val="solid"/>
              <a:miter/>
            </a:ln>
          </p:spPr>
          <p:txBody>
            <a:bodyPr rtlCol="0" anchor="ctr"/>
            <a:lstStyle/>
            <a:p>
              <a:endParaRPr lang="de-DE" dirty="0">
                <a:latin typeface="BarmeniaGothaer Offc" panose="020B0503020204020204" pitchFamily="34" charset="0"/>
              </a:endParaRPr>
            </a:p>
          </p:txBody>
        </p:sp>
        <p:sp>
          <p:nvSpPr>
            <p:cNvPr id="40" name="Freihandform 39">
              <a:extLst>
                <a:ext uri="{FF2B5EF4-FFF2-40B4-BE49-F238E27FC236}">
                  <a16:creationId xmlns:a16="http://schemas.microsoft.com/office/drawing/2014/main" id="{1013CB3E-B322-6782-C533-3FC5C3FBF381}"/>
                </a:ext>
              </a:extLst>
            </p:cNvPr>
            <p:cNvSpPr/>
            <p:nvPr/>
          </p:nvSpPr>
          <p:spPr>
            <a:xfrm>
              <a:off x="1768255" y="-1865975"/>
              <a:ext cx="1032722" cy="182257"/>
            </a:xfrm>
            <a:custGeom>
              <a:avLst/>
              <a:gdLst>
                <a:gd name="connsiteX0" fmla="*/ 5023081 w 5362651"/>
                <a:gd name="connsiteY0" fmla="*/ 804316 h 946411"/>
                <a:gd name="connsiteX1" fmla="*/ 4830658 w 5362651"/>
                <a:gd name="connsiteY1" fmla="*/ 597740 h 946411"/>
                <a:gd name="connsiteX2" fmla="*/ 5023081 w 5362651"/>
                <a:gd name="connsiteY2" fmla="*/ 391162 h 946411"/>
                <a:gd name="connsiteX3" fmla="*/ 5215504 w 5362651"/>
                <a:gd name="connsiteY3" fmla="*/ 597740 h 946411"/>
                <a:gd name="connsiteX4" fmla="*/ 5023081 w 5362651"/>
                <a:gd name="connsiteY4" fmla="*/ 804316 h 946411"/>
                <a:gd name="connsiteX5" fmla="*/ 5215504 w 5362651"/>
                <a:gd name="connsiteY5" fmla="*/ 267323 h 946411"/>
                <a:gd name="connsiteX6" fmla="*/ 5215504 w 5362651"/>
                <a:gd name="connsiteY6" fmla="*/ 377070 h 946411"/>
                <a:gd name="connsiteX7" fmla="*/ 4993395 w 5362651"/>
                <a:gd name="connsiteY7" fmla="*/ 249280 h 946411"/>
                <a:gd name="connsiteX8" fmla="*/ 4678278 w 5362651"/>
                <a:gd name="connsiteY8" fmla="*/ 597846 h 946411"/>
                <a:gd name="connsiteX9" fmla="*/ 4993395 w 5362651"/>
                <a:gd name="connsiteY9" fmla="*/ 946412 h 946411"/>
                <a:gd name="connsiteX10" fmla="*/ 5215504 w 5362651"/>
                <a:gd name="connsiteY10" fmla="*/ 818622 h 946411"/>
                <a:gd name="connsiteX11" fmla="*/ 5215504 w 5362651"/>
                <a:gd name="connsiteY11" fmla="*/ 928370 h 946411"/>
                <a:gd name="connsiteX12" fmla="*/ 5362651 w 5362651"/>
                <a:gd name="connsiteY12" fmla="*/ 928370 h 946411"/>
                <a:gd name="connsiteX13" fmla="*/ 5362651 w 5362651"/>
                <a:gd name="connsiteY13" fmla="*/ 267429 h 946411"/>
                <a:gd name="connsiteX14" fmla="*/ 5215504 w 5362651"/>
                <a:gd name="connsiteY14" fmla="*/ 267429 h 946411"/>
                <a:gd name="connsiteX15" fmla="*/ 4611218 w 5362651"/>
                <a:gd name="connsiteY15" fmla="*/ 91705 h 946411"/>
                <a:gd name="connsiteX16" fmla="*/ 4519492 w 5362651"/>
                <a:gd name="connsiteY16" fmla="*/ 183411 h 946411"/>
                <a:gd name="connsiteX17" fmla="*/ 4427765 w 5362651"/>
                <a:gd name="connsiteY17" fmla="*/ 91705 h 946411"/>
                <a:gd name="connsiteX18" fmla="*/ 4519492 w 5362651"/>
                <a:gd name="connsiteY18" fmla="*/ 0 h 946411"/>
                <a:gd name="connsiteX19" fmla="*/ 4611218 w 5362651"/>
                <a:gd name="connsiteY19" fmla="*/ 91705 h 946411"/>
                <a:gd name="connsiteX20" fmla="*/ 4445918 w 5362651"/>
                <a:gd name="connsiteY20" fmla="*/ 928263 h 946411"/>
                <a:gd name="connsiteX21" fmla="*/ 4593172 w 5362651"/>
                <a:gd name="connsiteY21" fmla="*/ 928263 h 946411"/>
                <a:gd name="connsiteX22" fmla="*/ 4593172 w 5362651"/>
                <a:gd name="connsiteY22" fmla="*/ 267323 h 946411"/>
                <a:gd name="connsiteX23" fmla="*/ 4445918 w 5362651"/>
                <a:gd name="connsiteY23" fmla="*/ 267323 h 946411"/>
                <a:gd name="connsiteX24" fmla="*/ 4445918 w 5362651"/>
                <a:gd name="connsiteY24" fmla="*/ 928263 h 946411"/>
                <a:gd name="connsiteX25" fmla="*/ 3777028 w 5362651"/>
                <a:gd name="connsiteY25" fmla="*/ 928263 h 946411"/>
                <a:gd name="connsiteX26" fmla="*/ 3924176 w 5362651"/>
                <a:gd name="connsiteY26" fmla="*/ 928263 h 946411"/>
                <a:gd name="connsiteX27" fmla="*/ 3924176 w 5362651"/>
                <a:gd name="connsiteY27" fmla="*/ 535820 h 946411"/>
                <a:gd name="connsiteX28" fmla="*/ 4061071 w 5362651"/>
                <a:gd name="connsiteY28" fmla="*/ 378351 h 946411"/>
                <a:gd name="connsiteX29" fmla="*/ 4190172 w 5362651"/>
                <a:gd name="connsiteY29" fmla="*/ 524183 h 946411"/>
                <a:gd name="connsiteX30" fmla="*/ 4190172 w 5362651"/>
                <a:gd name="connsiteY30" fmla="*/ 928263 h 946411"/>
                <a:gd name="connsiteX31" fmla="*/ 4337426 w 5362651"/>
                <a:gd name="connsiteY31" fmla="*/ 928263 h 946411"/>
                <a:gd name="connsiteX32" fmla="*/ 4337426 w 5362651"/>
                <a:gd name="connsiteY32" fmla="*/ 498348 h 946411"/>
                <a:gd name="connsiteX33" fmla="*/ 4121831 w 5362651"/>
                <a:gd name="connsiteY33" fmla="*/ 249174 h 946411"/>
                <a:gd name="connsiteX34" fmla="*/ 3924282 w 5362651"/>
                <a:gd name="connsiteY34" fmla="*/ 355078 h 946411"/>
                <a:gd name="connsiteX35" fmla="*/ 3924282 w 5362651"/>
                <a:gd name="connsiteY35" fmla="*/ 267323 h 946411"/>
                <a:gd name="connsiteX36" fmla="*/ 3777135 w 5362651"/>
                <a:gd name="connsiteY36" fmla="*/ 267323 h 946411"/>
                <a:gd name="connsiteX37" fmla="*/ 3777135 w 5362651"/>
                <a:gd name="connsiteY37" fmla="*/ 928263 h 946411"/>
                <a:gd name="connsiteX38" fmla="*/ 3199865 w 5362651"/>
                <a:gd name="connsiteY38" fmla="*/ 526745 h 946411"/>
                <a:gd name="connsiteX39" fmla="*/ 3371573 w 5362651"/>
                <a:gd name="connsiteY39" fmla="*/ 383476 h 946411"/>
                <a:gd name="connsiteX40" fmla="*/ 3540717 w 5362651"/>
                <a:gd name="connsiteY40" fmla="*/ 526745 h 946411"/>
                <a:gd name="connsiteX41" fmla="*/ 3199865 w 5362651"/>
                <a:gd name="connsiteY41" fmla="*/ 526745 h 946411"/>
                <a:gd name="connsiteX42" fmla="*/ 3044923 w 5362651"/>
                <a:gd name="connsiteY42" fmla="*/ 597740 h 946411"/>
                <a:gd name="connsiteX43" fmla="*/ 3383212 w 5362651"/>
                <a:gd name="connsiteY43" fmla="*/ 946305 h 946411"/>
                <a:gd name="connsiteX44" fmla="*/ 3671206 w 5362651"/>
                <a:gd name="connsiteY44" fmla="*/ 797804 h 946411"/>
                <a:gd name="connsiteX45" fmla="*/ 3570509 w 5362651"/>
                <a:gd name="connsiteY45" fmla="*/ 712611 h 946411"/>
                <a:gd name="connsiteX46" fmla="*/ 3383318 w 5362651"/>
                <a:gd name="connsiteY46" fmla="*/ 812003 h 946411"/>
                <a:gd name="connsiteX47" fmla="*/ 3196127 w 5362651"/>
                <a:gd name="connsiteY47" fmla="*/ 645460 h 946411"/>
                <a:gd name="connsiteX48" fmla="*/ 3690640 w 5362651"/>
                <a:gd name="connsiteY48" fmla="*/ 645460 h 946411"/>
                <a:gd name="connsiteX49" fmla="*/ 3694485 w 5362651"/>
                <a:gd name="connsiteY49" fmla="*/ 591227 h 946411"/>
                <a:gd name="connsiteX50" fmla="*/ 3371679 w 5362651"/>
                <a:gd name="connsiteY50" fmla="*/ 249174 h 946411"/>
                <a:gd name="connsiteX51" fmla="*/ 3044923 w 5362651"/>
                <a:gd name="connsiteY51" fmla="*/ 597740 h 946411"/>
                <a:gd name="connsiteX52" fmla="*/ 2032511 w 5362651"/>
                <a:gd name="connsiteY52" fmla="*/ 928263 h 946411"/>
                <a:gd name="connsiteX53" fmla="*/ 2179765 w 5362651"/>
                <a:gd name="connsiteY53" fmla="*/ 928263 h 946411"/>
                <a:gd name="connsiteX54" fmla="*/ 2179765 w 5362651"/>
                <a:gd name="connsiteY54" fmla="*/ 535820 h 946411"/>
                <a:gd name="connsiteX55" fmla="*/ 2306304 w 5362651"/>
                <a:gd name="connsiteY55" fmla="*/ 378351 h 946411"/>
                <a:gd name="connsiteX56" fmla="*/ 2425153 w 5362651"/>
                <a:gd name="connsiteY56" fmla="*/ 524183 h 946411"/>
                <a:gd name="connsiteX57" fmla="*/ 2425153 w 5362651"/>
                <a:gd name="connsiteY57" fmla="*/ 928263 h 946411"/>
                <a:gd name="connsiteX58" fmla="*/ 2572300 w 5362651"/>
                <a:gd name="connsiteY58" fmla="*/ 928263 h 946411"/>
                <a:gd name="connsiteX59" fmla="*/ 2572300 w 5362651"/>
                <a:gd name="connsiteY59" fmla="*/ 521621 h 946411"/>
                <a:gd name="connsiteX60" fmla="*/ 2698839 w 5362651"/>
                <a:gd name="connsiteY60" fmla="*/ 378351 h 946411"/>
                <a:gd name="connsiteX61" fmla="*/ 2817688 w 5362651"/>
                <a:gd name="connsiteY61" fmla="*/ 524183 h 946411"/>
                <a:gd name="connsiteX62" fmla="*/ 2817688 w 5362651"/>
                <a:gd name="connsiteY62" fmla="*/ 928263 h 946411"/>
                <a:gd name="connsiteX63" fmla="*/ 2964942 w 5362651"/>
                <a:gd name="connsiteY63" fmla="*/ 928263 h 946411"/>
                <a:gd name="connsiteX64" fmla="*/ 2964942 w 5362651"/>
                <a:gd name="connsiteY64" fmla="*/ 498348 h 946411"/>
                <a:gd name="connsiteX65" fmla="*/ 2746677 w 5362651"/>
                <a:gd name="connsiteY65" fmla="*/ 249174 h 946411"/>
                <a:gd name="connsiteX66" fmla="*/ 2547847 w 5362651"/>
                <a:gd name="connsiteY66" fmla="*/ 362764 h 946411"/>
                <a:gd name="connsiteX67" fmla="*/ 2367063 w 5362651"/>
                <a:gd name="connsiteY67" fmla="*/ 249174 h 946411"/>
                <a:gd name="connsiteX68" fmla="*/ 2179872 w 5362651"/>
                <a:gd name="connsiteY68" fmla="*/ 355078 h 946411"/>
                <a:gd name="connsiteX69" fmla="*/ 2179872 w 5362651"/>
                <a:gd name="connsiteY69" fmla="*/ 267323 h 946411"/>
                <a:gd name="connsiteX70" fmla="*/ 2032618 w 5362651"/>
                <a:gd name="connsiteY70" fmla="*/ 267323 h 946411"/>
                <a:gd name="connsiteX71" fmla="*/ 2032618 w 5362651"/>
                <a:gd name="connsiteY71" fmla="*/ 928263 h 946411"/>
                <a:gd name="connsiteX72" fmla="*/ 1612854 w 5362651"/>
                <a:gd name="connsiteY72" fmla="*/ 928263 h 946411"/>
                <a:gd name="connsiteX73" fmla="*/ 1760107 w 5362651"/>
                <a:gd name="connsiteY73" fmla="*/ 928263 h 946411"/>
                <a:gd name="connsiteX74" fmla="*/ 1760107 w 5362651"/>
                <a:gd name="connsiteY74" fmla="*/ 568061 h 946411"/>
                <a:gd name="connsiteX75" fmla="*/ 1922845 w 5362651"/>
                <a:gd name="connsiteY75" fmla="*/ 408030 h 946411"/>
                <a:gd name="connsiteX76" fmla="*/ 1955093 w 5362651"/>
                <a:gd name="connsiteY76" fmla="*/ 408030 h 946411"/>
                <a:gd name="connsiteX77" fmla="*/ 1955093 w 5362651"/>
                <a:gd name="connsiteY77" fmla="*/ 255686 h 946411"/>
                <a:gd name="connsiteX78" fmla="*/ 1940891 w 5362651"/>
                <a:gd name="connsiteY78" fmla="*/ 255686 h 946411"/>
                <a:gd name="connsiteX79" fmla="*/ 1760107 w 5362651"/>
                <a:gd name="connsiteY79" fmla="*/ 387426 h 946411"/>
                <a:gd name="connsiteX80" fmla="*/ 1760107 w 5362651"/>
                <a:gd name="connsiteY80" fmla="*/ 267323 h 946411"/>
                <a:gd name="connsiteX81" fmla="*/ 1612854 w 5362651"/>
                <a:gd name="connsiteY81" fmla="*/ 267323 h 946411"/>
                <a:gd name="connsiteX82" fmla="*/ 1612854 w 5362651"/>
                <a:gd name="connsiteY82" fmla="*/ 928263 h 946411"/>
                <a:gd name="connsiteX83" fmla="*/ 1159666 w 5362651"/>
                <a:gd name="connsiteY83" fmla="*/ 804316 h 946411"/>
                <a:gd name="connsiteX84" fmla="*/ 967242 w 5362651"/>
                <a:gd name="connsiteY84" fmla="*/ 597740 h 946411"/>
                <a:gd name="connsiteX85" fmla="*/ 1159666 w 5362651"/>
                <a:gd name="connsiteY85" fmla="*/ 391162 h 946411"/>
                <a:gd name="connsiteX86" fmla="*/ 1352089 w 5362651"/>
                <a:gd name="connsiteY86" fmla="*/ 597740 h 946411"/>
                <a:gd name="connsiteX87" fmla="*/ 1159666 w 5362651"/>
                <a:gd name="connsiteY87" fmla="*/ 804316 h 946411"/>
                <a:gd name="connsiteX88" fmla="*/ 1351982 w 5362651"/>
                <a:gd name="connsiteY88" fmla="*/ 267323 h 946411"/>
                <a:gd name="connsiteX89" fmla="*/ 1351982 w 5362651"/>
                <a:gd name="connsiteY89" fmla="*/ 377070 h 946411"/>
                <a:gd name="connsiteX90" fmla="*/ 1129873 w 5362651"/>
                <a:gd name="connsiteY90" fmla="*/ 249280 h 946411"/>
                <a:gd name="connsiteX91" fmla="*/ 814756 w 5362651"/>
                <a:gd name="connsiteY91" fmla="*/ 597846 h 946411"/>
                <a:gd name="connsiteX92" fmla="*/ 1129873 w 5362651"/>
                <a:gd name="connsiteY92" fmla="*/ 946412 h 946411"/>
                <a:gd name="connsiteX93" fmla="*/ 1351982 w 5362651"/>
                <a:gd name="connsiteY93" fmla="*/ 818622 h 946411"/>
                <a:gd name="connsiteX94" fmla="*/ 1351982 w 5362651"/>
                <a:gd name="connsiteY94" fmla="*/ 928370 h 946411"/>
                <a:gd name="connsiteX95" fmla="*/ 1499129 w 5362651"/>
                <a:gd name="connsiteY95" fmla="*/ 928370 h 946411"/>
                <a:gd name="connsiteX96" fmla="*/ 1499129 w 5362651"/>
                <a:gd name="connsiteY96" fmla="*/ 267429 h 946411"/>
                <a:gd name="connsiteX97" fmla="*/ 1351982 w 5362651"/>
                <a:gd name="connsiteY97" fmla="*/ 267429 h 946411"/>
                <a:gd name="connsiteX98" fmla="*/ 418376 w 5362651"/>
                <a:gd name="connsiteY98" fmla="*/ 386038 h 946411"/>
                <a:gd name="connsiteX99" fmla="*/ 167863 w 5362651"/>
                <a:gd name="connsiteY99" fmla="*/ 386038 h 946411"/>
                <a:gd name="connsiteX100" fmla="*/ 167863 w 5362651"/>
                <a:gd name="connsiteY100" fmla="*/ 176898 h 946411"/>
                <a:gd name="connsiteX101" fmla="*/ 418376 w 5362651"/>
                <a:gd name="connsiteY101" fmla="*/ 176898 h 946411"/>
                <a:gd name="connsiteX102" fmla="*/ 544915 w 5362651"/>
                <a:gd name="connsiteY102" fmla="*/ 281415 h 946411"/>
                <a:gd name="connsiteX103" fmla="*/ 418376 w 5362651"/>
                <a:gd name="connsiteY103" fmla="*/ 386038 h 946411"/>
                <a:gd name="connsiteX104" fmla="*/ 426172 w 5362651"/>
                <a:gd name="connsiteY104" fmla="*/ 775919 h 946411"/>
                <a:gd name="connsiteX105" fmla="*/ 167863 w 5362651"/>
                <a:gd name="connsiteY105" fmla="*/ 775919 h 946411"/>
                <a:gd name="connsiteX106" fmla="*/ 167863 w 5362651"/>
                <a:gd name="connsiteY106" fmla="*/ 538382 h 946411"/>
                <a:gd name="connsiteX107" fmla="*/ 426172 w 5362651"/>
                <a:gd name="connsiteY107" fmla="*/ 538382 h 946411"/>
                <a:gd name="connsiteX108" fmla="*/ 566912 w 5362651"/>
                <a:gd name="connsiteY108" fmla="*/ 657204 h 946411"/>
                <a:gd name="connsiteX109" fmla="*/ 426172 w 5362651"/>
                <a:gd name="connsiteY109" fmla="*/ 776026 h 946411"/>
                <a:gd name="connsiteX110" fmla="*/ 0 w 5362651"/>
                <a:gd name="connsiteY110" fmla="*/ 928263 h 946411"/>
                <a:gd name="connsiteX111" fmla="*/ 445500 w 5362651"/>
                <a:gd name="connsiteY111" fmla="*/ 928263 h 946411"/>
                <a:gd name="connsiteX112" fmla="*/ 742464 w 5362651"/>
                <a:gd name="connsiteY112" fmla="*/ 673965 h 946411"/>
                <a:gd name="connsiteX113" fmla="*/ 584959 w 5362651"/>
                <a:gd name="connsiteY113" fmla="*/ 458420 h 946411"/>
                <a:gd name="connsiteX114" fmla="*/ 720573 w 5362651"/>
                <a:gd name="connsiteY114" fmla="*/ 259636 h 946411"/>
                <a:gd name="connsiteX115" fmla="*/ 441656 w 5362651"/>
                <a:gd name="connsiteY115" fmla="*/ 24661 h 946411"/>
                <a:gd name="connsiteX116" fmla="*/ 0 w 5362651"/>
                <a:gd name="connsiteY116" fmla="*/ 24661 h 946411"/>
                <a:gd name="connsiteX117" fmla="*/ 0 w 5362651"/>
                <a:gd name="connsiteY117" fmla="*/ 928370 h 94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5362651" h="946411">
                  <a:moveTo>
                    <a:pt x="5023081" y="804316"/>
                  </a:moveTo>
                  <a:cubicBezTo>
                    <a:pt x="4912026" y="804316"/>
                    <a:pt x="4830658" y="716561"/>
                    <a:pt x="4830658" y="597740"/>
                  </a:cubicBezTo>
                  <a:cubicBezTo>
                    <a:pt x="4830658" y="478918"/>
                    <a:pt x="4912026" y="391162"/>
                    <a:pt x="5023081" y="391162"/>
                  </a:cubicBezTo>
                  <a:cubicBezTo>
                    <a:pt x="5134136" y="391162"/>
                    <a:pt x="5215504" y="478918"/>
                    <a:pt x="5215504" y="597740"/>
                  </a:cubicBezTo>
                  <a:cubicBezTo>
                    <a:pt x="5215504" y="716561"/>
                    <a:pt x="5134136" y="804316"/>
                    <a:pt x="5023081" y="804316"/>
                  </a:cubicBezTo>
                  <a:moveTo>
                    <a:pt x="5215504" y="267323"/>
                  </a:moveTo>
                  <a:lnTo>
                    <a:pt x="5215504" y="377070"/>
                  </a:lnTo>
                  <a:cubicBezTo>
                    <a:pt x="5171616" y="293158"/>
                    <a:pt x="5095373" y="249280"/>
                    <a:pt x="4993395" y="249280"/>
                  </a:cubicBezTo>
                  <a:cubicBezTo>
                    <a:pt x="4820407" y="249280"/>
                    <a:pt x="4678278" y="395112"/>
                    <a:pt x="4678278" y="597846"/>
                  </a:cubicBezTo>
                  <a:cubicBezTo>
                    <a:pt x="4678278" y="800580"/>
                    <a:pt x="4820300" y="946412"/>
                    <a:pt x="4993395" y="946412"/>
                  </a:cubicBezTo>
                  <a:cubicBezTo>
                    <a:pt x="5095373" y="946412"/>
                    <a:pt x="5171616" y="902534"/>
                    <a:pt x="5215504" y="818622"/>
                  </a:cubicBezTo>
                  <a:lnTo>
                    <a:pt x="5215504" y="928370"/>
                  </a:lnTo>
                  <a:lnTo>
                    <a:pt x="5362651" y="928370"/>
                  </a:lnTo>
                  <a:lnTo>
                    <a:pt x="5362651" y="267429"/>
                  </a:lnTo>
                  <a:lnTo>
                    <a:pt x="5215504" y="267429"/>
                  </a:lnTo>
                  <a:close/>
                  <a:moveTo>
                    <a:pt x="4611218" y="91705"/>
                  </a:moveTo>
                  <a:cubicBezTo>
                    <a:pt x="4611218" y="142095"/>
                    <a:pt x="4569893" y="183411"/>
                    <a:pt x="4519492" y="183411"/>
                  </a:cubicBezTo>
                  <a:cubicBezTo>
                    <a:pt x="4469090" y="183411"/>
                    <a:pt x="4427765" y="142095"/>
                    <a:pt x="4427765" y="91705"/>
                  </a:cubicBezTo>
                  <a:cubicBezTo>
                    <a:pt x="4427765" y="41315"/>
                    <a:pt x="4469090" y="0"/>
                    <a:pt x="4519492" y="0"/>
                  </a:cubicBezTo>
                  <a:cubicBezTo>
                    <a:pt x="4569893" y="0"/>
                    <a:pt x="4611218" y="41315"/>
                    <a:pt x="4611218" y="91705"/>
                  </a:cubicBezTo>
                  <a:moveTo>
                    <a:pt x="4445918" y="928263"/>
                  </a:moveTo>
                  <a:lnTo>
                    <a:pt x="4593172" y="928263"/>
                  </a:lnTo>
                  <a:lnTo>
                    <a:pt x="4593172" y="267323"/>
                  </a:lnTo>
                  <a:lnTo>
                    <a:pt x="4445918" y="267323"/>
                  </a:lnTo>
                  <a:lnTo>
                    <a:pt x="4445918" y="928263"/>
                  </a:lnTo>
                  <a:close/>
                  <a:moveTo>
                    <a:pt x="3777028" y="928263"/>
                  </a:moveTo>
                  <a:lnTo>
                    <a:pt x="3924176" y="928263"/>
                  </a:lnTo>
                  <a:lnTo>
                    <a:pt x="3924176" y="535820"/>
                  </a:lnTo>
                  <a:cubicBezTo>
                    <a:pt x="3924176" y="433866"/>
                    <a:pt x="3978421" y="378351"/>
                    <a:pt x="4061071" y="378351"/>
                  </a:cubicBezTo>
                  <a:cubicBezTo>
                    <a:pt x="4143722" y="378351"/>
                    <a:pt x="4190172" y="433866"/>
                    <a:pt x="4190172" y="524183"/>
                  </a:cubicBezTo>
                  <a:lnTo>
                    <a:pt x="4190172" y="928263"/>
                  </a:lnTo>
                  <a:lnTo>
                    <a:pt x="4337426" y="928263"/>
                  </a:lnTo>
                  <a:lnTo>
                    <a:pt x="4337426" y="498348"/>
                  </a:lnTo>
                  <a:cubicBezTo>
                    <a:pt x="4337426" y="327961"/>
                    <a:pt x="4245700" y="249174"/>
                    <a:pt x="4121831" y="249174"/>
                  </a:cubicBezTo>
                  <a:cubicBezTo>
                    <a:pt x="4019853" y="249174"/>
                    <a:pt x="3952686" y="299563"/>
                    <a:pt x="3924282" y="355078"/>
                  </a:cubicBezTo>
                  <a:lnTo>
                    <a:pt x="3924282" y="267323"/>
                  </a:lnTo>
                  <a:lnTo>
                    <a:pt x="3777135" y="267323"/>
                  </a:lnTo>
                  <a:lnTo>
                    <a:pt x="3777135" y="928263"/>
                  </a:lnTo>
                  <a:close/>
                  <a:moveTo>
                    <a:pt x="3199865" y="526745"/>
                  </a:moveTo>
                  <a:cubicBezTo>
                    <a:pt x="3220474" y="437709"/>
                    <a:pt x="3283796" y="383476"/>
                    <a:pt x="3371573" y="383476"/>
                  </a:cubicBezTo>
                  <a:cubicBezTo>
                    <a:pt x="3454223" y="383476"/>
                    <a:pt x="3521389" y="432584"/>
                    <a:pt x="3540717" y="526745"/>
                  </a:cubicBezTo>
                  <a:lnTo>
                    <a:pt x="3199865" y="526745"/>
                  </a:lnTo>
                  <a:close/>
                  <a:moveTo>
                    <a:pt x="3044923" y="597740"/>
                  </a:moveTo>
                  <a:cubicBezTo>
                    <a:pt x="3044923" y="799085"/>
                    <a:pt x="3188225" y="946305"/>
                    <a:pt x="3383212" y="946305"/>
                  </a:cubicBezTo>
                  <a:cubicBezTo>
                    <a:pt x="3503343" y="946305"/>
                    <a:pt x="3616960" y="886948"/>
                    <a:pt x="3671206" y="797804"/>
                  </a:cubicBezTo>
                  <a:lnTo>
                    <a:pt x="3570509" y="712611"/>
                  </a:lnTo>
                  <a:cubicBezTo>
                    <a:pt x="3533029" y="774531"/>
                    <a:pt x="3463299" y="812003"/>
                    <a:pt x="3383318" y="812003"/>
                  </a:cubicBezTo>
                  <a:cubicBezTo>
                    <a:pt x="3286466" y="812003"/>
                    <a:pt x="3214174" y="746133"/>
                    <a:pt x="3196127" y="645460"/>
                  </a:cubicBezTo>
                  <a:lnTo>
                    <a:pt x="3690640" y="645460"/>
                  </a:lnTo>
                  <a:cubicBezTo>
                    <a:pt x="3693203" y="628699"/>
                    <a:pt x="3694485" y="609269"/>
                    <a:pt x="3694485" y="591227"/>
                  </a:cubicBezTo>
                  <a:cubicBezTo>
                    <a:pt x="3694485" y="401411"/>
                    <a:pt x="3565384" y="249174"/>
                    <a:pt x="3371679" y="249174"/>
                  </a:cubicBezTo>
                  <a:cubicBezTo>
                    <a:pt x="3177975" y="249174"/>
                    <a:pt x="3044923" y="396286"/>
                    <a:pt x="3044923" y="597740"/>
                  </a:cubicBezTo>
                  <a:moveTo>
                    <a:pt x="2032511" y="928263"/>
                  </a:moveTo>
                  <a:lnTo>
                    <a:pt x="2179765" y="928263"/>
                  </a:lnTo>
                  <a:lnTo>
                    <a:pt x="2179765" y="535820"/>
                  </a:lnTo>
                  <a:cubicBezTo>
                    <a:pt x="2179765" y="433866"/>
                    <a:pt x="2230167" y="378351"/>
                    <a:pt x="2306304" y="378351"/>
                  </a:cubicBezTo>
                  <a:cubicBezTo>
                    <a:pt x="2382440" y="378351"/>
                    <a:pt x="2425153" y="433866"/>
                    <a:pt x="2425153" y="524183"/>
                  </a:cubicBezTo>
                  <a:lnTo>
                    <a:pt x="2425153" y="928263"/>
                  </a:lnTo>
                  <a:lnTo>
                    <a:pt x="2572300" y="928263"/>
                  </a:lnTo>
                  <a:lnTo>
                    <a:pt x="2572300" y="521621"/>
                  </a:lnTo>
                  <a:cubicBezTo>
                    <a:pt x="2572300" y="433866"/>
                    <a:pt x="2622702" y="378351"/>
                    <a:pt x="2698839" y="378351"/>
                  </a:cubicBezTo>
                  <a:cubicBezTo>
                    <a:pt x="2774974" y="378351"/>
                    <a:pt x="2817688" y="433866"/>
                    <a:pt x="2817688" y="524183"/>
                  </a:cubicBezTo>
                  <a:lnTo>
                    <a:pt x="2817688" y="928263"/>
                  </a:lnTo>
                  <a:lnTo>
                    <a:pt x="2964942" y="928263"/>
                  </a:lnTo>
                  <a:lnTo>
                    <a:pt x="2964942" y="498348"/>
                  </a:lnTo>
                  <a:cubicBezTo>
                    <a:pt x="2964942" y="327961"/>
                    <a:pt x="2877166" y="249174"/>
                    <a:pt x="2746677" y="249174"/>
                  </a:cubicBezTo>
                  <a:cubicBezTo>
                    <a:pt x="2658901" y="249174"/>
                    <a:pt x="2590453" y="287927"/>
                    <a:pt x="2547847" y="362764"/>
                  </a:cubicBezTo>
                  <a:cubicBezTo>
                    <a:pt x="2513036" y="285258"/>
                    <a:pt x="2447151" y="249174"/>
                    <a:pt x="2367063" y="249174"/>
                  </a:cubicBezTo>
                  <a:cubicBezTo>
                    <a:pt x="2271492" y="249174"/>
                    <a:pt x="2208277" y="299563"/>
                    <a:pt x="2179872" y="355078"/>
                  </a:cubicBezTo>
                  <a:lnTo>
                    <a:pt x="2179872" y="267323"/>
                  </a:lnTo>
                  <a:lnTo>
                    <a:pt x="2032618" y="267323"/>
                  </a:lnTo>
                  <a:lnTo>
                    <a:pt x="2032618" y="928263"/>
                  </a:lnTo>
                  <a:close/>
                  <a:moveTo>
                    <a:pt x="1612854" y="928263"/>
                  </a:moveTo>
                  <a:lnTo>
                    <a:pt x="1760107" y="928263"/>
                  </a:lnTo>
                  <a:lnTo>
                    <a:pt x="1760107" y="568061"/>
                  </a:lnTo>
                  <a:cubicBezTo>
                    <a:pt x="1760107" y="458313"/>
                    <a:pt x="1806558" y="408030"/>
                    <a:pt x="1922845" y="408030"/>
                  </a:cubicBezTo>
                  <a:lnTo>
                    <a:pt x="1955093" y="408030"/>
                  </a:lnTo>
                  <a:lnTo>
                    <a:pt x="1955093" y="255686"/>
                  </a:lnTo>
                  <a:lnTo>
                    <a:pt x="1940891" y="255686"/>
                  </a:lnTo>
                  <a:cubicBezTo>
                    <a:pt x="1844039" y="255686"/>
                    <a:pt x="1780823" y="309919"/>
                    <a:pt x="1760107" y="387426"/>
                  </a:cubicBezTo>
                  <a:lnTo>
                    <a:pt x="1760107" y="267323"/>
                  </a:lnTo>
                  <a:lnTo>
                    <a:pt x="1612854" y="267323"/>
                  </a:lnTo>
                  <a:lnTo>
                    <a:pt x="1612854" y="928263"/>
                  </a:lnTo>
                  <a:close/>
                  <a:moveTo>
                    <a:pt x="1159666" y="804316"/>
                  </a:moveTo>
                  <a:cubicBezTo>
                    <a:pt x="1048611" y="804316"/>
                    <a:pt x="967242" y="716561"/>
                    <a:pt x="967242" y="597740"/>
                  </a:cubicBezTo>
                  <a:cubicBezTo>
                    <a:pt x="967242" y="478918"/>
                    <a:pt x="1048611" y="391162"/>
                    <a:pt x="1159666" y="391162"/>
                  </a:cubicBezTo>
                  <a:cubicBezTo>
                    <a:pt x="1270720" y="391162"/>
                    <a:pt x="1352089" y="478918"/>
                    <a:pt x="1352089" y="597740"/>
                  </a:cubicBezTo>
                  <a:cubicBezTo>
                    <a:pt x="1352089" y="716561"/>
                    <a:pt x="1270720" y="804316"/>
                    <a:pt x="1159666" y="804316"/>
                  </a:cubicBezTo>
                  <a:moveTo>
                    <a:pt x="1351982" y="267323"/>
                  </a:moveTo>
                  <a:lnTo>
                    <a:pt x="1351982" y="377070"/>
                  </a:lnTo>
                  <a:cubicBezTo>
                    <a:pt x="1308094" y="293158"/>
                    <a:pt x="1231851" y="249280"/>
                    <a:pt x="1129873" y="249280"/>
                  </a:cubicBezTo>
                  <a:cubicBezTo>
                    <a:pt x="956885" y="249280"/>
                    <a:pt x="814756" y="395112"/>
                    <a:pt x="814756" y="597846"/>
                  </a:cubicBezTo>
                  <a:cubicBezTo>
                    <a:pt x="814756" y="800580"/>
                    <a:pt x="956778" y="946412"/>
                    <a:pt x="1129873" y="946412"/>
                  </a:cubicBezTo>
                  <a:cubicBezTo>
                    <a:pt x="1231851" y="946412"/>
                    <a:pt x="1308094" y="902534"/>
                    <a:pt x="1351982" y="818622"/>
                  </a:cubicBezTo>
                  <a:lnTo>
                    <a:pt x="1351982" y="928370"/>
                  </a:lnTo>
                  <a:lnTo>
                    <a:pt x="1499129" y="928370"/>
                  </a:lnTo>
                  <a:lnTo>
                    <a:pt x="1499129" y="267429"/>
                  </a:lnTo>
                  <a:lnTo>
                    <a:pt x="1351982" y="267429"/>
                  </a:lnTo>
                  <a:close/>
                  <a:moveTo>
                    <a:pt x="418376" y="386038"/>
                  </a:moveTo>
                  <a:lnTo>
                    <a:pt x="167863" y="386038"/>
                  </a:lnTo>
                  <a:lnTo>
                    <a:pt x="167863" y="176898"/>
                  </a:lnTo>
                  <a:lnTo>
                    <a:pt x="418376" y="176898"/>
                  </a:lnTo>
                  <a:cubicBezTo>
                    <a:pt x="498464" y="176898"/>
                    <a:pt x="544915" y="215652"/>
                    <a:pt x="544915" y="281415"/>
                  </a:cubicBezTo>
                  <a:cubicBezTo>
                    <a:pt x="544915" y="347178"/>
                    <a:pt x="498464" y="386038"/>
                    <a:pt x="418376" y="386038"/>
                  </a:cubicBezTo>
                  <a:moveTo>
                    <a:pt x="426172" y="775919"/>
                  </a:moveTo>
                  <a:lnTo>
                    <a:pt x="167863" y="775919"/>
                  </a:lnTo>
                  <a:lnTo>
                    <a:pt x="167863" y="538382"/>
                  </a:lnTo>
                  <a:lnTo>
                    <a:pt x="426172" y="538382"/>
                  </a:lnTo>
                  <a:cubicBezTo>
                    <a:pt x="515229" y="538382"/>
                    <a:pt x="566912" y="582259"/>
                    <a:pt x="566912" y="657204"/>
                  </a:cubicBezTo>
                  <a:cubicBezTo>
                    <a:pt x="566912" y="732148"/>
                    <a:pt x="515229" y="776026"/>
                    <a:pt x="426172" y="776026"/>
                  </a:cubicBezTo>
                  <a:moveTo>
                    <a:pt x="0" y="928263"/>
                  </a:moveTo>
                  <a:lnTo>
                    <a:pt x="445500" y="928263"/>
                  </a:lnTo>
                  <a:cubicBezTo>
                    <a:pt x="632690" y="928263"/>
                    <a:pt x="742464" y="833995"/>
                    <a:pt x="742464" y="673965"/>
                  </a:cubicBezTo>
                  <a:cubicBezTo>
                    <a:pt x="742464" y="564217"/>
                    <a:pt x="681811" y="490661"/>
                    <a:pt x="584959" y="458420"/>
                  </a:cubicBezTo>
                  <a:cubicBezTo>
                    <a:pt x="668890" y="426179"/>
                    <a:pt x="720573" y="351235"/>
                    <a:pt x="720573" y="259636"/>
                  </a:cubicBezTo>
                  <a:cubicBezTo>
                    <a:pt x="720573" y="112416"/>
                    <a:pt x="617314" y="24661"/>
                    <a:pt x="441656" y="24661"/>
                  </a:cubicBezTo>
                  <a:lnTo>
                    <a:pt x="0" y="24661"/>
                  </a:lnTo>
                  <a:lnTo>
                    <a:pt x="0" y="928370"/>
                  </a:lnTo>
                  <a:close/>
                </a:path>
              </a:pathLst>
            </a:custGeom>
            <a:grpFill/>
            <a:ln w="10675" cap="flat">
              <a:noFill/>
              <a:prstDash val="solid"/>
              <a:miter/>
            </a:ln>
          </p:spPr>
          <p:txBody>
            <a:bodyPr rtlCol="0" anchor="ctr"/>
            <a:lstStyle/>
            <a:p>
              <a:endParaRPr lang="de-DE" dirty="0">
                <a:latin typeface="BarmeniaGothaer Offc" panose="020B0503020204020204" pitchFamily="34" charset="0"/>
              </a:endParaRPr>
            </a:p>
          </p:txBody>
        </p:sp>
      </p:grpSp>
    </p:spTree>
    <p:extLst>
      <p:ext uri="{BB962C8B-B14F-4D97-AF65-F5344CB8AC3E}">
        <p14:creationId xmlns:p14="http://schemas.microsoft.com/office/powerpoint/2010/main" val="3489704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6er">
    <p:spTree>
      <p:nvGrpSpPr>
        <p:cNvPr id="1" name=""/>
        <p:cNvGrpSpPr/>
        <p:nvPr/>
      </p:nvGrpSpPr>
      <p:grpSpPr>
        <a:xfrm>
          <a:off x="0" y="0"/>
          <a:ext cx="0" cy="0"/>
          <a:chOff x="0" y="0"/>
          <a:chExt cx="0" cy="0"/>
        </a:xfrm>
      </p:grpSpPr>
      <p:sp>
        <p:nvSpPr>
          <p:cNvPr id="12" name="Textplatzhalter 10">
            <a:extLst>
              <a:ext uri="{FF2B5EF4-FFF2-40B4-BE49-F238E27FC236}">
                <a16:creationId xmlns:a16="http://schemas.microsoft.com/office/drawing/2014/main" id="{7E654B4B-C6C6-016D-E61D-0A281C254CFA}"/>
              </a:ext>
            </a:extLst>
          </p:cNvPr>
          <p:cNvSpPr>
            <a:spLocks noGrp="1"/>
          </p:cNvSpPr>
          <p:nvPr>
            <p:ph type="body" sz="quarter" idx="26" hasCustomPrompt="1"/>
          </p:nvPr>
        </p:nvSpPr>
        <p:spPr>
          <a:xfrm>
            <a:off x="9052560" y="2207514"/>
            <a:ext cx="2663825" cy="387798"/>
          </a:xfrm>
        </p:spPr>
        <p:txBody>
          <a:bodyPr/>
          <a:lstStyle>
            <a:lvl1pPr>
              <a:lnSpc>
                <a:spcPct val="90000"/>
              </a:lnSpc>
              <a:defRPr sz="2800">
                <a:latin typeface="BarmeniaGothaer Offc Medium" panose="020B0603020204020204" pitchFamily="34" charset="0"/>
              </a:defRPr>
            </a:lvl1pPr>
          </a:lstStyle>
          <a:p>
            <a:pPr lvl="0"/>
            <a:r>
              <a:rPr lang="de-DE" dirty="0"/>
              <a:t>Kapitelname</a:t>
            </a:r>
          </a:p>
        </p:txBody>
      </p:sp>
      <p:sp>
        <p:nvSpPr>
          <p:cNvPr id="13" name="Textplatzhalter 2">
            <a:extLst>
              <a:ext uri="{FF2B5EF4-FFF2-40B4-BE49-F238E27FC236}">
                <a16:creationId xmlns:a16="http://schemas.microsoft.com/office/drawing/2014/main" id="{06141E54-9039-A915-8DBE-37B68874A5E0}"/>
              </a:ext>
            </a:extLst>
          </p:cNvPr>
          <p:cNvSpPr>
            <a:spLocks noGrp="1"/>
          </p:cNvSpPr>
          <p:nvPr>
            <p:ph type="body" sz="quarter" idx="27" hasCustomPrompt="1"/>
          </p:nvPr>
        </p:nvSpPr>
        <p:spPr>
          <a:xfrm>
            <a:off x="9052560" y="1744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04</a:t>
            </a:r>
          </a:p>
        </p:txBody>
      </p:sp>
      <p:sp>
        <p:nvSpPr>
          <p:cNvPr id="14" name="Textplatzhalter 10">
            <a:extLst>
              <a:ext uri="{FF2B5EF4-FFF2-40B4-BE49-F238E27FC236}">
                <a16:creationId xmlns:a16="http://schemas.microsoft.com/office/drawing/2014/main" id="{12B6B93A-C189-2DD1-9EEF-5E876AF3E5EE}"/>
              </a:ext>
            </a:extLst>
          </p:cNvPr>
          <p:cNvSpPr>
            <a:spLocks noGrp="1"/>
          </p:cNvSpPr>
          <p:nvPr>
            <p:ph type="body" sz="quarter" idx="28" hasCustomPrompt="1"/>
          </p:nvPr>
        </p:nvSpPr>
        <p:spPr>
          <a:xfrm>
            <a:off x="6096000" y="3741674"/>
            <a:ext cx="2663825" cy="387798"/>
          </a:xfrm>
        </p:spPr>
        <p:txBody>
          <a:bodyPr/>
          <a:lstStyle>
            <a:lvl1pPr>
              <a:lnSpc>
                <a:spcPct val="90000"/>
              </a:lnSpc>
              <a:defRPr sz="2800">
                <a:latin typeface="BarmeniaGothaer Offc Medium" panose="020B0603020204020204" pitchFamily="34" charset="0"/>
              </a:defRPr>
            </a:lvl1pPr>
          </a:lstStyle>
          <a:p>
            <a:pPr lvl="0"/>
            <a:r>
              <a:rPr lang="de-DE" dirty="0"/>
              <a:t>Kapitelname</a:t>
            </a:r>
          </a:p>
        </p:txBody>
      </p:sp>
      <p:sp>
        <p:nvSpPr>
          <p:cNvPr id="15" name="Textplatzhalter 2">
            <a:extLst>
              <a:ext uri="{FF2B5EF4-FFF2-40B4-BE49-F238E27FC236}">
                <a16:creationId xmlns:a16="http://schemas.microsoft.com/office/drawing/2014/main" id="{24FE9924-5511-B1BE-6FC6-E97E077D2E18}"/>
              </a:ext>
            </a:extLst>
          </p:cNvPr>
          <p:cNvSpPr>
            <a:spLocks noGrp="1"/>
          </p:cNvSpPr>
          <p:nvPr>
            <p:ph type="body" sz="quarter" idx="29" hasCustomPrompt="1"/>
          </p:nvPr>
        </p:nvSpPr>
        <p:spPr>
          <a:xfrm>
            <a:off x="6096000" y="327882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02</a:t>
            </a:r>
          </a:p>
        </p:txBody>
      </p:sp>
      <p:sp>
        <p:nvSpPr>
          <p:cNvPr id="16" name="Textplatzhalter 10">
            <a:extLst>
              <a:ext uri="{FF2B5EF4-FFF2-40B4-BE49-F238E27FC236}">
                <a16:creationId xmlns:a16="http://schemas.microsoft.com/office/drawing/2014/main" id="{4D7AAB3A-2CB7-DCA9-DF41-39C86A9136E5}"/>
              </a:ext>
            </a:extLst>
          </p:cNvPr>
          <p:cNvSpPr>
            <a:spLocks noGrp="1"/>
          </p:cNvSpPr>
          <p:nvPr>
            <p:ph type="body" sz="quarter" idx="30" hasCustomPrompt="1"/>
          </p:nvPr>
        </p:nvSpPr>
        <p:spPr>
          <a:xfrm>
            <a:off x="9052560" y="3741674"/>
            <a:ext cx="2663825" cy="387798"/>
          </a:xfrm>
        </p:spPr>
        <p:txBody>
          <a:bodyPr/>
          <a:lstStyle>
            <a:lvl1pPr>
              <a:lnSpc>
                <a:spcPct val="90000"/>
              </a:lnSpc>
              <a:defRPr sz="2800">
                <a:latin typeface="BarmeniaGothaer Offc Medium" panose="020B0603020204020204" pitchFamily="34" charset="0"/>
              </a:defRPr>
            </a:lvl1pPr>
          </a:lstStyle>
          <a:p>
            <a:pPr lvl="0"/>
            <a:r>
              <a:rPr lang="de-DE" dirty="0"/>
              <a:t>Kapitelname</a:t>
            </a:r>
          </a:p>
        </p:txBody>
      </p:sp>
      <p:sp>
        <p:nvSpPr>
          <p:cNvPr id="17" name="Textplatzhalter 2">
            <a:extLst>
              <a:ext uri="{FF2B5EF4-FFF2-40B4-BE49-F238E27FC236}">
                <a16:creationId xmlns:a16="http://schemas.microsoft.com/office/drawing/2014/main" id="{0E438F96-A89F-7C12-0BE6-1160B2F70508}"/>
              </a:ext>
            </a:extLst>
          </p:cNvPr>
          <p:cNvSpPr>
            <a:spLocks noGrp="1"/>
          </p:cNvSpPr>
          <p:nvPr>
            <p:ph type="body" sz="quarter" idx="31" hasCustomPrompt="1"/>
          </p:nvPr>
        </p:nvSpPr>
        <p:spPr>
          <a:xfrm>
            <a:off x="9052560" y="327882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05</a:t>
            </a:r>
          </a:p>
        </p:txBody>
      </p:sp>
      <p:sp>
        <p:nvSpPr>
          <p:cNvPr id="18" name="Textplatzhalter 10">
            <a:extLst>
              <a:ext uri="{FF2B5EF4-FFF2-40B4-BE49-F238E27FC236}">
                <a16:creationId xmlns:a16="http://schemas.microsoft.com/office/drawing/2014/main" id="{74B15F21-8A02-B3D8-EE6A-E633C09986E0}"/>
              </a:ext>
            </a:extLst>
          </p:cNvPr>
          <p:cNvSpPr>
            <a:spLocks noGrp="1"/>
          </p:cNvSpPr>
          <p:nvPr>
            <p:ph type="body" sz="quarter" idx="32" hasCustomPrompt="1"/>
          </p:nvPr>
        </p:nvSpPr>
        <p:spPr>
          <a:xfrm>
            <a:off x="6096000" y="5255514"/>
            <a:ext cx="2663825" cy="387798"/>
          </a:xfrm>
        </p:spPr>
        <p:txBody>
          <a:bodyPr/>
          <a:lstStyle>
            <a:lvl1pPr>
              <a:lnSpc>
                <a:spcPct val="90000"/>
              </a:lnSpc>
              <a:defRPr sz="2800">
                <a:latin typeface="BarmeniaGothaer Offc Medium" panose="020B0603020204020204" pitchFamily="34" charset="0"/>
              </a:defRPr>
            </a:lvl1pPr>
          </a:lstStyle>
          <a:p>
            <a:pPr lvl="0"/>
            <a:r>
              <a:rPr lang="de-DE" dirty="0"/>
              <a:t>Kapitelname</a:t>
            </a:r>
          </a:p>
        </p:txBody>
      </p:sp>
      <p:sp>
        <p:nvSpPr>
          <p:cNvPr id="19" name="Textplatzhalter 2">
            <a:extLst>
              <a:ext uri="{FF2B5EF4-FFF2-40B4-BE49-F238E27FC236}">
                <a16:creationId xmlns:a16="http://schemas.microsoft.com/office/drawing/2014/main" id="{A1058F2E-871E-2C32-7224-88C3D67CFE6D}"/>
              </a:ext>
            </a:extLst>
          </p:cNvPr>
          <p:cNvSpPr>
            <a:spLocks noGrp="1"/>
          </p:cNvSpPr>
          <p:nvPr>
            <p:ph type="body" sz="quarter" idx="33" hasCustomPrompt="1"/>
          </p:nvPr>
        </p:nvSpPr>
        <p:spPr>
          <a:xfrm>
            <a:off x="6096000" y="4792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03</a:t>
            </a:r>
          </a:p>
        </p:txBody>
      </p:sp>
      <p:sp>
        <p:nvSpPr>
          <p:cNvPr id="20" name="Textplatzhalter 10">
            <a:extLst>
              <a:ext uri="{FF2B5EF4-FFF2-40B4-BE49-F238E27FC236}">
                <a16:creationId xmlns:a16="http://schemas.microsoft.com/office/drawing/2014/main" id="{DF0F9E43-54EE-D91B-17CF-529873A8CB06}"/>
              </a:ext>
            </a:extLst>
          </p:cNvPr>
          <p:cNvSpPr>
            <a:spLocks noGrp="1"/>
          </p:cNvSpPr>
          <p:nvPr>
            <p:ph type="body" sz="quarter" idx="34" hasCustomPrompt="1"/>
          </p:nvPr>
        </p:nvSpPr>
        <p:spPr>
          <a:xfrm>
            <a:off x="9052560" y="5255514"/>
            <a:ext cx="2663825" cy="387798"/>
          </a:xfrm>
        </p:spPr>
        <p:txBody>
          <a:bodyPr/>
          <a:lstStyle>
            <a:lvl1pPr>
              <a:lnSpc>
                <a:spcPct val="90000"/>
              </a:lnSpc>
              <a:defRPr sz="2800">
                <a:latin typeface="BarmeniaGothaer Offc Medium" panose="020B0603020204020204" pitchFamily="34" charset="0"/>
              </a:defRPr>
            </a:lvl1pPr>
          </a:lstStyle>
          <a:p>
            <a:pPr lvl="0"/>
            <a:r>
              <a:rPr lang="de-DE" dirty="0"/>
              <a:t>Kapitelname</a:t>
            </a:r>
          </a:p>
        </p:txBody>
      </p:sp>
      <p:sp>
        <p:nvSpPr>
          <p:cNvPr id="21" name="Textplatzhalter 2">
            <a:extLst>
              <a:ext uri="{FF2B5EF4-FFF2-40B4-BE49-F238E27FC236}">
                <a16:creationId xmlns:a16="http://schemas.microsoft.com/office/drawing/2014/main" id="{CEA8068A-B3FF-CD43-3786-D7014E5381E7}"/>
              </a:ext>
            </a:extLst>
          </p:cNvPr>
          <p:cNvSpPr>
            <a:spLocks noGrp="1"/>
          </p:cNvSpPr>
          <p:nvPr>
            <p:ph type="body" sz="quarter" idx="35" hasCustomPrompt="1"/>
          </p:nvPr>
        </p:nvSpPr>
        <p:spPr>
          <a:xfrm>
            <a:off x="9052560" y="4792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06</a:t>
            </a:r>
          </a:p>
        </p:txBody>
      </p:sp>
      <p:sp>
        <p:nvSpPr>
          <p:cNvPr id="11" name="Textplatzhalter 10">
            <a:extLst>
              <a:ext uri="{FF2B5EF4-FFF2-40B4-BE49-F238E27FC236}">
                <a16:creationId xmlns:a16="http://schemas.microsoft.com/office/drawing/2014/main" id="{11FF94DD-0293-699F-57B3-E989B74CAD94}"/>
              </a:ext>
            </a:extLst>
          </p:cNvPr>
          <p:cNvSpPr>
            <a:spLocks noGrp="1"/>
          </p:cNvSpPr>
          <p:nvPr>
            <p:ph type="body" sz="quarter" idx="25" hasCustomPrompt="1"/>
          </p:nvPr>
        </p:nvSpPr>
        <p:spPr>
          <a:xfrm>
            <a:off x="6096000" y="2207514"/>
            <a:ext cx="2663825" cy="387798"/>
          </a:xfrm>
        </p:spPr>
        <p:txBody>
          <a:bodyPr/>
          <a:lstStyle>
            <a:lvl1pPr>
              <a:lnSpc>
                <a:spcPct val="90000"/>
              </a:lnSpc>
              <a:defRPr sz="2800">
                <a:latin typeface="BarmeniaGothaer Offc Medium" panose="020B0603020204020204" pitchFamily="34" charset="0"/>
              </a:defRPr>
            </a:lvl1pPr>
          </a:lstStyle>
          <a:p>
            <a:pPr lvl="0"/>
            <a:r>
              <a:rPr lang="de-DE" dirty="0"/>
              <a:t>Kapitelname</a:t>
            </a:r>
          </a:p>
        </p:txBody>
      </p:sp>
      <p:sp>
        <p:nvSpPr>
          <p:cNvPr id="3" name="Textplatzhalter 2">
            <a:extLst>
              <a:ext uri="{FF2B5EF4-FFF2-40B4-BE49-F238E27FC236}">
                <a16:creationId xmlns:a16="http://schemas.microsoft.com/office/drawing/2014/main" id="{2316501A-6FFE-0EDD-00EE-26FA036E93B1}"/>
              </a:ext>
            </a:extLst>
          </p:cNvPr>
          <p:cNvSpPr>
            <a:spLocks noGrp="1"/>
          </p:cNvSpPr>
          <p:nvPr>
            <p:ph type="body" sz="quarter" idx="24" hasCustomPrompt="1"/>
          </p:nvPr>
        </p:nvSpPr>
        <p:spPr>
          <a:xfrm>
            <a:off x="6096000" y="1744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01</a:t>
            </a: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4816DF0A-5E41-5541-AB91-163EE5CE3B1D}"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56" name="Freihandform 55">
            <a:extLst>
              <a:ext uri="{FF2B5EF4-FFF2-40B4-BE49-F238E27FC236}">
                <a16:creationId xmlns:a16="http://schemas.microsoft.com/office/drawing/2014/main" id="{20D8424F-BF79-7ED8-1E37-EBD02EDDC185}"/>
              </a:ext>
            </a:extLst>
          </p:cNvPr>
          <p:cNvSpPr/>
          <p:nvPr/>
        </p:nvSpPr>
        <p:spPr>
          <a:xfrm rot="20098344">
            <a:off x="85046" y="-1877645"/>
            <a:ext cx="8740889" cy="3910157"/>
          </a:xfrm>
          <a:custGeom>
            <a:avLst/>
            <a:gdLst>
              <a:gd name="connsiteX0" fmla="*/ 366065 w 8740889"/>
              <a:gd name="connsiteY0" fmla="*/ 0 h 3910157"/>
              <a:gd name="connsiteX1" fmla="*/ 8740889 w 8740889"/>
              <a:gd name="connsiteY1" fmla="*/ 3910157 h 3910157"/>
              <a:gd name="connsiteX2" fmla="*/ 273048 w 8740889"/>
              <a:gd name="connsiteY2" fmla="*/ 3910157 h 3910157"/>
              <a:gd name="connsiteX3" fmla="*/ 0 w 8740889"/>
              <a:gd name="connsiteY3" fmla="*/ 3637109 h 3910157"/>
              <a:gd name="connsiteX4" fmla="*/ 0 w 8740889"/>
              <a:gd name="connsiteY4" fmla="*/ 784042 h 39101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0889" h="3910157">
                <a:moveTo>
                  <a:pt x="366065" y="0"/>
                </a:moveTo>
                <a:lnTo>
                  <a:pt x="8740889" y="3910157"/>
                </a:lnTo>
                <a:lnTo>
                  <a:pt x="273048" y="3910157"/>
                </a:lnTo>
                <a:cubicBezTo>
                  <a:pt x="122247" y="3910157"/>
                  <a:pt x="0" y="3787909"/>
                  <a:pt x="0" y="3637109"/>
                </a:cubicBezTo>
                <a:lnTo>
                  <a:pt x="0" y="784042"/>
                </a:lnTo>
                <a:close/>
              </a:path>
            </a:pathLst>
          </a:custGeom>
          <a:solidFill>
            <a:schemeClr val="accent4"/>
          </a:solidFill>
          <a:ln w="6350" cap="flat">
            <a:noFill/>
            <a:prstDash val="solid"/>
            <a:miter/>
          </a:ln>
        </p:spPr>
        <p:txBody>
          <a:bodyPr rtlCol="0" anchor="ctr"/>
          <a:lstStyle/>
          <a:p>
            <a:endParaRPr lang="de-DE" dirty="0">
              <a:latin typeface="BarmeniaGothaer Offc" panose="020B0503020204020204" pitchFamily="34" charset="0"/>
            </a:endParaRPr>
          </a:p>
        </p:txBody>
      </p:sp>
      <p:sp>
        <p:nvSpPr>
          <p:cNvPr id="54" name="Freihandform 53">
            <a:extLst>
              <a:ext uri="{FF2B5EF4-FFF2-40B4-BE49-F238E27FC236}">
                <a16:creationId xmlns:a16="http://schemas.microsoft.com/office/drawing/2014/main" id="{821D489C-8A10-FAD0-7FAF-926CB376F23F}"/>
              </a:ext>
            </a:extLst>
          </p:cNvPr>
          <p:cNvSpPr/>
          <p:nvPr/>
        </p:nvSpPr>
        <p:spPr>
          <a:xfrm rot="19858879">
            <a:off x="-191643" y="-1763385"/>
            <a:ext cx="7746587" cy="3886236"/>
          </a:xfrm>
          <a:custGeom>
            <a:avLst/>
            <a:gdLst>
              <a:gd name="connsiteX0" fmla="*/ 741019 w 7746587"/>
              <a:gd name="connsiteY0" fmla="*/ 0 h 3886236"/>
              <a:gd name="connsiteX1" fmla="*/ 7746587 w 7746587"/>
              <a:gd name="connsiteY1" fmla="*/ 3886236 h 3886236"/>
              <a:gd name="connsiteX2" fmla="*/ 273080 w 7746587"/>
              <a:gd name="connsiteY2" fmla="*/ 3886236 h 3886236"/>
              <a:gd name="connsiteX3" fmla="*/ 0 w 7746587"/>
              <a:gd name="connsiteY3" fmla="*/ 3613156 h 3886236"/>
              <a:gd name="connsiteX4" fmla="*/ 0 w 7746587"/>
              <a:gd name="connsiteY4" fmla="*/ 1335806 h 38862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46587" h="3886236">
                <a:moveTo>
                  <a:pt x="741019" y="0"/>
                </a:moveTo>
                <a:lnTo>
                  <a:pt x="7746587" y="3886236"/>
                </a:lnTo>
                <a:lnTo>
                  <a:pt x="273080" y="3886236"/>
                </a:lnTo>
                <a:cubicBezTo>
                  <a:pt x="122262" y="3886236"/>
                  <a:pt x="0" y="3763974"/>
                  <a:pt x="0" y="3613156"/>
                </a:cubicBezTo>
                <a:lnTo>
                  <a:pt x="0" y="1335806"/>
                </a:lnTo>
                <a:close/>
              </a:path>
            </a:pathLst>
          </a:custGeom>
          <a:solidFill>
            <a:schemeClr val="tx1"/>
          </a:solidFill>
          <a:ln w="6351" cap="flat">
            <a:noFill/>
            <a:prstDash val="solid"/>
            <a:miter/>
          </a:ln>
        </p:spPr>
        <p:txBody>
          <a:bodyPr rtlCol="0" anchor="ctr"/>
          <a:lstStyle/>
          <a:p>
            <a:endParaRPr lang="de-DE" dirty="0">
              <a:latin typeface="BarmeniaGothaer Offc" panose="020B0503020204020204" pitchFamily="34" charset="0"/>
            </a:endParaRPr>
          </a:p>
        </p:txBody>
      </p:sp>
      <p:grpSp>
        <p:nvGrpSpPr>
          <p:cNvPr id="39" name="Gruppieren 38">
            <a:extLst>
              <a:ext uri="{FF2B5EF4-FFF2-40B4-BE49-F238E27FC236}">
                <a16:creationId xmlns:a16="http://schemas.microsoft.com/office/drawing/2014/main" id="{F0CD5AAF-B922-A417-C7A4-5EAC44CC0333}"/>
              </a:ext>
            </a:extLst>
          </p:cNvPr>
          <p:cNvGrpSpPr/>
          <p:nvPr userDrawn="1"/>
        </p:nvGrpSpPr>
        <p:grpSpPr>
          <a:xfrm>
            <a:off x="479425" y="436603"/>
            <a:ext cx="1714242" cy="471447"/>
            <a:chOff x="1144935" y="-1876113"/>
            <a:chExt cx="1656042" cy="455441"/>
          </a:xfrm>
        </p:grpSpPr>
        <p:sp>
          <p:nvSpPr>
            <p:cNvPr id="40" name="Freihandform 39">
              <a:extLst>
                <a:ext uri="{FF2B5EF4-FFF2-40B4-BE49-F238E27FC236}">
                  <a16:creationId xmlns:a16="http://schemas.microsoft.com/office/drawing/2014/main" id="{7F75C1CE-DA71-38A4-B1E4-4CB9F237A402}"/>
                </a:ext>
              </a:extLst>
            </p:cNvPr>
            <p:cNvSpPr/>
            <p:nvPr/>
          </p:nvSpPr>
          <p:spPr>
            <a:xfrm>
              <a:off x="1144935" y="-1876113"/>
              <a:ext cx="457053" cy="455441"/>
            </a:xfrm>
            <a:custGeom>
              <a:avLst/>
              <a:gdLst>
                <a:gd name="connsiteX0" fmla="*/ 1077263 w 2373356"/>
                <a:gd name="connsiteY0" fmla="*/ 1296696 h 2364985"/>
                <a:gd name="connsiteX1" fmla="*/ 1072778 w 2373356"/>
                <a:gd name="connsiteY1" fmla="*/ 1293921 h 2364985"/>
                <a:gd name="connsiteX2" fmla="*/ 461444 w 2373356"/>
                <a:gd name="connsiteY2" fmla="*/ 1203710 h 2364985"/>
                <a:gd name="connsiteX3" fmla="*/ 191603 w 2373356"/>
                <a:gd name="connsiteY3" fmla="*/ 1301393 h 2364985"/>
                <a:gd name="connsiteX4" fmla="*/ 461444 w 2373356"/>
                <a:gd name="connsiteY4" fmla="*/ 1399077 h 2364985"/>
                <a:gd name="connsiteX5" fmla="*/ 984361 w 2373356"/>
                <a:gd name="connsiteY5" fmla="*/ 1334168 h 2364985"/>
                <a:gd name="connsiteX6" fmla="*/ 256741 w 2373356"/>
                <a:gd name="connsiteY6" fmla="*/ 1958704 h 2364985"/>
                <a:gd name="connsiteX7" fmla="*/ 19682 w 2373356"/>
                <a:gd name="connsiteY7" fmla="*/ 2344101 h 2364985"/>
                <a:gd name="connsiteX8" fmla="*/ 409227 w 2373356"/>
                <a:gd name="connsiteY8" fmla="*/ 2109554 h 2364985"/>
                <a:gd name="connsiteX9" fmla="*/ 1040422 w 2373356"/>
                <a:gd name="connsiteY9" fmla="*/ 1389683 h 2364985"/>
                <a:gd name="connsiteX10" fmla="*/ 975391 w 2373356"/>
                <a:gd name="connsiteY10" fmla="*/ 1912905 h 2364985"/>
                <a:gd name="connsiteX11" fmla="*/ 1073098 w 2373356"/>
                <a:gd name="connsiteY11" fmla="*/ 2182576 h 2364985"/>
                <a:gd name="connsiteX12" fmla="*/ 1170805 w 2373356"/>
                <a:gd name="connsiteY12" fmla="*/ 1912905 h 2364985"/>
                <a:gd name="connsiteX13" fmla="*/ 1080573 w 2373356"/>
                <a:gd name="connsiteY13" fmla="*/ 1301714 h 2364985"/>
                <a:gd name="connsiteX14" fmla="*/ 1077369 w 2373356"/>
                <a:gd name="connsiteY14" fmla="*/ 1296803 h 2364985"/>
                <a:gd name="connsiteX15" fmla="*/ 1051955 w 2373356"/>
                <a:gd name="connsiteY15" fmla="*/ 1052967 h 2364985"/>
                <a:gd name="connsiteX16" fmla="*/ 1064128 w 2373356"/>
                <a:gd name="connsiteY16" fmla="*/ 1040797 h 2364985"/>
                <a:gd name="connsiteX17" fmla="*/ 425992 w 2373356"/>
                <a:gd name="connsiteY17" fmla="*/ 255590 h 2364985"/>
                <a:gd name="connsiteX18" fmla="*/ 32176 w 2373356"/>
                <a:gd name="connsiteY18" fmla="*/ 21149 h 2364985"/>
                <a:gd name="connsiteX19" fmla="*/ 266565 w 2373356"/>
                <a:gd name="connsiteY19" fmla="*/ 414873 h 2364985"/>
                <a:gd name="connsiteX20" fmla="*/ 1051955 w 2373356"/>
                <a:gd name="connsiteY20" fmla="*/ 1052860 h 2364985"/>
                <a:gd name="connsiteX21" fmla="*/ 1194297 w 2373356"/>
                <a:gd name="connsiteY21" fmla="*/ 143173 h 2364985"/>
                <a:gd name="connsiteX22" fmla="*/ 1096697 w 2373356"/>
                <a:gd name="connsiteY22" fmla="*/ 408361 h 2364985"/>
                <a:gd name="connsiteX23" fmla="*/ 1186929 w 2373356"/>
                <a:gd name="connsiteY23" fmla="*/ 1009196 h 2364985"/>
                <a:gd name="connsiteX24" fmla="*/ 1201772 w 2373356"/>
                <a:gd name="connsiteY24" fmla="*/ 1009196 h 2364985"/>
                <a:gd name="connsiteX25" fmla="*/ 1292004 w 2373356"/>
                <a:gd name="connsiteY25" fmla="*/ 408361 h 2364985"/>
                <a:gd name="connsiteX26" fmla="*/ 1194297 w 2373356"/>
                <a:gd name="connsiteY26" fmla="*/ 143173 h 2364985"/>
                <a:gd name="connsiteX27" fmla="*/ 1331300 w 2373356"/>
                <a:gd name="connsiteY27" fmla="*/ 1312069 h 2364985"/>
                <a:gd name="connsiteX28" fmla="*/ 1319126 w 2373356"/>
                <a:gd name="connsiteY28" fmla="*/ 1324240 h 2364985"/>
                <a:gd name="connsiteX29" fmla="*/ 1957263 w 2373356"/>
                <a:gd name="connsiteY29" fmla="*/ 2109447 h 2364985"/>
                <a:gd name="connsiteX30" fmla="*/ 2351079 w 2373356"/>
                <a:gd name="connsiteY30" fmla="*/ 2343781 h 2364985"/>
                <a:gd name="connsiteX31" fmla="*/ 2116583 w 2373356"/>
                <a:gd name="connsiteY31" fmla="*/ 1950057 h 2364985"/>
                <a:gd name="connsiteX32" fmla="*/ 1331193 w 2373356"/>
                <a:gd name="connsiteY32" fmla="*/ 1312069 h 2364985"/>
                <a:gd name="connsiteX33" fmla="*/ 1958331 w 2373356"/>
                <a:gd name="connsiteY33" fmla="*/ 259219 h 2364985"/>
                <a:gd name="connsiteX34" fmla="*/ 1320194 w 2373356"/>
                <a:gd name="connsiteY34" fmla="*/ 1044427 h 2364985"/>
                <a:gd name="connsiteX35" fmla="*/ 1332368 w 2373356"/>
                <a:gd name="connsiteY35" fmla="*/ 1056597 h 2364985"/>
                <a:gd name="connsiteX36" fmla="*/ 2117758 w 2373356"/>
                <a:gd name="connsiteY36" fmla="*/ 418609 h 2364985"/>
                <a:gd name="connsiteX37" fmla="*/ 2352147 w 2373356"/>
                <a:gd name="connsiteY37" fmla="*/ 24885 h 2364985"/>
                <a:gd name="connsiteX38" fmla="*/ 1958331 w 2373356"/>
                <a:gd name="connsiteY38" fmla="*/ 259219 h 2364985"/>
                <a:gd name="connsiteX39" fmla="*/ 2032011 w 2373356"/>
                <a:gd name="connsiteY39" fmla="*/ 1279722 h 2364985"/>
                <a:gd name="connsiteX40" fmla="*/ 2325344 w 2373356"/>
                <a:gd name="connsiteY40" fmla="*/ 1182145 h 2364985"/>
                <a:gd name="connsiteX41" fmla="*/ 2021333 w 2373356"/>
                <a:gd name="connsiteY41" fmla="*/ 1084461 h 2364985"/>
                <a:gd name="connsiteX42" fmla="*/ 1367393 w 2373356"/>
                <a:gd name="connsiteY42" fmla="*/ 1174671 h 2364985"/>
                <a:gd name="connsiteX43" fmla="*/ 1367393 w 2373356"/>
                <a:gd name="connsiteY43" fmla="*/ 1189618 h 2364985"/>
                <a:gd name="connsiteX44" fmla="*/ 2032011 w 2373356"/>
                <a:gd name="connsiteY44" fmla="*/ 1279722 h 2364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373356" h="2364985">
                  <a:moveTo>
                    <a:pt x="1077263" y="1296696"/>
                  </a:moveTo>
                  <a:cubicBezTo>
                    <a:pt x="1076195" y="1295522"/>
                    <a:pt x="1074700" y="1294561"/>
                    <a:pt x="1072778" y="1293921"/>
                  </a:cubicBezTo>
                  <a:cubicBezTo>
                    <a:pt x="910040" y="1243317"/>
                    <a:pt x="713773" y="1203710"/>
                    <a:pt x="461444" y="1203710"/>
                  </a:cubicBezTo>
                  <a:cubicBezTo>
                    <a:pt x="277777" y="1203710"/>
                    <a:pt x="191603" y="1222072"/>
                    <a:pt x="191603" y="1301393"/>
                  </a:cubicBezTo>
                  <a:cubicBezTo>
                    <a:pt x="191603" y="1380715"/>
                    <a:pt x="277670" y="1399077"/>
                    <a:pt x="461444" y="1399077"/>
                  </a:cubicBezTo>
                  <a:cubicBezTo>
                    <a:pt x="669671" y="1399077"/>
                    <a:pt x="839777" y="1372067"/>
                    <a:pt x="984361" y="1334168"/>
                  </a:cubicBezTo>
                  <a:cubicBezTo>
                    <a:pt x="768446" y="1481174"/>
                    <a:pt x="528611" y="1689780"/>
                    <a:pt x="256741" y="1958704"/>
                  </a:cubicBezTo>
                  <a:cubicBezTo>
                    <a:pt x="43388" y="2169765"/>
                    <a:pt x="-42252" y="2282822"/>
                    <a:pt x="19682" y="2344101"/>
                  </a:cubicBezTo>
                  <a:cubicBezTo>
                    <a:pt x="81616" y="2405381"/>
                    <a:pt x="195874" y="2320615"/>
                    <a:pt x="409227" y="2109554"/>
                  </a:cubicBezTo>
                  <a:cubicBezTo>
                    <a:pt x="681097" y="1840523"/>
                    <a:pt x="891887" y="1603306"/>
                    <a:pt x="1040422" y="1389683"/>
                  </a:cubicBezTo>
                  <a:cubicBezTo>
                    <a:pt x="1002514" y="1534233"/>
                    <a:pt x="975391" y="1704406"/>
                    <a:pt x="975391" y="1912905"/>
                  </a:cubicBezTo>
                  <a:cubicBezTo>
                    <a:pt x="975391" y="2096529"/>
                    <a:pt x="993758" y="2182576"/>
                    <a:pt x="1073098" y="2182576"/>
                  </a:cubicBezTo>
                  <a:cubicBezTo>
                    <a:pt x="1152438" y="2182576"/>
                    <a:pt x="1170805" y="2096529"/>
                    <a:pt x="1170805" y="1912905"/>
                  </a:cubicBezTo>
                  <a:cubicBezTo>
                    <a:pt x="1170805" y="1660635"/>
                    <a:pt x="1131295" y="1464307"/>
                    <a:pt x="1080573" y="1301714"/>
                  </a:cubicBezTo>
                  <a:cubicBezTo>
                    <a:pt x="1079932" y="1299472"/>
                    <a:pt x="1078758" y="1297871"/>
                    <a:pt x="1077369" y="1296803"/>
                  </a:cubicBezTo>
                  <a:moveTo>
                    <a:pt x="1051955" y="1052967"/>
                  </a:moveTo>
                  <a:cubicBezTo>
                    <a:pt x="1064128" y="1060761"/>
                    <a:pt x="1071923" y="1052967"/>
                    <a:pt x="1064128" y="1040797"/>
                  </a:cubicBezTo>
                  <a:cubicBezTo>
                    <a:pt x="916020" y="810092"/>
                    <a:pt x="719752" y="549282"/>
                    <a:pt x="425992" y="255590"/>
                  </a:cubicBezTo>
                  <a:cubicBezTo>
                    <a:pt x="212212" y="41753"/>
                    <a:pt x="96886" y="-43547"/>
                    <a:pt x="32176" y="21149"/>
                  </a:cubicBezTo>
                  <a:cubicBezTo>
                    <a:pt x="-32535" y="85844"/>
                    <a:pt x="52785" y="201036"/>
                    <a:pt x="266565" y="414873"/>
                  </a:cubicBezTo>
                  <a:cubicBezTo>
                    <a:pt x="560325" y="708565"/>
                    <a:pt x="821196" y="904893"/>
                    <a:pt x="1051955" y="1052860"/>
                  </a:cubicBezTo>
                  <a:moveTo>
                    <a:pt x="1194297" y="143173"/>
                  </a:moveTo>
                  <a:cubicBezTo>
                    <a:pt x="1115064" y="143173"/>
                    <a:pt x="1096697" y="227833"/>
                    <a:pt x="1096697" y="408361"/>
                  </a:cubicBezTo>
                  <a:cubicBezTo>
                    <a:pt x="1096697" y="656360"/>
                    <a:pt x="1136207" y="849379"/>
                    <a:pt x="1186929" y="1009196"/>
                  </a:cubicBezTo>
                  <a:cubicBezTo>
                    <a:pt x="1189598" y="1017630"/>
                    <a:pt x="1199102" y="1017630"/>
                    <a:pt x="1201772" y="1009196"/>
                  </a:cubicBezTo>
                  <a:cubicBezTo>
                    <a:pt x="1252387" y="849272"/>
                    <a:pt x="1292004" y="656360"/>
                    <a:pt x="1292004" y="408361"/>
                  </a:cubicBezTo>
                  <a:cubicBezTo>
                    <a:pt x="1292004" y="227833"/>
                    <a:pt x="1273637" y="143173"/>
                    <a:pt x="1194297" y="143173"/>
                  </a:cubicBezTo>
                  <a:moveTo>
                    <a:pt x="1331300" y="1312069"/>
                  </a:moveTo>
                  <a:cubicBezTo>
                    <a:pt x="1319126" y="1304169"/>
                    <a:pt x="1311331" y="1312069"/>
                    <a:pt x="1319126" y="1324240"/>
                  </a:cubicBezTo>
                  <a:cubicBezTo>
                    <a:pt x="1467235" y="1554944"/>
                    <a:pt x="1663502" y="1815755"/>
                    <a:pt x="1957263" y="2109447"/>
                  </a:cubicBezTo>
                  <a:cubicBezTo>
                    <a:pt x="2171149" y="2323283"/>
                    <a:pt x="2286369" y="2408584"/>
                    <a:pt x="2351079" y="2343781"/>
                  </a:cubicBezTo>
                  <a:cubicBezTo>
                    <a:pt x="2415790" y="2279086"/>
                    <a:pt x="2330470" y="2163893"/>
                    <a:pt x="2116583" y="1950057"/>
                  </a:cubicBezTo>
                  <a:cubicBezTo>
                    <a:pt x="1822823" y="1656365"/>
                    <a:pt x="1561952" y="1460036"/>
                    <a:pt x="1331193" y="1312069"/>
                  </a:cubicBezTo>
                  <a:moveTo>
                    <a:pt x="1958331" y="259219"/>
                  </a:moveTo>
                  <a:cubicBezTo>
                    <a:pt x="1664570" y="552912"/>
                    <a:pt x="1468196" y="813722"/>
                    <a:pt x="1320194" y="1044427"/>
                  </a:cubicBezTo>
                  <a:cubicBezTo>
                    <a:pt x="1312399" y="1056597"/>
                    <a:pt x="1320194" y="1064390"/>
                    <a:pt x="1332368" y="1056597"/>
                  </a:cubicBezTo>
                  <a:cubicBezTo>
                    <a:pt x="1563126" y="908523"/>
                    <a:pt x="1823997" y="712302"/>
                    <a:pt x="2117758" y="418609"/>
                  </a:cubicBezTo>
                  <a:cubicBezTo>
                    <a:pt x="2331645" y="204773"/>
                    <a:pt x="2416964" y="89581"/>
                    <a:pt x="2352147" y="24885"/>
                  </a:cubicBezTo>
                  <a:cubicBezTo>
                    <a:pt x="2287437" y="-39810"/>
                    <a:pt x="2172217" y="45490"/>
                    <a:pt x="1958331" y="259219"/>
                  </a:cubicBezTo>
                  <a:moveTo>
                    <a:pt x="2032011" y="1279722"/>
                  </a:moveTo>
                  <a:cubicBezTo>
                    <a:pt x="2231696" y="1279722"/>
                    <a:pt x="2325344" y="1261359"/>
                    <a:pt x="2325344" y="1182145"/>
                  </a:cubicBezTo>
                  <a:cubicBezTo>
                    <a:pt x="2325344" y="1102930"/>
                    <a:pt x="2221017" y="1084461"/>
                    <a:pt x="2021333" y="1084461"/>
                  </a:cubicBezTo>
                  <a:cubicBezTo>
                    <a:pt x="1747007" y="1084461"/>
                    <a:pt x="1544226" y="1124068"/>
                    <a:pt x="1367393" y="1174671"/>
                  </a:cubicBezTo>
                  <a:cubicBezTo>
                    <a:pt x="1358102" y="1177340"/>
                    <a:pt x="1358102" y="1186949"/>
                    <a:pt x="1367393" y="1189618"/>
                  </a:cubicBezTo>
                  <a:cubicBezTo>
                    <a:pt x="1544226" y="1240221"/>
                    <a:pt x="1757792" y="1279722"/>
                    <a:pt x="2032011" y="1279722"/>
                  </a:cubicBezTo>
                </a:path>
              </a:pathLst>
            </a:custGeom>
            <a:solidFill>
              <a:srgbClr val="FFFFFF"/>
            </a:solidFill>
            <a:ln w="10675" cap="flat">
              <a:noFill/>
              <a:prstDash val="solid"/>
              <a:miter/>
            </a:ln>
          </p:spPr>
          <p:txBody>
            <a:bodyPr rtlCol="0" anchor="ctr"/>
            <a:lstStyle/>
            <a:p>
              <a:endParaRPr lang="de-DE" dirty="0">
                <a:latin typeface="BarmeniaGothaer Offc" panose="020B0503020204020204" pitchFamily="34" charset="0"/>
              </a:endParaRPr>
            </a:p>
          </p:txBody>
        </p:sp>
        <p:sp>
          <p:nvSpPr>
            <p:cNvPr id="41" name="Freihandform 40">
              <a:extLst>
                <a:ext uri="{FF2B5EF4-FFF2-40B4-BE49-F238E27FC236}">
                  <a16:creationId xmlns:a16="http://schemas.microsoft.com/office/drawing/2014/main" id="{C637941F-81A3-6B24-3C32-494382E933DA}"/>
                </a:ext>
              </a:extLst>
            </p:cNvPr>
            <p:cNvSpPr/>
            <p:nvPr/>
          </p:nvSpPr>
          <p:spPr>
            <a:xfrm>
              <a:off x="1757315" y="-1615483"/>
              <a:ext cx="899919" cy="180509"/>
            </a:xfrm>
            <a:custGeom>
              <a:avLst/>
              <a:gdLst>
                <a:gd name="connsiteX0" fmla="*/ 4330912 w 4673045"/>
                <a:gd name="connsiteY0" fmla="*/ 919189 h 937337"/>
                <a:gd name="connsiteX1" fmla="*/ 4478060 w 4673045"/>
                <a:gd name="connsiteY1" fmla="*/ 919189 h 937337"/>
                <a:gd name="connsiteX2" fmla="*/ 4478060 w 4673045"/>
                <a:gd name="connsiteY2" fmla="*/ 558986 h 937337"/>
                <a:gd name="connsiteX3" fmla="*/ 4640797 w 4673045"/>
                <a:gd name="connsiteY3" fmla="*/ 398849 h 937337"/>
                <a:gd name="connsiteX4" fmla="*/ 4673046 w 4673045"/>
                <a:gd name="connsiteY4" fmla="*/ 398849 h 937337"/>
                <a:gd name="connsiteX5" fmla="*/ 4673046 w 4673045"/>
                <a:gd name="connsiteY5" fmla="*/ 246505 h 937337"/>
                <a:gd name="connsiteX6" fmla="*/ 4658844 w 4673045"/>
                <a:gd name="connsiteY6" fmla="*/ 246505 h 937337"/>
                <a:gd name="connsiteX7" fmla="*/ 4478060 w 4673045"/>
                <a:gd name="connsiteY7" fmla="*/ 378138 h 937337"/>
                <a:gd name="connsiteX8" fmla="*/ 4478060 w 4673045"/>
                <a:gd name="connsiteY8" fmla="*/ 258035 h 937337"/>
                <a:gd name="connsiteX9" fmla="*/ 4330912 w 4673045"/>
                <a:gd name="connsiteY9" fmla="*/ 258035 h 937337"/>
                <a:gd name="connsiteX10" fmla="*/ 4330912 w 4673045"/>
                <a:gd name="connsiteY10" fmla="*/ 918975 h 937337"/>
                <a:gd name="connsiteX11" fmla="*/ 3753749 w 4673045"/>
                <a:gd name="connsiteY11" fmla="*/ 517671 h 937337"/>
                <a:gd name="connsiteX12" fmla="*/ 3925457 w 4673045"/>
                <a:gd name="connsiteY12" fmla="*/ 374401 h 937337"/>
                <a:gd name="connsiteX13" fmla="*/ 4094601 w 4673045"/>
                <a:gd name="connsiteY13" fmla="*/ 517671 h 937337"/>
                <a:gd name="connsiteX14" fmla="*/ 3753749 w 4673045"/>
                <a:gd name="connsiteY14" fmla="*/ 517671 h 937337"/>
                <a:gd name="connsiteX15" fmla="*/ 3598807 w 4673045"/>
                <a:gd name="connsiteY15" fmla="*/ 588665 h 937337"/>
                <a:gd name="connsiteX16" fmla="*/ 3937096 w 4673045"/>
                <a:gd name="connsiteY16" fmla="*/ 937231 h 937337"/>
                <a:gd name="connsiteX17" fmla="*/ 4225091 w 4673045"/>
                <a:gd name="connsiteY17" fmla="*/ 788730 h 937337"/>
                <a:gd name="connsiteX18" fmla="*/ 4124394 w 4673045"/>
                <a:gd name="connsiteY18" fmla="*/ 703537 h 937337"/>
                <a:gd name="connsiteX19" fmla="*/ 3937203 w 4673045"/>
                <a:gd name="connsiteY19" fmla="*/ 802929 h 937337"/>
                <a:gd name="connsiteX20" fmla="*/ 3750012 w 4673045"/>
                <a:gd name="connsiteY20" fmla="*/ 636386 h 937337"/>
                <a:gd name="connsiteX21" fmla="*/ 4244525 w 4673045"/>
                <a:gd name="connsiteY21" fmla="*/ 636386 h 937337"/>
                <a:gd name="connsiteX22" fmla="*/ 4248369 w 4673045"/>
                <a:gd name="connsiteY22" fmla="*/ 582153 h 937337"/>
                <a:gd name="connsiteX23" fmla="*/ 3925564 w 4673045"/>
                <a:gd name="connsiteY23" fmla="*/ 239993 h 937337"/>
                <a:gd name="connsiteX24" fmla="*/ 3598914 w 4673045"/>
                <a:gd name="connsiteY24" fmla="*/ 588558 h 937337"/>
                <a:gd name="connsiteX25" fmla="*/ 3173917 w 4673045"/>
                <a:gd name="connsiteY25" fmla="*/ 795242 h 937337"/>
                <a:gd name="connsiteX26" fmla="*/ 2981493 w 4673045"/>
                <a:gd name="connsiteY26" fmla="*/ 588665 h 937337"/>
                <a:gd name="connsiteX27" fmla="*/ 3173917 w 4673045"/>
                <a:gd name="connsiteY27" fmla="*/ 382088 h 937337"/>
                <a:gd name="connsiteX28" fmla="*/ 3366340 w 4673045"/>
                <a:gd name="connsiteY28" fmla="*/ 588665 h 937337"/>
                <a:gd name="connsiteX29" fmla="*/ 3173917 w 4673045"/>
                <a:gd name="connsiteY29" fmla="*/ 795242 h 937337"/>
                <a:gd name="connsiteX30" fmla="*/ 3366340 w 4673045"/>
                <a:gd name="connsiteY30" fmla="*/ 258248 h 937337"/>
                <a:gd name="connsiteX31" fmla="*/ 3366340 w 4673045"/>
                <a:gd name="connsiteY31" fmla="*/ 367996 h 937337"/>
                <a:gd name="connsiteX32" fmla="*/ 3144231 w 4673045"/>
                <a:gd name="connsiteY32" fmla="*/ 240206 h 937337"/>
                <a:gd name="connsiteX33" fmla="*/ 2829220 w 4673045"/>
                <a:gd name="connsiteY33" fmla="*/ 588772 h 937337"/>
                <a:gd name="connsiteX34" fmla="*/ 3144231 w 4673045"/>
                <a:gd name="connsiteY34" fmla="*/ 937338 h 937337"/>
                <a:gd name="connsiteX35" fmla="*/ 3366340 w 4673045"/>
                <a:gd name="connsiteY35" fmla="*/ 809548 h 937337"/>
                <a:gd name="connsiteX36" fmla="*/ 3366340 w 4673045"/>
                <a:gd name="connsiteY36" fmla="*/ 919295 h 937337"/>
                <a:gd name="connsiteX37" fmla="*/ 3513594 w 4673045"/>
                <a:gd name="connsiteY37" fmla="*/ 919295 h 937337"/>
                <a:gd name="connsiteX38" fmla="*/ 3513594 w 4673045"/>
                <a:gd name="connsiteY38" fmla="*/ 258355 h 937337"/>
                <a:gd name="connsiteX39" fmla="*/ 3366340 w 4673045"/>
                <a:gd name="connsiteY39" fmla="*/ 258355 h 937337"/>
                <a:gd name="connsiteX40" fmla="*/ 2188735 w 4673045"/>
                <a:gd name="connsiteY40" fmla="*/ 919189 h 937337"/>
                <a:gd name="connsiteX41" fmla="*/ 2335882 w 4673045"/>
                <a:gd name="connsiteY41" fmla="*/ 919189 h 937337"/>
                <a:gd name="connsiteX42" fmla="*/ 2335882 w 4673045"/>
                <a:gd name="connsiteY42" fmla="*/ 526746 h 937337"/>
                <a:gd name="connsiteX43" fmla="*/ 2472778 w 4673045"/>
                <a:gd name="connsiteY43" fmla="*/ 369277 h 937337"/>
                <a:gd name="connsiteX44" fmla="*/ 2601879 w 4673045"/>
                <a:gd name="connsiteY44" fmla="*/ 515109 h 937337"/>
                <a:gd name="connsiteX45" fmla="*/ 2601879 w 4673045"/>
                <a:gd name="connsiteY45" fmla="*/ 919189 h 937337"/>
                <a:gd name="connsiteX46" fmla="*/ 2749133 w 4673045"/>
                <a:gd name="connsiteY46" fmla="*/ 919189 h 937337"/>
                <a:gd name="connsiteX47" fmla="*/ 2749133 w 4673045"/>
                <a:gd name="connsiteY47" fmla="*/ 489273 h 937337"/>
                <a:gd name="connsiteX48" fmla="*/ 2533538 w 4673045"/>
                <a:gd name="connsiteY48" fmla="*/ 240100 h 937337"/>
                <a:gd name="connsiteX49" fmla="*/ 2335989 w 4673045"/>
                <a:gd name="connsiteY49" fmla="*/ 346004 h 937337"/>
                <a:gd name="connsiteX50" fmla="*/ 2335989 w 4673045"/>
                <a:gd name="connsiteY50" fmla="*/ 15480 h 937337"/>
                <a:gd name="connsiteX51" fmla="*/ 2188842 w 4673045"/>
                <a:gd name="connsiteY51" fmla="*/ 15480 h 937337"/>
                <a:gd name="connsiteX52" fmla="*/ 2188842 w 4673045"/>
                <a:gd name="connsiteY52" fmla="*/ 919189 h 937337"/>
                <a:gd name="connsiteX53" fmla="*/ 2090601 w 4673045"/>
                <a:gd name="connsiteY53" fmla="*/ 921751 h 937337"/>
                <a:gd name="connsiteX54" fmla="*/ 2090601 w 4673045"/>
                <a:gd name="connsiteY54" fmla="*/ 797805 h 937337"/>
                <a:gd name="connsiteX55" fmla="*/ 2035074 w 4673045"/>
                <a:gd name="connsiteY55" fmla="*/ 801648 h 937337"/>
                <a:gd name="connsiteX56" fmla="*/ 1929145 w 4673045"/>
                <a:gd name="connsiteY56" fmla="*/ 694463 h 937337"/>
                <a:gd name="connsiteX57" fmla="*/ 1929145 w 4673045"/>
                <a:gd name="connsiteY57" fmla="*/ 384650 h 937337"/>
                <a:gd name="connsiteX58" fmla="*/ 2090601 w 4673045"/>
                <a:gd name="connsiteY58" fmla="*/ 384650 h 937337"/>
                <a:gd name="connsiteX59" fmla="*/ 2090601 w 4673045"/>
                <a:gd name="connsiteY59" fmla="*/ 258142 h 937337"/>
                <a:gd name="connsiteX60" fmla="*/ 1929145 w 4673045"/>
                <a:gd name="connsiteY60" fmla="*/ 258142 h 937337"/>
                <a:gd name="connsiteX61" fmla="*/ 1929145 w 4673045"/>
                <a:gd name="connsiteY61" fmla="*/ 67044 h 937337"/>
                <a:gd name="connsiteX62" fmla="*/ 1781891 w 4673045"/>
                <a:gd name="connsiteY62" fmla="*/ 112203 h 937337"/>
                <a:gd name="connsiteX63" fmla="*/ 1781891 w 4673045"/>
                <a:gd name="connsiteY63" fmla="*/ 258035 h 937337"/>
                <a:gd name="connsiteX64" fmla="*/ 1654072 w 4673045"/>
                <a:gd name="connsiteY64" fmla="*/ 258035 h 937337"/>
                <a:gd name="connsiteX65" fmla="*/ 1654072 w 4673045"/>
                <a:gd name="connsiteY65" fmla="*/ 384543 h 937337"/>
                <a:gd name="connsiteX66" fmla="*/ 1781891 w 4673045"/>
                <a:gd name="connsiteY66" fmla="*/ 384543 h 937337"/>
                <a:gd name="connsiteX67" fmla="*/ 1781891 w 4673045"/>
                <a:gd name="connsiteY67" fmla="*/ 708555 h 937337"/>
                <a:gd name="connsiteX68" fmla="*/ 1994923 w 4673045"/>
                <a:gd name="connsiteY68" fmla="*/ 933174 h 937337"/>
                <a:gd name="connsiteX69" fmla="*/ 2090494 w 4673045"/>
                <a:gd name="connsiteY69" fmla="*/ 921537 h 937337"/>
                <a:gd name="connsiteX70" fmla="*/ 1293892 w 4673045"/>
                <a:gd name="connsiteY70" fmla="*/ 795242 h 937337"/>
                <a:gd name="connsiteX71" fmla="*/ 1101469 w 4673045"/>
                <a:gd name="connsiteY71" fmla="*/ 588665 h 937337"/>
                <a:gd name="connsiteX72" fmla="*/ 1293892 w 4673045"/>
                <a:gd name="connsiteY72" fmla="*/ 382088 h 937337"/>
                <a:gd name="connsiteX73" fmla="*/ 1486315 w 4673045"/>
                <a:gd name="connsiteY73" fmla="*/ 588665 h 937337"/>
                <a:gd name="connsiteX74" fmla="*/ 1293892 w 4673045"/>
                <a:gd name="connsiteY74" fmla="*/ 795242 h 937337"/>
                <a:gd name="connsiteX75" fmla="*/ 1293892 w 4673045"/>
                <a:gd name="connsiteY75" fmla="*/ 937231 h 937337"/>
                <a:gd name="connsiteX76" fmla="*/ 1638695 w 4673045"/>
                <a:gd name="connsiteY76" fmla="*/ 588665 h 937337"/>
                <a:gd name="connsiteX77" fmla="*/ 1293892 w 4673045"/>
                <a:gd name="connsiteY77" fmla="*/ 240100 h 937337"/>
                <a:gd name="connsiteX78" fmla="*/ 949089 w 4673045"/>
                <a:gd name="connsiteY78" fmla="*/ 588665 h 937337"/>
                <a:gd name="connsiteX79" fmla="*/ 1293892 w 4673045"/>
                <a:gd name="connsiteY79" fmla="*/ 937231 h 937337"/>
                <a:gd name="connsiteX80" fmla="*/ 454576 w 4673045"/>
                <a:gd name="connsiteY80" fmla="*/ 0 h 937337"/>
                <a:gd name="connsiteX81" fmla="*/ 0 w 4673045"/>
                <a:gd name="connsiteY81" fmla="*/ 468669 h 937337"/>
                <a:gd name="connsiteX82" fmla="*/ 435141 w 4673045"/>
                <a:gd name="connsiteY82" fmla="*/ 937338 h 937337"/>
                <a:gd name="connsiteX83" fmla="*/ 711496 w 4673045"/>
                <a:gd name="connsiteY83" fmla="*/ 803036 h 937337"/>
                <a:gd name="connsiteX84" fmla="*/ 711496 w 4673045"/>
                <a:gd name="connsiteY84" fmla="*/ 919189 h 937337"/>
                <a:gd name="connsiteX85" fmla="*/ 861313 w 4673045"/>
                <a:gd name="connsiteY85" fmla="*/ 919189 h 937337"/>
                <a:gd name="connsiteX86" fmla="*/ 861313 w 4673045"/>
                <a:gd name="connsiteY86" fmla="*/ 444114 h 937337"/>
                <a:gd name="connsiteX87" fmla="*/ 470060 w 4673045"/>
                <a:gd name="connsiteY87" fmla="*/ 444114 h 937337"/>
                <a:gd name="connsiteX88" fmla="*/ 470060 w 4673045"/>
                <a:gd name="connsiteY88" fmla="*/ 591334 h 937337"/>
                <a:gd name="connsiteX89" fmla="*/ 698576 w 4673045"/>
                <a:gd name="connsiteY89" fmla="*/ 591334 h 937337"/>
                <a:gd name="connsiteX90" fmla="*/ 454470 w 4673045"/>
                <a:gd name="connsiteY90" fmla="*/ 779869 h 937337"/>
                <a:gd name="connsiteX91" fmla="*/ 175552 w 4673045"/>
                <a:gd name="connsiteY91" fmla="*/ 468776 h 937337"/>
                <a:gd name="connsiteX92" fmla="*/ 454470 w 4673045"/>
                <a:gd name="connsiteY92" fmla="*/ 157682 h 937337"/>
                <a:gd name="connsiteX93" fmla="*/ 699857 w 4673045"/>
                <a:gd name="connsiteY93" fmla="*/ 298389 h 937337"/>
                <a:gd name="connsiteX94" fmla="*/ 839316 w 4673045"/>
                <a:gd name="connsiteY94" fmla="*/ 205403 h 937337"/>
                <a:gd name="connsiteX95" fmla="*/ 454470 w 4673045"/>
                <a:gd name="connsiteY95" fmla="*/ 107 h 9373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673045" h="937337">
                  <a:moveTo>
                    <a:pt x="4330912" y="919189"/>
                  </a:moveTo>
                  <a:lnTo>
                    <a:pt x="4478060" y="919189"/>
                  </a:lnTo>
                  <a:lnTo>
                    <a:pt x="4478060" y="558986"/>
                  </a:lnTo>
                  <a:cubicBezTo>
                    <a:pt x="4478060" y="449239"/>
                    <a:pt x="4524510" y="398849"/>
                    <a:pt x="4640797" y="398849"/>
                  </a:cubicBezTo>
                  <a:lnTo>
                    <a:pt x="4673046" y="398849"/>
                  </a:lnTo>
                  <a:lnTo>
                    <a:pt x="4673046" y="246505"/>
                  </a:lnTo>
                  <a:lnTo>
                    <a:pt x="4658844" y="246505"/>
                  </a:lnTo>
                  <a:cubicBezTo>
                    <a:pt x="4561991" y="246505"/>
                    <a:pt x="4498776" y="300738"/>
                    <a:pt x="4478060" y="378138"/>
                  </a:cubicBezTo>
                  <a:lnTo>
                    <a:pt x="4478060" y="258035"/>
                  </a:lnTo>
                  <a:lnTo>
                    <a:pt x="4330912" y="258035"/>
                  </a:lnTo>
                  <a:lnTo>
                    <a:pt x="4330912" y="918975"/>
                  </a:lnTo>
                  <a:close/>
                  <a:moveTo>
                    <a:pt x="3753749" y="517671"/>
                  </a:moveTo>
                  <a:cubicBezTo>
                    <a:pt x="3774358" y="428635"/>
                    <a:pt x="3837681" y="374401"/>
                    <a:pt x="3925457" y="374401"/>
                  </a:cubicBezTo>
                  <a:cubicBezTo>
                    <a:pt x="4008107" y="374401"/>
                    <a:pt x="4075273" y="423510"/>
                    <a:pt x="4094601" y="517671"/>
                  </a:cubicBezTo>
                  <a:lnTo>
                    <a:pt x="3753749" y="517671"/>
                  </a:lnTo>
                  <a:close/>
                  <a:moveTo>
                    <a:pt x="3598807" y="588665"/>
                  </a:moveTo>
                  <a:cubicBezTo>
                    <a:pt x="3598807" y="790011"/>
                    <a:pt x="3742110" y="937231"/>
                    <a:pt x="3937096" y="937231"/>
                  </a:cubicBezTo>
                  <a:cubicBezTo>
                    <a:pt x="4057227" y="937231"/>
                    <a:pt x="4170844" y="877873"/>
                    <a:pt x="4225091" y="788730"/>
                  </a:cubicBezTo>
                  <a:lnTo>
                    <a:pt x="4124394" y="703537"/>
                  </a:lnTo>
                  <a:cubicBezTo>
                    <a:pt x="4086913" y="765564"/>
                    <a:pt x="4017183" y="802929"/>
                    <a:pt x="3937203" y="802929"/>
                  </a:cubicBezTo>
                  <a:cubicBezTo>
                    <a:pt x="3840350" y="802929"/>
                    <a:pt x="3768059" y="737059"/>
                    <a:pt x="3750012" y="636386"/>
                  </a:cubicBezTo>
                  <a:lnTo>
                    <a:pt x="4244525" y="636386"/>
                  </a:lnTo>
                  <a:cubicBezTo>
                    <a:pt x="4247088" y="619625"/>
                    <a:pt x="4248369" y="600195"/>
                    <a:pt x="4248369" y="582153"/>
                  </a:cubicBezTo>
                  <a:cubicBezTo>
                    <a:pt x="4248369" y="392337"/>
                    <a:pt x="4119268" y="239993"/>
                    <a:pt x="3925564" y="239993"/>
                  </a:cubicBezTo>
                  <a:cubicBezTo>
                    <a:pt x="3731859" y="239993"/>
                    <a:pt x="3598914" y="387212"/>
                    <a:pt x="3598914" y="588558"/>
                  </a:cubicBezTo>
                  <a:moveTo>
                    <a:pt x="3173917" y="795242"/>
                  </a:moveTo>
                  <a:cubicBezTo>
                    <a:pt x="3062862" y="795242"/>
                    <a:pt x="2981493" y="707487"/>
                    <a:pt x="2981493" y="588665"/>
                  </a:cubicBezTo>
                  <a:cubicBezTo>
                    <a:pt x="2981493" y="469843"/>
                    <a:pt x="3062862" y="382088"/>
                    <a:pt x="3173917" y="382088"/>
                  </a:cubicBezTo>
                  <a:cubicBezTo>
                    <a:pt x="3284971" y="382088"/>
                    <a:pt x="3366340" y="469843"/>
                    <a:pt x="3366340" y="588665"/>
                  </a:cubicBezTo>
                  <a:cubicBezTo>
                    <a:pt x="3366340" y="707487"/>
                    <a:pt x="3284971" y="795242"/>
                    <a:pt x="3173917" y="795242"/>
                  </a:cubicBezTo>
                  <a:moveTo>
                    <a:pt x="3366340" y="258248"/>
                  </a:moveTo>
                  <a:lnTo>
                    <a:pt x="3366340" y="367996"/>
                  </a:lnTo>
                  <a:cubicBezTo>
                    <a:pt x="3322452" y="284084"/>
                    <a:pt x="3246209" y="240206"/>
                    <a:pt x="3144231" y="240206"/>
                  </a:cubicBezTo>
                  <a:cubicBezTo>
                    <a:pt x="2971242" y="240206"/>
                    <a:pt x="2829220" y="386038"/>
                    <a:pt x="2829220" y="588772"/>
                  </a:cubicBezTo>
                  <a:cubicBezTo>
                    <a:pt x="2829220" y="791506"/>
                    <a:pt x="2971242" y="937338"/>
                    <a:pt x="3144231" y="937338"/>
                  </a:cubicBezTo>
                  <a:cubicBezTo>
                    <a:pt x="3246209" y="937338"/>
                    <a:pt x="3322452" y="893460"/>
                    <a:pt x="3366340" y="809548"/>
                  </a:cubicBezTo>
                  <a:lnTo>
                    <a:pt x="3366340" y="919295"/>
                  </a:lnTo>
                  <a:lnTo>
                    <a:pt x="3513594" y="919295"/>
                  </a:lnTo>
                  <a:lnTo>
                    <a:pt x="3513594" y="258355"/>
                  </a:lnTo>
                  <a:lnTo>
                    <a:pt x="3366340" y="258355"/>
                  </a:lnTo>
                  <a:close/>
                  <a:moveTo>
                    <a:pt x="2188735" y="919189"/>
                  </a:moveTo>
                  <a:lnTo>
                    <a:pt x="2335882" y="919189"/>
                  </a:lnTo>
                  <a:lnTo>
                    <a:pt x="2335882" y="526746"/>
                  </a:lnTo>
                  <a:cubicBezTo>
                    <a:pt x="2335882" y="424791"/>
                    <a:pt x="2390128" y="369277"/>
                    <a:pt x="2472778" y="369277"/>
                  </a:cubicBezTo>
                  <a:cubicBezTo>
                    <a:pt x="2555429" y="369277"/>
                    <a:pt x="2601879" y="424791"/>
                    <a:pt x="2601879" y="515109"/>
                  </a:cubicBezTo>
                  <a:lnTo>
                    <a:pt x="2601879" y="919189"/>
                  </a:lnTo>
                  <a:lnTo>
                    <a:pt x="2749133" y="919189"/>
                  </a:lnTo>
                  <a:lnTo>
                    <a:pt x="2749133" y="489273"/>
                  </a:lnTo>
                  <a:cubicBezTo>
                    <a:pt x="2749133" y="318887"/>
                    <a:pt x="2657407" y="240100"/>
                    <a:pt x="2533538" y="240100"/>
                  </a:cubicBezTo>
                  <a:cubicBezTo>
                    <a:pt x="2431560" y="240100"/>
                    <a:pt x="2364394" y="290489"/>
                    <a:pt x="2335989" y="346004"/>
                  </a:cubicBezTo>
                  <a:lnTo>
                    <a:pt x="2335989" y="15480"/>
                  </a:lnTo>
                  <a:lnTo>
                    <a:pt x="2188842" y="15480"/>
                  </a:lnTo>
                  <a:lnTo>
                    <a:pt x="2188842" y="919189"/>
                  </a:lnTo>
                  <a:close/>
                  <a:moveTo>
                    <a:pt x="2090601" y="921751"/>
                  </a:moveTo>
                  <a:lnTo>
                    <a:pt x="2090601" y="797805"/>
                  </a:lnTo>
                  <a:cubicBezTo>
                    <a:pt x="2073836" y="800367"/>
                    <a:pt x="2050558" y="801648"/>
                    <a:pt x="2035074" y="801648"/>
                  </a:cubicBezTo>
                  <a:cubicBezTo>
                    <a:pt x="1962782" y="801648"/>
                    <a:pt x="1929145" y="764176"/>
                    <a:pt x="1929145" y="694463"/>
                  </a:cubicBezTo>
                  <a:lnTo>
                    <a:pt x="1929145" y="384650"/>
                  </a:lnTo>
                  <a:lnTo>
                    <a:pt x="2090601" y="384650"/>
                  </a:lnTo>
                  <a:lnTo>
                    <a:pt x="2090601" y="258142"/>
                  </a:lnTo>
                  <a:lnTo>
                    <a:pt x="1929145" y="258142"/>
                  </a:lnTo>
                  <a:lnTo>
                    <a:pt x="1929145" y="67044"/>
                  </a:lnTo>
                  <a:lnTo>
                    <a:pt x="1781891" y="112203"/>
                  </a:lnTo>
                  <a:lnTo>
                    <a:pt x="1781891" y="258035"/>
                  </a:lnTo>
                  <a:lnTo>
                    <a:pt x="1654072" y="258035"/>
                  </a:lnTo>
                  <a:lnTo>
                    <a:pt x="1654072" y="384543"/>
                  </a:lnTo>
                  <a:lnTo>
                    <a:pt x="1781891" y="384543"/>
                  </a:lnTo>
                  <a:lnTo>
                    <a:pt x="1781891" y="708555"/>
                  </a:lnTo>
                  <a:cubicBezTo>
                    <a:pt x="1781891" y="851824"/>
                    <a:pt x="1860697" y="933174"/>
                    <a:pt x="1994923" y="933174"/>
                  </a:cubicBezTo>
                  <a:cubicBezTo>
                    <a:pt x="2032404" y="933174"/>
                    <a:pt x="2065934" y="929331"/>
                    <a:pt x="2090494" y="921537"/>
                  </a:cubicBezTo>
                  <a:moveTo>
                    <a:pt x="1293892" y="795242"/>
                  </a:moveTo>
                  <a:cubicBezTo>
                    <a:pt x="1182837" y="795242"/>
                    <a:pt x="1101469" y="707487"/>
                    <a:pt x="1101469" y="588665"/>
                  </a:cubicBezTo>
                  <a:cubicBezTo>
                    <a:pt x="1101469" y="469843"/>
                    <a:pt x="1182837" y="382088"/>
                    <a:pt x="1293892" y="382088"/>
                  </a:cubicBezTo>
                  <a:cubicBezTo>
                    <a:pt x="1404946" y="382088"/>
                    <a:pt x="1486315" y="469843"/>
                    <a:pt x="1486315" y="588665"/>
                  </a:cubicBezTo>
                  <a:cubicBezTo>
                    <a:pt x="1486315" y="707487"/>
                    <a:pt x="1404946" y="795242"/>
                    <a:pt x="1293892" y="795242"/>
                  </a:cubicBezTo>
                  <a:moveTo>
                    <a:pt x="1293892" y="937231"/>
                  </a:moveTo>
                  <a:cubicBezTo>
                    <a:pt x="1490160" y="937231"/>
                    <a:pt x="1638695" y="791399"/>
                    <a:pt x="1638695" y="588665"/>
                  </a:cubicBezTo>
                  <a:cubicBezTo>
                    <a:pt x="1638695" y="385931"/>
                    <a:pt x="1490160" y="240100"/>
                    <a:pt x="1293892" y="240100"/>
                  </a:cubicBezTo>
                  <a:cubicBezTo>
                    <a:pt x="1097625" y="240100"/>
                    <a:pt x="949089" y="385931"/>
                    <a:pt x="949089" y="588665"/>
                  </a:cubicBezTo>
                  <a:cubicBezTo>
                    <a:pt x="949089" y="791399"/>
                    <a:pt x="1097625" y="937231"/>
                    <a:pt x="1293892" y="937231"/>
                  </a:cubicBezTo>
                  <a:moveTo>
                    <a:pt x="454576" y="0"/>
                  </a:moveTo>
                  <a:cubicBezTo>
                    <a:pt x="194986" y="0"/>
                    <a:pt x="0" y="196222"/>
                    <a:pt x="0" y="468669"/>
                  </a:cubicBezTo>
                  <a:cubicBezTo>
                    <a:pt x="0" y="741116"/>
                    <a:pt x="194986" y="937338"/>
                    <a:pt x="435141" y="937338"/>
                  </a:cubicBezTo>
                  <a:cubicBezTo>
                    <a:pt x="546196" y="937338"/>
                    <a:pt x="650737" y="885667"/>
                    <a:pt x="711496" y="803036"/>
                  </a:cubicBezTo>
                  <a:lnTo>
                    <a:pt x="711496" y="919189"/>
                  </a:lnTo>
                  <a:lnTo>
                    <a:pt x="861313" y="919189"/>
                  </a:lnTo>
                  <a:lnTo>
                    <a:pt x="861313" y="444114"/>
                  </a:lnTo>
                  <a:lnTo>
                    <a:pt x="470060" y="444114"/>
                  </a:lnTo>
                  <a:lnTo>
                    <a:pt x="470060" y="591334"/>
                  </a:lnTo>
                  <a:lnTo>
                    <a:pt x="698576" y="591334"/>
                  </a:lnTo>
                  <a:cubicBezTo>
                    <a:pt x="676579" y="702363"/>
                    <a:pt x="578445" y="779869"/>
                    <a:pt x="454470" y="779869"/>
                  </a:cubicBezTo>
                  <a:cubicBezTo>
                    <a:pt x="291732" y="779869"/>
                    <a:pt x="175552" y="648236"/>
                    <a:pt x="175552" y="468776"/>
                  </a:cubicBezTo>
                  <a:cubicBezTo>
                    <a:pt x="175552" y="289315"/>
                    <a:pt x="291732" y="157682"/>
                    <a:pt x="454470" y="157682"/>
                  </a:cubicBezTo>
                  <a:cubicBezTo>
                    <a:pt x="570649" y="157682"/>
                    <a:pt x="654581" y="215759"/>
                    <a:pt x="699857" y="298389"/>
                  </a:cubicBezTo>
                  <a:lnTo>
                    <a:pt x="839316" y="205403"/>
                  </a:lnTo>
                  <a:cubicBezTo>
                    <a:pt x="770868" y="76332"/>
                    <a:pt x="626284" y="107"/>
                    <a:pt x="454470" y="107"/>
                  </a:cubicBezTo>
                </a:path>
              </a:pathLst>
            </a:custGeom>
            <a:solidFill>
              <a:srgbClr val="FFFFFF"/>
            </a:solidFill>
            <a:ln w="10675" cap="flat">
              <a:noFill/>
              <a:prstDash val="solid"/>
              <a:miter/>
            </a:ln>
          </p:spPr>
          <p:txBody>
            <a:bodyPr rtlCol="0" anchor="ctr"/>
            <a:lstStyle/>
            <a:p>
              <a:endParaRPr lang="de-DE" dirty="0">
                <a:latin typeface="BarmeniaGothaer Offc" panose="020B0503020204020204" pitchFamily="34" charset="0"/>
              </a:endParaRPr>
            </a:p>
          </p:txBody>
        </p:sp>
        <p:sp>
          <p:nvSpPr>
            <p:cNvPr id="42" name="Freihandform 41">
              <a:extLst>
                <a:ext uri="{FF2B5EF4-FFF2-40B4-BE49-F238E27FC236}">
                  <a16:creationId xmlns:a16="http://schemas.microsoft.com/office/drawing/2014/main" id="{7DD08E80-73E1-D920-65C2-14F61E75A2B9}"/>
                </a:ext>
              </a:extLst>
            </p:cNvPr>
            <p:cNvSpPr/>
            <p:nvPr/>
          </p:nvSpPr>
          <p:spPr>
            <a:xfrm>
              <a:off x="1768255" y="-1865975"/>
              <a:ext cx="1032722" cy="182257"/>
            </a:xfrm>
            <a:custGeom>
              <a:avLst/>
              <a:gdLst>
                <a:gd name="connsiteX0" fmla="*/ 5023081 w 5362651"/>
                <a:gd name="connsiteY0" fmla="*/ 804316 h 946411"/>
                <a:gd name="connsiteX1" fmla="*/ 4830658 w 5362651"/>
                <a:gd name="connsiteY1" fmla="*/ 597740 h 946411"/>
                <a:gd name="connsiteX2" fmla="*/ 5023081 w 5362651"/>
                <a:gd name="connsiteY2" fmla="*/ 391162 h 946411"/>
                <a:gd name="connsiteX3" fmla="*/ 5215504 w 5362651"/>
                <a:gd name="connsiteY3" fmla="*/ 597740 h 946411"/>
                <a:gd name="connsiteX4" fmla="*/ 5023081 w 5362651"/>
                <a:gd name="connsiteY4" fmla="*/ 804316 h 946411"/>
                <a:gd name="connsiteX5" fmla="*/ 5215504 w 5362651"/>
                <a:gd name="connsiteY5" fmla="*/ 267323 h 946411"/>
                <a:gd name="connsiteX6" fmla="*/ 5215504 w 5362651"/>
                <a:gd name="connsiteY6" fmla="*/ 377070 h 946411"/>
                <a:gd name="connsiteX7" fmla="*/ 4993395 w 5362651"/>
                <a:gd name="connsiteY7" fmla="*/ 249280 h 946411"/>
                <a:gd name="connsiteX8" fmla="*/ 4678278 w 5362651"/>
                <a:gd name="connsiteY8" fmla="*/ 597846 h 946411"/>
                <a:gd name="connsiteX9" fmla="*/ 4993395 w 5362651"/>
                <a:gd name="connsiteY9" fmla="*/ 946412 h 946411"/>
                <a:gd name="connsiteX10" fmla="*/ 5215504 w 5362651"/>
                <a:gd name="connsiteY10" fmla="*/ 818622 h 946411"/>
                <a:gd name="connsiteX11" fmla="*/ 5215504 w 5362651"/>
                <a:gd name="connsiteY11" fmla="*/ 928370 h 946411"/>
                <a:gd name="connsiteX12" fmla="*/ 5362651 w 5362651"/>
                <a:gd name="connsiteY12" fmla="*/ 928370 h 946411"/>
                <a:gd name="connsiteX13" fmla="*/ 5362651 w 5362651"/>
                <a:gd name="connsiteY13" fmla="*/ 267429 h 946411"/>
                <a:gd name="connsiteX14" fmla="*/ 5215504 w 5362651"/>
                <a:gd name="connsiteY14" fmla="*/ 267429 h 946411"/>
                <a:gd name="connsiteX15" fmla="*/ 4611218 w 5362651"/>
                <a:gd name="connsiteY15" fmla="*/ 91705 h 946411"/>
                <a:gd name="connsiteX16" fmla="*/ 4519492 w 5362651"/>
                <a:gd name="connsiteY16" fmla="*/ 183411 h 946411"/>
                <a:gd name="connsiteX17" fmla="*/ 4427765 w 5362651"/>
                <a:gd name="connsiteY17" fmla="*/ 91705 h 946411"/>
                <a:gd name="connsiteX18" fmla="*/ 4519492 w 5362651"/>
                <a:gd name="connsiteY18" fmla="*/ 0 h 946411"/>
                <a:gd name="connsiteX19" fmla="*/ 4611218 w 5362651"/>
                <a:gd name="connsiteY19" fmla="*/ 91705 h 946411"/>
                <a:gd name="connsiteX20" fmla="*/ 4445918 w 5362651"/>
                <a:gd name="connsiteY20" fmla="*/ 928263 h 946411"/>
                <a:gd name="connsiteX21" fmla="*/ 4593172 w 5362651"/>
                <a:gd name="connsiteY21" fmla="*/ 928263 h 946411"/>
                <a:gd name="connsiteX22" fmla="*/ 4593172 w 5362651"/>
                <a:gd name="connsiteY22" fmla="*/ 267323 h 946411"/>
                <a:gd name="connsiteX23" fmla="*/ 4445918 w 5362651"/>
                <a:gd name="connsiteY23" fmla="*/ 267323 h 946411"/>
                <a:gd name="connsiteX24" fmla="*/ 4445918 w 5362651"/>
                <a:gd name="connsiteY24" fmla="*/ 928263 h 946411"/>
                <a:gd name="connsiteX25" fmla="*/ 3777028 w 5362651"/>
                <a:gd name="connsiteY25" fmla="*/ 928263 h 946411"/>
                <a:gd name="connsiteX26" fmla="*/ 3924176 w 5362651"/>
                <a:gd name="connsiteY26" fmla="*/ 928263 h 946411"/>
                <a:gd name="connsiteX27" fmla="*/ 3924176 w 5362651"/>
                <a:gd name="connsiteY27" fmla="*/ 535820 h 946411"/>
                <a:gd name="connsiteX28" fmla="*/ 4061071 w 5362651"/>
                <a:gd name="connsiteY28" fmla="*/ 378351 h 946411"/>
                <a:gd name="connsiteX29" fmla="*/ 4190172 w 5362651"/>
                <a:gd name="connsiteY29" fmla="*/ 524183 h 946411"/>
                <a:gd name="connsiteX30" fmla="*/ 4190172 w 5362651"/>
                <a:gd name="connsiteY30" fmla="*/ 928263 h 946411"/>
                <a:gd name="connsiteX31" fmla="*/ 4337426 w 5362651"/>
                <a:gd name="connsiteY31" fmla="*/ 928263 h 946411"/>
                <a:gd name="connsiteX32" fmla="*/ 4337426 w 5362651"/>
                <a:gd name="connsiteY32" fmla="*/ 498348 h 946411"/>
                <a:gd name="connsiteX33" fmla="*/ 4121831 w 5362651"/>
                <a:gd name="connsiteY33" fmla="*/ 249174 h 946411"/>
                <a:gd name="connsiteX34" fmla="*/ 3924282 w 5362651"/>
                <a:gd name="connsiteY34" fmla="*/ 355078 h 946411"/>
                <a:gd name="connsiteX35" fmla="*/ 3924282 w 5362651"/>
                <a:gd name="connsiteY35" fmla="*/ 267323 h 946411"/>
                <a:gd name="connsiteX36" fmla="*/ 3777135 w 5362651"/>
                <a:gd name="connsiteY36" fmla="*/ 267323 h 946411"/>
                <a:gd name="connsiteX37" fmla="*/ 3777135 w 5362651"/>
                <a:gd name="connsiteY37" fmla="*/ 928263 h 946411"/>
                <a:gd name="connsiteX38" fmla="*/ 3199865 w 5362651"/>
                <a:gd name="connsiteY38" fmla="*/ 526745 h 946411"/>
                <a:gd name="connsiteX39" fmla="*/ 3371573 w 5362651"/>
                <a:gd name="connsiteY39" fmla="*/ 383476 h 946411"/>
                <a:gd name="connsiteX40" fmla="*/ 3540717 w 5362651"/>
                <a:gd name="connsiteY40" fmla="*/ 526745 h 946411"/>
                <a:gd name="connsiteX41" fmla="*/ 3199865 w 5362651"/>
                <a:gd name="connsiteY41" fmla="*/ 526745 h 946411"/>
                <a:gd name="connsiteX42" fmla="*/ 3044923 w 5362651"/>
                <a:gd name="connsiteY42" fmla="*/ 597740 h 946411"/>
                <a:gd name="connsiteX43" fmla="*/ 3383212 w 5362651"/>
                <a:gd name="connsiteY43" fmla="*/ 946305 h 946411"/>
                <a:gd name="connsiteX44" fmla="*/ 3671206 w 5362651"/>
                <a:gd name="connsiteY44" fmla="*/ 797804 h 946411"/>
                <a:gd name="connsiteX45" fmla="*/ 3570509 w 5362651"/>
                <a:gd name="connsiteY45" fmla="*/ 712611 h 946411"/>
                <a:gd name="connsiteX46" fmla="*/ 3383318 w 5362651"/>
                <a:gd name="connsiteY46" fmla="*/ 812003 h 946411"/>
                <a:gd name="connsiteX47" fmla="*/ 3196127 w 5362651"/>
                <a:gd name="connsiteY47" fmla="*/ 645460 h 946411"/>
                <a:gd name="connsiteX48" fmla="*/ 3690640 w 5362651"/>
                <a:gd name="connsiteY48" fmla="*/ 645460 h 946411"/>
                <a:gd name="connsiteX49" fmla="*/ 3694485 w 5362651"/>
                <a:gd name="connsiteY49" fmla="*/ 591227 h 946411"/>
                <a:gd name="connsiteX50" fmla="*/ 3371679 w 5362651"/>
                <a:gd name="connsiteY50" fmla="*/ 249174 h 946411"/>
                <a:gd name="connsiteX51" fmla="*/ 3044923 w 5362651"/>
                <a:gd name="connsiteY51" fmla="*/ 597740 h 946411"/>
                <a:gd name="connsiteX52" fmla="*/ 2032511 w 5362651"/>
                <a:gd name="connsiteY52" fmla="*/ 928263 h 946411"/>
                <a:gd name="connsiteX53" fmla="*/ 2179765 w 5362651"/>
                <a:gd name="connsiteY53" fmla="*/ 928263 h 946411"/>
                <a:gd name="connsiteX54" fmla="*/ 2179765 w 5362651"/>
                <a:gd name="connsiteY54" fmla="*/ 535820 h 946411"/>
                <a:gd name="connsiteX55" fmla="*/ 2306304 w 5362651"/>
                <a:gd name="connsiteY55" fmla="*/ 378351 h 946411"/>
                <a:gd name="connsiteX56" fmla="*/ 2425153 w 5362651"/>
                <a:gd name="connsiteY56" fmla="*/ 524183 h 946411"/>
                <a:gd name="connsiteX57" fmla="*/ 2425153 w 5362651"/>
                <a:gd name="connsiteY57" fmla="*/ 928263 h 946411"/>
                <a:gd name="connsiteX58" fmla="*/ 2572300 w 5362651"/>
                <a:gd name="connsiteY58" fmla="*/ 928263 h 946411"/>
                <a:gd name="connsiteX59" fmla="*/ 2572300 w 5362651"/>
                <a:gd name="connsiteY59" fmla="*/ 521621 h 946411"/>
                <a:gd name="connsiteX60" fmla="*/ 2698839 w 5362651"/>
                <a:gd name="connsiteY60" fmla="*/ 378351 h 946411"/>
                <a:gd name="connsiteX61" fmla="*/ 2817688 w 5362651"/>
                <a:gd name="connsiteY61" fmla="*/ 524183 h 946411"/>
                <a:gd name="connsiteX62" fmla="*/ 2817688 w 5362651"/>
                <a:gd name="connsiteY62" fmla="*/ 928263 h 946411"/>
                <a:gd name="connsiteX63" fmla="*/ 2964942 w 5362651"/>
                <a:gd name="connsiteY63" fmla="*/ 928263 h 946411"/>
                <a:gd name="connsiteX64" fmla="*/ 2964942 w 5362651"/>
                <a:gd name="connsiteY64" fmla="*/ 498348 h 946411"/>
                <a:gd name="connsiteX65" fmla="*/ 2746677 w 5362651"/>
                <a:gd name="connsiteY65" fmla="*/ 249174 h 946411"/>
                <a:gd name="connsiteX66" fmla="*/ 2547847 w 5362651"/>
                <a:gd name="connsiteY66" fmla="*/ 362764 h 946411"/>
                <a:gd name="connsiteX67" fmla="*/ 2367063 w 5362651"/>
                <a:gd name="connsiteY67" fmla="*/ 249174 h 946411"/>
                <a:gd name="connsiteX68" fmla="*/ 2179872 w 5362651"/>
                <a:gd name="connsiteY68" fmla="*/ 355078 h 946411"/>
                <a:gd name="connsiteX69" fmla="*/ 2179872 w 5362651"/>
                <a:gd name="connsiteY69" fmla="*/ 267323 h 946411"/>
                <a:gd name="connsiteX70" fmla="*/ 2032618 w 5362651"/>
                <a:gd name="connsiteY70" fmla="*/ 267323 h 946411"/>
                <a:gd name="connsiteX71" fmla="*/ 2032618 w 5362651"/>
                <a:gd name="connsiteY71" fmla="*/ 928263 h 946411"/>
                <a:gd name="connsiteX72" fmla="*/ 1612854 w 5362651"/>
                <a:gd name="connsiteY72" fmla="*/ 928263 h 946411"/>
                <a:gd name="connsiteX73" fmla="*/ 1760107 w 5362651"/>
                <a:gd name="connsiteY73" fmla="*/ 928263 h 946411"/>
                <a:gd name="connsiteX74" fmla="*/ 1760107 w 5362651"/>
                <a:gd name="connsiteY74" fmla="*/ 568061 h 946411"/>
                <a:gd name="connsiteX75" fmla="*/ 1922845 w 5362651"/>
                <a:gd name="connsiteY75" fmla="*/ 408030 h 946411"/>
                <a:gd name="connsiteX76" fmla="*/ 1955093 w 5362651"/>
                <a:gd name="connsiteY76" fmla="*/ 408030 h 946411"/>
                <a:gd name="connsiteX77" fmla="*/ 1955093 w 5362651"/>
                <a:gd name="connsiteY77" fmla="*/ 255686 h 946411"/>
                <a:gd name="connsiteX78" fmla="*/ 1940891 w 5362651"/>
                <a:gd name="connsiteY78" fmla="*/ 255686 h 946411"/>
                <a:gd name="connsiteX79" fmla="*/ 1760107 w 5362651"/>
                <a:gd name="connsiteY79" fmla="*/ 387426 h 946411"/>
                <a:gd name="connsiteX80" fmla="*/ 1760107 w 5362651"/>
                <a:gd name="connsiteY80" fmla="*/ 267323 h 946411"/>
                <a:gd name="connsiteX81" fmla="*/ 1612854 w 5362651"/>
                <a:gd name="connsiteY81" fmla="*/ 267323 h 946411"/>
                <a:gd name="connsiteX82" fmla="*/ 1612854 w 5362651"/>
                <a:gd name="connsiteY82" fmla="*/ 928263 h 946411"/>
                <a:gd name="connsiteX83" fmla="*/ 1159666 w 5362651"/>
                <a:gd name="connsiteY83" fmla="*/ 804316 h 946411"/>
                <a:gd name="connsiteX84" fmla="*/ 967242 w 5362651"/>
                <a:gd name="connsiteY84" fmla="*/ 597740 h 946411"/>
                <a:gd name="connsiteX85" fmla="*/ 1159666 w 5362651"/>
                <a:gd name="connsiteY85" fmla="*/ 391162 h 946411"/>
                <a:gd name="connsiteX86" fmla="*/ 1352089 w 5362651"/>
                <a:gd name="connsiteY86" fmla="*/ 597740 h 946411"/>
                <a:gd name="connsiteX87" fmla="*/ 1159666 w 5362651"/>
                <a:gd name="connsiteY87" fmla="*/ 804316 h 946411"/>
                <a:gd name="connsiteX88" fmla="*/ 1351982 w 5362651"/>
                <a:gd name="connsiteY88" fmla="*/ 267323 h 946411"/>
                <a:gd name="connsiteX89" fmla="*/ 1351982 w 5362651"/>
                <a:gd name="connsiteY89" fmla="*/ 377070 h 946411"/>
                <a:gd name="connsiteX90" fmla="*/ 1129873 w 5362651"/>
                <a:gd name="connsiteY90" fmla="*/ 249280 h 946411"/>
                <a:gd name="connsiteX91" fmla="*/ 814756 w 5362651"/>
                <a:gd name="connsiteY91" fmla="*/ 597846 h 946411"/>
                <a:gd name="connsiteX92" fmla="*/ 1129873 w 5362651"/>
                <a:gd name="connsiteY92" fmla="*/ 946412 h 946411"/>
                <a:gd name="connsiteX93" fmla="*/ 1351982 w 5362651"/>
                <a:gd name="connsiteY93" fmla="*/ 818622 h 946411"/>
                <a:gd name="connsiteX94" fmla="*/ 1351982 w 5362651"/>
                <a:gd name="connsiteY94" fmla="*/ 928370 h 946411"/>
                <a:gd name="connsiteX95" fmla="*/ 1499129 w 5362651"/>
                <a:gd name="connsiteY95" fmla="*/ 928370 h 946411"/>
                <a:gd name="connsiteX96" fmla="*/ 1499129 w 5362651"/>
                <a:gd name="connsiteY96" fmla="*/ 267429 h 946411"/>
                <a:gd name="connsiteX97" fmla="*/ 1351982 w 5362651"/>
                <a:gd name="connsiteY97" fmla="*/ 267429 h 946411"/>
                <a:gd name="connsiteX98" fmla="*/ 418376 w 5362651"/>
                <a:gd name="connsiteY98" fmla="*/ 386038 h 946411"/>
                <a:gd name="connsiteX99" fmla="*/ 167863 w 5362651"/>
                <a:gd name="connsiteY99" fmla="*/ 386038 h 946411"/>
                <a:gd name="connsiteX100" fmla="*/ 167863 w 5362651"/>
                <a:gd name="connsiteY100" fmla="*/ 176898 h 946411"/>
                <a:gd name="connsiteX101" fmla="*/ 418376 w 5362651"/>
                <a:gd name="connsiteY101" fmla="*/ 176898 h 946411"/>
                <a:gd name="connsiteX102" fmla="*/ 544915 w 5362651"/>
                <a:gd name="connsiteY102" fmla="*/ 281415 h 946411"/>
                <a:gd name="connsiteX103" fmla="*/ 418376 w 5362651"/>
                <a:gd name="connsiteY103" fmla="*/ 386038 h 946411"/>
                <a:gd name="connsiteX104" fmla="*/ 426172 w 5362651"/>
                <a:gd name="connsiteY104" fmla="*/ 775919 h 946411"/>
                <a:gd name="connsiteX105" fmla="*/ 167863 w 5362651"/>
                <a:gd name="connsiteY105" fmla="*/ 775919 h 946411"/>
                <a:gd name="connsiteX106" fmla="*/ 167863 w 5362651"/>
                <a:gd name="connsiteY106" fmla="*/ 538382 h 946411"/>
                <a:gd name="connsiteX107" fmla="*/ 426172 w 5362651"/>
                <a:gd name="connsiteY107" fmla="*/ 538382 h 946411"/>
                <a:gd name="connsiteX108" fmla="*/ 566912 w 5362651"/>
                <a:gd name="connsiteY108" fmla="*/ 657204 h 946411"/>
                <a:gd name="connsiteX109" fmla="*/ 426172 w 5362651"/>
                <a:gd name="connsiteY109" fmla="*/ 776026 h 946411"/>
                <a:gd name="connsiteX110" fmla="*/ 0 w 5362651"/>
                <a:gd name="connsiteY110" fmla="*/ 928263 h 946411"/>
                <a:gd name="connsiteX111" fmla="*/ 445500 w 5362651"/>
                <a:gd name="connsiteY111" fmla="*/ 928263 h 946411"/>
                <a:gd name="connsiteX112" fmla="*/ 742464 w 5362651"/>
                <a:gd name="connsiteY112" fmla="*/ 673965 h 946411"/>
                <a:gd name="connsiteX113" fmla="*/ 584959 w 5362651"/>
                <a:gd name="connsiteY113" fmla="*/ 458420 h 946411"/>
                <a:gd name="connsiteX114" fmla="*/ 720573 w 5362651"/>
                <a:gd name="connsiteY114" fmla="*/ 259636 h 946411"/>
                <a:gd name="connsiteX115" fmla="*/ 441656 w 5362651"/>
                <a:gd name="connsiteY115" fmla="*/ 24661 h 946411"/>
                <a:gd name="connsiteX116" fmla="*/ 0 w 5362651"/>
                <a:gd name="connsiteY116" fmla="*/ 24661 h 946411"/>
                <a:gd name="connsiteX117" fmla="*/ 0 w 5362651"/>
                <a:gd name="connsiteY117" fmla="*/ 928370 h 94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5362651" h="946411">
                  <a:moveTo>
                    <a:pt x="5023081" y="804316"/>
                  </a:moveTo>
                  <a:cubicBezTo>
                    <a:pt x="4912026" y="804316"/>
                    <a:pt x="4830658" y="716561"/>
                    <a:pt x="4830658" y="597740"/>
                  </a:cubicBezTo>
                  <a:cubicBezTo>
                    <a:pt x="4830658" y="478918"/>
                    <a:pt x="4912026" y="391162"/>
                    <a:pt x="5023081" y="391162"/>
                  </a:cubicBezTo>
                  <a:cubicBezTo>
                    <a:pt x="5134136" y="391162"/>
                    <a:pt x="5215504" y="478918"/>
                    <a:pt x="5215504" y="597740"/>
                  </a:cubicBezTo>
                  <a:cubicBezTo>
                    <a:pt x="5215504" y="716561"/>
                    <a:pt x="5134136" y="804316"/>
                    <a:pt x="5023081" y="804316"/>
                  </a:cubicBezTo>
                  <a:moveTo>
                    <a:pt x="5215504" y="267323"/>
                  </a:moveTo>
                  <a:lnTo>
                    <a:pt x="5215504" y="377070"/>
                  </a:lnTo>
                  <a:cubicBezTo>
                    <a:pt x="5171616" y="293158"/>
                    <a:pt x="5095373" y="249280"/>
                    <a:pt x="4993395" y="249280"/>
                  </a:cubicBezTo>
                  <a:cubicBezTo>
                    <a:pt x="4820407" y="249280"/>
                    <a:pt x="4678278" y="395112"/>
                    <a:pt x="4678278" y="597846"/>
                  </a:cubicBezTo>
                  <a:cubicBezTo>
                    <a:pt x="4678278" y="800580"/>
                    <a:pt x="4820300" y="946412"/>
                    <a:pt x="4993395" y="946412"/>
                  </a:cubicBezTo>
                  <a:cubicBezTo>
                    <a:pt x="5095373" y="946412"/>
                    <a:pt x="5171616" y="902534"/>
                    <a:pt x="5215504" y="818622"/>
                  </a:cubicBezTo>
                  <a:lnTo>
                    <a:pt x="5215504" y="928370"/>
                  </a:lnTo>
                  <a:lnTo>
                    <a:pt x="5362651" y="928370"/>
                  </a:lnTo>
                  <a:lnTo>
                    <a:pt x="5362651" y="267429"/>
                  </a:lnTo>
                  <a:lnTo>
                    <a:pt x="5215504" y="267429"/>
                  </a:lnTo>
                  <a:close/>
                  <a:moveTo>
                    <a:pt x="4611218" y="91705"/>
                  </a:moveTo>
                  <a:cubicBezTo>
                    <a:pt x="4611218" y="142095"/>
                    <a:pt x="4569893" y="183411"/>
                    <a:pt x="4519492" y="183411"/>
                  </a:cubicBezTo>
                  <a:cubicBezTo>
                    <a:pt x="4469090" y="183411"/>
                    <a:pt x="4427765" y="142095"/>
                    <a:pt x="4427765" y="91705"/>
                  </a:cubicBezTo>
                  <a:cubicBezTo>
                    <a:pt x="4427765" y="41315"/>
                    <a:pt x="4469090" y="0"/>
                    <a:pt x="4519492" y="0"/>
                  </a:cubicBezTo>
                  <a:cubicBezTo>
                    <a:pt x="4569893" y="0"/>
                    <a:pt x="4611218" y="41315"/>
                    <a:pt x="4611218" y="91705"/>
                  </a:cubicBezTo>
                  <a:moveTo>
                    <a:pt x="4445918" y="928263"/>
                  </a:moveTo>
                  <a:lnTo>
                    <a:pt x="4593172" y="928263"/>
                  </a:lnTo>
                  <a:lnTo>
                    <a:pt x="4593172" y="267323"/>
                  </a:lnTo>
                  <a:lnTo>
                    <a:pt x="4445918" y="267323"/>
                  </a:lnTo>
                  <a:lnTo>
                    <a:pt x="4445918" y="928263"/>
                  </a:lnTo>
                  <a:close/>
                  <a:moveTo>
                    <a:pt x="3777028" y="928263"/>
                  </a:moveTo>
                  <a:lnTo>
                    <a:pt x="3924176" y="928263"/>
                  </a:lnTo>
                  <a:lnTo>
                    <a:pt x="3924176" y="535820"/>
                  </a:lnTo>
                  <a:cubicBezTo>
                    <a:pt x="3924176" y="433866"/>
                    <a:pt x="3978421" y="378351"/>
                    <a:pt x="4061071" y="378351"/>
                  </a:cubicBezTo>
                  <a:cubicBezTo>
                    <a:pt x="4143722" y="378351"/>
                    <a:pt x="4190172" y="433866"/>
                    <a:pt x="4190172" y="524183"/>
                  </a:cubicBezTo>
                  <a:lnTo>
                    <a:pt x="4190172" y="928263"/>
                  </a:lnTo>
                  <a:lnTo>
                    <a:pt x="4337426" y="928263"/>
                  </a:lnTo>
                  <a:lnTo>
                    <a:pt x="4337426" y="498348"/>
                  </a:lnTo>
                  <a:cubicBezTo>
                    <a:pt x="4337426" y="327961"/>
                    <a:pt x="4245700" y="249174"/>
                    <a:pt x="4121831" y="249174"/>
                  </a:cubicBezTo>
                  <a:cubicBezTo>
                    <a:pt x="4019853" y="249174"/>
                    <a:pt x="3952686" y="299563"/>
                    <a:pt x="3924282" y="355078"/>
                  </a:cubicBezTo>
                  <a:lnTo>
                    <a:pt x="3924282" y="267323"/>
                  </a:lnTo>
                  <a:lnTo>
                    <a:pt x="3777135" y="267323"/>
                  </a:lnTo>
                  <a:lnTo>
                    <a:pt x="3777135" y="928263"/>
                  </a:lnTo>
                  <a:close/>
                  <a:moveTo>
                    <a:pt x="3199865" y="526745"/>
                  </a:moveTo>
                  <a:cubicBezTo>
                    <a:pt x="3220474" y="437709"/>
                    <a:pt x="3283796" y="383476"/>
                    <a:pt x="3371573" y="383476"/>
                  </a:cubicBezTo>
                  <a:cubicBezTo>
                    <a:pt x="3454223" y="383476"/>
                    <a:pt x="3521389" y="432584"/>
                    <a:pt x="3540717" y="526745"/>
                  </a:cubicBezTo>
                  <a:lnTo>
                    <a:pt x="3199865" y="526745"/>
                  </a:lnTo>
                  <a:close/>
                  <a:moveTo>
                    <a:pt x="3044923" y="597740"/>
                  </a:moveTo>
                  <a:cubicBezTo>
                    <a:pt x="3044923" y="799085"/>
                    <a:pt x="3188225" y="946305"/>
                    <a:pt x="3383212" y="946305"/>
                  </a:cubicBezTo>
                  <a:cubicBezTo>
                    <a:pt x="3503343" y="946305"/>
                    <a:pt x="3616960" y="886948"/>
                    <a:pt x="3671206" y="797804"/>
                  </a:cubicBezTo>
                  <a:lnTo>
                    <a:pt x="3570509" y="712611"/>
                  </a:lnTo>
                  <a:cubicBezTo>
                    <a:pt x="3533029" y="774531"/>
                    <a:pt x="3463299" y="812003"/>
                    <a:pt x="3383318" y="812003"/>
                  </a:cubicBezTo>
                  <a:cubicBezTo>
                    <a:pt x="3286466" y="812003"/>
                    <a:pt x="3214174" y="746133"/>
                    <a:pt x="3196127" y="645460"/>
                  </a:cubicBezTo>
                  <a:lnTo>
                    <a:pt x="3690640" y="645460"/>
                  </a:lnTo>
                  <a:cubicBezTo>
                    <a:pt x="3693203" y="628699"/>
                    <a:pt x="3694485" y="609269"/>
                    <a:pt x="3694485" y="591227"/>
                  </a:cubicBezTo>
                  <a:cubicBezTo>
                    <a:pt x="3694485" y="401411"/>
                    <a:pt x="3565384" y="249174"/>
                    <a:pt x="3371679" y="249174"/>
                  </a:cubicBezTo>
                  <a:cubicBezTo>
                    <a:pt x="3177975" y="249174"/>
                    <a:pt x="3044923" y="396286"/>
                    <a:pt x="3044923" y="597740"/>
                  </a:cubicBezTo>
                  <a:moveTo>
                    <a:pt x="2032511" y="928263"/>
                  </a:moveTo>
                  <a:lnTo>
                    <a:pt x="2179765" y="928263"/>
                  </a:lnTo>
                  <a:lnTo>
                    <a:pt x="2179765" y="535820"/>
                  </a:lnTo>
                  <a:cubicBezTo>
                    <a:pt x="2179765" y="433866"/>
                    <a:pt x="2230167" y="378351"/>
                    <a:pt x="2306304" y="378351"/>
                  </a:cubicBezTo>
                  <a:cubicBezTo>
                    <a:pt x="2382440" y="378351"/>
                    <a:pt x="2425153" y="433866"/>
                    <a:pt x="2425153" y="524183"/>
                  </a:cubicBezTo>
                  <a:lnTo>
                    <a:pt x="2425153" y="928263"/>
                  </a:lnTo>
                  <a:lnTo>
                    <a:pt x="2572300" y="928263"/>
                  </a:lnTo>
                  <a:lnTo>
                    <a:pt x="2572300" y="521621"/>
                  </a:lnTo>
                  <a:cubicBezTo>
                    <a:pt x="2572300" y="433866"/>
                    <a:pt x="2622702" y="378351"/>
                    <a:pt x="2698839" y="378351"/>
                  </a:cubicBezTo>
                  <a:cubicBezTo>
                    <a:pt x="2774974" y="378351"/>
                    <a:pt x="2817688" y="433866"/>
                    <a:pt x="2817688" y="524183"/>
                  </a:cubicBezTo>
                  <a:lnTo>
                    <a:pt x="2817688" y="928263"/>
                  </a:lnTo>
                  <a:lnTo>
                    <a:pt x="2964942" y="928263"/>
                  </a:lnTo>
                  <a:lnTo>
                    <a:pt x="2964942" y="498348"/>
                  </a:lnTo>
                  <a:cubicBezTo>
                    <a:pt x="2964942" y="327961"/>
                    <a:pt x="2877166" y="249174"/>
                    <a:pt x="2746677" y="249174"/>
                  </a:cubicBezTo>
                  <a:cubicBezTo>
                    <a:pt x="2658901" y="249174"/>
                    <a:pt x="2590453" y="287927"/>
                    <a:pt x="2547847" y="362764"/>
                  </a:cubicBezTo>
                  <a:cubicBezTo>
                    <a:pt x="2513036" y="285258"/>
                    <a:pt x="2447151" y="249174"/>
                    <a:pt x="2367063" y="249174"/>
                  </a:cubicBezTo>
                  <a:cubicBezTo>
                    <a:pt x="2271492" y="249174"/>
                    <a:pt x="2208277" y="299563"/>
                    <a:pt x="2179872" y="355078"/>
                  </a:cubicBezTo>
                  <a:lnTo>
                    <a:pt x="2179872" y="267323"/>
                  </a:lnTo>
                  <a:lnTo>
                    <a:pt x="2032618" y="267323"/>
                  </a:lnTo>
                  <a:lnTo>
                    <a:pt x="2032618" y="928263"/>
                  </a:lnTo>
                  <a:close/>
                  <a:moveTo>
                    <a:pt x="1612854" y="928263"/>
                  </a:moveTo>
                  <a:lnTo>
                    <a:pt x="1760107" y="928263"/>
                  </a:lnTo>
                  <a:lnTo>
                    <a:pt x="1760107" y="568061"/>
                  </a:lnTo>
                  <a:cubicBezTo>
                    <a:pt x="1760107" y="458313"/>
                    <a:pt x="1806558" y="408030"/>
                    <a:pt x="1922845" y="408030"/>
                  </a:cubicBezTo>
                  <a:lnTo>
                    <a:pt x="1955093" y="408030"/>
                  </a:lnTo>
                  <a:lnTo>
                    <a:pt x="1955093" y="255686"/>
                  </a:lnTo>
                  <a:lnTo>
                    <a:pt x="1940891" y="255686"/>
                  </a:lnTo>
                  <a:cubicBezTo>
                    <a:pt x="1844039" y="255686"/>
                    <a:pt x="1780823" y="309919"/>
                    <a:pt x="1760107" y="387426"/>
                  </a:cubicBezTo>
                  <a:lnTo>
                    <a:pt x="1760107" y="267323"/>
                  </a:lnTo>
                  <a:lnTo>
                    <a:pt x="1612854" y="267323"/>
                  </a:lnTo>
                  <a:lnTo>
                    <a:pt x="1612854" y="928263"/>
                  </a:lnTo>
                  <a:close/>
                  <a:moveTo>
                    <a:pt x="1159666" y="804316"/>
                  </a:moveTo>
                  <a:cubicBezTo>
                    <a:pt x="1048611" y="804316"/>
                    <a:pt x="967242" y="716561"/>
                    <a:pt x="967242" y="597740"/>
                  </a:cubicBezTo>
                  <a:cubicBezTo>
                    <a:pt x="967242" y="478918"/>
                    <a:pt x="1048611" y="391162"/>
                    <a:pt x="1159666" y="391162"/>
                  </a:cubicBezTo>
                  <a:cubicBezTo>
                    <a:pt x="1270720" y="391162"/>
                    <a:pt x="1352089" y="478918"/>
                    <a:pt x="1352089" y="597740"/>
                  </a:cubicBezTo>
                  <a:cubicBezTo>
                    <a:pt x="1352089" y="716561"/>
                    <a:pt x="1270720" y="804316"/>
                    <a:pt x="1159666" y="804316"/>
                  </a:cubicBezTo>
                  <a:moveTo>
                    <a:pt x="1351982" y="267323"/>
                  </a:moveTo>
                  <a:lnTo>
                    <a:pt x="1351982" y="377070"/>
                  </a:lnTo>
                  <a:cubicBezTo>
                    <a:pt x="1308094" y="293158"/>
                    <a:pt x="1231851" y="249280"/>
                    <a:pt x="1129873" y="249280"/>
                  </a:cubicBezTo>
                  <a:cubicBezTo>
                    <a:pt x="956885" y="249280"/>
                    <a:pt x="814756" y="395112"/>
                    <a:pt x="814756" y="597846"/>
                  </a:cubicBezTo>
                  <a:cubicBezTo>
                    <a:pt x="814756" y="800580"/>
                    <a:pt x="956778" y="946412"/>
                    <a:pt x="1129873" y="946412"/>
                  </a:cubicBezTo>
                  <a:cubicBezTo>
                    <a:pt x="1231851" y="946412"/>
                    <a:pt x="1308094" y="902534"/>
                    <a:pt x="1351982" y="818622"/>
                  </a:cubicBezTo>
                  <a:lnTo>
                    <a:pt x="1351982" y="928370"/>
                  </a:lnTo>
                  <a:lnTo>
                    <a:pt x="1499129" y="928370"/>
                  </a:lnTo>
                  <a:lnTo>
                    <a:pt x="1499129" y="267429"/>
                  </a:lnTo>
                  <a:lnTo>
                    <a:pt x="1351982" y="267429"/>
                  </a:lnTo>
                  <a:close/>
                  <a:moveTo>
                    <a:pt x="418376" y="386038"/>
                  </a:moveTo>
                  <a:lnTo>
                    <a:pt x="167863" y="386038"/>
                  </a:lnTo>
                  <a:lnTo>
                    <a:pt x="167863" y="176898"/>
                  </a:lnTo>
                  <a:lnTo>
                    <a:pt x="418376" y="176898"/>
                  </a:lnTo>
                  <a:cubicBezTo>
                    <a:pt x="498464" y="176898"/>
                    <a:pt x="544915" y="215652"/>
                    <a:pt x="544915" y="281415"/>
                  </a:cubicBezTo>
                  <a:cubicBezTo>
                    <a:pt x="544915" y="347178"/>
                    <a:pt x="498464" y="386038"/>
                    <a:pt x="418376" y="386038"/>
                  </a:cubicBezTo>
                  <a:moveTo>
                    <a:pt x="426172" y="775919"/>
                  </a:moveTo>
                  <a:lnTo>
                    <a:pt x="167863" y="775919"/>
                  </a:lnTo>
                  <a:lnTo>
                    <a:pt x="167863" y="538382"/>
                  </a:lnTo>
                  <a:lnTo>
                    <a:pt x="426172" y="538382"/>
                  </a:lnTo>
                  <a:cubicBezTo>
                    <a:pt x="515229" y="538382"/>
                    <a:pt x="566912" y="582259"/>
                    <a:pt x="566912" y="657204"/>
                  </a:cubicBezTo>
                  <a:cubicBezTo>
                    <a:pt x="566912" y="732148"/>
                    <a:pt x="515229" y="776026"/>
                    <a:pt x="426172" y="776026"/>
                  </a:cubicBezTo>
                  <a:moveTo>
                    <a:pt x="0" y="928263"/>
                  </a:moveTo>
                  <a:lnTo>
                    <a:pt x="445500" y="928263"/>
                  </a:lnTo>
                  <a:cubicBezTo>
                    <a:pt x="632690" y="928263"/>
                    <a:pt x="742464" y="833995"/>
                    <a:pt x="742464" y="673965"/>
                  </a:cubicBezTo>
                  <a:cubicBezTo>
                    <a:pt x="742464" y="564217"/>
                    <a:pt x="681811" y="490661"/>
                    <a:pt x="584959" y="458420"/>
                  </a:cubicBezTo>
                  <a:cubicBezTo>
                    <a:pt x="668890" y="426179"/>
                    <a:pt x="720573" y="351235"/>
                    <a:pt x="720573" y="259636"/>
                  </a:cubicBezTo>
                  <a:cubicBezTo>
                    <a:pt x="720573" y="112416"/>
                    <a:pt x="617314" y="24661"/>
                    <a:pt x="441656" y="24661"/>
                  </a:cubicBezTo>
                  <a:lnTo>
                    <a:pt x="0" y="24661"/>
                  </a:lnTo>
                  <a:lnTo>
                    <a:pt x="0" y="928370"/>
                  </a:lnTo>
                  <a:close/>
                </a:path>
              </a:pathLst>
            </a:custGeom>
            <a:solidFill>
              <a:srgbClr val="FFFFFF"/>
            </a:solidFill>
            <a:ln w="10675" cap="flat">
              <a:noFill/>
              <a:prstDash val="solid"/>
              <a:miter/>
            </a:ln>
          </p:spPr>
          <p:txBody>
            <a:bodyPr rtlCol="0" anchor="ctr"/>
            <a:lstStyle/>
            <a:p>
              <a:endParaRPr lang="de-DE" dirty="0">
                <a:latin typeface="BarmeniaGothaer Offc" panose="020B0503020204020204" pitchFamily="34" charset="0"/>
              </a:endParaRPr>
            </a:p>
          </p:txBody>
        </p:sp>
      </p:grpSp>
      <p:sp>
        <p:nvSpPr>
          <p:cNvPr id="7" name="Textplatzhalter 10">
            <a:extLst>
              <a:ext uri="{FF2B5EF4-FFF2-40B4-BE49-F238E27FC236}">
                <a16:creationId xmlns:a16="http://schemas.microsoft.com/office/drawing/2014/main" id="{B2284F4F-60E7-2244-A145-FC36FD120F36}"/>
              </a:ext>
            </a:extLst>
          </p:cNvPr>
          <p:cNvSpPr>
            <a:spLocks noGrp="1"/>
          </p:cNvSpPr>
          <p:nvPr>
            <p:ph type="body" sz="quarter" idx="36" hasCustomPrompt="1"/>
          </p:nvPr>
        </p:nvSpPr>
        <p:spPr>
          <a:xfrm>
            <a:off x="403763" y="4105723"/>
            <a:ext cx="4420965" cy="2120143"/>
          </a:xfrm>
        </p:spPr>
        <p:txBody>
          <a:bodyPr anchor="b">
            <a:normAutofit/>
          </a:bodyPr>
          <a:lstStyle>
            <a:lvl1pPr>
              <a:lnSpc>
                <a:spcPct val="90000"/>
              </a:lnSpc>
              <a:spcBef>
                <a:spcPts val="0"/>
              </a:spcBef>
              <a:spcAft>
                <a:spcPts val="0"/>
              </a:spcAft>
              <a:defRPr sz="8000">
                <a:latin typeface="BarmeniaGothaer Offc Medium" panose="020B0603020204020204" pitchFamily="34" charset="0"/>
              </a:defRPr>
            </a:lvl1pPr>
          </a:lstStyle>
          <a:p>
            <a:pPr lvl="0"/>
            <a:r>
              <a:rPr lang="de-DE" dirty="0"/>
              <a:t>Inhalt</a:t>
            </a:r>
          </a:p>
        </p:txBody>
      </p:sp>
    </p:spTree>
    <p:extLst>
      <p:ext uri="{BB962C8B-B14F-4D97-AF65-F5344CB8AC3E}">
        <p14:creationId xmlns:p14="http://schemas.microsoft.com/office/powerpoint/2010/main" val="4126285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3er">
    <p:spTree>
      <p:nvGrpSpPr>
        <p:cNvPr id="1" name=""/>
        <p:cNvGrpSpPr/>
        <p:nvPr/>
      </p:nvGrpSpPr>
      <p:grpSpPr>
        <a:xfrm>
          <a:off x="0" y="0"/>
          <a:ext cx="0" cy="0"/>
          <a:chOff x="0" y="0"/>
          <a:chExt cx="0" cy="0"/>
        </a:xfrm>
      </p:grpSpPr>
      <p:sp>
        <p:nvSpPr>
          <p:cNvPr id="14" name="Textplatzhalter 10">
            <a:extLst>
              <a:ext uri="{FF2B5EF4-FFF2-40B4-BE49-F238E27FC236}">
                <a16:creationId xmlns:a16="http://schemas.microsoft.com/office/drawing/2014/main" id="{12B6B93A-C189-2DD1-9EEF-5E876AF3E5EE}"/>
              </a:ext>
            </a:extLst>
          </p:cNvPr>
          <p:cNvSpPr>
            <a:spLocks noGrp="1"/>
          </p:cNvSpPr>
          <p:nvPr>
            <p:ph type="body" sz="quarter" idx="28" hasCustomPrompt="1"/>
          </p:nvPr>
        </p:nvSpPr>
        <p:spPr>
          <a:xfrm>
            <a:off x="6096000" y="3741674"/>
            <a:ext cx="5616575" cy="387798"/>
          </a:xfrm>
        </p:spPr>
        <p:txBody>
          <a:bodyPr/>
          <a:lstStyle>
            <a:lvl1pPr>
              <a:lnSpc>
                <a:spcPct val="90000"/>
              </a:lnSpc>
              <a:defRPr sz="2800">
                <a:latin typeface="BarmeniaGothaer Offc Medium" panose="020B0603020204020204" pitchFamily="34" charset="0"/>
              </a:defRPr>
            </a:lvl1pPr>
          </a:lstStyle>
          <a:p>
            <a:pPr lvl="0"/>
            <a:r>
              <a:rPr lang="de-DE" dirty="0"/>
              <a:t>Kapitelname</a:t>
            </a:r>
          </a:p>
        </p:txBody>
      </p:sp>
      <p:sp>
        <p:nvSpPr>
          <p:cNvPr id="15" name="Textplatzhalter 2">
            <a:extLst>
              <a:ext uri="{FF2B5EF4-FFF2-40B4-BE49-F238E27FC236}">
                <a16:creationId xmlns:a16="http://schemas.microsoft.com/office/drawing/2014/main" id="{24FE9924-5511-B1BE-6FC6-E97E077D2E18}"/>
              </a:ext>
            </a:extLst>
          </p:cNvPr>
          <p:cNvSpPr>
            <a:spLocks noGrp="1"/>
          </p:cNvSpPr>
          <p:nvPr>
            <p:ph type="body" sz="quarter" idx="29" hasCustomPrompt="1"/>
          </p:nvPr>
        </p:nvSpPr>
        <p:spPr>
          <a:xfrm>
            <a:off x="6096000" y="327882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02</a:t>
            </a:r>
          </a:p>
        </p:txBody>
      </p:sp>
      <p:sp>
        <p:nvSpPr>
          <p:cNvPr id="18" name="Textplatzhalter 10">
            <a:extLst>
              <a:ext uri="{FF2B5EF4-FFF2-40B4-BE49-F238E27FC236}">
                <a16:creationId xmlns:a16="http://schemas.microsoft.com/office/drawing/2014/main" id="{74B15F21-8A02-B3D8-EE6A-E633C09986E0}"/>
              </a:ext>
            </a:extLst>
          </p:cNvPr>
          <p:cNvSpPr>
            <a:spLocks noGrp="1"/>
          </p:cNvSpPr>
          <p:nvPr>
            <p:ph type="body" sz="quarter" idx="32" hasCustomPrompt="1"/>
          </p:nvPr>
        </p:nvSpPr>
        <p:spPr>
          <a:xfrm>
            <a:off x="6096000" y="5255514"/>
            <a:ext cx="5616575" cy="387798"/>
          </a:xfrm>
        </p:spPr>
        <p:txBody>
          <a:bodyPr/>
          <a:lstStyle>
            <a:lvl1pPr>
              <a:lnSpc>
                <a:spcPct val="90000"/>
              </a:lnSpc>
              <a:defRPr sz="2800">
                <a:latin typeface="BarmeniaGothaer Offc Medium" panose="020B0603020204020204" pitchFamily="34" charset="0"/>
              </a:defRPr>
            </a:lvl1pPr>
          </a:lstStyle>
          <a:p>
            <a:pPr lvl="0"/>
            <a:r>
              <a:rPr lang="de-DE" dirty="0"/>
              <a:t>Kapitelname</a:t>
            </a:r>
          </a:p>
        </p:txBody>
      </p:sp>
      <p:sp>
        <p:nvSpPr>
          <p:cNvPr id="19" name="Textplatzhalter 2">
            <a:extLst>
              <a:ext uri="{FF2B5EF4-FFF2-40B4-BE49-F238E27FC236}">
                <a16:creationId xmlns:a16="http://schemas.microsoft.com/office/drawing/2014/main" id="{A1058F2E-871E-2C32-7224-88C3D67CFE6D}"/>
              </a:ext>
            </a:extLst>
          </p:cNvPr>
          <p:cNvSpPr>
            <a:spLocks noGrp="1"/>
          </p:cNvSpPr>
          <p:nvPr>
            <p:ph type="body" sz="quarter" idx="33" hasCustomPrompt="1"/>
          </p:nvPr>
        </p:nvSpPr>
        <p:spPr>
          <a:xfrm>
            <a:off x="6096000" y="4792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03</a:t>
            </a:r>
          </a:p>
        </p:txBody>
      </p:sp>
      <p:sp>
        <p:nvSpPr>
          <p:cNvPr id="11" name="Textplatzhalter 10">
            <a:extLst>
              <a:ext uri="{FF2B5EF4-FFF2-40B4-BE49-F238E27FC236}">
                <a16:creationId xmlns:a16="http://schemas.microsoft.com/office/drawing/2014/main" id="{11FF94DD-0293-699F-57B3-E989B74CAD94}"/>
              </a:ext>
            </a:extLst>
          </p:cNvPr>
          <p:cNvSpPr>
            <a:spLocks noGrp="1"/>
          </p:cNvSpPr>
          <p:nvPr>
            <p:ph type="body" sz="quarter" idx="25" hasCustomPrompt="1"/>
          </p:nvPr>
        </p:nvSpPr>
        <p:spPr>
          <a:xfrm>
            <a:off x="6096000" y="2207514"/>
            <a:ext cx="5616575" cy="387798"/>
          </a:xfrm>
        </p:spPr>
        <p:txBody>
          <a:bodyPr/>
          <a:lstStyle>
            <a:lvl1pPr>
              <a:lnSpc>
                <a:spcPct val="90000"/>
              </a:lnSpc>
              <a:defRPr sz="2800">
                <a:latin typeface="BarmeniaGothaer Offc Medium" panose="020B0603020204020204" pitchFamily="34" charset="0"/>
              </a:defRPr>
            </a:lvl1pPr>
          </a:lstStyle>
          <a:p>
            <a:pPr lvl="0"/>
            <a:r>
              <a:rPr lang="de-DE" dirty="0"/>
              <a:t>Kapitelname</a:t>
            </a:r>
          </a:p>
        </p:txBody>
      </p:sp>
      <p:sp>
        <p:nvSpPr>
          <p:cNvPr id="3" name="Textplatzhalter 2">
            <a:extLst>
              <a:ext uri="{FF2B5EF4-FFF2-40B4-BE49-F238E27FC236}">
                <a16:creationId xmlns:a16="http://schemas.microsoft.com/office/drawing/2014/main" id="{2316501A-6FFE-0EDD-00EE-26FA036E93B1}"/>
              </a:ext>
            </a:extLst>
          </p:cNvPr>
          <p:cNvSpPr>
            <a:spLocks noGrp="1"/>
          </p:cNvSpPr>
          <p:nvPr>
            <p:ph type="body" sz="quarter" idx="24" hasCustomPrompt="1"/>
          </p:nvPr>
        </p:nvSpPr>
        <p:spPr>
          <a:xfrm>
            <a:off x="6096000" y="1744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01</a:t>
            </a: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4816DF0A-5E41-5541-AB91-163EE5CE3B1D}"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56" name="Freihandform 55">
            <a:extLst>
              <a:ext uri="{FF2B5EF4-FFF2-40B4-BE49-F238E27FC236}">
                <a16:creationId xmlns:a16="http://schemas.microsoft.com/office/drawing/2014/main" id="{20D8424F-BF79-7ED8-1E37-EBD02EDDC185}"/>
              </a:ext>
            </a:extLst>
          </p:cNvPr>
          <p:cNvSpPr/>
          <p:nvPr/>
        </p:nvSpPr>
        <p:spPr>
          <a:xfrm rot="20098344">
            <a:off x="85046" y="-1877645"/>
            <a:ext cx="8740889" cy="3910157"/>
          </a:xfrm>
          <a:custGeom>
            <a:avLst/>
            <a:gdLst>
              <a:gd name="connsiteX0" fmla="*/ 366065 w 8740889"/>
              <a:gd name="connsiteY0" fmla="*/ 0 h 3910157"/>
              <a:gd name="connsiteX1" fmla="*/ 8740889 w 8740889"/>
              <a:gd name="connsiteY1" fmla="*/ 3910157 h 3910157"/>
              <a:gd name="connsiteX2" fmla="*/ 273048 w 8740889"/>
              <a:gd name="connsiteY2" fmla="*/ 3910157 h 3910157"/>
              <a:gd name="connsiteX3" fmla="*/ 0 w 8740889"/>
              <a:gd name="connsiteY3" fmla="*/ 3637109 h 3910157"/>
              <a:gd name="connsiteX4" fmla="*/ 0 w 8740889"/>
              <a:gd name="connsiteY4" fmla="*/ 784042 h 39101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40889" h="3910157">
                <a:moveTo>
                  <a:pt x="366065" y="0"/>
                </a:moveTo>
                <a:lnTo>
                  <a:pt x="8740889" y="3910157"/>
                </a:lnTo>
                <a:lnTo>
                  <a:pt x="273048" y="3910157"/>
                </a:lnTo>
                <a:cubicBezTo>
                  <a:pt x="122247" y="3910157"/>
                  <a:pt x="0" y="3787909"/>
                  <a:pt x="0" y="3637109"/>
                </a:cubicBezTo>
                <a:lnTo>
                  <a:pt x="0" y="784042"/>
                </a:lnTo>
                <a:close/>
              </a:path>
            </a:pathLst>
          </a:custGeom>
          <a:solidFill>
            <a:schemeClr val="accent4"/>
          </a:solidFill>
          <a:ln w="6350" cap="flat">
            <a:noFill/>
            <a:prstDash val="solid"/>
            <a:miter/>
          </a:ln>
        </p:spPr>
        <p:txBody>
          <a:bodyPr rtlCol="0" anchor="ctr"/>
          <a:lstStyle/>
          <a:p>
            <a:endParaRPr lang="de-DE" dirty="0">
              <a:latin typeface="BarmeniaGothaer Offc" panose="020B0503020204020204" pitchFamily="34" charset="0"/>
            </a:endParaRPr>
          </a:p>
        </p:txBody>
      </p:sp>
      <p:sp>
        <p:nvSpPr>
          <p:cNvPr id="54" name="Freihandform 53">
            <a:extLst>
              <a:ext uri="{FF2B5EF4-FFF2-40B4-BE49-F238E27FC236}">
                <a16:creationId xmlns:a16="http://schemas.microsoft.com/office/drawing/2014/main" id="{821D489C-8A10-FAD0-7FAF-926CB376F23F}"/>
              </a:ext>
            </a:extLst>
          </p:cNvPr>
          <p:cNvSpPr/>
          <p:nvPr/>
        </p:nvSpPr>
        <p:spPr>
          <a:xfrm rot="19858879">
            <a:off x="-191643" y="-1763385"/>
            <a:ext cx="7746587" cy="3886236"/>
          </a:xfrm>
          <a:custGeom>
            <a:avLst/>
            <a:gdLst>
              <a:gd name="connsiteX0" fmla="*/ 741019 w 7746587"/>
              <a:gd name="connsiteY0" fmla="*/ 0 h 3886236"/>
              <a:gd name="connsiteX1" fmla="*/ 7746587 w 7746587"/>
              <a:gd name="connsiteY1" fmla="*/ 3886236 h 3886236"/>
              <a:gd name="connsiteX2" fmla="*/ 273080 w 7746587"/>
              <a:gd name="connsiteY2" fmla="*/ 3886236 h 3886236"/>
              <a:gd name="connsiteX3" fmla="*/ 0 w 7746587"/>
              <a:gd name="connsiteY3" fmla="*/ 3613156 h 3886236"/>
              <a:gd name="connsiteX4" fmla="*/ 0 w 7746587"/>
              <a:gd name="connsiteY4" fmla="*/ 1335806 h 38862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46587" h="3886236">
                <a:moveTo>
                  <a:pt x="741019" y="0"/>
                </a:moveTo>
                <a:lnTo>
                  <a:pt x="7746587" y="3886236"/>
                </a:lnTo>
                <a:lnTo>
                  <a:pt x="273080" y="3886236"/>
                </a:lnTo>
                <a:cubicBezTo>
                  <a:pt x="122262" y="3886236"/>
                  <a:pt x="0" y="3763974"/>
                  <a:pt x="0" y="3613156"/>
                </a:cubicBezTo>
                <a:lnTo>
                  <a:pt x="0" y="1335806"/>
                </a:lnTo>
                <a:close/>
              </a:path>
            </a:pathLst>
          </a:custGeom>
          <a:solidFill>
            <a:schemeClr val="tx1"/>
          </a:solidFill>
          <a:ln w="6351" cap="flat">
            <a:noFill/>
            <a:prstDash val="solid"/>
            <a:miter/>
          </a:ln>
        </p:spPr>
        <p:txBody>
          <a:bodyPr rtlCol="0" anchor="ctr"/>
          <a:lstStyle/>
          <a:p>
            <a:endParaRPr lang="de-DE" dirty="0">
              <a:latin typeface="BarmeniaGothaer Offc" panose="020B0503020204020204" pitchFamily="34" charset="0"/>
            </a:endParaRPr>
          </a:p>
        </p:txBody>
      </p:sp>
      <p:grpSp>
        <p:nvGrpSpPr>
          <p:cNvPr id="39" name="Gruppieren 38">
            <a:extLst>
              <a:ext uri="{FF2B5EF4-FFF2-40B4-BE49-F238E27FC236}">
                <a16:creationId xmlns:a16="http://schemas.microsoft.com/office/drawing/2014/main" id="{F0CD5AAF-B922-A417-C7A4-5EAC44CC0333}"/>
              </a:ext>
            </a:extLst>
          </p:cNvPr>
          <p:cNvGrpSpPr/>
          <p:nvPr userDrawn="1"/>
        </p:nvGrpSpPr>
        <p:grpSpPr>
          <a:xfrm>
            <a:off x="479425" y="436603"/>
            <a:ext cx="1714242" cy="471447"/>
            <a:chOff x="1144935" y="-1876113"/>
            <a:chExt cx="1656042" cy="455441"/>
          </a:xfrm>
        </p:grpSpPr>
        <p:sp>
          <p:nvSpPr>
            <p:cNvPr id="40" name="Freihandform 39">
              <a:extLst>
                <a:ext uri="{FF2B5EF4-FFF2-40B4-BE49-F238E27FC236}">
                  <a16:creationId xmlns:a16="http://schemas.microsoft.com/office/drawing/2014/main" id="{7F75C1CE-DA71-38A4-B1E4-4CB9F237A402}"/>
                </a:ext>
              </a:extLst>
            </p:cNvPr>
            <p:cNvSpPr/>
            <p:nvPr/>
          </p:nvSpPr>
          <p:spPr>
            <a:xfrm>
              <a:off x="1144935" y="-1876113"/>
              <a:ext cx="457053" cy="455441"/>
            </a:xfrm>
            <a:custGeom>
              <a:avLst/>
              <a:gdLst>
                <a:gd name="connsiteX0" fmla="*/ 1077263 w 2373356"/>
                <a:gd name="connsiteY0" fmla="*/ 1296696 h 2364985"/>
                <a:gd name="connsiteX1" fmla="*/ 1072778 w 2373356"/>
                <a:gd name="connsiteY1" fmla="*/ 1293921 h 2364985"/>
                <a:gd name="connsiteX2" fmla="*/ 461444 w 2373356"/>
                <a:gd name="connsiteY2" fmla="*/ 1203710 h 2364985"/>
                <a:gd name="connsiteX3" fmla="*/ 191603 w 2373356"/>
                <a:gd name="connsiteY3" fmla="*/ 1301393 h 2364985"/>
                <a:gd name="connsiteX4" fmla="*/ 461444 w 2373356"/>
                <a:gd name="connsiteY4" fmla="*/ 1399077 h 2364985"/>
                <a:gd name="connsiteX5" fmla="*/ 984361 w 2373356"/>
                <a:gd name="connsiteY5" fmla="*/ 1334168 h 2364985"/>
                <a:gd name="connsiteX6" fmla="*/ 256741 w 2373356"/>
                <a:gd name="connsiteY6" fmla="*/ 1958704 h 2364985"/>
                <a:gd name="connsiteX7" fmla="*/ 19682 w 2373356"/>
                <a:gd name="connsiteY7" fmla="*/ 2344101 h 2364985"/>
                <a:gd name="connsiteX8" fmla="*/ 409227 w 2373356"/>
                <a:gd name="connsiteY8" fmla="*/ 2109554 h 2364985"/>
                <a:gd name="connsiteX9" fmla="*/ 1040422 w 2373356"/>
                <a:gd name="connsiteY9" fmla="*/ 1389683 h 2364985"/>
                <a:gd name="connsiteX10" fmla="*/ 975391 w 2373356"/>
                <a:gd name="connsiteY10" fmla="*/ 1912905 h 2364985"/>
                <a:gd name="connsiteX11" fmla="*/ 1073098 w 2373356"/>
                <a:gd name="connsiteY11" fmla="*/ 2182576 h 2364985"/>
                <a:gd name="connsiteX12" fmla="*/ 1170805 w 2373356"/>
                <a:gd name="connsiteY12" fmla="*/ 1912905 h 2364985"/>
                <a:gd name="connsiteX13" fmla="*/ 1080573 w 2373356"/>
                <a:gd name="connsiteY13" fmla="*/ 1301714 h 2364985"/>
                <a:gd name="connsiteX14" fmla="*/ 1077369 w 2373356"/>
                <a:gd name="connsiteY14" fmla="*/ 1296803 h 2364985"/>
                <a:gd name="connsiteX15" fmla="*/ 1051955 w 2373356"/>
                <a:gd name="connsiteY15" fmla="*/ 1052967 h 2364985"/>
                <a:gd name="connsiteX16" fmla="*/ 1064128 w 2373356"/>
                <a:gd name="connsiteY16" fmla="*/ 1040797 h 2364985"/>
                <a:gd name="connsiteX17" fmla="*/ 425992 w 2373356"/>
                <a:gd name="connsiteY17" fmla="*/ 255590 h 2364985"/>
                <a:gd name="connsiteX18" fmla="*/ 32176 w 2373356"/>
                <a:gd name="connsiteY18" fmla="*/ 21149 h 2364985"/>
                <a:gd name="connsiteX19" fmla="*/ 266565 w 2373356"/>
                <a:gd name="connsiteY19" fmla="*/ 414873 h 2364985"/>
                <a:gd name="connsiteX20" fmla="*/ 1051955 w 2373356"/>
                <a:gd name="connsiteY20" fmla="*/ 1052860 h 2364985"/>
                <a:gd name="connsiteX21" fmla="*/ 1194297 w 2373356"/>
                <a:gd name="connsiteY21" fmla="*/ 143173 h 2364985"/>
                <a:gd name="connsiteX22" fmla="*/ 1096697 w 2373356"/>
                <a:gd name="connsiteY22" fmla="*/ 408361 h 2364985"/>
                <a:gd name="connsiteX23" fmla="*/ 1186929 w 2373356"/>
                <a:gd name="connsiteY23" fmla="*/ 1009196 h 2364985"/>
                <a:gd name="connsiteX24" fmla="*/ 1201772 w 2373356"/>
                <a:gd name="connsiteY24" fmla="*/ 1009196 h 2364985"/>
                <a:gd name="connsiteX25" fmla="*/ 1292004 w 2373356"/>
                <a:gd name="connsiteY25" fmla="*/ 408361 h 2364985"/>
                <a:gd name="connsiteX26" fmla="*/ 1194297 w 2373356"/>
                <a:gd name="connsiteY26" fmla="*/ 143173 h 2364985"/>
                <a:gd name="connsiteX27" fmla="*/ 1331300 w 2373356"/>
                <a:gd name="connsiteY27" fmla="*/ 1312069 h 2364985"/>
                <a:gd name="connsiteX28" fmla="*/ 1319126 w 2373356"/>
                <a:gd name="connsiteY28" fmla="*/ 1324240 h 2364985"/>
                <a:gd name="connsiteX29" fmla="*/ 1957263 w 2373356"/>
                <a:gd name="connsiteY29" fmla="*/ 2109447 h 2364985"/>
                <a:gd name="connsiteX30" fmla="*/ 2351079 w 2373356"/>
                <a:gd name="connsiteY30" fmla="*/ 2343781 h 2364985"/>
                <a:gd name="connsiteX31" fmla="*/ 2116583 w 2373356"/>
                <a:gd name="connsiteY31" fmla="*/ 1950057 h 2364985"/>
                <a:gd name="connsiteX32" fmla="*/ 1331193 w 2373356"/>
                <a:gd name="connsiteY32" fmla="*/ 1312069 h 2364985"/>
                <a:gd name="connsiteX33" fmla="*/ 1958331 w 2373356"/>
                <a:gd name="connsiteY33" fmla="*/ 259219 h 2364985"/>
                <a:gd name="connsiteX34" fmla="*/ 1320194 w 2373356"/>
                <a:gd name="connsiteY34" fmla="*/ 1044427 h 2364985"/>
                <a:gd name="connsiteX35" fmla="*/ 1332368 w 2373356"/>
                <a:gd name="connsiteY35" fmla="*/ 1056597 h 2364985"/>
                <a:gd name="connsiteX36" fmla="*/ 2117758 w 2373356"/>
                <a:gd name="connsiteY36" fmla="*/ 418609 h 2364985"/>
                <a:gd name="connsiteX37" fmla="*/ 2352147 w 2373356"/>
                <a:gd name="connsiteY37" fmla="*/ 24885 h 2364985"/>
                <a:gd name="connsiteX38" fmla="*/ 1958331 w 2373356"/>
                <a:gd name="connsiteY38" fmla="*/ 259219 h 2364985"/>
                <a:gd name="connsiteX39" fmla="*/ 2032011 w 2373356"/>
                <a:gd name="connsiteY39" fmla="*/ 1279722 h 2364985"/>
                <a:gd name="connsiteX40" fmla="*/ 2325344 w 2373356"/>
                <a:gd name="connsiteY40" fmla="*/ 1182145 h 2364985"/>
                <a:gd name="connsiteX41" fmla="*/ 2021333 w 2373356"/>
                <a:gd name="connsiteY41" fmla="*/ 1084461 h 2364985"/>
                <a:gd name="connsiteX42" fmla="*/ 1367393 w 2373356"/>
                <a:gd name="connsiteY42" fmla="*/ 1174671 h 2364985"/>
                <a:gd name="connsiteX43" fmla="*/ 1367393 w 2373356"/>
                <a:gd name="connsiteY43" fmla="*/ 1189618 h 2364985"/>
                <a:gd name="connsiteX44" fmla="*/ 2032011 w 2373356"/>
                <a:gd name="connsiteY44" fmla="*/ 1279722 h 2364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373356" h="2364985">
                  <a:moveTo>
                    <a:pt x="1077263" y="1296696"/>
                  </a:moveTo>
                  <a:cubicBezTo>
                    <a:pt x="1076195" y="1295522"/>
                    <a:pt x="1074700" y="1294561"/>
                    <a:pt x="1072778" y="1293921"/>
                  </a:cubicBezTo>
                  <a:cubicBezTo>
                    <a:pt x="910040" y="1243317"/>
                    <a:pt x="713773" y="1203710"/>
                    <a:pt x="461444" y="1203710"/>
                  </a:cubicBezTo>
                  <a:cubicBezTo>
                    <a:pt x="277777" y="1203710"/>
                    <a:pt x="191603" y="1222072"/>
                    <a:pt x="191603" y="1301393"/>
                  </a:cubicBezTo>
                  <a:cubicBezTo>
                    <a:pt x="191603" y="1380715"/>
                    <a:pt x="277670" y="1399077"/>
                    <a:pt x="461444" y="1399077"/>
                  </a:cubicBezTo>
                  <a:cubicBezTo>
                    <a:pt x="669671" y="1399077"/>
                    <a:pt x="839777" y="1372067"/>
                    <a:pt x="984361" y="1334168"/>
                  </a:cubicBezTo>
                  <a:cubicBezTo>
                    <a:pt x="768446" y="1481174"/>
                    <a:pt x="528611" y="1689780"/>
                    <a:pt x="256741" y="1958704"/>
                  </a:cubicBezTo>
                  <a:cubicBezTo>
                    <a:pt x="43388" y="2169765"/>
                    <a:pt x="-42252" y="2282822"/>
                    <a:pt x="19682" y="2344101"/>
                  </a:cubicBezTo>
                  <a:cubicBezTo>
                    <a:pt x="81616" y="2405381"/>
                    <a:pt x="195874" y="2320615"/>
                    <a:pt x="409227" y="2109554"/>
                  </a:cubicBezTo>
                  <a:cubicBezTo>
                    <a:pt x="681097" y="1840523"/>
                    <a:pt x="891887" y="1603306"/>
                    <a:pt x="1040422" y="1389683"/>
                  </a:cubicBezTo>
                  <a:cubicBezTo>
                    <a:pt x="1002514" y="1534233"/>
                    <a:pt x="975391" y="1704406"/>
                    <a:pt x="975391" y="1912905"/>
                  </a:cubicBezTo>
                  <a:cubicBezTo>
                    <a:pt x="975391" y="2096529"/>
                    <a:pt x="993758" y="2182576"/>
                    <a:pt x="1073098" y="2182576"/>
                  </a:cubicBezTo>
                  <a:cubicBezTo>
                    <a:pt x="1152438" y="2182576"/>
                    <a:pt x="1170805" y="2096529"/>
                    <a:pt x="1170805" y="1912905"/>
                  </a:cubicBezTo>
                  <a:cubicBezTo>
                    <a:pt x="1170805" y="1660635"/>
                    <a:pt x="1131295" y="1464307"/>
                    <a:pt x="1080573" y="1301714"/>
                  </a:cubicBezTo>
                  <a:cubicBezTo>
                    <a:pt x="1079932" y="1299472"/>
                    <a:pt x="1078758" y="1297871"/>
                    <a:pt x="1077369" y="1296803"/>
                  </a:cubicBezTo>
                  <a:moveTo>
                    <a:pt x="1051955" y="1052967"/>
                  </a:moveTo>
                  <a:cubicBezTo>
                    <a:pt x="1064128" y="1060761"/>
                    <a:pt x="1071923" y="1052967"/>
                    <a:pt x="1064128" y="1040797"/>
                  </a:cubicBezTo>
                  <a:cubicBezTo>
                    <a:pt x="916020" y="810092"/>
                    <a:pt x="719752" y="549282"/>
                    <a:pt x="425992" y="255590"/>
                  </a:cubicBezTo>
                  <a:cubicBezTo>
                    <a:pt x="212212" y="41753"/>
                    <a:pt x="96886" y="-43547"/>
                    <a:pt x="32176" y="21149"/>
                  </a:cubicBezTo>
                  <a:cubicBezTo>
                    <a:pt x="-32535" y="85844"/>
                    <a:pt x="52785" y="201036"/>
                    <a:pt x="266565" y="414873"/>
                  </a:cubicBezTo>
                  <a:cubicBezTo>
                    <a:pt x="560325" y="708565"/>
                    <a:pt x="821196" y="904893"/>
                    <a:pt x="1051955" y="1052860"/>
                  </a:cubicBezTo>
                  <a:moveTo>
                    <a:pt x="1194297" y="143173"/>
                  </a:moveTo>
                  <a:cubicBezTo>
                    <a:pt x="1115064" y="143173"/>
                    <a:pt x="1096697" y="227833"/>
                    <a:pt x="1096697" y="408361"/>
                  </a:cubicBezTo>
                  <a:cubicBezTo>
                    <a:pt x="1096697" y="656360"/>
                    <a:pt x="1136207" y="849379"/>
                    <a:pt x="1186929" y="1009196"/>
                  </a:cubicBezTo>
                  <a:cubicBezTo>
                    <a:pt x="1189598" y="1017630"/>
                    <a:pt x="1199102" y="1017630"/>
                    <a:pt x="1201772" y="1009196"/>
                  </a:cubicBezTo>
                  <a:cubicBezTo>
                    <a:pt x="1252387" y="849272"/>
                    <a:pt x="1292004" y="656360"/>
                    <a:pt x="1292004" y="408361"/>
                  </a:cubicBezTo>
                  <a:cubicBezTo>
                    <a:pt x="1292004" y="227833"/>
                    <a:pt x="1273637" y="143173"/>
                    <a:pt x="1194297" y="143173"/>
                  </a:cubicBezTo>
                  <a:moveTo>
                    <a:pt x="1331300" y="1312069"/>
                  </a:moveTo>
                  <a:cubicBezTo>
                    <a:pt x="1319126" y="1304169"/>
                    <a:pt x="1311331" y="1312069"/>
                    <a:pt x="1319126" y="1324240"/>
                  </a:cubicBezTo>
                  <a:cubicBezTo>
                    <a:pt x="1467235" y="1554944"/>
                    <a:pt x="1663502" y="1815755"/>
                    <a:pt x="1957263" y="2109447"/>
                  </a:cubicBezTo>
                  <a:cubicBezTo>
                    <a:pt x="2171149" y="2323283"/>
                    <a:pt x="2286369" y="2408584"/>
                    <a:pt x="2351079" y="2343781"/>
                  </a:cubicBezTo>
                  <a:cubicBezTo>
                    <a:pt x="2415790" y="2279086"/>
                    <a:pt x="2330470" y="2163893"/>
                    <a:pt x="2116583" y="1950057"/>
                  </a:cubicBezTo>
                  <a:cubicBezTo>
                    <a:pt x="1822823" y="1656365"/>
                    <a:pt x="1561952" y="1460036"/>
                    <a:pt x="1331193" y="1312069"/>
                  </a:cubicBezTo>
                  <a:moveTo>
                    <a:pt x="1958331" y="259219"/>
                  </a:moveTo>
                  <a:cubicBezTo>
                    <a:pt x="1664570" y="552912"/>
                    <a:pt x="1468196" y="813722"/>
                    <a:pt x="1320194" y="1044427"/>
                  </a:cubicBezTo>
                  <a:cubicBezTo>
                    <a:pt x="1312399" y="1056597"/>
                    <a:pt x="1320194" y="1064390"/>
                    <a:pt x="1332368" y="1056597"/>
                  </a:cubicBezTo>
                  <a:cubicBezTo>
                    <a:pt x="1563126" y="908523"/>
                    <a:pt x="1823997" y="712302"/>
                    <a:pt x="2117758" y="418609"/>
                  </a:cubicBezTo>
                  <a:cubicBezTo>
                    <a:pt x="2331645" y="204773"/>
                    <a:pt x="2416964" y="89581"/>
                    <a:pt x="2352147" y="24885"/>
                  </a:cubicBezTo>
                  <a:cubicBezTo>
                    <a:pt x="2287437" y="-39810"/>
                    <a:pt x="2172217" y="45490"/>
                    <a:pt x="1958331" y="259219"/>
                  </a:cubicBezTo>
                  <a:moveTo>
                    <a:pt x="2032011" y="1279722"/>
                  </a:moveTo>
                  <a:cubicBezTo>
                    <a:pt x="2231696" y="1279722"/>
                    <a:pt x="2325344" y="1261359"/>
                    <a:pt x="2325344" y="1182145"/>
                  </a:cubicBezTo>
                  <a:cubicBezTo>
                    <a:pt x="2325344" y="1102930"/>
                    <a:pt x="2221017" y="1084461"/>
                    <a:pt x="2021333" y="1084461"/>
                  </a:cubicBezTo>
                  <a:cubicBezTo>
                    <a:pt x="1747007" y="1084461"/>
                    <a:pt x="1544226" y="1124068"/>
                    <a:pt x="1367393" y="1174671"/>
                  </a:cubicBezTo>
                  <a:cubicBezTo>
                    <a:pt x="1358102" y="1177340"/>
                    <a:pt x="1358102" y="1186949"/>
                    <a:pt x="1367393" y="1189618"/>
                  </a:cubicBezTo>
                  <a:cubicBezTo>
                    <a:pt x="1544226" y="1240221"/>
                    <a:pt x="1757792" y="1279722"/>
                    <a:pt x="2032011" y="1279722"/>
                  </a:cubicBezTo>
                </a:path>
              </a:pathLst>
            </a:custGeom>
            <a:solidFill>
              <a:srgbClr val="FFFFFF"/>
            </a:solidFill>
            <a:ln w="10675" cap="flat">
              <a:noFill/>
              <a:prstDash val="solid"/>
              <a:miter/>
            </a:ln>
          </p:spPr>
          <p:txBody>
            <a:bodyPr rtlCol="0" anchor="ctr"/>
            <a:lstStyle/>
            <a:p>
              <a:endParaRPr lang="de-DE" dirty="0">
                <a:latin typeface="BarmeniaGothaer Offc" panose="020B0503020204020204" pitchFamily="34" charset="0"/>
              </a:endParaRPr>
            </a:p>
          </p:txBody>
        </p:sp>
        <p:sp>
          <p:nvSpPr>
            <p:cNvPr id="41" name="Freihandform 40">
              <a:extLst>
                <a:ext uri="{FF2B5EF4-FFF2-40B4-BE49-F238E27FC236}">
                  <a16:creationId xmlns:a16="http://schemas.microsoft.com/office/drawing/2014/main" id="{C637941F-81A3-6B24-3C32-494382E933DA}"/>
                </a:ext>
              </a:extLst>
            </p:cNvPr>
            <p:cNvSpPr/>
            <p:nvPr/>
          </p:nvSpPr>
          <p:spPr>
            <a:xfrm>
              <a:off x="1757315" y="-1615483"/>
              <a:ext cx="899919" cy="180509"/>
            </a:xfrm>
            <a:custGeom>
              <a:avLst/>
              <a:gdLst>
                <a:gd name="connsiteX0" fmla="*/ 4330912 w 4673045"/>
                <a:gd name="connsiteY0" fmla="*/ 919189 h 937337"/>
                <a:gd name="connsiteX1" fmla="*/ 4478060 w 4673045"/>
                <a:gd name="connsiteY1" fmla="*/ 919189 h 937337"/>
                <a:gd name="connsiteX2" fmla="*/ 4478060 w 4673045"/>
                <a:gd name="connsiteY2" fmla="*/ 558986 h 937337"/>
                <a:gd name="connsiteX3" fmla="*/ 4640797 w 4673045"/>
                <a:gd name="connsiteY3" fmla="*/ 398849 h 937337"/>
                <a:gd name="connsiteX4" fmla="*/ 4673046 w 4673045"/>
                <a:gd name="connsiteY4" fmla="*/ 398849 h 937337"/>
                <a:gd name="connsiteX5" fmla="*/ 4673046 w 4673045"/>
                <a:gd name="connsiteY5" fmla="*/ 246505 h 937337"/>
                <a:gd name="connsiteX6" fmla="*/ 4658844 w 4673045"/>
                <a:gd name="connsiteY6" fmla="*/ 246505 h 937337"/>
                <a:gd name="connsiteX7" fmla="*/ 4478060 w 4673045"/>
                <a:gd name="connsiteY7" fmla="*/ 378138 h 937337"/>
                <a:gd name="connsiteX8" fmla="*/ 4478060 w 4673045"/>
                <a:gd name="connsiteY8" fmla="*/ 258035 h 937337"/>
                <a:gd name="connsiteX9" fmla="*/ 4330912 w 4673045"/>
                <a:gd name="connsiteY9" fmla="*/ 258035 h 937337"/>
                <a:gd name="connsiteX10" fmla="*/ 4330912 w 4673045"/>
                <a:gd name="connsiteY10" fmla="*/ 918975 h 937337"/>
                <a:gd name="connsiteX11" fmla="*/ 3753749 w 4673045"/>
                <a:gd name="connsiteY11" fmla="*/ 517671 h 937337"/>
                <a:gd name="connsiteX12" fmla="*/ 3925457 w 4673045"/>
                <a:gd name="connsiteY12" fmla="*/ 374401 h 937337"/>
                <a:gd name="connsiteX13" fmla="*/ 4094601 w 4673045"/>
                <a:gd name="connsiteY13" fmla="*/ 517671 h 937337"/>
                <a:gd name="connsiteX14" fmla="*/ 3753749 w 4673045"/>
                <a:gd name="connsiteY14" fmla="*/ 517671 h 937337"/>
                <a:gd name="connsiteX15" fmla="*/ 3598807 w 4673045"/>
                <a:gd name="connsiteY15" fmla="*/ 588665 h 937337"/>
                <a:gd name="connsiteX16" fmla="*/ 3937096 w 4673045"/>
                <a:gd name="connsiteY16" fmla="*/ 937231 h 937337"/>
                <a:gd name="connsiteX17" fmla="*/ 4225091 w 4673045"/>
                <a:gd name="connsiteY17" fmla="*/ 788730 h 937337"/>
                <a:gd name="connsiteX18" fmla="*/ 4124394 w 4673045"/>
                <a:gd name="connsiteY18" fmla="*/ 703537 h 937337"/>
                <a:gd name="connsiteX19" fmla="*/ 3937203 w 4673045"/>
                <a:gd name="connsiteY19" fmla="*/ 802929 h 937337"/>
                <a:gd name="connsiteX20" fmla="*/ 3750012 w 4673045"/>
                <a:gd name="connsiteY20" fmla="*/ 636386 h 937337"/>
                <a:gd name="connsiteX21" fmla="*/ 4244525 w 4673045"/>
                <a:gd name="connsiteY21" fmla="*/ 636386 h 937337"/>
                <a:gd name="connsiteX22" fmla="*/ 4248369 w 4673045"/>
                <a:gd name="connsiteY22" fmla="*/ 582153 h 937337"/>
                <a:gd name="connsiteX23" fmla="*/ 3925564 w 4673045"/>
                <a:gd name="connsiteY23" fmla="*/ 239993 h 937337"/>
                <a:gd name="connsiteX24" fmla="*/ 3598914 w 4673045"/>
                <a:gd name="connsiteY24" fmla="*/ 588558 h 937337"/>
                <a:gd name="connsiteX25" fmla="*/ 3173917 w 4673045"/>
                <a:gd name="connsiteY25" fmla="*/ 795242 h 937337"/>
                <a:gd name="connsiteX26" fmla="*/ 2981493 w 4673045"/>
                <a:gd name="connsiteY26" fmla="*/ 588665 h 937337"/>
                <a:gd name="connsiteX27" fmla="*/ 3173917 w 4673045"/>
                <a:gd name="connsiteY27" fmla="*/ 382088 h 937337"/>
                <a:gd name="connsiteX28" fmla="*/ 3366340 w 4673045"/>
                <a:gd name="connsiteY28" fmla="*/ 588665 h 937337"/>
                <a:gd name="connsiteX29" fmla="*/ 3173917 w 4673045"/>
                <a:gd name="connsiteY29" fmla="*/ 795242 h 937337"/>
                <a:gd name="connsiteX30" fmla="*/ 3366340 w 4673045"/>
                <a:gd name="connsiteY30" fmla="*/ 258248 h 937337"/>
                <a:gd name="connsiteX31" fmla="*/ 3366340 w 4673045"/>
                <a:gd name="connsiteY31" fmla="*/ 367996 h 937337"/>
                <a:gd name="connsiteX32" fmla="*/ 3144231 w 4673045"/>
                <a:gd name="connsiteY32" fmla="*/ 240206 h 937337"/>
                <a:gd name="connsiteX33" fmla="*/ 2829220 w 4673045"/>
                <a:gd name="connsiteY33" fmla="*/ 588772 h 937337"/>
                <a:gd name="connsiteX34" fmla="*/ 3144231 w 4673045"/>
                <a:gd name="connsiteY34" fmla="*/ 937338 h 937337"/>
                <a:gd name="connsiteX35" fmla="*/ 3366340 w 4673045"/>
                <a:gd name="connsiteY35" fmla="*/ 809548 h 937337"/>
                <a:gd name="connsiteX36" fmla="*/ 3366340 w 4673045"/>
                <a:gd name="connsiteY36" fmla="*/ 919295 h 937337"/>
                <a:gd name="connsiteX37" fmla="*/ 3513594 w 4673045"/>
                <a:gd name="connsiteY37" fmla="*/ 919295 h 937337"/>
                <a:gd name="connsiteX38" fmla="*/ 3513594 w 4673045"/>
                <a:gd name="connsiteY38" fmla="*/ 258355 h 937337"/>
                <a:gd name="connsiteX39" fmla="*/ 3366340 w 4673045"/>
                <a:gd name="connsiteY39" fmla="*/ 258355 h 937337"/>
                <a:gd name="connsiteX40" fmla="*/ 2188735 w 4673045"/>
                <a:gd name="connsiteY40" fmla="*/ 919189 h 937337"/>
                <a:gd name="connsiteX41" fmla="*/ 2335882 w 4673045"/>
                <a:gd name="connsiteY41" fmla="*/ 919189 h 937337"/>
                <a:gd name="connsiteX42" fmla="*/ 2335882 w 4673045"/>
                <a:gd name="connsiteY42" fmla="*/ 526746 h 937337"/>
                <a:gd name="connsiteX43" fmla="*/ 2472778 w 4673045"/>
                <a:gd name="connsiteY43" fmla="*/ 369277 h 937337"/>
                <a:gd name="connsiteX44" fmla="*/ 2601879 w 4673045"/>
                <a:gd name="connsiteY44" fmla="*/ 515109 h 937337"/>
                <a:gd name="connsiteX45" fmla="*/ 2601879 w 4673045"/>
                <a:gd name="connsiteY45" fmla="*/ 919189 h 937337"/>
                <a:gd name="connsiteX46" fmla="*/ 2749133 w 4673045"/>
                <a:gd name="connsiteY46" fmla="*/ 919189 h 937337"/>
                <a:gd name="connsiteX47" fmla="*/ 2749133 w 4673045"/>
                <a:gd name="connsiteY47" fmla="*/ 489273 h 937337"/>
                <a:gd name="connsiteX48" fmla="*/ 2533538 w 4673045"/>
                <a:gd name="connsiteY48" fmla="*/ 240100 h 937337"/>
                <a:gd name="connsiteX49" fmla="*/ 2335989 w 4673045"/>
                <a:gd name="connsiteY49" fmla="*/ 346004 h 937337"/>
                <a:gd name="connsiteX50" fmla="*/ 2335989 w 4673045"/>
                <a:gd name="connsiteY50" fmla="*/ 15480 h 937337"/>
                <a:gd name="connsiteX51" fmla="*/ 2188842 w 4673045"/>
                <a:gd name="connsiteY51" fmla="*/ 15480 h 937337"/>
                <a:gd name="connsiteX52" fmla="*/ 2188842 w 4673045"/>
                <a:gd name="connsiteY52" fmla="*/ 919189 h 937337"/>
                <a:gd name="connsiteX53" fmla="*/ 2090601 w 4673045"/>
                <a:gd name="connsiteY53" fmla="*/ 921751 h 937337"/>
                <a:gd name="connsiteX54" fmla="*/ 2090601 w 4673045"/>
                <a:gd name="connsiteY54" fmla="*/ 797805 h 937337"/>
                <a:gd name="connsiteX55" fmla="*/ 2035074 w 4673045"/>
                <a:gd name="connsiteY55" fmla="*/ 801648 h 937337"/>
                <a:gd name="connsiteX56" fmla="*/ 1929145 w 4673045"/>
                <a:gd name="connsiteY56" fmla="*/ 694463 h 937337"/>
                <a:gd name="connsiteX57" fmla="*/ 1929145 w 4673045"/>
                <a:gd name="connsiteY57" fmla="*/ 384650 h 937337"/>
                <a:gd name="connsiteX58" fmla="*/ 2090601 w 4673045"/>
                <a:gd name="connsiteY58" fmla="*/ 384650 h 937337"/>
                <a:gd name="connsiteX59" fmla="*/ 2090601 w 4673045"/>
                <a:gd name="connsiteY59" fmla="*/ 258142 h 937337"/>
                <a:gd name="connsiteX60" fmla="*/ 1929145 w 4673045"/>
                <a:gd name="connsiteY60" fmla="*/ 258142 h 937337"/>
                <a:gd name="connsiteX61" fmla="*/ 1929145 w 4673045"/>
                <a:gd name="connsiteY61" fmla="*/ 67044 h 937337"/>
                <a:gd name="connsiteX62" fmla="*/ 1781891 w 4673045"/>
                <a:gd name="connsiteY62" fmla="*/ 112203 h 937337"/>
                <a:gd name="connsiteX63" fmla="*/ 1781891 w 4673045"/>
                <a:gd name="connsiteY63" fmla="*/ 258035 h 937337"/>
                <a:gd name="connsiteX64" fmla="*/ 1654072 w 4673045"/>
                <a:gd name="connsiteY64" fmla="*/ 258035 h 937337"/>
                <a:gd name="connsiteX65" fmla="*/ 1654072 w 4673045"/>
                <a:gd name="connsiteY65" fmla="*/ 384543 h 937337"/>
                <a:gd name="connsiteX66" fmla="*/ 1781891 w 4673045"/>
                <a:gd name="connsiteY66" fmla="*/ 384543 h 937337"/>
                <a:gd name="connsiteX67" fmla="*/ 1781891 w 4673045"/>
                <a:gd name="connsiteY67" fmla="*/ 708555 h 937337"/>
                <a:gd name="connsiteX68" fmla="*/ 1994923 w 4673045"/>
                <a:gd name="connsiteY68" fmla="*/ 933174 h 937337"/>
                <a:gd name="connsiteX69" fmla="*/ 2090494 w 4673045"/>
                <a:gd name="connsiteY69" fmla="*/ 921537 h 937337"/>
                <a:gd name="connsiteX70" fmla="*/ 1293892 w 4673045"/>
                <a:gd name="connsiteY70" fmla="*/ 795242 h 937337"/>
                <a:gd name="connsiteX71" fmla="*/ 1101469 w 4673045"/>
                <a:gd name="connsiteY71" fmla="*/ 588665 h 937337"/>
                <a:gd name="connsiteX72" fmla="*/ 1293892 w 4673045"/>
                <a:gd name="connsiteY72" fmla="*/ 382088 h 937337"/>
                <a:gd name="connsiteX73" fmla="*/ 1486315 w 4673045"/>
                <a:gd name="connsiteY73" fmla="*/ 588665 h 937337"/>
                <a:gd name="connsiteX74" fmla="*/ 1293892 w 4673045"/>
                <a:gd name="connsiteY74" fmla="*/ 795242 h 937337"/>
                <a:gd name="connsiteX75" fmla="*/ 1293892 w 4673045"/>
                <a:gd name="connsiteY75" fmla="*/ 937231 h 937337"/>
                <a:gd name="connsiteX76" fmla="*/ 1638695 w 4673045"/>
                <a:gd name="connsiteY76" fmla="*/ 588665 h 937337"/>
                <a:gd name="connsiteX77" fmla="*/ 1293892 w 4673045"/>
                <a:gd name="connsiteY77" fmla="*/ 240100 h 937337"/>
                <a:gd name="connsiteX78" fmla="*/ 949089 w 4673045"/>
                <a:gd name="connsiteY78" fmla="*/ 588665 h 937337"/>
                <a:gd name="connsiteX79" fmla="*/ 1293892 w 4673045"/>
                <a:gd name="connsiteY79" fmla="*/ 937231 h 937337"/>
                <a:gd name="connsiteX80" fmla="*/ 454576 w 4673045"/>
                <a:gd name="connsiteY80" fmla="*/ 0 h 937337"/>
                <a:gd name="connsiteX81" fmla="*/ 0 w 4673045"/>
                <a:gd name="connsiteY81" fmla="*/ 468669 h 937337"/>
                <a:gd name="connsiteX82" fmla="*/ 435141 w 4673045"/>
                <a:gd name="connsiteY82" fmla="*/ 937338 h 937337"/>
                <a:gd name="connsiteX83" fmla="*/ 711496 w 4673045"/>
                <a:gd name="connsiteY83" fmla="*/ 803036 h 937337"/>
                <a:gd name="connsiteX84" fmla="*/ 711496 w 4673045"/>
                <a:gd name="connsiteY84" fmla="*/ 919189 h 937337"/>
                <a:gd name="connsiteX85" fmla="*/ 861313 w 4673045"/>
                <a:gd name="connsiteY85" fmla="*/ 919189 h 937337"/>
                <a:gd name="connsiteX86" fmla="*/ 861313 w 4673045"/>
                <a:gd name="connsiteY86" fmla="*/ 444114 h 937337"/>
                <a:gd name="connsiteX87" fmla="*/ 470060 w 4673045"/>
                <a:gd name="connsiteY87" fmla="*/ 444114 h 937337"/>
                <a:gd name="connsiteX88" fmla="*/ 470060 w 4673045"/>
                <a:gd name="connsiteY88" fmla="*/ 591334 h 937337"/>
                <a:gd name="connsiteX89" fmla="*/ 698576 w 4673045"/>
                <a:gd name="connsiteY89" fmla="*/ 591334 h 937337"/>
                <a:gd name="connsiteX90" fmla="*/ 454470 w 4673045"/>
                <a:gd name="connsiteY90" fmla="*/ 779869 h 937337"/>
                <a:gd name="connsiteX91" fmla="*/ 175552 w 4673045"/>
                <a:gd name="connsiteY91" fmla="*/ 468776 h 937337"/>
                <a:gd name="connsiteX92" fmla="*/ 454470 w 4673045"/>
                <a:gd name="connsiteY92" fmla="*/ 157682 h 937337"/>
                <a:gd name="connsiteX93" fmla="*/ 699857 w 4673045"/>
                <a:gd name="connsiteY93" fmla="*/ 298389 h 937337"/>
                <a:gd name="connsiteX94" fmla="*/ 839316 w 4673045"/>
                <a:gd name="connsiteY94" fmla="*/ 205403 h 937337"/>
                <a:gd name="connsiteX95" fmla="*/ 454470 w 4673045"/>
                <a:gd name="connsiteY95" fmla="*/ 107 h 9373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673045" h="937337">
                  <a:moveTo>
                    <a:pt x="4330912" y="919189"/>
                  </a:moveTo>
                  <a:lnTo>
                    <a:pt x="4478060" y="919189"/>
                  </a:lnTo>
                  <a:lnTo>
                    <a:pt x="4478060" y="558986"/>
                  </a:lnTo>
                  <a:cubicBezTo>
                    <a:pt x="4478060" y="449239"/>
                    <a:pt x="4524510" y="398849"/>
                    <a:pt x="4640797" y="398849"/>
                  </a:cubicBezTo>
                  <a:lnTo>
                    <a:pt x="4673046" y="398849"/>
                  </a:lnTo>
                  <a:lnTo>
                    <a:pt x="4673046" y="246505"/>
                  </a:lnTo>
                  <a:lnTo>
                    <a:pt x="4658844" y="246505"/>
                  </a:lnTo>
                  <a:cubicBezTo>
                    <a:pt x="4561991" y="246505"/>
                    <a:pt x="4498776" y="300738"/>
                    <a:pt x="4478060" y="378138"/>
                  </a:cubicBezTo>
                  <a:lnTo>
                    <a:pt x="4478060" y="258035"/>
                  </a:lnTo>
                  <a:lnTo>
                    <a:pt x="4330912" y="258035"/>
                  </a:lnTo>
                  <a:lnTo>
                    <a:pt x="4330912" y="918975"/>
                  </a:lnTo>
                  <a:close/>
                  <a:moveTo>
                    <a:pt x="3753749" y="517671"/>
                  </a:moveTo>
                  <a:cubicBezTo>
                    <a:pt x="3774358" y="428635"/>
                    <a:pt x="3837681" y="374401"/>
                    <a:pt x="3925457" y="374401"/>
                  </a:cubicBezTo>
                  <a:cubicBezTo>
                    <a:pt x="4008107" y="374401"/>
                    <a:pt x="4075273" y="423510"/>
                    <a:pt x="4094601" y="517671"/>
                  </a:cubicBezTo>
                  <a:lnTo>
                    <a:pt x="3753749" y="517671"/>
                  </a:lnTo>
                  <a:close/>
                  <a:moveTo>
                    <a:pt x="3598807" y="588665"/>
                  </a:moveTo>
                  <a:cubicBezTo>
                    <a:pt x="3598807" y="790011"/>
                    <a:pt x="3742110" y="937231"/>
                    <a:pt x="3937096" y="937231"/>
                  </a:cubicBezTo>
                  <a:cubicBezTo>
                    <a:pt x="4057227" y="937231"/>
                    <a:pt x="4170844" y="877873"/>
                    <a:pt x="4225091" y="788730"/>
                  </a:cubicBezTo>
                  <a:lnTo>
                    <a:pt x="4124394" y="703537"/>
                  </a:lnTo>
                  <a:cubicBezTo>
                    <a:pt x="4086913" y="765564"/>
                    <a:pt x="4017183" y="802929"/>
                    <a:pt x="3937203" y="802929"/>
                  </a:cubicBezTo>
                  <a:cubicBezTo>
                    <a:pt x="3840350" y="802929"/>
                    <a:pt x="3768059" y="737059"/>
                    <a:pt x="3750012" y="636386"/>
                  </a:cubicBezTo>
                  <a:lnTo>
                    <a:pt x="4244525" y="636386"/>
                  </a:lnTo>
                  <a:cubicBezTo>
                    <a:pt x="4247088" y="619625"/>
                    <a:pt x="4248369" y="600195"/>
                    <a:pt x="4248369" y="582153"/>
                  </a:cubicBezTo>
                  <a:cubicBezTo>
                    <a:pt x="4248369" y="392337"/>
                    <a:pt x="4119268" y="239993"/>
                    <a:pt x="3925564" y="239993"/>
                  </a:cubicBezTo>
                  <a:cubicBezTo>
                    <a:pt x="3731859" y="239993"/>
                    <a:pt x="3598914" y="387212"/>
                    <a:pt x="3598914" y="588558"/>
                  </a:cubicBezTo>
                  <a:moveTo>
                    <a:pt x="3173917" y="795242"/>
                  </a:moveTo>
                  <a:cubicBezTo>
                    <a:pt x="3062862" y="795242"/>
                    <a:pt x="2981493" y="707487"/>
                    <a:pt x="2981493" y="588665"/>
                  </a:cubicBezTo>
                  <a:cubicBezTo>
                    <a:pt x="2981493" y="469843"/>
                    <a:pt x="3062862" y="382088"/>
                    <a:pt x="3173917" y="382088"/>
                  </a:cubicBezTo>
                  <a:cubicBezTo>
                    <a:pt x="3284971" y="382088"/>
                    <a:pt x="3366340" y="469843"/>
                    <a:pt x="3366340" y="588665"/>
                  </a:cubicBezTo>
                  <a:cubicBezTo>
                    <a:pt x="3366340" y="707487"/>
                    <a:pt x="3284971" y="795242"/>
                    <a:pt x="3173917" y="795242"/>
                  </a:cubicBezTo>
                  <a:moveTo>
                    <a:pt x="3366340" y="258248"/>
                  </a:moveTo>
                  <a:lnTo>
                    <a:pt x="3366340" y="367996"/>
                  </a:lnTo>
                  <a:cubicBezTo>
                    <a:pt x="3322452" y="284084"/>
                    <a:pt x="3246209" y="240206"/>
                    <a:pt x="3144231" y="240206"/>
                  </a:cubicBezTo>
                  <a:cubicBezTo>
                    <a:pt x="2971242" y="240206"/>
                    <a:pt x="2829220" y="386038"/>
                    <a:pt x="2829220" y="588772"/>
                  </a:cubicBezTo>
                  <a:cubicBezTo>
                    <a:pt x="2829220" y="791506"/>
                    <a:pt x="2971242" y="937338"/>
                    <a:pt x="3144231" y="937338"/>
                  </a:cubicBezTo>
                  <a:cubicBezTo>
                    <a:pt x="3246209" y="937338"/>
                    <a:pt x="3322452" y="893460"/>
                    <a:pt x="3366340" y="809548"/>
                  </a:cubicBezTo>
                  <a:lnTo>
                    <a:pt x="3366340" y="919295"/>
                  </a:lnTo>
                  <a:lnTo>
                    <a:pt x="3513594" y="919295"/>
                  </a:lnTo>
                  <a:lnTo>
                    <a:pt x="3513594" y="258355"/>
                  </a:lnTo>
                  <a:lnTo>
                    <a:pt x="3366340" y="258355"/>
                  </a:lnTo>
                  <a:close/>
                  <a:moveTo>
                    <a:pt x="2188735" y="919189"/>
                  </a:moveTo>
                  <a:lnTo>
                    <a:pt x="2335882" y="919189"/>
                  </a:lnTo>
                  <a:lnTo>
                    <a:pt x="2335882" y="526746"/>
                  </a:lnTo>
                  <a:cubicBezTo>
                    <a:pt x="2335882" y="424791"/>
                    <a:pt x="2390128" y="369277"/>
                    <a:pt x="2472778" y="369277"/>
                  </a:cubicBezTo>
                  <a:cubicBezTo>
                    <a:pt x="2555429" y="369277"/>
                    <a:pt x="2601879" y="424791"/>
                    <a:pt x="2601879" y="515109"/>
                  </a:cubicBezTo>
                  <a:lnTo>
                    <a:pt x="2601879" y="919189"/>
                  </a:lnTo>
                  <a:lnTo>
                    <a:pt x="2749133" y="919189"/>
                  </a:lnTo>
                  <a:lnTo>
                    <a:pt x="2749133" y="489273"/>
                  </a:lnTo>
                  <a:cubicBezTo>
                    <a:pt x="2749133" y="318887"/>
                    <a:pt x="2657407" y="240100"/>
                    <a:pt x="2533538" y="240100"/>
                  </a:cubicBezTo>
                  <a:cubicBezTo>
                    <a:pt x="2431560" y="240100"/>
                    <a:pt x="2364394" y="290489"/>
                    <a:pt x="2335989" y="346004"/>
                  </a:cubicBezTo>
                  <a:lnTo>
                    <a:pt x="2335989" y="15480"/>
                  </a:lnTo>
                  <a:lnTo>
                    <a:pt x="2188842" y="15480"/>
                  </a:lnTo>
                  <a:lnTo>
                    <a:pt x="2188842" y="919189"/>
                  </a:lnTo>
                  <a:close/>
                  <a:moveTo>
                    <a:pt x="2090601" y="921751"/>
                  </a:moveTo>
                  <a:lnTo>
                    <a:pt x="2090601" y="797805"/>
                  </a:lnTo>
                  <a:cubicBezTo>
                    <a:pt x="2073836" y="800367"/>
                    <a:pt x="2050558" y="801648"/>
                    <a:pt x="2035074" y="801648"/>
                  </a:cubicBezTo>
                  <a:cubicBezTo>
                    <a:pt x="1962782" y="801648"/>
                    <a:pt x="1929145" y="764176"/>
                    <a:pt x="1929145" y="694463"/>
                  </a:cubicBezTo>
                  <a:lnTo>
                    <a:pt x="1929145" y="384650"/>
                  </a:lnTo>
                  <a:lnTo>
                    <a:pt x="2090601" y="384650"/>
                  </a:lnTo>
                  <a:lnTo>
                    <a:pt x="2090601" y="258142"/>
                  </a:lnTo>
                  <a:lnTo>
                    <a:pt x="1929145" y="258142"/>
                  </a:lnTo>
                  <a:lnTo>
                    <a:pt x="1929145" y="67044"/>
                  </a:lnTo>
                  <a:lnTo>
                    <a:pt x="1781891" y="112203"/>
                  </a:lnTo>
                  <a:lnTo>
                    <a:pt x="1781891" y="258035"/>
                  </a:lnTo>
                  <a:lnTo>
                    <a:pt x="1654072" y="258035"/>
                  </a:lnTo>
                  <a:lnTo>
                    <a:pt x="1654072" y="384543"/>
                  </a:lnTo>
                  <a:lnTo>
                    <a:pt x="1781891" y="384543"/>
                  </a:lnTo>
                  <a:lnTo>
                    <a:pt x="1781891" y="708555"/>
                  </a:lnTo>
                  <a:cubicBezTo>
                    <a:pt x="1781891" y="851824"/>
                    <a:pt x="1860697" y="933174"/>
                    <a:pt x="1994923" y="933174"/>
                  </a:cubicBezTo>
                  <a:cubicBezTo>
                    <a:pt x="2032404" y="933174"/>
                    <a:pt x="2065934" y="929331"/>
                    <a:pt x="2090494" y="921537"/>
                  </a:cubicBezTo>
                  <a:moveTo>
                    <a:pt x="1293892" y="795242"/>
                  </a:moveTo>
                  <a:cubicBezTo>
                    <a:pt x="1182837" y="795242"/>
                    <a:pt x="1101469" y="707487"/>
                    <a:pt x="1101469" y="588665"/>
                  </a:cubicBezTo>
                  <a:cubicBezTo>
                    <a:pt x="1101469" y="469843"/>
                    <a:pt x="1182837" y="382088"/>
                    <a:pt x="1293892" y="382088"/>
                  </a:cubicBezTo>
                  <a:cubicBezTo>
                    <a:pt x="1404946" y="382088"/>
                    <a:pt x="1486315" y="469843"/>
                    <a:pt x="1486315" y="588665"/>
                  </a:cubicBezTo>
                  <a:cubicBezTo>
                    <a:pt x="1486315" y="707487"/>
                    <a:pt x="1404946" y="795242"/>
                    <a:pt x="1293892" y="795242"/>
                  </a:cubicBezTo>
                  <a:moveTo>
                    <a:pt x="1293892" y="937231"/>
                  </a:moveTo>
                  <a:cubicBezTo>
                    <a:pt x="1490160" y="937231"/>
                    <a:pt x="1638695" y="791399"/>
                    <a:pt x="1638695" y="588665"/>
                  </a:cubicBezTo>
                  <a:cubicBezTo>
                    <a:pt x="1638695" y="385931"/>
                    <a:pt x="1490160" y="240100"/>
                    <a:pt x="1293892" y="240100"/>
                  </a:cubicBezTo>
                  <a:cubicBezTo>
                    <a:pt x="1097625" y="240100"/>
                    <a:pt x="949089" y="385931"/>
                    <a:pt x="949089" y="588665"/>
                  </a:cubicBezTo>
                  <a:cubicBezTo>
                    <a:pt x="949089" y="791399"/>
                    <a:pt x="1097625" y="937231"/>
                    <a:pt x="1293892" y="937231"/>
                  </a:cubicBezTo>
                  <a:moveTo>
                    <a:pt x="454576" y="0"/>
                  </a:moveTo>
                  <a:cubicBezTo>
                    <a:pt x="194986" y="0"/>
                    <a:pt x="0" y="196222"/>
                    <a:pt x="0" y="468669"/>
                  </a:cubicBezTo>
                  <a:cubicBezTo>
                    <a:pt x="0" y="741116"/>
                    <a:pt x="194986" y="937338"/>
                    <a:pt x="435141" y="937338"/>
                  </a:cubicBezTo>
                  <a:cubicBezTo>
                    <a:pt x="546196" y="937338"/>
                    <a:pt x="650737" y="885667"/>
                    <a:pt x="711496" y="803036"/>
                  </a:cubicBezTo>
                  <a:lnTo>
                    <a:pt x="711496" y="919189"/>
                  </a:lnTo>
                  <a:lnTo>
                    <a:pt x="861313" y="919189"/>
                  </a:lnTo>
                  <a:lnTo>
                    <a:pt x="861313" y="444114"/>
                  </a:lnTo>
                  <a:lnTo>
                    <a:pt x="470060" y="444114"/>
                  </a:lnTo>
                  <a:lnTo>
                    <a:pt x="470060" y="591334"/>
                  </a:lnTo>
                  <a:lnTo>
                    <a:pt x="698576" y="591334"/>
                  </a:lnTo>
                  <a:cubicBezTo>
                    <a:pt x="676579" y="702363"/>
                    <a:pt x="578445" y="779869"/>
                    <a:pt x="454470" y="779869"/>
                  </a:cubicBezTo>
                  <a:cubicBezTo>
                    <a:pt x="291732" y="779869"/>
                    <a:pt x="175552" y="648236"/>
                    <a:pt x="175552" y="468776"/>
                  </a:cubicBezTo>
                  <a:cubicBezTo>
                    <a:pt x="175552" y="289315"/>
                    <a:pt x="291732" y="157682"/>
                    <a:pt x="454470" y="157682"/>
                  </a:cubicBezTo>
                  <a:cubicBezTo>
                    <a:pt x="570649" y="157682"/>
                    <a:pt x="654581" y="215759"/>
                    <a:pt x="699857" y="298389"/>
                  </a:cubicBezTo>
                  <a:lnTo>
                    <a:pt x="839316" y="205403"/>
                  </a:lnTo>
                  <a:cubicBezTo>
                    <a:pt x="770868" y="76332"/>
                    <a:pt x="626284" y="107"/>
                    <a:pt x="454470" y="107"/>
                  </a:cubicBezTo>
                </a:path>
              </a:pathLst>
            </a:custGeom>
            <a:solidFill>
              <a:srgbClr val="FFFFFF"/>
            </a:solidFill>
            <a:ln w="10675" cap="flat">
              <a:noFill/>
              <a:prstDash val="solid"/>
              <a:miter/>
            </a:ln>
          </p:spPr>
          <p:txBody>
            <a:bodyPr rtlCol="0" anchor="ctr"/>
            <a:lstStyle/>
            <a:p>
              <a:endParaRPr lang="de-DE" dirty="0">
                <a:latin typeface="BarmeniaGothaer Offc" panose="020B0503020204020204" pitchFamily="34" charset="0"/>
              </a:endParaRPr>
            </a:p>
          </p:txBody>
        </p:sp>
        <p:sp>
          <p:nvSpPr>
            <p:cNvPr id="42" name="Freihandform 41">
              <a:extLst>
                <a:ext uri="{FF2B5EF4-FFF2-40B4-BE49-F238E27FC236}">
                  <a16:creationId xmlns:a16="http://schemas.microsoft.com/office/drawing/2014/main" id="{7DD08E80-73E1-D920-65C2-14F61E75A2B9}"/>
                </a:ext>
              </a:extLst>
            </p:cNvPr>
            <p:cNvSpPr/>
            <p:nvPr/>
          </p:nvSpPr>
          <p:spPr>
            <a:xfrm>
              <a:off x="1768255" y="-1865975"/>
              <a:ext cx="1032722" cy="182257"/>
            </a:xfrm>
            <a:custGeom>
              <a:avLst/>
              <a:gdLst>
                <a:gd name="connsiteX0" fmla="*/ 5023081 w 5362651"/>
                <a:gd name="connsiteY0" fmla="*/ 804316 h 946411"/>
                <a:gd name="connsiteX1" fmla="*/ 4830658 w 5362651"/>
                <a:gd name="connsiteY1" fmla="*/ 597740 h 946411"/>
                <a:gd name="connsiteX2" fmla="*/ 5023081 w 5362651"/>
                <a:gd name="connsiteY2" fmla="*/ 391162 h 946411"/>
                <a:gd name="connsiteX3" fmla="*/ 5215504 w 5362651"/>
                <a:gd name="connsiteY3" fmla="*/ 597740 h 946411"/>
                <a:gd name="connsiteX4" fmla="*/ 5023081 w 5362651"/>
                <a:gd name="connsiteY4" fmla="*/ 804316 h 946411"/>
                <a:gd name="connsiteX5" fmla="*/ 5215504 w 5362651"/>
                <a:gd name="connsiteY5" fmla="*/ 267323 h 946411"/>
                <a:gd name="connsiteX6" fmla="*/ 5215504 w 5362651"/>
                <a:gd name="connsiteY6" fmla="*/ 377070 h 946411"/>
                <a:gd name="connsiteX7" fmla="*/ 4993395 w 5362651"/>
                <a:gd name="connsiteY7" fmla="*/ 249280 h 946411"/>
                <a:gd name="connsiteX8" fmla="*/ 4678278 w 5362651"/>
                <a:gd name="connsiteY8" fmla="*/ 597846 h 946411"/>
                <a:gd name="connsiteX9" fmla="*/ 4993395 w 5362651"/>
                <a:gd name="connsiteY9" fmla="*/ 946412 h 946411"/>
                <a:gd name="connsiteX10" fmla="*/ 5215504 w 5362651"/>
                <a:gd name="connsiteY10" fmla="*/ 818622 h 946411"/>
                <a:gd name="connsiteX11" fmla="*/ 5215504 w 5362651"/>
                <a:gd name="connsiteY11" fmla="*/ 928370 h 946411"/>
                <a:gd name="connsiteX12" fmla="*/ 5362651 w 5362651"/>
                <a:gd name="connsiteY12" fmla="*/ 928370 h 946411"/>
                <a:gd name="connsiteX13" fmla="*/ 5362651 w 5362651"/>
                <a:gd name="connsiteY13" fmla="*/ 267429 h 946411"/>
                <a:gd name="connsiteX14" fmla="*/ 5215504 w 5362651"/>
                <a:gd name="connsiteY14" fmla="*/ 267429 h 946411"/>
                <a:gd name="connsiteX15" fmla="*/ 4611218 w 5362651"/>
                <a:gd name="connsiteY15" fmla="*/ 91705 h 946411"/>
                <a:gd name="connsiteX16" fmla="*/ 4519492 w 5362651"/>
                <a:gd name="connsiteY16" fmla="*/ 183411 h 946411"/>
                <a:gd name="connsiteX17" fmla="*/ 4427765 w 5362651"/>
                <a:gd name="connsiteY17" fmla="*/ 91705 h 946411"/>
                <a:gd name="connsiteX18" fmla="*/ 4519492 w 5362651"/>
                <a:gd name="connsiteY18" fmla="*/ 0 h 946411"/>
                <a:gd name="connsiteX19" fmla="*/ 4611218 w 5362651"/>
                <a:gd name="connsiteY19" fmla="*/ 91705 h 946411"/>
                <a:gd name="connsiteX20" fmla="*/ 4445918 w 5362651"/>
                <a:gd name="connsiteY20" fmla="*/ 928263 h 946411"/>
                <a:gd name="connsiteX21" fmla="*/ 4593172 w 5362651"/>
                <a:gd name="connsiteY21" fmla="*/ 928263 h 946411"/>
                <a:gd name="connsiteX22" fmla="*/ 4593172 w 5362651"/>
                <a:gd name="connsiteY22" fmla="*/ 267323 h 946411"/>
                <a:gd name="connsiteX23" fmla="*/ 4445918 w 5362651"/>
                <a:gd name="connsiteY23" fmla="*/ 267323 h 946411"/>
                <a:gd name="connsiteX24" fmla="*/ 4445918 w 5362651"/>
                <a:gd name="connsiteY24" fmla="*/ 928263 h 946411"/>
                <a:gd name="connsiteX25" fmla="*/ 3777028 w 5362651"/>
                <a:gd name="connsiteY25" fmla="*/ 928263 h 946411"/>
                <a:gd name="connsiteX26" fmla="*/ 3924176 w 5362651"/>
                <a:gd name="connsiteY26" fmla="*/ 928263 h 946411"/>
                <a:gd name="connsiteX27" fmla="*/ 3924176 w 5362651"/>
                <a:gd name="connsiteY27" fmla="*/ 535820 h 946411"/>
                <a:gd name="connsiteX28" fmla="*/ 4061071 w 5362651"/>
                <a:gd name="connsiteY28" fmla="*/ 378351 h 946411"/>
                <a:gd name="connsiteX29" fmla="*/ 4190172 w 5362651"/>
                <a:gd name="connsiteY29" fmla="*/ 524183 h 946411"/>
                <a:gd name="connsiteX30" fmla="*/ 4190172 w 5362651"/>
                <a:gd name="connsiteY30" fmla="*/ 928263 h 946411"/>
                <a:gd name="connsiteX31" fmla="*/ 4337426 w 5362651"/>
                <a:gd name="connsiteY31" fmla="*/ 928263 h 946411"/>
                <a:gd name="connsiteX32" fmla="*/ 4337426 w 5362651"/>
                <a:gd name="connsiteY32" fmla="*/ 498348 h 946411"/>
                <a:gd name="connsiteX33" fmla="*/ 4121831 w 5362651"/>
                <a:gd name="connsiteY33" fmla="*/ 249174 h 946411"/>
                <a:gd name="connsiteX34" fmla="*/ 3924282 w 5362651"/>
                <a:gd name="connsiteY34" fmla="*/ 355078 h 946411"/>
                <a:gd name="connsiteX35" fmla="*/ 3924282 w 5362651"/>
                <a:gd name="connsiteY35" fmla="*/ 267323 h 946411"/>
                <a:gd name="connsiteX36" fmla="*/ 3777135 w 5362651"/>
                <a:gd name="connsiteY36" fmla="*/ 267323 h 946411"/>
                <a:gd name="connsiteX37" fmla="*/ 3777135 w 5362651"/>
                <a:gd name="connsiteY37" fmla="*/ 928263 h 946411"/>
                <a:gd name="connsiteX38" fmla="*/ 3199865 w 5362651"/>
                <a:gd name="connsiteY38" fmla="*/ 526745 h 946411"/>
                <a:gd name="connsiteX39" fmla="*/ 3371573 w 5362651"/>
                <a:gd name="connsiteY39" fmla="*/ 383476 h 946411"/>
                <a:gd name="connsiteX40" fmla="*/ 3540717 w 5362651"/>
                <a:gd name="connsiteY40" fmla="*/ 526745 h 946411"/>
                <a:gd name="connsiteX41" fmla="*/ 3199865 w 5362651"/>
                <a:gd name="connsiteY41" fmla="*/ 526745 h 946411"/>
                <a:gd name="connsiteX42" fmla="*/ 3044923 w 5362651"/>
                <a:gd name="connsiteY42" fmla="*/ 597740 h 946411"/>
                <a:gd name="connsiteX43" fmla="*/ 3383212 w 5362651"/>
                <a:gd name="connsiteY43" fmla="*/ 946305 h 946411"/>
                <a:gd name="connsiteX44" fmla="*/ 3671206 w 5362651"/>
                <a:gd name="connsiteY44" fmla="*/ 797804 h 946411"/>
                <a:gd name="connsiteX45" fmla="*/ 3570509 w 5362651"/>
                <a:gd name="connsiteY45" fmla="*/ 712611 h 946411"/>
                <a:gd name="connsiteX46" fmla="*/ 3383318 w 5362651"/>
                <a:gd name="connsiteY46" fmla="*/ 812003 h 946411"/>
                <a:gd name="connsiteX47" fmla="*/ 3196127 w 5362651"/>
                <a:gd name="connsiteY47" fmla="*/ 645460 h 946411"/>
                <a:gd name="connsiteX48" fmla="*/ 3690640 w 5362651"/>
                <a:gd name="connsiteY48" fmla="*/ 645460 h 946411"/>
                <a:gd name="connsiteX49" fmla="*/ 3694485 w 5362651"/>
                <a:gd name="connsiteY49" fmla="*/ 591227 h 946411"/>
                <a:gd name="connsiteX50" fmla="*/ 3371679 w 5362651"/>
                <a:gd name="connsiteY50" fmla="*/ 249174 h 946411"/>
                <a:gd name="connsiteX51" fmla="*/ 3044923 w 5362651"/>
                <a:gd name="connsiteY51" fmla="*/ 597740 h 946411"/>
                <a:gd name="connsiteX52" fmla="*/ 2032511 w 5362651"/>
                <a:gd name="connsiteY52" fmla="*/ 928263 h 946411"/>
                <a:gd name="connsiteX53" fmla="*/ 2179765 w 5362651"/>
                <a:gd name="connsiteY53" fmla="*/ 928263 h 946411"/>
                <a:gd name="connsiteX54" fmla="*/ 2179765 w 5362651"/>
                <a:gd name="connsiteY54" fmla="*/ 535820 h 946411"/>
                <a:gd name="connsiteX55" fmla="*/ 2306304 w 5362651"/>
                <a:gd name="connsiteY55" fmla="*/ 378351 h 946411"/>
                <a:gd name="connsiteX56" fmla="*/ 2425153 w 5362651"/>
                <a:gd name="connsiteY56" fmla="*/ 524183 h 946411"/>
                <a:gd name="connsiteX57" fmla="*/ 2425153 w 5362651"/>
                <a:gd name="connsiteY57" fmla="*/ 928263 h 946411"/>
                <a:gd name="connsiteX58" fmla="*/ 2572300 w 5362651"/>
                <a:gd name="connsiteY58" fmla="*/ 928263 h 946411"/>
                <a:gd name="connsiteX59" fmla="*/ 2572300 w 5362651"/>
                <a:gd name="connsiteY59" fmla="*/ 521621 h 946411"/>
                <a:gd name="connsiteX60" fmla="*/ 2698839 w 5362651"/>
                <a:gd name="connsiteY60" fmla="*/ 378351 h 946411"/>
                <a:gd name="connsiteX61" fmla="*/ 2817688 w 5362651"/>
                <a:gd name="connsiteY61" fmla="*/ 524183 h 946411"/>
                <a:gd name="connsiteX62" fmla="*/ 2817688 w 5362651"/>
                <a:gd name="connsiteY62" fmla="*/ 928263 h 946411"/>
                <a:gd name="connsiteX63" fmla="*/ 2964942 w 5362651"/>
                <a:gd name="connsiteY63" fmla="*/ 928263 h 946411"/>
                <a:gd name="connsiteX64" fmla="*/ 2964942 w 5362651"/>
                <a:gd name="connsiteY64" fmla="*/ 498348 h 946411"/>
                <a:gd name="connsiteX65" fmla="*/ 2746677 w 5362651"/>
                <a:gd name="connsiteY65" fmla="*/ 249174 h 946411"/>
                <a:gd name="connsiteX66" fmla="*/ 2547847 w 5362651"/>
                <a:gd name="connsiteY66" fmla="*/ 362764 h 946411"/>
                <a:gd name="connsiteX67" fmla="*/ 2367063 w 5362651"/>
                <a:gd name="connsiteY67" fmla="*/ 249174 h 946411"/>
                <a:gd name="connsiteX68" fmla="*/ 2179872 w 5362651"/>
                <a:gd name="connsiteY68" fmla="*/ 355078 h 946411"/>
                <a:gd name="connsiteX69" fmla="*/ 2179872 w 5362651"/>
                <a:gd name="connsiteY69" fmla="*/ 267323 h 946411"/>
                <a:gd name="connsiteX70" fmla="*/ 2032618 w 5362651"/>
                <a:gd name="connsiteY70" fmla="*/ 267323 h 946411"/>
                <a:gd name="connsiteX71" fmla="*/ 2032618 w 5362651"/>
                <a:gd name="connsiteY71" fmla="*/ 928263 h 946411"/>
                <a:gd name="connsiteX72" fmla="*/ 1612854 w 5362651"/>
                <a:gd name="connsiteY72" fmla="*/ 928263 h 946411"/>
                <a:gd name="connsiteX73" fmla="*/ 1760107 w 5362651"/>
                <a:gd name="connsiteY73" fmla="*/ 928263 h 946411"/>
                <a:gd name="connsiteX74" fmla="*/ 1760107 w 5362651"/>
                <a:gd name="connsiteY74" fmla="*/ 568061 h 946411"/>
                <a:gd name="connsiteX75" fmla="*/ 1922845 w 5362651"/>
                <a:gd name="connsiteY75" fmla="*/ 408030 h 946411"/>
                <a:gd name="connsiteX76" fmla="*/ 1955093 w 5362651"/>
                <a:gd name="connsiteY76" fmla="*/ 408030 h 946411"/>
                <a:gd name="connsiteX77" fmla="*/ 1955093 w 5362651"/>
                <a:gd name="connsiteY77" fmla="*/ 255686 h 946411"/>
                <a:gd name="connsiteX78" fmla="*/ 1940891 w 5362651"/>
                <a:gd name="connsiteY78" fmla="*/ 255686 h 946411"/>
                <a:gd name="connsiteX79" fmla="*/ 1760107 w 5362651"/>
                <a:gd name="connsiteY79" fmla="*/ 387426 h 946411"/>
                <a:gd name="connsiteX80" fmla="*/ 1760107 w 5362651"/>
                <a:gd name="connsiteY80" fmla="*/ 267323 h 946411"/>
                <a:gd name="connsiteX81" fmla="*/ 1612854 w 5362651"/>
                <a:gd name="connsiteY81" fmla="*/ 267323 h 946411"/>
                <a:gd name="connsiteX82" fmla="*/ 1612854 w 5362651"/>
                <a:gd name="connsiteY82" fmla="*/ 928263 h 946411"/>
                <a:gd name="connsiteX83" fmla="*/ 1159666 w 5362651"/>
                <a:gd name="connsiteY83" fmla="*/ 804316 h 946411"/>
                <a:gd name="connsiteX84" fmla="*/ 967242 w 5362651"/>
                <a:gd name="connsiteY84" fmla="*/ 597740 h 946411"/>
                <a:gd name="connsiteX85" fmla="*/ 1159666 w 5362651"/>
                <a:gd name="connsiteY85" fmla="*/ 391162 h 946411"/>
                <a:gd name="connsiteX86" fmla="*/ 1352089 w 5362651"/>
                <a:gd name="connsiteY86" fmla="*/ 597740 h 946411"/>
                <a:gd name="connsiteX87" fmla="*/ 1159666 w 5362651"/>
                <a:gd name="connsiteY87" fmla="*/ 804316 h 946411"/>
                <a:gd name="connsiteX88" fmla="*/ 1351982 w 5362651"/>
                <a:gd name="connsiteY88" fmla="*/ 267323 h 946411"/>
                <a:gd name="connsiteX89" fmla="*/ 1351982 w 5362651"/>
                <a:gd name="connsiteY89" fmla="*/ 377070 h 946411"/>
                <a:gd name="connsiteX90" fmla="*/ 1129873 w 5362651"/>
                <a:gd name="connsiteY90" fmla="*/ 249280 h 946411"/>
                <a:gd name="connsiteX91" fmla="*/ 814756 w 5362651"/>
                <a:gd name="connsiteY91" fmla="*/ 597846 h 946411"/>
                <a:gd name="connsiteX92" fmla="*/ 1129873 w 5362651"/>
                <a:gd name="connsiteY92" fmla="*/ 946412 h 946411"/>
                <a:gd name="connsiteX93" fmla="*/ 1351982 w 5362651"/>
                <a:gd name="connsiteY93" fmla="*/ 818622 h 946411"/>
                <a:gd name="connsiteX94" fmla="*/ 1351982 w 5362651"/>
                <a:gd name="connsiteY94" fmla="*/ 928370 h 946411"/>
                <a:gd name="connsiteX95" fmla="*/ 1499129 w 5362651"/>
                <a:gd name="connsiteY95" fmla="*/ 928370 h 946411"/>
                <a:gd name="connsiteX96" fmla="*/ 1499129 w 5362651"/>
                <a:gd name="connsiteY96" fmla="*/ 267429 h 946411"/>
                <a:gd name="connsiteX97" fmla="*/ 1351982 w 5362651"/>
                <a:gd name="connsiteY97" fmla="*/ 267429 h 946411"/>
                <a:gd name="connsiteX98" fmla="*/ 418376 w 5362651"/>
                <a:gd name="connsiteY98" fmla="*/ 386038 h 946411"/>
                <a:gd name="connsiteX99" fmla="*/ 167863 w 5362651"/>
                <a:gd name="connsiteY99" fmla="*/ 386038 h 946411"/>
                <a:gd name="connsiteX100" fmla="*/ 167863 w 5362651"/>
                <a:gd name="connsiteY100" fmla="*/ 176898 h 946411"/>
                <a:gd name="connsiteX101" fmla="*/ 418376 w 5362651"/>
                <a:gd name="connsiteY101" fmla="*/ 176898 h 946411"/>
                <a:gd name="connsiteX102" fmla="*/ 544915 w 5362651"/>
                <a:gd name="connsiteY102" fmla="*/ 281415 h 946411"/>
                <a:gd name="connsiteX103" fmla="*/ 418376 w 5362651"/>
                <a:gd name="connsiteY103" fmla="*/ 386038 h 946411"/>
                <a:gd name="connsiteX104" fmla="*/ 426172 w 5362651"/>
                <a:gd name="connsiteY104" fmla="*/ 775919 h 946411"/>
                <a:gd name="connsiteX105" fmla="*/ 167863 w 5362651"/>
                <a:gd name="connsiteY105" fmla="*/ 775919 h 946411"/>
                <a:gd name="connsiteX106" fmla="*/ 167863 w 5362651"/>
                <a:gd name="connsiteY106" fmla="*/ 538382 h 946411"/>
                <a:gd name="connsiteX107" fmla="*/ 426172 w 5362651"/>
                <a:gd name="connsiteY107" fmla="*/ 538382 h 946411"/>
                <a:gd name="connsiteX108" fmla="*/ 566912 w 5362651"/>
                <a:gd name="connsiteY108" fmla="*/ 657204 h 946411"/>
                <a:gd name="connsiteX109" fmla="*/ 426172 w 5362651"/>
                <a:gd name="connsiteY109" fmla="*/ 776026 h 946411"/>
                <a:gd name="connsiteX110" fmla="*/ 0 w 5362651"/>
                <a:gd name="connsiteY110" fmla="*/ 928263 h 946411"/>
                <a:gd name="connsiteX111" fmla="*/ 445500 w 5362651"/>
                <a:gd name="connsiteY111" fmla="*/ 928263 h 946411"/>
                <a:gd name="connsiteX112" fmla="*/ 742464 w 5362651"/>
                <a:gd name="connsiteY112" fmla="*/ 673965 h 946411"/>
                <a:gd name="connsiteX113" fmla="*/ 584959 w 5362651"/>
                <a:gd name="connsiteY113" fmla="*/ 458420 h 946411"/>
                <a:gd name="connsiteX114" fmla="*/ 720573 w 5362651"/>
                <a:gd name="connsiteY114" fmla="*/ 259636 h 946411"/>
                <a:gd name="connsiteX115" fmla="*/ 441656 w 5362651"/>
                <a:gd name="connsiteY115" fmla="*/ 24661 h 946411"/>
                <a:gd name="connsiteX116" fmla="*/ 0 w 5362651"/>
                <a:gd name="connsiteY116" fmla="*/ 24661 h 946411"/>
                <a:gd name="connsiteX117" fmla="*/ 0 w 5362651"/>
                <a:gd name="connsiteY117" fmla="*/ 928370 h 94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5362651" h="946411">
                  <a:moveTo>
                    <a:pt x="5023081" y="804316"/>
                  </a:moveTo>
                  <a:cubicBezTo>
                    <a:pt x="4912026" y="804316"/>
                    <a:pt x="4830658" y="716561"/>
                    <a:pt x="4830658" y="597740"/>
                  </a:cubicBezTo>
                  <a:cubicBezTo>
                    <a:pt x="4830658" y="478918"/>
                    <a:pt x="4912026" y="391162"/>
                    <a:pt x="5023081" y="391162"/>
                  </a:cubicBezTo>
                  <a:cubicBezTo>
                    <a:pt x="5134136" y="391162"/>
                    <a:pt x="5215504" y="478918"/>
                    <a:pt x="5215504" y="597740"/>
                  </a:cubicBezTo>
                  <a:cubicBezTo>
                    <a:pt x="5215504" y="716561"/>
                    <a:pt x="5134136" y="804316"/>
                    <a:pt x="5023081" y="804316"/>
                  </a:cubicBezTo>
                  <a:moveTo>
                    <a:pt x="5215504" y="267323"/>
                  </a:moveTo>
                  <a:lnTo>
                    <a:pt x="5215504" y="377070"/>
                  </a:lnTo>
                  <a:cubicBezTo>
                    <a:pt x="5171616" y="293158"/>
                    <a:pt x="5095373" y="249280"/>
                    <a:pt x="4993395" y="249280"/>
                  </a:cubicBezTo>
                  <a:cubicBezTo>
                    <a:pt x="4820407" y="249280"/>
                    <a:pt x="4678278" y="395112"/>
                    <a:pt x="4678278" y="597846"/>
                  </a:cubicBezTo>
                  <a:cubicBezTo>
                    <a:pt x="4678278" y="800580"/>
                    <a:pt x="4820300" y="946412"/>
                    <a:pt x="4993395" y="946412"/>
                  </a:cubicBezTo>
                  <a:cubicBezTo>
                    <a:pt x="5095373" y="946412"/>
                    <a:pt x="5171616" y="902534"/>
                    <a:pt x="5215504" y="818622"/>
                  </a:cubicBezTo>
                  <a:lnTo>
                    <a:pt x="5215504" y="928370"/>
                  </a:lnTo>
                  <a:lnTo>
                    <a:pt x="5362651" y="928370"/>
                  </a:lnTo>
                  <a:lnTo>
                    <a:pt x="5362651" y="267429"/>
                  </a:lnTo>
                  <a:lnTo>
                    <a:pt x="5215504" y="267429"/>
                  </a:lnTo>
                  <a:close/>
                  <a:moveTo>
                    <a:pt x="4611218" y="91705"/>
                  </a:moveTo>
                  <a:cubicBezTo>
                    <a:pt x="4611218" y="142095"/>
                    <a:pt x="4569893" y="183411"/>
                    <a:pt x="4519492" y="183411"/>
                  </a:cubicBezTo>
                  <a:cubicBezTo>
                    <a:pt x="4469090" y="183411"/>
                    <a:pt x="4427765" y="142095"/>
                    <a:pt x="4427765" y="91705"/>
                  </a:cubicBezTo>
                  <a:cubicBezTo>
                    <a:pt x="4427765" y="41315"/>
                    <a:pt x="4469090" y="0"/>
                    <a:pt x="4519492" y="0"/>
                  </a:cubicBezTo>
                  <a:cubicBezTo>
                    <a:pt x="4569893" y="0"/>
                    <a:pt x="4611218" y="41315"/>
                    <a:pt x="4611218" y="91705"/>
                  </a:cubicBezTo>
                  <a:moveTo>
                    <a:pt x="4445918" y="928263"/>
                  </a:moveTo>
                  <a:lnTo>
                    <a:pt x="4593172" y="928263"/>
                  </a:lnTo>
                  <a:lnTo>
                    <a:pt x="4593172" y="267323"/>
                  </a:lnTo>
                  <a:lnTo>
                    <a:pt x="4445918" y="267323"/>
                  </a:lnTo>
                  <a:lnTo>
                    <a:pt x="4445918" y="928263"/>
                  </a:lnTo>
                  <a:close/>
                  <a:moveTo>
                    <a:pt x="3777028" y="928263"/>
                  </a:moveTo>
                  <a:lnTo>
                    <a:pt x="3924176" y="928263"/>
                  </a:lnTo>
                  <a:lnTo>
                    <a:pt x="3924176" y="535820"/>
                  </a:lnTo>
                  <a:cubicBezTo>
                    <a:pt x="3924176" y="433866"/>
                    <a:pt x="3978421" y="378351"/>
                    <a:pt x="4061071" y="378351"/>
                  </a:cubicBezTo>
                  <a:cubicBezTo>
                    <a:pt x="4143722" y="378351"/>
                    <a:pt x="4190172" y="433866"/>
                    <a:pt x="4190172" y="524183"/>
                  </a:cubicBezTo>
                  <a:lnTo>
                    <a:pt x="4190172" y="928263"/>
                  </a:lnTo>
                  <a:lnTo>
                    <a:pt x="4337426" y="928263"/>
                  </a:lnTo>
                  <a:lnTo>
                    <a:pt x="4337426" y="498348"/>
                  </a:lnTo>
                  <a:cubicBezTo>
                    <a:pt x="4337426" y="327961"/>
                    <a:pt x="4245700" y="249174"/>
                    <a:pt x="4121831" y="249174"/>
                  </a:cubicBezTo>
                  <a:cubicBezTo>
                    <a:pt x="4019853" y="249174"/>
                    <a:pt x="3952686" y="299563"/>
                    <a:pt x="3924282" y="355078"/>
                  </a:cubicBezTo>
                  <a:lnTo>
                    <a:pt x="3924282" y="267323"/>
                  </a:lnTo>
                  <a:lnTo>
                    <a:pt x="3777135" y="267323"/>
                  </a:lnTo>
                  <a:lnTo>
                    <a:pt x="3777135" y="928263"/>
                  </a:lnTo>
                  <a:close/>
                  <a:moveTo>
                    <a:pt x="3199865" y="526745"/>
                  </a:moveTo>
                  <a:cubicBezTo>
                    <a:pt x="3220474" y="437709"/>
                    <a:pt x="3283796" y="383476"/>
                    <a:pt x="3371573" y="383476"/>
                  </a:cubicBezTo>
                  <a:cubicBezTo>
                    <a:pt x="3454223" y="383476"/>
                    <a:pt x="3521389" y="432584"/>
                    <a:pt x="3540717" y="526745"/>
                  </a:cubicBezTo>
                  <a:lnTo>
                    <a:pt x="3199865" y="526745"/>
                  </a:lnTo>
                  <a:close/>
                  <a:moveTo>
                    <a:pt x="3044923" y="597740"/>
                  </a:moveTo>
                  <a:cubicBezTo>
                    <a:pt x="3044923" y="799085"/>
                    <a:pt x="3188225" y="946305"/>
                    <a:pt x="3383212" y="946305"/>
                  </a:cubicBezTo>
                  <a:cubicBezTo>
                    <a:pt x="3503343" y="946305"/>
                    <a:pt x="3616960" y="886948"/>
                    <a:pt x="3671206" y="797804"/>
                  </a:cubicBezTo>
                  <a:lnTo>
                    <a:pt x="3570509" y="712611"/>
                  </a:lnTo>
                  <a:cubicBezTo>
                    <a:pt x="3533029" y="774531"/>
                    <a:pt x="3463299" y="812003"/>
                    <a:pt x="3383318" y="812003"/>
                  </a:cubicBezTo>
                  <a:cubicBezTo>
                    <a:pt x="3286466" y="812003"/>
                    <a:pt x="3214174" y="746133"/>
                    <a:pt x="3196127" y="645460"/>
                  </a:cubicBezTo>
                  <a:lnTo>
                    <a:pt x="3690640" y="645460"/>
                  </a:lnTo>
                  <a:cubicBezTo>
                    <a:pt x="3693203" y="628699"/>
                    <a:pt x="3694485" y="609269"/>
                    <a:pt x="3694485" y="591227"/>
                  </a:cubicBezTo>
                  <a:cubicBezTo>
                    <a:pt x="3694485" y="401411"/>
                    <a:pt x="3565384" y="249174"/>
                    <a:pt x="3371679" y="249174"/>
                  </a:cubicBezTo>
                  <a:cubicBezTo>
                    <a:pt x="3177975" y="249174"/>
                    <a:pt x="3044923" y="396286"/>
                    <a:pt x="3044923" y="597740"/>
                  </a:cubicBezTo>
                  <a:moveTo>
                    <a:pt x="2032511" y="928263"/>
                  </a:moveTo>
                  <a:lnTo>
                    <a:pt x="2179765" y="928263"/>
                  </a:lnTo>
                  <a:lnTo>
                    <a:pt x="2179765" y="535820"/>
                  </a:lnTo>
                  <a:cubicBezTo>
                    <a:pt x="2179765" y="433866"/>
                    <a:pt x="2230167" y="378351"/>
                    <a:pt x="2306304" y="378351"/>
                  </a:cubicBezTo>
                  <a:cubicBezTo>
                    <a:pt x="2382440" y="378351"/>
                    <a:pt x="2425153" y="433866"/>
                    <a:pt x="2425153" y="524183"/>
                  </a:cubicBezTo>
                  <a:lnTo>
                    <a:pt x="2425153" y="928263"/>
                  </a:lnTo>
                  <a:lnTo>
                    <a:pt x="2572300" y="928263"/>
                  </a:lnTo>
                  <a:lnTo>
                    <a:pt x="2572300" y="521621"/>
                  </a:lnTo>
                  <a:cubicBezTo>
                    <a:pt x="2572300" y="433866"/>
                    <a:pt x="2622702" y="378351"/>
                    <a:pt x="2698839" y="378351"/>
                  </a:cubicBezTo>
                  <a:cubicBezTo>
                    <a:pt x="2774974" y="378351"/>
                    <a:pt x="2817688" y="433866"/>
                    <a:pt x="2817688" y="524183"/>
                  </a:cubicBezTo>
                  <a:lnTo>
                    <a:pt x="2817688" y="928263"/>
                  </a:lnTo>
                  <a:lnTo>
                    <a:pt x="2964942" y="928263"/>
                  </a:lnTo>
                  <a:lnTo>
                    <a:pt x="2964942" y="498348"/>
                  </a:lnTo>
                  <a:cubicBezTo>
                    <a:pt x="2964942" y="327961"/>
                    <a:pt x="2877166" y="249174"/>
                    <a:pt x="2746677" y="249174"/>
                  </a:cubicBezTo>
                  <a:cubicBezTo>
                    <a:pt x="2658901" y="249174"/>
                    <a:pt x="2590453" y="287927"/>
                    <a:pt x="2547847" y="362764"/>
                  </a:cubicBezTo>
                  <a:cubicBezTo>
                    <a:pt x="2513036" y="285258"/>
                    <a:pt x="2447151" y="249174"/>
                    <a:pt x="2367063" y="249174"/>
                  </a:cubicBezTo>
                  <a:cubicBezTo>
                    <a:pt x="2271492" y="249174"/>
                    <a:pt x="2208277" y="299563"/>
                    <a:pt x="2179872" y="355078"/>
                  </a:cubicBezTo>
                  <a:lnTo>
                    <a:pt x="2179872" y="267323"/>
                  </a:lnTo>
                  <a:lnTo>
                    <a:pt x="2032618" y="267323"/>
                  </a:lnTo>
                  <a:lnTo>
                    <a:pt x="2032618" y="928263"/>
                  </a:lnTo>
                  <a:close/>
                  <a:moveTo>
                    <a:pt x="1612854" y="928263"/>
                  </a:moveTo>
                  <a:lnTo>
                    <a:pt x="1760107" y="928263"/>
                  </a:lnTo>
                  <a:lnTo>
                    <a:pt x="1760107" y="568061"/>
                  </a:lnTo>
                  <a:cubicBezTo>
                    <a:pt x="1760107" y="458313"/>
                    <a:pt x="1806558" y="408030"/>
                    <a:pt x="1922845" y="408030"/>
                  </a:cubicBezTo>
                  <a:lnTo>
                    <a:pt x="1955093" y="408030"/>
                  </a:lnTo>
                  <a:lnTo>
                    <a:pt x="1955093" y="255686"/>
                  </a:lnTo>
                  <a:lnTo>
                    <a:pt x="1940891" y="255686"/>
                  </a:lnTo>
                  <a:cubicBezTo>
                    <a:pt x="1844039" y="255686"/>
                    <a:pt x="1780823" y="309919"/>
                    <a:pt x="1760107" y="387426"/>
                  </a:cubicBezTo>
                  <a:lnTo>
                    <a:pt x="1760107" y="267323"/>
                  </a:lnTo>
                  <a:lnTo>
                    <a:pt x="1612854" y="267323"/>
                  </a:lnTo>
                  <a:lnTo>
                    <a:pt x="1612854" y="928263"/>
                  </a:lnTo>
                  <a:close/>
                  <a:moveTo>
                    <a:pt x="1159666" y="804316"/>
                  </a:moveTo>
                  <a:cubicBezTo>
                    <a:pt x="1048611" y="804316"/>
                    <a:pt x="967242" y="716561"/>
                    <a:pt x="967242" y="597740"/>
                  </a:cubicBezTo>
                  <a:cubicBezTo>
                    <a:pt x="967242" y="478918"/>
                    <a:pt x="1048611" y="391162"/>
                    <a:pt x="1159666" y="391162"/>
                  </a:cubicBezTo>
                  <a:cubicBezTo>
                    <a:pt x="1270720" y="391162"/>
                    <a:pt x="1352089" y="478918"/>
                    <a:pt x="1352089" y="597740"/>
                  </a:cubicBezTo>
                  <a:cubicBezTo>
                    <a:pt x="1352089" y="716561"/>
                    <a:pt x="1270720" y="804316"/>
                    <a:pt x="1159666" y="804316"/>
                  </a:cubicBezTo>
                  <a:moveTo>
                    <a:pt x="1351982" y="267323"/>
                  </a:moveTo>
                  <a:lnTo>
                    <a:pt x="1351982" y="377070"/>
                  </a:lnTo>
                  <a:cubicBezTo>
                    <a:pt x="1308094" y="293158"/>
                    <a:pt x="1231851" y="249280"/>
                    <a:pt x="1129873" y="249280"/>
                  </a:cubicBezTo>
                  <a:cubicBezTo>
                    <a:pt x="956885" y="249280"/>
                    <a:pt x="814756" y="395112"/>
                    <a:pt x="814756" y="597846"/>
                  </a:cubicBezTo>
                  <a:cubicBezTo>
                    <a:pt x="814756" y="800580"/>
                    <a:pt x="956778" y="946412"/>
                    <a:pt x="1129873" y="946412"/>
                  </a:cubicBezTo>
                  <a:cubicBezTo>
                    <a:pt x="1231851" y="946412"/>
                    <a:pt x="1308094" y="902534"/>
                    <a:pt x="1351982" y="818622"/>
                  </a:cubicBezTo>
                  <a:lnTo>
                    <a:pt x="1351982" y="928370"/>
                  </a:lnTo>
                  <a:lnTo>
                    <a:pt x="1499129" y="928370"/>
                  </a:lnTo>
                  <a:lnTo>
                    <a:pt x="1499129" y="267429"/>
                  </a:lnTo>
                  <a:lnTo>
                    <a:pt x="1351982" y="267429"/>
                  </a:lnTo>
                  <a:close/>
                  <a:moveTo>
                    <a:pt x="418376" y="386038"/>
                  </a:moveTo>
                  <a:lnTo>
                    <a:pt x="167863" y="386038"/>
                  </a:lnTo>
                  <a:lnTo>
                    <a:pt x="167863" y="176898"/>
                  </a:lnTo>
                  <a:lnTo>
                    <a:pt x="418376" y="176898"/>
                  </a:lnTo>
                  <a:cubicBezTo>
                    <a:pt x="498464" y="176898"/>
                    <a:pt x="544915" y="215652"/>
                    <a:pt x="544915" y="281415"/>
                  </a:cubicBezTo>
                  <a:cubicBezTo>
                    <a:pt x="544915" y="347178"/>
                    <a:pt x="498464" y="386038"/>
                    <a:pt x="418376" y="386038"/>
                  </a:cubicBezTo>
                  <a:moveTo>
                    <a:pt x="426172" y="775919"/>
                  </a:moveTo>
                  <a:lnTo>
                    <a:pt x="167863" y="775919"/>
                  </a:lnTo>
                  <a:lnTo>
                    <a:pt x="167863" y="538382"/>
                  </a:lnTo>
                  <a:lnTo>
                    <a:pt x="426172" y="538382"/>
                  </a:lnTo>
                  <a:cubicBezTo>
                    <a:pt x="515229" y="538382"/>
                    <a:pt x="566912" y="582259"/>
                    <a:pt x="566912" y="657204"/>
                  </a:cubicBezTo>
                  <a:cubicBezTo>
                    <a:pt x="566912" y="732148"/>
                    <a:pt x="515229" y="776026"/>
                    <a:pt x="426172" y="776026"/>
                  </a:cubicBezTo>
                  <a:moveTo>
                    <a:pt x="0" y="928263"/>
                  </a:moveTo>
                  <a:lnTo>
                    <a:pt x="445500" y="928263"/>
                  </a:lnTo>
                  <a:cubicBezTo>
                    <a:pt x="632690" y="928263"/>
                    <a:pt x="742464" y="833995"/>
                    <a:pt x="742464" y="673965"/>
                  </a:cubicBezTo>
                  <a:cubicBezTo>
                    <a:pt x="742464" y="564217"/>
                    <a:pt x="681811" y="490661"/>
                    <a:pt x="584959" y="458420"/>
                  </a:cubicBezTo>
                  <a:cubicBezTo>
                    <a:pt x="668890" y="426179"/>
                    <a:pt x="720573" y="351235"/>
                    <a:pt x="720573" y="259636"/>
                  </a:cubicBezTo>
                  <a:cubicBezTo>
                    <a:pt x="720573" y="112416"/>
                    <a:pt x="617314" y="24661"/>
                    <a:pt x="441656" y="24661"/>
                  </a:cubicBezTo>
                  <a:lnTo>
                    <a:pt x="0" y="24661"/>
                  </a:lnTo>
                  <a:lnTo>
                    <a:pt x="0" y="928370"/>
                  </a:lnTo>
                  <a:close/>
                </a:path>
              </a:pathLst>
            </a:custGeom>
            <a:solidFill>
              <a:srgbClr val="FFFFFF"/>
            </a:solidFill>
            <a:ln w="10675" cap="flat">
              <a:noFill/>
              <a:prstDash val="solid"/>
              <a:miter/>
            </a:ln>
          </p:spPr>
          <p:txBody>
            <a:bodyPr rtlCol="0" anchor="ctr"/>
            <a:lstStyle/>
            <a:p>
              <a:endParaRPr lang="de-DE" dirty="0">
                <a:latin typeface="BarmeniaGothaer Offc" panose="020B0503020204020204" pitchFamily="34" charset="0"/>
              </a:endParaRPr>
            </a:p>
          </p:txBody>
        </p:sp>
      </p:grpSp>
      <p:sp>
        <p:nvSpPr>
          <p:cNvPr id="7" name="Textplatzhalter 10">
            <a:extLst>
              <a:ext uri="{FF2B5EF4-FFF2-40B4-BE49-F238E27FC236}">
                <a16:creationId xmlns:a16="http://schemas.microsoft.com/office/drawing/2014/main" id="{E227E98B-2FCA-4AF8-7936-D854359B1552}"/>
              </a:ext>
            </a:extLst>
          </p:cNvPr>
          <p:cNvSpPr>
            <a:spLocks noGrp="1"/>
          </p:cNvSpPr>
          <p:nvPr>
            <p:ph type="body" sz="quarter" idx="36" hasCustomPrompt="1"/>
          </p:nvPr>
        </p:nvSpPr>
        <p:spPr>
          <a:xfrm>
            <a:off x="403763" y="4105723"/>
            <a:ext cx="4420965" cy="2120143"/>
          </a:xfrm>
        </p:spPr>
        <p:txBody>
          <a:bodyPr anchor="b">
            <a:normAutofit/>
          </a:bodyPr>
          <a:lstStyle>
            <a:lvl1pPr>
              <a:lnSpc>
                <a:spcPct val="90000"/>
              </a:lnSpc>
              <a:spcBef>
                <a:spcPts val="0"/>
              </a:spcBef>
              <a:spcAft>
                <a:spcPts val="0"/>
              </a:spcAft>
              <a:defRPr sz="8000">
                <a:latin typeface="BarmeniaGothaer Offc Medium" panose="020B0603020204020204" pitchFamily="34" charset="0"/>
              </a:defRPr>
            </a:lvl1pPr>
          </a:lstStyle>
          <a:p>
            <a:pPr lvl="0"/>
            <a:r>
              <a:rPr lang="de-DE" dirty="0"/>
              <a:t>Inhalt</a:t>
            </a:r>
          </a:p>
        </p:txBody>
      </p:sp>
    </p:spTree>
    <p:extLst>
      <p:ext uri="{BB962C8B-B14F-4D97-AF65-F5344CB8AC3E}">
        <p14:creationId xmlns:p14="http://schemas.microsoft.com/office/powerpoint/2010/main" val="103863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Agenda 6er dunkel">
    <p:bg>
      <p:bgPr>
        <a:solidFill>
          <a:schemeClr val="tx1"/>
        </a:solidFill>
        <a:effectLst/>
      </p:bgPr>
    </p:bg>
    <p:spTree>
      <p:nvGrpSpPr>
        <p:cNvPr id="1" name=""/>
        <p:cNvGrpSpPr/>
        <p:nvPr/>
      </p:nvGrpSpPr>
      <p:grpSpPr>
        <a:xfrm>
          <a:off x="0" y="0"/>
          <a:ext cx="0" cy="0"/>
          <a:chOff x="0" y="0"/>
          <a:chExt cx="0" cy="0"/>
        </a:xfrm>
      </p:grpSpPr>
      <p:sp>
        <p:nvSpPr>
          <p:cNvPr id="53" name="Freihandform 52">
            <a:extLst>
              <a:ext uri="{FF2B5EF4-FFF2-40B4-BE49-F238E27FC236}">
                <a16:creationId xmlns:a16="http://schemas.microsoft.com/office/drawing/2014/main" id="{D1792CB6-2AC9-938B-DED7-737B9E07C942}"/>
              </a:ext>
            </a:extLst>
          </p:cNvPr>
          <p:cNvSpPr/>
          <p:nvPr userDrawn="1"/>
        </p:nvSpPr>
        <p:spPr>
          <a:xfrm rot="20098344">
            <a:off x="202261" y="-1736835"/>
            <a:ext cx="7825388" cy="3559216"/>
          </a:xfrm>
          <a:custGeom>
            <a:avLst/>
            <a:gdLst>
              <a:gd name="connsiteX0" fmla="*/ 202213 w 7825388"/>
              <a:gd name="connsiteY0" fmla="*/ 0 h 3559216"/>
              <a:gd name="connsiteX1" fmla="*/ 7825388 w 7825388"/>
              <a:gd name="connsiteY1" fmla="*/ 3559216 h 3559216"/>
              <a:gd name="connsiteX2" fmla="*/ 273048 w 7825388"/>
              <a:gd name="connsiteY2" fmla="*/ 3559216 h 3559216"/>
              <a:gd name="connsiteX3" fmla="*/ 0 w 7825388"/>
              <a:gd name="connsiteY3" fmla="*/ 3286168 h 3559216"/>
              <a:gd name="connsiteX4" fmla="*/ 0 w 7825388"/>
              <a:gd name="connsiteY4" fmla="*/ 433101 h 35592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25388" h="3559216">
                <a:moveTo>
                  <a:pt x="202213" y="0"/>
                </a:moveTo>
                <a:lnTo>
                  <a:pt x="7825388" y="3559216"/>
                </a:lnTo>
                <a:lnTo>
                  <a:pt x="273048" y="3559216"/>
                </a:lnTo>
                <a:cubicBezTo>
                  <a:pt x="122247" y="3559216"/>
                  <a:pt x="0" y="3436968"/>
                  <a:pt x="0" y="3286168"/>
                </a:cubicBezTo>
                <a:lnTo>
                  <a:pt x="0" y="433101"/>
                </a:lnTo>
                <a:close/>
              </a:path>
            </a:pathLst>
          </a:custGeom>
          <a:solidFill>
            <a:srgbClr val="00A6F8"/>
          </a:solidFill>
          <a:ln w="6350" cap="flat">
            <a:noFill/>
            <a:prstDash val="solid"/>
            <a:miter/>
          </a:ln>
        </p:spPr>
        <p:txBody>
          <a:bodyPr rtlCol="0" anchor="ctr"/>
          <a:lstStyle/>
          <a:p>
            <a:endParaRPr lang="de-DE" dirty="0">
              <a:latin typeface="BarmeniaGothaer Offc" panose="020B0503020204020204" pitchFamily="34" charset="0"/>
            </a:endParaRPr>
          </a:p>
        </p:txBody>
      </p:sp>
      <p:sp>
        <p:nvSpPr>
          <p:cNvPr id="37" name="Freihandform 36">
            <a:extLst>
              <a:ext uri="{FF2B5EF4-FFF2-40B4-BE49-F238E27FC236}">
                <a16:creationId xmlns:a16="http://schemas.microsoft.com/office/drawing/2014/main" id="{8F408F0C-D60A-1D5A-DC82-D60300887FBB}"/>
              </a:ext>
            </a:extLst>
          </p:cNvPr>
          <p:cNvSpPr/>
          <p:nvPr userDrawn="1"/>
        </p:nvSpPr>
        <p:spPr>
          <a:xfrm rot="19858879">
            <a:off x="-59379" y="-1639612"/>
            <a:ext cx="6948171" cy="3547551"/>
          </a:xfrm>
          <a:custGeom>
            <a:avLst/>
            <a:gdLst>
              <a:gd name="connsiteX0" fmla="*/ 553139 w 6948171"/>
              <a:gd name="connsiteY0" fmla="*/ 0 h 3547551"/>
              <a:gd name="connsiteX1" fmla="*/ 6948171 w 6948171"/>
              <a:gd name="connsiteY1" fmla="*/ 3547551 h 3547551"/>
              <a:gd name="connsiteX2" fmla="*/ 273080 w 6948171"/>
              <a:gd name="connsiteY2" fmla="*/ 3547551 h 3547551"/>
              <a:gd name="connsiteX3" fmla="*/ 0 w 6948171"/>
              <a:gd name="connsiteY3" fmla="*/ 3274471 h 3547551"/>
              <a:gd name="connsiteX4" fmla="*/ 0 w 6948171"/>
              <a:gd name="connsiteY4" fmla="*/ 997121 h 35475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8171" h="3547551">
                <a:moveTo>
                  <a:pt x="553139" y="0"/>
                </a:moveTo>
                <a:lnTo>
                  <a:pt x="6948171" y="3547551"/>
                </a:lnTo>
                <a:lnTo>
                  <a:pt x="273080" y="3547551"/>
                </a:lnTo>
                <a:cubicBezTo>
                  <a:pt x="122262" y="3547551"/>
                  <a:pt x="0" y="3425289"/>
                  <a:pt x="0" y="3274471"/>
                </a:cubicBezTo>
                <a:lnTo>
                  <a:pt x="0" y="997121"/>
                </a:lnTo>
                <a:close/>
              </a:path>
            </a:pathLst>
          </a:custGeom>
          <a:solidFill>
            <a:schemeClr val="bg1"/>
          </a:solidFill>
          <a:ln w="6351" cap="flat">
            <a:noFill/>
            <a:prstDash val="solid"/>
            <a:miter/>
          </a:ln>
        </p:spPr>
        <p:txBody>
          <a:bodyPr rtlCol="0" anchor="ctr"/>
          <a:lstStyle/>
          <a:p>
            <a:endParaRPr lang="de-DE" dirty="0">
              <a:latin typeface="BarmeniaGothaer Offc" panose="020B0503020204020204" pitchFamily="34" charset="0"/>
            </a:endParaRP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lvl1pPr>
              <a:defRPr>
                <a:solidFill>
                  <a:schemeClr val="bg1"/>
                </a:solidFill>
              </a:defRPr>
            </a:lvl1pPr>
          </a:lstStyle>
          <a:p>
            <a:fld id="{1B8CEA6C-9D10-2143-89BB-EDC7EBF5F20F}"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lvl1pPr>
              <a:defRPr>
                <a:solidFill>
                  <a:schemeClr val="bg1"/>
                </a:solidFill>
              </a:defRPr>
            </a:lvl1p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
        <p:nvSpPr>
          <p:cNvPr id="26" name="Textfeld 25">
            <a:extLst>
              <a:ext uri="{FF2B5EF4-FFF2-40B4-BE49-F238E27FC236}">
                <a16:creationId xmlns:a16="http://schemas.microsoft.com/office/drawing/2014/main" id="{F041164B-854A-338B-8D4F-CDA72DB2FA19}"/>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27" name="Textfeld 26">
            <a:extLst>
              <a:ext uri="{FF2B5EF4-FFF2-40B4-BE49-F238E27FC236}">
                <a16:creationId xmlns:a16="http://schemas.microsoft.com/office/drawing/2014/main" id="{CA278856-5807-16E1-6C90-59283DB3A9A8}"/>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grpSp>
        <p:nvGrpSpPr>
          <p:cNvPr id="39" name="Gruppieren 38">
            <a:extLst>
              <a:ext uri="{FF2B5EF4-FFF2-40B4-BE49-F238E27FC236}">
                <a16:creationId xmlns:a16="http://schemas.microsoft.com/office/drawing/2014/main" id="{F0CD5AAF-B922-A417-C7A4-5EAC44CC0333}"/>
              </a:ext>
            </a:extLst>
          </p:cNvPr>
          <p:cNvGrpSpPr/>
          <p:nvPr userDrawn="1"/>
        </p:nvGrpSpPr>
        <p:grpSpPr>
          <a:xfrm>
            <a:off x="479425" y="436603"/>
            <a:ext cx="1714242" cy="471447"/>
            <a:chOff x="1144935" y="-1876113"/>
            <a:chExt cx="1656042" cy="455441"/>
          </a:xfrm>
          <a:solidFill>
            <a:schemeClr val="tx1"/>
          </a:solidFill>
        </p:grpSpPr>
        <p:sp>
          <p:nvSpPr>
            <p:cNvPr id="40" name="Freihandform 39">
              <a:extLst>
                <a:ext uri="{FF2B5EF4-FFF2-40B4-BE49-F238E27FC236}">
                  <a16:creationId xmlns:a16="http://schemas.microsoft.com/office/drawing/2014/main" id="{7F75C1CE-DA71-38A4-B1E4-4CB9F237A402}"/>
                </a:ext>
              </a:extLst>
            </p:cNvPr>
            <p:cNvSpPr/>
            <p:nvPr/>
          </p:nvSpPr>
          <p:spPr>
            <a:xfrm>
              <a:off x="1144935" y="-1876113"/>
              <a:ext cx="457053" cy="455441"/>
            </a:xfrm>
            <a:custGeom>
              <a:avLst/>
              <a:gdLst>
                <a:gd name="connsiteX0" fmla="*/ 1077263 w 2373356"/>
                <a:gd name="connsiteY0" fmla="*/ 1296696 h 2364985"/>
                <a:gd name="connsiteX1" fmla="*/ 1072778 w 2373356"/>
                <a:gd name="connsiteY1" fmla="*/ 1293921 h 2364985"/>
                <a:gd name="connsiteX2" fmla="*/ 461444 w 2373356"/>
                <a:gd name="connsiteY2" fmla="*/ 1203710 h 2364985"/>
                <a:gd name="connsiteX3" fmla="*/ 191603 w 2373356"/>
                <a:gd name="connsiteY3" fmla="*/ 1301393 h 2364985"/>
                <a:gd name="connsiteX4" fmla="*/ 461444 w 2373356"/>
                <a:gd name="connsiteY4" fmla="*/ 1399077 h 2364985"/>
                <a:gd name="connsiteX5" fmla="*/ 984361 w 2373356"/>
                <a:gd name="connsiteY5" fmla="*/ 1334168 h 2364985"/>
                <a:gd name="connsiteX6" fmla="*/ 256741 w 2373356"/>
                <a:gd name="connsiteY6" fmla="*/ 1958704 h 2364985"/>
                <a:gd name="connsiteX7" fmla="*/ 19682 w 2373356"/>
                <a:gd name="connsiteY7" fmla="*/ 2344101 h 2364985"/>
                <a:gd name="connsiteX8" fmla="*/ 409227 w 2373356"/>
                <a:gd name="connsiteY8" fmla="*/ 2109554 h 2364985"/>
                <a:gd name="connsiteX9" fmla="*/ 1040422 w 2373356"/>
                <a:gd name="connsiteY9" fmla="*/ 1389683 h 2364985"/>
                <a:gd name="connsiteX10" fmla="*/ 975391 w 2373356"/>
                <a:gd name="connsiteY10" fmla="*/ 1912905 h 2364985"/>
                <a:gd name="connsiteX11" fmla="*/ 1073098 w 2373356"/>
                <a:gd name="connsiteY11" fmla="*/ 2182576 h 2364985"/>
                <a:gd name="connsiteX12" fmla="*/ 1170805 w 2373356"/>
                <a:gd name="connsiteY12" fmla="*/ 1912905 h 2364985"/>
                <a:gd name="connsiteX13" fmla="*/ 1080573 w 2373356"/>
                <a:gd name="connsiteY13" fmla="*/ 1301714 h 2364985"/>
                <a:gd name="connsiteX14" fmla="*/ 1077369 w 2373356"/>
                <a:gd name="connsiteY14" fmla="*/ 1296803 h 2364985"/>
                <a:gd name="connsiteX15" fmla="*/ 1051955 w 2373356"/>
                <a:gd name="connsiteY15" fmla="*/ 1052967 h 2364985"/>
                <a:gd name="connsiteX16" fmla="*/ 1064128 w 2373356"/>
                <a:gd name="connsiteY16" fmla="*/ 1040797 h 2364985"/>
                <a:gd name="connsiteX17" fmla="*/ 425992 w 2373356"/>
                <a:gd name="connsiteY17" fmla="*/ 255590 h 2364985"/>
                <a:gd name="connsiteX18" fmla="*/ 32176 w 2373356"/>
                <a:gd name="connsiteY18" fmla="*/ 21149 h 2364985"/>
                <a:gd name="connsiteX19" fmla="*/ 266565 w 2373356"/>
                <a:gd name="connsiteY19" fmla="*/ 414873 h 2364985"/>
                <a:gd name="connsiteX20" fmla="*/ 1051955 w 2373356"/>
                <a:gd name="connsiteY20" fmla="*/ 1052860 h 2364985"/>
                <a:gd name="connsiteX21" fmla="*/ 1194297 w 2373356"/>
                <a:gd name="connsiteY21" fmla="*/ 143173 h 2364985"/>
                <a:gd name="connsiteX22" fmla="*/ 1096697 w 2373356"/>
                <a:gd name="connsiteY22" fmla="*/ 408361 h 2364985"/>
                <a:gd name="connsiteX23" fmla="*/ 1186929 w 2373356"/>
                <a:gd name="connsiteY23" fmla="*/ 1009196 h 2364985"/>
                <a:gd name="connsiteX24" fmla="*/ 1201772 w 2373356"/>
                <a:gd name="connsiteY24" fmla="*/ 1009196 h 2364985"/>
                <a:gd name="connsiteX25" fmla="*/ 1292004 w 2373356"/>
                <a:gd name="connsiteY25" fmla="*/ 408361 h 2364985"/>
                <a:gd name="connsiteX26" fmla="*/ 1194297 w 2373356"/>
                <a:gd name="connsiteY26" fmla="*/ 143173 h 2364985"/>
                <a:gd name="connsiteX27" fmla="*/ 1331300 w 2373356"/>
                <a:gd name="connsiteY27" fmla="*/ 1312069 h 2364985"/>
                <a:gd name="connsiteX28" fmla="*/ 1319126 w 2373356"/>
                <a:gd name="connsiteY28" fmla="*/ 1324240 h 2364985"/>
                <a:gd name="connsiteX29" fmla="*/ 1957263 w 2373356"/>
                <a:gd name="connsiteY29" fmla="*/ 2109447 h 2364985"/>
                <a:gd name="connsiteX30" fmla="*/ 2351079 w 2373356"/>
                <a:gd name="connsiteY30" fmla="*/ 2343781 h 2364985"/>
                <a:gd name="connsiteX31" fmla="*/ 2116583 w 2373356"/>
                <a:gd name="connsiteY31" fmla="*/ 1950057 h 2364985"/>
                <a:gd name="connsiteX32" fmla="*/ 1331193 w 2373356"/>
                <a:gd name="connsiteY32" fmla="*/ 1312069 h 2364985"/>
                <a:gd name="connsiteX33" fmla="*/ 1958331 w 2373356"/>
                <a:gd name="connsiteY33" fmla="*/ 259219 h 2364985"/>
                <a:gd name="connsiteX34" fmla="*/ 1320194 w 2373356"/>
                <a:gd name="connsiteY34" fmla="*/ 1044427 h 2364985"/>
                <a:gd name="connsiteX35" fmla="*/ 1332368 w 2373356"/>
                <a:gd name="connsiteY35" fmla="*/ 1056597 h 2364985"/>
                <a:gd name="connsiteX36" fmla="*/ 2117758 w 2373356"/>
                <a:gd name="connsiteY36" fmla="*/ 418609 h 2364985"/>
                <a:gd name="connsiteX37" fmla="*/ 2352147 w 2373356"/>
                <a:gd name="connsiteY37" fmla="*/ 24885 h 2364985"/>
                <a:gd name="connsiteX38" fmla="*/ 1958331 w 2373356"/>
                <a:gd name="connsiteY38" fmla="*/ 259219 h 2364985"/>
                <a:gd name="connsiteX39" fmla="*/ 2032011 w 2373356"/>
                <a:gd name="connsiteY39" fmla="*/ 1279722 h 2364985"/>
                <a:gd name="connsiteX40" fmla="*/ 2325344 w 2373356"/>
                <a:gd name="connsiteY40" fmla="*/ 1182145 h 2364985"/>
                <a:gd name="connsiteX41" fmla="*/ 2021333 w 2373356"/>
                <a:gd name="connsiteY41" fmla="*/ 1084461 h 2364985"/>
                <a:gd name="connsiteX42" fmla="*/ 1367393 w 2373356"/>
                <a:gd name="connsiteY42" fmla="*/ 1174671 h 2364985"/>
                <a:gd name="connsiteX43" fmla="*/ 1367393 w 2373356"/>
                <a:gd name="connsiteY43" fmla="*/ 1189618 h 2364985"/>
                <a:gd name="connsiteX44" fmla="*/ 2032011 w 2373356"/>
                <a:gd name="connsiteY44" fmla="*/ 1279722 h 2364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373356" h="2364985">
                  <a:moveTo>
                    <a:pt x="1077263" y="1296696"/>
                  </a:moveTo>
                  <a:cubicBezTo>
                    <a:pt x="1076195" y="1295522"/>
                    <a:pt x="1074700" y="1294561"/>
                    <a:pt x="1072778" y="1293921"/>
                  </a:cubicBezTo>
                  <a:cubicBezTo>
                    <a:pt x="910040" y="1243317"/>
                    <a:pt x="713773" y="1203710"/>
                    <a:pt x="461444" y="1203710"/>
                  </a:cubicBezTo>
                  <a:cubicBezTo>
                    <a:pt x="277777" y="1203710"/>
                    <a:pt x="191603" y="1222072"/>
                    <a:pt x="191603" y="1301393"/>
                  </a:cubicBezTo>
                  <a:cubicBezTo>
                    <a:pt x="191603" y="1380715"/>
                    <a:pt x="277670" y="1399077"/>
                    <a:pt x="461444" y="1399077"/>
                  </a:cubicBezTo>
                  <a:cubicBezTo>
                    <a:pt x="669671" y="1399077"/>
                    <a:pt x="839777" y="1372067"/>
                    <a:pt x="984361" y="1334168"/>
                  </a:cubicBezTo>
                  <a:cubicBezTo>
                    <a:pt x="768446" y="1481174"/>
                    <a:pt x="528611" y="1689780"/>
                    <a:pt x="256741" y="1958704"/>
                  </a:cubicBezTo>
                  <a:cubicBezTo>
                    <a:pt x="43388" y="2169765"/>
                    <a:pt x="-42252" y="2282822"/>
                    <a:pt x="19682" y="2344101"/>
                  </a:cubicBezTo>
                  <a:cubicBezTo>
                    <a:pt x="81616" y="2405381"/>
                    <a:pt x="195874" y="2320615"/>
                    <a:pt x="409227" y="2109554"/>
                  </a:cubicBezTo>
                  <a:cubicBezTo>
                    <a:pt x="681097" y="1840523"/>
                    <a:pt x="891887" y="1603306"/>
                    <a:pt x="1040422" y="1389683"/>
                  </a:cubicBezTo>
                  <a:cubicBezTo>
                    <a:pt x="1002514" y="1534233"/>
                    <a:pt x="975391" y="1704406"/>
                    <a:pt x="975391" y="1912905"/>
                  </a:cubicBezTo>
                  <a:cubicBezTo>
                    <a:pt x="975391" y="2096529"/>
                    <a:pt x="993758" y="2182576"/>
                    <a:pt x="1073098" y="2182576"/>
                  </a:cubicBezTo>
                  <a:cubicBezTo>
                    <a:pt x="1152438" y="2182576"/>
                    <a:pt x="1170805" y="2096529"/>
                    <a:pt x="1170805" y="1912905"/>
                  </a:cubicBezTo>
                  <a:cubicBezTo>
                    <a:pt x="1170805" y="1660635"/>
                    <a:pt x="1131295" y="1464307"/>
                    <a:pt x="1080573" y="1301714"/>
                  </a:cubicBezTo>
                  <a:cubicBezTo>
                    <a:pt x="1079932" y="1299472"/>
                    <a:pt x="1078758" y="1297871"/>
                    <a:pt x="1077369" y="1296803"/>
                  </a:cubicBezTo>
                  <a:moveTo>
                    <a:pt x="1051955" y="1052967"/>
                  </a:moveTo>
                  <a:cubicBezTo>
                    <a:pt x="1064128" y="1060761"/>
                    <a:pt x="1071923" y="1052967"/>
                    <a:pt x="1064128" y="1040797"/>
                  </a:cubicBezTo>
                  <a:cubicBezTo>
                    <a:pt x="916020" y="810092"/>
                    <a:pt x="719752" y="549282"/>
                    <a:pt x="425992" y="255590"/>
                  </a:cubicBezTo>
                  <a:cubicBezTo>
                    <a:pt x="212212" y="41753"/>
                    <a:pt x="96886" y="-43547"/>
                    <a:pt x="32176" y="21149"/>
                  </a:cubicBezTo>
                  <a:cubicBezTo>
                    <a:pt x="-32535" y="85844"/>
                    <a:pt x="52785" y="201036"/>
                    <a:pt x="266565" y="414873"/>
                  </a:cubicBezTo>
                  <a:cubicBezTo>
                    <a:pt x="560325" y="708565"/>
                    <a:pt x="821196" y="904893"/>
                    <a:pt x="1051955" y="1052860"/>
                  </a:cubicBezTo>
                  <a:moveTo>
                    <a:pt x="1194297" y="143173"/>
                  </a:moveTo>
                  <a:cubicBezTo>
                    <a:pt x="1115064" y="143173"/>
                    <a:pt x="1096697" y="227833"/>
                    <a:pt x="1096697" y="408361"/>
                  </a:cubicBezTo>
                  <a:cubicBezTo>
                    <a:pt x="1096697" y="656360"/>
                    <a:pt x="1136207" y="849379"/>
                    <a:pt x="1186929" y="1009196"/>
                  </a:cubicBezTo>
                  <a:cubicBezTo>
                    <a:pt x="1189598" y="1017630"/>
                    <a:pt x="1199102" y="1017630"/>
                    <a:pt x="1201772" y="1009196"/>
                  </a:cubicBezTo>
                  <a:cubicBezTo>
                    <a:pt x="1252387" y="849272"/>
                    <a:pt x="1292004" y="656360"/>
                    <a:pt x="1292004" y="408361"/>
                  </a:cubicBezTo>
                  <a:cubicBezTo>
                    <a:pt x="1292004" y="227833"/>
                    <a:pt x="1273637" y="143173"/>
                    <a:pt x="1194297" y="143173"/>
                  </a:cubicBezTo>
                  <a:moveTo>
                    <a:pt x="1331300" y="1312069"/>
                  </a:moveTo>
                  <a:cubicBezTo>
                    <a:pt x="1319126" y="1304169"/>
                    <a:pt x="1311331" y="1312069"/>
                    <a:pt x="1319126" y="1324240"/>
                  </a:cubicBezTo>
                  <a:cubicBezTo>
                    <a:pt x="1467235" y="1554944"/>
                    <a:pt x="1663502" y="1815755"/>
                    <a:pt x="1957263" y="2109447"/>
                  </a:cubicBezTo>
                  <a:cubicBezTo>
                    <a:pt x="2171149" y="2323283"/>
                    <a:pt x="2286369" y="2408584"/>
                    <a:pt x="2351079" y="2343781"/>
                  </a:cubicBezTo>
                  <a:cubicBezTo>
                    <a:pt x="2415790" y="2279086"/>
                    <a:pt x="2330470" y="2163893"/>
                    <a:pt x="2116583" y="1950057"/>
                  </a:cubicBezTo>
                  <a:cubicBezTo>
                    <a:pt x="1822823" y="1656365"/>
                    <a:pt x="1561952" y="1460036"/>
                    <a:pt x="1331193" y="1312069"/>
                  </a:cubicBezTo>
                  <a:moveTo>
                    <a:pt x="1958331" y="259219"/>
                  </a:moveTo>
                  <a:cubicBezTo>
                    <a:pt x="1664570" y="552912"/>
                    <a:pt x="1468196" y="813722"/>
                    <a:pt x="1320194" y="1044427"/>
                  </a:cubicBezTo>
                  <a:cubicBezTo>
                    <a:pt x="1312399" y="1056597"/>
                    <a:pt x="1320194" y="1064390"/>
                    <a:pt x="1332368" y="1056597"/>
                  </a:cubicBezTo>
                  <a:cubicBezTo>
                    <a:pt x="1563126" y="908523"/>
                    <a:pt x="1823997" y="712302"/>
                    <a:pt x="2117758" y="418609"/>
                  </a:cubicBezTo>
                  <a:cubicBezTo>
                    <a:pt x="2331645" y="204773"/>
                    <a:pt x="2416964" y="89581"/>
                    <a:pt x="2352147" y="24885"/>
                  </a:cubicBezTo>
                  <a:cubicBezTo>
                    <a:pt x="2287437" y="-39810"/>
                    <a:pt x="2172217" y="45490"/>
                    <a:pt x="1958331" y="259219"/>
                  </a:cubicBezTo>
                  <a:moveTo>
                    <a:pt x="2032011" y="1279722"/>
                  </a:moveTo>
                  <a:cubicBezTo>
                    <a:pt x="2231696" y="1279722"/>
                    <a:pt x="2325344" y="1261359"/>
                    <a:pt x="2325344" y="1182145"/>
                  </a:cubicBezTo>
                  <a:cubicBezTo>
                    <a:pt x="2325344" y="1102930"/>
                    <a:pt x="2221017" y="1084461"/>
                    <a:pt x="2021333" y="1084461"/>
                  </a:cubicBezTo>
                  <a:cubicBezTo>
                    <a:pt x="1747007" y="1084461"/>
                    <a:pt x="1544226" y="1124068"/>
                    <a:pt x="1367393" y="1174671"/>
                  </a:cubicBezTo>
                  <a:cubicBezTo>
                    <a:pt x="1358102" y="1177340"/>
                    <a:pt x="1358102" y="1186949"/>
                    <a:pt x="1367393" y="1189618"/>
                  </a:cubicBezTo>
                  <a:cubicBezTo>
                    <a:pt x="1544226" y="1240221"/>
                    <a:pt x="1757792" y="1279722"/>
                    <a:pt x="2032011" y="1279722"/>
                  </a:cubicBezTo>
                </a:path>
              </a:pathLst>
            </a:custGeom>
            <a:grpFill/>
            <a:ln w="10675" cap="flat">
              <a:noFill/>
              <a:prstDash val="solid"/>
              <a:miter/>
            </a:ln>
          </p:spPr>
          <p:txBody>
            <a:bodyPr rtlCol="0" anchor="ctr"/>
            <a:lstStyle/>
            <a:p>
              <a:endParaRPr lang="de-DE" dirty="0">
                <a:solidFill>
                  <a:schemeClr val="bg1"/>
                </a:solidFill>
                <a:latin typeface="BarmeniaGothaer Offc" panose="020B0503020204020204" pitchFamily="34" charset="0"/>
              </a:endParaRPr>
            </a:p>
          </p:txBody>
        </p:sp>
        <p:sp>
          <p:nvSpPr>
            <p:cNvPr id="41" name="Freihandform 40">
              <a:extLst>
                <a:ext uri="{FF2B5EF4-FFF2-40B4-BE49-F238E27FC236}">
                  <a16:creationId xmlns:a16="http://schemas.microsoft.com/office/drawing/2014/main" id="{C637941F-81A3-6B24-3C32-494382E933DA}"/>
                </a:ext>
              </a:extLst>
            </p:cNvPr>
            <p:cNvSpPr/>
            <p:nvPr/>
          </p:nvSpPr>
          <p:spPr>
            <a:xfrm>
              <a:off x="1757315" y="-1615483"/>
              <a:ext cx="899919" cy="180509"/>
            </a:xfrm>
            <a:custGeom>
              <a:avLst/>
              <a:gdLst>
                <a:gd name="connsiteX0" fmla="*/ 4330912 w 4673045"/>
                <a:gd name="connsiteY0" fmla="*/ 919189 h 937337"/>
                <a:gd name="connsiteX1" fmla="*/ 4478060 w 4673045"/>
                <a:gd name="connsiteY1" fmla="*/ 919189 h 937337"/>
                <a:gd name="connsiteX2" fmla="*/ 4478060 w 4673045"/>
                <a:gd name="connsiteY2" fmla="*/ 558986 h 937337"/>
                <a:gd name="connsiteX3" fmla="*/ 4640797 w 4673045"/>
                <a:gd name="connsiteY3" fmla="*/ 398849 h 937337"/>
                <a:gd name="connsiteX4" fmla="*/ 4673046 w 4673045"/>
                <a:gd name="connsiteY4" fmla="*/ 398849 h 937337"/>
                <a:gd name="connsiteX5" fmla="*/ 4673046 w 4673045"/>
                <a:gd name="connsiteY5" fmla="*/ 246505 h 937337"/>
                <a:gd name="connsiteX6" fmla="*/ 4658844 w 4673045"/>
                <a:gd name="connsiteY6" fmla="*/ 246505 h 937337"/>
                <a:gd name="connsiteX7" fmla="*/ 4478060 w 4673045"/>
                <a:gd name="connsiteY7" fmla="*/ 378138 h 937337"/>
                <a:gd name="connsiteX8" fmla="*/ 4478060 w 4673045"/>
                <a:gd name="connsiteY8" fmla="*/ 258035 h 937337"/>
                <a:gd name="connsiteX9" fmla="*/ 4330912 w 4673045"/>
                <a:gd name="connsiteY9" fmla="*/ 258035 h 937337"/>
                <a:gd name="connsiteX10" fmla="*/ 4330912 w 4673045"/>
                <a:gd name="connsiteY10" fmla="*/ 918975 h 937337"/>
                <a:gd name="connsiteX11" fmla="*/ 3753749 w 4673045"/>
                <a:gd name="connsiteY11" fmla="*/ 517671 h 937337"/>
                <a:gd name="connsiteX12" fmla="*/ 3925457 w 4673045"/>
                <a:gd name="connsiteY12" fmla="*/ 374401 h 937337"/>
                <a:gd name="connsiteX13" fmla="*/ 4094601 w 4673045"/>
                <a:gd name="connsiteY13" fmla="*/ 517671 h 937337"/>
                <a:gd name="connsiteX14" fmla="*/ 3753749 w 4673045"/>
                <a:gd name="connsiteY14" fmla="*/ 517671 h 937337"/>
                <a:gd name="connsiteX15" fmla="*/ 3598807 w 4673045"/>
                <a:gd name="connsiteY15" fmla="*/ 588665 h 937337"/>
                <a:gd name="connsiteX16" fmla="*/ 3937096 w 4673045"/>
                <a:gd name="connsiteY16" fmla="*/ 937231 h 937337"/>
                <a:gd name="connsiteX17" fmla="*/ 4225091 w 4673045"/>
                <a:gd name="connsiteY17" fmla="*/ 788730 h 937337"/>
                <a:gd name="connsiteX18" fmla="*/ 4124394 w 4673045"/>
                <a:gd name="connsiteY18" fmla="*/ 703537 h 937337"/>
                <a:gd name="connsiteX19" fmla="*/ 3937203 w 4673045"/>
                <a:gd name="connsiteY19" fmla="*/ 802929 h 937337"/>
                <a:gd name="connsiteX20" fmla="*/ 3750012 w 4673045"/>
                <a:gd name="connsiteY20" fmla="*/ 636386 h 937337"/>
                <a:gd name="connsiteX21" fmla="*/ 4244525 w 4673045"/>
                <a:gd name="connsiteY21" fmla="*/ 636386 h 937337"/>
                <a:gd name="connsiteX22" fmla="*/ 4248369 w 4673045"/>
                <a:gd name="connsiteY22" fmla="*/ 582153 h 937337"/>
                <a:gd name="connsiteX23" fmla="*/ 3925564 w 4673045"/>
                <a:gd name="connsiteY23" fmla="*/ 239993 h 937337"/>
                <a:gd name="connsiteX24" fmla="*/ 3598914 w 4673045"/>
                <a:gd name="connsiteY24" fmla="*/ 588558 h 937337"/>
                <a:gd name="connsiteX25" fmla="*/ 3173917 w 4673045"/>
                <a:gd name="connsiteY25" fmla="*/ 795242 h 937337"/>
                <a:gd name="connsiteX26" fmla="*/ 2981493 w 4673045"/>
                <a:gd name="connsiteY26" fmla="*/ 588665 h 937337"/>
                <a:gd name="connsiteX27" fmla="*/ 3173917 w 4673045"/>
                <a:gd name="connsiteY27" fmla="*/ 382088 h 937337"/>
                <a:gd name="connsiteX28" fmla="*/ 3366340 w 4673045"/>
                <a:gd name="connsiteY28" fmla="*/ 588665 h 937337"/>
                <a:gd name="connsiteX29" fmla="*/ 3173917 w 4673045"/>
                <a:gd name="connsiteY29" fmla="*/ 795242 h 937337"/>
                <a:gd name="connsiteX30" fmla="*/ 3366340 w 4673045"/>
                <a:gd name="connsiteY30" fmla="*/ 258248 h 937337"/>
                <a:gd name="connsiteX31" fmla="*/ 3366340 w 4673045"/>
                <a:gd name="connsiteY31" fmla="*/ 367996 h 937337"/>
                <a:gd name="connsiteX32" fmla="*/ 3144231 w 4673045"/>
                <a:gd name="connsiteY32" fmla="*/ 240206 h 937337"/>
                <a:gd name="connsiteX33" fmla="*/ 2829220 w 4673045"/>
                <a:gd name="connsiteY33" fmla="*/ 588772 h 937337"/>
                <a:gd name="connsiteX34" fmla="*/ 3144231 w 4673045"/>
                <a:gd name="connsiteY34" fmla="*/ 937338 h 937337"/>
                <a:gd name="connsiteX35" fmla="*/ 3366340 w 4673045"/>
                <a:gd name="connsiteY35" fmla="*/ 809548 h 937337"/>
                <a:gd name="connsiteX36" fmla="*/ 3366340 w 4673045"/>
                <a:gd name="connsiteY36" fmla="*/ 919295 h 937337"/>
                <a:gd name="connsiteX37" fmla="*/ 3513594 w 4673045"/>
                <a:gd name="connsiteY37" fmla="*/ 919295 h 937337"/>
                <a:gd name="connsiteX38" fmla="*/ 3513594 w 4673045"/>
                <a:gd name="connsiteY38" fmla="*/ 258355 h 937337"/>
                <a:gd name="connsiteX39" fmla="*/ 3366340 w 4673045"/>
                <a:gd name="connsiteY39" fmla="*/ 258355 h 937337"/>
                <a:gd name="connsiteX40" fmla="*/ 2188735 w 4673045"/>
                <a:gd name="connsiteY40" fmla="*/ 919189 h 937337"/>
                <a:gd name="connsiteX41" fmla="*/ 2335882 w 4673045"/>
                <a:gd name="connsiteY41" fmla="*/ 919189 h 937337"/>
                <a:gd name="connsiteX42" fmla="*/ 2335882 w 4673045"/>
                <a:gd name="connsiteY42" fmla="*/ 526746 h 937337"/>
                <a:gd name="connsiteX43" fmla="*/ 2472778 w 4673045"/>
                <a:gd name="connsiteY43" fmla="*/ 369277 h 937337"/>
                <a:gd name="connsiteX44" fmla="*/ 2601879 w 4673045"/>
                <a:gd name="connsiteY44" fmla="*/ 515109 h 937337"/>
                <a:gd name="connsiteX45" fmla="*/ 2601879 w 4673045"/>
                <a:gd name="connsiteY45" fmla="*/ 919189 h 937337"/>
                <a:gd name="connsiteX46" fmla="*/ 2749133 w 4673045"/>
                <a:gd name="connsiteY46" fmla="*/ 919189 h 937337"/>
                <a:gd name="connsiteX47" fmla="*/ 2749133 w 4673045"/>
                <a:gd name="connsiteY47" fmla="*/ 489273 h 937337"/>
                <a:gd name="connsiteX48" fmla="*/ 2533538 w 4673045"/>
                <a:gd name="connsiteY48" fmla="*/ 240100 h 937337"/>
                <a:gd name="connsiteX49" fmla="*/ 2335989 w 4673045"/>
                <a:gd name="connsiteY49" fmla="*/ 346004 h 937337"/>
                <a:gd name="connsiteX50" fmla="*/ 2335989 w 4673045"/>
                <a:gd name="connsiteY50" fmla="*/ 15480 h 937337"/>
                <a:gd name="connsiteX51" fmla="*/ 2188842 w 4673045"/>
                <a:gd name="connsiteY51" fmla="*/ 15480 h 937337"/>
                <a:gd name="connsiteX52" fmla="*/ 2188842 w 4673045"/>
                <a:gd name="connsiteY52" fmla="*/ 919189 h 937337"/>
                <a:gd name="connsiteX53" fmla="*/ 2090601 w 4673045"/>
                <a:gd name="connsiteY53" fmla="*/ 921751 h 937337"/>
                <a:gd name="connsiteX54" fmla="*/ 2090601 w 4673045"/>
                <a:gd name="connsiteY54" fmla="*/ 797805 h 937337"/>
                <a:gd name="connsiteX55" fmla="*/ 2035074 w 4673045"/>
                <a:gd name="connsiteY55" fmla="*/ 801648 h 937337"/>
                <a:gd name="connsiteX56" fmla="*/ 1929145 w 4673045"/>
                <a:gd name="connsiteY56" fmla="*/ 694463 h 937337"/>
                <a:gd name="connsiteX57" fmla="*/ 1929145 w 4673045"/>
                <a:gd name="connsiteY57" fmla="*/ 384650 h 937337"/>
                <a:gd name="connsiteX58" fmla="*/ 2090601 w 4673045"/>
                <a:gd name="connsiteY58" fmla="*/ 384650 h 937337"/>
                <a:gd name="connsiteX59" fmla="*/ 2090601 w 4673045"/>
                <a:gd name="connsiteY59" fmla="*/ 258142 h 937337"/>
                <a:gd name="connsiteX60" fmla="*/ 1929145 w 4673045"/>
                <a:gd name="connsiteY60" fmla="*/ 258142 h 937337"/>
                <a:gd name="connsiteX61" fmla="*/ 1929145 w 4673045"/>
                <a:gd name="connsiteY61" fmla="*/ 67044 h 937337"/>
                <a:gd name="connsiteX62" fmla="*/ 1781891 w 4673045"/>
                <a:gd name="connsiteY62" fmla="*/ 112203 h 937337"/>
                <a:gd name="connsiteX63" fmla="*/ 1781891 w 4673045"/>
                <a:gd name="connsiteY63" fmla="*/ 258035 h 937337"/>
                <a:gd name="connsiteX64" fmla="*/ 1654072 w 4673045"/>
                <a:gd name="connsiteY64" fmla="*/ 258035 h 937337"/>
                <a:gd name="connsiteX65" fmla="*/ 1654072 w 4673045"/>
                <a:gd name="connsiteY65" fmla="*/ 384543 h 937337"/>
                <a:gd name="connsiteX66" fmla="*/ 1781891 w 4673045"/>
                <a:gd name="connsiteY66" fmla="*/ 384543 h 937337"/>
                <a:gd name="connsiteX67" fmla="*/ 1781891 w 4673045"/>
                <a:gd name="connsiteY67" fmla="*/ 708555 h 937337"/>
                <a:gd name="connsiteX68" fmla="*/ 1994923 w 4673045"/>
                <a:gd name="connsiteY68" fmla="*/ 933174 h 937337"/>
                <a:gd name="connsiteX69" fmla="*/ 2090494 w 4673045"/>
                <a:gd name="connsiteY69" fmla="*/ 921537 h 937337"/>
                <a:gd name="connsiteX70" fmla="*/ 1293892 w 4673045"/>
                <a:gd name="connsiteY70" fmla="*/ 795242 h 937337"/>
                <a:gd name="connsiteX71" fmla="*/ 1101469 w 4673045"/>
                <a:gd name="connsiteY71" fmla="*/ 588665 h 937337"/>
                <a:gd name="connsiteX72" fmla="*/ 1293892 w 4673045"/>
                <a:gd name="connsiteY72" fmla="*/ 382088 h 937337"/>
                <a:gd name="connsiteX73" fmla="*/ 1486315 w 4673045"/>
                <a:gd name="connsiteY73" fmla="*/ 588665 h 937337"/>
                <a:gd name="connsiteX74" fmla="*/ 1293892 w 4673045"/>
                <a:gd name="connsiteY74" fmla="*/ 795242 h 937337"/>
                <a:gd name="connsiteX75" fmla="*/ 1293892 w 4673045"/>
                <a:gd name="connsiteY75" fmla="*/ 937231 h 937337"/>
                <a:gd name="connsiteX76" fmla="*/ 1638695 w 4673045"/>
                <a:gd name="connsiteY76" fmla="*/ 588665 h 937337"/>
                <a:gd name="connsiteX77" fmla="*/ 1293892 w 4673045"/>
                <a:gd name="connsiteY77" fmla="*/ 240100 h 937337"/>
                <a:gd name="connsiteX78" fmla="*/ 949089 w 4673045"/>
                <a:gd name="connsiteY78" fmla="*/ 588665 h 937337"/>
                <a:gd name="connsiteX79" fmla="*/ 1293892 w 4673045"/>
                <a:gd name="connsiteY79" fmla="*/ 937231 h 937337"/>
                <a:gd name="connsiteX80" fmla="*/ 454576 w 4673045"/>
                <a:gd name="connsiteY80" fmla="*/ 0 h 937337"/>
                <a:gd name="connsiteX81" fmla="*/ 0 w 4673045"/>
                <a:gd name="connsiteY81" fmla="*/ 468669 h 937337"/>
                <a:gd name="connsiteX82" fmla="*/ 435141 w 4673045"/>
                <a:gd name="connsiteY82" fmla="*/ 937338 h 937337"/>
                <a:gd name="connsiteX83" fmla="*/ 711496 w 4673045"/>
                <a:gd name="connsiteY83" fmla="*/ 803036 h 937337"/>
                <a:gd name="connsiteX84" fmla="*/ 711496 w 4673045"/>
                <a:gd name="connsiteY84" fmla="*/ 919189 h 937337"/>
                <a:gd name="connsiteX85" fmla="*/ 861313 w 4673045"/>
                <a:gd name="connsiteY85" fmla="*/ 919189 h 937337"/>
                <a:gd name="connsiteX86" fmla="*/ 861313 w 4673045"/>
                <a:gd name="connsiteY86" fmla="*/ 444114 h 937337"/>
                <a:gd name="connsiteX87" fmla="*/ 470060 w 4673045"/>
                <a:gd name="connsiteY87" fmla="*/ 444114 h 937337"/>
                <a:gd name="connsiteX88" fmla="*/ 470060 w 4673045"/>
                <a:gd name="connsiteY88" fmla="*/ 591334 h 937337"/>
                <a:gd name="connsiteX89" fmla="*/ 698576 w 4673045"/>
                <a:gd name="connsiteY89" fmla="*/ 591334 h 937337"/>
                <a:gd name="connsiteX90" fmla="*/ 454470 w 4673045"/>
                <a:gd name="connsiteY90" fmla="*/ 779869 h 937337"/>
                <a:gd name="connsiteX91" fmla="*/ 175552 w 4673045"/>
                <a:gd name="connsiteY91" fmla="*/ 468776 h 937337"/>
                <a:gd name="connsiteX92" fmla="*/ 454470 w 4673045"/>
                <a:gd name="connsiteY92" fmla="*/ 157682 h 937337"/>
                <a:gd name="connsiteX93" fmla="*/ 699857 w 4673045"/>
                <a:gd name="connsiteY93" fmla="*/ 298389 h 937337"/>
                <a:gd name="connsiteX94" fmla="*/ 839316 w 4673045"/>
                <a:gd name="connsiteY94" fmla="*/ 205403 h 937337"/>
                <a:gd name="connsiteX95" fmla="*/ 454470 w 4673045"/>
                <a:gd name="connsiteY95" fmla="*/ 107 h 9373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673045" h="937337">
                  <a:moveTo>
                    <a:pt x="4330912" y="919189"/>
                  </a:moveTo>
                  <a:lnTo>
                    <a:pt x="4478060" y="919189"/>
                  </a:lnTo>
                  <a:lnTo>
                    <a:pt x="4478060" y="558986"/>
                  </a:lnTo>
                  <a:cubicBezTo>
                    <a:pt x="4478060" y="449239"/>
                    <a:pt x="4524510" y="398849"/>
                    <a:pt x="4640797" y="398849"/>
                  </a:cubicBezTo>
                  <a:lnTo>
                    <a:pt x="4673046" y="398849"/>
                  </a:lnTo>
                  <a:lnTo>
                    <a:pt x="4673046" y="246505"/>
                  </a:lnTo>
                  <a:lnTo>
                    <a:pt x="4658844" y="246505"/>
                  </a:lnTo>
                  <a:cubicBezTo>
                    <a:pt x="4561991" y="246505"/>
                    <a:pt x="4498776" y="300738"/>
                    <a:pt x="4478060" y="378138"/>
                  </a:cubicBezTo>
                  <a:lnTo>
                    <a:pt x="4478060" y="258035"/>
                  </a:lnTo>
                  <a:lnTo>
                    <a:pt x="4330912" y="258035"/>
                  </a:lnTo>
                  <a:lnTo>
                    <a:pt x="4330912" y="918975"/>
                  </a:lnTo>
                  <a:close/>
                  <a:moveTo>
                    <a:pt x="3753749" y="517671"/>
                  </a:moveTo>
                  <a:cubicBezTo>
                    <a:pt x="3774358" y="428635"/>
                    <a:pt x="3837681" y="374401"/>
                    <a:pt x="3925457" y="374401"/>
                  </a:cubicBezTo>
                  <a:cubicBezTo>
                    <a:pt x="4008107" y="374401"/>
                    <a:pt x="4075273" y="423510"/>
                    <a:pt x="4094601" y="517671"/>
                  </a:cubicBezTo>
                  <a:lnTo>
                    <a:pt x="3753749" y="517671"/>
                  </a:lnTo>
                  <a:close/>
                  <a:moveTo>
                    <a:pt x="3598807" y="588665"/>
                  </a:moveTo>
                  <a:cubicBezTo>
                    <a:pt x="3598807" y="790011"/>
                    <a:pt x="3742110" y="937231"/>
                    <a:pt x="3937096" y="937231"/>
                  </a:cubicBezTo>
                  <a:cubicBezTo>
                    <a:pt x="4057227" y="937231"/>
                    <a:pt x="4170844" y="877873"/>
                    <a:pt x="4225091" y="788730"/>
                  </a:cubicBezTo>
                  <a:lnTo>
                    <a:pt x="4124394" y="703537"/>
                  </a:lnTo>
                  <a:cubicBezTo>
                    <a:pt x="4086913" y="765564"/>
                    <a:pt x="4017183" y="802929"/>
                    <a:pt x="3937203" y="802929"/>
                  </a:cubicBezTo>
                  <a:cubicBezTo>
                    <a:pt x="3840350" y="802929"/>
                    <a:pt x="3768059" y="737059"/>
                    <a:pt x="3750012" y="636386"/>
                  </a:cubicBezTo>
                  <a:lnTo>
                    <a:pt x="4244525" y="636386"/>
                  </a:lnTo>
                  <a:cubicBezTo>
                    <a:pt x="4247088" y="619625"/>
                    <a:pt x="4248369" y="600195"/>
                    <a:pt x="4248369" y="582153"/>
                  </a:cubicBezTo>
                  <a:cubicBezTo>
                    <a:pt x="4248369" y="392337"/>
                    <a:pt x="4119268" y="239993"/>
                    <a:pt x="3925564" y="239993"/>
                  </a:cubicBezTo>
                  <a:cubicBezTo>
                    <a:pt x="3731859" y="239993"/>
                    <a:pt x="3598914" y="387212"/>
                    <a:pt x="3598914" y="588558"/>
                  </a:cubicBezTo>
                  <a:moveTo>
                    <a:pt x="3173917" y="795242"/>
                  </a:moveTo>
                  <a:cubicBezTo>
                    <a:pt x="3062862" y="795242"/>
                    <a:pt x="2981493" y="707487"/>
                    <a:pt x="2981493" y="588665"/>
                  </a:cubicBezTo>
                  <a:cubicBezTo>
                    <a:pt x="2981493" y="469843"/>
                    <a:pt x="3062862" y="382088"/>
                    <a:pt x="3173917" y="382088"/>
                  </a:cubicBezTo>
                  <a:cubicBezTo>
                    <a:pt x="3284971" y="382088"/>
                    <a:pt x="3366340" y="469843"/>
                    <a:pt x="3366340" y="588665"/>
                  </a:cubicBezTo>
                  <a:cubicBezTo>
                    <a:pt x="3366340" y="707487"/>
                    <a:pt x="3284971" y="795242"/>
                    <a:pt x="3173917" y="795242"/>
                  </a:cubicBezTo>
                  <a:moveTo>
                    <a:pt x="3366340" y="258248"/>
                  </a:moveTo>
                  <a:lnTo>
                    <a:pt x="3366340" y="367996"/>
                  </a:lnTo>
                  <a:cubicBezTo>
                    <a:pt x="3322452" y="284084"/>
                    <a:pt x="3246209" y="240206"/>
                    <a:pt x="3144231" y="240206"/>
                  </a:cubicBezTo>
                  <a:cubicBezTo>
                    <a:pt x="2971242" y="240206"/>
                    <a:pt x="2829220" y="386038"/>
                    <a:pt x="2829220" y="588772"/>
                  </a:cubicBezTo>
                  <a:cubicBezTo>
                    <a:pt x="2829220" y="791506"/>
                    <a:pt x="2971242" y="937338"/>
                    <a:pt x="3144231" y="937338"/>
                  </a:cubicBezTo>
                  <a:cubicBezTo>
                    <a:pt x="3246209" y="937338"/>
                    <a:pt x="3322452" y="893460"/>
                    <a:pt x="3366340" y="809548"/>
                  </a:cubicBezTo>
                  <a:lnTo>
                    <a:pt x="3366340" y="919295"/>
                  </a:lnTo>
                  <a:lnTo>
                    <a:pt x="3513594" y="919295"/>
                  </a:lnTo>
                  <a:lnTo>
                    <a:pt x="3513594" y="258355"/>
                  </a:lnTo>
                  <a:lnTo>
                    <a:pt x="3366340" y="258355"/>
                  </a:lnTo>
                  <a:close/>
                  <a:moveTo>
                    <a:pt x="2188735" y="919189"/>
                  </a:moveTo>
                  <a:lnTo>
                    <a:pt x="2335882" y="919189"/>
                  </a:lnTo>
                  <a:lnTo>
                    <a:pt x="2335882" y="526746"/>
                  </a:lnTo>
                  <a:cubicBezTo>
                    <a:pt x="2335882" y="424791"/>
                    <a:pt x="2390128" y="369277"/>
                    <a:pt x="2472778" y="369277"/>
                  </a:cubicBezTo>
                  <a:cubicBezTo>
                    <a:pt x="2555429" y="369277"/>
                    <a:pt x="2601879" y="424791"/>
                    <a:pt x="2601879" y="515109"/>
                  </a:cubicBezTo>
                  <a:lnTo>
                    <a:pt x="2601879" y="919189"/>
                  </a:lnTo>
                  <a:lnTo>
                    <a:pt x="2749133" y="919189"/>
                  </a:lnTo>
                  <a:lnTo>
                    <a:pt x="2749133" y="489273"/>
                  </a:lnTo>
                  <a:cubicBezTo>
                    <a:pt x="2749133" y="318887"/>
                    <a:pt x="2657407" y="240100"/>
                    <a:pt x="2533538" y="240100"/>
                  </a:cubicBezTo>
                  <a:cubicBezTo>
                    <a:pt x="2431560" y="240100"/>
                    <a:pt x="2364394" y="290489"/>
                    <a:pt x="2335989" y="346004"/>
                  </a:cubicBezTo>
                  <a:lnTo>
                    <a:pt x="2335989" y="15480"/>
                  </a:lnTo>
                  <a:lnTo>
                    <a:pt x="2188842" y="15480"/>
                  </a:lnTo>
                  <a:lnTo>
                    <a:pt x="2188842" y="919189"/>
                  </a:lnTo>
                  <a:close/>
                  <a:moveTo>
                    <a:pt x="2090601" y="921751"/>
                  </a:moveTo>
                  <a:lnTo>
                    <a:pt x="2090601" y="797805"/>
                  </a:lnTo>
                  <a:cubicBezTo>
                    <a:pt x="2073836" y="800367"/>
                    <a:pt x="2050558" y="801648"/>
                    <a:pt x="2035074" y="801648"/>
                  </a:cubicBezTo>
                  <a:cubicBezTo>
                    <a:pt x="1962782" y="801648"/>
                    <a:pt x="1929145" y="764176"/>
                    <a:pt x="1929145" y="694463"/>
                  </a:cubicBezTo>
                  <a:lnTo>
                    <a:pt x="1929145" y="384650"/>
                  </a:lnTo>
                  <a:lnTo>
                    <a:pt x="2090601" y="384650"/>
                  </a:lnTo>
                  <a:lnTo>
                    <a:pt x="2090601" y="258142"/>
                  </a:lnTo>
                  <a:lnTo>
                    <a:pt x="1929145" y="258142"/>
                  </a:lnTo>
                  <a:lnTo>
                    <a:pt x="1929145" y="67044"/>
                  </a:lnTo>
                  <a:lnTo>
                    <a:pt x="1781891" y="112203"/>
                  </a:lnTo>
                  <a:lnTo>
                    <a:pt x="1781891" y="258035"/>
                  </a:lnTo>
                  <a:lnTo>
                    <a:pt x="1654072" y="258035"/>
                  </a:lnTo>
                  <a:lnTo>
                    <a:pt x="1654072" y="384543"/>
                  </a:lnTo>
                  <a:lnTo>
                    <a:pt x="1781891" y="384543"/>
                  </a:lnTo>
                  <a:lnTo>
                    <a:pt x="1781891" y="708555"/>
                  </a:lnTo>
                  <a:cubicBezTo>
                    <a:pt x="1781891" y="851824"/>
                    <a:pt x="1860697" y="933174"/>
                    <a:pt x="1994923" y="933174"/>
                  </a:cubicBezTo>
                  <a:cubicBezTo>
                    <a:pt x="2032404" y="933174"/>
                    <a:pt x="2065934" y="929331"/>
                    <a:pt x="2090494" y="921537"/>
                  </a:cubicBezTo>
                  <a:moveTo>
                    <a:pt x="1293892" y="795242"/>
                  </a:moveTo>
                  <a:cubicBezTo>
                    <a:pt x="1182837" y="795242"/>
                    <a:pt x="1101469" y="707487"/>
                    <a:pt x="1101469" y="588665"/>
                  </a:cubicBezTo>
                  <a:cubicBezTo>
                    <a:pt x="1101469" y="469843"/>
                    <a:pt x="1182837" y="382088"/>
                    <a:pt x="1293892" y="382088"/>
                  </a:cubicBezTo>
                  <a:cubicBezTo>
                    <a:pt x="1404946" y="382088"/>
                    <a:pt x="1486315" y="469843"/>
                    <a:pt x="1486315" y="588665"/>
                  </a:cubicBezTo>
                  <a:cubicBezTo>
                    <a:pt x="1486315" y="707487"/>
                    <a:pt x="1404946" y="795242"/>
                    <a:pt x="1293892" y="795242"/>
                  </a:cubicBezTo>
                  <a:moveTo>
                    <a:pt x="1293892" y="937231"/>
                  </a:moveTo>
                  <a:cubicBezTo>
                    <a:pt x="1490160" y="937231"/>
                    <a:pt x="1638695" y="791399"/>
                    <a:pt x="1638695" y="588665"/>
                  </a:cubicBezTo>
                  <a:cubicBezTo>
                    <a:pt x="1638695" y="385931"/>
                    <a:pt x="1490160" y="240100"/>
                    <a:pt x="1293892" y="240100"/>
                  </a:cubicBezTo>
                  <a:cubicBezTo>
                    <a:pt x="1097625" y="240100"/>
                    <a:pt x="949089" y="385931"/>
                    <a:pt x="949089" y="588665"/>
                  </a:cubicBezTo>
                  <a:cubicBezTo>
                    <a:pt x="949089" y="791399"/>
                    <a:pt x="1097625" y="937231"/>
                    <a:pt x="1293892" y="937231"/>
                  </a:cubicBezTo>
                  <a:moveTo>
                    <a:pt x="454576" y="0"/>
                  </a:moveTo>
                  <a:cubicBezTo>
                    <a:pt x="194986" y="0"/>
                    <a:pt x="0" y="196222"/>
                    <a:pt x="0" y="468669"/>
                  </a:cubicBezTo>
                  <a:cubicBezTo>
                    <a:pt x="0" y="741116"/>
                    <a:pt x="194986" y="937338"/>
                    <a:pt x="435141" y="937338"/>
                  </a:cubicBezTo>
                  <a:cubicBezTo>
                    <a:pt x="546196" y="937338"/>
                    <a:pt x="650737" y="885667"/>
                    <a:pt x="711496" y="803036"/>
                  </a:cubicBezTo>
                  <a:lnTo>
                    <a:pt x="711496" y="919189"/>
                  </a:lnTo>
                  <a:lnTo>
                    <a:pt x="861313" y="919189"/>
                  </a:lnTo>
                  <a:lnTo>
                    <a:pt x="861313" y="444114"/>
                  </a:lnTo>
                  <a:lnTo>
                    <a:pt x="470060" y="444114"/>
                  </a:lnTo>
                  <a:lnTo>
                    <a:pt x="470060" y="591334"/>
                  </a:lnTo>
                  <a:lnTo>
                    <a:pt x="698576" y="591334"/>
                  </a:lnTo>
                  <a:cubicBezTo>
                    <a:pt x="676579" y="702363"/>
                    <a:pt x="578445" y="779869"/>
                    <a:pt x="454470" y="779869"/>
                  </a:cubicBezTo>
                  <a:cubicBezTo>
                    <a:pt x="291732" y="779869"/>
                    <a:pt x="175552" y="648236"/>
                    <a:pt x="175552" y="468776"/>
                  </a:cubicBezTo>
                  <a:cubicBezTo>
                    <a:pt x="175552" y="289315"/>
                    <a:pt x="291732" y="157682"/>
                    <a:pt x="454470" y="157682"/>
                  </a:cubicBezTo>
                  <a:cubicBezTo>
                    <a:pt x="570649" y="157682"/>
                    <a:pt x="654581" y="215759"/>
                    <a:pt x="699857" y="298389"/>
                  </a:cubicBezTo>
                  <a:lnTo>
                    <a:pt x="839316" y="205403"/>
                  </a:lnTo>
                  <a:cubicBezTo>
                    <a:pt x="770868" y="76332"/>
                    <a:pt x="626284" y="107"/>
                    <a:pt x="454470" y="107"/>
                  </a:cubicBezTo>
                </a:path>
              </a:pathLst>
            </a:custGeom>
            <a:grpFill/>
            <a:ln w="10675" cap="flat">
              <a:noFill/>
              <a:prstDash val="solid"/>
              <a:miter/>
            </a:ln>
          </p:spPr>
          <p:txBody>
            <a:bodyPr rtlCol="0" anchor="ctr"/>
            <a:lstStyle/>
            <a:p>
              <a:endParaRPr lang="de-DE" dirty="0">
                <a:solidFill>
                  <a:schemeClr val="bg1"/>
                </a:solidFill>
                <a:latin typeface="BarmeniaGothaer Offc" panose="020B0503020204020204" pitchFamily="34" charset="0"/>
              </a:endParaRPr>
            </a:p>
          </p:txBody>
        </p:sp>
        <p:sp>
          <p:nvSpPr>
            <p:cNvPr id="42" name="Freihandform 41">
              <a:extLst>
                <a:ext uri="{FF2B5EF4-FFF2-40B4-BE49-F238E27FC236}">
                  <a16:creationId xmlns:a16="http://schemas.microsoft.com/office/drawing/2014/main" id="{7DD08E80-73E1-D920-65C2-14F61E75A2B9}"/>
                </a:ext>
              </a:extLst>
            </p:cNvPr>
            <p:cNvSpPr/>
            <p:nvPr/>
          </p:nvSpPr>
          <p:spPr>
            <a:xfrm>
              <a:off x="1768255" y="-1865975"/>
              <a:ext cx="1032722" cy="182257"/>
            </a:xfrm>
            <a:custGeom>
              <a:avLst/>
              <a:gdLst>
                <a:gd name="connsiteX0" fmla="*/ 5023081 w 5362651"/>
                <a:gd name="connsiteY0" fmla="*/ 804316 h 946411"/>
                <a:gd name="connsiteX1" fmla="*/ 4830658 w 5362651"/>
                <a:gd name="connsiteY1" fmla="*/ 597740 h 946411"/>
                <a:gd name="connsiteX2" fmla="*/ 5023081 w 5362651"/>
                <a:gd name="connsiteY2" fmla="*/ 391162 h 946411"/>
                <a:gd name="connsiteX3" fmla="*/ 5215504 w 5362651"/>
                <a:gd name="connsiteY3" fmla="*/ 597740 h 946411"/>
                <a:gd name="connsiteX4" fmla="*/ 5023081 w 5362651"/>
                <a:gd name="connsiteY4" fmla="*/ 804316 h 946411"/>
                <a:gd name="connsiteX5" fmla="*/ 5215504 w 5362651"/>
                <a:gd name="connsiteY5" fmla="*/ 267323 h 946411"/>
                <a:gd name="connsiteX6" fmla="*/ 5215504 w 5362651"/>
                <a:gd name="connsiteY6" fmla="*/ 377070 h 946411"/>
                <a:gd name="connsiteX7" fmla="*/ 4993395 w 5362651"/>
                <a:gd name="connsiteY7" fmla="*/ 249280 h 946411"/>
                <a:gd name="connsiteX8" fmla="*/ 4678278 w 5362651"/>
                <a:gd name="connsiteY8" fmla="*/ 597846 h 946411"/>
                <a:gd name="connsiteX9" fmla="*/ 4993395 w 5362651"/>
                <a:gd name="connsiteY9" fmla="*/ 946412 h 946411"/>
                <a:gd name="connsiteX10" fmla="*/ 5215504 w 5362651"/>
                <a:gd name="connsiteY10" fmla="*/ 818622 h 946411"/>
                <a:gd name="connsiteX11" fmla="*/ 5215504 w 5362651"/>
                <a:gd name="connsiteY11" fmla="*/ 928370 h 946411"/>
                <a:gd name="connsiteX12" fmla="*/ 5362651 w 5362651"/>
                <a:gd name="connsiteY12" fmla="*/ 928370 h 946411"/>
                <a:gd name="connsiteX13" fmla="*/ 5362651 w 5362651"/>
                <a:gd name="connsiteY13" fmla="*/ 267429 h 946411"/>
                <a:gd name="connsiteX14" fmla="*/ 5215504 w 5362651"/>
                <a:gd name="connsiteY14" fmla="*/ 267429 h 946411"/>
                <a:gd name="connsiteX15" fmla="*/ 4611218 w 5362651"/>
                <a:gd name="connsiteY15" fmla="*/ 91705 h 946411"/>
                <a:gd name="connsiteX16" fmla="*/ 4519492 w 5362651"/>
                <a:gd name="connsiteY16" fmla="*/ 183411 h 946411"/>
                <a:gd name="connsiteX17" fmla="*/ 4427765 w 5362651"/>
                <a:gd name="connsiteY17" fmla="*/ 91705 h 946411"/>
                <a:gd name="connsiteX18" fmla="*/ 4519492 w 5362651"/>
                <a:gd name="connsiteY18" fmla="*/ 0 h 946411"/>
                <a:gd name="connsiteX19" fmla="*/ 4611218 w 5362651"/>
                <a:gd name="connsiteY19" fmla="*/ 91705 h 946411"/>
                <a:gd name="connsiteX20" fmla="*/ 4445918 w 5362651"/>
                <a:gd name="connsiteY20" fmla="*/ 928263 h 946411"/>
                <a:gd name="connsiteX21" fmla="*/ 4593172 w 5362651"/>
                <a:gd name="connsiteY21" fmla="*/ 928263 h 946411"/>
                <a:gd name="connsiteX22" fmla="*/ 4593172 w 5362651"/>
                <a:gd name="connsiteY22" fmla="*/ 267323 h 946411"/>
                <a:gd name="connsiteX23" fmla="*/ 4445918 w 5362651"/>
                <a:gd name="connsiteY23" fmla="*/ 267323 h 946411"/>
                <a:gd name="connsiteX24" fmla="*/ 4445918 w 5362651"/>
                <a:gd name="connsiteY24" fmla="*/ 928263 h 946411"/>
                <a:gd name="connsiteX25" fmla="*/ 3777028 w 5362651"/>
                <a:gd name="connsiteY25" fmla="*/ 928263 h 946411"/>
                <a:gd name="connsiteX26" fmla="*/ 3924176 w 5362651"/>
                <a:gd name="connsiteY26" fmla="*/ 928263 h 946411"/>
                <a:gd name="connsiteX27" fmla="*/ 3924176 w 5362651"/>
                <a:gd name="connsiteY27" fmla="*/ 535820 h 946411"/>
                <a:gd name="connsiteX28" fmla="*/ 4061071 w 5362651"/>
                <a:gd name="connsiteY28" fmla="*/ 378351 h 946411"/>
                <a:gd name="connsiteX29" fmla="*/ 4190172 w 5362651"/>
                <a:gd name="connsiteY29" fmla="*/ 524183 h 946411"/>
                <a:gd name="connsiteX30" fmla="*/ 4190172 w 5362651"/>
                <a:gd name="connsiteY30" fmla="*/ 928263 h 946411"/>
                <a:gd name="connsiteX31" fmla="*/ 4337426 w 5362651"/>
                <a:gd name="connsiteY31" fmla="*/ 928263 h 946411"/>
                <a:gd name="connsiteX32" fmla="*/ 4337426 w 5362651"/>
                <a:gd name="connsiteY32" fmla="*/ 498348 h 946411"/>
                <a:gd name="connsiteX33" fmla="*/ 4121831 w 5362651"/>
                <a:gd name="connsiteY33" fmla="*/ 249174 h 946411"/>
                <a:gd name="connsiteX34" fmla="*/ 3924282 w 5362651"/>
                <a:gd name="connsiteY34" fmla="*/ 355078 h 946411"/>
                <a:gd name="connsiteX35" fmla="*/ 3924282 w 5362651"/>
                <a:gd name="connsiteY35" fmla="*/ 267323 h 946411"/>
                <a:gd name="connsiteX36" fmla="*/ 3777135 w 5362651"/>
                <a:gd name="connsiteY36" fmla="*/ 267323 h 946411"/>
                <a:gd name="connsiteX37" fmla="*/ 3777135 w 5362651"/>
                <a:gd name="connsiteY37" fmla="*/ 928263 h 946411"/>
                <a:gd name="connsiteX38" fmla="*/ 3199865 w 5362651"/>
                <a:gd name="connsiteY38" fmla="*/ 526745 h 946411"/>
                <a:gd name="connsiteX39" fmla="*/ 3371573 w 5362651"/>
                <a:gd name="connsiteY39" fmla="*/ 383476 h 946411"/>
                <a:gd name="connsiteX40" fmla="*/ 3540717 w 5362651"/>
                <a:gd name="connsiteY40" fmla="*/ 526745 h 946411"/>
                <a:gd name="connsiteX41" fmla="*/ 3199865 w 5362651"/>
                <a:gd name="connsiteY41" fmla="*/ 526745 h 946411"/>
                <a:gd name="connsiteX42" fmla="*/ 3044923 w 5362651"/>
                <a:gd name="connsiteY42" fmla="*/ 597740 h 946411"/>
                <a:gd name="connsiteX43" fmla="*/ 3383212 w 5362651"/>
                <a:gd name="connsiteY43" fmla="*/ 946305 h 946411"/>
                <a:gd name="connsiteX44" fmla="*/ 3671206 w 5362651"/>
                <a:gd name="connsiteY44" fmla="*/ 797804 h 946411"/>
                <a:gd name="connsiteX45" fmla="*/ 3570509 w 5362651"/>
                <a:gd name="connsiteY45" fmla="*/ 712611 h 946411"/>
                <a:gd name="connsiteX46" fmla="*/ 3383318 w 5362651"/>
                <a:gd name="connsiteY46" fmla="*/ 812003 h 946411"/>
                <a:gd name="connsiteX47" fmla="*/ 3196127 w 5362651"/>
                <a:gd name="connsiteY47" fmla="*/ 645460 h 946411"/>
                <a:gd name="connsiteX48" fmla="*/ 3690640 w 5362651"/>
                <a:gd name="connsiteY48" fmla="*/ 645460 h 946411"/>
                <a:gd name="connsiteX49" fmla="*/ 3694485 w 5362651"/>
                <a:gd name="connsiteY49" fmla="*/ 591227 h 946411"/>
                <a:gd name="connsiteX50" fmla="*/ 3371679 w 5362651"/>
                <a:gd name="connsiteY50" fmla="*/ 249174 h 946411"/>
                <a:gd name="connsiteX51" fmla="*/ 3044923 w 5362651"/>
                <a:gd name="connsiteY51" fmla="*/ 597740 h 946411"/>
                <a:gd name="connsiteX52" fmla="*/ 2032511 w 5362651"/>
                <a:gd name="connsiteY52" fmla="*/ 928263 h 946411"/>
                <a:gd name="connsiteX53" fmla="*/ 2179765 w 5362651"/>
                <a:gd name="connsiteY53" fmla="*/ 928263 h 946411"/>
                <a:gd name="connsiteX54" fmla="*/ 2179765 w 5362651"/>
                <a:gd name="connsiteY54" fmla="*/ 535820 h 946411"/>
                <a:gd name="connsiteX55" fmla="*/ 2306304 w 5362651"/>
                <a:gd name="connsiteY55" fmla="*/ 378351 h 946411"/>
                <a:gd name="connsiteX56" fmla="*/ 2425153 w 5362651"/>
                <a:gd name="connsiteY56" fmla="*/ 524183 h 946411"/>
                <a:gd name="connsiteX57" fmla="*/ 2425153 w 5362651"/>
                <a:gd name="connsiteY57" fmla="*/ 928263 h 946411"/>
                <a:gd name="connsiteX58" fmla="*/ 2572300 w 5362651"/>
                <a:gd name="connsiteY58" fmla="*/ 928263 h 946411"/>
                <a:gd name="connsiteX59" fmla="*/ 2572300 w 5362651"/>
                <a:gd name="connsiteY59" fmla="*/ 521621 h 946411"/>
                <a:gd name="connsiteX60" fmla="*/ 2698839 w 5362651"/>
                <a:gd name="connsiteY60" fmla="*/ 378351 h 946411"/>
                <a:gd name="connsiteX61" fmla="*/ 2817688 w 5362651"/>
                <a:gd name="connsiteY61" fmla="*/ 524183 h 946411"/>
                <a:gd name="connsiteX62" fmla="*/ 2817688 w 5362651"/>
                <a:gd name="connsiteY62" fmla="*/ 928263 h 946411"/>
                <a:gd name="connsiteX63" fmla="*/ 2964942 w 5362651"/>
                <a:gd name="connsiteY63" fmla="*/ 928263 h 946411"/>
                <a:gd name="connsiteX64" fmla="*/ 2964942 w 5362651"/>
                <a:gd name="connsiteY64" fmla="*/ 498348 h 946411"/>
                <a:gd name="connsiteX65" fmla="*/ 2746677 w 5362651"/>
                <a:gd name="connsiteY65" fmla="*/ 249174 h 946411"/>
                <a:gd name="connsiteX66" fmla="*/ 2547847 w 5362651"/>
                <a:gd name="connsiteY66" fmla="*/ 362764 h 946411"/>
                <a:gd name="connsiteX67" fmla="*/ 2367063 w 5362651"/>
                <a:gd name="connsiteY67" fmla="*/ 249174 h 946411"/>
                <a:gd name="connsiteX68" fmla="*/ 2179872 w 5362651"/>
                <a:gd name="connsiteY68" fmla="*/ 355078 h 946411"/>
                <a:gd name="connsiteX69" fmla="*/ 2179872 w 5362651"/>
                <a:gd name="connsiteY69" fmla="*/ 267323 h 946411"/>
                <a:gd name="connsiteX70" fmla="*/ 2032618 w 5362651"/>
                <a:gd name="connsiteY70" fmla="*/ 267323 h 946411"/>
                <a:gd name="connsiteX71" fmla="*/ 2032618 w 5362651"/>
                <a:gd name="connsiteY71" fmla="*/ 928263 h 946411"/>
                <a:gd name="connsiteX72" fmla="*/ 1612854 w 5362651"/>
                <a:gd name="connsiteY72" fmla="*/ 928263 h 946411"/>
                <a:gd name="connsiteX73" fmla="*/ 1760107 w 5362651"/>
                <a:gd name="connsiteY73" fmla="*/ 928263 h 946411"/>
                <a:gd name="connsiteX74" fmla="*/ 1760107 w 5362651"/>
                <a:gd name="connsiteY74" fmla="*/ 568061 h 946411"/>
                <a:gd name="connsiteX75" fmla="*/ 1922845 w 5362651"/>
                <a:gd name="connsiteY75" fmla="*/ 408030 h 946411"/>
                <a:gd name="connsiteX76" fmla="*/ 1955093 w 5362651"/>
                <a:gd name="connsiteY76" fmla="*/ 408030 h 946411"/>
                <a:gd name="connsiteX77" fmla="*/ 1955093 w 5362651"/>
                <a:gd name="connsiteY77" fmla="*/ 255686 h 946411"/>
                <a:gd name="connsiteX78" fmla="*/ 1940891 w 5362651"/>
                <a:gd name="connsiteY78" fmla="*/ 255686 h 946411"/>
                <a:gd name="connsiteX79" fmla="*/ 1760107 w 5362651"/>
                <a:gd name="connsiteY79" fmla="*/ 387426 h 946411"/>
                <a:gd name="connsiteX80" fmla="*/ 1760107 w 5362651"/>
                <a:gd name="connsiteY80" fmla="*/ 267323 h 946411"/>
                <a:gd name="connsiteX81" fmla="*/ 1612854 w 5362651"/>
                <a:gd name="connsiteY81" fmla="*/ 267323 h 946411"/>
                <a:gd name="connsiteX82" fmla="*/ 1612854 w 5362651"/>
                <a:gd name="connsiteY82" fmla="*/ 928263 h 946411"/>
                <a:gd name="connsiteX83" fmla="*/ 1159666 w 5362651"/>
                <a:gd name="connsiteY83" fmla="*/ 804316 h 946411"/>
                <a:gd name="connsiteX84" fmla="*/ 967242 w 5362651"/>
                <a:gd name="connsiteY84" fmla="*/ 597740 h 946411"/>
                <a:gd name="connsiteX85" fmla="*/ 1159666 w 5362651"/>
                <a:gd name="connsiteY85" fmla="*/ 391162 h 946411"/>
                <a:gd name="connsiteX86" fmla="*/ 1352089 w 5362651"/>
                <a:gd name="connsiteY86" fmla="*/ 597740 h 946411"/>
                <a:gd name="connsiteX87" fmla="*/ 1159666 w 5362651"/>
                <a:gd name="connsiteY87" fmla="*/ 804316 h 946411"/>
                <a:gd name="connsiteX88" fmla="*/ 1351982 w 5362651"/>
                <a:gd name="connsiteY88" fmla="*/ 267323 h 946411"/>
                <a:gd name="connsiteX89" fmla="*/ 1351982 w 5362651"/>
                <a:gd name="connsiteY89" fmla="*/ 377070 h 946411"/>
                <a:gd name="connsiteX90" fmla="*/ 1129873 w 5362651"/>
                <a:gd name="connsiteY90" fmla="*/ 249280 h 946411"/>
                <a:gd name="connsiteX91" fmla="*/ 814756 w 5362651"/>
                <a:gd name="connsiteY91" fmla="*/ 597846 h 946411"/>
                <a:gd name="connsiteX92" fmla="*/ 1129873 w 5362651"/>
                <a:gd name="connsiteY92" fmla="*/ 946412 h 946411"/>
                <a:gd name="connsiteX93" fmla="*/ 1351982 w 5362651"/>
                <a:gd name="connsiteY93" fmla="*/ 818622 h 946411"/>
                <a:gd name="connsiteX94" fmla="*/ 1351982 w 5362651"/>
                <a:gd name="connsiteY94" fmla="*/ 928370 h 946411"/>
                <a:gd name="connsiteX95" fmla="*/ 1499129 w 5362651"/>
                <a:gd name="connsiteY95" fmla="*/ 928370 h 946411"/>
                <a:gd name="connsiteX96" fmla="*/ 1499129 w 5362651"/>
                <a:gd name="connsiteY96" fmla="*/ 267429 h 946411"/>
                <a:gd name="connsiteX97" fmla="*/ 1351982 w 5362651"/>
                <a:gd name="connsiteY97" fmla="*/ 267429 h 946411"/>
                <a:gd name="connsiteX98" fmla="*/ 418376 w 5362651"/>
                <a:gd name="connsiteY98" fmla="*/ 386038 h 946411"/>
                <a:gd name="connsiteX99" fmla="*/ 167863 w 5362651"/>
                <a:gd name="connsiteY99" fmla="*/ 386038 h 946411"/>
                <a:gd name="connsiteX100" fmla="*/ 167863 w 5362651"/>
                <a:gd name="connsiteY100" fmla="*/ 176898 h 946411"/>
                <a:gd name="connsiteX101" fmla="*/ 418376 w 5362651"/>
                <a:gd name="connsiteY101" fmla="*/ 176898 h 946411"/>
                <a:gd name="connsiteX102" fmla="*/ 544915 w 5362651"/>
                <a:gd name="connsiteY102" fmla="*/ 281415 h 946411"/>
                <a:gd name="connsiteX103" fmla="*/ 418376 w 5362651"/>
                <a:gd name="connsiteY103" fmla="*/ 386038 h 946411"/>
                <a:gd name="connsiteX104" fmla="*/ 426172 w 5362651"/>
                <a:gd name="connsiteY104" fmla="*/ 775919 h 946411"/>
                <a:gd name="connsiteX105" fmla="*/ 167863 w 5362651"/>
                <a:gd name="connsiteY105" fmla="*/ 775919 h 946411"/>
                <a:gd name="connsiteX106" fmla="*/ 167863 w 5362651"/>
                <a:gd name="connsiteY106" fmla="*/ 538382 h 946411"/>
                <a:gd name="connsiteX107" fmla="*/ 426172 w 5362651"/>
                <a:gd name="connsiteY107" fmla="*/ 538382 h 946411"/>
                <a:gd name="connsiteX108" fmla="*/ 566912 w 5362651"/>
                <a:gd name="connsiteY108" fmla="*/ 657204 h 946411"/>
                <a:gd name="connsiteX109" fmla="*/ 426172 w 5362651"/>
                <a:gd name="connsiteY109" fmla="*/ 776026 h 946411"/>
                <a:gd name="connsiteX110" fmla="*/ 0 w 5362651"/>
                <a:gd name="connsiteY110" fmla="*/ 928263 h 946411"/>
                <a:gd name="connsiteX111" fmla="*/ 445500 w 5362651"/>
                <a:gd name="connsiteY111" fmla="*/ 928263 h 946411"/>
                <a:gd name="connsiteX112" fmla="*/ 742464 w 5362651"/>
                <a:gd name="connsiteY112" fmla="*/ 673965 h 946411"/>
                <a:gd name="connsiteX113" fmla="*/ 584959 w 5362651"/>
                <a:gd name="connsiteY113" fmla="*/ 458420 h 946411"/>
                <a:gd name="connsiteX114" fmla="*/ 720573 w 5362651"/>
                <a:gd name="connsiteY114" fmla="*/ 259636 h 946411"/>
                <a:gd name="connsiteX115" fmla="*/ 441656 w 5362651"/>
                <a:gd name="connsiteY115" fmla="*/ 24661 h 946411"/>
                <a:gd name="connsiteX116" fmla="*/ 0 w 5362651"/>
                <a:gd name="connsiteY116" fmla="*/ 24661 h 946411"/>
                <a:gd name="connsiteX117" fmla="*/ 0 w 5362651"/>
                <a:gd name="connsiteY117" fmla="*/ 928370 h 94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5362651" h="946411">
                  <a:moveTo>
                    <a:pt x="5023081" y="804316"/>
                  </a:moveTo>
                  <a:cubicBezTo>
                    <a:pt x="4912026" y="804316"/>
                    <a:pt x="4830658" y="716561"/>
                    <a:pt x="4830658" y="597740"/>
                  </a:cubicBezTo>
                  <a:cubicBezTo>
                    <a:pt x="4830658" y="478918"/>
                    <a:pt x="4912026" y="391162"/>
                    <a:pt x="5023081" y="391162"/>
                  </a:cubicBezTo>
                  <a:cubicBezTo>
                    <a:pt x="5134136" y="391162"/>
                    <a:pt x="5215504" y="478918"/>
                    <a:pt x="5215504" y="597740"/>
                  </a:cubicBezTo>
                  <a:cubicBezTo>
                    <a:pt x="5215504" y="716561"/>
                    <a:pt x="5134136" y="804316"/>
                    <a:pt x="5023081" y="804316"/>
                  </a:cubicBezTo>
                  <a:moveTo>
                    <a:pt x="5215504" y="267323"/>
                  </a:moveTo>
                  <a:lnTo>
                    <a:pt x="5215504" y="377070"/>
                  </a:lnTo>
                  <a:cubicBezTo>
                    <a:pt x="5171616" y="293158"/>
                    <a:pt x="5095373" y="249280"/>
                    <a:pt x="4993395" y="249280"/>
                  </a:cubicBezTo>
                  <a:cubicBezTo>
                    <a:pt x="4820407" y="249280"/>
                    <a:pt x="4678278" y="395112"/>
                    <a:pt x="4678278" y="597846"/>
                  </a:cubicBezTo>
                  <a:cubicBezTo>
                    <a:pt x="4678278" y="800580"/>
                    <a:pt x="4820300" y="946412"/>
                    <a:pt x="4993395" y="946412"/>
                  </a:cubicBezTo>
                  <a:cubicBezTo>
                    <a:pt x="5095373" y="946412"/>
                    <a:pt x="5171616" y="902534"/>
                    <a:pt x="5215504" y="818622"/>
                  </a:cubicBezTo>
                  <a:lnTo>
                    <a:pt x="5215504" y="928370"/>
                  </a:lnTo>
                  <a:lnTo>
                    <a:pt x="5362651" y="928370"/>
                  </a:lnTo>
                  <a:lnTo>
                    <a:pt x="5362651" y="267429"/>
                  </a:lnTo>
                  <a:lnTo>
                    <a:pt x="5215504" y="267429"/>
                  </a:lnTo>
                  <a:close/>
                  <a:moveTo>
                    <a:pt x="4611218" y="91705"/>
                  </a:moveTo>
                  <a:cubicBezTo>
                    <a:pt x="4611218" y="142095"/>
                    <a:pt x="4569893" y="183411"/>
                    <a:pt x="4519492" y="183411"/>
                  </a:cubicBezTo>
                  <a:cubicBezTo>
                    <a:pt x="4469090" y="183411"/>
                    <a:pt x="4427765" y="142095"/>
                    <a:pt x="4427765" y="91705"/>
                  </a:cubicBezTo>
                  <a:cubicBezTo>
                    <a:pt x="4427765" y="41315"/>
                    <a:pt x="4469090" y="0"/>
                    <a:pt x="4519492" y="0"/>
                  </a:cubicBezTo>
                  <a:cubicBezTo>
                    <a:pt x="4569893" y="0"/>
                    <a:pt x="4611218" y="41315"/>
                    <a:pt x="4611218" y="91705"/>
                  </a:cubicBezTo>
                  <a:moveTo>
                    <a:pt x="4445918" y="928263"/>
                  </a:moveTo>
                  <a:lnTo>
                    <a:pt x="4593172" y="928263"/>
                  </a:lnTo>
                  <a:lnTo>
                    <a:pt x="4593172" y="267323"/>
                  </a:lnTo>
                  <a:lnTo>
                    <a:pt x="4445918" y="267323"/>
                  </a:lnTo>
                  <a:lnTo>
                    <a:pt x="4445918" y="928263"/>
                  </a:lnTo>
                  <a:close/>
                  <a:moveTo>
                    <a:pt x="3777028" y="928263"/>
                  </a:moveTo>
                  <a:lnTo>
                    <a:pt x="3924176" y="928263"/>
                  </a:lnTo>
                  <a:lnTo>
                    <a:pt x="3924176" y="535820"/>
                  </a:lnTo>
                  <a:cubicBezTo>
                    <a:pt x="3924176" y="433866"/>
                    <a:pt x="3978421" y="378351"/>
                    <a:pt x="4061071" y="378351"/>
                  </a:cubicBezTo>
                  <a:cubicBezTo>
                    <a:pt x="4143722" y="378351"/>
                    <a:pt x="4190172" y="433866"/>
                    <a:pt x="4190172" y="524183"/>
                  </a:cubicBezTo>
                  <a:lnTo>
                    <a:pt x="4190172" y="928263"/>
                  </a:lnTo>
                  <a:lnTo>
                    <a:pt x="4337426" y="928263"/>
                  </a:lnTo>
                  <a:lnTo>
                    <a:pt x="4337426" y="498348"/>
                  </a:lnTo>
                  <a:cubicBezTo>
                    <a:pt x="4337426" y="327961"/>
                    <a:pt x="4245700" y="249174"/>
                    <a:pt x="4121831" y="249174"/>
                  </a:cubicBezTo>
                  <a:cubicBezTo>
                    <a:pt x="4019853" y="249174"/>
                    <a:pt x="3952686" y="299563"/>
                    <a:pt x="3924282" y="355078"/>
                  </a:cubicBezTo>
                  <a:lnTo>
                    <a:pt x="3924282" y="267323"/>
                  </a:lnTo>
                  <a:lnTo>
                    <a:pt x="3777135" y="267323"/>
                  </a:lnTo>
                  <a:lnTo>
                    <a:pt x="3777135" y="928263"/>
                  </a:lnTo>
                  <a:close/>
                  <a:moveTo>
                    <a:pt x="3199865" y="526745"/>
                  </a:moveTo>
                  <a:cubicBezTo>
                    <a:pt x="3220474" y="437709"/>
                    <a:pt x="3283796" y="383476"/>
                    <a:pt x="3371573" y="383476"/>
                  </a:cubicBezTo>
                  <a:cubicBezTo>
                    <a:pt x="3454223" y="383476"/>
                    <a:pt x="3521389" y="432584"/>
                    <a:pt x="3540717" y="526745"/>
                  </a:cubicBezTo>
                  <a:lnTo>
                    <a:pt x="3199865" y="526745"/>
                  </a:lnTo>
                  <a:close/>
                  <a:moveTo>
                    <a:pt x="3044923" y="597740"/>
                  </a:moveTo>
                  <a:cubicBezTo>
                    <a:pt x="3044923" y="799085"/>
                    <a:pt x="3188225" y="946305"/>
                    <a:pt x="3383212" y="946305"/>
                  </a:cubicBezTo>
                  <a:cubicBezTo>
                    <a:pt x="3503343" y="946305"/>
                    <a:pt x="3616960" y="886948"/>
                    <a:pt x="3671206" y="797804"/>
                  </a:cubicBezTo>
                  <a:lnTo>
                    <a:pt x="3570509" y="712611"/>
                  </a:lnTo>
                  <a:cubicBezTo>
                    <a:pt x="3533029" y="774531"/>
                    <a:pt x="3463299" y="812003"/>
                    <a:pt x="3383318" y="812003"/>
                  </a:cubicBezTo>
                  <a:cubicBezTo>
                    <a:pt x="3286466" y="812003"/>
                    <a:pt x="3214174" y="746133"/>
                    <a:pt x="3196127" y="645460"/>
                  </a:cubicBezTo>
                  <a:lnTo>
                    <a:pt x="3690640" y="645460"/>
                  </a:lnTo>
                  <a:cubicBezTo>
                    <a:pt x="3693203" y="628699"/>
                    <a:pt x="3694485" y="609269"/>
                    <a:pt x="3694485" y="591227"/>
                  </a:cubicBezTo>
                  <a:cubicBezTo>
                    <a:pt x="3694485" y="401411"/>
                    <a:pt x="3565384" y="249174"/>
                    <a:pt x="3371679" y="249174"/>
                  </a:cubicBezTo>
                  <a:cubicBezTo>
                    <a:pt x="3177975" y="249174"/>
                    <a:pt x="3044923" y="396286"/>
                    <a:pt x="3044923" y="597740"/>
                  </a:cubicBezTo>
                  <a:moveTo>
                    <a:pt x="2032511" y="928263"/>
                  </a:moveTo>
                  <a:lnTo>
                    <a:pt x="2179765" y="928263"/>
                  </a:lnTo>
                  <a:lnTo>
                    <a:pt x="2179765" y="535820"/>
                  </a:lnTo>
                  <a:cubicBezTo>
                    <a:pt x="2179765" y="433866"/>
                    <a:pt x="2230167" y="378351"/>
                    <a:pt x="2306304" y="378351"/>
                  </a:cubicBezTo>
                  <a:cubicBezTo>
                    <a:pt x="2382440" y="378351"/>
                    <a:pt x="2425153" y="433866"/>
                    <a:pt x="2425153" y="524183"/>
                  </a:cubicBezTo>
                  <a:lnTo>
                    <a:pt x="2425153" y="928263"/>
                  </a:lnTo>
                  <a:lnTo>
                    <a:pt x="2572300" y="928263"/>
                  </a:lnTo>
                  <a:lnTo>
                    <a:pt x="2572300" y="521621"/>
                  </a:lnTo>
                  <a:cubicBezTo>
                    <a:pt x="2572300" y="433866"/>
                    <a:pt x="2622702" y="378351"/>
                    <a:pt x="2698839" y="378351"/>
                  </a:cubicBezTo>
                  <a:cubicBezTo>
                    <a:pt x="2774974" y="378351"/>
                    <a:pt x="2817688" y="433866"/>
                    <a:pt x="2817688" y="524183"/>
                  </a:cubicBezTo>
                  <a:lnTo>
                    <a:pt x="2817688" y="928263"/>
                  </a:lnTo>
                  <a:lnTo>
                    <a:pt x="2964942" y="928263"/>
                  </a:lnTo>
                  <a:lnTo>
                    <a:pt x="2964942" y="498348"/>
                  </a:lnTo>
                  <a:cubicBezTo>
                    <a:pt x="2964942" y="327961"/>
                    <a:pt x="2877166" y="249174"/>
                    <a:pt x="2746677" y="249174"/>
                  </a:cubicBezTo>
                  <a:cubicBezTo>
                    <a:pt x="2658901" y="249174"/>
                    <a:pt x="2590453" y="287927"/>
                    <a:pt x="2547847" y="362764"/>
                  </a:cubicBezTo>
                  <a:cubicBezTo>
                    <a:pt x="2513036" y="285258"/>
                    <a:pt x="2447151" y="249174"/>
                    <a:pt x="2367063" y="249174"/>
                  </a:cubicBezTo>
                  <a:cubicBezTo>
                    <a:pt x="2271492" y="249174"/>
                    <a:pt x="2208277" y="299563"/>
                    <a:pt x="2179872" y="355078"/>
                  </a:cubicBezTo>
                  <a:lnTo>
                    <a:pt x="2179872" y="267323"/>
                  </a:lnTo>
                  <a:lnTo>
                    <a:pt x="2032618" y="267323"/>
                  </a:lnTo>
                  <a:lnTo>
                    <a:pt x="2032618" y="928263"/>
                  </a:lnTo>
                  <a:close/>
                  <a:moveTo>
                    <a:pt x="1612854" y="928263"/>
                  </a:moveTo>
                  <a:lnTo>
                    <a:pt x="1760107" y="928263"/>
                  </a:lnTo>
                  <a:lnTo>
                    <a:pt x="1760107" y="568061"/>
                  </a:lnTo>
                  <a:cubicBezTo>
                    <a:pt x="1760107" y="458313"/>
                    <a:pt x="1806558" y="408030"/>
                    <a:pt x="1922845" y="408030"/>
                  </a:cubicBezTo>
                  <a:lnTo>
                    <a:pt x="1955093" y="408030"/>
                  </a:lnTo>
                  <a:lnTo>
                    <a:pt x="1955093" y="255686"/>
                  </a:lnTo>
                  <a:lnTo>
                    <a:pt x="1940891" y="255686"/>
                  </a:lnTo>
                  <a:cubicBezTo>
                    <a:pt x="1844039" y="255686"/>
                    <a:pt x="1780823" y="309919"/>
                    <a:pt x="1760107" y="387426"/>
                  </a:cubicBezTo>
                  <a:lnTo>
                    <a:pt x="1760107" y="267323"/>
                  </a:lnTo>
                  <a:lnTo>
                    <a:pt x="1612854" y="267323"/>
                  </a:lnTo>
                  <a:lnTo>
                    <a:pt x="1612854" y="928263"/>
                  </a:lnTo>
                  <a:close/>
                  <a:moveTo>
                    <a:pt x="1159666" y="804316"/>
                  </a:moveTo>
                  <a:cubicBezTo>
                    <a:pt x="1048611" y="804316"/>
                    <a:pt x="967242" y="716561"/>
                    <a:pt x="967242" y="597740"/>
                  </a:cubicBezTo>
                  <a:cubicBezTo>
                    <a:pt x="967242" y="478918"/>
                    <a:pt x="1048611" y="391162"/>
                    <a:pt x="1159666" y="391162"/>
                  </a:cubicBezTo>
                  <a:cubicBezTo>
                    <a:pt x="1270720" y="391162"/>
                    <a:pt x="1352089" y="478918"/>
                    <a:pt x="1352089" y="597740"/>
                  </a:cubicBezTo>
                  <a:cubicBezTo>
                    <a:pt x="1352089" y="716561"/>
                    <a:pt x="1270720" y="804316"/>
                    <a:pt x="1159666" y="804316"/>
                  </a:cubicBezTo>
                  <a:moveTo>
                    <a:pt x="1351982" y="267323"/>
                  </a:moveTo>
                  <a:lnTo>
                    <a:pt x="1351982" y="377070"/>
                  </a:lnTo>
                  <a:cubicBezTo>
                    <a:pt x="1308094" y="293158"/>
                    <a:pt x="1231851" y="249280"/>
                    <a:pt x="1129873" y="249280"/>
                  </a:cubicBezTo>
                  <a:cubicBezTo>
                    <a:pt x="956885" y="249280"/>
                    <a:pt x="814756" y="395112"/>
                    <a:pt x="814756" y="597846"/>
                  </a:cubicBezTo>
                  <a:cubicBezTo>
                    <a:pt x="814756" y="800580"/>
                    <a:pt x="956778" y="946412"/>
                    <a:pt x="1129873" y="946412"/>
                  </a:cubicBezTo>
                  <a:cubicBezTo>
                    <a:pt x="1231851" y="946412"/>
                    <a:pt x="1308094" y="902534"/>
                    <a:pt x="1351982" y="818622"/>
                  </a:cubicBezTo>
                  <a:lnTo>
                    <a:pt x="1351982" y="928370"/>
                  </a:lnTo>
                  <a:lnTo>
                    <a:pt x="1499129" y="928370"/>
                  </a:lnTo>
                  <a:lnTo>
                    <a:pt x="1499129" y="267429"/>
                  </a:lnTo>
                  <a:lnTo>
                    <a:pt x="1351982" y="267429"/>
                  </a:lnTo>
                  <a:close/>
                  <a:moveTo>
                    <a:pt x="418376" y="386038"/>
                  </a:moveTo>
                  <a:lnTo>
                    <a:pt x="167863" y="386038"/>
                  </a:lnTo>
                  <a:lnTo>
                    <a:pt x="167863" y="176898"/>
                  </a:lnTo>
                  <a:lnTo>
                    <a:pt x="418376" y="176898"/>
                  </a:lnTo>
                  <a:cubicBezTo>
                    <a:pt x="498464" y="176898"/>
                    <a:pt x="544915" y="215652"/>
                    <a:pt x="544915" y="281415"/>
                  </a:cubicBezTo>
                  <a:cubicBezTo>
                    <a:pt x="544915" y="347178"/>
                    <a:pt x="498464" y="386038"/>
                    <a:pt x="418376" y="386038"/>
                  </a:cubicBezTo>
                  <a:moveTo>
                    <a:pt x="426172" y="775919"/>
                  </a:moveTo>
                  <a:lnTo>
                    <a:pt x="167863" y="775919"/>
                  </a:lnTo>
                  <a:lnTo>
                    <a:pt x="167863" y="538382"/>
                  </a:lnTo>
                  <a:lnTo>
                    <a:pt x="426172" y="538382"/>
                  </a:lnTo>
                  <a:cubicBezTo>
                    <a:pt x="515229" y="538382"/>
                    <a:pt x="566912" y="582259"/>
                    <a:pt x="566912" y="657204"/>
                  </a:cubicBezTo>
                  <a:cubicBezTo>
                    <a:pt x="566912" y="732148"/>
                    <a:pt x="515229" y="776026"/>
                    <a:pt x="426172" y="776026"/>
                  </a:cubicBezTo>
                  <a:moveTo>
                    <a:pt x="0" y="928263"/>
                  </a:moveTo>
                  <a:lnTo>
                    <a:pt x="445500" y="928263"/>
                  </a:lnTo>
                  <a:cubicBezTo>
                    <a:pt x="632690" y="928263"/>
                    <a:pt x="742464" y="833995"/>
                    <a:pt x="742464" y="673965"/>
                  </a:cubicBezTo>
                  <a:cubicBezTo>
                    <a:pt x="742464" y="564217"/>
                    <a:pt x="681811" y="490661"/>
                    <a:pt x="584959" y="458420"/>
                  </a:cubicBezTo>
                  <a:cubicBezTo>
                    <a:pt x="668890" y="426179"/>
                    <a:pt x="720573" y="351235"/>
                    <a:pt x="720573" y="259636"/>
                  </a:cubicBezTo>
                  <a:cubicBezTo>
                    <a:pt x="720573" y="112416"/>
                    <a:pt x="617314" y="24661"/>
                    <a:pt x="441656" y="24661"/>
                  </a:cubicBezTo>
                  <a:lnTo>
                    <a:pt x="0" y="24661"/>
                  </a:lnTo>
                  <a:lnTo>
                    <a:pt x="0" y="928370"/>
                  </a:lnTo>
                  <a:close/>
                </a:path>
              </a:pathLst>
            </a:custGeom>
            <a:grpFill/>
            <a:ln w="10675" cap="flat">
              <a:noFill/>
              <a:prstDash val="solid"/>
              <a:miter/>
            </a:ln>
          </p:spPr>
          <p:txBody>
            <a:bodyPr rtlCol="0" anchor="ctr"/>
            <a:lstStyle/>
            <a:p>
              <a:endParaRPr lang="de-DE" dirty="0">
                <a:solidFill>
                  <a:schemeClr val="bg1"/>
                </a:solidFill>
                <a:latin typeface="BarmeniaGothaer Offc" panose="020B0503020204020204" pitchFamily="34" charset="0"/>
              </a:endParaRPr>
            </a:p>
          </p:txBody>
        </p:sp>
      </p:grpSp>
      <p:sp>
        <p:nvSpPr>
          <p:cNvPr id="12" name="Textplatzhalter 10">
            <a:extLst>
              <a:ext uri="{FF2B5EF4-FFF2-40B4-BE49-F238E27FC236}">
                <a16:creationId xmlns:a16="http://schemas.microsoft.com/office/drawing/2014/main" id="{FC095DD5-10F4-A894-D8D8-E36B886DE983}"/>
              </a:ext>
            </a:extLst>
          </p:cNvPr>
          <p:cNvSpPr>
            <a:spLocks noGrp="1"/>
          </p:cNvSpPr>
          <p:nvPr>
            <p:ph type="body" sz="quarter" idx="26" hasCustomPrompt="1"/>
          </p:nvPr>
        </p:nvSpPr>
        <p:spPr>
          <a:xfrm>
            <a:off x="9052560" y="2207514"/>
            <a:ext cx="2663825" cy="387798"/>
          </a:xfrm>
        </p:spPr>
        <p:txBody>
          <a:bodyPr/>
          <a:lstStyle>
            <a:lvl1pPr>
              <a:lnSpc>
                <a:spcPct val="90000"/>
              </a:lnSpc>
              <a:defRPr sz="2800">
                <a:solidFill>
                  <a:schemeClr val="bg1"/>
                </a:solidFill>
                <a:latin typeface="BarmeniaGothaer Offc Medium" panose="020B0603020204020204" pitchFamily="34" charset="0"/>
              </a:defRPr>
            </a:lvl1pPr>
          </a:lstStyle>
          <a:p>
            <a:pPr lvl="0"/>
            <a:r>
              <a:rPr lang="de-DE" dirty="0"/>
              <a:t>Kapitelname</a:t>
            </a:r>
          </a:p>
        </p:txBody>
      </p:sp>
      <p:sp>
        <p:nvSpPr>
          <p:cNvPr id="14" name="Textplatzhalter 2">
            <a:extLst>
              <a:ext uri="{FF2B5EF4-FFF2-40B4-BE49-F238E27FC236}">
                <a16:creationId xmlns:a16="http://schemas.microsoft.com/office/drawing/2014/main" id="{7E5D4375-D9C6-4A42-7E97-4CF101FBC575}"/>
              </a:ext>
            </a:extLst>
          </p:cNvPr>
          <p:cNvSpPr>
            <a:spLocks noGrp="1"/>
          </p:cNvSpPr>
          <p:nvPr>
            <p:ph type="body" sz="quarter" idx="27" hasCustomPrompt="1"/>
          </p:nvPr>
        </p:nvSpPr>
        <p:spPr>
          <a:xfrm>
            <a:off x="9052560" y="1744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04</a:t>
            </a:r>
          </a:p>
        </p:txBody>
      </p:sp>
      <p:sp>
        <p:nvSpPr>
          <p:cNvPr id="19" name="Textplatzhalter 10">
            <a:extLst>
              <a:ext uri="{FF2B5EF4-FFF2-40B4-BE49-F238E27FC236}">
                <a16:creationId xmlns:a16="http://schemas.microsoft.com/office/drawing/2014/main" id="{5FAA8ED5-72FF-EE39-5B5C-7F99B9CCCEC6}"/>
              </a:ext>
            </a:extLst>
          </p:cNvPr>
          <p:cNvSpPr>
            <a:spLocks noGrp="1"/>
          </p:cNvSpPr>
          <p:nvPr>
            <p:ph type="body" sz="quarter" idx="28" hasCustomPrompt="1"/>
          </p:nvPr>
        </p:nvSpPr>
        <p:spPr>
          <a:xfrm>
            <a:off x="6096000" y="3741674"/>
            <a:ext cx="2663825" cy="387798"/>
          </a:xfrm>
        </p:spPr>
        <p:txBody>
          <a:bodyPr/>
          <a:lstStyle>
            <a:lvl1pPr>
              <a:lnSpc>
                <a:spcPct val="90000"/>
              </a:lnSpc>
              <a:defRPr sz="2800">
                <a:solidFill>
                  <a:schemeClr val="bg1"/>
                </a:solidFill>
                <a:latin typeface="BarmeniaGothaer Offc Medium" panose="020B0603020204020204" pitchFamily="34" charset="0"/>
              </a:defRPr>
            </a:lvl1pPr>
          </a:lstStyle>
          <a:p>
            <a:pPr lvl="0"/>
            <a:r>
              <a:rPr lang="de-DE" dirty="0"/>
              <a:t>Kapitelname</a:t>
            </a:r>
          </a:p>
        </p:txBody>
      </p:sp>
      <p:sp>
        <p:nvSpPr>
          <p:cNvPr id="21" name="Textplatzhalter 2">
            <a:extLst>
              <a:ext uri="{FF2B5EF4-FFF2-40B4-BE49-F238E27FC236}">
                <a16:creationId xmlns:a16="http://schemas.microsoft.com/office/drawing/2014/main" id="{CC75DA60-7867-FA1D-74D8-24FBB7B8F2D0}"/>
              </a:ext>
            </a:extLst>
          </p:cNvPr>
          <p:cNvSpPr>
            <a:spLocks noGrp="1"/>
          </p:cNvSpPr>
          <p:nvPr>
            <p:ph type="body" sz="quarter" idx="29" hasCustomPrompt="1"/>
          </p:nvPr>
        </p:nvSpPr>
        <p:spPr>
          <a:xfrm>
            <a:off x="6096000" y="327882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02</a:t>
            </a:r>
          </a:p>
        </p:txBody>
      </p:sp>
      <p:sp>
        <p:nvSpPr>
          <p:cNvPr id="22" name="Textplatzhalter 10">
            <a:extLst>
              <a:ext uri="{FF2B5EF4-FFF2-40B4-BE49-F238E27FC236}">
                <a16:creationId xmlns:a16="http://schemas.microsoft.com/office/drawing/2014/main" id="{D1DD36AE-3D11-A960-03AF-A23705F23736}"/>
              </a:ext>
            </a:extLst>
          </p:cNvPr>
          <p:cNvSpPr>
            <a:spLocks noGrp="1"/>
          </p:cNvSpPr>
          <p:nvPr>
            <p:ph type="body" sz="quarter" idx="30" hasCustomPrompt="1"/>
          </p:nvPr>
        </p:nvSpPr>
        <p:spPr>
          <a:xfrm>
            <a:off x="9052560" y="3741674"/>
            <a:ext cx="2663825" cy="387798"/>
          </a:xfrm>
        </p:spPr>
        <p:txBody>
          <a:bodyPr/>
          <a:lstStyle>
            <a:lvl1pPr>
              <a:lnSpc>
                <a:spcPct val="90000"/>
              </a:lnSpc>
              <a:defRPr sz="2800">
                <a:solidFill>
                  <a:schemeClr val="bg1"/>
                </a:solidFill>
                <a:latin typeface="BarmeniaGothaer Offc Medium" panose="020B0603020204020204" pitchFamily="34" charset="0"/>
              </a:defRPr>
            </a:lvl1pPr>
          </a:lstStyle>
          <a:p>
            <a:pPr lvl="0"/>
            <a:r>
              <a:rPr lang="de-DE" dirty="0"/>
              <a:t>Kapitelname</a:t>
            </a:r>
          </a:p>
        </p:txBody>
      </p:sp>
      <p:sp>
        <p:nvSpPr>
          <p:cNvPr id="23" name="Textplatzhalter 2">
            <a:extLst>
              <a:ext uri="{FF2B5EF4-FFF2-40B4-BE49-F238E27FC236}">
                <a16:creationId xmlns:a16="http://schemas.microsoft.com/office/drawing/2014/main" id="{E49E640C-8351-5827-FD55-959B5E7F88A0}"/>
              </a:ext>
            </a:extLst>
          </p:cNvPr>
          <p:cNvSpPr>
            <a:spLocks noGrp="1"/>
          </p:cNvSpPr>
          <p:nvPr>
            <p:ph type="body" sz="quarter" idx="31" hasCustomPrompt="1"/>
          </p:nvPr>
        </p:nvSpPr>
        <p:spPr>
          <a:xfrm>
            <a:off x="9052560" y="327882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05</a:t>
            </a:r>
          </a:p>
        </p:txBody>
      </p:sp>
      <p:sp>
        <p:nvSpPr>
          <p:cNvPr id="24" name="Textplatzhalter 10">
            <a:extLst>
              <a:ext uri="{FF2B5EF4-FFF2-40B4-BE49-F238E27FC236}">
                <a16:creationId xmlns:a16="http://schemas.microsoft.com/office/drawing/2014/main" id="{F44AB4F5-FFBA-1B4F-E437-C3D203A11FB6}"/>
              </a:ext>
            </a:extLst>
          </p:cNvPr>
          <p:cNvSpPr>
            <a:spLocks noGrp="1"/>
          </p:cNvSpPr>
          <p:nvPr>
            <p:ph type="body" sz="quarter" idx="32" hasCustomPrompt="1"/>
          </p:nvPr>
        </p:nvSpPr>
        <p:spPr>
          <a:xfrm>
            <a:off x="6096000" y="5255514"/>
            <a:ext cx="2663825" cy="387798"/>
          </a:xfrm>
        </p:spPr>
        <p:txBody>
          <a:bodyPr/>
          <a:lstStyle>
            <a:lvl1pPr>
              <a:lnSpc>
                <a:spcPct val="90000"/>
              </a:lnSpc>
              <a:defRPr sz="2800">
                <a:solidFill>
                  <a:schemeClr val="bg1"/>
                </a:solidFill>
                <a:latin typeface="BarmeniaGothaer Offc Medium" panose="020B0603020204020204" pitchFamily="34" charset="0"/>
              </a:defRPr>
            </a:lvl1pPr>
          </a:lstStyle>
          <a:p>
            <a:pPr lvl="0"/>
            <a:r>
              <a:rPr lang="de-DE" dirty="0"/>
              <a:t>Kapitelname</a:t>
            </a:r>
          </a:p>
        </p:txBody>
      </p:sp>
      <p:sp>
        <p:nvSpPr>
          <p:cNvPr id="25" name="Textplatzhalter 2">
            <a:extLst>
              <a:ext uri="{FF2B5EF4-FFF2-40B4-BE49-F238E27FC236}">
                <a16:creationId xmlns:a16="http://schemas.microsoft.com/office/drawing/2014/main" id="{0F650E20-83CE-724B-969F-A3EC2162BA03}"/>
              </a:ext>
            </a:extLst>
          </p:cNvPr>
          <p:cNvSpPr>
            <a:spLocks noGrp="1"/>
          </p:cNvSpPr>
          <p:nvPr>
            <p:ph type="body" sz="quarter" idx="33" hasCustomPrompt="1"/>
          </p:nvPr>
        </p:nvSpPr>
        <p:spPr>
          <a:xfrm>
            <a:off x="6096000" y="4792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03</a:t>
            </a:r>
          </a:p>
        </p:txBody>
      </p:sp>
      <p:sp>
        <p:nvSpPr>
          <p:cNvPr id="28" name="Textplatzhalter 10">
            <a:extLst>
              <a:ext uri="{FF2B5EF4-FFF2-40B4-BE49-F238E27FC236}">
                <a16:creationId xmlns:a16="http://schemas.microsoft.com/office/drawing/2014/main" id="{48AC3F31-1DAD-820A-7449-6CB561C4C3E5}"/>
              </a:ext>
            </a:extLst>
          </p:cNvPr>
          <p:cNvSpPr>
            <a:spLocks noGrp="1"/>
          </p:cNvSpPr>
          <p:nvPr>
            <p:ph type="body" sz="quarter" idx="34" hasCustomPrompt="1"/>
          </p:nvPr>
        </p:nvSpPr>
        <p:spPr>
          <a:xfrm>
            <a:off x="9052560" y="5255514"/>
            <a:ext cx="2663825" cy="387798"/>
          </a:xfrm>
        </p:spPr>
        <p:txBody>
          <a:bodyPr/>
          <a:lstStyle>
            <a:lvl1pPr>
              <a:lnSpc>
                <a:spcPct val="90000"/>
              </a:lnSpc>
              <a:defRPr sz="2800">
                <a:solidFill>
                  <a:schemeClr val="bg1"/>
                </a:solidFill>
                <a:latin typeface="BarmeniaGothaer Offc Medium" panose="020B0603020204020204" pitchFamily="34" charset="0"/>
              </a:defRPr>
            </a:lvl1pPr>
          </a:lstStyle>
          <a:p>
            <a:pPr lvl="0"/>
            <a:r>
              <a:rPr lang="de-DE" dirty="0"/>
              <a:t>Kapitelname</a:t>
            </a:r>
          </a:p>
        </p:txBody>
      </p:sp>
      <p:sp>
        <p:nvSpPr>
          <p:cNvPr id="29" name="Textplatzhalter 2">
            <a:extLst>
              <a:ext uri="{FF2B5EF4-FFF2-40B4-BE49-F238E27FC236}">
                <a16:creationId xmlns:a16="http://schemas.microsoft.com/office/drawing/2014/main" id="{28C8F1B1-F524-BE31-20BE-15710C8750A0}"/>
              </a:ext>
            </a:extLst>
          </p:cNvPr>
          <p:cNvSpPr>
            <a:spLocks noGrp="1"/>
          </p:cNvSpPr>
          <p:nvPr>
            <p:ph type="body" sz="quarter" idx="35" hasCustomPrompt="1"/>
          </p:nvPr>
        </p:nvSpPr>
        <p:spPr>
          <a:xfrm>
            <a:off x="9052560" y="4792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06</a:t>
            </a:r>
          </a:p>
        </p:txBody>
      </p:sp>
      <p:sp>
        <p:nvSpPr>
          <p:cNvPr id="30" name="Textplatzhalter 10">
            <a:extLst>
              <a:ext uri="{FF2B5EF4-FFF2-40B4-BE49-F238E27FC236}">
                <a16:creationId xmlns:a16="http://schemas.microsoft.com/office/drawing/2014/main" id="{7266D109-BE0D-E910-56C3-B1A90D8BCBBE}"/>
              </a:ext>
            </a:extLst>
          </p:cNvPr>
          <p:cNvSpPr>
            <a:spLocks noGrp="1"/>
          </p:cNvSpPr>
          <p:nvPr>
            <p:ph type="body" sz="quarter" idx="25" hasCustomPrompt="1"/>
          </p:nvPr>
        </p:nvSpPr>
        <p:spPr>
          <a:xfrm>
            <a:off x="6096000" y="2207514"/>
            <a:ext cx="2663825" cy="387798"/>
          </a:xfrm>
        </p:spPr>
        <p:txBody>
          <a:bodyPr/>
          <a:lstStyle>
            <a:lvl1pPr>
              <a:lnSpc>
                <a:spcPct val="90000"/>
              </a:lnSpc>
              <a:defRPr sz="2800">
                <a:solidFill>
                  <a:schemeClr val="bg1"/>
                </a:solidFill>
                <a:latin typeface="BarmeniaGothaer Offc Medium" panose="020B0603020204020204" pitchFamily="34" charset="0"/>
              </a:defRPr>
            </a:lvl1pPr>
          </a:lstStyle>
          <a:p>
            <a:pPr lvl="0"/>
            <a:r>
              <a:rPr lang="de-DE" dirty="0"/>
              <a:t>Kapitelname</a:t>
            </a:r>
          </a:p>
        </p:txBody>
      </p:sp>
      <p:sp>
        <p:nvSpPr>
          <p:cNvPr id="31" name="Textplatzhalter 2">
            <a:extLst>
              <a:ext uri="{FF2B5EF4-FFF2-40B4-BE49-F238E27FC236}">
                <a16:creationId xmlns:a16="http://schemas.microsoft.com/office/drawing/2014/main" id="{A041B2B9-9C5F-A118-C16D-62C876A196DF}"/>
              </a:ext>
            </a:extLst>
          </p:cNvPr>
          <p:cNvSpPr>
            <a:spLocks noGrp="1"/>
          </p:cNvSpPr>
          <p:nvPr>
            <p:ph type="body" sz="quarter" idx="24" hasCustomPrompt="1"/>
          </p:nvPr>
        </p:nvSpPr>
        <p:spPr>
          <a:xfrm>
            <a:off x="6096000" y="1744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01</a:t>
            </a:r>
          </a:p>
        </p:txBody>
      </p:sp>
      <p:sp>
        <p:nvSpPr>
          <p:cNvPr id="2" name="Textplatzhalter 10">
            <a:extLst>
              <a:ext uri="{FF2B5EF4-FFF2-40B4-BE49-F238E27FC236}">
                <a16:creationId xmlns:a16="http://schemas.microsoft.com/office/drawing/2014/main" id="{E5A05A90-4197-DC80-E4FC-DC696CC33E78}"/>
              </a:ext>
            </a:extLst>
          </p:cNvPr>
          <p:cNvSpPr>
            <a:spLocks noGrp="1"/>
          </p:cNvSpPr>
          <p:nvPr>
            <p:ph type="body" sz="quarter" idx="36" hasCustomPrompt="1"/>
          </p:nvPr>
        </p:nvSpPr>
        <p:spPr>
          <a:xfrm>
            <a:off x="403763" y="4105723"/>
            <a:ext cx="4420965" cy="2120143"/>
          </a:xfrm>
        </p:spPr>
        <p:txBody>
          <a:bodyPr anchor="b">
            <a:normAutofit/>
          </a:bodyPr>
          <a:lstStyle>
            <a:lvl1pPr>
              <a:lnSpc>
                <a:spcPct val="90000"/>
              </a:lnSpc>
              <a:spcBef>
                <a:spcPts val="0"/>
              </a:spcBef>
              <a:spcAft>
                <a:spcPts val="0"/>
              </a:spcAft>
              <a:defRPr sz="8000">
                <a:solidFill>
                  <a:schemeClr val="bg1"/>
                </a:solidFill>
                <a:latin typeface="BarmeniaGothaer Offc Medium" panose="020B0603020204020204" pitchFamily="34" charset="0"/>
              </a:defRPr>
            </a:lvl1pPr>
          </a:lstStyle>
          <a:p>
            <a:pPr lvl="0"/>
            <a:r>
              <a:rPr lang="de-DE" dirty="0"/>
              <a:t>Inhalt</a:t>
            </a:r>
          </a:p>
        </p:txBody>
      </p:sp>
    </p:spTree>
    <p:extLst>
      <p:ext uri="{BB962C8B-B14F-4D97-AF65-F5344CB8AC3E}">
        <p14:creationId xmlns:p14="http://schemas.microsoft.com/office/powerpoint/2010/main" val="37188155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genda 3er Dunkel">
    <p:bg>
      <p:bgPr>
        <a:solidFill>
          <a:schemeClr val="tx1"/>
        </a:solidFill>
        <a:effectLst/>
      </p:bgPr>
    </p:bg>
    <p:spTree>
      <p:nvGrpSpPr>
        <p:cNvPr id="1" name=""/>
        <p:cNvGrpSpPr/>
        <p:nvPr/>
      </p:nvGrpSpPr>
      <p:grpSpPr>
        <a:xfrm>
          <a:off x="0" y="0"/>
          <a:ext cx="0" cy="0"/>
          <a:chOff x="0" y="0"/>
          <a:chExt cx="0" cy="0"/>
        </a:xfrm>
      </p:grpSpPr>
      <p:sp>
        <p:nvSpPr>
          <p:cNvPr id="53" name="Freihandform 52">
            <a:extLst>
              <a:ext uri="{FF2B5EF4-FFF2-40B4-BE49-F238E27FC236}">
                <a16:creationId xmlns:a16="http://schemas.microsoft.com/office/drawing/2014/main" id="{D1792CB6-2AC9-938B-DED7-737B9E07C942}"/>
              </a:ext>
            </a:extLst>
          </p:cNvPr>
          <p:cNvSpPr/>
          <p:nvPr userDrawn="1"/>
        </p:nvSpPr>
        <p:spPr>
          <a:xfrm rot="20098344">
            <a:off x="202261" y="-1736835"/>
            <a:ext cx="7825388" cy="3559216"/>
          </a:xfrm>
          <a:custGeom>
            <a:avLst/>
            <a:gdLst>
              <a:gd name="connsiteX0" fmla="*/ 202213 w 7825388"/>
              <a:gd name="connsiteY0" fmla="*/ 0 h 3559216"/>
              <a:gd name="connsiteX1" fmla="*/ 7825388 w 7825388"/>
              <a:gd name="connsiteY1" fmla="*/ 3559216 h 3559216"/>
              <a:gd name="connsiteX2" fmla="*/ 273048 w 7825388"/>
              <a:gd name="connsiteY2" fmla="*/ 3559216 h 3559216"/>
              <a:gd name="connsiteX3" fmla="*/ 0 w 7825388"/>
              <a:gd name="connsiteY3" fmla="*/ 3286168 h 3559216"/>
              <a:gd name="connsiteX4" fmla="*/ 0 w 7825388"/>
              <a:gd name="connsiteY4" fmla="*/ 433101 h 35592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25388" h="3559216">
                <a:moveTo>
                  <a:pt x="202213" y="0"/>
                </a:moveTo>
                <a:lnTo>
                  <a:pt x="7825388" y="3559216"/>
                </a:lnTo>
                <a:lnTo>
                  <a:pt x="273048" y="3559216"/>
                </a:lnTo>
                <a:cubicBezTo>
                  <a:pt x="122247" y="3559216"/>
                  <a:pt x="0" y="3436968"/>
                  <a:pt x="0" y="3286168"/>
                </a:cubicBezTo>
                <a:lnTo>
                  <a:pt x="0" y="433101"/>
                </a:lnTo>
                <a:close/>
              </a:path>
            </a:pathLst>
          </a:custGeom>
          <a:solidFill>
            <a:srgbClr val="00A6F8"/>
          </a:solidFill>
          <a:ln w="6350" cap="flat">
            <a:noFill/>
            <a:prstDash val="solid"/>
            <a:miter/>
          </a:ln>
        </p:spPr>
        <p:txBody>
          <a:bodyPr rtlCol="0" anchor="ctr"/>
          <a:lstStyle/>
          <a:p>
            <a:endParaRPr lang="de-DE" dirty="0">
              <a:latin typeface="BarmeniaGothaer Offc" panose="020B0503020204020204" pitchFamily="34" charset="0"/>
            </a:endParaRPr>
          </a:p>
        </p:txBody>
      </p:sp>
      <p:sp>
        <p:nvSpPr>
          <p:cNvPr id="37" name="Freihandform 36">
            <a:extLst>
              <a:ext uri="{FF2B5EF4-FFF2-40B4-BE49-F238E27FC236}">
                <a16:creationId xmlns:a16="http://schemas.microsoft.com/office/drawing/2014/main" id="{8F408F0C-D60A-1D5A-DC82-D60300887FBB}"/>
              </a:ext>
            </a:extLst>
          </p:cNvPr>
          <p:cNvSpPr/>
          <p:nvPr userDrawn="1"/>
        </p:nvSpPr>
        <p:spPr>
          <a:xfrm rot="19858879">
            <a:off x="-59379" y="-1639612"/>
            <a:ext cx="6948171" cy="3547551"/>
          </a:xfrm>
          <a:custGeom>
            <a:avLst/>
            <a:gdLst>
              <a:gd name="connsiteX0" fmla="*/ 553139 w 6948171"/>
              <a:gd name="connsiteY0" fmla="*/ 0 h 3547551"/>
              <a:gd name="connsiteX1" fmla="*/ 6948171 w 6948171"/>
              <a:gd name="connsiteY1" fmla="*/ 3547551 h 3547551"/>
              <a:gd name="connsiteX2" fmla="*/ 273080 w 6948171"/>
              <a:gd name="connsiteY2" fmla="*/ 3547551 h 3547551"/>
              <a:gd name="connsiteX3" fmla="*/ 0 w 6948171"/>
              <a:gd name="connsiteY3" fmla="*/ 3274471 h 3547551"/>
              <a:gd name="connsiteX4" fmla="*/ 0 w 6948171"/>
              <a:gd name="connsiteY4" fmla="*/ 997121 h 35475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48171" h="3547551">
                <a:moveTo>
                  <a:pt x="553139" y="0"/>
                </a:moveTo>
                <a:lnTo>
                  <a:pt x="6948171" y="3547551"/>
                </a:lnTo>
                <a:lnTo>
                  <a:pt x="273080" y="3547551"/>
                </a:lnTo>
                <a:cubicBezTo>
                  <a:pt x="122262" y="3547551"/>
                  <a:pt x="0" y="3425289"/>
                  <a:pt x="0" y="3274471"/>
                </a:cubicBezTo>
                <a:lnTo>
                  <a:pt x="0" y="997121"/>
                </a:lnTo>
                <a:close/>
              </a:path>
            </a:pathLst>
          </a:custGeom>
          <a:solidFill>
            <a:schemeClr val="bg1"/>
          </a:solidFill>
          <a:ln w="6351" cap="flat">
            <a:noFill/>
            <a:prstDash val="solid"/>
            <a:miter/>
          </a:ln>
        </p:spPr>
        <p:txBody>
          <a:bodyPr rtlCol="0" anchor="ctr"/>
          <a:lstStyle/>
          <a:p>
            <a:endParaRPr lang="de-DE" dirty="0">
              <a:latin typeface="BarmeniaGothaer Offc" panose="020B0503020204020204" pitchFamily="34" charset="0"/>
            </a:endParaRP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lvl1pPr>
              <a:defRPr>
                <a:solidFill>
                  <a:schemeClr val="bg1"/>
                </a:solidFill>
              </a:defRPr>
            </a:lvl1pPr>
          </a:lstStyle>
          <a:p>
            <a:fld id="{1B8CEA6C-9D10-2143-89BB-EDC7EBF5F20F}"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lvl1pPr>
              <a:defRPr>
                <a:solidFill>
                  <a:schemeClr val="bg1"/>
                </a:solidFill>
              </a:defRPr>
            </a:lvl1p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
        <p:nvSpPr>
          <p:cNvPr id="26" name="Textfeld 25">
            <a:extLst>
              <a:ext uri="{FF2B5EF4-FFF2-40B4-BE49-F238E27FC236}">
                <a16:creationId xmlns:a16="http://schemas.microsoft.com/office/drawing/2014/main" id="{F041164B-854A-338B-8D4F-CDA72DB2FA19}"/>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27" name="Textfeld 26">
            <a:extLst>
              <a:ext uri="{FF2B5EF4-FFF2-40B4-BE49-F238E27FC236}">
                <a16:creationId xmlns:a16="http://schemas.microsoft.com/office/drawing/2014/main" id="{CA278856-5807-16E1-6C90-59283DB3A9A8}"/>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grpSp>
        <p:nvGrpSpPr>
          <p:cNvPr id="39" name="Gruppieren 38">
            <a:extLst>
              <a:ext uri="{FF2B5EF4-FFF2-40B4-BE49-F238E27FC236}">
                <a16:creationId xmlns:a16="http://schemas.microsoft.com/office/drawing/2014/main" id="{F0CD5AAF-B922-A417-C7A4-5EAC44CC0333}"/>
              </a:ext>
            </a:extLst>
          </p:cNvPr>
          <p:cNvGrpSpPr/>
          <p:nvPr userDrawn="1"/>
        </p:nvGrpSpPr>
        <p:grpSpPr>
          <a:xfrm>
            <a:off x="479425" y="436603"/>
            <a:ext cx="1714242" cy="471447"/>
            <a:chOff x="1144935" y="-1876113"/>
            <a:chExt cx="1656042" cy="455441"/>
          </a:xfrm>
          <a:solidFill>
            <a:schemeClr val="tx1"/>
          </a:solidFill>
        </p:grpSpPr>
        <p:sp>
          <p:nvSpPr>
            <p:cNvPr id="40" name="Freihandform 39">
              <a:extLst>
                <a:ext uri="{FF2B5EF4-FFF2-40B4-BE49-F238E27FC236}">
                  <a16:creationId xmlns:a16="http://schemas.microsoft.com/office/drawing/2014/main" id="{7F75C1CE-DA71-38A4-B1E4-4CB9F237A402}"/>
                </a:ext>
              </a:extLst>
            </p:cNvPr>
            <p:cNvSpPr/>
            <p:nvPr/>
          </p:nvSpPr>
          <p:spPr>
            <a:xfrm>
              <a:off x="1144935" y="-1876113"/>
              <a:ext cx="457053" cy="455441"/>
            </a:xfrm>
            <a:custGeom>
              <a:avLst/>
              <a:gdLst>
                <a:gd name="connsiteX0" fmla="*/ 1077263 w 2373356"/>
                <a:gd name="connsiteY0" fmla="*/ 1296696 h 2364985"/>
                <a:gd name="connsiteX1" fmla="*/ 1072778 w 2373356"/>
                <a:gd name="connsiteY1" fmla="*/ 1293921 h 2364985"/>
                <a:gd name="connsiteX2" fmla="*/ 461444 w 2373356"/>
                <a:gd name="connsiteY2" fmla="*/ 1203710 h 2364985"/>
                <a:gd name="connsiteX3" fmla="*/ 191603 w 2373356"/>
                <a:gd name="connsiteY3" fmla="*/ 1301393 h 2364985"/>
                <a:gd name="connsiteX4" fmla="*/ 461444 w 2373356"/>
                <a:gd name="connsiteY4" fmla="*/ 1399077 h 2364985"/>
                <a:gd name="connsiteX5" fmla="*/ 984361 w 2373356"/>
                <a:gd name="connsiteY5" fmla="*/ 1334168 h 2364985"/>
                <a:gd name="connsiteX6" fmla="*/ 256741 w 2373356"/>
                <a:gd name="connsiteY6" fmla="*/ 1958704 h 2364985"/>
                <a:gd name="connsiteX7" fmla="*/ 19682 w 2373356"/>
                <a:gd name="connsiteY7" fmla="*/ 2344101 h 2364985"/>
                <a:gd name="connsiteX8" fmla="*/ 409227 w 2373356"/>
                <a:gd name="connsiteY8" fmla="*/ 2109554 h 2364985"/>
                <a:gd name="connsiteX9" fmla="*/ 1040422 w 2373356"/>
                <a:gd name="connsiteY9" fmla="*/ 1389683 h 2364985"/>
                <a:gd name="connsiteX10" fmla="*/ 975391 w 2373356"/>
                <a:gd name="connsiteY10" fmla="*/ 1912905 h 2364985"/>
                <a:gd name="connsiteX11" fmla="*/ 1073098 w 2373356"/>
                <a:gd name="connsiteY11" fmla="*/ 2182576 h 2364985"/>
                <a:gd name="connsiteX12" fmla="*/ 1170805 w 2373356"/>
                <a:gd name="connsiteY12" fmla="*/ 1912905 h 2364985"/>
                <a:gd name="connsiteX13" fmla="*/ 1080573 w 2373356"/>
                <a:gd name="connsiteY13" fmla="*/ 1301714 h 2364985"/>
                <a:gd name="connsiteX14" fmla="*/ 1077369 w 2373356"/>
                <a:gd name="connsiteY14" fmla="*/ 1296803 h 2364985"/>
                <a:gd name="connsiteX15" fmla="*/ 1051955 w 2373356"/>
                <a:gd name="connsiteY15" fmla="*/ 1052967 h 2364985"/>
                <a:gd name="connsiteX16" fmla="*/ 1064128 w 2373356"/>
                <a:gd name="connsiteY16" fmla="*/ 1040797 h 2364985"/>
                <a:gd name="connsiteX17" fmla="*/ 425992 w 2373356"/>
                <a:gd name="connsiteY17" fmla="*/ 255590 h 2364985"/>
                <a:gd name="connsiteX18" fmla="*/ 32176 w 2373356"/>
                <a:gd name="connsiteY18" fmla="*/ 21149 h 2364985"/>
                <a:gd name="connsiteX19" fmla="*/ 266565 w 2373356"/>
                <a:gd name="connsiteY19" fmla="*/ 414873 h 2364985"/>
                <a:gd name="connsiteX20" fmla="*/ 1051955 w 2373356"/>
                <a:gd name="connsiteY20" fmla="*/ 1052860 h 2364985"/>
                <a:gd name="connsiteX21" fmla="*/ 1194297 w 2373356"/>
                <a:gd name="connsiteY21" fmla="*/ 143173 h 2364985"/>
                <a:gd name="connsiteX22" fmla="*/ 1096697 w 2373356"/>
                <a:gd name="connsiteY22" fmla="*/ 408361 h 2364985"/>
                <a:gd name="connsiteX23" fmla="*/ 1186929 w 2373356"/>
                <a:gd name="connsiteY23" fmla="*/ 1009196 h 2364985"/>
                <a:gd name="connsiteX24" fmla="*/ 1201772 w 2373356"/>
                <a:gd name="connsiteY24" fmla="*/ 1009196 h 2364985"/>
                <a:gd name="connsiteX25" fmla="*/ 1292004 w 2373356"/>
                <a:gd name="connsiteY25" fmla="*/ 408361 h 2364985"/>
                <a:gd name="connsiteX26" fmla="*/ 1194297 w 2373356"/>
                <a:gd name="connsiteY26" fmla="*/ 143173 h 2364985"/>
                <a:gd name="connsiteX27" fmla="*/ 1331300 w 2373356"/>
                <a:gd name="connsiteY27" fmla="*/ 1312069 h 2364985"/>
                <a:gd name="connsiteX28" fmla="*/ 1319126 w 2373356"/>
                <a:gd name="connsiteY28" fmla="*/ 1324240 h 2364985"/>
                <a:gd name="connsiteX29" fmla="*/ 1957263 w 2373356"/>
                <a:gd name="connsiteY29" fmla="*/ 2109447 h 2364985"/>
                <a:gd name="connsiteX30" fmla="*/ 2351079 w 2373356"/>
                <a:gd name="connsiteY30" fmla="*/ 2343781 h 2364985"/>
                <a:gd name="connsiteX31" fmla="*/ 2116583 w 2373356"/>
                <a:gd name="connsiteY31" fmla="*/ 1950057 h 2364985"/>
                <a:gd name="connsiteX32" fmla="*/ 1331193 w 2373356"/>
                <a:gd name="connsiteY32" fmla="*/ 1312069 h 2364985"/>
                <a:gd name="connsiteX33" fmla="*/ 1958331 w 2373356"/>
                <a:gd name="connsiteY33" fmla="*/ 259219 h 2364985"/>
                <a:gd name="connsiteX34" fmla="*/ 1320194 w 2373356"/>
                <a:gd name="connsiteY34" fmla="*/ 1044427 h 2364985"/>
                <a:gd name="connsiteX35" fmla="*/ 1332368 w 2373356"/>
                <a:gd name="connsiteY35" fmla="*/ 1056597 h 2364985"/>
                <a:gd name="connsiteX36" fmla="*/ 2117758 w 2373356"/>
                <a:gd name="connsiteY36" fmla="*/ 418609 h 2364985"/>
                <a:gd name="connsiteX37" fmla="*/ 2352147 w 2373356"/>
                <a:gd name="connsiteY37" fmla="*/ 24885 h 2364985"/>
                <a:gd name="connsiteX38" fmla="*/ 1958331 w 2373356"/>
                <a:gd name="connsiteY38" fmla="*/ 259219 h 2364985"/>
                <a:gd name="connsiteX39" fmla="*/ 2032011 w 2373356"/>
                <a:gd name="connsiteY39" fmla="*/ 1279722 h 2364985"/>
                <a:gd name="connsiteX40" fmla="*/ 2325344 w 2373356"/>
                <a:gd name="connsiteY40" fmla="*/ 1182145 h 2364985"/>
                <a:gd name="connsiteX41" fmla="*/ 2021333 w 2373356"/>
                <a:gd name="connsiteY41" fmla="*/ 1084461 h 2364985"/>
                <a:gd name="connsiteX42" fmla="*/ 1367393 w 2373356"/>
                <a:gd name="connsiteY42" fmla="*/ 1174671 h 2364985"/>
                <a:gd name="connsiteX43" fmla="*/ 1367393 w 2373356"/>
                <a:gd name="connsiteY43" fmla="*/ 1189618 h 2364985"/>
                <a:gd name="connsiteX44" fmla="*/ 2032011 w 2373356"/>
                <a:gd name="connsiteY44" fmla="*/ 1279722 h 2364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373356" h="2364985">
                  <a:moveTo>
                    <a:pt x="1077263" y="1296696"/>
                  </a:moveTo>
                  <a:cubicBezTo>
                    <a:pt x="1076195" y="1295522"/>
                    <a:pt x="1074700" y="1294561"/>
                    <a:pt x="1072778" y="1293921"/>
                  </a:cubicBezTo>
                  <a:cubicBezTo>
                    <a:pt x="910040" y="1243317"/>
                    <a:pt x="713773" y="1203710"/>
                    <a:pt x="461444" y="1203710"/>
                  </a:cubicBezTo>
                  <a:cubicBezTo>
                    <a:pt x="277777" y="1203710"/>
                    <a:pt x="191603" y="1222072"/>
                    <a:pt x="191603" y="1301393"/>
                  </a:cubicBezTo>
                  <a:cubicBezTo>
                    <a:pt x="191603" y="1380715"/>
                    <a:pt x="277670" y="1399077"/>
                    <a:pt x="461444" y="1399077"/>
                  </a:cubicBezTo>
                  <a:cubicBezTo>
                    <a:pt x="669671" y="1399077"/>
                    <a:pt x="839777" y="1372067"/>
                    <a:pt x="984361" y="1334168"/>
                  </a:cubicBezTo>
                  <a:cubicBezTo>
                    <a:pt x="768446" y="1481174"/>
                    <a:pt x="528611" y="1689780"/>
                    <a:pt x="256741" y="1958704"/>
                  </a:cubicBezTo>
                  <a:cubicBezTo>
                    <a:pt x="43388" y="2169765"/>
                    <a:pt x="-42252" y="2282822"/>
                    <a:pt x="19682" y="2344101"/>
                  </a:cubicBezTo>
                  <a:cubicBezTo>
                    <a:pt x="81616" y="2405381"/>
                    <a:pt x="195874" y="2320615"/>
                    <a:pt x="409227" y="2109554"/>
                  </a:cubicBezTo>
                  <a:cubicBezTo>
                    <a:pt x="681097" y="1840523"/>
                    <a:pt x="891887" y="1603306"/>
                    <a:pt x="1040422" y="1389683"/>
                  </a:cubicBezTo>
                  <a:cubicBezTo>
                    <a:pt x="1002514" y="1534233"/>
                    <a:pt x="975391" y="1704406"/>
                    <a:pt x="975391" y="1912905"/>
                  </a:cubicBezTo>
                  <a:cubicBezTo>
                    <a:pt x="975391" y="2096529"/>
                    <a:pt x="993758" y="2182576"/>
                    <a:pt x="1073098" y="2182576"/>
                  </a:cubicBezTo>
                  <a:cubicBezTo>
                    <a:pt x="1152438" y="2182576"/>
                    <a:pt x="1170805" y="2096529"/>
                    <a:pt x="1170805" y="1912905"/>
                  </a:cubicBezTo>
                  <a:cubicBezTo>
                    <a:pt x="1170805" y="1660635"/>
                    <a:pt x="1131295" y="1464307"/>
                    <a:pt x="1080573" y="1301714"/>
                  </a:cubicBezTo>
                  <a:cubicBezTo>
                    <a:pt x="1079932" y="1299472"/>
                    <a:pt x="1078758" y="1297871"/>
                    <a:pt x="1077369" y="1296803"/>
                  </a:cubicBezTo>
                  <a:moveTo>
                    <a:pt x="1051955" y="1052967"/>
                  </a:moveTo>
                  <a:cubicBezTo>
                    <a:pt x="1064128" y="1060761"/>
                    <a:pt x="1071923" y="1052967"/>
                    <a:pt x="1064128" y="1040797"/>
                  </a:cubicBezTo>
                  <a:cubicBezTo>
                    <a:pt x="916020" y="810092"/>
                    <a:pt x="719752" y="549282"/>
                    <a:pt x="425992" y="255590"/>
                  </a:cubicBezTo>
                  <a:cubicBezTo>
                    <a:pt x="212212" y="41753"/>
                    <a:pt x="96886" y="-43547"/>
                    <a:pt x="32176" y="21149"/>
                  </a:cubicBezTo>
                  <a:cubicBezTo>
                    <a:pt x="-32535" y="85844"/>
                    <a:pt x="52785" y="201036"/>
                    <a:pt x="266565" y="414873"/>
                  </a:cubicBezTo>
                  <a:cubicBezTo>
                    <a:pt x="560325" y="708565"/>
                    <a:pt x="821196" y="904893"/>
                    <a:pt x="1051955" y="1052860"/>
                  </a:cubicBezTo>
                  <a:moveTo>
                    <a:pt x="1194297" y="143173"/>
                  </a:moveTo>
                  <a:cubicBezTo>
                    <a:pt x="1115064" y="143173"/>
                    <a:pt x="1096697" y="227833"/>
                    <a:pt x="1096697" y="408361"/>
                  </a:cubicBezTo>
                  <a:cubicBezTo>
                    <a:pt x="1096697" y="656360"/>
                    <a:pt x="1136207" y="849379"/>
                    <a:pt x="1186929" y="1009196"/>
                  </a:cubicBezTo>
                  <a:cubicBezTo>
                    <a:pt x="1189598" y="1017630"/>
                    <a:pt x="1199102" y="1017630"/>
                    <a:pt x="1201772" y="1009196"/>
                  </a:cubicBezTo>
                  <a:cubicBezTo>
                    <a:pt x="1252387" y="849272"/>
                    <a:pt x="1292004" y="656360"/>
                    <a:pt x="1292004" y="408361"/>
                  </a:cubicBezTo>
                  <a:cubicBezTo>
                    <a:pt x="1292004" y="227833"/>
                    <a:pt x="1273637" y="143173"/>
                    <a:pt x="1194297" y="143173"/>
                  </a:cubicBezTo>
                  <a:moveTo>
                    <a:pt x="1331300" y="1312069"/>
                  </a:moveTo>
                  <a:cubicBezTo>
                    <a:pt x="1319126" y="1304169"/>
                    <a:pt x="1311331" y="1312069"/>
                    <a:pt x="1319126" y="1324240"/>
                  </a:cubicBezTo>
                  <a:cubicBezTo>
                    <a:pt x="1467235" y="1554944"/>
                    <a:pt x="1663502" y="1815755"/>
                    <a:pt x="1957263" y="2109447"/>
                  </a:cubicBezTo>
                  <a:cubicBezTo>
                    <a:pt x="2171149" y="2323283"/>
                    <a:pt x="2286369" y="2408584"/>
                    <a:pt x="2351079" y="2343781"/>
                  </a:cubicBezTo>
                  <a:cubicBezTo>
                    <a:pt x="2415790" y="2279086"/>
                    <a:pt x="2330470" y="2163893"/>
                    <a:pt x="2116583" y="1950057"/>
                  </a:cubicBezTo>
                  <a:cubicBezTo>
                    <a:pt x="1822823" y="1656365"/>
                    <a:pt x="1561952" y="1460036"/>
                    <a:pt x="1331193" y="1312069"/>
                  </a:cubicBezTo>
                  <a:moveTo>
                    <a:pt x="1958331" y="259219"/>
                  </a:moveTo>
                  <a:cubicBezTo>
                    <a:pt x="1664570" y="552912"/>
                    <a:pt x="1468196" y="813722"/>
                    <a:pt x="1320194" y="1044427"/>
                  </a:cubicBezTo>
                  <a:cubicBezTo>
                    <a:pt x="1312399" y="1056597"/>
                    <a:pt x="1320194" y="1064390"/>
                    <a:pt x="1332368" y="1056597"/>
                  </a:cubicBezTo>
                  <a:cubicBezTo>
                    <a:pt x="1563126" y="908523"/>
                    <a:pt x="1823997" y="712302"/>
                    <a:pt x="2117758" y="418609"/>
                  </a:cubicBezTo>
                  <a:cubicBezTo>
                    <a:pt x="2331645" y="204773"/>
                    <a:pt x="2416964" y="89581"/>
                    <a:pt x="2352147" y="24885"/>
                  </a:cubicBezTo>
                  <a:cubicBezTo>
                    <a:pt x="2287437" y="-39810"/>
                    <a:pt x="2172217" y="45490"/>
                    <a:pt x="1958331" y="259219"/>
                  </a:cubicBezTo>
                  <a:moveTo>
                    <a:pt x="2032011" y="1279722"/>
                  </a:moveTo>
                  <a:cubicBezTo>
                    <a:pt x="2231696" y="1279722"/>
                    <a:pt x="2325344" y="1261359"/>
                    <a:pt x="2325344" y="1182145"/>
                  </a:cubicBezTo>
                  <a:cubicBezTo>
                    <a:pt x="2325344" y="1102930"/>
                    <a:pt x="2221017" y="1084461"/>
                    <a:pt x="2021333" y="1084461"/>
                  </a:cubicBezTo>
                  <a:cubicBezTo>
                    <a:pt x="1747007" y="1084461"/>
                    <a:pt x="1544226" y="1124068"/>
                    <a:pt x="1367393" y="1174671"/>
                  </a:cubicBezTo>
                  <a:cubicBezTo>
                    <a:pt x="1358102" y="1177340"/>
                    <a:pt x="1358102" y="1186949"/>
                    <a:pt x="1367393" y="1189618"/>
                  </a:cubicBezTo>
                  <a:cubicBezTo>
                    <a:pt x="1544226" y="1240221"/>
                    <a:pt x="1757792" y="1279722"/>
                    <a:pt x="2032011" y="1279722"/>
                  </a:cubicBezTo>
                </a:path>
              </a:pathLst>
            </a:custGeom>
            <a:grpFill/>
            <a:ln w="10675" cap="flat">
              <a:noFill/>
              <a:prstDash val="solid"/>
              <a:miter/>
            </a:ln>
          </p:spPr>
          <p:txBody>
            <a:bodyPr rtlCol="0" anchor="ctr"/>
            <a:lstStyle/>
            <a:p>
              <a:endParaRPr lang="de-DE" dirty="0">
                <a:solidFill>
                  <a:schemeClr val="bg1"/>
                </a:solidFill>
                <a:latin typeface="BarmeniaGothaer Offc" panose="020B0503020204020204" pitchFamily="34" charset="0"/>
              </a:endParaRPr>
            </a:p>
          </p:txBody>
        </p:sp>
        <p:sp>
          <p:nvSpPr>
            <p:cNvPr id="41" name="Freihandform 40">
              <a:extLst>
                <a:ext uri="{FF2B5EF4-FFF2-40B4-BE49-F238E27FC236}">
                  <a16:creationId xmlns:a16="http://schemas.microsoft.com/office/drawing/2014/main" id="{C637941F-81A3-6B24-3C32-494382E933DA}"/>
                </a:ext>
              </a:extLst>
            </p:cNvPr>
            <p:cNvSpPr/>
            <p:nvPr/>
          </p:nvSpPr>
          <p:spPr>
            <a:xfrm>
              <a:off x="1757315" y="-1615483"/>
              <a:ext cx="899919" cy="180509"/>
            </a:xfrm>
            <a:custGeom>
              <a:avLst/>
              <a:gdLst>
                <a:gd name="connsiteX0" fmla="*/ 4330912 w 4673045"/>
                <a:gd name="connsiteY0" fmla="*/ 919189 h 937337"/>
                <a:gd name="connsiteX1" fmla="*/ 4478060 w 4673045"/>
                <a:gd name="connsiteY1" fmla="*/ 919189 h 937337"/>
                <a:gd name="connsiteX2" fmla="*/ 4478060 w 4673045"/>
                <a:gd name="connsiteY2" fmla="*/ 558986 h 937337"/>
                <a:gd name="connsiteX3" fmla="*/ 4640797 w 4673045"/>
                <a:gd name="connsiteY3" fmla="*/ 398849 h 937337"/>
                <a:gd name="connsiteX4" fmla="*/ 4673046 w 4673045"/>
                <a:gd name="connsiteY4" fmla="*/ 398849 h 937337"/>
                <a:gd name="connsiteX5" fmla="*/ 4673046 w 4673045"/>
                <a:gd name="connsiteY5" fmla="*/ 246505 h 937337"/>
                <a:gd name="connsiteX6" fmla="*/ 4658844 w 4673045"/>
                <a:gd name="connsiteY6" fmla="*/ 246505 h 937337"/>
                <a:gd name="connsiteX7" fmla="*/ 4478060 w 4673045"/>
                <a:gd name="connsiteY7" fmla="*/ 378138 h 937337"/>
                <a:gd name="connsiteX8" fmla="*/ 4478060 w 4673045"/>
                <a:gd name="connsiteY8" fmla="*/ 258035 h 937337"/>
                <a:gd name="connsiteX9" fmla="*/ 4330912 w 4673045"/>
                <a:gd name="connsiteY9" fmla="*/ 258035 h 937337"/>
                <a:gd name="connsiteX10" fmla="*/ 4330912 w 4673045"/>
                <a:gd name="connsiteY10" fmla="*/ 918975 h 937337"/>
                <a:gd name="connsiteX11" fmla="*/ 3753749 w 4673045"/>
                <a:gd name="connsiteY11" fmla="*/ 517671 h 937337"/>
                <a:gd name="connsiteX12" fmla="*/ 3925457 w 4673045"/>
                <a:gd name="connsiteY12" fmla="*/ 374401 h 937337"/>
                <a:gd name="connsiteX13" fmla="*/ 4094601 w 4673045"/>
                <a:gd name="connsiteY13" fmla="*/ 517671 h 937337"/>
                <a:gd name="connsiteX14" fmla="*/ 3753749 w 4673045"/>
                <a:gd name="connsiteY14" fmla="*/ 517671 h 937337"/>
                <a:gd name="connsiteX15" fmla="*/ 3598807 w 4673045"/>
                <a:gd name="connsiteY15" fmla="*/ 588665 h 937337"/>
                <a:gd name="connsiteX16" fmla="*/ 3937096 w 4673045"/>
                <a:gd name="connsiteY16" fmla="*/ 937231 h 937337"/>
                <a:gd name="connsiteX17" fmla="*/ 4225091 w 4673045"/>
                <a:gd name="connsiteY17" fmla="*/ 788730 h 937337"/>
                <a:gd name="connsiteX18" fmla="*/ 4124394 w 4673045"/>
                <a:gd name="connsiteY18" fmla="*/ 703537 h 937337"/>
                <a:gd name="connsiteX19" fmla="*/ 3937203 w 4673045"/>
                <a:gd name="connsiteY19" fmla="*/ 802929 h 937337"/>
                <a:gd name="connsiteX20" fmla="*/ 3750012 w 4673045"/>
                <a:gd name="connsiteY20" fmla="*/ 636386 h 937337"/>
                <a:gd name="connsiteX21" fmla="*/ 4244525 w 4673045"/>
                <a:gd name="connsiteY21" fmla="*/ 636386 h 937337"/>
                <a:gd name="connsiteX22" fmla="*/ 4248369 w 4673045"/>
                <a:gd name="connsiteY22" fmla="*/ 582153 h 937337"/>
                <a:gd name="connsiteX23" fmla="*/ 3925564 w 4673045"/>
                <a:gd name="connsiteY23" fmla="*/ 239993 h 937337"/>
                <a:gd name="connsiteX24" fmla="*/ 3598914 w 4673045"/>
                <a:gd name="connsiteY24" fmla="*/ 588558 h 937337"/>
                <a:gd name="connsiteX25" fmla="*/ 3173917 w 4673045"/>
                <a:gd name="connsiteY25" fmla="*/ 795242 h 937337"/>
                <a:gd name="connsiteX26" fmla="*/ 2981493 w 4673045"/>
                <a:gd name="connsiteY26" fmla="*/ 588665 h 937337"/>
                <a:gd name="connsiteX27" fmla="*/ 3173917 w 4673045"/>
                <a:gd name="connsiteY27" fmla="*/ 382088 h 937337"/>
                <a:gd name="connsiteX28" fmla="*/ 3366340 w 4673045"/>
                <a:gd name="connsiteY28" fmla="*/ 588665 h 937337"/>
                <a:gd name="connsiteX29" fmla="*/ 3173917 w 4673045"/>
                <a:gd name="connsiteY29" fmla="*/ 795242 h 937337"/>
                <a:gd name="connsiteX30" fmla="*/ 3366340 w 4673045"/>
                <a:gd name="connsiteY30" fmla="*/ 258248 h 937337"/>
                <a:gd name="connsiteX31" fmla="*/ 3366340 w 4673045"/>
                <a:gd name="connsiteY31" fmla="*/ 367996 h 937337"/>
                <a:gd name="connsiteX32" fmla="*/ 3144231 w 4673045"/>
                <a:gd name="connsiteY32" fmla="*/ 240206 h 937337"/>
                <a:gd name="connsiteX33" fmla="*/ 2829220 w 4673045"/>
                <a:gd name="connsiteY33" fmla="*/ 588772 h 937337"/>
                <a:gd name="connsiteX34" fmla="*/ 3144231 w 4673045"/>
                <a:gd name="connsiteY34" fmla="*/ 937338 h 937337"/>
                <a:gd name="connsiteX35" fmla="*/ 3366340 w 4673045"/>
                <a:gd name="connsiteY35" fmla="*/ 809548 h 937337"/>
                <a:gd name="connsiteX36" fmla="*/ 3366340 w 4673045"/>
                <a:gd name="connsiteY36" fmla="*/ 919295 h 937337"/>
                <a:gd name="connsiteX37" fmla="*/ 3513594 w 4673045"/>
                <a:gd name="connsiteY37" fmla="*/ 919295 h 937337"/>
                <a:gd name="connsiteX38" fmla="*/ 3513594 w 4673045"/>
                <a:gd name="connsiteY38" fmla="*/ 258355 h 937337"/>
                <a:gd name="connsiteX39" fmla="*/ 3366340 w 4673045"/>
                <a:gd name="connsiteY39" fmla="*/ 258355 h 937337"/>
                <a:gd name="connsiteX40" fmla="*/ 2188735 w 4673045"/>
                <a:gd name="connsiteY40" fmla="*/ 919189 h 937337"/>
                <a:gd name="connsiteX41" fmla="*/ 2335882 w 4673045"/>
                <a:gd name="connsiteY41" fmla="*/ 919189 h 937337"/>
                <a:gd name="connsiteX42" fmla="*/ 2335882 w 4673045"/>
                <a:gd name="connsiteY42" fmla="*/ 526746 h 937337"/>
                <a:gd name="connsiteX43" fmla="*/ 2472778 w 4673045"/>
                <a:gd name="connsiteY43" fmla="*/ 369277 h 937337"/>
                <a:gd name="connsiteX44" fmla="*/ 2601879 w 4673045"/>
                <a:gd name="connsiteY44" fmla="*/ 515109 h 937337"/>
                <a:gd name="connsiteX45" fmla="*/ 2601879 w 4673045"/>
                <a:gd name="connsiteY45" fmla="*/ 919189 h 937337"/>
                <a:gd name="connsiteX46" fmla="*/ 2749133 w 4673045"/>
                <a:gd name="connsiteY46" fmla="*/ 919189 h 937337"/>
                <a:gd name="connsiteX47" fmla="*/ 2749133 w 4673045"/>
                <a:gd name="connsiteY47" fmla="*/ 489273 h 937337"/>
                <a:gd name="connsiteX48" fmla="*/ 2533538 w 4673045"/>
                <a:gd name="connsiteY48" fmla="*/ 240100 h 937337"/>
                <a:gd name="connsiteX49" fmla="*/ 2335989 w 4673045"/>
                <a:gd name="connsiteY49" fmla="*/ 346004 h 937337"/>
                <a:gd name="connsiteX50" fmla="*/ 2335989 w 4673045"/>
                <a:gd name="connsiteY50" fmla="*/ 15480 h 937337"/>
                <a:gd name="connsiteX51" fmla="*/ 2188842 w 4673045"/>
                <a:gd name="connsiteY51" fmla="*/ 15480 h 937337"/>
                <a:gd name="connsiteX52" fmla="*/ 2188842 w 4673045"/>
                <a:gd name="connsiteY52" fmla="*/ 919189 h 937337"/>
                <a:gd name="connsiteX53" fmla="*/ 2090601 w 4673045"/>
                <a:gd name="connsiteY53" fmla="*/ 921751 h 937337"/>
                <a:gd name="connsiteX54" fmla="*/ 2090601 w 4673045"/>
                <a:gd name="connsiteY54" fmla="*/ 797805 h 937337"/>
                <a:gd name="connsiteX55" fmla="*/ 2035074 w 4673045"/>
                <a:gd name="connsiteY55" fmla="*/ 801648 h 937337"/>
                <a:gd name="connsiteX56" fmla="*/ 1929145 w 4673045"/>
                <a:gd name="connsiteY56" fmla="*/ 694463 h 937337"/>
                <a:gd name="connsiteX57" fmla="*/ 1929145 w 4673045"/>
                <a:gd name="connsiteY57" fmla="*/ 384650 h 937337"/>
                <a:gd name="connsiteX58" fmla="*/ 2090601 w 4673045"/>
                <a:gd name="connsiteY58" fmla="*/ 384650 h 937337"/>
                <a:gd name="connsiteX59" fmla="*/ 2090601 w 4673045"/>
                <a:gd name="connsiteY59" fmla="*/ 258142 h 937337"/>
                <a:gd name="connsiteX60" fmla="*/ 1929145 w 4673045"/>
                <a:gd name="connsiteY60" fmla="*/ 258142 h 937337"/>
                <a:gd name="connsiteX61" fmla="*/ 1929145 w 4673045"/>
                <a:gd name="connsiteY61" fmla="*/ 67044 h 937337"/>
                <a:gd name="connsiteX62" fmla="*/ 1781891 w 4673045"/>
                <a:gd name="connsiteY62" fmla="*/ 112203 h 937337"/>
                <a:gd name="connsiteX63" fmla="*/ 1781891 w 4673045"/>
                <a:gd name="connsiteY63" fmla="*/ 258035 h 937337"/>
                <a:gd name="connsiteX64" fmla="*/ 1654072 w 4673045"/>
                <a:gd name="connsiteY64" fmla="*/ 258035 h 937337"/>
                <a:gd name="connsiteX65" fmla="*/ 1654072 w 4673045"/>
                <a:gd name="connsiteY65" fmla="*/ 384543 h 937337"/>
                <a:gd name="connsiteX66" fmla="*/ 1781891 w 4673045"/>
                <a:gd name="connsiteY66" fmla="*/ 384543 h 937337"/>
                <a:gd name="connsiteX67" fmla="*/ 1781891 w 4673045"/>
                <a:gd name="connsiteY67" fmla="*/ 708555 h 937337"/>
                <a:gd name="connsiteX68" fmla="*/ 1994923 w 4673045"/>
                <a:gd name="connsiteY68" fmla="*/ 933174 h 937337"/>
                <a:gd name="connsiteX69" fmla="*/ 2090494 w 4673045"/>
                <a:gd name="connsiteY69" fmla="*/ 921537 h 937337"/>
                <a:gd name="connsiteX70" fmla="*/ 1293892 w 4673045"/>
                <a:gd name="connsiteY70" fmla="*/ 795242 h 937337"/>
                <a:gd name="connsiteX71" fmla="*/ 1101469 w 4673045"/>
                <a:gd name="connsiteY71" fmla="*/ 588665 h 937337"/>
                <a:gd name="connsiteX72" fmla="*/ 1293892 w 4673045"/>
                <a:gd name="connsiteY72" fmla="*/ 382088 h 937337"/>
                <a:gd name="connsiteX73" fmla="*/ 1486315 w 4673045"/>
                <a:gd name="connsiteY73" fmla="*/ 588665 h 937337"/>
                <a:gd name="connsiteX74" fmla="*/ 1293892 w 4673045"/>
                <a:gd name="connsiteY74" fmla="*/ 795242 h 937337"/>
                <a:gd name="connsiteX75" fmla="*/ 1293892 w 4673045"/>
                <a:gd name="connsiteY75" fmla="*/ 937231 h 937337"/>
                <a:gd name="connsiteX76" fmla="*/ 1638695 w 4673045"/>
                <a:gd name="connsiteY76" fmla="*/ 588665 h 937337"/>
                <a:gd name="connsiteX77" fmla="*/ 1293892 w 4673045"/>
                <a:gd name="connsiteY77" fmla="*/ 240100 h 937337"/>
                <a:gd name="connsiteX78" fmla="*/ 949089 w 4673045"/>
                <a:gd name="connsiteY78" fmla="*/ 588665 h 937337"/>
                <a:gd name="connsiteX79" fmla="*/ 1293892 w 4673045"/>
                <a:gd name="connsiteY79" fmla="*/ 937231 h 937337"/>
                <a:gd name="connsiteX80" fmla="*/ 454576 w 4673045"/>
                <a:gd name="connsiteY80" fmla="*/ 0 h 937337"/>
                <a:gd name="connsiteX81" fmla="*/ 0 w 4673045"/>
                <a:gd name="connsiteY81" fmla="*/ 468669 h 937337"/>
                <a:gd name="connsiteX82" fmla="*/ 435141 w 4673045"/>
                <a:gd name="connsiteY82" fmla="*/ 937338 h 937337"/>
                <a:gd name="connsiteX83" fmla="*/ 711496 w 4673045"/>
                <a:gd name="connsiteY83" fmla="*/ 803036 h 937337"/>
                <a:gd name="connsiteX84" fmla="*/ 711496 w 4673045"/>
                <a:gd name="connsiteY84" fmla="*/ 919189 h 937337"/>
                <a:gd name="connsiteX85" fmla="*/ 861313 w 4673045"/>
                <a:gd name="connsiteY85" fmla="*/ 919189 h 937337"/>
                <a:gd name="connsiteX86" fmla="*/ 861313 w 4673045"/>
                <a:gd name="connsiteY86" fmla="*/ 444114 h 937337"/>
                <a:gd name="connsiteX87" fmla="*/ 470060 w 4673045"/>
                <a:gd name="connsiteY87" fmla="*/ 444114 h 937337"/>
                <a:gd name="connsiteX88" fmla="*/ 470060 w 4673045"/>
                <a:gd name="connsiteY88" fmla="*/ 591334 h 937337"/>
                <a:gd name="connsiteX89" fmla="*/ 698576 w 4673045"/>
                <a:gd name="connsiteY89" fmla="*/ 591334 h 937337"/>
                <a:gd name="connsiteX90" fmla="*/ 454470 w 4673045"/>
                <a:gd name="connsiteY90" fmla="*/ 779869 h 937337"/>
                <a:gd name="connsiteX91" fmla="*/ 175552 w 4673045"/>
                <a:gd name="connsiteY91" fmla="*/ 468776 h 937337"/>
                <a:gd name="connsiteX92" fmla="*/ 454470 w 4673045"/>
                <a:gd name="connsiteY92" fmla="*/ 157682 h 937337"/>
                <a:gd name="connsiteX93" fmla="*/ 699857 w 4673045"/>
                <a:gd name="connsiteY93" fmla="*/ 298389 h 937337"/>
                <a:gd name="connsiteX94" fmla="*/ 839316 w 4673045"/>
                <a:gd name="connsiteY94" fmla="*/ 205403 h 937337"/>
                <a:gd name="connsiteX95" fmla="*/ 454470 w 4673045"/>
                <a:gd name="connsiteY95" fmla="*/ 107 h 9373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673045" h="937337">
                  <a:moveTo>
                    <a:pt x="4330912" y="919189"/>
                  </a:moveTo>
                  <a:lnTo>
                    <a:pt x="4478060" y="919189"/>
                  </a:lnTo>
                  <a:lnTo>
                    <a:pt x="4478060" y="558986"/>
                  </a:lnTo>
                  <a:cubicBezTo>
                    <a:pt x="4478060" y="449239"/>
                    <a:pt x="4524510" y="398849"/>
                    <a:pt x="4640797" y="398849"/>
                  </a:cubicBezTo>
                  <a:lnTo>
                    <a:pt x="4673046" y="398849"/>
                  </a:lnTo>
                  <a:lnTo>
                    <a:pt x="4673046" y="246505"/>
                  </a:lnTo>
                  <a:lnTo>
                    <a:pt x="4658844" y="246505"/>
                  </a:lnTo>
                  <a:cubicBezTo>
                    <a:pt x="4561991" y="246505"/>
                    <a:pt x="4498776" y="300738"/>
                    <a:pt x="4478060" y="378138"/>
                  </a:cubicBezTo>
                  <a:lnTo>
                    <a:pt x="4478060" y="258035"/>
                  </a:lnTo>
                  <a:lnTo>
                    <a:pt x="4330912" y="258035"/>
                  </a:lnTo>
                  <a:lnTo>
                    <a:pt x="4330912" y="918975"/>
                  </a:lnTo>
                  <a:close/>
                  <a:moveTo>
                    <a:pt x="3753749" y="517671"/>
                  </a:moveTo>
                  <a:cubicBezTo>
                    <a:pt x="3774358" y="428635"/>
                    <a:pt x="3837681" y="374401"/>
                    <a:pt x="3925457" y="374401"/>
                  </a:cubicBezTo>
                  <a:cubicBezTo>
                    <a:pt x="4008107" y="374401"/>
                    <a:pt x="4075273" y="423510"/>
                    <a:pt x="4094601" y="517671"/>
                  </a:cubicBezTo>
                  <a:lnTo>
                    <a:pt x="3753749" y="517671"/>
                  </a:lnTo>
                  <a:close/>
                  <a:moveTo>
                    <a:pt x="3598807" y="588665"/>
                  </a:moveTo>
                  <a:cubicBezTo>
                    <a:pt x="3598807" y="790011"/>
                    <a:pt x="3742110" y="937231"/>
                    <a:pt x="3937096" y="937231"/>
                  </a:cubicBezTo>
                  <a:cubicBezTo>
                    <a:pt x="4057227" y="937231"/>
                    <a:pt x="4170844" y="877873"/>
                    <a:pt x="4225091" y="788730"/>
                  </a:cubicBezTo>
                  <a:lnTo>
                    <a:pt x="4124394" y="703537"/>
                  </a:lnTo>
                  <a:cubicBezTo>
                    <a:pt x="4086913" y="765564"/>
                    <a:pt x="4017183" y="802929"/>
                    <a:pt x="3937203" y="802929"/>
                  </a:cubicBezTo>
                  <a:cubicBezTo>
                    <a:pt x="3840350" y="802929"/>
                    <a:pt x="3768059" y="737059"/>
                    <a:pt x="3750012" y="636386"/>
                  </a:cubicBezTo>
                  <a:lnTo>
                    <a:pt x="4244525" y="636386"/>
                  </a:lnTo>
                  <a:cubicBezTo>
                    <a:pt x="4247088" y="619625"/>
                    <a:pt x="4248369" y="600195"/>
                    <a:pt x="4248369" y="582153"/>
                  </a:cubicBezTo>
                  <a:cubicBezTo>
                    <a:pt x="4248369" y="392337"/>
                    <a:pt x="4119268" y="239993"/>
                    <a:pt x="3925564" y="239993"/>
                  </a:cubicBezTo>
                  <a:cubicBezTo>
                    <a:pt x="3731859" y="239993"/>
                    <a:pt x="3598914" y="387212"/>
                    <a:pt x="3598914" y="588558"/>
                  </a:cubicBezTo>
                  <a:moveTo>
                    <a:pt x="3173917" y="795242"/>
                  </a:moveTo>
                  <a:cubicBezTo>
                    <a:pt x="3062862" y="795242"/>
                    <a:pt x="2981493" y="707487"/>
                    <a:pt x="2981493" y="588665"/>
                  </a:cubicBezTo>
                  <a:cubicBezTo>
                    <a:pt x="2981493" y="469843"/>
                    <a:pt x="3062862" y="382088"/>
                    <a:pt x="3173917" y="382088"/>
                  </a:cubicBezTo>
                  <a:cubicBezTo>
                    <a:pt x="3284971" y="382088"/>
                    <a:pt x="3366340" y="469843"/>
                    <a:pt x="3366340" y="588665"/>
                  </a:cubicBezTo>
                  <a:cubicBezTo>
                    <a:pt x="3366340" y="707487"/>
                    <a:pt x="3284971" y="795242"/>
                    <a:pt x="3173917" y="795242"/>
                  </a:cubicBezTo>
                  <a:moveTo>
                    <a:pt x="3366340" y="258248"/>
                  </a:moveTo>
                  <a:lnTo>
                    <a:pt x="3366340" y="367996"/>
                  </a:lnTo>
                  <a:cubicBezTo>
                    <a:pt x="3322452" y="284084"/>
                    <a:pt x="3246209" y="240206"/>
                    <a:pt x="3144231" y="240206"/>
                  </a:cubicBezTo>
                  <a:cubicBezTo>
                    <a:pt x="2971242" y="240206"/>
                    <a:pt x="2829220" y="386038"/>
                    <a:pt x="2829220" y="588772"/>
                  </a:cubicBezTo>
                  <a:cubicBezTo>
                    <a:pt x="2829220" y="791506"/>
                    <a:pt x="2971242" y="937338"/>
                    <a:pt x="3144231" y="937338"/>
                  </a:cubicBezTo>
                  <a:cubicBezTo>
                    <a:pt x="3246209" y="937338"/>
                    <a:pt x="3322452" y="893460"/>
                    <a:pt x="3366340" y="809548"/>
                  </a:cubicBezTo>
                  <a:lnTo>
                    <a:pt x="3366340" y="919295"/>
                  </a:lnTo>
                  <a:lnTo>
                    <a:pt x="3513594" y="919295"/>
                  </a:lnTo>
                  <a:lnTo>
                    <a:pt x="3513594" y="258355"/>
                  </a:lnTo>
                  <a:lnTo>
                    <a:pt x="3366340" y="258355"/>
                  </a:lnTo>
                  <a:close/>
                  <a:moveTo>
                    <a:pt x="2188735" y="919189"/>
                  </a:moveTo>
                  <a:lnTo>
                    <a:pt x="2335882" y="919189"/>
                  </a:lnTo>
                  <a:lnTo>
                    <a:pt x="2335882" y="526746"/>
                  </a:lnTo>
                  <a:cubicBezTo>
                    <a:pt x="2335882" y="424791"/>
                    <a:pt x="2390128" y="369277"/>
                    <a:pt x="2472778" y="369277"/>
                  </a:cubicBezTo>
                  <a:cubicBezTo>
                    <a:pt x="2555429" y="369277"/>
                    <a:pt x="2601879" y="424791"/>
                    <a:pt x="2601879" y="515109"/>
                  </a:cubicBezTo>
                  <a:lnTo>
                    <a:pt x="2601879" y="919189"/>
                  </a:lnTo>
                  <a:lnTo>
                    <a:pt x="2749133" y="919189"/>
                  </a:lnTo>
                  <a:lnTo>
                    <a:pt x="2749133" y="489273"/>
                  </a:lnTo>
                  <a:cubicBezTo>
                    <a:pt x="2749133" y="318887"/>
                    <a:pt x="2657407" y="240100"/>
                    <a:pt x="2533538" y="240100"/>
                  </a:cubicBezTo>
                  <a:cubicBezTo>
                    <a:pt x="2431560" y="240100"/>
                    <a:pt x="2364394" y="290489"/>
                    <a:pt x="2335989" y="346004"/>
                  </a:cubicBezTo>
                  <a:lnTo>
                    <a:pt x="2335989" y="15480"/>
                  </a:lnTo>
                  <a:lnTo>
                    <a:pt x="2188842" y="15480"/>
                  </a:lnTo>
                  <a:lnTo>
                    <a:pt x="2188842" y="919189"/>
                  </a:lnTo>
                  <a:close/>
                  <a:moveTo>
                    <a:pt x="2090601" y="921751"/>
                  </a:moveTo>
                  <a:lnTo>
                    <a:pt x="2090601" y="797805"/>
                  </a:lnTo>
                  <a:cubicBezTo>
                    <a:pt x="2073836" y="800367"/>
                    <a:pt x="2050558" y="801648"/>
                    <a:pt x="2035074" y="801648"/>
                  </a:cubicBezTo>
                  <a:cubicBezTo>
                    <a:pt x="1962782" y="801648"/>
                    <a:pt x="1929145" y="764176"/>
                    <a:pt x="1929145" y="694463"/>
                  </a:cubicBezTo>
                  <a:lnTo>
                    <a:pt x="1929145" y="384650"/>
                  </a:lnTo>
                  <a:lnTo>
                    <a:pt x="2090601" y="384650"/>
                  </a:lnTo>
                  <a:lnTo>
                    <a:pt x="2090601" y="258142"/>
                  </a:lnTo>
                  <a:lnTo>
                    <a:pt x="1929145" y="258142"/>
                  </a:lnTo>
                  <a:lnTo>
                    <a:pt x="1929145" y="67044"/>
                  </a:lnTo>
                  <a:lnTo>
                    <a:pt x="1781891" y="112203"/>
                  </a:lnTo>
                  <a:lnTo>
                    <a:pt x="1781891" y="258035"/>
                  </a:lnTo>
                  <a:lnTo>
                    <a:pt x="1654072" y="258035"/>
                  </a:lnTo>
                  <a:lnTo>
                    <a:pt x="1654072" y="384543"/>
                  </a:lnTo>
                  <a:lnTo>
                    <a:pt x="1781891" y="384543"/>
                  </a:lnTo>
                  <a:lnTo>
                    <a:pt x="1781891" y="708555"/>
                  </a:lnTo>
                  <a:cubicBezTo>
                    <a:pt x="1781891" y="851824"/>
                    <a:pt x="1860697" y="933174"/>
                    <a:pt x="1994923" y="933174"/>
                  </a:cubicBezTo>
                  <a:cubicBezTo>
                    <a:pt x="2032404" y="933174"/>
                    <a:pt x="2065934" y="929331"/>
                    <a:pt x="2090494" y="921537"/>
                  </a:cubicBezTo>
                  <a:moveTo>
                    <a:pt x="1293892" y="795242"/>
                  </a:moveTo>
                  <a:cubicBezTo>
                    <a:pt x="1182837" y="795242"/>
                    <a:pt x="1101469" y="707487"/>
                    <a:pt x="1101469" y="588665"/>
                  </a:cubicBezTo>
                  <a:cubicBezTo>
                    <a:pt x="1101469" y="469843"/>
                    <a:pt x="1182837" y="382088"/>
                    <a:pt x="1293892" y="382088"/>
                  </a:cubicBezTo>
                  <a:cubicBezTo>
                    <a:pt x="1404946" y="382088"/>
                    <a:pt x="1486315" y="469843"/>
                    <a:pt x="1486315" y="588665"/>
                  </a:cubicBezTo>
                  <a:cubicBezTo>
                    <a:pt x="1486315" y="707487"/>
                    <a:pt x="1404946" y="795242"/>
                    <a:pt x="1293892" y="795242"/>
                  </a:cubicBezTo>
                  <a:moveTo>
                    <a:pt x="1293892" y="937231"/>
                  </a:moveTo>
                  <a:cubicBezTo>
                    <a:pt x="1490160" y="937231"/>
                    <a:pt x="1638695" y="791399"/>
                    <a:pt x="1638695" y="588665"/>
                  </a:cubicBezTo>
                  <a:cubicBezTo>
                    <a:pt x="1638695" y="385931"/>
                    <a:pt x="1490160" y="240100"/>
                    <a:pt x="1293892" y="240100"/>
                  </a:cubicBezTo>
                  <a:cubicBezTo>
                    <a:pt x="1097625" y="240100"/>
                    <a:pt x="949089" y="385931"/>
                    <a:pt x="949089" y="588665"/>
                  </a:cubicBezTo>
                  <a:cubicBezTo>
                    <a:pt x="949089" y="791399"/>
                    <a:pt x="1097625" y="937231"/>
                    <a:pt x="1293892" y="937231"/>
                  </a:cubicBezTo>
                  <a:moveTo>
                    <a:pt x="454576" y="0"/>
                  </a:moveTo>
                  <a:cubicBezTo>
                    <a:pt x="194986" y="0"/>
                    <a:pt x="0" y="196222"/>
                    <a:pt x="0" y="468669"/>
                  </a:cubicBezTo>
                  <a:cubicBezTo>
                    <a:pt x="0" y="741116"/>
                    <a:pt x="194986" y="937338"/>
                    <a:pt x="435141" y="937338"/>
                  </a:cubicBezTo>
                  <a:cubicBezTo>
                    <a:pt x="546196" y="937338"/>
                    <a:pt x="650737" y="885667"/>
                    <a:pt x="711496" y="803036"/>
                  </a:cubicBezTo>
                  <a:lnTo>
                    <a:pt x="711496" y="919189"/>
                  </a:lnTo>
                  <a:lnTo>
                    <a:pt x="861313" y="919189"/>
                  </a:lnTo>
                  <a:lnTo>
                    <a:pt x="861313" y="444114"/>
                  </a:lnTo>
                  <a:lnTo>
                    <a:pt x="470060" y="444114"/>
                  </a:lnTo>
                  <a:lnTo>
                    <a:pt x="470060" y="591334"/>
                  </a:lnTo>
                  <a:lnTo>
                    <a:pt x="698576" y="591334"/>
                  </a:lnTo>
                  <a:cubicBezTo>
                    <a:pt x="676579" y="702363"/>
                    <a:pt x="578445" y="779869"/>
                    <a:pt x="454470" y="779869"/>
                  </a:cubicBezTo>
                  <a:cubicBezTo>
                    <a:pt x="291732" y="779869"/>
                    <a:pt x="175552" y="648236"/>
                    <a:pt x="175552" y="468776"/>
                  </a:cubicBezTo>
                  <a:cubicBezTo>
                    <a:pt x="175552" y="289315"/>
                    <a:pt x="291732" y="157682"/>
                    <a:pt x="454470" y="157682"/>
                  </a:cubicBezTo>
                  <a:cubicBezTo>
                    <a:pt x="570649" y="157682"/>
                    <a:pt x="654581" y="215759"/>
                    <a:pt x="699857" y="298389"/>
                  </a:cubicBezTo>
                  <a:lnTo>
                    <a:pt x="839316" y="205403"/>
                  </a:lnTo>
                  <a:cubicBezTo>
                    <a:pt x="770868" y="76332"/>
                    <a:pt x="626284" y="107"/>
                    <a:pt x="454470" y="107"/>
                  </a:cubicBezTo>
                </a:path>
              </a:pathLst>
            </a:custGeom>
            <a:grpFill/>
            <a:ln w="10675" cap="flat">
              <a:noFill/>
              <a:prstDash val="solid"/>
              <a:miter/>
            </a:ln>
          </p:spPr>
          <p:txBody>
            <a:bodyPr rtlCol="0" anchor="ctr"/>
            <a:lstStyle/>
            <a:p>
              <a:endParaRPr lang="de-DE" dirty="0">
                <a:solidFill>
                  <a:schemeClr val="bg1"/>
                </a:solidFill>
                <a:latin typeface="BarmeniaGothaer Offc" panose="020B0503020204020204" pitchFamily="34" charset="0"/>
              </a:endParaRPr>
            </a:p>
          </p:txBody>
        </p:sp>
        <p:sp>
          <p:nvSpPr>
            <p:cNvPr id="42" name="Freihandform 41">
              <a:extLst>
                <a:ext uri="{FF2B5EF4-FFF2-40B4-BE49-F238E27FC236}">
                  <a16:creationId xmlns:a16="http://schemas.microsoft.com/office/drawing/2014/main" id="{7DD08E80-73E1-D920-65C2-14F61E75A2B9}"/>
                </a:ext>
              </a:extLst>
            </p:cNvPr>
            <p:cNvSpPr/>
            <p:nvPr/>
          </p:nvSpPr>
          <p:spPr>
            <a:xfrm>
              <a:off x="1768255" y="-1865975"/>
              <a:ext cx="1032722" cy="182257"/>
            </a:xfrm>
            <a:custGeom>
              <a:avLst/>
              <a:gdLst>
                <a:gd name="connsiteX0" fmla="*/ 5023081 w 5362651"/>
                <a:gd name="connsiteY0" fmla="*/ 804316 h 946411"/>
                <a:gd name="connsiteX1" fmla="*/ 4830658 w 5362651"/>
                <a:gd name="connsiteY1" fmla="*/ 597740 h 946411"/>
                <a:gd name="connsiteX2" fmla="*/ 5023081 w 5362651"/>
                <a:gd name="connsiteY2" fmla="*/ 391162 h 946411"/>
                <a:gd name="connsiteX3" fmla="*/ 5215504 w 5362651"/>
                <a:gd name="connsiteY3" fmla="*/ 597740 h 946411"/>
                <a:gd name="connsiteX4" fmla="*/ 5023081 w 5362651"/>
                <a:gd name="connsiteY4" fmla="*/ 804316 h 946411"/>
                <a:gd name="connsiteX5" fmla="*/ 5215504 w 5362651"/>
                <a:gd name="connsiteY5" fmla="*/ 267323 h 946411"/>
                <a:gd name="connsiteX6" fmla="*/ 5215504 w 5362651"/>
                <a:gd name="connsiteY6" fmla="*/ 377070 h 946411"/>
                <a:gd name="connsiteX7" fmla="*/ 4993395 w 5362651"/>
                <a:gd name="connsiteY7" fmla="*/ 249280 h 946411"/>
                <a:gd name="connsiteX8" fmla="*/ 4678278 w 5362651"/>
                <a:gd name="connsiteY8" fmla="*/ 597846 h 946411"/>
                <a:gd name="connsiteX9" fmla="*/ 4993395 w 5362651"/>
                <a:gd name="connsiteY9" fmla="*/ 946412 h 946411"/>
                <a:gd name="connsiteX10" fmla="*/ 5215504 w 5362651"/>
                <a:gd name="connsiteY10" fmla="*/ 818622 h 946411"/>
                <a:gd name="connsiteX11" fmla="*/ 5215504 w 5362651"/>
                <a:gd name="connsiteY11" fmla="*/ 928370 h 946411"/>
                <a:gd name="connsiteX12" fmla="*/ 5362651 w 5362651"/>
                <a:gd name="connsiteY12" fmla="*/ 928370 h 946411"/>
                <a:gd name="connsiteX13" fmla="*/ 5362651 w 5362651"/>
                <a:gd name="connsiteY13" fmla="*/ 267429 h 946411"/>
                <a:gd name="connsiteX14" fmla="*/ 5215504 w 5362651"/>
                <a:gd name="connsiteY14" fmla="*/ 267429 h 946411"/>
                <a:gd name="connsiteX15" fmla="*/ 4611218 w 5362651"/>
                <a:gd name="connsiteY15" fmla="*/ 91705 h 946411"/>
                <a:gd name="connsiteX16" fmla="*/ 4519492 w 5362651"/>
                <a:gd name="connsiteY16" fmla="*/ 183411 h 946411"/>
                <a:gd name="connsiteX17" fmla="*/ 4427765 w 5362651"/>
                <a:gd name="connsiteY17" fmla="*/ 91705 h 946411"/>
                <a:gd name="connsiteX18" fmla="*/ 4519492 w 5362651"/>
                <a:gd name="connsiteY18" fmla="*/ 0 h 946411"/>
                <a:gd name="connsiteX19" fmla="*/ 4611218 w 5362651"/>
                <a:gd name="connsiteY19" fmla="*/ 91705 h 946411"/>
                <a:gd name="connsiteX20" fmla="*/ 4445918 w 5362651"/>
                <a:gd name="connsiteY20" fmla="*/ 928263 h 946411"/>
                <a:gd name="connsiteX21" fmla="*/ 4593172 w 5362651"/>
                <a:gd name="connsiteY21" fmla="*/ 928263 h 946411"/>
                <a:gd name="connsiteX22" fmla="*/ 4593172 w 5362651"/>
                <a:gd name="connsiteY22" fmla="*/ 267323 h 946411"/>
                <a:gd name="connsiteX23" fmla="*/ 4445918 w 5362651"/>
                <a:gd name="connsiteY23" fmla="*/ 267323 h 946411"/>
                <a:gd name="connsiteX24" fmla="*/ 4445918 w 5362651"/>
                <a:gd name="connsiteY24" fmla="*/ 928263 h 946411"/>
                <a:gd name="connsiteX25" fmla="*/ 3777028 w 5362651"/>
                <a:gd name="connsiteY25" fmla="*/ 928263 h 946411"/>
                <a:gd name="connsiteX26" fmla="*/ 3924176 w 5362651"/>
                <a:gd name="connsiteY26" fmla="*/ 928263 h 946411"/>
                <a:gd name="connsiteX27" fmla="*/ 3924176 w 5362651"/>
                <a:gd name="connsiteY27" fmla="*/ 535820 h 946411"/>
                <a:gd name="connsiteX28" fmla="*/ 4061071 w 5362651"/>
                <a:gd name="connsiteY28" fmla="*/ 378351 h 946411"/>
                <a:gd name="connsiteX29" fmla="*/ 4190172 w 5362651"/>
                <a:gd name="connsiteY29" fmla="*/ 524183 h 946411"/>
                <a:gd name="connsiteX30" fmla="*/ 4190172 w 5362651"/>
                <a:gd name="connsiteY30" fmla="*/ 928263 h 946411"/>
                <a:gd name="connsiteX31" fmla="*/ 4337426 w 5362651"/>
                <a:gd name="connsiteY31" fmla="*/ 928263 h 946411"/>
                <a:gd name="connsiteX32" fmla="*/ 4337426 w 5362651"/>
                <a:gd name="connsiteY32" fmla="*/ 498348 h 946411"/>
                <a:gd name="connsiteX33" fmla="*/ 4121831 w 5362651"/>
                <a:gd name="connsiteY33" fmla="*/ 249174 h 946411"/>
                <a:gd name="connsiteX34" fmla="*/ 3924282 w 5362651"/>
                <a:gd name="connsiteY34" fmla="*/ 355078 h 946411"/>
                <a:gd name="connsiteX35" fmla="*/ 3924282 w 5362651"/>
                <a:gd name="connsiteY35" fmla="*/ 267323 h 946411"/>
                <a:gd name="connsiteX36" fmla="*/ 3777135 w 5362651"/>
                <a:gd name="connsiteY36" fmla="*/ 267323 h 946411"/>
                <a:gd name="connsiteX37" fmla="*/ 3777135 w 5362651"/>
                <a:gd name="connsiteY37" fmla="*/ 928263 h 946411"/>
                <a:gd name="connsiteX38" fmla="*/ 3199865 w 5362651"/>
                <a:gd name="connsiteY38" fmla="*/ 526745 h 946411"/>
                <a:gd name="connsiteX39" fmla="*/ 3371573 w 5362651"/>
                <a:gd name="connsiteY39" fmla="*/ 383476 h 946411"/>
                <a:gd name="connsiteX40" fmla="*/ 3540717 w 5362651"/>
                <a:gd name="connsiteY40" fmla="*/ 526745 h 946411"/>
                <a:gd name="connsiteX41" fmla="*/ 3199865 w 5362651"/>
                <a:gd name="connsiteY41" fmla="*/ 526745 h 946411"/>
                <a:gd name="connsiteX42" fmla="*/ 3044923 w 5362651"/>
                <a:gd name="connsiteY42" fmla="*/ 597740 h 946411"/>
                <a:gd name="connsiteX43" fmla="*/ 3383212 w 5362651"/>
                <a:gd name="connsiteY43" fmla="*/ 946305 h 946411"/>
                <a:gd name="connsiteX44" fmla="*/ 3671206 w 5362651"/>
                <a:gd name="connsiteY44" fmla="*/ 797804 h 946411"/>
                <a:gd name="connsiteX45" fmla="*/ 3570509 w 5362651"/>
                <a:gd name="connsiteY45" fmla="*/ 712611 h 946411"/>
                <a:gd name="connsiteX46" fmla="*/ 3383318 w 5362651"/>
                <a:gd name="connsiteY46" fmla="*/ 812003 h 946411"/>
                <a:gd name="connsiteX47" fmla="*/ 3196127 w 5362651"/>
                <a:gd name="connsiteY47" fmla="*/ 645460 h 946411"/>
                <a:gd name="connsiteX48" fmla="*/ 3690640 w 5362651"/>
                <a:gd name="connsiteY48" fmla="*/ 645460 h 946411"/>
                <a:gd name="connsiteX49" fmla="*/ 3694485 w 5362651"/>
                <a:gd name="connsiteY49" fmla="*/ 591227 h 946411"/>
                <a:gd name="connsiteX50" fmla="*/ 3371679 w 5362651"/>
                <a:gd name="connsiteY50" fmla="*/ 249174 h 946411"/>
                <a:gd name="connsiteX51" fmla="*/ 3044923 w 5362651"/>
                <a:gd name="connsiteY51" fmla="*/ 597740 h 946411"/>
                <a:gd name="connsiteX52" fmla="*/ 2032511 w 5362651"/>
                <a:gd name="connsiteY52" fmla="*/ 928263 h 946411"/>
                <a:gd name="connsiteX53" fmla="*/ 2179765 w 5362651"/>
                <a:gd name="connsiteY53" fmla="*/ 928263 h 946411"/>
                <a:gd name="connsiteX54" fmla="*/ 2179765 w 5362651"/>
                <a:gd name="connsiteY54" fmla="*/ 535820 h 946411"/>
                <a:gd name="connsiteX55" fmla="*/ 2306304 w 5362651"/>
                <a:gd name="connsiteY55" fmla="*/ 378351 h 946411"/>
                <a:gd name="connsiteX56" fmla="*/ 2425153 w 5362651"/>
                <a:gd name="connsiteY56" fmla="*/ 524183 h 946411"/>
                <a:gd name="connsiteX57" fmla="*/ 2425153 w 5362651"/>
                <a:gd name="connsiteY57" fmla="*/ 928263 h 946411"/>
                <a:gd name="connsiteX58" fmla="*/ 2572300 w 5362651"/>
                <a:gd name="connsiteY58" fmla="*/ 928263 h 946411"/>
                <a:gd name="connsiteX59" fmla="*/ 2572300 w 5362651"/>
                <a:gd name="connsiteY59" fmla="*/ 521621 h 946411"/>
                <a:gd name="connsiteX60" fmla="*/ 2698839 w 5362651"/>
                <a:gd name="connsiteY60" fmla="*/ 378351 h 946411"/>
                <a:gd name="connsiteX61" fmla="*/ 2817688 w 5362651"/>
                <a:gd name="connsiteY61" fmla="*/ 524183 h 946411"/>
                <a:gd name="connsiteX62" fmla="*/ 2817688 w 5362651"/>
                <a:gd name="connsiteY62" fmla="*/ 928263 h 946411"/>
                <a:gd name="connsiteX63" fmla="*/ 2964942 w 5362651"/>
                <a:gd name="connsiteY63" fmla="*/ 928263 h 946411"/>
                <a:gd name="connsiteX64" fmla="*/ 2964942 w 5362651"/>
                <a:gd name="connsiteY64" fmla="*/ 498348 h 946411"/>
                <a:gd name="connsiteX65" fmla="*/ 2746677 w 5362651"/>
                <a:gd name="connsiteY65" fmla="*/ 249174 h 946411"/>
                <a:gd name="connsiteX66" fmla="*/ 2547847 w 5362651"/>
                <a:gd name="connsiteY66" fmla="*/ 362764 h 946411"/>
                <a:gd name="connsiteX67" fmla="*/ 2367063 w 5362651"/>
                <a:gd name="connsiteY67" fmla="*/ 249174 h 946411"/>
                <a:gd name="connsiteX68" fmla="*/ 2179872 w 5362651"/>
                <a:gd name="connsiteY68" fmla="*/ 355078 h 946411"/>
                <a:gd name="connsiteX69" fmla="*/ 2179872 w 5362651"/>
                <a:gd name="connsiteY69" fmla="*/ 267323 h 946411"/>
                <a:gd name="connsiteX70" fmla="*/ 2032618 w 5362651"/>
                <a:gd name="connsiteY70" fmla="*/ 267323 h 946411"/>
                <a:gd name="connsiteX71" fmla="*/ 2032618 w 5362651"/>
                <a:gd name="connsiteY71" fmla="*/ 928263 h 946411"/>
                <a:gd name="connsiteX72" fmla="*/ 1612854 w 5362651"/>
                <a:gd name="connsiteY72" fmla="*/ 928263 h 946411"/>
                <a:gd name="connsiteX73" fmla="*/ 1760107 w 5362651"/>
                <a:gd name="connsiteY73" fmla="*/ 928263 h 946411"/>
                <a:gd name="connsiteX74" fmla="*/ 1760107 w 5362651"/>
                <a:gd name="connsiteY74" fmla="*/ 568061 h 946411"/>
                <a:gd name="connsiteX75" fmla="*/ 1922845 w 5362651"/>
                <a:gd name="connsiteY75" fmla="*/ 408030 h 946411"/>
                <a:gd name="connsiteX76" fmla="*/ 1955093 w 5362651"/>
                <a:gd name="connsiteY76" fmla="*/ 408030 h 946411"/>
                <a:gd name="connsiteX77" fmla="*/ 1955093 w 5362651"/>
                <a:gd name="connsiteY77" fmla="*/ 255686 h 946411"/>
                <a:gd name="connsiteX78" fmla="*/ 1940891 w 5362651"/>
                <a:gd name="connsiteY78" fmla="*/ 255686 h 946411"/>
                <a:gd name="connsiteX79" fmla="*/ 1760107 w 5362651"/>
                <a:gd name="connsiteY79" fmla="*/ 387426 h 946411"/>
                <a:gd name="connsiteX80" fmla="*/ 1760107 w 5362651"/>
                <a:gd name="connsiteY80" fmla="*/ 267323 h 946411"/>
                <a:gd name="connsiteX81" fmla="*/ 1612854 w 5362651"/>
                <a:gd name="connsiteY81" fmla="*/ 267323 h 946411"/>
                <a:gd name="connsiteX82" fmla="*/ 1612854 w 5362651"/>
                <a:gd name="connsiteY82" fmla="*/ 928263 h 946411"/>
                <a:gd name="connsiteX83" fmla="*/ 1159666 w 5362651"/>
                <a:gd name="connsiteY83" fmla="*/ 804316 h 946411"/>
                <a:gd name="connsiteX84" fmla="*/ 967242 w 5362651"/>
                <a:gd name="connsiteY84" fmla="*/ 597740 h 946411"/>
                <a:gd name="connsiteX85" fmla="*/ 1159666 w 5362651"/>
                <a:gd name="connsiteY85" fmla="*/ 391162 h 946411"/>
                <a:gd name="connsiteX86" fmla="*/ 1352089 w 5362651"/>
                <a:gd name="connsiteY86" fmla="*/ 597740 h 946411"/>
                <a:gd name="connsiteX87" fmla="*/ 1159666 w 5362651"/>
                <a:gd name="connsiteY87" fmla="*/ 804316 h 946411"/>
                <a:gd name="connsiteX88" fmla="*/ 1351982 w 5362651"/>
                <a:gd name="connsiteY88" fmla="*/ 267323 h 946411"/>
                <a:gd name="connsiteX89" fmla="*/ 1351982 w 5362651"/>
                <a:gd name="connsiteY89" fmla="*/ 377070 h 946411"/>
                <a:gd name="connsiteX90" fmla="*/ 1129873 w 5362651"/>
                <a:gd name="connsiteY90" fmla="*/ 249280 h 946411"/>
                <a:gd name="connsiteX91" fmla="*/ 814756 w 5362651"/>
                <a:gd name="connsiteY91" fmla="*/ 597846 h 946411"/>
                <a:gd name="connsiteX92" fmla="*/ 1129873 w 5362651"/>
                <a:gd name="connsiteY92" fmla="*/ 946412 h 946411"/>
                <a:gd name="connsiteX93" fmla="*/ 1351982 w 5362651"/>
                <a:gd name="connsiteY93" fmla="*/ 818622 h 946411"/>
                <a:gd name="connsiteX94" fmla="*/ 1351982 w 5362651"/>
                <a:gd name="connsiteY94" fmla="*/ 928370 h 946411"/>
                <a:gd name="connsiteX95" fmla="*/ 1499129 w 5362651"/>
                <a:gd name="connsiteY95" fmla="*/ 928370 h 946411"/>
                <a:gd name="connsiteX96" fmla="*/ 1499129 w 5362651"/>
                <a:gd name="connsiteY96" fmla="*/ 267429 h 946411"/>
                <a:gd name="connsiteX97" fmla="*/ 1351982 w 5362651"/>
                <a:gd name="connsiteY97" fmla="*/ 267429 h 946411"/>
                <a:gd name="connsiteX98" fmla="*/ 418376 w 5362651"/>
                <a:gd name="connsiteY98" fmla="*/ 386038 h 946411"/>
                <a:gd name="connsiteX99" fmla="*/ 167863 w 5362651"/>
                <a:gd name="connsiteY99" fmla="*/ 386038 h 946411"/>
                <a:gd name="connsiteX100" fmla="*/ 167863 w 5362651"/>
                <a:gd name="connsiteY100" fmla="*/ 176898 h 946411"/>
                <a:gd name="connsiteX101" fmla="*/ 418376 w 5362651"/>
                <a:gd name="connsiteY101" fmla="*/ 176898 h 946411"/>
                <a:gd name="connsiteX102" fmla="*/ 544915 w 5362651"/>
                <a:gd name="connsiteY102" fmla="*/ 281415 h 946411"/>
                <a:gd name="connsiteX103" fmla="*/ 418376 w 5362651"/>
                <a:gd name="connsiteY103" fmla="*/ 386038 h 946411"/>
                <a:gd name="connsiteX104" fmla="*/ 426172 w 5362651"/>
                <a:gd name="connsiteY104" fmla="*/ 775919 h 946411"/>
                <a:gd name="connsiteX105" fmla="*/ 167863 w 5362651"/>
                <a:gd name="connsiteY105" fmla="*/ 775919 h 946411"/>
                <a:gd name="connsiteX106" fmla="*/ 167863 w 5362651"/>
                <a:gd name="connsiteY106" fmla="*/ 538382 h 946411"/>
                <a:gd name="connsiteX107" fmla="*/ 426172 w 5362651"/>
                <a:gd name="connsiteY107" fmla="*/ 538382 h 946411"/>
                <a:gd name="connsiteX108" fmla="*/ 566912 w 5362651"/>
                <a:gd name="connsiteY108" fmla="*/ 657204 h 946411"/>
                <a:gd name="connsiteX109" fmla="*/ 426172 w 5362651"/>
                <a:gd name="connsiteY109" fmla="*/ 776026 h 946411"/>
                <a:gd name="connsiteX110" fmla="*/ 0 w 5362651"/>
                <a:gd name="connsiteY110" fmla="*/ 928263 h 946411"/>
                <a:gd name="connsiteX111" fmla="*/ 445500 w 5362651"/>
                <a:gd name="connsiteY111" fmla="*/ 928263 h 946411"/>
                <a:gd name="connsiteX112" fmla="*/ 742464 w 5362651"/>
                <a:gd name="connsiteY112" fmla="*/ 673965 h 946411"/>
                <a:gd name="connsiteX113" fmla="*/ 584959 w 5362651"/>
                <a:gd name="connsiteY113" fmla="*/ 458420 h 946411"/>
                <a:gd name="connsiteX114" fmla="*/ 720573 w 5362651"/>
                <a:gd name="connsiteY114" fmla="*/ 259636 h 946411"/>
                <a:gd name="connsiteX115" fmla="*/ 441656 w 5362651"/>
                <a:gd name="connsiteY115" fmla="*/ 24661 h 946411"/>
                <a:gd name="connsiteX116" fmla="*/ 0 w 5362651"/>
                <a:gd name="connsiteY116" fmla="*/ 24661 h 946411"/>
                <a:gd name="connsiteX117" fmla="*/ 0 w 5362651"/>
                <a:gd name="connsiteY117" fmla="*/ 928370 h 94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5362651" h="946411">
                  <a:moveTo>
                    <a:pt x="5023081" y="804316"/>
                  </a:moveTo>
                  <a:cubicBezTo>
                    <a:pt x="4912026" y="804316"/>
                    <a:pt x="4830658" y="716561"/>
                    <a:pt x="4830658" y="597740"/>
                  </a:cubicBezTo>
                  <a:cubicBezTo>
                    <a:pt x="4830658" y="478918"/>
                    <a:pt x="4912026" y="391162"/>
                    <a:pt x="5023081" y="391162"/>
                  </a:cubicBezTo>
                  <a:cubicBezTo>
                    <a:pt x="5134136" y="391162"/>
                    <a:pt x="5215504" y="478918"/>
                    <a:pt x="5215504" y="597740"/>
                  </a:cubicBezTo>
                  <a:cubicBezTo>
                    <a:pt x="5215504" y="716561"/>
                    <a:pt x="5134136" y="804316"/>
                    <a:pt x="5023081" y="804316"/>
                  </a:cubicBezTo>
                  <a:moveTo>
                    <a:pt x="5215504" y="267323"/>
                  </a:moveTo>
                  <a:lnTo>
                    <a:pt x="5215504" y="377070"/>
                  </a:lnTo>
                  <a:cubicBezTo>
                    <a:pt x="5171616" y="293158"/>
                    <a:pt x="5095373" y="249280"/>
                    <a:pt x="4993395" y="249280"/>
                  </a:cubicBezTo>
                  <a:cubicBezTo>
                    <a:pt x="4820407" y="249280"/>
                    <a:pt x="4678278" y="395112"/>
                    <a:pt x="4678278" y="597846"/>
                  </a:cubicBezTo>
                  <a:cubicBezTo>
                    <a:pt x="4678278" y="800580"/>
                    <a:pt x="4820300" y="946412"/>
                    <a:pt x="4993395" y="946412"/>
                  </a:cubicBezTo>
                  <a:cubicBezTo>
                    <a:pt x="5095373" y="946412"/>
                    <a:pt x="5171616" y="902534"/>
                    <a:pt x="5215504" y="818622"/>
                  </a:cubicBezTo>
                  <a:lnTo>
                    <a:pt x="5215504" y="928370"/>
                  </a:lnTo>
                  <a:lnTo>
                    <a:pt x="5362651" y="928370"/>
                  </a:lnTo>
                  <a:lnTo>
                    <a:pt x="5362651" y="267429"/>
                  </a:lnTo>
                  <a:lnTo>
                    <a:pt x="5215504" y="267429"/>
                  </a:lnTo>
                  <a:close/>
                  <a:moveTo>
                    <a:pt x="4611218" y="91705"/>
                  </a:moveTo>
                  <a:cubicBezTo>
                    <a:pt x="4611218" y="142095"/>
                    <a:pt x="4569893" y="183411"/>
                    <a:pt x="4519492" y="183411"/>
                  </a:cubicBezTo>
                  <a:cubicBezTo>
                    <a:pt x="4469090" y="183411"/>
                    <a:pt x="4427765" y="142095"/>
                    <a:pt x="4427765" y="91705"/>
                  </a:cubicBezTo>
                  <a:cubicBezTo>
                    <a:pt x="4427765" y="41315"/>
                    <a:pt x="4469090" y="0"/>
                    <a:pt x="4519492" y="0"/>
                  </a:cubicBezTo>
                  <a:cubicBezTo>
                    <a:pt x="4569893" y="0"/>
                    <a:pt x="4611218" y="41315"/>
                    <a:pt x="4611218" y="91705"/>
                  </a:cubicBezTo>
                  <a:moveTo>
                    <a:pt x="4445918" y="928263"/>
                  </a:moveTo>
                  <a:lnTo>
                    <a:pt x="4593172" y="928263"/>
                  </a:lnTo>
                  <a:lnTo>
                    <a:pt x="4593172" y="267323"/>
                  </a:lnTo>
                  <a:lnTo>
                    <a:pt x="4445918" y="267323"/>
                  </a:lnTo>
                  <a:lnTo>
                    <a:pt x="4445918" y="928263"/>
                  </a:lnTo>
                  <a:close/>
                  <a:moveTo>
                    <a:pt x="3777028" y="928263"/>
                  </a:moveTo>
                  <a:lnTo>
                    <a:pt x="3924176" y="928263"/>
                  </a:lnTo>
                  <a:lnTo>
                    <a:pt x="3924176" y="535820"/>
                  </a:lnTo>
                  <a:cubicBezTo>
                    <a:pt x="3924176" y="433866"/>
                    <a:pt x="3978421" y="378351"/>
                    <a:pt x="4061071" y="378351"/>
                  </a:cubicBezTo>
                  <a:cubicBezTo>
                    <a:pt x="4143722" y="378351"/>
                    <a:pt x="4190172" y="433866"/>
                    <a:pt x="4190172" y="524183"/>
                  </a:cubicBezTo>
                  <a:lnTo>
                    <a:pt x="4190172" y="928263"/>
                  </a:lnTo>
                  <a:lnTo>
                    <a:pt x="4337426" y="928263"/>
                  </a:lnTo>
                  <a:lnTo>
                    <a:pt x="4337426" y="498348"/>
                  </a:lnTo>
                  <a:cubicBezTo>
                    <a:pt x="4337426" y="327961"/>
                    <a:pt x="4245700" y="249174"/>
                    <a:pt x="4121831" y="249174"/>
                  </a:cubicBezTo>
                  <a:cubicBezTo>
                    <a:pt x="4019853" y="249174"/>
                    <a:pt x="3952686" y="299563"/>
                    <a:pt x="3924282" y="355078"/>
                  </a:cubicBezTo>
                  <a:lnTo>
                    <a:pt x="3924282" y="267323"/>
                  </a:lnTo>
                  <a:lnTo>
                    <a:pt x="3777135" y="267323"/>
                  </a:lnTo>
                  <a:lnTo>
                    <a:pt x="3777135" y="928263"/>
                  </a:lnTo>
                  <a:close/>
                  <a:moveTo>
                    <a:pt x="3199865" y="526745"/>
                  </a:moveTo>
                  <a:cubicBezTo>
                    <a:pt x="3220474" y="437709"/>
                    <a:pt x="3283796" y="383476"/>
                    <a:pt x="3371573" y="383476"/>
                  </a:cubicBezTo>
                  <a:cubicBezTo>
                    <a:pt x="3454223" y="383476"/>
                    <a:pt x="3521389" y="432584"/>
                    <a:pt x="3540717" y="526745"/>
                  </a:cubicBezTo>
                  <a:lnTo>
                    <a:pt x="3199865" y="526745"/>
                  </a:lnTo>
                  <a:close/>
                  <a:moveTo>
                    <a:pt x="3044923" y="597740"/>
                  </a:moveTo>
                  <a:cubicBezTo>
                    <a:pt x="3044923" y="799085"/>
                    <a:pt x="3188225" y="946305"/>
                    <a:pt x="3383212" y="946305"/>
                  </a:cubicBezTo>
                  <a:cubicBezTo>
                    <a:pt x="3503343" y="946305"/>
                    <a:pt x="3616960" y="886948"/>
                    <a:pt x="3671206" y="797804"/>
                  </a:cubicBezTo>
                  <a:lnTo>
                    <a:pt x="3570509" y="712611"/>
                  </a:lnTo>
                  <a:cubicBezTo>
                    <a:pt x="3533029" y="774531"/>
                    <a:pt x="3463299" y="812003"/>
                    <a:pt x="3383318" y="812003"/>
                  </a:cubicBezTo>
                  <a:cubicBezTo>
                    <a:pt x="3286466" y="812003"/>
                    <a:pt x="3214174" y="746133"/>
                    <a:pt x="3196127" y="645460"/>
                  </a:cubicBezTo>
                  <a:lnTo>
                    <a:pt x="3690640" y="645460"/>
                  </a:lnTo>
                  <a:cubicBezTo>
                    <a:pt x="3693203" y="628699"/>
                    <a:pt x="3694485" y="609269"/>
                    <a:pt x="3694485" y="591227"/>
                  </a:cubicBezTo>
                  <a:cubicBezTo>
                    <a:pt x="3694485" y="401411"/>
                    <a:pt x="3565384" y="249174"/>
                    <a:pt x="3371679" y="249174"/>
                  </a:cubicBezTo>
                  <a:cubicBezTo>
                    <a:pt x="3177975" y="249174"/>
                    <a:pt x="3044923" y="396286"/>
                    <a:pt x="3044923" y="597740"/>
                  </a:cubicBezTo>
                  <a:moveTo>
                    <a:pt x="2032511" y="928263"/>
                  </a:moveTo>
                  <a:lnTo>
                    <a:pt x="2179765" y="928263"/>
                  </a:lnTo>
                  <a:lnTo>
                    <a:pt x="2179765" y="535820"/>
                  </a:lnTo>
                  <a:cubicBezTo>
                    <a:pt x="2179765" y="433866"/>
                    <a:pt x="2230167" y="378351"/>
                    <a:pt x="2306304" y="378351"/>
                  </a:cubicBezTo>
                  <a:cubicBezTo>
                    <a:pt x="2382440" y="378351"/>
                    <a:pt x="2425153" y="433866"/>
                    <a:pt x="2425153" y="524183"/>
                  </a:cubicBezTo>
                  <a:lnTo>
                    <a:pt x="2425153" y="928263"/>
                  </a:lnTo>
                  <a:lnTo>
                    <a:pt x="2572300" y="928263"/>
                  </a:lnTo>
                  <a:lnTo>
                    <a:pt x="2572300" y="521621"/>
                  </a:lnTo>
                  <a:cubicBezTo>
                    <a:pt x="2572300" y="433866"/>
                    <a:pt x="2622702" y="378351"/>
                    <a:pt x="2698839" y="378351"/>
                  </a:cubicBezTo>
                  <a:cubicBezTo>
                    <a:pt x="2774974" y="378351"/>
                    <a:pt x="2817688" y="433866"/>
                    <a:pt x="2817688" y="524183"/>
                  </a:cubicBezTo>
                  <a:lnTo>
                    <a:pt x="2817688" y="928263"/>
                  </a:lnTo>
                  <a:lnTo>
                    <a:pt x="2964942" y="928263"/>
                  </a:lnTo>
                  <a:lnTo>
                    <a:pt x="2964942" y="498348"/>
                  </a:lnTo>
                  <a:cubicBezTo>
                    <a:pt x="2964942" y="327961"/>
                    <a:pt x="2877166" y="249174"/>
                    <a:pt x="2746677" y="249174"/>
                  </a:cubicBezTo>
                  <a:cubicBezTo>
                    <a:pt x="2658901" y="249174"/>
                    <a:pt x="2590453" y="287927"/>
                    <a:pt x="2547847" y="362764"/>
                  </a:cubicBezTo>
                  <a:cubicBezTo>
                    <a:pt x="2513036" y="285258"/>
                    <a:pt x="2447151" y="249174"/>
                    <a:pt x="2367063" y="249174"/>
                  </a:cubicBezTo>
                  <a:cubicBezTo>
                    <a:pt x="2271492" y="249174"/>
                    <a:pt x="2208277" y="299563"/>
                    <a:pt x="2179872" y="355078"/>
                  </a:cubicBezTo>
                  <a:lnTo>
                    <a:pt x="2179872" y="267323"/>
                  </a:lnTo>
                  <a:lnTo>
                    <a:pt x="2032618" y="267323"/>
                  </a:lnTo>
                  <a:lnTo>
                    <a:pt x="2032618" y="928263"/>
                  </a:lnTo>
                  <a:close/>
                  <a:moveTo>
                    <a:pt x="1612854" y="928263"/>
                  </a:moveTo>
                  <a:lnTo>
                    <a:pt x="1760107" y="928263"/>
                  </a:lnTo>
                  <a:lnTo>
                    <a:pt x="1760107" y="568061"/>
                  </a:lnTo>
                  <a:cubicBezTo>
                    <a:pt x="1760107" y="458313"/>
                    <a:pt x="1806558" y="408030"/>
                    <a:pt x="1922845" y="408030"/>
                  </a:cubicBezTo>
                  <a:lnTo>
                    <a:pt x="1955093" y="408030"/>
                  </a:lnTo>
                  <a:lnTo>
                    <a:pt x="1955093" y="255686"/>
                  </a:lnTo>
                  <a:lnTo>
                    <a:pt x="1940891" y="255686"/>
                  </a:lnTo>
                  <a:cubicBezTo>
                    <a:pt x="1844039" y="255686"/>
                    <a:pt x="1780823" y="309919"/>
                    <a:pt x="1760107" y="387426"/>
                  </a:cubicBezTo>
                  <a:lnTo>
                    <a:pt x="1760107" y="267323"/>
                  </a:lnTo>
                  <a:lnTo>
                    <a:pt x="1612854" y="267323"/>
                  </a:lnTo>
                  <a:lnTo>
                    <a:pt x="1612854" y="928263"/>
                  </a:lnTo>
                  <a:close/>
                  <a:moveTo>
                    <a:pt x="1159666" y="804316"/>
                  </a:moveTo>
                  <a:cubicBezTo>
                    <a:pt x="1048611" y="804316"/>
                    <a:pt x="967242" y="716561"/>
                    <a:pt x="967242" y="597740"/>
                  </a:cubicBezTo>
                  <a:cubicBezTo>
                    <a:pt x="967242" y="478918"/>
                    <a:pt x="1048611" y="391162"/>
                    <a:pt x="1159666" y="391162"/>
                  </a:cubicBezTo>
                  <a:cubicBezTo>
                    <a:pt x="1270720" y="391162"/>
                    <a:pt x="1352089" y="478918"/>
                    <a:pt x="1352089" y="597740"/>
                  </a:cubicBezTo>
                  <a:cubicBezTo>
                    <a:pt x="1352089" y="716561"/>
                    <a:pt x="1270720" y="804316"/>
                    <a:pt x="1159666" y="804316"/>
                  </a:cubicBezTo>
                  <a:moveTo>
                    <a:pt x="1351982" y="267323"/>
                  </a:moveTo>
                  <a:lnTo>
                    <a:pt x="1351982" y="377070"/>
                  </a:lnTo>
                  <a:cubicBezTo>
                    <a:pt x="1308094" y="293158"/>
                    <a:pt x="1231851" y="249280"/>
                    <a:pt x="1129873" y="249280"/>
                  </a:cubicBezTo>
                  <a:cubicBezTo>
                    <a:pt x="956885" y="249280"/>
                    <a:pt x="814756" y="395112"/>
                    <a:pt x="814756" y="597846"/>
                  </a:cubicBezTo>
                  <a:cubicBezTo>
                    <a:pt x="814756" y="800580"/>
                    <a:pt x="956778" y="946412"/>
                    <a:pt x="1129873" y="946412"/>
                  </a:cubicBezTo>
                  <a:cubicBezTo>
                    <a:pt x="1231851" y="946412"/>
                    <a:pt x="1308094" y="902534"/>
                    <a:pt x="1351982" y="818622"/>
                  </a:cubicBezTo>
                  <a:lnTo>
                    <a:pt x="1351982" y="928370"/>
                  </a:lnTo>
                  <a:lnTo>
                    <a:pt x="1499129" y="928370"/>
                  </a:lnTo>
                  <a:lnTo>
                    <a:pt x="1499129" y="267429"/>
                  </a:lnTo>
                  <a:lnTo>
                    <a:pt x="1351982" y="267429"/>
                  </a:lnTo>
                  <a:close/>
                  <a:moveTo>
                    <a:pt x="418376" y="386038"/>
                  </a:moveTo>
                  <a:lnTo>
                    <a:pt x="167863" y="386038"/>
                  </a:lnTo>
                  <a:lnTo>
                    <a:pt x="167863" y="176898"/>
                  </a:lnTo>
                  <a:lnTo>
                    <a:pt x="418376" y="176898"/>
                  </a:lnTo>
                  <a:cubicBezTo>
                    <a:pt x="498464" y="176898"/>
                    <a:pt x="544915" y="215652"/>
                    <a:pt x="544915" y="281415"/>
                  </a:cubicBezTo>
                  <a:cubicBezTo>
                    <a:pt x="544915" y="347178"/>
                    <a:pt x="498464" y="386038"/>
                    <a:pt x="418376" y="386038"/>
                  </a:cubicBezTo>
                  <a:moveTo>
                    <a:pt x="426172" y="775919"/>
                  </a:moveTo>
                  <a:lnTo>
                    <a:pt x="167863" y="775919"/>
                  </a:lnTo>
                  <a:lnTo>
                    <a:pt x="167863" y="538382"/>
                  </a:lnTo>
                  <a:lnTo>
                    <a:pt x="426172" y="538382"/>
                  </a:lnTo>
                  <a:cubicBezTo>
                    <a:pt x="515229" y="538382"/>
                    <a:pt x="566912" y="582259"/>
                    <a:pt x="566912" y="657204"/>
                  </a:cubicBezTo>
                  <a:cubicBezTo>
                    <a:pt x="566912" y="732148"/>
                    <a:pt x="515229" y="776026"/>
                    <a:pt x="426172" y="776026"/>
                  </a:cubicBezTo>
                  <a:moveTo>
                    <a:pt x="0" y="928263"/>
                  </a:moveTo>
                  <a:lnTo>
                    <a:pt x="445500" y="928263"/>
                  </a:lnTo>
                  <a:cubicBezTo>
                    <a:pt x="632690" y="928263"/>
                    <a:pt x="742464" y="833995"/>
                    <a:pt x="742464" y="673965"/>
                  </a:cubicBezTo>
                  <a:cubicBezTo>
                    <a:pt x="742464" y="564217"/>
                    <a:pt x="681811" y="490661"/>
                    <a:pt x="584959" y="458420"/>
                  </a:cubicBezTo>
                  <a:cubicBezTo>
                    <a:pt x="668890" y="426179"/>
                    <a:pt x="720573" y="351235"/>
                    <a:pt x="720573" y="259636"/>
                  </a:cubicBezTo>
                  <a:cubicBezTo>
                    <a:pt x="720573" y="112416"/>
                    <a:pt x="617314" y="24661"/>
                    <a:pt x="441656" y="24661"/>
                  </a:cubicBezTo>
                  <a:lnTo>
                    <a:pt x="0" y="24661"/>
                  </a:lnTo>
                  <a:lnTo>
                    <a:pt x="0" y="928370"/>
                  </a:lnTo>
                  <a:close/>
                </a:path>
              </a:pathLst>
            </a:custGeom>
            <a:grpFill/>
            <a:ln w="10675" cap="flat">
              <a:noFill/>
              <a:prstDash val="solid"/>
              <a:miter/>
            </a:ln>
          </p:spPr>
          <p:txBody>
            <a:bodyPr rtlCol="0" anchor="ctr"/>
            <a:lstStyle/>
            <a:p>
              <a:endParaRPr lang="de-DE" dirty="0">
                <a:solidFill>
                  <a:schemeClr val="bg1"/>
                </a:solidFill>
                <a:latin typeface="BarmeniaGothaer Offc" panose="020B0503020204020204" pitchFamily="34" charset="0"/>
              </a:endParaRPr>
            </a:p>
          </p:txBody>
        </p:sp>
      </p:grpSp>
      <p:sp>
        <p:nvSpPr>
          <p:cNvPr id="19" name="Textplatzhalter 10">
            <a:extLst>
              <a:ext uri="{FF2B5EF4-FFF2-40B4-BE49-F238E27FC236}">
                <a16:creationId xmlns:a16="http://schemas.microsoft.com/office/drawing/2014/main" id="{5FAA8ED5-72FF-EE39-5B5C-7F99B9CCCEC6}"/>
              </a:ext>
            </a:extLst>
          </p:cNvPr>
          <p:cNvSpPr>
            <a:spLocks noGrp="1"/>
          </p:cNvSpPr>
          <p:nvPr>
            <p:ph type="body" sz="quarter" idx="28" hasCustomPrompt="1"/>
          </p:nvPr>
        </p:nvSpPr>
        <p:spPr>
          <a:xfrm>
            <a:off x="6096000" y="3741674"/>
            <a:ext cx="5616575" cy="387798"/>
          </a:xfrm>
        </p:spPr>
        <p:txBody>
          <a:bodyPr/>
          <a:lstStyle>
            <a:lvl1pPr>
              <a:lnSpc>
                <a:spcPct val="90000"/>
              </a:lnSpc>
              <a:defRPr sz="2800">
                <a:solidFill>
                  <a:schemeClr val="bg1"/>
                </a:solidFill>
                <a:latin typeface="BarmeniaGothaer Offc Medium" panose="020B0603020204020204" pitchFamily="34" charset="0"/>
              </a:defRPr>
            </a:lvl1pPr>
          </a:lstStyle>
          <a:p>
            <a:pPr lvl="0"/>
            <a:r>
              <a:rPr lang="de-DE" dirty="0"/>
              <a:t>Kapitelname</a:t>
            </a:r>
          </a:p>
        </p:txBody>
      </p:sp>
      <p:sp>
        <p:nvSpPr>
          <p:cNvPr id="21" name="Textplatzhalter 2">
            <a:extLst>
              <a:ext uri="{FF2B5EF4-FFF2-40B4-BE49-F238E27FC236}">
                <a16:creationId xmlns:a16="http://schemas.microsoft.com/office/drawing/2014/main" id="{CC75DA60-7867-FA1D-74D8-24FBB7B8F2D0}"/>
              </a:ext>
            </a:extLst>
          </p:cNvPr>
          <p:cNvSpPr>
            <a:spLocks noGrp="1"/>
          </p:cNvSpPr>
          <p:nvPr>
            <p:ph type="body" sz="quarter" idx="29" hasCustomPrompt="1"/>
          </p:nvPr>
        </p:nvSpPr>
        <p:spPr>
          <a:xfrm>
            <a:off x="6096000" y="327882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02</a:t>
            </a:r>
          </a:p>
        </p:txBody>
      </p:sp>
      <p:sp>
        <p:nvSpPr>
          <p:cNvPr id="24" name="Textplatzhalter 10">
            <a:extLst>
              <a:ext uri="{FF2B5EF4-FFF2-40B4-BE49-F238E27FC236}">
                <a16:creationId xmlns:a16="http://schemas.microsoft.com/office/drawing/2014/main" id="{F44AB4F5-FFBA-1B4F-E437-C3D203A11FB6}"/>
              </a:ext>
            </a:extLst>
          </p:cNvPr>
          <p:cNvSpPr>
            <a:spLocks noGrp="1"/>
          </p:cNvSpPr>
          <p:nvPr>
            <p:ph type="body" sz="quarter" idx="32" hasCustomPrompt="1"/>
          </p:nvPr>
        </p:nvSpPr>
        <p:spPr>
          <a:xfrm>
            <a:off x="6096000" y="5255514"/>
            <a:ext cx="5616575" cy="387798"/>
          </a:xfrm>
        </p:spPr>
        <p:txBody>
          <a:bodyPr/>
          <a:lstStyle>
            <a:lvl1pPr>
              <a:lnSpc>
                <a:spcPct val="90000"/>
              </a:lnSpc>
              <a:defRPr sz="2800">
                <a:solidFill>
                  <a:schemeClr val="bg1"/>
                </a:solidFill>
                <a:latin typeface="BarmeniaGothaer Offc Medium" panose="020B0603020204020204" pitchFamily="34" charset="0"/>
              </a:defRPr>
            </a:lvl1pPr>
          </a:lstStyle>
          <a:p>
            <a:pPr lvl="0"/>
            <a:r>
              <a:rPr lang="de-DE" dirty="0"/>
              <a:t>Kapitelname</a:t>
            </a:r>
          </a:p>
        </p:txBody>
      </p:sp>
      <p:sp>
        <p:nvSpPr>
          <p:cNvPr id="25" name="Textplatzhalter 2">
            <a:extLst>
              <a:ext uri="{FF2B5EF4-FFF2-40B4-BE49-F238E27FC236}">
                <a16:creationId xmlns:a16="http://schemas.microsoft.com/office/drawing/2014/main" id="{0F650E20-83CE-724B-969F-A3EC2162BA03}"/>
              </a:ext>
            </a:extLst>
          </p:cNvPr>
          <p:cNvSpPr>
            <a:spLocks noGrp="1"/>
          </p:cNvSpPr>
          <p:nvPr>
            <p:ph type="body" sz="quarter" idx="33" hasCustomPrompt="1"/>
          </p:nvPr>
        </p:nvSpPr>
        <p:spPr>
          <a:xfrm>
            <a:off x="6096000" y="4792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03</a:t>
            </a:r>
          </a:p>
        </p:txBody>
      </p:sp>
      <p:sp>
        <p:nvSpPr>
          <p:cNvPr id="30" name="Textplatzhalter 10">
            <a:extLst>
              <a:ext uri="{FF2B5EF4-FFF2-40B4-BE49-F238E27FC236}">
                <a16:creationId xmlns:a16="http://schemas.microsoft.com/office/drawing/2014/main" id="{7266D109-BE0D-E910-56C3-B1A90D8BCBBE}"/>
              </a:ext>
            </a:extLst>
          </p:cNvPr>
          <p:cNvSpPr>
            <a:spLocks noGrp="1"/>
          </p:cNvSpPr>
          <p:nvPr>
            <p:ph type="body" sz="quarter" idx="25" hasCustomPrompt="1"/>
          </p:nvPr>
        </p:nvSpPr>
        <p:spPr>
          <a:xfrm>
            <a:off x="6096000" y="2207514"/>
            <a:ext cx="5616575" cy="387798"/>
          </a:xfrm>
        </p:spPr>
        <p:txBody>
          <a:bodyPr/>
          <a:lstStyle>
            <a:lvl1pPr>
              <a:lnSpc>
                <a:spcPct val="90000"/>
              </a:lnSpc>
              <a:defRPr sz="2800">
                <a:solidFill>
                  <a:schemeClr val="bg1"/>
                </a:solidFill>
                <a:latin typeface="BarmeniaGothaer Offc Medium" panose="020B0603020204020204" pitchFamily="34" charset="0"/>
              </a:defRPr>
            </a:lvl1pPr>
          </a:lstStyle>
          <a:p>
            <a:pPr lvl="0"/>
            <a:r>
              <a:rPr lang="de-DE" dirty="0"/>
              <a:t>Kapitelname</a:t>
            </a:r>
          </a:p>
        </p:txBody>
      </p:sp>
      <p:sp>
        <p:nvSpPr>
          <p:cNvPr id="31" name="Textplatzhalter 2">
            <a:extLst>
              <a:ext uri="{FF2B5EF4-FFF2-40B4-BE49-F238E27FC236}">
                <a16:creationId xmlns:a16="http://schemas.microsoft.com/office/drawing/2014/main" id="{A041B2B9-9C5F-A118-C16D-62C876A196DF}"/>
              </a:ext>
            </a:extLst>
          </p:cNvPr>
          <p:cNvSpPr>
            <a:spLocks noGrp="1"/>
          </p:cNvSpPr>
          <p:nvPr>
            <p:ph type="body" sz="quarter" idx="24" hasCustomPrompt="1"/>
          </p:nvPr>
        </p:nvSpPr>
        <p:spPr>
          <a:xfrm>
            <a:off x="6096000" y="1744663"/>
            <a:ext cx="473075" cy="479106"/>
          </a:xfrm>
        </p:spPr>
        <p:txBody>
          <a:bodyPr/>
          <a:lstStyle>
            <a:lvl1pPr>
              <a:defRPr sz="2800" b="0" i="0">
                <a:solidFill>
                  <a:schemeClr val="accent4"/>
                </a:solidFill>
                <a:latin typeface="BarmeniaGothaer Offc Medium" panose="020B0603020204020204" pitchFamily="34" charset="0"/>
              </a:defRPr>
            </a:lvl1pPr>
          </a:lstStyle>
          <a:p>
            <a:pPr lvl="0"/>
            <a:r>
              <a:rPr lang="de-DE" dirty="0"/>
              <a:t>01</a:t>
            </a:r>
          </a:p>
        </p:txBody>
      </p:sp>
      <p:sp>
        <p:nvSpPr>
          <p:cNvPr id="2" name="Textplatzhalter 10">
            <a:extLst>
              <a:ext uri="{FF2B5EF4-FFF2-40B4-BE49-F238E27FC236}">
                <a16:creationId xmlns:a16="http://schemas.microsoft.com/office/drawing/2014/main" id="{2CF1BC2D-FA1F-1777-4C31-EF2381C0DD50}"/>
              </a:ext>
            </a:extLst>
          </p:cNvPr>
          <p:cNvSpPr>
            <a:spLocks noGrp="1"/>
          </p:cNvSpPr>
          <p:nvPr>
            <p:ph type="body" sz="quarter" idx="36" hasCustomPrompt="1"/>
          </p:nvPr>
        </p:nvSpPr>
        <p:spPr>
          <a:xfrm>
            <a:off x="403763" y="4105723"/>
            <a:ext cx="4420965" cy="2120143"/>
          </a:xfrm>
        </p:spPr>
        <p:txBody>
          <a:bodyPr anchor="b">
            <a:normAutofit/>
          </a:bodyPr>
          <a:lstStyle>
            <a:lvl1pPr>
              <a:lnSpc>
                <a:spcPct val="90000"/>
              </a:lnSpc>
              <a:spcBef>
                <a:spcPts val="0"/>
              </a:spcBef>
              <a:spcAft>
                <a:spcPts val="0"/>
              </a:spcAft>
              <a:defRPr sz="8000">
                <a:solidFill>
                  <a:schemeClr val="bg1"/>
                </a:solidFill>
                <a:latin typeface="BarmeniaGothaer Offc Medium" panose="020B0603020204020204" pitchFamily="34" charset="0"/>
              </a:defRPr>
            </a:lvl1pPr>
          </a:lstStyle>
          <a:p>
            <a:pPr lvl="0"/>
            <a:r>
              <a:rPr lang="de-DE" dirty="0"/>
              <a:t>Inhalt</a:t>
            </a:r>
          </a:p>
        </p:txBody>
      </p:sp>
    </p:spTree>
    <p:extLst>
      <p:ext uri="{BB962C8B-B14F-4D97-AF65-F5344CB8AC3E}">
        <p14:creationId xmlns:p14="http://schemas.microsoft.com/office/powerpoint/2010/main" val="41999383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 mt Beschreibung">
    <p:bg>
      <p:bgPr>
        <a:solidFill>
          <a:schemeClr val="tx1"/>
        </a:solidFill>
        <a:effectLst/>
      </p:bgPr>
    </p:bg>
    <p:spTree>
      <p:nvGrpSpPr>
        <p:cNvPr id="1" name=""/>
        <p:cNvGrpSpPr/>
        <p:nvPr/>
      </p:nvGrpSpPr>
      <p:grpSpPr>
        <a:xfrm>
          <a:off x="0" y="0"/>
          <a:ext cx="0" cy="0"/>
          <a:chOff x="0" y="0"/>
          <a:chExt cx="0" cy="0"/>
        </a:xfrm>
      </p:grpSpPr>
      <p:sp>
        <p:nvSpPr>
          <p:cNvPr id="7" name="Textplatzhalter 2">
            <a:extLst>
              <a:ext uri="{FF2B5EF4-FFF2-40B4-BE49-F238E27FC236}">
                <a16:creationId xmlns:a16="http://schemas.microsoft.com/office/drawing/2014/main" id="{8EDB6DEA-773F-2EF3-9EB9-121F304E9BDC}"/>
              </a:ext>
            </a:extLst>
          </p:cNvPr>
          <p:cNvSpPr>
            <a:spLocks noGrp="1"/>
          </p:cNvSpPr>
          <p:nvPr>
            <p:ph type="body" sz="quarter" idx="30" hasCustomPrompt="1"/>
          </p:nvPr>
        </p:nvSpPr>
        <p:spPr>
          <a:xfrm>
            <a:off x="479425" y="3492064"/>
            <a:ext cx="473075" cy="342210"/>
          </a:xfrm>
        </p:spPr>
        <p:txBody>
          <a:bodyPr/>
          <a:lstStyle>
            <a:lvl1pPr>
              <a:defRPr sz="2000" b="0" i="0">
                <a:solidFill>
                  <a:schemeClr val="accent4"/>
                </a:solidFill>
                <a:latin typeface="BarmeniaGothaer Offc Medium" panose="020B0603020204020204" pitchFamily="34" charset="0"/>
              </a:defRPr>
            </a:lvl1pPr>
          </a:lstStyle>
          <a:p>
            <a:pPr lvl="0"/>
            <a:r>
              <a:rPr lang="de-DE" dirty="0"/>
              <a:t>01</a:t>
            </a: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lvl1pPr>
              <a:defRPr>
                <a:solidFill>
                  <a:schemeClr val="bg1"/>
                </a:solidFill>
              </a:defRPr>
            </a:lvl1pPr>
          </a:lstStyle>
          <a:p>
            <a:fld id="{07A3FE73-A8D4-8E4C-9AF5-7EE2CBFAE433}"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lvl1pPr>
              <a:defRPr>
                <a:solidFill>
                  <a:schemeClr val="bg1"/>
                </a:solidFill>
              </a:defRPr>
            </a:lvl1p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
        <p:nvSpPr>
          <p:cNvPr id="19" name="Textfeld 18">
            <a:extLst>
              <a:ext uri="{FF2B5EF4-FFF2-40B4-BE49-F238E27FC236}">
                <a16:creationId xmlns:a16="http://schemas.microsoft.com/office/drawing/2014/main" id="{9595D03E-B663-0E72-7491-FD5BE3328640}"/>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20" name="Textfeld 19">
            <a:extLst>
              <a:ext uri="{FF2B5EF4-FFF2-40B4-BE49-F238E27FC236}">
                <a16:creationId xmlns:a16="http://schemas.microsoft.com/office/drawing/2014/main" id="{FD023F69-9C6C-090B-AD6E-A766F9478FA7}"/>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sp>
        <p:nvSpPr>
          <p:cNvPr id="9" name="Textplatzhalter 2">
            <a:extLst>
              <a:ext uri="{FF2B5EF4-FFF2-40B4-BE49-F238E27FC236}">
                <a16:creationId xmlns:a16="http://schemas.microsoft.com/office/drawing/2014/main" id="{2AACB2A4-1EEC-F218-B437-B3F88CBA3898}"/>
              </a:ext>
            </a:extLst>
          </p:cNvPr>
          <p:cNvSpPr>
            <a:spLocks noGrp="1"/>
          </p:cNvSpPr>
          <p:nvPr>
            <p:ph type="body" sz="quarter" idx="32" hasCustomPrompt="1"/>
          </p:nvPr>
        </p:nvSpPr>
        <p:spPr>
          <a:xfrm>
            <a:off x="3439593" y="3492064"/>
            <a:ext cx="473075" cy="342145"/>
          </a:xfrm>
        </p:spPr>
        <p:txBody>
          <a:bodyPr/>
          <a:lstStyle>
            <a:lvl1pPr>
              <a:defRPr sz="2000" b="0" i="0">
                <a:solidFill>
                  <a:schemeClr val="accent4"/>
                </a:solidFill>
                <a:latin typeface="BarmeniaGothaer Offc Medium" panose="020B0603020204020204" pitchFamily="34" charset="0"/>
              </a:defRPr>
            </a:lvl1pPr>
          </a:lstStyle>
          <a:p>
            <a:pPr lvl="0"/>
            <a:r>
              <a:rPr lang="de-DE" dirty="0"/>
              <a:t>02</a:t>
            </a:r>
          </a:p>
        </p:txBody>
      </p:sp>
      <p:sp>
        <p:nvSpPr>
          <p:cNvPr id="21" name="Textplatzhalter 2">
            <a:extLst>
              <a:ext uri="{FF2B5EF4-FFF2-40B4-BE49-F238E27FC236}">
                <a16:creationId xmlns:a16="http://schemas.microsoft.com/office/drawing/2014/main" id="{BEEF7D3E-55A8-015A-265F-03DF0E7A0C74}"/>
              </a:ext>
            </a:extLst>
          </p:cNvPr>
          <p:cNvSpPr>
            <a:spLocks noGrp="1"/>
          </p:cNvSpPr>
          <p:nvPr>
            <p:ph type="body" sz="quarter" idx="34" hasCustomPrompt="1"/>
          </p:nvPr>
        </p:nvSpPr>
        <p:spPr>
          <a:xfrm>
            <a:off x="6388084" y="3492064"/>
            <a:ext cx="473075" cy="342145"/>
          </a:xfrm>
        </p:spPr>
        <p:txBody>
          <a:bodyPr/>
          <a:lstStyle>
            <a:lvl1pPr>
              <a:defRPr sz="2000" b="0" i="0">
                <a:solidFill>
                  <a:schemeClr val="accent4"/>
                </a:solidFill>
                <a:latin typeface="BarmeniaGothaer Offc Medium" panose="020B0603020204020204" pitchFamily="34" charset="0"/>
              </a:defRPr>
            </a:lvl1pPr>
          </a:lstStyle>
          <a:p>
            <a:pPr lvl="0"/>
            <a:r>
              <a:rPr lang="de-DE" dirty="0"/>
              <a:t>03</a:t>
            </a:r>
          </a:p>
        </p:txBody>
      </p:sp>
      <p:sp>
        <p:nvSpPr>
          <p:cNvPr id="23" name="Textplatzhalter 2">
            <a:extLst>
              <a:ext uri="{FF2B5EF4-FFF2-40B4-BE49-F238E27FC236}">
                <a16:creationId xmlns:a16="http://schemas.microsoft.com/office/drawing/2014/main" id="{ED0262C1-627C-B0AB-9CE9-73F21A896335}"/>
              </a:ext>
            </a:extLst>
          </p:cNvPr>
          <p:cNvSpPr>
            <a:spLocks noGrp="1"/>
          </p:cNvSpPr>
          <p:nvPr>
            <p:ph type="body" sz="quarter" idx="36" hasCustomPrompt="1"/>
          </p:nvPr>
        </p:nvSpPr>
        <p:spPr>
          <a:xfrm>
            <a:off x="9336575" y="3492064"/>
            <a:ext cx="473075" cy="342145"/>
          </a:xfrm>
        </p:spPr>
        <p:txBody>
          <a:bodyPr/>
          <a:lstStyle>
            <a:lvl1pPr>
              <a:defRPr sz="2000" b="0" i="0">
                <a:solidFill>
                  <a:schemeClr val="accent4"/>
                </a:solidFill>
                <a:latin typeface="BarmeniaGothaer Offc Medium" panose="020B0603020204020204" pitchFamily="34" charset="0"/>
              </a:defRPr>
            </a:lvl1pPr>
          </a:lstStyle>
          <a:p>
            <a:pPr lvl="0"/>
            <a:r>
              <a:rPr lang="de-DE" dirty="0"/>
              <a:t>04</a:t>
            </a:r>
          </a:p>
        </p:txBody>
      </p:sp>
      <p:sp>
        <p:nvSpPr>
          <p:cNvPr id="32" name="Textplatzhalter 31">
            <a:extLst>
              <a:ext uri="{FF2B5EF4-FFF2-40B4-BE49-F238E27FC236}">
                <a16:creationId xmlns:a16="http://schemas.microsoft.com/office/drawing/2014/main" id="{4129C3FA-6FE3-0EE1-D36B-7E0E616219F1}"/>
              </a:ext>
            </a:extLst>
          </p:cNvPr>
          <p:cNvSpPr>
            <a:spLocks noGrp="1"/>
          </p:cNvSpPr>
          <p:nvPr>
            <p:ph type="body" sz="quarter" idx="40"/>
          </p:nvPr>
        </p:nvSpPr>
        <p:spPr>
          <a:xfrm>
            <a:off x="491102" y="3857824"/>
            <a:ext cx="2376000" cy="836255"/>
          </a:xfrm>
        </p:spPr>
        <p:txBody>
          <a:bodyPr/>
          <a:lstStyle>
            <a:lvl1pPr>
              <a:lnSpc>
                <a:spcPct val="90000"/>
              </a:lnSpc>
              <a:spcAft>
                <a:spcPts val="400"/>
              </a:spcAft>
              <a:defRPr sz="2000" b="0" i="0">
                <a:solidFill>
                  <a:schemeClr val="bg1"/>
                </a:solidFill>
                <a:latin typeface="BarmeniaGothaer Offc Medium" panose="020B0603020204020204" pitchFamily="34" charset="0"/>
              </a:defRPr>
            </a:lvl1pPr>
            <a:lvl2pPr marL="0" indent="0">
              <a:spcBef>
                <a:spcPts val="200"/>
              </a:spcBef>
              <a:spcAft>
                <a:spcPts val="200"/>
              </a:spcAft>
              <a:buFontTx/>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a:p>
            <a:pPr lvl="1"/>
            <a:r>
              <a:rPr lang="de-DE"/>
              <a:t>Zweite Ebene</a:t>
            </a:r>
          </a:p>
        </p:txBody>
      </p:sp>
      <p:sp>
        <p:nvSpPr>
          <p:cNvPr id="33" name="Textplatzhalter 31">
            <a:extLst>
              <a:ext uri="{FF2B5EF4-FFF2-40B4-BE49-F238E27FC236}">
                <a16:creationId xmlns:a16="http://schemas.microsoft.com/office/drawing/2014/main" id="{9AB56BA2-0673-687E-007E-C4504C684355}"/>
              </a:ext>
            </a:extLst>
          </p:cNvPr>
          <p:cNvSpPr>
            <a:spLocks noGrp="1"/>
          </p:cNvSpPr>
          <p:nvPr>
            <p:ph type="body" sz="quarter" idx="41"/>
          </p:nvPr>
        </p:nvSpPr>
        <p:spPr>
          <a:xfrm>
            <a:off x="3439593" y="3857824"/>
            <a:ext cx="2376000" cy="836255"/>
          </a:xfrm>
        </p:spPr>
        <p:txBody>
          <a:bodyPr/>
          <a:lstStyle>
            <a:lvl1pPr>
              <a:lnSpc>
                <a:spcPct val="90000"/>
              </a:lnSpc>
              <a:spcAft>
                <a:spcPts val="400"/>
              </a:spcAft>
              <a:defRPr sz="2000" b="0" i="0">
                <a:solidFill>
                  <a:schemeClr val="bg1"/>
                </a:solidFill>
                <a:latin typeface="BarmeniaGothaer Offc Medium" panose="020B0603020204020204" pitchFamily="34" charset="0"/>
              </a:defRPr>
            </a:lvl1pPr>
            <a:lvl2pPr marL="0" indent="0">
              <a:spcBef>
                <a:spcPts val="200"/>
              </a:spcBef>
              <a:spcAft>
                <a:spcPts val="200"/>
              </a:spcAft>
              <a:buFontTx/>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a:p>
            <a:pPr lvl="1"/>
            <a:r>
              <a:rPr lang="de-DE"/>
              <a:t>Zweite Ebene</a:t>
            </a:r>
          </a:p>
        </p:txBody>
      </p:sp>
      <p:sp>
        <p:nvSpPr>
          <p:cNvPr id="34" name="Textplatzhalter 31">
            <a:extLst>
              <a:ext uri="{FF2B5EF4-FFF2-40B4-BE49-F238E27FC236}">
                <a16:creationId xmlns:a16="http://schemas.microsoft.com/office/drawing/2014/main" id="{F9234449-A798-E9BC-C8A3-89564E43C86C}"/>
              </a:ext>
            </a:extLst>
          </p:cNvPr>
          <p:cNvSpPr>
            <a:spLocks noGrp="1"/>
          </p:cNvSpPr>
          <p:nvPr>
            <p:ph type="body" sz="quarter" idx="42"/>
          </p:nvPr>
        </p:nvSpPr>
        <p:spPr>
          <a:xfrm>
            <a:off x="6388084" y="3857824"/>
            <a:ext cx="2376000" cy="836255"/>
          </a:xfrm>
        </p:spPr>
        <p:txBody>
          <a:bodyPr/>
          <a:lstStyle>
            <a:lvl1pPr>
              <a:lnSpc>
                <a:spcPct val="90000"/>
              </a:lnSpc>
              <a:spcAft>
                <a:spcPts val="400"/>
              </a:spcAft>
              <a:defRPr sz="2000" b="0" i="0">
                <a:solidFill>
                  <a:schemeClr val="bg1"/>
                </a:solidFill>
                <a:latin typeface="BarmeniaGothaer Offc Medium" panose="020B0603020204020204" pitchFamily="34" charset="0"/>
              </a:defRPr>
            </a:lvl1pPr>
            <a:lvl2pPr marL="0" indent="0">
              <a:spcBef>
                <a:spcPts val="200"/>
              </a:spcBef>
              <a:spcAft>
                <a:spcPts val="200"/>
              </a:spcAft>
              <a:buFontTx/>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a:p>
            <a:pPr lvl="1"/>
            <a:r>
              <a:rPr lang="de-DE"/>
              <a:t>Zweite Ebene</a:t>
            </a:r>
          </a:p>
        </p:txBody>
      </p:sp>
      <p:sp>
        <p:nvSpPr>
          <p:cNvPr id="35" name="Textplatzhalter 31">
            <a:extLst>
              <a:ext uri="{FF2B5EF4-FFF2-40B4-BE49-F238E27FC236}">
                <a16:creationId xmlns:a16="http://schemas.microsoft.com/office/drawing/2014/main" id="{D096D0BA-29DC-C5BB-83C6-C8DC4F97FF96}"/>
              </a:ext>
            </a:extLst>
          </p:cNvPr>
          <p:cNvSpPr>
            <a:spLocks noGrp="1"/>
          </p:cNvSpPr>
          <p:nvPr>
            <p:ph type="body" sz="quarter" idx="43"/>
          </p:nvPr>
        </p:nvSpPr>
        <p:spPr>
          <a:xfrm>
            <a:off x="9336575" y="3857824"/>
            <a:ext cx="2376000" cy="836255"/>
          </a:xfrm>
        </p:spPr>
        <p:txBody>
          <a:bodyPr/>
          <a:lstStyle>
            <a:lvl1pPr>
              <a:lnSpc>
                <a:spcPct val="90000"/>
              </a:lnSpc>
              <a:spcAft>
                <a:spcPts val="400"/>
              </a:spcAft>
              <a:defRPr sz="2000" b="0" i="0">
                <a:solidFill>
                  <a:schemeClr val="bg1"/>
                </a:solidFill>
                <a:latin typeface="BarmeniaGothaer Offc Medium" panose="020B0603020204020204" pitchFamily="34" charset="0"/>
              </a:defRPr>
            </a:lvl1pPr>
            <a:lvl2pPr marL="0" indent="0">
              <a:spcBef>
                <a:spcPts val="200"/>
              </a:spcBef>
              <a:spcAft>
                <a:spcPts val="200"/>
              </a:spcAft>
              <a:buFontTx/>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a:p>
            <a:pPr lvl="1"/>
            <a:r>
              <a:rPr lang="de-DE"/>
              <a:t>Zweite Ebene</a:t>
            </a:r>
          </a:p>
        </p:txBody>
      </p:sp>
      <p:sp>
        <p:nvSpPr>
          <p:cNvPr id="39" name="Grafik 10">
            <a:extLst>
              <a:ext uri="{FF2B5EF4-FFF2-40B4-BE49-F238E27FC236}">
                <a16:creationId xmlns:a16="http://schemas.microsoft.com/office/drawing/2014/main" id="{BD964CCA-22D1-6A5D-57E3-30437BC68EE0}"/>
              </a:ext>
            </a:extLst>
          </p:cNvPr>
          <p:cNvSpPr>
            <a:spLocks noChangeAspect="1"/>
          </p:cNvSpPr>
          <p:nvPr userDrawn="1"/>
        </p:nvSpPr>
        <p:spPr>
          <a:xfrm>
            <a:off x="10340098" y="441325"/>
            <a:ext cx="1360800" cy="1348397"/>
          </a:xfrm>
          <a:custGeom>
            <a:avLst/>
            <a:gdLst>
              <a:gd name="connsiteX0" fmla="*/ 960912 w 2117020"/>
              <a:gd name="connsiteY0" fmla="*/ 1154058 h 2107284"/>
              <a:gd name="connsiteX1" fmla="*/ 956912 w 2117020"/>
              <a:gd name="connsiteY1" fmla="*/ 1151582 h 2107284"/>
              <a:gd name="connsiteX2" fmla="*/ 411606 w 2117020"/>
              <a:gd name="connsiteY2" fmla="*/ 1071096 h 2107284"/>
              <a:gd name="connsiteX3" fmla="*/ 170909 w 2117020"/>
              <a:gd name="connsiteY3" fmla="*/ 1158249 h 2107284"/>
              <a:gd name="connsiteX4" fmla="*/ 411606 w 2117020"/>
              <a:gd name="connsiteY4" fmla="*/ 1245403 h 2107284"/>
              <a:gd name="connsiteX5" fmla="*/ 878045 w 2117020"/>
              <a:gd name="connsiteY5" fmla="*/ 1187491 h 2107284"/>
              <a:gd name="connsiteX6" fmla="*/ 229011 w 2117020"/>
              <a:gd name="connsiteY6" fmla="*/ 1744704 h 2107284"/>
              <a:gd name="connsiteX7" fmla="*/ 17556 w 2117020"/>
              <a:gd name="connsiteY7" fmla="*/ 2088556 h 2107284"/>
              <a:gd name="connsiteX8" fmla="*/ 365028 w 2117020"/>
              <a:gd name="connsiteY8" fmla="*/ 1879292 h 2107284"/>
              <a:gd name="connsiteX9" fmla="*/ 928051 w 2117020"/>
              <a:gd name="connsiteY9" fmla="*/ 1237021 h 2107284"/>
              <a:gd name="connsiteX10" fmla="*/ 870044 w 2117020"/>
              <a:gd name="connsiteY10" fmla="*/ 1703841 h 2107284"/>
              <a:gd name="connsiteX11" fmla="*/ 957198 w 2117020"/>
              <a:gd name="connsiteY11" fmla="*/ 1944443 h 2107284"/>
              <a:gd name="connsiteX12" fmla="*/ 1044351 w 2117020"/>
              <a:gd name="connsiteY12" fmla="*/ 1703841 h 2107284"/>
              <a:gd name="connsiteX13" fmla="*/ 963865 w 2117020"/>
              <a:gd name="connsiteY13" fmla="*/ 1158535 h 2107284"/>
              <a:gd name="connsiteX14" fmla="*/ 961008 w 2117020"/>
              <a:gd name="connsiteY14" fmla="*/ 1154154 h 2107284"/>
              <a:gd name="connsiteX15" fmla="*/ 931575 w 2117020"/>
              <a:gd name="connsiteY15" fmla="*/ 939460 h 2107284"/>
              <a:gd name="connsiteX16" fmla="*/ 942434 w 2117020"/>
              <a:gd name="connsiteY16" fmla="*/ 928602 h 2107284"/>
              <a:gd name="connsiteX17" fmla="*/ 373220 w 2117020"/>
              <a:gd name="connsiteY17" fmla="*/ 228038 h 2107284"/>
              <a:gd name="connsiteX18" fmla="*/ 21938 w 2117020"/>
              <a:gd name="connsiteY18" fmla="*/ 18869 h 2107284"/>
              <a:gd name="connsiteX19" fmla="*/ 231012 w 2117020"/>
              <a:gd name="connsiteY19" fmla="*/ 370151 h 2107284"/>
              <a:gd name="connsiteX20" fmla="*/ 931575 w 2117020"/>
              <a:gd name="connsiteY20" fmla="*/ 939365 h 2107284"/>
              <a:gd name="connsiteX21" fmla="*/ 1065306 w 2117020"/>
              <a:gd name="connsiteY21" fmla="*/ 134407 h 2107284"/>
              <a:gd name="connsiteX22" fmla="*/ 978248 w 2117020"/>
              <a:gd name="connsiteY22" fmla="*/ 371008 h 2107284"/>
              <a:gd name="connsiteX23" fmla="*/ 1058734 w 2117020"/>
              <a:gd name="connsiteY23" fmla="*/ 907075 h 2107284"/>
              <a:gd name="connsiteX24" fmla="*/ 1071974 w 2117020"/>
              <a:gd name="connsiteY24" fmla="*/ 907075 h 2107284"/>
              <a:gd name="connsiteX25" fmla="*/ 1152460 w 2117020"/>
              <a:gd name="connsiteY25" fmla="*/ 371008 h 2107284"/>
              <a:gd name="connsiteX26" fmla="*/ 1065306 w 2117020"/>
              <a:gd name="connsiteY26" fmla="*/ 134407 h 2107284"/>
              <a:gd name="connsiteX27" fmla="*/ 1187417 w 2117020"/>
              <a:gd name="connsiteY27" fmla="*/ 1167870 h 2107284"/>
              <a:gd name="connsiteX28" fmla="*/ 1176558 w 2117020"/>
              <a:gd name="connsiteY28" fmla="*/ 1178728 h 2107284"/>
              <a:gd name="connsiteX29" fmla="*/ 1745772 w 2117020"/>
              <a:gd name="connsiteY29" fmla="*/ 1879292 h 2107284"/>
              <a:gd name="connsiteX30" fmla="*/ 2097054 w 2117020"/>
              <a:gd name="connsiteY30" fmla="*/ 2088366 h 2107284"/>
              <a:gd name="connsiteX31" fmla="*/ 1887885 w 2117020"/>
              <a:gd name="connsiteY31" fmla="*/ 1737084 h 2107284"/>
              <a:gd name="connsiteX32" fmla="*/ 1187322 w 2117020"/>
              <a:gd name="connsiteY32" fmla="*/ 1167870 h 2107284"/>
              <a:gd name="connsiteX33" fmla="*/ 1746820 w 2117020"/>
              <a:gd name="connsiteY33" fmla="*/ 228514 h 2107284"/>
              <a:gd name="connsiteX34" fmla="*/ 1177606 w 2117020"/>
              <a:gd name="connsiteY34" fmla="*/ 929078 h 2107284"/>
              <a:gd name="connsiteX35" fmla="*/ 1188465 w 2117020"/>
              <a:gd name="connsiteY35" fmla="*/ 939936 h 2107284"/>
              <a:gd name="connsiteX36" fmla="*/ 1889028 w 2117020"/>
              <a:gd name="connsiteY36" fmla="*/ 370722 h 2107284"/>
              <a:gd name="connsiteX37" fmla="*/ 2098102 w 2117020"/>
              <a:gd name="connsiteY37" fmla="*/ 19440 h 2107284"/>
              <a:gd name="connsiteX38" fmla="*/ 1746820 w 2117020"/>
              <a:gd name="connsiteY38" fmla="*/ 228514 h 2107284"/>
              <a:gd name="connsiteX39" fmla="*/ 1803018 w 2117020"/>
              <a:gd name="connsiteY39" fmla="*/ 1148534 h 2107284"/>
              <a:gd name="connsiteX40" fmla="*/ 2064669 w 2117020"/>
              <a:gd name="connsiteY40" fmla="*/ 1061475 h 2107284"/>
              <a:gd name="connsiteX41" fmla="*/ 1803018 w 2117020"/>
              <a:gd name="connsiteY41" fmla="*/ 974322 h 2107284"/>
              <a:gd name="connsiteX42" fmla="*/ 1210182 w 2117020"/>
              <a:gd name="connsiteY42" fmla="*/ 1054808 h 2107284"/>
              <a:gd name="connsiteX43" fmla="*/ 1210182 w 2117020"/>
              <a:gd name="connsiteY43" fmla="*/ 1068143 h 2107284"/>
              <a:gd name="connsiteX44" fmla="*/ 1803018 w 2117020"/>
              <a:gd name="connsiteY44" fmla="*/ 1148534 h 2107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117020" h="2107284">
                <a:moveTo>
                  <a:pt x="960912" y="1154058"/>
                </a:moveTo>
                <a:cubicBezTo>
                  <a:pt x="959960" y="1153011"/>
                  <a:pt x="958626" y="1152153"/>
                  <a:pt x="956912" y="1151582"/>
                </a:cubicBezTo>
                <a:cubicBezTo>
                  <a:pt x="811751" y="1106433"/>
                  <a:pt x="636681" y="1071096"/>
                  <a:pt x="411606" y="1071096"/>
                </a:cubicBezTo>
                <a:cubicBezTo>
                  <a:pt x="247776" y="1071096"/>
                  <a:pt x="170909" y="1087479"/>
                  <a:pt x="170909" y="1158249"/>
                </a:cubicBezTo>
                <a:cubicBezTo>
                  <a:pt x="170909" y="1229020"/>
                  <a:pt x="247680" y="1245403"/>
                  <a:pt x="411606" y="1245403"/>
                </a:cubicBezTo>
                <a:cubicBezTo>
                  <a:pt x="597343" y="1245403"/>
                  <a:pt x="749076" y="1221305"/>
                  <a:pt x="878045" y="1187491"/>
                </a:cubicBezTo>
                <a:cubicBezTo>
                  <a:pt x="685449" y="1318650"/>
                  <a:pt x="471518" y="1504769"/>
                  <a:pt x="229011" y="1744704"/>
                </a:cubicBezTo>
                <a:cubicBezTo>
                  <a:pt x="38702" y="1933013"/>
                  <a:pt x="-37689" y="2033882"/>
                  <a:pt x="17556" y="2088556"/>
                </a:cubicBezTo>
                <a:cubicBezTo>
                  <a:pt x="72801" y="2143230"/>
                  <a:pt x="174719" y="2067601"/>
                  <a:pt x="365028" y="1879292"/>
                </a:cubicBezTo>
                <a:cubicBezTo>
                  <a:pt x="607535" y="1639262"/>
                  <a:pt x="795558" y="1427616"/>
                  <a:pt x="928051" y="1237021"/>
                </a:cubicBezTo>
                <a:cubicBezTo>
                  <a:pt x="894237" y="1365990"/>
                  <a:pt x="870044" y="1517818"/>
                  <a:pt x="870044" y="1703841"/>
                </a:cubicBezTo>
                <a:cubicBezTo>
                  <a:pt x="870044" y="1867671"/>
                  <a:pt x="886427" y="1944443"/>
                  <a:pt x="957198" y="1944443"/>
                </a:cubicBezTo>
                <a:cubicBezTo>
                  <a:pt x="1027968" y="1944443"/>
                  <a:pt x="1044351" y="1867671"/>
                  <a:pt x="1044351" y="1703841"/>
                </a:cubicBezTo>
                <a:cubicBezTo>
                  <a:pt x="1044351" y="1478766"/>
                  <a:pt x="1009109" y="1303601"/>
                  <a:pt x="963865" y="1158535"/>
                </a:cubicBezTo>
                <a:cubicBezTo>
                  <a:pt x="963293" y="1156535"/>
                  <a:pt x="962246" y="1155106"/>
                  <a:pt x="961008" y="1154154"/>
                </a:cubicBezTo>
                <a:moveTo>
                  <a:pt x="931575" y="939460"/>
                </a:moveTo>
                <a:cubicBezTo>
                  <a:pt x="942434" y="946413"/>
                  <a:pt x="949387" y="939460"/>
                  <a:pt x="942434" y="928602"/>
                </a:cubicBezTo>
                <a:cubicBezTo>
                  <a:pt x="810322" y="722766"/>
                  <a:pt x="635252" y="490071"/>
                  <a:pt x="373220" y="228038"/>
                </a:cubicBezTo>
                <a:cubicBezTo>
                  <a:pt x="182529" y="37252"/>
                  <a:pt x="79659" y="-38853"/>
                  <a:pt x="21938" y="18869"/>
                </a:cubicBezTo>
                <a:cubicBezTo>
                  <a:pt x="-35784" y="76590"/>
                  <a:pt x="40321" y="179365"/>
                  <a:pt x="231012" y="370151"/>
                </a:cubicBezTo>
                <a:cubicBezTo>
                  <a:pt x="493044" y="632184"/>
                  <a:pt x="725740" y="807348"/>
                  <a:pt x="931575" y="939365"/>
                </a:cubicBezTo>
                <a:moveTo>
                  <a:pt x="1065306" y="134407"/>
                </a:moveTo>
                <a:cubicBezTo>
                  <a:pt x="994631" y="134407"/>
                  <a:pt x="978248" y="209940"/>
                  <a:pt x="978248" y="371008"/>
                </a:cubicBezTo>
                <a:cubicBezTo>
                  <a:pt x="978248" y="592274"/>
                  <a:pt x="1013490" y="764486"/>
                  <a:pt x="1058734" y="907075"/>
                </a:cubicBezTo>
                <a:cubicBezTo>
                  <a:pt x="1061115" y="914600"/>
                  <a:pt x="1069593" y="914600"/>
                  <a:pt x="1071974" y="907075"/>
                </a:cubicBezTo>
                <a:cubicBezTo>
                  <a:pt x="1117122" y="764390"/>
                  <a:pt x="1152460" y="592274"/>
                  <a:pt x="1152460" y="371008"/>
                </a:cubicBezTo>
                <a:cubicBezTo>
                  <a:pt x="1152460" y="209940"/>
                  <a:pt x="1136077" y="134407"/>
                  <a:pt x="1065306" y="134407"/>
                </a:cubicBezTo>
                <a:moveTo>
                  <a:pt x="1187417" y="1167870"/>
                </a:moveTo>
                <a:cubicBezTo>
                  <a:pt x="1176558" y="1160821"/>
                  <a:pt x="1169605" y="1167870"/>
                  <a:pt x="1176558" y="1178728"/>
                </a:cubicBezTo>
                <a:cubicBezTo>
                  <a:pt x="1308670" y="1384563"/>
                  <a:pt x="1483740" y="1617259"/>
                  <a:pt x="1745772" y="1879292"/>
                </a:cubicBezTo>
                <a:cubicBezTo>
                  <a:pt x="1936558" y="2070078"/>
                  <a:pt x="2039333" y="2146182"/>
                  <a:pt x="2097054" y="2088366"/>
                </a:cubicBezTo>
                <a:cubicBezTo>
                  <a:pt x="2154776" y="2030644"/>
                  <a:pt x="2078671" y="1927869"/>
                  <a:pt x="1887885" y="1737084"/>
                </a:cubicBezTo>
                <a:cubicBezTo>
                  <a:pt x="1625852" y="1475051"/>
                  <a:pt x="1393157" y="1299886"/>
                  <a:pt x="1187322" y="1167870"/>
                </a:cubicBezTo>
                <a:moveTo>
                  <a:pt x="1746820" y="228514"/>
                </a:moveTo>
                <a:cubicBezTo>
                  <a:pt x="1484787" y="490547"/>
                  <a:pt x="1309623" y="723243"/>
                  <a:pt x="1177606" y="929078"/>
                </a:cubicBezTo>
                <a:cubicBezTo>
                  <a:pt x="1170653" y="939936"/>
                  <a:pt x="1177606" y="946890"/>
                  <a:pt x="1188465" y="939936"/>
                </a:cubicBezTo>
                <a:cubicBezTo>
                  <a:pt x="1394300" y="807824"/>
                  <a:pt x="1626995" y="632755"/>
                  <a:pt x="1889028" y="370722"/>
                </a:cubicBezTo>
                <a:cubicBezTo>
                  <a:pt x="2079814" y="179937"/>
                  <a:pt x="2155919" y="77162"/>
                  <a:pt x="2098102" y="19440"/>
                </a:cubicBezTo>
                <a:cubicBezTo>
                  <a:pt x="2040381" y="-38281"/>
                  <a:pt x="1937606" y="37824"/>
                  <a:pt x="1746820" y="228514"/>
                </a:cubicBezTo>
                <a:moveTo>
                  <a:pt x="1803018" y="1148534"/>
                </a:moveTo>
                <a:cubicBezTo>
                  <a:pt x="1981135" y="1148534"/>
                  <a:pt x="2064669" y="1132151"/>
                  <a:pt x="2064669" y="1061475"/>
                </a:cubicBezTo>
                <a:cubicBezTo>
                  <a:pt x="2064669" y="990800"/>
                  <a:pt x="1981135" y="974322"/>
                  <a:pt x="1803018" y="974322"/>
                </a:cubicBezTo>
                <a:cubicBezTo>
                  <a:pt x="1558320" y="974322"/>
                  <a:pt x="1367916" y="1009659"/>
                  <a:pt x="1210182" y="1054808"/>
                </a:cubicBezTo>
                <a:cubicBezTo>
                  <a:pt x="1201895" y="1057189"/>
                  <a:pt x="1201895" y="1065762"/>
                  <a:pt x="1210182" y="1068143"/>
                </a:cubicBezTo>
                <a:cubicBezTo>
                  <a:pt x="1367916" y="1113291"/>
                  <a:pt x="1558416" y="1148534"/>
                  <a:pt x="1803018" y="1148534"/>
                </a:cubicBezTo>
              </a:path>
            </a:pathLst>
          </a:custGeom>
          <a:solidFill>
            <a:schemeClr val="accent4"/>
          </a:solidFill>
          <a:ln w="9525" cap="flat">
            <a:noFill/>
            <a:prstDash val="solid"/>
            <a:miter/>
          </a:ln>
        </p:spPr>
        <p:txBody>
          <a:bodyPr rtlCol="0" anchor="ctr"/>
          <a:lstStyle/>
          <a:p>
            <a:endParaRPr lang="de-DE" dirty="0">
              <a:solidFill>
                <a:schemeClr val="accent4"/>
              </a:solidFill>
              <a:latin typeface="BarmeniaGothaer Offc" panose="020B0503020204020204" pitchFamily="34" charset="0"/>
            </a:endParaRPr>
          </a:p>
        </p:txBody>
      </p:sp>
      <p:sp>
        <p:nvSpPr>
          <p:cNvPr id="2" name="Titel 1">
            <a:extLst>
              <a:ext uri="{FF2B5EF4-FFF2-40B4-BE49-F238E27FC236}">
                <a16:creationId xmlns:a16="http://schemas.microsoft.com/office/drawing/2014/main" id="{687D7D53-5DF8-6DAE-7EFA-8EC28E2F80CE}"/>
              </a:ext>
            </a:extLst>
          </p:cNvPr>
          <p:cNvSpPr>
            <a:spLocks noGrp="1"/>
          </p:cNvSpPr>
          <p:nvPr>
            <p:ph type="title" hasCustomPrompt="1"/>
          </p:nvPr>
        </p:nvSpPr>
        <p:spPr>
          <a:xfrm>
            <a:off x="479425" y="387560"/>
            <a:ext cx="8496300" cy="988803"/>
          </a:xfrm>
        </p:spPr>
        <p:txBody>
          <a:bodyPr>
            <a:noAutofit/>
          </a:bodyPr>
          <a:lstStyle>
            <a:lvl1pPr>
              <a:defRPr>
                <a:solidFill>
                  <a:schemeClr val="accent4"/>
                </a:solidFill>
                <a:latin typeface="+mj-lt"/>
              </a:defRPr>
            </a:lvl1pPr>
          </a:lstStyle>
          <a:p>
            <a:r>
              <a:rPr lang="de-DE" dirty="0"/>
              <a:t>Inhalt</a:t>
            </a:r>
          </a:p>
        </p:txBody>
      </p:sp>
    </p:spTree>
    <p:extLst>
      <p:ext uri="{BB962C8B-B14F-4D97-AF65-F5344CB8AC3E}">
        <p14:creationId xmlns:p14="http://schemas.microsoft.com/office/powerpoint/2010/main" val="1938015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 und viel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noAutofit/>
          </a:body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A1F87E5B-FBD4-594B-B451-BFB21225B1C8}"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1581293"/>
            <a:ext cx="11232998" cy="4368657"/>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grpSp>
        <p:nvGrpSpPr>
          <p:cNvPr id="16" name="Gruppieren 15">
            <a:extLst>
              <a:ext uri="{FF2B5EF4-FFF2-40B4-BE49-F238E27FC236}">
                <a16:creationId xmlns:a16="http://schemas.microsoft.com/office/drawing/2014/main" id="{71197BB0-4DBF-9E87-7365-C2B0590B9ACA}"/>
              </a:ext>
            </a:extLst>
          </p:cNvPr>
          <p:cNvGrpSpPr/>
          <p:nvPr userDrawn="1"/>
        </p:nvGrpSpPr>
        <p:grpSpPr>
          <a:xfrm>
            <a:off x="10681275" y="444748"/>
            <a:ext cx="1030118" cy="282917"/>
            <a:chOff x="10681275" y="444748"/>
            <a:chExt cx="1030118" cy="282917"/>
          </a:xfrm>
          <a:solidFill>
            <a:schemeClr val="tx1"/>
          </a:solidFill>
        </p:grpSpPr>
        <p:sp>
          <p:nvSpPr>
            <p:cNvPr id="12" name="Freihandform 11">
              <a:extLst>
                <a:ext uri="{FF2B5EF4-FFF2-40B4-BE49-F238E27FC236}">
                  <a16:creationId xmlns:a16="http://schemas.microsoft.com/office/drawing/2014/main" id="{2FA8601F-EF3B-B9C9-9332-CF00E3697443}"/>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82E76270-AC73-C733-0A07-5AA5B517A3CF}"/>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4" name="Freihandform 13">
              <a:extLst>
                <a:ext uri="{FF2B5EF4-FFF2-40B4-BE49-F238E27FC236}">
                  <a16:creationId xmlns:a16="http://schemas.microsoft.com/office/drawing/2014/main" id="{E72AFA75-A53D-73CC-6AFB-2842E9BFB3B3}"/>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1" name="Textplatzhalter 10">
            <a:extLst>
              <a:ext uri="{FF2B5EF4-FFF2-40B4-BE49-F238E27FC236}">
                <a16:creationId xmlns:a16="http://schemas.microsoft.com/office/drawing/2014/main" id="{402473AA-2D9E-B44B-07B9-8A963473B576}"/>
              </a:ext>
            </a:extLst>
          </p:cNvPr>
          <p:cNvSpPr>
            <a:spLocks noGrp="1"/>
          </p:cNvSpPr>
          <p:nvPr>
            <p:ph type="body" sz="quarter" idx="13" hasCustomPrompt="1"/>
          </p:nvPr>
        </p:nvSpPr>
        <p:spPr>
          <a:xfrm>
            <a:off x="479425" y="6054737"/>
            <a:ext cx="1123315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14602248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 und viel Inhalt blau">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noAutofit/>
          </a:bodyPr>
          <a:lstStyle>
            <a:lvl1pPr>
              <a:defRPr>
                <a:solidFill>
                  <a:schemeClr val="bg1"/>
                </a:solidFill>
              </a:defRPr>
            </a:lvl1p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lvl1pPr>
              <a:defRPr>
                <a:solidFill>
                  <a:schemeClr val="bg1"/>
                </a:solidFill>
              </a:defRPr>
            </a:lvl1pPr>
          </a:lstStyle>
          <a:p>
            <a:fld id="{6AD0C3D8-42C6-5942-8EC4-711417AF2694}"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lvl1pPr>
              <a:defRPr>
                <a:solidFill>
                  <a:schemeClr val="bg1"/>
                </a:solidFill>
              </a:defRPr>
            </a:lvl1p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1581293"/>
            <a:ext cx="11232998" cy="4368657"/>
          </a:xfrm>
          <a:prstGeom prst="rect">
            <a:avLst/>
          </a:prstGeom>
        </p:spPr>
        <p:txBody>
          <a:bodyPr vert="horz" lIns="0" tIns="0" rIns="0" bIns="0" rtlCol="0">
            <a:noAutofit/>
          </a:bodyPr>
          <a:lstStyle>
            <a:lvl1pPr>
              <a:defRPr>
                <a:solidFill>
                  <a:schemeClr val="bg1"/>
                </a:solidFill>
              </a:defRPr>
            </a:lvl1pPr>
            <a:lvl2pPr>
              <a:defRPr>
                <a:solidFill>
                  <a:schemeClr val="bg1"/>
                </a:solidFill>
              </a:defRPr>
            </a:lvl2pPr>
            <a:lvl3pPr>
              <a:defRPr>
                <a:solidFill>
                  <a:schemeClr val="bg1"/>
                </a:solidFill>
              </a:defRPr>
            </a:lvl3pPr>
            <a:lvl4pPr marL="504000" indent="-252000">
              <a:buFontTx/>
              <a:buBlip>
                <a:blip r:embed="rId2"/>
              </a:buBlip>
              <a:defRPr>
                <a:solidFill>
                  <a:schemeClr val="bg1"/>
                </a:solidFill>
              </a:defRPr>
            </a:lvl4pPr>
            <a:lvl5pPr>
              <a:defRPr>
                <a:solidFill>
                  <a:schemeClr val="tx1"/>
                </a:solidFill>
              </a:defRPr>
            </a:lvl5pPr>
            <a:lvl6pPr>
              <a:defRPr>
                <a:solidFill>
                  <a:schemeClr val="tx1"/>
                </a:solidFill>
              </a:defRPr>
            </a:lvl6pPr>
            <a:lvl7pPr>
              <a:defRPr>
                <a:solidFill>
                  <a:schemeClr val="tx1"/>
                </a:solidFill>
              </a:defRPr>
            </a:lvl7pPr>
            <a:lvl8pPr marL="504000" indent="-252000">
              <a:buFontTx/>
              <a:buBlip>
                <a:blip r:embed="rId3"/>
              </a:buBlip>
              <a:defRPr>
                <a:solidFill>
                  <a:schemeClr val="tx1"/>
                </a:solidFill>
              </a:defRPr>
            </a:lvl8pPr>
            <a:lvl9pPr>
              <a:defRPr>
                <a:solidFill>
                  <a:schemeClr val="bg1"/>
                </a:solidFill>
              </a:defRPr>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feld 2">
            <a:extLst>
              <a:ext uri="{FF2B5EF4-FFF2-40B4-BE49-F238E27FC236}">
                <a16:creationId xmlns:a16="http://schemas.microsoft.com/office/drawing/2014/main" id="{0DDB6500-3F33-08FB-B261-675D8EEE23D1}"/>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8" name="Textfeld 7">
            <a:extLst>
              <a:ext uri="{FF2B5EF4-FFF2-40B4-BE49-F238E27FC236}">
                <a16:creationId xmlns:a16="http://schemas.microsoft.com/office/drawing/2014/main" id="{325B3DA3-BAD4-2410-4C76-34120071529C}"/>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grpSp>
        <p:nvGrpSpPr>
          <p:cNvPr id="10" name="Gruppieren 9">
            <a:extLst>
              <a:ext uri="{FF2B5EF4-FFF2-40B4-BE49-F238E27FC236}">
                <a16:creationId xmlns:a16="http://schemas.microsoft.com/office/drawing/2014/main" id="{44A5B6C9-9099-7DD3-0C60-7BEB1F0BA106}"/>
              </a:ext>
            </a:extLst>
          </p:cNvPr>
          <p:cNvGrpSpPr/>
          <p:nvPr userDrawn="1"/>
        </p:nvGrpSpPr>
        <p:grpSpPr>
          <a:xfrm>
            <a:off x="10681275" y="444748"/>
            <a:ext cx="1030118" cy="282917"/>
            <a:chOff x="10681275" y="444748"/>
            <a:chExt cx="1030118" cy="282917"/>
          </a:xfrm>
          <a:solidFill>
            <a:schemeClr val="bg1"/>
          </a:solidFill>
        </p:grpSpPr>
        <p:sp>
          <p:nvSpPr>
            <p:cNvPr id="11" name="Freihandform 10">
              <a:extLst>
                <a:ext uri="{FF2B5EF4-FFF2-40B4-BE49-F238E27FC236}">
                  <a16:creationId xmlns:a16="http://schemas.microsoft.com/office/drawing/2014/main" id="{4E549CFF-61C2-F6B9-ED85-C4F2F74FCF41}"/>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956D604A-D67A-449A-9C52-E65C15812AA3}"/>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C45D68D7-57A6-6ABF-A17A-9A83EF513C79}"/>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4" name="Textplatzhalter 10">
            <a:extLst>
              <a:ext uri="{FF2B5EF4-FFF2-40B4-BE49-F238E27FC236}">
                <a16:creationId xmlns:a16="http://schemas.microsoft.com/office/drawing/2014/main" id="{9A79CD64-0DEA-2156-F2B4-16210698D744}"/>
              </a:ext>
            </a:extLst>
          </p:cNvPr>
          <p:cNvSpPr>
            <a:spLocks noGrp="1"/>
          </p:cNvSpPr>
          <p:nvPr>
            <p:ph type="body" sz="quarter" idx="13" hasCustomPrompt="1"/>
          </p:nvPr>
        </p:nvSpPr>
        <p:spPr>
          <a:xfrm>
            <a:off x="479425" y="6054737"/>
            <a:ext cx="11233150" cy="261284"/>
          </a:xfrm>
        </p:spPr>
        <p:txBody>
          <a:bodyPr>
            <a:noAutofit/>
          </a:bodyPr>
          <a:lstStyle>
            <a:lvl1pPr>
              <a:defRPr sz="800">
                <a:solidFill>
                  <a:schemeClr val="bg1">
                    <a:alpha val="50000"/>
                  </a:schemeClr>
                </a:solidFill>
              </a:defRPr>
            </a:lvl1pPr>
          </a:lstStyle>
          <a:p>
            <a:pPr lvl="0"/>
            <a:r>
              <a:rPr lang="de-DE" dirty="0"/>
              <a:t>Quelle:</a:t>
            </a:r>
          </a:p>
        </p:txBody>
      </p:sp>
    </p:spTree>
    <p:extLst>
      <p:ext uri="{BB962C8B-B14F-4D97-AF65-F5344CB8AC3E}">
        <p14:creationId xmlns:p14="http://schemas.microsoft.com/office/powerpoint/2010/main" val="3838312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noAutofit/>
          </a:bodyPr>
          <a:lstStyle/>
          <a:p>
            <a:r>
              <a:rPr lang="de-DE"/>
              <a:t>Mastertitelformat bearbeiten</a:t>
            </a: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A1F87E5B-FBD4-594B-B451-BFB21225B1C8}"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2190996"/>
            <a:ext cx="8496300" cy="3758953"/>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platzhalter 2">
            <a:extLst>
              <a:ext uri="{FF2B5EF4-FFF2-40B4-BE49-F238E27FC236}">
                <a16:creationId xmlns:a16="http://schemas.microsoft.com/office/drawing/2014/main" id="{7568C8C3-8478-9730-2630-2E20D2938731}"/>
              </a:ext>
            </a:extLst>
          </p:cNvPr>
          <p:cNvSpPr>
            <a:spLocks noGrp="1"/>
          </p:cNvSpPr>
          <p:nvPr>
            <p:ph type="body" idx="13"/>
          </p:nvPr>
        </p:nvSpPr>
        <p:spPr>
          <a:xfrm>
            <a:off x="479425" y="1581293"/>
            <a:ext cx="8496300" cy="366334"/>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grpSp>
        <p:nvGrpSpPr>
          <p:cNvPr id="9" name="Gruppieren 8">
            <a:extLst>
              <a:ext uri="{FF2B5EF4-FFF2-40B4-BE49-F238E27FC236}">
                <a16:creationId xmlns:a16="http://schemas.microsoft.com/office/drawing/2014/main" id="{6C0E73A1-EB94-DC18-573E-CE6AFF00CAAB}"/>
              </a:ext>
            </a:extLst>
          </p:cNvPr>
          <p:cNvGrpSpPr/>
          <p:nvPr userDrawn="1"/>
        </p:nvGrpSpPr>
        <p:grpSpPr>
          <a:xfrm>
            <a:off x="10681275" y="444748"/>
            <a:ext cx="1030118" cy="282917"/>
            <a:chOff x="10681275" y="444748"/>
            <a:chExt cx="1030118" cy="282917"/>
          </a:xfrm>
          <a:solidFill>
            <a:schemeClr val="tx1"/>
          </a:solidFill>
        </p:grpSpPr>
        <p:sp>
          <p:nvSpPr>
            <p:cNvPr id="10" name="Freihandform 9">
              <a:extLst>
                <a:ext uri="{FF2B5EF4-FFF2-40B4-BE49-F238E27FC236}">
                  <a16:creationId xmlns:a16="http://schemas.microsoft.com/office/drawing/2014/main" id="{9E9F6CBD-5D7A-3FFA-913A-666BCF64080E}"/>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1" name="Freihandform 10">
              <a:extLst>
                <a:ext uri="{FF2B5EF4-FFF2-40B4-BE49-F238E27FC236}">
                  <a16:creationId xmlns:a16="http://schemas.microsoft.com/office/drawing/2014/main" id="{48B7EC58-A638-E85E-98CC-1CB04C1BD2AE}"/>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1CE11E9C-AC0A-F9FC-8C45-F6AF8E851E24}"/>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3" name="Textplatzhalter 10">
            <a:extLst>
              <a:ext uri="{FF2B5EF4-FFF2-40B4-BE49-F238E27FC236}">
                <a16:creationId xmlns:a16="http://schemas.microsoft.com/office/drawing/2014/main" id="{1B193213-A4B7-1E4F-851C-E17132E07F41}"/>
              </a:ext>
            </a:extLst>
          </p:cNvPr>
          <p:cNvSpPr>
            <a:spLocks noGrp="1"/>
          </p:cNvSpPr>
          <p:nvPr>
            <p:ph type="body" sz="quarter" idx="14" hasCustomPrompt="1"/>
          </p:nvPr>
        </p:nvSpPr>
        <p:spPr>
          <a:xfrm>
            <a:off x="479425" y="6054737"/>
            <a:ext cx="1123315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4334145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el und Inhalt dlau">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noAutofit/>
          </a:bodyPr>
          <a:lstStyle>
            <a:lvl1pPr>
              <a:defRPr>
                <a:solidFill>
                  <a:schemeClr val="bg1"/>
                </a:solidFill>
              </a:defRPr>
            </a:lvl1p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lvl1pPr>
              <a:defRPr>
                <a:solidFill>
                  <a:schemeClr val="bg1"/>
                </a:solidFill>
              </a:defRPr>
            </a:lvl1pPr>
          </a:lstStyle>
          <a:p>
            <a:fld id="{6AD0C3D8-42C6-5942-8EC4-711417AF2694}"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lvl1pPr>
              <a:defRPr>
                <a:solidFill>
                  <a:schemeClr val="bg1"/>
                </a:solidFill>
              </a:defRPr>
            </a:lvl1p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2190996"/>
            <a:ext cx="8496300" cy="3758954"/>
          </a:xfrm>
          <a:prstGeom prst="rect">
            <a:avLst/>
          </a:prstGeom>
        </p:spPr>
        <p:txBody>
          <a:bodyPr vert="horz" lIns="0" tIns="0" rIns="0" bIns="0" rtlCol="0">
            <a:noAutofit/>
          </a:bodyPr>
          <a:lstStyle>
            <a:lvl1pPr>
              <a:defRPr>
                <a:solidFill>
                  <a:schemeClr val="bg1"/>
                </a:solidFill>
              </a:defRPr>
            </a:lvl1pPr>
            <a:lvl2pPr>
              <a:defRPr>
                <a:solidFill>
                  <a:schemeClr val="bg1"/>
                </a:solidFill>
              </a:defRPr>
            </a:lvl2pPr>
            <a:lvl3pPr>
              <a:defRPr>
                <a:solidFill>
                  <a:schemeClr val="bg1"/>
                </a:solidFill>
              </a:defRPr>
            </a:lvl3pPr>
            <a:lvl4pPr marL="504000" indent="-252000">
              <a:buFontTx/>
              <a:buBlip>
                <a:blip r:embed="rId2"/>
              </a:buBlip>
              <a:defRPr>
                <a:solidFill>
                  <a:schemeClr val="bg1"/>
                </a:solidFill>
              </a:defRPr>
            </a:lvl4pPr>
            <a:lvl5pPr>
              <a:defRPr>
                <a:solidFill>
                  <a:schemeClr val="tx1"/>
                </a:solidFill>
              </a:defRPr>
            </a:lvl5pPr>
            <a:lvl6pPr>
              <a:defRPr>
                <a:solidFill>
                  <a:schemeClr val="tx1"/>
                </a:solidFill>
              </a:defRPr>
            </a:lvl6pPr>
            <a:lvl7pPr>
              <a:defRPr>
                <a:solidFill>
                  <a:schemeClr val="tx1"/>
                </a:solidFill>
              </a:defRPr>
            </a:lvl7pPr>
            <a:lvl8pPr marL="504000" indent="-252000">
              <a:buFontTx/>
              <a:buBlip>
                <a:blip r:embed="rId3"/>
              </a:buBlip>
              <a:defRPr>
                <a:solidFill>
                  <a:schemeClr val="tx1"/>
                </a:solidFill>
              </a:defRPr>
            </a:lvl8pPr>
            <a:lvl9pPr>
              <a:defRPr>
                <a:solidFill>
                  <a:schemeClr val="bg1"/>
                </a:solidFill>
              </a:defRPr>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feld 2">
            <a:extLst>
              <a:ext uri="{FF2B5EF4-FFF2-40B4-BE49-F238E27FC236}">
                <a16:creationId xmlns:a16="http://schemas.microsoft.com/office/drawing/2014/main" id="{0DDB6500-3F33-08FB-B261-675D8EEE23D1}"/>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8" name="Textfeld 7">
            <a:extLst>
              <a:ext uri="{FF2B5EF4-FFF2-40B4-BE49-F238E27FC236}">
                <a16:creationId xmlns:a16="http://schemas.microsoft.com/office/drawing/2014/main" id="{325B3DA3-BAD4-2410-4C76-34120071529C}"/>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sp>
        <p:nvSpPr>
          <p:cNvPr id="10" name="Textplatzhalter 2">
            <a:extLst>
              <a:ext uri="{FF2B5EF4-FFF2-40B4-BE49-F238E27FC236}">
                <a16:creationId xmlns:a16="http://schemas.microsoft.com/office/drawing/2014/main" id="{38BB3456-41BA-84C1-4F9F-CA60FB6F2664}"/>
              </a:ext>
            </a:extLst>
          </p:cNvPr>
          <p:cNvSpPr>
            <a:spLocks noGrp="1"/>
          </p:cNvSpPr>
          <p:nvPr>
            <p:ph type="body" idx="13"/>
          </p:nvPr>
        </p:nvSpPr>
        <p:spPr>
          <a:xfrm>
            <a:off x="479424" y="1581293"/>
            <a:ext cx="8496301" cy="250463"/>
          </a:xfrm>
        </p:spPr>
        <p:txBody>
          <a:bodyPr anchor="t"/>
          <a:lstStyle>
            <a:lvl1pPr marL="0" indent="0">
              <a:lnSpc>
                <a:spcPct val="100000"/>
              </a:lnSpc>
              <a:buNone/>
              <a:defRPr sz="18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grpSp>
        <p:nvGrpSpPr>
          <p:cNvPr id="11" name="Gruppieren 10">
            <a:extLst>
              <a:ext uri="{FF2B5EF4-FFF2-40B4-BE49-F238E27FC236}">
                <a16:creationId xmlns:a16="http://schemas.microsoft.com/office/drawing/2014/main" id="{DB900CB4-F2F0-AB82-40BA-61B8F04C3CC3}"/>
              </a:ext>
            </a:extLst>
          </p:cNvPr>
          <p:cNvGrpSpPr/>
          <p:nvPr userDrawn="1"/>
        </p:nvGrpSpPr>
        <p:grpSpPr>
          <a:xfrm>
            <a:off x="10681275" y="444748"/>
            <a:ext cx="1030118" cy="282917"/>
            <a:chOff x="10681275" y="444748"/>
            <a:chExt cx="1030118" cy="282917"/>
          </a:xfrm>
          <a:solidFill>
            <a:schemeClr val="bg1"/>
          </a:solidFill>
        </p:grpSpPr>
        <p:sp>
          <p:nvSpPr>
            <p:cNvPr id="12" name="Freihandform 11">
              <a:extLst>
                <a:ext uri="{FF2B5EF4-FFF2-40B4-BE49-F238E27FC236}">
                  <a16:creationId xmlns:a16="http://schemas.microsoft.com/office/drawing/2014/main" id="{DD16273E-5B95-9A0B-C79D-0EAB76897855}"/>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FB662859-7B69-061A-C95D-B707B16C8D6A}"/>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4" name="Freihandform 13">
              <a:extLst>
                <a:ext uri="{FF2B5EF4-FFF2-40B4-BE49-F238E27FC236}">
                  <a16:creationId xmlns:a16="http://schemas.microsoft.com/office/drawing/2014/main" id="{45D35E54-1E1C-FD18-7047-6E1241A26109}"/>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5" name="Textplatzhalter 10">
            <a:extLst>
              <a:ext uri="{FF2B5EF4-FFF2-40B4-BE49-F238E27FC236}">
                <a16:creationId xmlns:a16="http://schemas.microsoft.com/office/drawing/2014/main" id="{D1980870-4E5D-B52E-2671-16E3DDFD88D3}"/>
              </a:ext>
            </a:extLst>
          </p:cNvPr>
          <p:cNvSpPr>
            <a:spLocks noGrp="1"/>
          </p:cNvSpPr>
          <p:nvPr>
            <p:ph type="body" sz="quarter" idx="14" hasCustomPrompt="1"/>
          </p:nvPr>
        </p:nvSpPr>
        <p:spPr>
          <a:xfrm>
            <a:off x="479425" y="6054737"/>
            <a:ext cx="11233150" cy="261284"/>
          </a:xfrm>
        </p:spPr>
        <p:txBody>
          <a:bodyPr>
            <a:noAutofit/>
          </a:bodyPr>
          <a:lstStyle>
            <a:lvl1pPr>
              <a:defRPr sz="800">
                <a:solidFill>
                  <a:schemeClr val="bg1">
                    <a:alpha val="50000"/>
                  </a:schemeClr>
                </a:solidFill>
              </a:defRPr>
            </a:lvl1pPr>
          </a:lstStyle>
          <a:p>
            <a:pPr lvl="0"/>
            <a:r>
              <a:rPr lang="de-DE" dirty="0"/>
              <a:t>Quelle:</a:t>
            </a:r>
          </a:p>
        </p:txBody>
      </p:sp>
    </p:spTree>
    <p:extLst>
      <p:ext uri="{BB962C8B-B14F-4D97-AF65-F5344CB8AC3E}">
        <p14:creationId xmlns:p14="http://schemas.microsoft.com/office/powerpoint/2010/main" val="22509134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Zweispaltig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noAutofit/>
          </a:bodyPr>
          <a:lstStyle/>
          <a:p>
            <a:r>
              <a:rPr lang="de-DE"/>
              <a:t>Mastertitelformat bearbeiten</a:t>
            </a: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A1F87E5B-FBD4-594B-B451-BFB21225B1C8}"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2190996"/>
            <a:ext cx="5382000" cy="3758953"/>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platzhalter 2">
            <a:extLst>
              <a:ext uri="{FF2B5EF4-FFF2-40B4-BE49-F238E27FC236}">
                <a16:creationId xmlns:a16="http://schemas.microsoft.com/office/drawing/2014/main" id="{7568C8C3-8478-9730-2630-2E20D2938731}"/>
              </a:ext>
            </a:extLst>
          </p:cNvPr>
          <p:cNvSpPr>
            <a:spLocks noGrp="1"/>
          </p:cNvSpPr>
          <p:nvPr>
            <p:ph type="body" idx="13"/>
          </p:nvPr>
        </p:nvSpPr>
        <p:spPr>
          <a:xfrm>
            <a:off x="479425" y="1581293"/>
            <a:ext cx="8496300" cy="366334"/>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9" name="Textplatzhalter 12">
            <a:extLst>
              <a:ext uri="{FF2B5EF4-FFF2-40B4-BE49-F238E27FC236}">
                <a16:creationId xmlns:a16="http://schemas.microsoft.com/office/drawing/2014/main" id="{65DDADB3-84A0-FDCD-7C44-F78152F0B1A2}"/>
              </a:ext>
            </a:extLst>
          </p:cNvPr>
          <p:cNvSpPr>
            <a:spLocks noGrp="1"/>
          </p:cNvSpPr>
          <p:nvPr>
            <p:ph idx="14"/>
          </p:nvPr>
        </p:nvSpPr>
        <p:spPr>
          <a:xfrm>
            <a:off x="6330577" y="2190996"/>
            <a:ext cx="5382000" cy="3758953"/>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grpSp>
        <p:nvGrpSpPr>
          <p:cNvPr id="10" name="Gruppieren 9">
            <a:extLst>
              <a:ext uri="{FF2B5EF4-FFF2-40B4-BE49-F238E27FC236}">
                <a16:creationId xmlns:a16="http://schemas.microsoft.com/office/drawing/2014/main" id="{B369CC7B-A365-0A27-C370-DA7C6577AD54}"/>
              </a:ext>
            </a:extLst>
          </p:cNvPr>
          <p:cNvGrpSpPr/>
          <p:nvPr userDrawn="1"/>
        </p:nvGrpSpPr>
        <p:grpSpPr>
          <a:xfrm>
            <a:off x="10681275" y="444748"/>
            <a:ext cx="1030118" cy="282917"/>
            <a:chOff x="10681275" y="444748"/>
            <a:chExt cx="1030118" cy="282917"/>
          </a:xfrm>
          <a:solidFill>
            <a:schemeClr val="tx1"/>
          </a:solidFill>
        </p:grpSpPr>
        <p:sp>
          <p:nvSpPr>
            <p:cNvPr id="11" name="Freihandform 10">
              <a:extLst>
                <a:ext uri="{FF2B5EF4-FFF2-40B4-BE49-F238E27FC236}">
                  <a16:creationId xmlns:a16="http://schemas.microsoft.com/office/drawing/2014/main" id="{D9A9E521-27DE-4AA0-038B-2F6E787BC718}"/>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5EA2F116-1A2C-9D9F-852A-7A8D30A12142}"/>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8C5F55A8-9A33-3CFA-6767-5DED59DE94E0}"/>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4" name="Textplatzhalter 10">
            <a:extLst>
              <a:ext uri="{FF2B5EF4-FFF2-40B4-BE49-F238E27FC236}">
                <a16:creationId xmlns:a16="http://schemas.microsoft.com/office/drawing/2014/main" id="{78616573-C2EF-D1B2-E18C-7CAEC8028906}"/>
              </a:ext>
            </a:extLst>
          </p:cNvPr>
          <p:cNvSpPr>
            <a:spLocks noGrp="1"/>
          </p:cNvSpPr>
          <p:nvPr>
            <p:ph type="body" sz="quarter" idx="15" hasCustomPrompt="1"/>
          </p:nvPr>
        </p:nvSpPr>
        <p:spPr>
          <a:xfrm>
            <a:off x="479425" y="6054737"/>
            <a:ext cx="1123315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16353910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mit Lavendel Textbox">
    <p:spTree>
      <p:nvGrpSpPr>
        <p:cNvPr id="1" name=""/>
        <p:cNvGrpSpPr/>
        <p:nvPr/>
      </p:nvGrpSpPr>
      <p:grpSpPr>
        <a:xfrm>
          <a:off x="0" y="0"/>
          <a:ext cx="0" cy="0"/>
          <a:chOff x="0" y="0"/>
          <a:chExt cx="0" cy="0"/>
        </a:xfrm>
      </p:grpSpPr>
      <p:sp>
        <p:nvSpPr>
          <p:cNvPr id="10" name="Abgerundetes Rechteck 9">
            <a:extLst>
              <a:ext uri="{FF2B5EF4-FFF2-40B4-BE49-F238E27FC236}">
                <a16:creationId xmlns:a16="http://schemas.microsoft.com/office/drawing/2014/main" id="{8EE3934D-4FAD-7582-4CB3-E5BD1FBE3F5D}"/>
              </a:ext>
            </a:extLst>
          </p:cNvPr>
          <p:cNvSpPr/>
          <p:nvPr userDrawn="1"/>
        </p:nvSpPr>
        <p:spPr>
          <a:xfrm>
            <a:off x="7787724" y="1581293"/>
            <a:ext cx="3924849" cy="4368656"/>
          </a:xfrm>
          <a:prstGeom prst="roundRect">
            <a:avLst>
              <a:gd name="adj" fmla="val 864"/>
            </a:avLst>
          </a:prstGeom>
          <a:solidFill>
            <a:srgbClr val="F5F5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noAutofit/>
          </a:bodyPr>
          <a:lstStyle/>
          <a:p>
            <a:r>
              <a:rPr lang="de-DE"/>
              <a:t>Mastertitelformat bearbeiten</a:t>
            </a: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A1F87E5B-FBD4-594B-B451-BFB21225B1C8}"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2443924"/>
            <a:ext cx="6822948" cy="3253097"/>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platzhalter 2">
            <a:extLst>
              <a:ext uri="{FF2B5EF4-FFF2-40B4-BE49-F238E27FC236}">
                <a16:creationId xmlns:a16="http://schemas.microsoft.com/office/drawing/2014/main" id="{7568C8C3-8478-9730-2630-2E20D2938731}"/>
              </a:ext>
            </a:extLst>
          </p:cNvPr>
          <p:cNvSpPr>
            <a:spLocks noGrp="1"/>
          </p:cNvSpPr>
          <p:nvPr>
            <p:ph type="body" idx="13"/>
          </p:nvPr>
        </p:nvSpPr>
        <p:spPr>
          <a:xfrm>
            <a:off x="479425" y="1834221"/>
            <a:ext cx="6822948" cy="366334"/>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9" name="Textplatzhalter 12">
            <a:extLst>
              <a:ext uri="{FF2B5EF4-FFF2-40B4-BE49-F238E27FC236}">
                <a16:creationId xmlns:a16="http://schemas.microsoft.com/office/drawing/2014/main" id="{65DDADB3-84A0-FDCD-7C44-F78152F0B1A2}"/>
              </a:ext>
            </a:extLst>
          </p:cNvPr>
          <p:cNvSpPr>
            <a:spLocks noGrp="1"/>
          </p:cNvSpPr>
          <p:nvPr>
            <p:ph idx="14"/>
          </p:nvPr>
        </p:nvSpPr>
        <p:spPr>
          <a:xfrm>
            <a:off x="8043325" y="2443923"/>
            <a:ext cx="3416400" cy="3253097"/>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7" name="Textplatzhalter 2">
            <a:extLst>
              <a:ext uri="{FF2B5EF4-FFF2-40B4-BE49-F238E27FC236}">
                <a16:creationId xmlns:a16="http://schemas.microsoft.com/office/drawing/2014/main" id="{7AFE8CA4-BF23-E464-2D51-4C365A604B0F}"/>
              </a:ext>
            </a:extLst>
          </p:cNvPr>
          <p:cNvSpPr>
            <a:spLocks noGrp="1"/>
          </p:cNvSpPr>
          <p:nvPr>
            <p:ph type="body" idx="15"/>
          </p:nvPr>
        </p:nvSpPr>
        <p:spPr>
          <a:xfrm>
            <a:off x="8032369" y="1834221"/>
            <a:ext cx="3427356" cy="366334"/>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grpSp>
        <p:nvGrpSpPr>
          <p:cNvPr id="11" name="Gruppieren 10">
            <a:extLst>
              <a:ext uri="{FF2B5EF4-FFF2-40B4-BE49-F238E27FC236}">
                <a16:creationId xmlns:a16="http://schemas.microsoft.com/office/drawing/2014/main" id="{BB2F2AB6-DF1D-1B60-3A50-24CE4FFAC136}"/>
              </a:ext>
            </a:extLst>
          </p:cNvPr>
          <p:cNvGrpSpPr/>
          <p:nvPr userDrawn="1"/>
        </p:nvGrpSpPr>
        <p:grpSpPr>
          <a:xfrm>
            <a:off x="10681275" y="444748"/>
            <a:ext cx="1030118" cy="282917"/>
            <a:chOff x="10681275" y="444748"/>
            <a:chExt cx="1030118" cy="282917"/>
          </a:xfrm>
          <a:solidFill>
            <a:schemeClr val="tx1"/>
          </a:solidFill>
        </p:grpSpPr>
        <p:sp>
          <p:nvSpPr>
            <p:cNvPr id="12" name="Freihandform 11">
              <a:extLst>
                <a:ext uri="{FF2B5EF4-FFF2-40B4-BE49-F238E27FC236}">
                  <a16:creationId xmlns:a16="http://schemas.microsoft.com/office/drawing/2014/main" id="{2C98A77A-8A73-9FD0-F2B7-C5EB57A73B9F}"/>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5DBFFAAF-A205-FC59-A2F5-25A349504DD8}"/>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4" name="Freihandform 13">
              <a:extLst>
                <a:ext uri="{FF2B5EF4-FFF2-40B4-BE49-F238E27FC236}">
                  <a16:creationId xmlns:a16="http://schemas.microsoft.com/office/drawing/2014/main" id="{8E69D290-4629-6CE6-3EFF-02DD24BC8BFC}"/>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5" name="Textplatzhalter 10">
            <a:extLst>
              <a:ext uri="{FF2B5EF4-FFF2-40B4-BE49-F238E27FC236}">
                <a16:creationId xmlns:a16="http://schemas.microsoft.com/office/drawing/2014/main" id="{5B31DE10-F713-18DE-71D0-546836461F4F}"/>
              </a:ext>
            </a:extLst>
          </p:cNvPr>
          <p:cNvSpPr>
            <a:spLocks noGrp="1"/>
          </p:cNvSpPr>
          <p:nvPr>
            <p:ph type="body" sz="quarter" idx="16" hasCustomPrompt="1"/>
          </p:nvPr>
        </p:nvSpPr>
        <p:spPr>
          <a:xfrm>
            <a:off x="479425" y="6054737"/>
            <a:ext cx="6822948"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39873894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Layout blau mit Textbox">
    <p:bg>
      <p:bgPr>
        <a:solidFill>
          <a:schemeClr val="tx1"/>
        </a:solidFill>
        <a:effectLst/>
      </p:bgPr>
    </p:bg>
    <p:spTree>
      <p:nvGrpSpPr>
        <p:cNvPr id="1" name=""/>
        <p:cNvGrpSpPr/>
        <p:nvPr/>
      </p:nvGrpSpPr>
      <p:grpSpPr>
        <a:xfrm>
          <a:off x="0" y="0"/>
          <a:ext cx="0" cy="0"/>
          <a:chOff x="0" y="0"/>
          <a:chExt cx="0" cy="0"/>
        </a:xfrm>
      </p:grpSpPr>
      <p:sp>
        <p:nvSpPr>
          <p:cNvPr id="10" name="Abgerundetes Rechteck 9">
            <a:extLst>
              <a:ext uri="{FF2B5EF4-FFF2-40B4-BE49-F238E27FC236}">
                <a16:creationId xmlns:a16="http://schemas.microsoft.com/office/drawing/2014/main" id="{ED0CF157-BB1A-97F1-507B-A2C3519653D5}"/>
              </a:ext>
            </a:extLst>
          </p:cNvPr>
          <p:cNvSpPr/>
          <p:nvPr userDrawn="1"/>
        </p:nvSpPr>
        <p:spPr>
          <a:xfrm>
            <a:off x="7787724" y="1581293"/>
            <a:ext cx="3924849" cy="4368656"/>
          </a:xfrm>
          <a:prstGeom prst="roundRect">
            <a:avLst>
              <a:gd name="adj" fmla="val 864"/>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Textplatzhalter 12">
            <a:extLst>
              <a:ext uri="{FF2B5EF4-FFF2-40B4-BE49-F238E27FC236}">
                <a16:creationId xmlns:a16="http://schemas.microsoft.com/office/drawing/2014/main" id="{DB02DB37-97C1-426F-C1EB-24E13BD4FD0D}"/>
              </a:ext>
            </a:extLst>
          </p:cNvPr>
          <p:cNvSpPr>
            <a:spLocks noGrp="1"/>
          </p:cNvSpPr>
          <p:nvPr>
            <p:ph idx="16"/>
          </p:nvPr>
        </p:nvSpPr>
        <p:spPr>
          <a:xfrm>
            <a:off x="8028381" y="2443924"/>
            <a:ext cx="3427356" cy="3262498"/>
          </a:xfrm>
          <a:prstGeom prst="rect">
            <a:avLst/>
          </a:prstGeom>
        </p:spPr>
        <p:txBody>
          <a:bodyPr vert="horz" lIns="0" tIns="0" rIns="0" bIns="0" rtlCol="0">
            <a:noAutofit/>
          </a:bodyPr>
          <a:lstStyle>
            <a:lvl1pPr>
              <a:defRPr>
                <a:solidFill>
                  <a:schemeClr val="bg1"/>
                </a:solidFill>
              </a:defRPr>
            </a:lvl1pPr>
            <a:lvl2pPr>
              <a:defRPr>
                <a:solidFill>
                  <a:schemeClr val="bg1"/>
                </a:solidFill>
              </a:defRPr>
            </a:lvl2pPr>
            <a:lvl3pPr>
              <a:defRPr>
                <a:solidFill>
                  <a:schemeClr val="bg1"/>
                </a:solidFill>
                <a:latin typeface="+mj-lt"/>
              </a:defRPr>
            </a:lvl3pPr>
            <a:lvl4pPr marL="504000" indent="-252000">
              <a:buFontTx/>
              <a:buBlip>
                <a:blip r:embed="rId2"/>
              </a:buBlip>
              <a:defRPr>
                <a:solidFill>
                  <a:schemeClr val="bg1"/>
                </a:solidFill>
              </a:defRPr>
            </a:lvl4pPr>
            <a:lvl5pPr>
              <a:defRPr>
                <a:solidFill>
                  <a:schemeClr val="tx1"/>
                </a:solidFill>
              </a:defRPr>
            </a:lvl5pPr>
            <a:lvl6pPr>
              <a:defRPr>
                <a:solidFill>
                  <a:schemeClr val="tx1"/>
                </a:solidFill>
              </a:defRPr>
            </a:lvl6pPr>
            <a:lvl7pPr>
              <a:defRPr>
                <a:solidFill>
                  <a:schemeClr val="tx1"/>
                </a:solidFill>
              </a:defRPr>
            </a:lvl7pPr>
            <a:lvl8pPr marL="504000" indent="-252000">
              <a:buFontTx/>
              <a:buBlip>
                <a:blip r:embed="rId3"/>
              </a:buBlip>
              <a:defRPr>
                <a:solidFill>
                  <a:schemeClr val="tx1"/>
                </a:solidFill>
              </a:defRPr>
            </a:lvl8pPr>
            <a:lvl9pPr>
              <a:defRPr>
                <a:solidFill>
                  <a:schemeClr val="bg1"/>
                </a:solidFill>
              </a:defRPr>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7" name="Textplatzhalter 2">
            <a:extLst>
              <a:ext uri="{FF2B5EF4-FFF2-40B4-BE49-F238E27FC236}">
                <a16:creationId xmlns:a16="http://schemas.microsoft.com/office/drawing/2014/main" id="{B9E0728D-4F9C-1E1C-E7A7-B2EA461DCCDB}"/>
              </a:ext>
            </a:extLst>
          </p:cNvPr>
          <p:cNvSpPr>
            <a:spLocks noGrp="1"/>
          </p:cNvSpPr>
          <p:nvPr>
            <p:ph type="body" idx="17"/>
          </p:nvPr>
        </p:nvSpPr>
        <p:spPr>
          <a:xfrm>
            <a:off x="8028381" y="1834221"/>
            <a:ext cx="3427356" cy="276999"/>
          </a:xfrm>
        </p:spPr>
        <p:txBody>
          <a:bodyPr anchor="t"/>
          <a:lstStyle>
            <a:lvl1pPr marL="0" indent="0">
              <a:lnSpc>
                <a:spcPct val="100000"/>
              </a:lnSpc>
              <a:buNone/>
              <a:defRPr sz="1800" b="0">
                <a:solidFill>
                  <a:schemeClr val="bg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noAutofit/>
          </a:bodyPr>
          <a:lstStyle>
            <a:lvl1pPr>
              <a:defRPr>
                <a:solidFill>
                  <a:schemeClr val="bg1"/>
                </a:solidFill>
              </a:defRPr>
            </a:lvl1p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lvl1pPr>
              <a:defRPr>
                <a:solidFill>
                  <a:schemeClr val="bg1"/>
                </a:solidFill>
              </a:defRPr>
            </a:lvl1pPr>
          </a:lstStyle>
          <a:p>
            <a:fld id="{6AD0C3D8-42C6-5942-8EC4-711417AF2694}"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lvl1pPr>
              <a:defRPr>
                <a:solidFill>
                  <a:schemeClr val="bg1"/>
                </a:solidFill>
              </a:defRPr>
            </a:lvl1p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2443924"/>
            <a:ext cx="6822948" cy="3262498"/>
          </a:xfrm>
          <a:prstGeom prst="rect">
            <a:avLst/>
          </a:prstGeom>
        </p:spPr>
        <p:txBody>
          <a:bodyPr vert="horz" lIns="0" tIns="0" rIns="0" bIns="0" rtlCol="0">
            <a:noAutofit/>
          </a:bodyPr>
          <a:lstStyle>
            <a:lvl1pPr>
              <a:defRPr>
                <a:solidFill>
                  <a:schemeClr val="bg1"/>
                </a:solidFill>
              </a:defRPr>
            </a:lvl1pPr>
            <a:lvl2pPr>
              <a:defRPr>
                <a:solidFill>
                  <a:schemeClr val="bg1"/>
                </a:solidFill>
              </a:defRPr>
            </a:lvl2pPr>
            <a:lvl3pPr>
              <a:defRPr>
                <a:solidFill>
                  <a:schemeClr val="bg1"/>
                </a:solidFill>
                <a:latin typeface="+mj-lt"/>
              </a:defRPr>
            </a:lvl3pPr>
            <a:lvl4pPr marL="504000" indent="-252000">
              <a:buFontTx/>
              <a:buBlip>
                <a:blip r:embed="rId2"/>
              </a:buBlip>
              <a:defRPr>
                <a:solidFill>
                  <a:schemeClr val="bg1"/>
                </a:solidFill>
              </a:defRPr>
            </a:lvl4pPr>
            <a:lvl5pPr>
              <a:defRPr>
                <a:solidFill>
                  <a:schemeClr val="tx1"/>
                </a:solidFill>
              </a:defRPr>
            </a:lvl5pPr>
            <a:lvl6pPr>
              <a:defRPr>
                <a:solidFill>
                  <a:schemeClr val="tx1"/>
                </a:solidFill>
              </a:defRPr>
            </a:lvl6pPr>
            <a:lvl7pPr>
              <a:defRPr>
                <a:solidFill>
                  <a:schemeClr val="tx1"/>
                </a:solidFill>
              </a:defRPr>
            </a:lvl7pPr>
            <a:lvl8pPr marL="504000" indent="-252000">
              <a:buFontTx/>
              <a:buBlip>
                <a:blip r:embed="rId3"/>
              </a:buBlip>
              <a:defRPr>
                <a:solidFill>
                  <a:schemeClr val="tx1"/>
                </a:solidFill>
              </a:defRPr>
            </a:lvl8pPr>
            <a:lvl9pPr>
              <a:defRPr>
                <a:solidFill>
                  <a:schemeClr val="bg1"/>
                </a:solidFill>
              </a:defRPr>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feld 2">
            <a:extLst>
              <a:ext uri="{FF2B5EF4-FFF2-40B4-BE49-F238E27FC236}">
                <a16:creationId xmlns:a16="http://schemas.microsoft.com/office/drawing/2014/main" id="{0DDB6500-3F33-08FB-B261-675D8EEE23D1}"/>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8" name="Textfeld 7">
            <a:extLst>
              <a:ext uri="{FF2B5EF4-FFF2-40B4-BE49-F238E27FC236}">
                <a16:creationId xmlns:a16="http://schemas.microsoft.com/office/drawing/2014/main" id="{325B3DA3-BAD4-2410-4C76-34120071529C}"/>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sp>
        <p:nvSpPr>
          <p:cNvPr id="14" name="Textplatzhalter 2">
            <a:extLst>
              <a:ext uri="{FF2B5EF4-FFF2-40B4-BE49-F238E27FC236}">
                <a16:creationId xmlns:a16="http://schemas.microsoft.com/office/drawing/2014/main" id="{F9694D10-B778-51C7-AFAD-35DF36B5A0C2}"/>
              </a:ext>
            </a:extLst>
          </p:cNvPr>
          <p:cNvSpPr>
            <a:spLocks noGrp="1"/>
          </p:cNvSpPr>
          <p:nvPr>
            <p:ph type="body" idx="13"/>
          </p:nvPr>
        </p:nvSpPr>
        <p:spPr>
          <a:xfrm>
            <a:off x="479425" y="1834221"/>
            <a:ext cx="6822948" cy="276999"/>
          </a:xfrm>
        </p:spPr>
        <p:txBody>
          <a:bodyPr anchor="t"/>
          <a:lstStyle>
            <a:lvl1pPr marL="0" indent="0">
              <a:lnSpc>
                <a:spcPct val="100000"/>
              </a:lnSpc>
              <a:buNone/>
              <a:defRPr sz="1800" b="0">
                <a:solidFill>
                  <a:schemeClr val="bg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grpSp>
        <p:nvGrpSpPr>
          <p:cNvPr id="11" name="Gruppieren 10">
            <a:extLst>
              <a:ext uri="{FF2B5EF4-FFF2-40B4-BE49-F238E27FC236}">
                <a16:creationId xmlns:a16="http://schemas.microsoft.com/office/drawing/2014/main" id="{DD54AF49-AA72-19A2-ECE6-8666F516BF8B}"/>
              </a:ext>
            </a:extLst>
          </p:cNvPr>
          <p:cNvGrpSpPr/>
          <p:nvPr userDrawn="1"/>
        </p:nvGrpSpPr>
        <p:grpSpPr>
          <a:xfrm>
            <a:off x="10681275" y="444748"/>
            <a:ext cx="1030118" cy="282917"/>
            <a:chOff x="10681275" y="444748"/>
            <a:chExt cx="1030118" cy="282917"/>
          </a:xfrm>
          <a:solidFill>
            <a:schemeClr val="bg1"/>
          </a:solidFill>
        </p:grpSpPr>
        <p:sp>
          <p:nvSpPr>
            <p:cNvPr id="12" name="Freihandform 11">
              <a:extLst>
                <a:ext uri="{FF2B5EF4-FFF2-40B4-BE49-F238E27FC236}">
                  <a16:creationId xmlns:a16="http://schemas.microsoft.com/office/drawing/2014/main" id="{B4B1365D-8D31-A919-638D-214015DE3A88}"/>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6ED277CE-81B6-4F61-40D2-EF125535879F}"/>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5" name="Freihandform 14">
              <a:extLst>
                <a:ext uri="{FF2B5EF4-FFF2-40B4-BE49-F238E27FC236}">
                  <a16:creationId xmlns:a16="http://schemas.microsoft.com/office/drawing/2014/main" id="{FED7805D-56D2-ACE9-351A-85E267B1160B}"/>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8" name="Textplatzhalter 10">
            <a:extLst>
              <a:ext uri="{FF2B5EF4-FFF2-40B4-BE49-F238E27FC236}">
                <a16:creationId xmlns:a16="http://schemas.microsoft.com/office/drawing/2014/main" id="{815778E6-7227-E298-F8B9-3411AC5907DF}"/>
              </a:ext>
            </a:extLst>
          </p:cNvPr>
          <p:cNvSpPr>
            <a:spLocks noGrp="1"/>
          </p:cNvSpPr>
          <p:nvPr>
            <p:ph type="body" sz="quarter" idx="18" hasCustomPrompt="1"/>
          </p:nvPr>
        </p:nvSpPr>
        <p:spPr>
          <a:xfrm>
            <a:off x="479425" y="6054737"/>
            <a:ext cx="11233150" cy="261284"/>
          </a:xfrm>
        </p:spPr>
        <p:txBody>
          <a:bodyPr>
            <a:noAutofit/>
          </a:bodyPr>
          <a:lstStyle>
            <a:lvl1pPr>
              <a:defRPr sz="800">
                <a:solidFill>
                  <a:schemeClr val="bg1">
                    <a:alpha val="50000"/>
                  </a:schemeClr>
                </a:solidFill>
              </a:defRPr>
            </a:lvl1pPr>
          </a:lstStyle>
          <a:p>
            <a:pPr lvl="0"/>
            <a:r>
              <a:rPr lang="de-DE" dirty="0"/>
              <a:t>Quelle:</a:t>
            </a:r>
          </a:p>
        </p:txBody>
      </p:sp>
    </p:spTree>
    <p:extLst>
      <p:ext uri="{BB962C8B-B14F-4D97-AF65-F5344CB8AC3E}">
        <p14:creationId xmlns:p14="http://schemas.microsoft.com/office/powerpoint/2010/main" val="34890002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und 1/4 Inhalt">
    <p:spTree>
      <p:nvGrpSpPr>
        <p:cNvPr id="1" name=""/>
        <p:cNvGrpSpPr/>
        <p:nvPr/>
      </p:nvGrpSpPr>
      <p:grpSpPr>
        <a:xfrm>
          <a:off x="0" y="0"/>
          <a:ext cx="0" cy="0"/>
          <a:chOff x="0" y="0"/>
          <a:chExt cx="0" cy="0"/>
        </a:xfrm>
      </p:grpSpPr>
      <p:sp>
        <p:nvSpPr>
          <p:cNvPr id="10" name="Abgerundetes Rechteck 9">
            <a:extLst>
              <a:ext uri="{FF2B5EF4-FFF2-40B4-BE49-F238E27FC236}">
                <a16:creationId xmlns:a16="http://schemas.microsoft.com/office/drawing/2014/main" id="{8EE3934D-4FAD-7582-4CB3-E5BD1FBE3F5D}"/>
              </a:ext>
            </a:extLst>
          </p:cNvPr>
          <p:cNvSpPr/>
          <p:nvPr userDrawn="1"/>
        </p:nvSpPr>
        <p:spPr>
          <a:xfrm>
            <a:off x="8975724" y="0"/>
            <a:ext cx="3216275" cy="6858000"/>
          </a:xfrm>
          <a:prstGeom prst="roundRect">
            <a:avLst>
              <a:gd name="adj" fmla="val 864"/>
            </a:avLst>
          </a:prstGeom>
          <a:solidFill>
            <a:srgbClr val="F5F5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a:xfrm>
            <a:off x="479425" y="387560"/>
            <a:ext cx="7992000" cy="988803"/>
          </a:xfrm>
        </p:spPr>
        <p:txBody>
          <a:bodyPr>
            <a:noAutofit/>
          </a:bodyPr>
          <a:lstStyle/>
          <a:p>
            <a:r>
              <a:rPr lang="de-DE"/>
              <a:t>Mastertitelformat bearbeiten</a:t>
            </a: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A1F87E5B-FBD4-594B-B451-BFB21225B1C8}"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2443924"/>
            <a:ext cx="7992000" cy="3506027"/>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platzhalter 2">
            <a:extLst>
              <a:ext uri="{FF2B5EF4-FFF2-40B4-BE49-F238E27FC236}">
                <a16:creationId xmlns:a16="http://schemas.microsoft.com/office/drawing/2014/main" id="{7568C8C3-8478-9730-2630-2E20D2938731}"/>
              </a:ext>
            </a:extLst>
          </p:cNvPr>
          <p:cNvSpPr>
            <a:spLocks noGrp="1"/>
          </p:cNvSpPr>
          <p:nvPr>
            <p:ph type="body" idx="13"/>
          </p:nvPr>
        </p:nvSpPr>
        <p:spPr>
          <a:xfrm>
            <a:off x="479425" y="1834221"/>
            <a:ext cx="7992000" cy="276999"/>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9" name="Textplatzhalter 12">
            <a:extLst>
              <a:ext uri="{FF2B5EF4-FFF2-40B4-BE49-F238E27FC236}">
                <a16:creationId xmlns:a16="http://schemas.microsoft.com/office/drawing/2014/main" id="{65DDADB3-84A0-FDCD-7C44-F78152F0B1A2}"/>
              </a:ext>
            </a:extLst>
          </p:cNvPr>
          <p:cNvSpPr>
            <a:spLocks noGrp="1"/>
          </p:cNvSpPr>
          <p:nvPr>
            <p:ph idx="14"/>
          </p:nvPr>
        </p:nvSpPr>
        <p:spPr>
          <a:xfrm>
            <a:off x="9480572" y="2443923"/>
            <a:ext cx="2232001" cy="3506027"/>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7" name="Textplatzhalter 2">
            <a:extLst>
              <a:ext uri="{FF2B5EF4-FFF2-40B4-BE49-F238E27FC236}">
                <a16:creationId xmlns:a16="http://schemas.microsoft.com/office/drawing/2014/main" id="{7AFE8CA4-BF23-E464-2D51-4C365A604B0F}"/>
              </a:ext>
            </a:extLst>
          </p:cNvPr>
          <p:cNvSpPr>
            <a:spLocks noGrp="1"/>
          </p:cNvSpPr>
          <p:nvPr>
            <p:ph type="body" idx="15"/>
          </p:nvPr>
        </p:nvSpPr>
        <p:spPr>
          <a:xfrm>
            <a:off x="9472605" y="1834221"/>
            <a:ext cx="2232001" cy="527014"/>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13" name="Fußzeilenplatzhalter 3">
            <a:extLst>
              <a:ext uri="{FF2B5EF4-FFF2-40B4-BE49-F238E27FC236}">
                <a16:creationId xmlns:a16="http://schemas.microsoft.com/office/drawing/2014/main" id="{6E635850-9B88-7F6C-E9F8-D9EB11B183A0}"/>
              </a:ext>
            </a:extLst>
          </p:cNvPr>
          <p:cNvSpPr txBox="1">
            <a:spLocks/>
          </p:cNvSpPr>
          <p:nvPr userDrawn="1"/>
        </p:nvSpPr>
        <p:spPr>
          <a:xfrm>
            <a:off x="8903666" y="6405343"/>
            <a:ext cx="2806997" cy="106470"/>
          </a:xfrm>
          <a:prstGeom prst="rect">
            <a:avLst/>
          </a:prstGeom>
        </p:spPr>
        <p:txBody>
          <a:bodyPr vert="horz" lIns="0" tIns="0" rIns="0" bIns="0" rtlCol="0" anchor="ctr"/>
          <a:lstStyle>
            <a:defPPr>
              <a:defRPr lang="de-DE"/>
            </a:defPPr>
            <a:lvl1pPr marL="0" algn="l" defTabSz="914400" rtl="0" eaLnBrk="1" latinLnBrk="0" hangingPunct="1">
              <a:defRPr sz="800" b="0" i="0" kern="1200">
                <a:solidFill>
                  <a:schemeClr val="tx1"/>
                </a:solidFill>
                <a:latin typeface="BarmeniaGothaer Offc Medium"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dirty="0">
                <a:latin typeface="+mn-lt"/>
              </a:rPr>
              <a:t>Vertraulich</a:t>
            </a:r>
          </a:p>
        </p:txBody>
      </p:sp>
      <p:grpSp>
        <p:nvGrpSpPr>
          <p:cNvPr id="11" name="Gruppieren 10">
            <a:extLst>
              <a:ext uri="{FF2B5EF4-FFF2-40B4-BE49-F238E27FC236}">
                <a16:creationId xmlns:a16="http://schemas.microsoft.com/office/drawing/2014/main" id="{24F11197-62CB-A947-CAFC-D8CB981F073E}"/>
              </a:ext>
            </a:extLst>
          </p:cNvPr>
          <p:cNvGrpSpPr/>
          <p:nvPr userDrawn="1"/>
        </p:nvGrpSpPr>
        <p:grpSpPr>
          <a:xfrm>
            <a:off x="10681275" y="444748"/>
            <a:ext cx="1030118" cy="282917"/>
            <a:chOff x="10681275" y="444748"/>
            <a:chExt cx="1030118" cy="282917"/>
          </a:xfrm>
          <a:solidFill>
            <a:schemeClr val="tx1"/>
          </a:solidFill>
        </p:grpSpPr>
        <p:sp>
          <p:nvSpPr>
            <p:cNvPr id="12" name="Freihandform 11">
              <a:extLst>
                <a:ext uri="{FF2B5EF4-FFF2-40B4-BE49-F238E27FC236}">
                  <a16:creationId xmlns:a16="http://schemas.microsoft.com/office/drawing/2014/main" id="{2F4DED7D-39E2-1C3F-F4BB-B27136F16A59}"/>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4" name="Freihandform 13">
              <a:extLst>
                <a:ext uri="{FF2B5EF4-FFF2-40B4-BE49-F238E27FC236}">
                  <a16:creationId xmlns:a16="http://schemas.microsoft.com/office/drawing/2014/main" id="{EFD64974-5B64-E68D-CB4B-3B969FD725C8}"/>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5" name="Freihandform 14">
              <a:extLst>
                <a:ext uri="{FF2B5EF4-FFF2-40B4-BE49-F238E27FC236}">
                  <a16:creationId xmlns:a16="http://schemas.microsoft.com/office/drawing/2014/main" id="{B967B5D0-60B4-8C32-EDE0-F7278AE24AEA}"/>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6" name="Textplatzhalter 10">
            <a:extLst>
              <a:ext uri="{FF2B5EF4-FFF2-40B4-BE49-F238E27FC236}">
                <a16:creationId xmlns:a16="http://schemas.microsoft.com/office/drawing/2014/main" id="{1342FC21-7D2D-4FAA-132B-7790FE8B6C27}"/>
              </a:ext>
            </a:extLst>
          </p:cNvPr>
          <p:cNvSpPr>
            <a:spLocks noGrp="1"/>
          </p:cNvSpPr>
          <p:nvPr>
            <p:ph type="body" sz="quarter" idx="16" hasCustomPrompt="1"/>
          </p:nvPr>
        </p:nvSpPr>
        <p:spPr>
          <a:xfrm>
            <a:off x="479425" y="6054737"/>
            <a:ext cx="799200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15941098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und 1/3 Inhalt">
    <p:spTree>
      <p:nvGrpSpPr>
        <p:cNvPr id="1" name=""/>
        <p:cNvGrpSpPr/>
        <p:nvPr/>
      </p:nvGrpSpPr>
      <p:grpSpPr>
        <a:xfrm>
          <a:off x="0" y="0"/>
          <a:ext cx="0" cy="0"/>
          <a:chOff x="0" y="0"/>
          <a:chExt cx="0" cy="0"/>
        </a:xfrm>
      </p:grpSpPr>
      <p:sp>
        <p:nvSpPr>
          <p:cNvPr id="10" name="Abgerundetes Rechteck 9">
            <a:extLst>
              <a:ext uri="{FF2B5EF4-FFF2-40B4-BE49-F238E27FC236}">
                <a16:creationId xmlns:a16="http://schemas.microsoft.com/office/drawing/2014/main" id="{8EE3934D-4FAD-7582-4CB3-E5BD1FBE3F5D}"/>
              </a:ext>
            </a:extLst>
          </p:cNvPr>
          <p:cNvSpPr/>
          <p:nvPr userDrawn="1"/>
        </p:nvSpPr>
        <p:spPr>
          <a:xfrm>
            <a:off x="7787724" y="0"/>
            <a:ext cx="4404276" cy="6858000"/>
          </a:xfrm>
          <a:prstGeom prst="roundRect">
            <a:avLst>
              <a:gd name="adj" fmla="val 864"/>
            </a:avLst>
          </a:prstGeom>
          <a:solidFill>
            <a:srgbClr val="F5F5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a:xfrm>
            <a:off x="479425" y="387560"/>
            <a:ext cx="6822948" cy="988803"/>
          </a:xfrm>
        </p:spPr>
        <p:txBody>
          <a:bodyPr>
            <a:noAutofit/>
          </a:bodyPr>
          <a:lstStyle/>
          <a:p>
            <a:r>
              <a:rPr lang="de-DE"/>
              <a:t>Mastertitelformat bearbeiten</a:t>
            </a:r>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A1F87E5B-FBD4-594B-B451-BFB21225B1C8}"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2443924"/>
            <a:ext cx="6822948" cy="3506027"/>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platzhalter 2">
            <a:extLst>
              <a:ext uri="{FF2B5EF4-FFF2-40B4-BE49-F238E27FC236}">
                <a16:creationId xmlns:a16="http://schemas.microsoft.com/office/drawing/2014/main" id="{7568C8C3-8478-9730-2630-2E20D2938731}"/>
              </a:ext>
            </a:extLst>
          </p:cNvPr>
          <p:cNvSpPr>
            <a:spLocks noGrp="1"/>
          </p:cNvSpPr>
          <p:nvPr>
            <p:ph type="body" idx="13"/>
          </p:nvPr>
        </p:nvSpPr>
        <p:spPr>
          <a:xfrm>
            <a:off x="479425" y="1834221"/>
            <a:ext cx="6822948" cy="276999"/>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9" name="Textplatzhalter 12">
            <a:extLst>
              <a:ext uri="{FF2B5EF4-FFF2-40B4-BE49-F238E27FC236}">
                <a16:creationId xmlns:a16="http://schemas.microsoft.com/office/drawing/2014/main" id="{65DDADB3-84A0-FDCD-7C44-F78152F0B1A2}"/>
              </a:ext>
            </a:extLst>
          </p:cNvPr>
          <p:cNvSpPr>
            <a:spLocks noGrp="1"/>
          </p:cNvSpPr>
          <p:nvPr>
            <p:ph idx="14"/>
          </p:nvPr>
        </p:nvSpPr>
        <p:spPr>
          <a:xfrm>
            <a:off x="8295323" y="2443923"/>
            <a:ext cx="3417250" cy="3506027"/>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7" name="Textplatzhalter 2">
            <a:extLst>
              <a:ext uri="{FF2B5EF4-FFF2-40B4-BE49-F238E27FC236}">
                <a16:creationId xmlns:a16="http://schemas.microsoft.com/office/drawing/2014/main" id="{7AFE8CA4-BF23-E464-2D51-4C365A604B0F}"/>
              </a:ext>
            </a:extLst>
          </p:cNvPr>
          <p:cNvSpPr>
            <a:spLocks noGrp="1"/>
          </p:cNvSpPr>
          <p:nvPr>
            <p:ph type="body" idx="15"/>
          </p:nvPr>
        </p:nvSpPr>
        <p:spPr>
          <a:xfrm>
            <a:off x="8285175" y="1834221"/>
            <a:ext cx="3428209" cy="276999"/>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12" name="Fußzeilenplatzhalter 3">
            <a:extLst>
              <a:ext uri="{FF2B5EF4-FFF2-40B4-BE49-F238E27FC236}">
                <a16:creationId xmlns:a16="http://schemas.microsoft.com/office/drawing/2014/main" id="{83B2386B-8E49-38C8-693E-009013535B55}"/>
              </a:ext>
            </a:extLst>
          </p:cNvPr>
          <p:cNvSpPr txBox="1">
            <a:spLocks/>
          </p:cNvSpPr>
          <p:nvPr userDrawn="1"/>
        </p:nvSpPr>
        <p:spPr>
          <a:xfrm>
            <a:off x="8903666" y="6405343"/>
            <a:ext cx="2806997" cy="106470"/>
          </a:xfrm>
          <a:prstGeom prst="rect">
            <a:avLst/>
          </a:prstGeom>
        </p:spPr>
        <p:txBody>
          <a:bodyPr vert="horz" lIns="0" tIns="0" rIns="0" bIns="0" rtlCol="0" anchor="ctr"/>
          <a:lstStyle>
            <a:defPPr>
              <a:defRPr lang="de-DE"/>
            </a:defPPr>
            <a:lvl1pPr marL="0" algn="l" defTabSz="914400" rtl="0" eaLnBrk="1" latinLnBrk="0" hangingPunct="1">
              <a:defRPr sz="800" b="0" i="0" kern="1200">
                <a:solidFill>
                  <a:schemeClr val="tx1"/>
                </a:solidFill>
                <a:latin typeface="BarmeniaGothaer Offc Medium"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dirty="0">
                <a:latin typeface="+mn-lt"/>
              </a:rPr>
              <a:t>Vertraulich</a:t>
            </a:r>
          </a:p>
        </p:txBody>
      </p:sp>
      <p:grpSp>
        <p:nvGrpSpPr>
          <p:cNvPr id="11" name="Gruppieren 10">
            <a:extLst>
              <a:ext uri="{FF2B5EF4-FFF2-40B4-BE49-F238E27FC236}">
                <a16:creationId xmlns:a16="http://schemas.microsoft.com/office/drawing/2014/main" id="{BD7410ED-91F3-D04B-4D28-4636B35ED519}"/>
              </a:ext>
            </a:extLst>
          </p:cNvPr>
          <p:cNvGrpSpPr/>
          <p:nvPr userDrawn="1"/>
        </p:nvGrpSpPr>
        <p:grpSpPr>
          <a:xfrm>
            <a:off x="10681275" y="444748"/>
            <a:ext cx="1030118" cy="282917"/>
            <a:chOff x="10681275" y="444748"/>
            <a:chExt cx="1030118" cy="282917"/>
          </a:xfrm>
          <a:solidFill>
            <a:schemeClr val="tx1"/>
          </a:solidFill>
        </p:grpSpPr>
        <p:sp>
          <p:nvSpPr>
            <p:cNvPr id="13" name="Freihandform 12">
              <a:extLst>
                <a:ext uri="{FF2B5EF4-FFF2-40B4-BE49-F238E27FC236}">
                  <a16:creationId xmlns:a16="http://schemas.microsoft.com/office/drawing/2014/main" id="{5EF0B73C-06B5-4ACB-AA87-7C3FD47FD348}"/>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4" name="Freihandform 13">
              <a:extLst>
                <a:ext uri="{FF2B5EF4-FFF2-40B4-BE49-F238E27FC236}">
                  <a16:creationId xmlns:a16="http://schemas.microsoft.com/office/drawing/2014/main" id="{1DA98A33-8599-5368-CDCB-3805F3452970}"/>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5" name="Freihandform 14">
              <a:extLst>
                <a:ext uri="{FF2B5EF4-FFF2-40B4-BE49-F238E27FC236}">
                  <a16:creationId xmlns:a16="http://schemas.microsoft.com/office/drawing/2014/main" id="{4F1C8604-014C-F244-F1B1-2113D98977FB}"/>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6" name="Textplatzhalter 10">
            <a:extLst>
              <a:ext uri="{FF2B5EF4-FFF2-40B4-BE49-F238E27FC236}">
                <a16:creationId xmlns:a16="http://schemas.microsoft.com/office/drawing/2014/main" id="{6175FDC8-D295-051B-8BD8-320F6FD24548}"/>
              </a:ext>
            </a:extLst>
          </p:cNvPr>
          <p:cNvSpPr>
            <a:spLocks noGrp="1"/>
          </p:cNvSpPr>
          <p:nvPr>
            <p:ph type="body" sz="quarter" idx="16" hasCustomPrompt="1"/>
          </p:nvPr>
        </p:nvSpPr>
        <p:spPr>
          <a:xfrm>
            <a:off x="479425" y="6054737"/>
            <a:ext cx="6822948"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448430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und 1/2 Inhalt">
    <p:spTree>
      <p:nvGrpSpPr>
        <p:cNvPr id="1" name=""/>
        <p:cNvGrpSpPr/>
        <p:nvPr/>
      </p:nvGrpSpPr>
      <p:grpSpPr>
        <a:xfrm>
          <a:off x="0" y="0"/>
          <a:ext cx="0" cy="0"/>
          <a:chOff x="0" y="0"/>
          <a:chExt cx="0" cy="0"/>
        </a:xfrm>
      </p:grpSpPr>
      <p:sp>
        <p:nvSpPr>
          <p:cNvPr id="10" name="Abgerundetes Rechteck 9">
            <a:extLst>
              <a:ext uri="{FF2B5EF4-FFF2-40B4-BE49-F238E27FC236}">
                <a16:creationId xmlns:a16="http://schemas.microsoft.com/office/drawing/2014/main" id="{8EE3934D-4FAD-7582-4CB3-E5BD1FBE3F5D}"/>
              </a:ext>
            </a:extLst>
          </p:cNvPr>
          <p:cNvSpPr/>
          <p:nvPr userDrawn="1"/>
        </p:nvSpPr>
        <p:spPr>
          <a:xfrm>
            <a:off x="6096000" y="0"/>
            <a:ext cx="6096000" cy="6858000"/>
          </a:xfrm>
          <a:prstGeom prst="roundRect">
            <a:avLst>
              <a:gd name="adj" fmla="val 864"/>
            </a:avLst>
          </a:prstGeom>
          <a:solidFill>
            <a:srgbClr val="F5F5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a:xfrm>
            <a:off x="479425" y="387560"/>
            <a:ext cx="5112556" cy="988803"/>
          </a:xfrm>
        </p:spPr>
        <p:txBody>
          <a:bodyPr>
            <a:noAutofit/>
          </a:body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A1F87E5B-FBD4-594B-B451-BFB21225B1C8}"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3" name="Textplatzhalter 2">
            <a:extLst>
              <a:ext uri="{FF2B5EF4-FFF2-40B4-BE49-F238E27FC236}">
                <a16:creationId xmlns:a16="http://schemas.microsoft.com/office/drawing/2014/main" id="{7568C8C3-8478-9730-2630-2E20D2938731}"/>
              </a:ext>
            </a:extLst>
          </p:cNvPr>
          <p:cNvSpPr>
            <a:spLocks noGrp="1"/>
          </p:cNvSpPr>
          <p:nvPr>
            <p:ph type="body" idx="13"/>
          </p:nvPr>
        </p:nvSpPr>
        <p:spPr>
          <a:xfrm>
            <a:off x="479426" y="1834221"/>
            <a:ext cx="5112556" cy="276999"/>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27" name="Textplatzhalter 2">
            <a:extLst>
              <a:ext uri="{FF2B5EF4-FFF2-40B4-BE49-F238E27FC236}">
                <a16:creationId xmlns:a16="http://schemas.microsoft.com/office/drawing/2014/main" id="{7AFE8CA4-BF23-E464-2D51-4C365A604B0F}"/>
              </a:ext>
            </a:extLst>
          </p:cNvPr>
          <p:cNvSpPr>
            <a:spLocks noGrp="1"/>
          </p:cNvSpPr>
          <p:nvPr>
            <p:ph type="body" idx="15"/>
          </p:nvPr>
        </p:nvSpPr>
        <p:spPr>
          <a:xfrm>
            <a:off x="6600039" y="1834221"/>
            <a:ext cx="5113346" cy="285375"/>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12" name="Textplatzhalter 12">
            <a:extLst>
              <a:ext uri="{FF2B5EF4-FFF2-40B4-BE49-F238E27FC236}">
                <a16:creationId xmlns:a16="http://schemas.microsoft.com/office/drawing/2014/main" id="{6466B6BE-EAC2-B90D-5110-AF96B757F710}"/>
              </a:ext>
            </a:extLst>
          </p:cNvPr>
          <p:cNvSpPr>
            <a:spLocks noGrp="1"/>
          </p:cNvSpPr>
          <p:nvPr>
            <p:ph idx="16"/>
          </p:nvPr>
        </p:nvSpPr>
        <p:spPr>
          <a:xfrm>
            <a:off x="479425" y="2443922"/>
            <a:ext cx="5112556" cy="3506027"/>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3" name="Textplatzhalter 12">
            <a:extLst>
              <a:ext uri="{FF2B5EF4-FFF2-40B4-BE49-F238E27FC236}">
                <a16:creationId xmlns:a16="http://schemas.microsoft.com/office/drawing/2014/main" id="{464826F6-3582-B9D2-05E0-BF8950BDBC94}"/>
              </a:ext>
            </a:extLst>
          </p:cNvPr>
          <p:cNvSpPr>
            <a:spLocks noGrp="1"/>
          </p:cNvSpPr>
          <p:nvPr>
            <p:ph idx="14"/>
          </p:nvPr>
        </p:nvSpPr>
        <p:spPr>
          <a:xfrm>
            <a:off x="6599999" y="2443922"/>
            <a:ext cx="5112578" cy="3506027"/>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4" name="Fußzeilenplatzhalter 3">
            <a:extLst>
              <a:ext uri="{FF2B5EF4-FFF2-40B4-BE49-F238E27FC236}">
                <a16:creationId xmlns:a16="http://schemas.microsoft.com/office/drawing/2014/main" id="{A9F98002-BF20-0D1F-85B8-44B912E5A6ED}"/>
              </a:ext>
            </a:extLst>
          </p:cNvPr>
          <p:cNvSpPr txBox="1">
            <a:spLocks/>
          </p:cNvSpPr>
          <p:nvPr userDrawn="1"/>
        </p:nvSpPr>
        <p:spPr>
          <a:xfrm>
            <a:off x="8903666" y="6405343"/>
            <a:ext cx="2806997" cy="106470"/>
          </a:xfrm>
          <a:prstGeom prst="rect">
            <a:avLst/>
          </a:prstGeom>
        </p:spPr>
        <p:txBody>
          <a:bodyPr vert="horz" lIns="0" tIns="0" rIns="0" bIns="0" rtlCol="0" anchor="ctr"/>
          <a:lstStyle>
            <a:defPPr>
              <a:defRPr lang="de-DE"/>
            </a:defPPr>
            <a:lvl1pPr marL="0" algn="l" defTabSz="914400" rtl="0" eaLnBrk="1" latinLnBrk="0" hangingPunct="1">
              <a:defRPr sz="800" b="0" i="0" kern="1200">
                <a:solidFill>
                  <a:schemeClr val="tx1"/>
                </a:solidFill>
                <a:latin typeface="BarmeniaGothaer Offc Medium"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dirty="0">
                <a:latin typeface="+mn-lt"/>
              </a:rPr>
              <a:t>Vertraulich</a:t>
            </a:r>
          </a:p>
        </p:txBody>
      </p:sp>
      <p:grpSp>
        <p:nvGrpSpPr>
          <p:cNvPr id="7" name="Gruppieren 6">
            <a:extLst>
              <a:ext uri="{FF2B5EF4-FFF2-40B4-BE49-F238E27FC236}">
                <a16:creationId xmlns:a16="http://schemas.microsoft.com/office/drawing/2014/main" id="{1B8023B3-3405-DDDE-CD20-1B435985B06F}"/>
              </a:ext>
            </a:extLst>
          </p:cNvPr>
          <p:cNvGrpSpPr/>
          <p:nvPr userDrawn="1"/>
        </p:nvGrpSpPr>
        <p:grpSpPr>
          <a:xfrm>
            <a:off x="10681275" y="444748"/>
            <a:ext cx="1030118" cy="282917"/>
            <a:chOff x="10681275" y="444748"/>
            <a:chExt cx="1030118" cy="282917"/>
          </a:xfrm>
          <a:solidFill>
            <a:schemeClr val="tx1"/>
          </a:solidFill>
        </p:grpSpPr>
        <p:sp>
          <p:nvSpPr>
            <p:cNvPr id="9" name="Freihandform 8">
              <a:extLst>
                <a:ext uri="{FF2B5EF4-FFF2-40B4-BE49-F238E27FC236}">
                  <a16:creationId xmlns:a16="http://schemas.microsoft.com/office/drawing/2014/main" id="{4071F65A-2997-B25D-659E-1BF01C94A877}"/>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1" name="Freihandform 10">
              <a:extLst>
                <a:ext uri="{FF2B5EF4-FFF2-40B4-BE49-F238E27FC236}">
                  <a16:creationId xmlns:a16="http://schemas.microsoft.com/office/drawing/2014/main" id="{64C4D872-332E-B145-6EA9-EB8CC9EB67BC}"/>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5" name="Freihandform 14">
              <a:extLst>
                <a:ext uri="{FF2B5EF4-FFF2-40B4-BE49-F238E27FC236}">
                  <a16:creationId xmlns:a16="http://schemas.microsoft.com/office/drawing/2014/main" id="{DED62F71-5CE8-D132-393A-A7B68F47E4CE}"/>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6" name="Textplatzhalter 10">
            <a:extLst>
              <a:ext uri="{FF2B5EF4-FFF2-40B4-BE49-F238E27FC236}">
                <a16:creationId xmlns:a16="http://schemas.microsoft.com/office/drawing/2014/main" id="{0A25BBEC-87F0-3EB6-B204-26558ED4FC3D}"/>
              </a:ext>
            </a:extLst>
          </p:cNvPr>
          <p:cNvSpPr>
            <a:spLocks noGrp="1"/>
          </p:cNvSpPr>
          <p:nvPr>
            <p:ph type="body" sz="quarter" idx="17" hasCustomPrompt="1"/>
          </p:nvPr>
        </p:nvSpPr>
        <p:spPr>
          <a:xfrm>
            <a:off x="479425" y="6054737"/>
            <a:ext cx="5112556"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200666175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Inhalt Ecke klein">
    <p:spTree>
      <p:nvGrpSpPr>
        <p:cNvPr id="1" name=""/>
        <p:cNvGrpSpPr/>
        <p:nvPr/>
      </p:nvGrpSpPr>
      <p:grpSpPr>
        <a:xfrm>
          <a:off x="0" y="0"/>
          <a:ext cx="0" cy="0"/>
          <a:chOff x="0" y="0"/>
          <a:chExt cx="0" cy="0"/>
        </a:xfrm>
      </p:grpSpPr>
      <p:sp>
        <p:nvSpPr>
          <p:cNvPr id="10" name="Freihandform 9">
            <a:extLst>
              <a:ext uri="{FF2B5EF4-FFF2-40B4-BE49-F238E27FC236}">
                <a16:creationId xmlns:a16="http://schemas.microsoft.com/office/drawing/2014/main" id="{FFE5EFB5-7EC2-19DE-6A86-1898C9D6920D}"/>
              </a:ext>
            </a:extLst>
          </p:cNvPr>
          <p:cNvSpPr/>
          <p:nvPr/>
        </p:nvSpPr>
        <p:spPr>
          <a:xfrm rot="20775015">
            <a:off x="8479818" y="-584490"/>
            <a:ext cx="4217769" cy="5809911"/>
          </a:xfrm>
          <a:custGeom>
            <a:avLst/>
            <a:gdLst>
              <a:gd name="connsiteX0" fmla="*/ 0 w 4217769"/>
              <a:gd name="connsiteY0" fmla="*/ 0 h 5809911"/>
              <a:gd name="connsiteX1" fmla="*/ 4217769 w 4217769"/>
              <a:gd name="connsiteY1" fmla="*/ 1032062 h 5809911"/>
              <a:gd name="connsiteX2" fmla="*/ 3048659 w 4217769"/>
              <a:gd name="connsiteY2" fmla="*/ 5809911 h 5809911"/>
              <a:gd name="connsiteX3" fmla="*/ 413174 w 4217769"/>
              <a:gd name="connsiteY3" fmla="*/ 5809911 h 5809911"/>
              <a:gd name="connsiteX4" fmla="*/ 0 w 4217769"/>
              <a:gd name="connsiteY4" fmla="*/ 5396737 h 58099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17769" h="5809911">
                <a:moveTo>
                  <a:pt x="0" y="0"/>
                </a:moveTo>
                <a:lnTo>
                  <a:pt x="4217769" y="1032062"/>
                </a:lnTo>
                <a:lnTo>
                  <a:pt x="3048659" y="5809911"/>
                </a:lnTo>
                <a:lnTo>
                  <a:pt x="413174" y="5809911"/>
                </a:lnTo>
                <a:cubicBezTo>
                  <a:pt x="184985" y="5809911"/>
                  <a:pt x="0" y="5624927"/>
                  <a:pt x="0" y="5396737"/>
                </a:cubicBezTo>
                <a:close/>
              </a:path>
            </a:pathLst>
          </a:custGeom>
          <a:solidFill>
            <a:srgbClr val="00A6F8"/>
          </a:solidFill>
          <a:ln w="9604" cap="flat">
            <a:noFill/>
            <a:prstDash val="solid"/>
            <a:miter/>
          </a:ln>
        </p:spPr>
        <p:txBody>
          <a:bodyPr wrap="square" rtlCol="0" anchor="ctr">
            <a:noAutofit/>
          </a:bodyPr>
          <a:lstStyle/>
          <a:p>
            <a:endParaRPr lang="de-DE"/>
          </a:p>
        </p:txBody>
      </p:sp>
      <p:sp>
        <p:nvSpPr>
          <p:cNvPr id="12" name="Freihandform 11">
            <a:extLst>
              <a:ext uri="{FF2B5EF4-FFF2-40B4-BE49-F238E27FC236}">
                <a16:creationId xmlns:a16="http://schemas.microsoft.com/office/drawing/2014/main" id="{FB52EF9D-08CB-0F49-0FBD-4025DACAEE76}"/>
              </a:ext>
            </a:extLst>
          </p:cNvPr>
          <p:cNvSpPr/>
          <p:nvPr/>
        </p:nvSpPr>
        <p:spPr>
          <a:xfrm rot="20535550">
            <a:off x="8061829" y="-858079"/>
            <a:ext cx="4696905" cy="5992088"/>
          </a:xfrm>
          <a:custGeom>
            <a:avLst/>
            <a:gdLst>
              <a:gd name="connsiteX0" fmla="*/ 0 w 4696905"/>
              <a:gd name="connsiteY0" fmla="*/ 0 h 5992088"/>
              <a:gd name="connsiteX1" fmla="*/ 4696905 w 4696905"/>
              <a:gd name="connsiteY1" fmla="*/ 1502662 h 5992088"/>
              <a:gd name="connsiteX2" fmla="*/ 3260620 w 4696905"/>
              <a:gd name="connsiteY2" fmla="*/ 5992088 h 5992088"/>
              <a:gd name="connsiteX3" fmla="*/ 413224 w 4696905"/>
              <a:gd name="connsiteY3" fmla="*/ 5992088 h 5992088"/>
              <a:gd name="connsiteX4" fmla="*/ 0 w 4696905"/>
              <a:gd name="connsiteY4" fmla="*/ 5578865 h 5992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96905" h="5992088">
                <a:moveTo>
                  <a:pt x="0" y="0"/>
                </a:moveTo>
                <a:lnTo>
                  <a:pt x="4696905" y="1502662"/>
                </a:lnTo>
                <a:lnTo>
                  <a:pt x="3260620" y="5992088"/>
                </a:lnTo>
                <a:lnTo>
                  <a:pt x="413224" y="5992088"/>
                </a:lnTo>
                <a:cubicBezTo>
                  <a:pt x="185007" y="5992088"/>
                  <a:pt x="0" y="5807082"/>
                  <a:pt x="0" y="5578865"/>
                </a:cubicBezTo>
                <a:close/>
              </a:path>
            </a:pathLst>
          </a:custGeom>
          <a:solidFill>
            <a:srgbClr val="002641"/>
          </a:solidFill>
          <a:ln w="9605" cap="flat">
            <a:noFill/>
            <a:prstDash val="solid"/>
            <a:miter/>
          </a:ln>
        </p:spPr>
        <p:txBody>
          <a:bodyPr wrap="square" rtlCol="0" anchor="ctr">
            <a:noAutofit/>
          </a:bodyPr>
          <a:lstStyle/>
          <a:p>
            <a:endParaRPr lang="de-DE"/>
          </a:p>
        </p:txBody>
      </p:sp>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a:xfrm>
            <a:off x="479425" y="387560"/>
            <a:ext cx="6409514" cy="988803"/>
          </a:xfrm>
        </p:spPr>
        <p:txBody>
          <a:bodyPr>
            <a:noAutofit/>
          </a:body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A1F87E5B-FBD4-594B-B451-BFB21225B1C8}"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4" y="2190996"/>
            <a:ext cx="7055781" cy="3758953"/>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platzhalter 2">
            <a:extLst>
              <a:ext uri="{FF2B5EF4-FFF2-40B4-BE49-F238E27FC236}">
                <a16:creationId xmlns:a16="http://schemas.microsoft.com/office/drawing/2014/main" id="{7568C8C3-8478-9730-2630-2E20D2938731}"/>
              </a:ext>
            </a:extLst>
          </p:cNvPr>
          <p:cNvSpPr>
            <a:spLocks noGrp="1"/>
          </p:cNvSpPr>
          <p:nvPr>
            <p:ph type="body" idx="13"/>
          </p:nvPr>
        </p:nvSpPr>
        <p:spPr>
          <a:xfrm>
            <a:off x="479424" y="1581293"/>
            <a:ext cx="7055782" cy="250463"/>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2" name="Textplatzhalter 41">
            <a:extLst>
              <a:ext uri="{FF2B5EF4-FFF2-40B4-BE49-F238E27FC236}">
                <a16:creationId xmlns:a16="http://schemas.microsoft.com/office/drawing/2014/main" id="{2CF2D193-03FA-88A1-3BBF-C3C5310809F9}"/>
              </a:ext>
            </a:extLst>
          </p:cNvPr>
          <p:cNvSpPr>
            <a:spLocks noGrp="1"/>
          </p:cNvSpPr>
          <p:nvPr>
            <p:ph type="body" sz="quarter" idx="14"/>
          </p:nvPr>
        </p:nvSpPr>
        <p:spPr>
          <a:xfrm>
            <a:off x="8867775" y="1164677"/>
            <a:ext cx="2844800" cy="2052638"/>
          </a:xfrm>
        </p:spPr>
        <p:txBody>
          <a:bodyPr anchor="ct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grpSp>
        <p:nvGrpSpPr>
          <p:cNvPr id="9" name="Gruppieren 8">
            <a:extLst>
              <a:ext uri="{FF2B5EF4-FFF2-40B4-BE49-F238E27FC236}">
                <a16:creationId xmlns:a16="http://schemas.microsoft.com/office/drawing/2014/main" id="{F40AEFE9-7EDA-020B-03B0-98C4D9AEE2AA}"/>
              </a:ext>
            </a:extLst>
          </p:cNvPr>
          <p:cNvGrpSpPr/>
          <p:nvPr userDrawn="1"/>
        </p:nvGrpSpPr>
        <p:grpSpPr>
          <a:xfrm>
            <a:off x="10681275" y="444748"/>
            <a:ext cx="1030118" cy="282917"/>
            <a:chOff x="10681275" y="444748"/>
            <a:chExt cx="1030118" cy="282917"/>
          </a:xfrm>
          <a:solidFill>
            <a:schemeClr val="bg1"/>
          </a:solidFill>
        </p:grpSpPr>
        <p:sp>
          <p:nvSpPr>
            <p:cNvPr id="11" name="Freihandform 10">
              <a:extLst>
                <a:ext uri="{FF2B5EF4-FFF2-40B4-BE49-F238E27FC236}">
                  <a16:creationId xmlns:a16="http://schemas.microsoft.com/office/drawing/2014/main" id="{15BD89D9-1848-FED2-E84E-A1DB2C6C274C}"/>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99695BA6-552E-8144-D028-208F8244BAA9}"/>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4" name="Freihandform 13">
              <a:extLst>
                <a:ext uri="{FF2B5EF4-FFF2-40B4-BE49-F238E27FC236}">
                  <a16:creationId xmlns:a16="http://schemas.microsoft.com/office/drawing/2014/main" id="{207E56E6-879B-3736-87DE-E0B646C72C7F}"/>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5" name="Textplatzhalter 10">
            <a:extLst>
              <a:ext uri="{FF2B5EF4-FFF2-40B4-BE49-F238E27FC236}">
                <a16:creationId xmlns:a16="http://schemas.microsoft.com/office/drawing/2014/main" id="{88D8DD9E-58EC-C679-267B-60F591BAEF77}"/>
              </a:ext>
            </a:extLst>
          </p:cNvPr>
          <p:cNvSpPr>
            <a:spLocks noGrp="1"/>
          </p:cNvSpPr>
          <p:nvPr>
            <p:ph type="body" sz="quarter" idx="15" hasCustomPrompt="1"/>
          </p:nvPr>
        </p:nvSpPr>
        <p:spPr>
          <a:xfrm>
            <a:off x="479425" y="6054737"/>
            <a:ext cx="11231968"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34181972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el und Inhalt Ecke groß">
    <p:spTree>
      <p:nvGrpSpPr>
        <p:cNvPr id="1" name=""/>
        <p:cNvGrpSpPr/>
        <p:nvPr/>
      </p:nvGrpSpPr>
      <p:grpSpPr>
        <a:xfrm>
          <a:off x="0" y="0"/>
          <a:ext cx="0" cy="0"/>
          <a:chOff x="0" y="0"/>
          <a:chExt cx="0" cy="0"/>
        </a:xfrm>
      </p:grpSpPr>
      <p:sp>
        <p:nvSpPr>
          <p:cNvPr id="20" name="Freihandform 19">
            <a:extLst>
              <a:ext uri="{FF2B5EF4-FFF2-40B4-BE49-F238E27FC236}">
                <a16:creationId xmlns:a16="http://schemas.microsoft.com/office/drawing/2014/main" id="{FA06D05A-6573-163D-52A8-227CCC8664C8}"/>
              </a:ext>
            </a:extLst>
          </p:cNvPr>
          <p:cNvSpPr/>
          <p:nvPr/>
        </p:nvSpPr>
        <p:spPr>
          <a:xfrm rot="21129105">
            <a:off x="6948638" y="-413397"/>
            <a:ext cx="5608429" cy="6508434"/>
          </a:xfrm>
          <a:custGeom>
            <a:avLst/>
            <a:gdLst>
              <a:gd name="connsiteX0" fmla="*/ 0 w 5608429"/>
              <a:gd name="connsiteY0" fmla="*/ 0 h 6508434"/>
              <a:gd name="connsiteX1" fmla="*/ 5608429 w 5608429"/>
              <a:gd name="connsiteY1" fmla="*/ 773071 h 6508434"/>
              <a:gd name="connsiteX2" fmla="*/ 4817861 w 5608429"/>
              <a:gd name="connsiteY2" fmla="*/ 6508434 h 6508434"/>
              <a:gd name="connsiteX3" fmla="*/ 413173 w 5608429"/>
              <a:gd name="connsiteY3" fmla="*/ 6508434 h 6508434"/>
              <a:gd name="connsiteX4" fmla="*/ 0 w 5608429"/>
              <a:gd name="connsiteY4" fmla="*/ 6095260 h 6508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08429" h="6508434">
                <a:moveTo>
                  <a:pt x="0" y="0"/>
                </a:moveTo>
                <a:lnTo>
                  <a:pt x="5608429" y="773071"/>
                </a:lnTo>
                <a:lnTo>
                  <a:pt x="4817861" y="6508434"/>
                </a:lnTo>
                <a:lnTo>
                  <a:pt x="413173" y="6508434"/>
                </a:lnTo>
                <a:cubicBezTo>
                  <a:pt x="184984" y="6508434"/>
                  <a:pt x="-1" y="6323450"/>
                  <a:pt x="0" y="6095260"/>
                </a:cubicBezTo>
                <a:close/>
              </a:path>
            </a:pathLst>
          </a:custGeom>
          <a:solidFill>
            <a:srgbClr val="00A6F8"/>
          </a:solidFill>
          <a:ln w="9604" cap="flat">
            <a:noFill/>
            <a:prstDash val="solid"/>
            <a:miter/>
          </a:ln>
        </p:spPr>
        <p:txBody>
          <a:bodyPr wrap="square" rtlCol="0" anchor="ctr">
            <a:noAutofit/>
          </a:bodyPr>
          <a:lstStyle/>
          <a:p>
            <a:endParaRPr lang="de-DE"/>
          </a:p>
        </p:txBody>
      </p:sp>
      <p:sp>
        <p:nvSpPr>
          <p:cNvPr id="18" name="Freihandform 17">
            <a:extLst>
              <a:ext uri="{FF2B5EF4-FFF2-40B4-BE49-F238E27FC236}">
                <a16:creationId xmlns:a16="http://schemas.microsoft.com/office/drawing/2014/main" id="{5B2E58E4-5F38-8686-AD04-7AD5317998AF}"/>
              </a:ext>
            </a:extLst>
          </p:cNvPr>
          <p:cNvSpPr/>
          <p:nvPr/>
        </p:nvSpPr>
        <p:spPr>
          <a:xfrm rot="20889640">
            <a:off x="6522919" y="-701575"/>
            <a:ext cx="6150836" cy="6637210"/>
          </a:xfrm>
          <a:custGeom>
            <a:avLst/>
            <a:gdLst>
              <a:gd name="connsiteX0" fmla="*/ 0 w 6150836"/>
              <a:gd name="connsiteY0" fmla="*/ 0 h 6637210"/>
              <a:gd name="connsiteX1" fmla="*/ 6150836 w 6150836"/>
              <a:gd name="connsiteY1" fmla="*/ 1289384 h 6637210"/>
              <a:gd name="connsiteX2" fmla="*/ 5029785 w 6150836"/>
              <a:gd name="connsiteY2" fmla="*/ 6637210 h 6637210"/>
              <a:gd name="connsiteX3" fmla="*/ 413223 w 6150836"/>
              <a:gd name="connsiteY3" fmla="*/ 6637210 h 6637210"/>
              <a:gd name="connsiteX4" fmla="*/ 0 w 6150836"/>
              <a:gd name="connsiteY4" fmla="*/ 6223987 h 66372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50836" h="6637210">
                <a:moveTo>
                  <a:pt x="0" y="0"/>
                </a:moveTo>
                <a:lnTo>
                  <a:pt x="6150836" y="1289384"/>
                </a:lnTo>
                <a:lnTo>
                  <a:pt x="5029785" y="6637210"/>
                </a:lnTo>
                <a:lnTo>
                  <a:pt x="413223" y="6637210"/>
                </a:lnTo>
                <a:cubicBezTo>
                  <a:pt x="185006" y="6637210"/>
                  <a:pt x="-1" y="6452204"/>
                  <a:pt x="0" y="6223987"/>
                </a:cubicBezTo>
                <a:close/>
              </a:path>
            </a:pathLst>
          </a:custGeom>
          <a:solidFill>
            <a:srgbClr val="002641"/>
          </a:solidFill>
          <a:ln w="9605" cap="flat">
            <a:noFill/>
            <a:prstDash val="solid"/>
            <a:miter/>
          </a:ln>
        </p:spPr>
        <p:txBody>
          <a:bodyPr wrap="square" rtlCol="0" anchor="ctr">
            <a:noAutofit/>
          </a:bodyPr>
          <a:lstStyle/>
          <a:p>
            <a:endParaRPr lang="de-DE"/>
          </a:p>
        </p:txBody>
      </p:sp>
      <p:sp>
        <p:nvSpPr>
          <p:cNvPr id="9" name="Textplatzhalter 12">
            <a:extLst>
              <a:ext uri="{FF2B5EF4-FFF2-40B4-BE49-F238E27FC236}">
                <a16:creationId xmlns:a16="http://schemas.microsoft.com/office/drawing/2014/main" id="{9C72F544-B6EC-AEA6-FC0B-BB648CB49B8B}"/>
              </a:ext>
            </a:extLst>
          </p:cNvPr>
          <p:cNvSpPr>
            <a:spLocks noGrp="1"/>
          </p:cNvSpPr>
          <p:nvPr>
            <p:ph idx="15"/>
          </p:nvPr>
        </p:nvSpPr>
        <p:spPr>
          <a:xfrm>
            <a:off x="7455078" y="1025060"/>
            <a:ext cx="4246752" cy="4004592"/>
          </a:xfrm>
          <a:prstGeom prst="rect">
            <a:avLst/>
          </a:prstGeom>
        </p:spPr>
        <p:txBody>
          <a:bodyPr vert="horz" lIns="0" tIns="0" rIns="0" bIns="0" rtlCol="0" anchor="ctr">
            <a:noAutofit/>
          </a:bodyPr>
          <a:lstStyle>
            <a:lvl1pPr>
              <a:defRPr sz="2000">
                <a:solidFill>
                  <a:schemeClr val="bg1"/>
                </a:solidFill>
                <a:latin typeface="+mj-lt"/>
              </a:defRPr>
            </a:lvl1pPr>
            <a:lvl2pPr marL="0" indent="0">
              <a:spcBef>
                <a:spcPts val="800"/>
              </a:spcBef>
              <a:spcAft>
                <a:spcPts val="800"/>
              </a:spcAft>
              <a:buFontTx/>
              <a:buNone/>
              <a:defRPr>
                <a:solidFill>
                  <a:schemeClr val="bg1"/>
                </a:solidFill>
                <a:latin typeface="+mn-lt"/>
              </a:defRPr>
            </a:lvl2pPr>
            <a:lvl3pPr>
              <a:defRPr>
                <a:solidFill>
                  <a:schemeClr val="bg1"/>
                </a:solidFill>
              </a:defRPr>
            </a:lvl3pPr>
            <a:lvl4pPr marL="504000" indent="-252000">
              <a:buFontTx/>
              <a:buBlip>
                <a:blip r:embed="rId2"/>
              </a:buBlip>
              <a:defRPr>
                <a:solidFill>
                  <a:schemeClr val="bg1"/>
                </a:solidFill>
              </a:defRPr>
            </a:lvl4pPr>
            <a:lvl5pPr marL="171450" indent="-171450">
              <a:buFont typeface="BarmeniaGothaer Offc" panose="020B0604020202020204" pitchFamily="34" charset="0"/>
              <a:buChar char="•"/>
              <a:defRPr>
                <a:solidFill>
                  <a:schemeClr val="bg1"/>
                </a:solidFill>
                <a:latin typeface="+mj-lt"/>
              </a:defRPr>
            </a:lvl5pPr>
            <a:lvl6pPr>
              <a:buClr>
                <a:schemeClr val="tx1"/>
              </a:buClr>
              <a:defRPr>
                <a:solidFill>
                  <a:schemeClr val="tx1"/>
                </a:solidFill>
              </a:defRPr>
            </a:lvl6pPr>
            <a:lvl7pPr>
              <a:defRPr>
                <a:solidFill>
                  <a:schemeClr val="tx1"/>
                </a:solidFill>
              </a:defRPr>
            </a:lvl7pPr>
            <a:lvl8pPr marL="504000" indent="-252000">
              <a:buFontTx/>
              <a:buBlip>
                <a:blip r:embed="rId3"/>
              </a:buBlip>
              <a:defRPr>
                <a:solidFill>
                  <a:schemeClr val="tx1"/>
                </a:solidFill>
              </a:defRPr>
            </a:lvl8pPr>
            <a:lvl9pPr>
              <a:defRPr>
                <a:solidFill>
                  <a:schemeClr val="bg1"/>
                </a:solidFill>
              </a:defRPr>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a:xfrm>
            <a:off x="479425" y="387560"/>
            <a:ext cx="5182733" cy="988803"/>
          </a:xfrm>
        </p:spPr>
        <p:txBody>
          <a:bodyPr>
            <a:noAutofit/>
          </a:body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A1F87E5B-FBD4-594B-B451-BFB21225B1C8}"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7" name="Textplatzhalter 12">
            <a:extLst>
              <a:ext uri="{FF2B5EF4-FFF2-40B4-BE49-F238E27FC236}">
                <a16:creationId xmlns:a16="http://schemas.microsoft.com/office/drawing/2014/main" id="{397FF169-25C5-AF37-A41C-D1D491DB65A1}"/>
              </a:ext>
            </a:extLst>
          </p:cNvPr>
          <p:cNvSpPr>
            <a:spLocks noGrp="1"/>
          </p:cNvSpPr>
          <p:nvPr>
            <p:ph idx="1"/>
          </p:nvPr>
        </p:nvSpPr>
        <p:spPr>
          <a:xfrm>
            <a:off x="479425" y="2190996"/>
            <a:ext cx="5508626" cy="3758953"/>
          </a:xfrm>
          <a:prstGeom prst="rect">
            <a:avLst/>
          </a:prstGeom>
        </p:spPr>
        <p:txBody>
          <a:bodyPr vert="horz" lIns="0" tIns="0" rIns="0" bIns="0" rtlCol="0">
            <a:noAutofit/>
          </a:bodyPr>
          <a:lstStyle>
            <a:lvl3pPr>
              <a:spcBef>
                <a:spcPts val="2400"/>
              </a:spcBef>
              <a:defRPr/>
            </a:lvl3pPr>
            <a:lvl7pPr>
              <a:spcBef>
                <a:spcPts val="2400"/>
              </a:spcBef>
              <a:spcAft>
                <a:spcPts val="800"/>
              </a:spcAft>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platzhalter 2">
            <a:extLst>
              <a:ext uri="{FF2B5EF4-FFF2-40B4-BE49-F238E27FC236}">
                <a16:creationId xmlns:a16="http://schemas.microsoft.com/office/drawing/2014/main" id="{7568C8C3-8478-9730-2630-2E20D2938731}"/>
              </a:ext>
            </a:extLst>
          </p:cNvPr>
          <p:cNvSpPr>
            <a:spLocks noGrp="1"/>
          </p:cNvSpPr>
          <p:nvPr>
            <p:ph type="body" idx="13"/>
          </p:nvPr>
        </p:nvSpPr>
        <p:spPr>
          <a:xfrm>
            <a:off x="479425" y="1581293"/>
            <a:ext cx="5182734" cy="250463"/>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grpSp>
        <p:nvGrpSpPr>
          <p:cNvPr id="8" name="Gruppieren 7">
            <a:extLst>
              <a:ext uri="{FF2B5EF4-FFF2-40B4-BE49-F238E27FC236}">
                <a16:creationId xmlns:a16="http://schemas.microsoft.com/office/drawing/2014/main" id="{6C75416F-0262-EC86-8DBB-52EC722CF264}"/>
              </a:ext>
            </a:extLst>
          </p:cNvPr>
          <p:cNvGrpSpPr/>
          <p:nvPr userDrawn="1"/>
        </p:nvGrpSpPr>
        <p:grpSpPr>
          <a:xfrm>
            <a:off x="10681275" y="444748"/>
            <a:ext cx="1030118" cy="282917"/>
            <a:chOff x="10681275" y="444748"/>
            <a:chExt cx="1030118" cy="282917"/>
          </a:xfrm>
          <a:solidFill>
            <a:schemeClr val="bg1"/>
          </a:solidFill>
        </p:grpSpPr>
        <p:sp>
          <p:nvSpPr>
            <p:cNvPr id="10" name="Freihandform 9">
              <a:extLst>
                <a:ext uri="{FF2B5EF4-FFF2-40B4-BE49-F238E27FC236}">
                  <a16:creationId xmlns:a16="http://schemas.microsoft.com/office/drawing/2014/main" id="{004C3D64-30BC-8B89-1DF7-DC330A22D873}"/>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BCB68F63-8F1E-3AD4-55DD-25EEEC19FD6B}"/>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399DD068-1699-D4B8-4CBA-FB867F94BDBE}"/>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4" name="Textplatzhalter 10">
            <a:extLst>
              <a:ext uri="{FF2B5EF4-FFF2-40B4-BE49-F238E27FC236}">
                <a16:creationId xmlns:a16="http://schemas.microsoft.com/office/drawing/2014/main" id="{66F12C86-B67B-BAC3-FC36-95E84A14E80D}"/>
              </a:ext>
            </a:extLst>
          </p:cNvPr>
          <p:cNvSpPr>
            <a:spLocks noGrp="1"/>
          </p:cNvSpPr>
          <p:nvPr>
            <p:ph type="body" sz="quarter" idx="16" hasCustomPrompt="1"/>
          </p:nvPr>
        </p:nvSpPr>
        <p:spPr>
          <a:xfrm>
            <a:off x="479425" y="6054737"/>
            <a:ext cx="5508626"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30850127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bschnitt Sky Blue">
    <p:bg>
      <p:bgPr>
        <a:solidFill>
          <a:schemeClr val="accent4"/>
        </a:solidFill>
        <a:effectLst/>
      </p:bgPr>
    </p:bg>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3891903B-3156-6790-31AA-59B03CE5D3F8}"/>
              </a:ext>
            </a:extLst>
          </p:cNvPr>
          <p:cNvSpPr>
            <a:spLocks noGrp="1"/>
          </p:cNvSpPr>
          <p:nvPr>
            <p:ph type="body" sz="quarter" idx="14" hasCustomPrompt="1"/>
          </p:nvPr>
        </p:nvSpPr>
        <p:spPr>
          <a:xfrm>
            <a:off x="1224361" y="3064585"/>
            <a:ext cx="1738312" cy="1329595"/>
          </a:xfrm>
        </p:spPr>
        <p:txBody>
          <a:bodyPr anchor="ctr"/>
          <a:lstStyle>
            <a:lvl1pPr>
              <a:lnSpc>
                <a:spcPct val="90000"/>
              </a:lnSpc>
              <a:defRPr sz="9600" b="0" i="0">
                <a:solidFill>
                  <a:schemeClr val="bg1"/>
                </a:solidFill>
                <a:latin typeface="BarmeniaGothaer Offc Medium" panose="020B0603020204020204" pitchFamily="34" charset="0"/>
              </a:defRPr>
            </a:lvl1pPr>
          </a:lstStyle>
          <a:p>
            <a:pPr lvl="0"/>
            <a:r>
              <a:rPr lang="de-DE" dirty="0"/>
              <a:t>01</a:t>
            </a:r>
          </a:p>
        </p:txBody>
      </p:sp>
      <p:sp>
        <p:nvSpPr>
          <p:cNvPr id="2" name="Titel 1">
            <a:extLst>
              <a:ext uri="{FF2B5EF4-FFF2-40B4-BE49-F238E27FC236}">
                <a16:creationId xmlns:a16="http://schemas.microsoft.com/office/drawing/2014/main" id="{DFF12E56-3EC6-7BFA-6EEB-8D67343B9831}"/>
              </a:ext>
            </a:extLst>
          </p:cNvPr>
          <p:cNvSpPr>
            <a:spLocks noGrp="1"/>
          </p:cNvSpPr>
          <p:nvPr>
            <p:ph type="title"/>
          </p:nvPr>
        </p:nvSpPr>
        <p:spPr>
          <a:xfrm>
            <a:off x="3289002" y="1462223"/>
            <a:ext cx="8423573" cy="2852737"/>
          </a:xfrm>
        </p:spPr>
        <p:txBody>
          <a:bodyPr anchor="b">
            <a:noAutofit/>
          </a:bodyPr>
          <a:lstStyle>
            <a:lvl1pPr>
              <a:defRPr sz="7200"/>
            </a:lvl1pPr>
          </a:lstStyle>
          <a:p>
            <a:r>
              <a:rPr lang="de-DE"/>
              <a:t>Mastertitelformat bearbeiten</a:t>
            </a:r>
            <a:endParaRPr lang="de-DE" dirty="0"/>
          </a:p>
        </p:txBody>
      </p:sp>
      <p:sp>
        <p:nvSpPr>
          <p:cNvPr id="3" name="Textplatzhalter 2">
            <a:extLst>
              <a:ext uri="{FF2B5EF4-FFF2-40B4-BE49-F238E27FC236}">
                <a16:creationId xmlns:a16="http://schemas.microsoft.com/office/drawing/2014/main" id="{E424B1BB-76D4-F0E8-4F3B-1D64FFAD8A3E}"/>
              </a:ext>
            </a:extLst>
          </p:cNvPr>
          <p:cNvSpPr>
            <a:spLocks noGrp="1"/>
          </p:cNvSpPr>
          <p:nvPr>
            <p:ph type="body" idx="1"/>
          </p:nvPr>
        </p:nvSpPr>
        <p:spPr>
          <a:xfrm>
            <a:off x="3289003" y="4514335"/>
            <a:ext cx="5615286" cy="1435615"/>
          </a:xfrm>
          <a:prstGeom prst="rect">
            <a:avLst/>
          </a:prstGeom>
        </p:spPr>
        <p:txBody>
          <a:bodyPr>
            <a:noAutofit/>
          </a:bodyPr>
          <a:lstStyle>
            <a:lvl1pPr marL="0" indent="0">
              <a:buNone/>
              <a:defRPr sz="1400" b="0" i="0">
                <a:solidFill>
                  <a:schemeClr val="tx1"/>
                </a:solidFill>
                <a:latin typeface="BarmeniaGothaer Offc" panose="020B0503020204020204" pitchFamily="34" charset="0"/>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52B709F6-F3C8-5678-4E06-AFE97791336E}"/>
              </a:ext>
            </a:extLst>
          </p:cNvPr>
          <p:cNvSpPr>
            <a:spLocks noGrp="1"/>
          </p:cNvSpPr>
          <p:nvPr>
            <p:ph type="dt" sz="half" idx="10"/>
          </p:nvPr>
        </p:nvSpPr>
        <p:spPr/>
        <p:txBody>
          <a:bodyPr/>
          <a:lstStyle/>
          <a:p>
            <a:fld id="{DCF4E131-1B04-7144-BD1A-077AA7826557}" type="datetime1">
              <a:t>22.06.2026</a:t>
            </a:fld>
            <a:endParaRPr lang="de-DE"/>
          </a:p>
        </p:txBody>
      </p:sp>
      <p:sp>
        <p:nvSpPr>
          <p:cNvPr id="5" name="Fußzeilenplatzhalter 4">
            <a:extLst>
              <a:ext uri="{FF2B5EF4-FFF2-40B4-BE49-F238E27FC236}">
                <a16:creationId xmlns:a16="http://schemas.microsoft.com/office/drawing/2014/main" id="{DB9E5FF0-9081-F60D-6CD4-1B9B62B94A21}"/>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ACC66ABB-DD74-AF60-09F3-237D61F62918}"/>
              </a:ext>
            </a:extLst>
          </p:cNvPr>
          <p:cNvSpPr>
            <a:spLocks noGrp="1"/>
          </p:cNvSpPr>
          <p:nvPr>
            <p:ph type="sldNum" sz="quarter" idx="12"/>
          </p:nvPr>
        </p:nvSpPr>
        <p:spPr/>
        <p:txBody>
          <a:bodyPr/>
          <a:lstStyle/>
          <a:p>
            <a:fld id="{D188B27D-4802-6948-A101-6CF6A7142FF4}" type="slidenum">
              <a:rPr lang="de-DE" smtClean="0"/>
              <a:t>‹Nr.›</a:t>
            </a:fld>
            <a:endParaRPr lang="de-DE"/>
          </a:p>
        </p:txBody>
      </p:sp>
      <p:grpSp>
        <p:nvGrpSpPr>
          <p:cNvPr id="13" name="Gruppieren 12">
            <a:extLst>
              <a:ext uri="{FF2B5EF4-FFF2-40B4-BE49-F238E27FC236}">
                <a16:creationId xmlns:a16="http://schemas.microsoft.com/office/drawing/2014/main" id="{3689F774-7D35-9B4C-336C-A83A6B05161F}"/>
              </a:ext>
            </a:extLst>
          </p:cNvPr>
          <p:cNvGrpSpPr/>
          <p:nvPr userDrawn="1"/>
        </p:nvGrpSpPr>
        <p:grpSpPr>
          <a:xfrm>
            <a:off x="10681275" y="444748"/>
            <a:ext cx="1030118" cy="282917"/>
            <a:chOff x="10681275" y="444748"/>
            <a:chExt cx="1030118" cy="282917"/>
          </a:xfrm>
          <a:solidFill>
            <a:schemeClr val="bg1"/>
          </a:solidFill>
        </p:grpSpPr>
        <p:sp>
          <p:nvSpPr>
            <p:cNvPr id="14" name="Freihandform 13">
              <a:extLst>
                <a:ext uri="{FF2B5EF4-FFF2-40B4-BE49-F238E27FC236}">
                  <a16:creationId xmlns:a16="http://schemas.microsoft.com/office/drawing/2014/main" id="{13B02E82-C138-66CA-EB4D-6D55760A7EDA}"/>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5" name="Freihandform 14">
              <a:extLst>
                <a:ext uri="{FF2B5EF4-FFF2-40B4-BE49-F238E27FC236}">
                  <a16:creationId xmlns:a16="http://schemas.microsoft.com/office/drawing/2014/main" id="{8EF3118D-C830-9A2C-F35C-2CDA2E2C57DF}"/>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6" name="Freihandform 15">
              <a:extLst>
                <a:ext uri="{FF2B5EF4-FFF2-40B4-BE49-F238E27FC236}">
                  <a16:creationId xmlns:a16="http://schemas.microsoft.com/office/drawing/2014/main" id="{D0938624-2CE7-5D85-B6DF-32804BB19135}"/>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Tree>
    <p:extLst>
      <p:ext uri="{BB962C8B-B14F-4D97-AF65-F5344CB8AC3E}">
        <p14:creationId xmlns:p14="http://schemas.microsoft.com/office/powerpoint/2010/main" val="2149060425"/>
      </p:ext>
    </p:extLst>
  </p:cSld>
  <p:clrMapOvr>
    <a:masterClrMapping/>
  </p:clrMapOvr>
  <p:extLst>
    <p:ext uri="{DCECCB84-F9BA-43D5-87BE-67443E8EF086}">
      <p15:sldGuideLst xmlns:p15="http://schemas.microsoft.com/office/powerpoint/2012/main">
        <p15:guide id="1" orient="horz" pos="432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bschnitt Weiß">
    <p:bg>
      <p:bgPr>
        <a:solidFill>
          <a:schemeClr val="bg1"/>
        </a:solidFill>
        <a:effectLst/>
      </p:bgPr>
    </p:bg>
    <p:spTree>
      <p:nvGrpSpPr>
        <p:cNvPr id="1" name=""/>
        <p:cNvGrpSpPr/>
        <p:nvPr/>
      </p:nvGrpSpPr>
      <p:grpSpPr>
        <a:xfrm>
          <a:off x="0" y="0"/>
          <a:ext cx="0" cy="0"/>
          <a:chOff x="0" y="0"/>
          <a:chExt cx="0" cy="0"/>
        </a:xfrm>
      </p:grpSpPr>
      <p:sp>
        <p:nvSpPr>
          <p:cNvPr id="41" name="Freihandform 40">
            <a:extLst>
              <a:ext uri="{FF2B5EF4-FFF2-40B4-BE49-F238E27FC236}">
                <a16:creationId xmlns:a16="http://schemas.microsoft.com/office/drawing/2014/main" id="{8EC64274-6F57-1AC5-3B15-2B2FABFF546C}"/>
              </a:ext>
            </a:extLst>
          </p:cNvPr>
          <p:cNvSpPr/>
          <p:nvPr userDrawn="1"/>
        </p:nvSpPr>
        <p:spPr>
          <a:xfrm rot="21000000">
            <a:off x="289000" y="-1054528"/>
            <a:ext cx="11887066" cy="2954700"/>
          </a:xfrm>
          <a:custGeom>
            <a:avLst/>
            <a:gdLst>
              <a:gd name="connsiteX0" fmla="*/ 0 w 11887066"/>
              <a:gd name="connsiteY0" fmla="*/ 0 h 2954700"/>
              <a:gd name="connsiteX1" fmla="*/ 11887066 w 11887066"/>
              <a:gd name="connsiteY1" fmla="*/ 2096011 h 2954700"/>
              <a:gd name="connsiteX2" fmla="*/ 11735656 w 11887066"/>
              <a:gd name="connsiteY2" fmla="*/ 2954700 h 2954700"/>
              <a:gd name="connsiteX3" fmla="*/ 273050 w 11887066"/>
              <a:gd name="connsiteY3" fmla="*/ 2954700 h 2954700"/>
              <a:gd name="connsiteX4" fmla="*/ 0 w 11887066"/>
              <a:gd name="connsiteY4" fmla="*/ 2681650 h 295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87066" h="2954700">
                <a:moveTo>
                  <a:pt x="0" y="0"/>
                </a:moveTo>
                <a:lnTo>
                  <a:pt x="11887066" y="2096011"/>
                </a:lnTo>
                <a:lnTo>
                  <a:pt x="11735656" y="2954700"/>
                </a:lnTo>
                <a:lnTo>
                  <a:pt x="273050" y="2954700"/>
                </a:lnTo>
                <a:cubicBezTo>
                  <a:pt x="122249" y="2954700"/>
                  <a:pt x="0" y="2832452"/>
                  <a:pt x="0" y="2681650"/>
                </a:cubicBezTo>
                <a:close/>
              </a:path>
            </a:pathLst>
          </a:custGeom>
          <a:solidFill>
            <a:schemeClr val="accent4"/>
          </a:solidFill>
          <a:ln w="6350" cap="flat">
            <a:noFill/>
            <a:prstDash val="solid"/>
            <a:miter/>
          </a:ln>
        </p:spPr>
        <p:txBody>
          <a:bodyPr rtlCol="0" anchor="ctr"/>
          <a:lstStyle/>
          <a:p>
            <a:endParaRPr lang="de-DE" dirty="0">
              <a:latin typeface="BarmeniaGothaer Offc" panose="020B0503020204020204" pitchFamily="34" charset="0"/>
            </a:endParaRPr>
          </a:p>
        </p:txBody>
      </p:sp>
      <p:sp>
        <p:nvSpPr>
          <p:cNvPr id="39" name="Freihandform 38">
            <a:extLst>
              <a:ext uri="{FF2B5EF4-FFF2-40B4-BE49-F238E27FC236}">
                <a16:creationId xmlns:a16="http://schemas.microsoft.com/office/drawing/2014/main" id="{5B3C1D3A-A703-C79D-0C29-303E1B46113E}"/>
              </a:ext>
            </a:extLst>
          </p:cNvPr>
          <p:cNvSpPr/>
          <p:nvPr userDrawn="1"/>
        </p:nvSpPr>
        <p:spPr>
          <a:xfrm rot="20760535">
            <a:off x="-1659" y="-1451584"/>
            <a:ext cx="12021682" cy="2988226"/>
          </a:xfrm>
          <a:custGeom>
            <a:avLst/>
            <a:gdLst>
              <a:gd name="connsiteX0" fmla="*/ 190214 w 12021682"/>
              <a:gd name="connsiteY0" fmla="*/ 0 h 2988226"/>
              <a:gd name="connsiteX1" fmla="*/ 12021682 w 12021682"/>
              <a:gd name="connsiteY1" fmla="*/ 2947960 h 2988226"/>
              <a:gd name="connsiteX2" fmla="*/ 12011650 w 12021682"/>
              <a:gd name="connsiteY2" fmla="*/ 2988226 h 2988226"/>
              <a:gd name="connsiteX3" fmla="*/ 273082 w 12021682"/>
              <a:gd name="connsiteY3" fmla="*/ 2988226 h 2988226"/>
              <a:gd name="connsiteX4" fmla="*/ 0 w 12021682"/>
              <a:gd name="connsiteY4" fmla="*/ 2715144 h 2988226"/>
              <a:gd name="connsiteX5" fmla="*/ 0 w 12021682"/>
              <a:gd name="connsiteY5" fmla="*/ 763411 h 2988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21682" h="2988226">
                <a:moveTo>
                  <a:pt x="190214" y="0"/>
                </a:moveTo>
                <a:lnTo>
                  <a:pt x="12021682" y="2947960"/>
                </a:lnTo>
                <a:lnTo>
                  <a:pt x="12011650" y="2988226"/>
                </a:lnTo>
                <a:lnTo>
                  <a:pt x="273082" y="2988226"/>
                </a:lnTo>
                <a:cubicBezTo>
                  <a:pt x="122263" y="2988226"/>
                  <a:pt x="0" y="2865963"/>
                  <a:pt x="0" y="2715144"/>
                </a:cubicBezTo>
                <a:lnTo>
                  <a:pt x="0" y="763411"/>
                </a:lnTo>
                <a:close/>
              </a:path>
            </a:pathLst>
          </a:custGeom>
          <a:solidFill>
            <a:srgbClr val="002641"/>
          </a:solidFill>
          <a:ln w="6351" cap="flat">
            <a:noFill/>
            <a:prstDash val="solid"/>
            <a:miter/>
          </a:ln>
        </p:spPr>
        <p:txBody>
          <a:bodyPr rtlCol="0" anchor="ctr"/>
          <a:lstStyle/>
          <a:p>
            <a:endParaRPr lang="de-DE" dirty="0">
              <a:latin typeface="BarmeniaGothaer Offc" panose="020B0503020204020204" pitchFamily="34" charset="0"/>
            </a:endParaRPr>
          </a:p>
        </p:txBody>
      </p:sp>
      <p:sp>
        <p:nvSpPr>
          <p:cNvPr id="2" name="Titel 1">
            <a:extLst>
              <a:ext uri="{FF2B5EF4-FFF2-40B4-BE49-F238E27FC236}">
                <a16:creationId xmlns:a16="http://schemas.microsoft.com/office/drawing/2014/main" id="{DFF12E56-3EC6-7BFA-6EEB-8D67343B9831}"/>
              </a:ext>
            </a:extLst>
          </p:cNvPr>
          <p:cNvSpPr>
            <a:spLocks noGrp="1"/>
          </p:cNvSpPr>
          <p:nvPr>
            <p:ph type="title"/>
          </p:nvPr>
        </p:nvSpPr>
        <p:spPr>
          <a:xfrm>
            <a:off x="3289003" y="2663826"/>
            <a:ext cx="8423573" cy="2147071"/>
          </a:xfrm>
        </p:spPr>
        <p:txBody>
          <a:bodyPr anchor="b">
            <a:noAutofit/>
          </a:bodyPr>
          <a:lstStyle>
            <a:lvl1pPr>
              <a:defRPr sz="5200"/>
            </a:lvl1pPr>
          </a:lstStyle>
          <a:p>
            <a:r>
              <a:rPr lang="de-DE"/>
              <a:t>Mastertitelformat bearbeiten</a:t>
            </a:r>
            <a:endParaRPr lang="de-DE" dirty="0"/>
          </a:p>
        </p:txBody>
      </p:sp>
      <p:sp>
        <p:nvSpPr>
          <p:cNvPr id="3" name="Textplatzhalter 2">
            <a:extLst>
              <a:ext uri="{FF2B5EF4-FFF2-40B4-BE49-F238E27FC236}">
                <a16:creationId xmlns:a16="http://schemas.microsoft.com/office/drawing/2014/main" id="{E424B1BB-76D4-F0E8-4F3B-1D64FFAD8A3E}"/>
              </a:ext>
            </a:extLst>
          </p:cNvPr>
          <p:cNvSpPr>
            <a:spLocks noGrp="1"/>
          </p:cNvSpPr>
          <p:nvPr>
            <p:ph type="body" idx="1"/>
          </p:nvPr>
        </p:nvSpPr>
        <p:spPr>
          <a:xfrm>
            <a:off x="3289003" y="5107459"/>
            <a:ext cx="5615286" cy="842491"/>
          </a:xfrm>
          <a:prstGeom prst="rect">
            <a:avLst/>
          </a:prstGeom>
        </p:spPr>
        <p:txBody>
          <a:bodyPr>
            <a:noAutofit/>
          </a:bodyPr>
          <a:lstStyle>
            <a:lvl1pPr marL="0" indent="0">
              <a:buNone/>
              <a:defRPr sz="1400" b="0" i="0">
                <a:solidFill>
                  <a:schemeClr val="tx1"/>
                </a:solidFill>
                <a:latin typeface="BarmeniaGothaer Offc" panose="020B0503020204020204" pitchFamily="34" charset="0"/>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52B709F6-F3C8-5678-4E06-AFE97791336E}"/>
              </a:ext>
            </a:extLst>
          </p:cNvPr>
          <p:cNvSpPr>
            <a:spLocks noGrp="1"/>
          </p:cNvSpPr>
          <p:nvPr>
            <p:ph type="dt" sz="half" idx="10"/>
          </p:nvPr>
        </p:nvSpPr>
        <p:spPr/>
        <p:txBody>
          <a:bodyPr/>
          <a:lstStyle/>
          <a:p>
            <a:fld id="{83C81A9B-0F81-594E-9697-45ADFE09EF4C}" type="datetime1">
              <a:t>22.06.2026</a:t>
            </a:fld>
            <a:endParaRPr lang="de-DE"/>
          </a:p>
        </p:txBody>
      </p:sp>
      <p:sp>
        <p:nvSpPr>
          <p:cNvPr id="5" name="Fußzeilenplatzhalter 4">
            <a:extLst>
              <a:ext uri="{FF2B5EF4-FFF2-40B4-BE49-F238E27FC236}">
                <a16:creationId xmlns:a16="http://schemas.microsoft.com/office/drawing/2014/main" id="{DB9E5FF0-9081-F60D-6CD4-1B9B62B94A21}"/>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ACC66ABB-DD74-AF60-09F3-237D61F62918}"/>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12" name="Grafik 10">
            <a:extLst>
              <a:ext uri="{FF2B5EF4-FFF2-40B4-BE49-F238E27FC236}">
                <a16:creationId xmlns:a16="http://schemas.microsoft.com/office/drawing/2014/main" id="{152EB84E-1720-6595-F033-225B6A09C355}"/>
              </a:ext>
            </a:extLst>
          </p:cNvPr>
          <p:cNvSpPr/>
          <p:nvPr userDrawn="1"/>
        </p:nvSpPr>
        <p:spPr>
          <a:xfrm>
            <a:off x="11425881" y="441325"/>
            <a:ext cx="286693" cy="285375"/>
          </a:xfrm>
          <a:custGeom>
            <a:avLst/>
            <a:gdLst>
              <a:gd name="connsiteX0" fmla="*/ 960912 w 2117020"/>
              <a:gd name="connsiteY0" fmla="*/ 1154058 h 2107284"/>
              <a:gd name="connsiteX1" fmla="*/ 956912 w 2117020"/>
              <a:gd name="connsiteY1" fmla="*/ 1151582 h 2107284"/>
              <a:gd name="connsiteX2" fmla="*/ 411606 w 2117020"/>
              <a:gd name="connsiteY2" fmla="*/ 1071096 h 2107284"/>
              <a:gd name="connsiteX3" fmla="*/ 170909 w 2117020"/>
              <a:gd name="connsiteY3" fmla="*/ 1158249 h 2107284"/>
              <a:gd name="connsiteX4" fmla="*/ 411606 w 2117020"/>
              <a:gd name="connsiteY4" fmla="*/ 1245403 h 2107284"/>
              <a:gd name="connsiteX5" fmla="*/ 878045 w 2117020"/>
              <a:gd name="connsiteY5" fmla="*/ 1187491 h 2107284"/>
              <a:gd name="connsiteX6" fmla="*/ 229011 w 2117020"/>
              <a:gd name="connsiteY6" fmla="*/ 1744704 h 2107284"/>
              <a:gd name="connsiteX7" fmla="*/ 17556 w 2117020"/>
              <a:gd name="connsiteY7" fmla="*/ 2088556 h 2107284"/>
              <a:gd name="connsiteX8" fmla="*/ 365028 w 2117020"/>
              <a:gd name="connsiteY8" fmla="*/ 1879292 h 2107284"/>
              <a:gd name="connsiteX9" fmla="*/ 928051 w 2117020"/>
              <a:gd name="connsiteY9" fmla="*/ 1237021 h 2107284"/>
              <a:gd name="connsiteX10" fmla="*/ 870044 w 2117020"/>
              <a:gd name="connsiteY10" fmla="*/ 1703841 h 2107284"/>
              <a:gd name="connsiteX11" fmla="*/ 957198 w 2117020"/>
              <a:gd name="connsiteY11" fmla="*/ 1944443 h 2107284"/>
              <a:gd name="connsiteX12" fmla="*/ 1044351 w 2117020"/>
              <a:gd name="connsiteY12" fmla="*/ 1703841 h 2107284"/>
              <a:gd name="connsiteX13" fmla="*/ 963865 w 2117020"/>
              <a:gd name="connsiteY13" fmla="*/ 1158535 h 2107284"/>
              <a:gd name="connsiteX14" fmla="*/ 961008 w 2117020"/>
              <a:gd name="connsiteY14" fmla="*/ 1154154 h 2107284"/>
              <a:gd name="connsiteX15" fmla="*/ 931575 w 2117020"/>
              <a:gd name="connsiteY15" fmla="*/ 939460 h 2107284"/>
              <a:gd name="connsiteX16" fmla="*/ 942434 w 2117020"/>
              <a:gd name="connsiteY16" fmla="*/ 928602 h 2107284"/>
              <a:gd name="connsiteX17" fmla="*/ 373220 w 2117020"/>
              <a:gd name="connsiteY17" fmla="*/ 228038 h 2107284"/>
              <a:gd name="connsiteX18" fmla="*/ 21938 w 2117020"/>
              <a:gd name="connsiteY18" fmla="*/ 18869 h 2107284"/>
              <a:gd name="connsiteX19" fmla="*/ 231012 w 2117020"/>
              <a:gd name="connsiteY19" fmla="*/ 370151 h 2107284"/>
              <a:gd name="connsiteX20" fmla="*/ 931575 w 2117020"/>
              <a:gd name="connsiteY20" fmla="*/ 939365 h 2107284"/>
              <a:gd name="connsiteX21" fmla="*/ 1065306 w 2117020"/>
              <a:gd name="connsiteY21" fmla="*/ 134407 h 2107284"/>
              <a:gd name="connsiteX22" fmla="*/ 978248 w 2117020"/>
              <a:gd name="connsiteY22" fmla="*/ 371008 h 2107284"/>
              <a:gd name="connsiteX23" fmla="*/ 1058734 w 2117020"/>
              <a:gd name="connsiteY23" fmla="*/ 907075 h 2107284"/>
              <a:gd name="connsiteX24" fmla="*/ 1071974 w 2117020"/>
              <a:gd name="connsiteY24" fmla="*/ 907075 h 2107284"/>
              <a:gd name="connsiteX25" fmla="*/ 1152460 w 2117020"/>
              <a:gd name="connsiteY25" fmla="*/ 371008 h 2107284"/>
              <a:gd name="connsiteX26" fmla="*/ 1065306 w 2117020"/>
              <a:gd name="connsiteY26" fmla="*/ 134407 h 2107284"/>
              <a:gd name="connsiteX27" fmla="*/ 1187417 w 2117020"/>
              <a:gd name="connsiteY27" fmla="*/ 1167870 h 2107284"/>
              <a:gd name="connsiteX28" fmla="*/ 1176558 w 2117020"/>
              <a:gd name="connsiteY28" fmla="*/ 1178728 h 2107284"/>
              <a:gd name="connsiteX29" fmla="*/ 1745772 w 2117020"/>
              <a:gd name="connsiteY29" fmla="*/ 1879292 h 2107284"/>
              <a:gd name="connsiteX30" fmla="*/ 2097054 w 2117020"/>
              <a:gd name="connsiteY30" fmla="*/ 2088366 h 2107284"/>
              <a:gd name="connsiteX31" fmla="*/ 1887885 w 2117020"/>
              <a:gd name="connsiteY31" fmla="*/ 1737084 h 2107284"/>
              <a:gd name="connsiteX32" fmla="*/ 1187322 w 2117020"/>
              <a:gd name="connsiteY32" fmla="*/ 1167870 h 2107284"/>
              <a:gd name="connsiteX33" fmla="*/ 1746820 w 2117020"/>
              <a:gd name="connsiteY33" fmla="*/ 228514 h 2107284"/>
              <a:gd name="connsiteX34" fmla="*/ 1177606 w 2117020"/>
              <a:gd name="connsiteY34" fmla="*/ 929078 h 2107284"/>
              <a:gd name="connsiteX35" fmla="*/ 1188465 w 2117020"/>
              <a:gd name="connsiteY35" fmla="*/ 939936 h 2107284"/>
              <a:gd name="connsiteX36" fmla="*/ 1889028 w 2117020"/>
              <a:gd name="connsiteY36" fmla="*/ 370722 h 2107284"/>
              <a:gd name="connsiteX37" fmla="*/ 2098102 w 2117020"/>
              <a:gd name="connsiteY37" fmla="*/ 19440 h 2107284"/>
              <a:gd name="connsiteX38" fmla="*/ 1746820 w 2117020"/>
              <a:gd name="connsiteY38" fmla="*/ 228514 h 2107284"/>
              <a:gd name="connsiteX39" fmla="*/ 1803018 w 2117020"/>
              <a:gd name="connsiteY39" fmla="*/ 1148534 h 2107284"/>
              <a:gd name="connsiteX40" fmla="*/ 2064669 w 2117020"/>
              <a:gd name="connsiteY40" fmla="*/ 1061475 h 2107284"/>
              <a:gd name="connsiteX41" fmla="*/ 1803018 w 2117020"/>
              <a:gd name="connsiteY41" fmla="*/ 974322 h 2107284"/>
              <a:gd name="connsiteX42" fmla="*/ 1210182 w 2117020"/>
              <a:gd name="connsiteY42" fmla="*/ 1054808 h 2107284"/>
              <a:gd name="connsiteX43" fmla="*/ 1210182 w 2117020"/>
              <a:gd name="connsiteY43" fmla="*/ 1068143 h 2107284"/>
              <a:gd name="connsiteX44" fmla="*/ 1803018 w 2117020"/>
              <a:gd name="connsiteY44" fmla="*/ 1148534 h 2107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117020" h="2107284">
                <a:moveTo>
                  <a:pt x="960912" y="1154058"/>
                </a:moveTo>
                <a:cubicBezTo>
                  <a:pt x="959960" y="1153011"/>
                  <a:pt x="958626" y="1152153"/>
                  <a:pt x="956912" y="1151582"/>
                </a:cubicBezTo>
                <a:cubicBezTo>
                  <a:pt x="811751" y="1106433"/>
                  <a:pt x="636681" y="1071096"/>
                  <a:pt x="411606" y="1071096"/>
                </a:cubicBezTo>
                <a:cubicBezTo>
                  <a:pt x="247776" y="1071096"/>
                  <a:pt x="170909" y="1087479"/>
                  <a:pt x="170909" y="1158249"/>
                </a:cubicBezTo>
                <a:cubicBezTo>
                  <a:pt x="170909" y="1229020"/>
                  <a:pt x="247680" y="1245403"/>
                  <a:pt x="411606" y="1245403"/>
                </a:cubicBezTo>
                <a:cubicBezTo>
                  <a:pt x="597343" y="1245403"/>
                  <a:pt x="749076" y="1221305"/>
                  <a:pt x="878045" y="1187491"/>
                </a:cubicBezTo>
                <a:cubicBezTo>
                  <a:pt x="685449" y="1318650"/>
                  <a:pt x="471518" y="1504769"/>
                  <a:pt x="229011" y="1744704"/>
                </a:cubicBezTo>
                <a:cubicBezTo>
                  <a:pt x="38702" y="1933013"/>
                  <a:pt x="-37689" y="2033882"/>
                  <a:pt x="17556" y="2088556"/>
                </a:cubicBezTo>
                <a:cubicBezTo>
                  <a:pt x="72801" y="2143230"/>
                  <a:pt x="174719" y="2067601"/>
                  <a:pt x="365028" y="1879292"/>
                </a:cubicBezTo>
                <a:cubicBezTo>
                  <a:pt x="607535" y="1639262"/>
                  <a:pt x="795558" y="1427616"/>
                  <a:pt x="928051" y="1237021"/>
                </a:cubicBezTo>
                <a:cubicBezTo>
                  <a:pt x="894237" y="1365990"/>
                  <a:pt x="870044" y="1517818"/>
                  <a:pt x="870044" y="1703841"/>
                </a:cubicBezTo>
                <a:cubicBezTo>
                  <a:pt x="870044" y="1867671"/>
                  <a:pt x="886427" y="1944443"/>
                  <a:pt x="957198" y="1944443"/>
                </a:cubicBezTo>
                <a:cubicBezTo>
                  <a:pt x="1027968" y="1944443"/>
                  <a:pt x="1044351" y="1867671"/>
                  <a:pt x="1044351" y="1703841"/>
                </a:cubicBezTo>
                <a:cubicBezTo>
                  <a:pt x="1044351" y="1478766"/>
                  <a:pt x="1009109" y="1303601"/>
                  <a:pt x="963865" y="1158535"/>
                </a:cubicBezTo>
                <a:cubicBezTo>
                  <a:pt x="963293" y="1156535"/>
                  <a:pt x="962246" y="1155106"/>
                  <a:pt x="961008" y="1154154"/>
                </a:cubicBezTo>
                <a:moveTo>
                  <a:pt x="931575" y="939460"/>
                </a:moveTo>
                <a:cubicBezTo>
                  <a:pt x="942434" y="946413"/>
                  <a:pt x="949387" y="939460"/>
                  <a:pt x="942434" y="928602"/>
                </a:cubicBezTo>
                <a:cubicBezTo>
                  <a:pt x="810322" y="722766"/>
                  <a:pt x="635252" y="490071"/>
                  <a:pt x="373220" y="228038"/>
                </a:cubicBezTo>
                <a:cubicBezTo>
                  <a:pt x="182529" y="37252"/>
                  <a:pt x="79659" y="-38853"/>
                  <a:pt x="21938" y="18869"/>
                </a:cubicBezTo>
                <a:cubicBezTo>
                  <a:pt x="-35784" y="76590"/>
                  <a:pt x="40321" y="179365"/>
                  <a:pt x="231012" y="370151"/>
                </a:cubicBezTo>
                <a:cubicBezTo>
                  <a:pt x="493044" y="632184"/>
                  <a:pt x="725740" y="807348"/>
                  <a:pt x="931575" y="939365"/>
                </a:cubicBezTo>
                <a:moveTo>
                  <a:pt x="1065306" y="134407"/>
                </a:moveTo>
                <a:cubicBezTo>
                  <a:pt x="994631" y="134407"/>
                  <a:pt x="978248" y="209940"/>
                  <a:pt x="978248" y="371008"/>
                </a:cubicBezTo>
                <a:cubicBezTo>
                  <a:pt x="978248" y="592274"/>
                  <a:pt x="1013490" y="764486"/>
                  <a:pt x="1058734" y="907075"/>
                </a:cubicBezTo>
                <a:cubicBezTo>
                  <a:pt x="1061115" y="914600"/>
                  <a:pt x="1069593" y="914600"/>
                  <a:pt x="1071974" y="907075"/>
                </a:cubicBezTo>
                <a:cubicBezTo>
                  <a:pt x="1117122" y="764390"/>
                  <a:pt x="1152460" y="592274"/>
                  <a:pt x="1152460" y="371008"/>
                </a:cubicBezTo>
                <a:cubicBezTo>
                  <a:pt x="1152460" y="209940"/>
                  <a:pt x="1136077" y="134407"/>
                  <a:pt x="1065306" y="134407"/>
                </a:cubicBezTo>
                <a:moveTo>
                  <a:pt x="1187417" y="1167870"/>
                </a:moveTo>
                <a:cubicBezTo>
                  <a:pt x="1176558" y="1160821"/>
                  <a:pt x="1169605" y="1167870"/>
                  <a:pt x="1176558" y="1178728"/>
                </a:cubicBezTo>
                <a:cubicBezTo>
                  <a:pt x="1308670" y="1384563"/>
                  <a:pt x="1483740" y="1617259"/>
                  <a:pt x="1745772" y="1879292"/>
                </a:cubicBezTo>
                <a:cubicBezTo>
                  <a:pt x="1936558" y="2070078"/>
                  <a:pt x="2039333" y="2146182"/>
                  <a:pt x="2097054" y="2088366"/>
                </a:cubicBezTo>
                <a:cubicBezTo>
                  <a:pt x="2154776" y="2030644"/>
                  <a:pt x="2078671" y="1927869"/>
                  <a:pt x="1887885" y="1737084"/>
                </a:cubicBezTo>
                <a:cubicBezTo>
                  <a:pt x="1625852" y="1475051"/>
                  <a:pt x="1393157" y="1299886"/>
                  <a:pt x="1187322" y="1167870"/>
                </a:cubicBezTo>
                <a:moveTo>
                  <a:pt x="1746820" y="228514"/>
                </a:moveTo>
                <a:cubicBezTo>
                  <a:pt x="1484787" y="490547"/>
                  <a:pt x="1309623" y="723243"/>
                  <a:pt x="1177606" y="929078"/>
                </a:cubicBezTo>
                <a:cubicBezTo>
                  <a:pt x="1170653" y="939936"/>
                  <a:pt x="1177606" y="946890"/>
                  <a:pt x="1188465" y="939936"/>
                </a:cubicBezTo>
                <a:cubicBezTo>
                  <a:pt x="1394300" y="807824"/>
                  <a:pt x="1626995" y="632755"/>
                  <a:pt x="1889028" y="370722"/>
                </a:cubicBezTo>
                <a:cubicBezTo>
                  <a:pt x="2079814" y="179937"/>
                  <a:pt x="2155919" y="77162"/>
                  <a:pt x="2098102" y="19440"/>
                </a:cubicBezTo>
                <a:cubicBezTo>
                  <a:pt x="2040381" y="-38281"/>
                  <a:pt x="1937606" y="37824"/>
                  <a:pt x="1746820" y="228514"/>
                </a:cubicBezTo>
                <a:moveTo>
                  <a:pt x="1803018" y="1148534"/>
                </a:moveTo>
                <a:cubicBezTo>
                  <a:pt x="1981135" y="1148534"/>
                  <a:pt x="2064669" y="1132151"/>
                  <a:pt x="2064669" y="1061475"/>
                </a:cubicBezTo>
                <a:cubicBezTo>
                  <a:pt x="2064669" y="990800"/>
                  <a:pt x="1981135" y="974322"/>
                  <a:pt x="1803018" y="974322"/>
                </a:cubicBezTo>
                <a:cubicBezTo>
                  <a:pt x="1558320" y="974322"/>
                  <a:pt x="1367916" y="1009659"/>
                  <a:pt x="1210182" y="1054808"/>
                </a:cubicBezTo>
                <a:cubicBezTo>
                  <a:pt x="1201895" y="1057189"/>
                  <a:pt x="1201895" y="1065762"/>
                  <a:pt x="1210182" y="1068143"/>
                </a:cubicBezTo>
                <a:cubicBezTo>
                  <a:pt x="1367916" y="1113291"/>
                  <a:pt x="1558416" y="1148534"/>
                  <a:pt x="1803018" y="1148534"/>
                </a:cubicBezTo>
              </a:path>
            </a:pathLst>
          </a:custGeom>
          <a:solidFill>
            <a:schemeClr val="tx1"/>
          </a:solidFill>
          <a:ln w="9525" cap="flat">
            <a:noFill/>
            <a:prstDash val="solid"/>
            <a:miter/>
          </a:ln>
        </p:spPr>
        <p:txBody>
          <a:bodyPr rtlCol="0" anchor="ctr"/>
          <a:lstStyle/>
          <a:p>
            <a:endParaRPr lang="de-DE" dirty="0">
              <a:latin typeface="BarmeniaGothaer Offc" panose="020B0503020204020204" pitchFamily="34" charset="0"/>
            </a:endParaRPr>
          </a:p>
        </p:txBody>
      </p:sp>
      <p:sp>
        <p:nvSpPr>
          <p:cNvPr id="8" name="Textplatzhalter 7">
            <a:extLst>
              <a:ext uri="{FF2B5EF4-FFF2-40B4-BE49-F238E27FC236}">
                <a16:creationId xmlns:a16="http://schemas.microsoft.com/office/drawing/2014/main" id="{7AF10427-392D-729E-1472-31BFDECF7952}"/>
              </a:ext>
            </a:extLst>
          </p:cNvPr>
          <p:cNvSpPr>
            <a:spLocks noGrp="1"/>
          </p:cNvSpPr>
          <p:nvPr>
            <p:ph type="body" sz="quarter" idx="14" hasCustomPrompt="1"/>
          </p:nvPr>
        </p:nvSpPr>
        <p:spPr>
          <a:xfrm>
            <a:off x="2074601" y="3935393"/>
            <a:ext cx="1038490" cy="915846"/>
          </a:xfrm>
        </p:spPr>
        <p:txBody>
          <a:bodyPr anchor="ctr"/>
          <a:lstStyle>
            <a:lvl1pPr>
              <a:lnSpc>
                <a:spcPct val="90000"/>
              </a:lnSpc>
              <a:defRPr sz="6600" b="0" i="0">
                <a:solidFill>
                  <a:schemeClr val="accent4"/>
                </a:solidFill>
                <a:latin typeface="BarmeniaGothaer Offc Medium" panose="020B0603020204020204" pitchFamily="34" charset="0"/>
              </a:defRPr>
            </a:lvl1pPr>
          </a:lstStyle>
          <a:p>
            <a:pPr lvl="0"/>
            <a:r>
              <a:rPr lang="de-DE" dirty="0"/>
              <a:t>01</a:t>
            </a:r>
          </a:p>
        </p:txBody>
      </p:sp>
    </p:spTree>
    <p:extLst>
      <p:ext uri="{BB962C8B-B14F-4D97-AF65-F5344CB8AC3E}">
        <p14:creationId xmlns:p14="http://schemas.microsoft.com/office/powerpoint/2010/main" val="992588281"/>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Abschnitt Bild Lavender">
    <p:bg>
      <p:bgPr>
        <a:solidFill>
          <a:schemeClr val="tx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19A084D3-0EF0-FD98-9563-16FCFA9996A8}"/>
              </a:ext>
            </a:extLst>
          </p:cNvPr>
          <p:cNvSpPr/>
          <p:nvPr userDrawn="1"/>
        </p:nvSpPr>
        <p:spPr>
          <a:xfrm>
            <a:off x="192199" y="6284316"/>
            <a:ext cx="1882402" cy="530002"/>
          </a:xfrm>
          <a:prstGeom prst="rect">
            <a:avLst/>
          </a:prstGeom>
          <a:solidFill>
            <a:schemeClr val="bg1"/>
          </a:solidFill>
        </p:spPr>
        <p:txBody>
          <a:bodyPr vert="horz" lIns="251999" tIns="251999" rIns="251999" bIns="251999" rtlCol="0" anchor="ctr">
            <a:noAutofit/>
          </a:bodyPr>
          <a:lstStyle/>
          <a:p>
            <a:pPr algn="l"/>
            <a:endParaRPr lang="de-DE" sz="1400" dirty="0" err="1">
              <a:solidFill>
                <a:schemeClr val="bg1"/>
              </a:solidFill>
              <a:latin typeface="BarmeniaGothaer Offc" panose="020B0503020204020204" pitchFamily="34" charset="0"/>
            </a:endParaRPr>
          </a:p>
        </p:txBody>
      </p:sp>
      <p:sp>
        <p:nvSpPr>
          <p:cNvPr id="12" name="Bildplatzhalter 11">
            <a:extLst>
              <a:ext uri="{FF2B5EF4-FFF2-40B4-BE49-F238E27FC236}">
                <a16:creationId xmlns:a16="http://schemas.microsoft.com/office/drawing/2014/main" id="{F9A37261-0F3D-70AE-C12B-6E3F5F48B1FB}"/>
              </a:ext>
            </a:extLst>
          </p:cNvPr>
          <p:cNvSpPr>
            <a:spLocks noGrp="1"/>
          </p:cNvSpPr>
          <p:nvPr>
            <p:ph type="pic" sz="quarter" idx="14"/>
          </p:nvPr>
        </p:nvSpPr>
        <p:spPr>
          <a:xfrm>
            <a:off x="-1341620" y="0"/>
            <a:ext cx="13533620" cy="6858000"/>
          </a:xfrm>
          <a:custGeom>
            <a:avLst/>
            <a:gdLst>
              <a:gd name="connsiteX0" fmla="*/ 2034882 w 13533620"/>
              <a:gd name="connsiteY0" fmla="*/ 6562790 h 6858000"/>
              <a:gd name="connsiteX1" fmla="*/ 2050862 w 13533620"/>
              <a:gd name="connsiteY1" fmla="*/ 6577940 h 6858000"/>
              <a:gd name="connsiteX2" fmla="*/ 2018280 w 13533620"/>
              <a:gd name="connsiteY2" fmla="*/ 6577940 h 6858000"/>
              <a:gd name="connsiteX3" fmla="*/ 2034882 w 13533620"/>
              <a:gd name="connsiteY3" fmla="*/ 6562790 h 6858000"/>
              <a:gd name="connsiteX4" fmla="*/ 1910985 w 13533620"/>
              <a:gd name="connsiteY4" fmla="*/ 6562790 h 6858000"/>
              <a:gd name="connsiteX5" fmla="*/ 1926965 w 13533620"/>
              <a:gd name="connsiteY5" fmla="*/ 6577940 h 6858000"/>
              <a:gd name="connsiteX6" fmla="*/ 1894383 w 13533620"/>
              <a:gd name="connsiteY6" fmla="*/ 6577940 h 6858000"/>
              <a:gd name="connsiteX7" fmla="*/ 1910985 w 13533620"/>
              <a:gd name="connsiteY7" fmla="*/ 6562790 h 6858000"/>
              <a:gd name="connsiteX8" fmla="*/ 1947320 w 13533620"/>
              <a:gd name="connsiteY8" fmla="*/ 6556045 h 6858000"/>
              <a:gd name="connsiteX9" fmla="*/ 1947320 w 13533620"/>
              <a:gd name="connsiteY9" fmla="*/ 6608757 h 6858000"/>
              <a:gd name="connsiteX10" fmla="*/ 1956036 w 13533620"/>
              <a:gd name="connsiteY10" fmla="*/ 6608757 h 6858000"/>
              <a:gd name="connsiteX11" fmla="*/ 1956036 w 13533620"/>
              <a:gd name="connsiteY11" fmla="*/ 6556045 h 6858000"/>
              <a:gd name="connsiteX12" fmla="*/ 2034882 w 13533620"/>
              <a:gd name="connsiteY12" fmla="*/ 6554697 h 6858000"/>
              <a:gd name="connsiteX13" fmla="*/ 2009149 w 13533620"/>
              <a:gd name="connsiteY13" fmla="*/ 6582401 h 6858000"/>
              <a:gd name="connsiteX14" fmla="*/ 2035401 w 13533620"/>
              <a:gd name="connsiteY14" fmla="*/ 6610106 h 6858000"/>
              <a:gd name="connsiteX15" fmla="*/ 2058022 w 13533620"/>
              <a:gd name="connsiteY15" fmla="*/ 6598485 h 6858000"/>
              <a:gd name="connsiteX16" fmla="*/ 2051900 w 13533620"/>
              <a:gd name="connsiteY16" fmla="*/ 6593297 h 6858000"/>
              <a:gd name="connsiteX17" fmla="*/ 2035401 w 13533620"/>
              <a:gd name="connsiteY17" fmla="*/ 6602013 h 6858000"/>
              <a:gd name="connsiteX18" fmla="*/ 2018176 w 13533620"/>
              <a:gd name="connsiteY18" fmla="*/ 6585203 h 6858000"/>
              <a:gd name="connsiteX19" fmla="*/ 2059786 w 13533620"/>
              <a:gd name="connsiteY19" fmla="*/ 6585203 h 6858000"/>
              <a:gd name="connsiteX20" fmla="*/ 2059993 w 13533620"/>
              <a:gd name="connsiteY20" fmla="*/ 6582090 h 6858000"/>
              <a:gd name="connsiteX21" fmla="*/ 2034882 w 13533620"/>
              <a:gd name="connsiteY21" fmla="*/ 6554697 h 6858000"/>
              <a:gd name="connsiteX22" fmla="*/ 1910985 w 13533620"/>
              <a:gd name="connsiteY22" fmla="*/ 6554697 h 6858000"/>
              <a:gd name="connsiteX23" fmla="*/ 1885252 w 13533620"/>
              <a:gd name="connsiteY23" fmla="*/ 6582401 h 6858000"/>
              <a:gd name="connsiteX24" fmla="*/ 1911504 w 13533620"/>
              <a:gd name="connsiteY24" fmla="*/ 6610106 h 6858000"/>
              <a:gd name="connsiteX25" fmla="*/ 1934125 w 13533620"/>
              <a:gd name="connsiteY25" fmla="*/ 6598485 h 6858000"/>
              <a:gd name="connsiteX26" fmla="*/ 1928003 w 13533620"/>
              <a:gd name="connsiteY26" fmla="*/ 6593297 h 6858000"/>
              <a:gd name="connsiteX27" fmla="*/ 1911504 w 13533620"/>
              <a:gd name="connsiteY27" fmla="*/ 6602013 h 6858000"/>
              <a:gd name="connsiteX28" fmla="*/ 1894279 w 13533620"/>
              <a:gd name="connsiteY28" fmla="*/ 6585203 h 6858000"/>
              <a:gd name="connsiteX29" fmla="*/ 1935889 w 13533620"/>
              <a:gd name="connsiteY29" fmla="*/ 6585203 h 6858000"/>
              <a:gd name="connsiteX30" fmla="*/ 1936096 w 13533620"/>
              <a:gd name="connsiteY30" fmla="*/ 6582090 h 6858000"/>
              <a:gd name="connsiteX31" fmla="*/ 1910985 w 13533620"/>
              <a:gd name="connsiteY31" fmla="*/ 6554697 h 6858000"/>
              <a:gd name="connsiteX32" fmla="*/ 1985277 w 13533620"/>
              <a:gd name="connsiteY32" fmla="*/ 6541207 h 6858000"/>
              <a:gd name="connsiteX33" fmla="*/ 1976561 w 13533620"/>
              <a:gd name="connsiteY33" fmla="*/ 6544216 h 6858000"/>
              <a:gd name="connsiteX34" fmla="*/ 1976561 w 13533620"/>
              <a:gd name="connsiteY34" fmla="*/ 6556045 h 6858000"/>
              <a:gd name="connsiteX35" fmla="*/ 1966807 w 13533620"/>
              <a:gd name="connsiteY35" fmla="*/ 6556045 h 6858000"/>
              <a:gd name="connsiteX36" fmla="*/ 1966807 w 13533620"/>
              <a:gd name="connsiteY36" fmla="*/ 6563620 h 6858000"/>
              <a:gd name="connsiteX37" fmla="*/ 1976561 w 13533620"/>
              <a:gd name="connsiteY37" fmla="*/ 6563620 h 6858000"/>
              <a:gd name="connsiteX38" fmla="*/ 1976561 w 13533620"/>
              <a:gd name="connsiteY38" fmla="*/ 6593608 h 6858000"/>
              <a:gd name="connsiteX39" fmla="*/ 1991918 w 13533620"/>
              <a:gd name="connsiteY39" fmla="*/ 6609899 h 6858000"/>
              <a:gd name="connsiteX40" fmla="*/ 1998974 w 13533620"/>
              <a:gd name="connsiteY40" fmla="*/ 6608757 h 6858000"/>
              <a:gd name="connsiteX41" fmla="*/ 1998974 w 13533620"/>
              <a:gd name="connsiteY41" fmla="*/ 6600975 h 6858000"/>
              <a:gd name="connsiteX42" fmla="*/ 1993993 w 13533620"/>
              <a:gd name="connsiteY42" fmla="*/ 6601909 h 6858000"/>
              <a:gd name="connsiteX43" fmla="*/ 1985277 w 13533620"/>
              <a:gd name="connsiteY43" fmla="*/ 6592778 h 6858000"/>
              <a:gd name="connsiteX44" fmla="*/ 1985277 w 13533620"/>
              <a:gd name="connsiteY44" fmla="*/ 6563620 h 6858000"/>
              <a:gd name="connsiteX45" fmla="*/ 1998974 w 13533620"/>
              <a:gd name="connsiteY45" fmla="*/ 6563620 h 6858000"/>
              <a:gd name="connsiteX46" fmla="*/ 1998974 w 13533620"/>
              <a:gd name="connsiteY46" fmla="*/ 6556045 h 6858000"/>
              <a:gd name="connsiteX47" fmla="*/ 1985277 w 13533620"/>
              <a:gd name="connsiteY47" fmla="*/ 6556045 h 6858000"/>
              <a:gd name="connsiteX48" fmla="*/ 1851208 w 13533620"/>
              <a:gd name="connsiteY48" fmla="*/ 6534878 h 6858000"/>
              <a:gd name="connsiteX49" fmla="*/ 1825993 w 13533620"/>
              <a:gd name="connsiteY49" fmla="*/ 6554800 h 6858000"/>
              <a:gd name="connsiteX50" fmla="*/ 1844671 w 13533620"/>
              <a:gd name="connsiteY50" fmla="*/ 6574723 h 6858000"/>
              <a:gd name="connsiteX51" fmla="*/ 1853283 w 13533620"/>
              <a:gd name="connsiteY51" fmla="*/ 6576591 h 6858000"/>
              <a:gd name="connsiteX52" fmla="*/ 1866565 w 13533620"/>
              <a:gd name="connsiteY52" fmla="*/ 6589354 h 6858000"/>
              <a:gd name="connsiteX53" fmla="*/ 1849340 w 13533620"/>
              <a:gd name="connsiteY53" fmla="*/ 6601701 h 6858000"/>
              <a:gd name="connsiteX54" fmla="*/ 1827238 w 13533620"/>
              <a:gd name="connsiteY54" fmla="*/ 6593815 h 6858000"/>
              <a:gd name="connsiteX55" fmla="*/ 1827238 w 13533620"/>
              <a:gd name="connsiteY55" fmla="*/ 6603569 h 6858000"/>
              <a:gd name="connsiteX56" fmla="*/ 1849340 w 13533620"/>
              <a:gd name="connsiteY56" fmla="*/ 6610003 h 6858000"/>
              <a:gd name="connsiteX57" fmla="*/ 1875904 w 13533620"/>
              <a:gd name="connsiteY57" fmla="*/ 6589042 h 6858000"/>
              <a:gd name="connsiteX58" fmla="*/ 1856085 w 13533620"/>
              <a:gd name="connsiteY58" fmla="*/ 6567771 h 6858000"/>
              <a:gd name="connsiteX59" fmla="*/ 1847472 w 13533620"/>
              <a:gd name="connsiteY59" fmla="*/ 6565799 h 6858000"/>
              <a:gd name="connsiteX60" fmla="*/ 1835436 w 13533620"/>
              <a:gd name="connsiteY60" fmla="*/ 6554178 h 6858000"/>
              <a:gd name="connsiteX61" fmla="*/ 1851208 w 13533620"/>
              <a:gd name="connsiteY61" fmla="*/ 6543179 h 6858000"/>
              <a:gd name="connsiteX62" fmla="*/ 1872583 w 13533620"/>
              <a:gd name="connsiteY62" fmla="*/ 6551065 h 6858000"/>
              <a:gd name="connsiteX63" fmla="*/ 1872687 w 13533620"/>
              <a:gd name="connsiteY63" fmla="*/ 6541311 h 6858000"/>
              <a:gd name="connsiteX64" fmla="*/ 1851208 w 13533620"/>
              <a:gd name="connsiteY64" fmla="*/ 6534878 h 6858000"/>
              <a:gd name="connsiteX65" fmla="*/ 1951678 w 13533620"/>
              <a:gd name="connsiteY65" fmla="*/ 6534151 h 6858000"/>
              <a:gd name="connsiteX66" fmla="*/ 1945659 w 13533620"/>
              <a:gd name="connsiteY66" fmla="*/ 6540170 h 6858000"/>
              <a:gd name="connsiteX67" fmla="*/ 1951678 w 13533620"/>
              <a:gd name="connsiteY67" fmla="*/ 6546188 h 6858000"/>
              <a:gd name="connsiteX68" fmla="*/ 1957696 w 13533620"/>
              <a:gd name="connsiteY68" fmla="*/ 6540170 h 6858000"/>
              <a:gd name="connsiteX69" fmla="*/ 1951678 w 13533620"/>
              <a:gd name="connsiteY69" fmla="*/ 6534151 h 6858000"/>
              <a:gd name="connsiteX70" fmla="*/ 1842523 w 13533620"/>
              <a:gd name="connsiteY70" fmla="*/ 6461548 h 6858000"/>
              <a:gd name="connsiteX71" fmla="*/ 1861077 w 13533620"/>
              <a:gd name="connsiteY71" fmla="*/ 6461548 h 6858000"/>
              <a:gd name="connsiteX72" fmla="*/ 1870455 w 13533620"/>
              <a:gd name="connsiteY72" fmla="*/ 6469515 h 6858000"/>
              <a:gd name="connsiteX73" fmla="*/ 1861077 w 13533620"/>
              <a:gd name="connsiteY73" fmla="*/ 6477582 h 6858000"/>
              <a:gd name="connsiteX74" fmla="*/ 1842523 w 13533620"/>
              <a:gd name="connsiteY74" fmla="*/ 6477582 h 6858000"/>
              <a:gd name="connsiteX75" fmla="*/ 2404464 w 13533620"/>
              <a:gd name="connsiteY75" fmla="*/ 6451061 h 6858000"/>
              <a:gd name="connsiteX76" fmla="*/ 2417573 w 13533620"/>
              <a:gd name="connsiteY76" fmla="*/ 6464876 h 6858000"/>
              <a:gd name="connsiteX77" fmla="*/ 2404464 w 13533620"/>
              <a:gd name="connsiteY77" fmla="*/ 6478691 h 6858000"/>
              <a:gd name="connsiteX78" fmla="*/ 2391455 w 13533620"/>
              <a:gd name="connsiteY78" fmla="*/ 6464876 h 6858000"/>
              <a:gd name="connsiteX79" fmla="*/ 2404464 w 13533620"/>
              <a:gd name="connsiteY79" fmla="*/ 6451061 h 6858000"/>
              <a:gd name="connsiteX80" fmla="*/ 2567115 w 13533620"/>
              <a:gd name="connsiteY80" fmla="*/ 6450960 h 6858000"/>
              <a:gd name="connsiteX81" fmla="*/ 2580224 w 13533620"/>
              <a:gd name="connsiteY81" fmla="*/ 6464876 h 6858000"/>
              <a:gd name="connsiteX82" fmla="*/ 2567115 w 13533620"/>
              <a:gd name="connsiteY82" fmla="*/ 6478792 h 6858000"/>
              <a:gd name="connsiteX83" fmla="*/ 2554006 w 13533620"/>
              <a:gd name="connsiteY83" fmla="*/ 6464876 h 6858000"/>
              <a:gd name="connsiteX84" fmla="*/ 2567115 w 13533620"/>
              <a:gd name="connsiteY84" fmla="*/ 6450960 h 6858000"/>
              <a:gd name="connsiteX85" fmla="*/ 2261581 w 13533620"/>
              <a:gd name="connsiteY85" fmla="*/ 6450960 h 6858000"/>
              <a:gd name="connsiteX86" fmla="*/ 2274690 w 13533620"/>
              <a:gd name="connsiteY86" fmla="*/ 6464876 h 6858000"/>
              <a:gd name="connsiteX87" fmla="*/ 2261581 w 13533620"/>
              <a:gd name="connsiteY87" fmla="*/ 6478792 h 6858000"/>
              <a:gd name="connsiteX88" fmla="*/ 2248472 w 13533620"/>
              <a:gd name="connsiteY88" fmla="*/ 6464876 h 6858000"/>
              <a:gd name="connsiteX89" fmla="*/ 2261581 w 13533620"/>
              <a:gd name="connsiteY89" fmla="*/ 6450960 h 6858000"/>
              <a:gd name="connsiteX90" fmla="*/ 1922935 w 13533620"/>
              <a:gd name="connsiteY90" fmla="*/ 6450960 h 6858000"/>
              <a:gd name="connsiteX91" fmla="*/ 1936044 w 13533620"/>
              <a:gd name="connsiteY91" fmla="*/ 6464876 h 6858000"/>
              <a:gd name="connsiteX92" fmla="*/ 1922935 w 13533620"/>
              <a:gd name="connsiteY92" fmla="*/ 6478792 h 6858000"/>
              <a:gd name="connsiteX93" fmla="*/ 1909826 w 13533620"/>
              <a:gd name="connsiteY93" fmla="*/ 6464876 h 6858000"/>
              <a:gd name="connsiteX94" fmla="*/ 1922935 w 13533620"/>
              <a:gd name="connsiteY94" fmla="*/ 6450960 h 6858000"/>
              <a:gd name="connsiteX95" fmla="*/ 2630119 w 13533620"/>
              <a:gd name="connsiteY95" fmla="*/ 6450153 h 6858000"/>
              <a:gd name="connsiteX96" fmla="*/ 2641515 w 13533620"/>
              <a:gd name="connsiteY96" fmla="*/ 6458926 h 6858000"/>
              <a:gd name="connsiteX97" fmla="*/ 2618926 w 13533620"/>
              <a:gd name="connsiteY97" fmla="*/ 6458926 h 6858000"/>
              <a:gd name="connsiteX98" fmla="*/ 2630119 w 13533620"/>
              <a:gd name="connsiteY98" fmla="*/ 6450153 h 6858000"/>
              <a:gd name="connsiteX99" fmla="*/ 2115378 w 13533620"/>
              <a:gd name="connsiteY99" fmla="*/ 6450153 h 6858000"/>
              <a:gd name="connsiteX100" fmla="*/ 2126773 w 13533620"/>
              <a:gd name="connsiteY100" fmla="*/ 6458926 h 6858000"/>
              <a:gd name="connsiteX101" fmla="*/ 2104184 w 13533620"/>
              <a:gd name="connsiteY101" fmla="*/ 6458926 h 6858000"/>
              <a:gd name="connsiteX102" fmla="*/ 2115378 w 13533620"/>
              <a:gd name="connsiteY102" fmla="*/ 6450153 h 6858000"/>
              <a:gd name="connsiteX103" fmla="*/ 2209682 w 13533620"/>
              <a:gd name="connsiteY103" fmla="*/ 6438859 h 6858000"/>
              <a:gd name="connsiteX104" fmla="*/ 2209682 w 13533620"/>
              <a:gd name="connsiteY104" fmla="*/ 6490893 h 6858000"/>
              <a:gd name="connsiteX105" fmla="*/ 2223699 w 13533620"/>
              <a:gd name="connsiteY105" fmla="*/ 6490893 h 6858000"/>
              <a:gd name="connsiteX106" fmla="*/ 2223699 w 13533620"/>
              <a:gd name="connsiteY106" fmla="*/ 6438859 h 6858000"/>
              <a:gd name="connsiteX107" fmla="*/ 2693263 w 13533620"/>
              <a:gd name="connsiteY107" fmla="*/ 6437851 h 6858000"/>
              <a:gd name="connsiteX108" fmla="*/ 2678237 w 13533620"/>
              <a:gd name="connsiteY108" fmla="*/ 6448136 h 6858000"/>
              <a:gd name="connsiteX109" fmla="*/ 2678237 w 13533620"/>
              <a:gd name="connsiteY109" fmla="*/ 6438859 h 6858000"/>
              <a:gd name="connsiteX110" fmla="*/ 2664220 w 13533620"/>
              <a:gd name="connsiteY110" fmla="*/ 6438859 h 6858000"/>
              <a:gd name="connsiteX111" fmla="*/ 2664220 w 13533620"/>
              <a:gd name="connsiteY111" fmla="*/ 6490893 h 6858000"/>
              <a:gd name="connsiteX112" fmla="*/ 2678237 w 13533620"/>
              <a:gd name="connsiteY112" fmla="*/ 6490893 h 6858000"/>
              <a:gd name="connsiteX113" fmla="*/ 2678237 w 13533620"/>
              <a:gd name="connsiteY113" fmla="*/ 6462557 h 6858000"/>
              <a:gd name="connsiteX114" fmla="*/ 2691649 w 13533620"/>
              <a:gd name="connsiteY114" fmla="*/ 6452674 h 6858000"/>
              <a:gd name="connsiteX115" fmla="*/ 2694170 w 13533620"/>
              <a:gd name="connsiteY115" fmla="*/ 6452674 h 6858000"/>
              <a:gd name="connsiteX116" fmla="*/ 2694170 w 13533620"/>
              <a:gd name="connsiteY116" fmla="*/ 6437851 h 6858000"/>
              <a:gd name="connsiteX117" fmla="*/ 1991889 w 13533620"/>
              <a:gd name="connsiteY117" fmla="*/ 6437851 h 6858000"/>
              <a:gd name="connsiteX118" fmla="*/ 1976864 w 13533620"/>
              <a:gd name="connsiteY118" fmla="*/ 6448136 h 6858000"/>
              <a:gd name="connsiteX119" fmla="*/ 1976864 w 13533620"/>
              <a:gd name="connsiteY119" fmla="*/ 6438859 h 6858000"/>
              <a:gd name="connsiteX120" fmla="*/ 1962847 w 13533620"/>
              <a:gd name="connsiteY120" fmla="*/ 6438859 h 6858000"/>
              <a:gd name="connsiteX121" fmla="*/ 1962847 w 13533620"/>
              <a:gd name="connsiteY121" fmla="*/ 6490893 h 6858000"/>
              <a:gd name="connsiteX122" fmla="*/ 1976864 w 13533620"/>
              <a:gd name="connsiteY122" fmla="*/ 6490893 h 6858000"/>
              <a:gd name="connsiteX123" fmla="*/ 1976864 w 13533620"/>
              <a:gd name="connsiteY123" fmla="*/ 6462557 h 6858000"/>
              <a:gd name="connsiteX124" fmla="*/ 1990276 w 13533620"/>
              <a:gd name="connsiteY124" fmla="*/ 6452674 h 6858000"/>
              <a:gd name="connsiteX125" fmla="*/ 1992797 w 13533620"/>
              <a:gd name="connsiteY125" fmla="*/ 6452674 h 6858000"/>
              <a:gd name="connsiteX126" fmla="*/ 1992797 w 13533620"/>
              <a:gd name="connsiteY126" fmla="*/ 6437851 h 6858000"/>
              <a:gd name="connsiteX127" fmla="*/ 2630119 w 13533620"/>
              <a:gd name="connsiteY127" fmla="*/ 6437447 h 6858000"/>
              <a:gd name="connsiteX128" fmla="*/ 2604203 w 13533620"/>
              <a:gd name="connsiteY128" fmla="*/ 6464876 h 6858000"/>
              <a:gd name="connsiteX129" fmla="*/ 2631329 w 13533620"/>
              <a:gd name="connsiteY129" fmla="*/ 6492405 h 6858000"/>
              <a:gd name="connsiteX130" fmla="*/ 2654321 w 13533620"/>
              <a:gd name="connsiteY130" fmla="*/ 6480607 h 6858000"/>
              <a:gd name="connsiteX131" fmla="*/ 2644842 w 13533620"/>
              <a:gd name="connsiteY131" fmla="*/ 6472540 h 6858000"/>
              <a:gd name="connsiteX132" fmla="*/ 2631329 w 13533620"/>
              <a:gd name="connsiteY132" fmla="*/ 6479699 h 6858000"/>
              <a:gd name="connsiteX133" fmla="*/ 2618724 w 13533620"/>
              <a:gd name="connsiteY133" fmla="*/ 6468909 h 6858000"/>
              <a:gd name="connsiteX134" fmla="*/ 2655733 w 13533620"/>
              <a:gd name="connsiteY134" fmla="*/ 6468909 h 6858000"/>
              <a:gd name="connsiteX135" fmla="*/ 2656136 w 13533620"/>
              <a:gd name="connsiteY135" fmla="*/ 6464271 h 6858000"/>
              <a:gd name="connsiteX136" fmla="*/ 2630119 w 13533620"/>
              <a:gd name="connsiteY136" fmla="*/ 6437447 h 6858000"/>
              <a:gd name="connsiteX137" fmla="*/ 2563989 w 13533620"/>
              <a:gd name="connsiteY137" fmla="*/ 6437447 h 6858000"/>
              <a:gd name="connsiteX138" fmla="*/ 2539484 w 13533620"/>
              <a:gd name="connsiteY138" fmla="*/ 6464876 h 6858000"/>
              <a:gd name="connsiteX139" fmla="*/ 2563989 w 13533620"/>
              <a:gd name="connsiteY139" fmla="*/ 6492405 h 6858000"/>
              <a:gd name="connsiteX140" fmla="*/ 2580224 w 13533620"/>
              <a:gd name="connsiteY140" fmla="*/ 6483430 h 6858000"/>
              <a:gd name="connsiteX141" fmla="*/ 2580224 w 13533620"/>
              <a:gd name="connsiteY141" fmla="*/ 6490893 h 6858000"/>
              <a:gd name="connsiteX142" fmla="*/ 2594241 w 13533620"/>
              <a:gd name="connsiteY142" fmla="*/ 6490893 h 6858000"/>
              <a:gd name="connsiteX143" fmla="*/ 2594241 w 13533620"/>
              <a:gd name="connsiteY143" fmla="*/ 6438859 h 6858000"/>
              <a:gd name="connsiteX144" fmla="*/ 2580224 w 13533620"/>
              <a:gd name="connsiteY144" fmla="*/ 6438859 h 6858000"/>
              <a:gd name="connsiteX145" fmla="*/ 2580224 w 13533620"/>
              <a:gd name="connsiteY145" fmla="*/ 6446422 h 6858000"/>
              <a:gd name="connsiteX146" fmla="*/ 2563989 w 13533620"/>
              <a:gd name="connsiteY146" fmla="*/ 6437447 h 6858000"/>
              <a:gd name="connsiteX147" fmla="*/ 2404464 w 13533620"/>
              <a:gd name="connsiteY147" fmla="*/ 6437447 h 6858000"/>
              <a:gd name="connsiteX148" fmla="*/ 2376934 w 13533620"/>
              <a:gd name="connsiteY148" fmla="*/ 6464876 h 6858000"/>
              <a:gd name="connsiteX149" fmla="*/ 2404464 w 13533620"/>
              <a:gd name="connsiteY149" fmla="*/ 6492304 h 6858000"/>
              <a:gd name="connsiteX150" fmla="*/ 2432094 w 13533620"/>
              <a:gd name="connsiteY150" fmla="*/ 6464876 h 6858000"/>
              <a:gd name="connsiteX151" fmla="*/ 2404464 w 13533620"/>
              <a:gd name="connsiteY151" fmla="*/ 6437447 h 6858000"/>
              <a:gd name="connsiteX152" fmla="*/ 2258455 w 13533620"/>
              <a:gd name="connsiteY152" fmla="*/ 6437447 h 6858000"/>
              <a:gd name="connsiteX153" fmla="*/ 2233951 w 13533620"/>
              <a:gd name="connsiteY153" fmla="*/ 6464876 h 6858000"/>
              <a:gd name="connsiteX154" fmla="*/ 2258455 w 13533620"/>
              <a:gd name="connsiteY154" fmla="*/ 6492405 h 6858000"/>
              <a:gd name="connsiteX155" fmla="*/ 2274690 w 13533620"/>
              <a:gd name="connsiteY155" fmla="*/ 6483430 h 6858000"/>
              <a:gd name="connsiteX156" fmla="*/ 2274690 w 13533620"/>
              <a:gd name="connsiteY156" fmla="*/ 6490893 h 6858000"/>
              <a:gd name="connsiteX157" fmla="*/ 2288707 w 13533620"/>
              <a:gd name="connsiteY157" fmla="*/ 6490893 h 6858000"/>
              <a:gd name="connsiteX158" fmla="*/ 2288707 w 13533620"/>
              <a:gd name="connsiteY158" fmla="*/ 6438859 h 6858000"/>
              <a:gd name="connsiteX159" fmla="*/ 2274690 w 13533620"/>
              <a:gd name="connsiteY159" fmla="*/ 6438859 h 6858000"/>
              <a:gd name="connsiteX160" fmla="*/ 2274690 w 13533620"/>
              <a:gd name="connsiteY160" fmla="*/ 6446422 h 6858000"/>
              <a:gd name="connsiteX161" fmla="*/ 2258455 w 13533620"/>
              <a:gd name="connsiteY161" fmla="*/ 6437447 h 6858000"/>
              <a:gd name="connsiteX162" fmla="*/ 2180631 w 13533620"/>
              <a:gd name="connsiteY162" fmla="*/ 6437447 h 6858000"/>
              <a:gd name="connsiteX163" fmla="*/ 2165001 w 13533620"/>
              <a:gd name="connsiteY163" fmla="*/ 6444809 h 6858000"/>
              <a:gd name="connsiteX164" fmla="*/ 2165001 w 13533620"/>
              <a:gd name="connsiteY164" fmla="*/ 6438859 h 6858000"/>
              <a:gd name="connsiteX165" fmla="*/ 2150984 w 13533620"/>
              <a:gd name="connsiteY165" fmla="*/ 6438859 h 6858000"/>
              <a:gd name="connsiteX166" fmla="*/ 2150984 w 13533620"/>
              <a:gd name="connsiteY166" fmla="*/ 6490893 h 6858000"/>
              <a:gd name="connsiteX167" fmla="*/ 2165001 w 13533620"/>
              <a:gd name="connsiteY167" fmla="*/ 6490893 h 6858000"/>
              <a:gd name="connsiteX168" fmla="*/ 2165001 w 13533620"/>
              <a:gd name="connsiteY168" fmla="*/ 6459733 h 6858000"/>
              <a:gd name="connsiteX169" fmla="*/ 2174581 w 13533620"/>
              <a:gd name="connsiteY169" fmla="*/ 6449750 h 6858000"/>
              <a:gd name="connsiteX170" fmla="*/ 2183555 w 13533620"/>
              <a:gd name="connsiteY170" fmla="*/ 6459229 h 6858000"/>
              <a:gd name="connsiteX171" fmla="*/ 2183555 w 13533620"/>
              <a:gd name="connsiteY171" fmla="*/ 6490893 h 6858000"/>
              <a:gd name="connsiteX172" fmla="*/ 2197572 w 13533620"/>
              <a:gd name="connsiteY172" fmla="*/ 6490893 h 6858000"/>
              <a:gd name="connsiteX173" fmla="*/ 2197572 w 13533620"/>
              <a:gd name="connsiteY173" fmla="*/ 6456708 h 6858000"/>
              <a:gd name="connsiteX174" fmla="*/ 2180631 w 13533620"/>
              <a:gd name="connsiteY174" fmla="*/ 6437447 h 6858000"/>
              <a:gd name="connsiteX175" fmla="*/ 2115378 w 13533620"/>
              <a:gd name="connsiteY175" fmla="*/ 6437447 h 6858000"/>
              <a:gd name="connsiteX176" fmla="*/ 2089462 w 13533620"/>
              <a:gd name="connsiteY176" fmla="*/ 6464876 h 6858000"/>
              <a:gd name="connsiteX177" fmla="*/ 2116588 w 13533620"/>
              <a:gd name="connsiteY177" fmla="*/ 6492405 h 6858000"/>
              <a:gd name="connsiteX178" fmla="*/ 2139580 w 13533620"/>
              <a:gd name="connsiteY178" fmla="*/ 6480607 h 6858000"/>
              <a:gd name="connsiteX179" fmla="*/ 2130100 w 13533620"/>
              <a:gd name="connsiteY179" fmla="*/ 6472540 h 6858000"/>
              <a:gd name="connsiteX180" fmla="*/ 2116588 w 13533620"/>
              <a:gd name="connsiteY180" fmla="*/ 6479699 h 6858000"/>
              <a:gd name="connsiteX181" fmla="*/ 2103983 w 13533620"/>
              <a:gd name="connsiteY181" fmla="*/ 6468909 h 6858000"/>
              <a:gd name="connsiteX182" fmla="*/ 2140991 w 13533620"/>
              <a:gd name="connsiteY182" fmla="*/ 6468909 h 6858000"/>
              <a:gd name="connsiteX183" fmla="*/ 2141395 w 13533620"/>
              <a:gd name="connsiteY183" fmla="*/ 6464271 h 6858000"/>
              <a:gd name="connsiteX184" fmla="*/ 2115378 w 13533620"/>
              <a:gd name="connsiteY184" fmla="*/ 6437447 h 6858000"/>
              <a:gd name="connsiteX185" fmla="*/ 2031022 w 13533620"/>
              <a:gd name="connsiteY185" fmla="*/ 6437447 h 6858000"/>
              <a:gd name="connsiteX186" fmla="*/ 2015996 w 13533620"/>
              <a:gd name="connsiteY186" fmla="*/ 6444809 h 6858000"/>
              <a:gd name="connsiteX187" fmla="*/ 2015996 w 13533620"/>
              <a:gd name="connsiteY187" fmla="*/ 6438859 h 6858000"/>
              <a:gd name="connsiteX188" fmla="*/ 2001980 w 13533620"/>
              <a:gd name="connsiteY188" fmla="*/ 6438859 h 6858000"/>
              <a:gd name="connsiteX189" fmla="*/ 2001980 w 13533620"/>
              <a:gd name="connsiteY189" fmla="*/ 6490893 h 6858000"/>
              <a:gd name="connsiteX190" fmla="*/ 2015996 w 13533620"/>
              <a:gd name="connsiteY190" fmla="*/ 6490893 h 6858000"/>
              <a:gd name="connsiteX191" fmla="*/ 2015996 w 13533620"/>
              <a:gd name="connsiteY191" fmla="*/ 6460036 h 6858000"/>
              <a:gd name="connsiteX192" fmla="*/ 2024971 w 13533620"/>
              <a:gd name="connsiteY192" fmla="*/ 6449750 h 6858000"/>
              <a:gd name="connsiteX193" fmla="*/ 2033543 w 13533620"/>
              <a:gd name="connsiteY193" fmla="*/ 6459632 h 6858000"/>
              <a:gd name="connsiteX194" fmla="*/ 2033543 w 13533620"/>
              <a:gd name="connsiteY194" fmla="*/ 6490893 h 6858000"/>
              <a:gd name="connsiteX195" fmla="*/ 2047459 w 13533620"/>
              <a:gd name="connsiteY195" fmla="*/ 6490893 h 6858000"/>
              <a:gd name="connsiteX196" fmla="*/ 2047459 w 13533620"/>
              <a:gd name="connsiteY196" fmla="*/ 6458523 h 6858000"/>
              <a:gd name="connsiteX197" fmla="*/ 2056535 w 13533620"/>
              <a:gd name="connsiteY197" fmla="*/ 6449750 h 6858000"/>
              <a:gd name="connsiteX198" fmla="*/ 2065106 w 13533620"/>
              <a:gd name="connsiteY198" fmla="*/ 6459632 h 6858000"/>
              <a:gd name="connsiteX199" fmla="*/ 2065106 w 13533620"/>
              <a:gd name="connsiteY199" fmla="*/ 6490893 h 6858000"/>
              <a:gd name="connsiteX200" fmla="*/ 2079123 w 13533620"/>
              <a:gd name="connsiteY200" fmla="*/ 6490893 h 6858000"/>
              <a:gd name="connsiteX201" fmla="*/ 2079123 w 13533620"/>
              <a:gd name="connsiteY201" fmla="*/ 6457010 h 6858000"/>
              <a:gd name="connsiteX202" fmla="*/ 2061173 w 13533620"/>
              <a:gd name="connsiteY202" fmla="*/ 6437447 h 6858000"/>
              <a:gd name="connsiteX203" fmla="*/ 2045140 w 13533620"/>
              <a:gd name="connsiteY203" fmla="*/ 6445716 h 6858000"/>
              <a:gd name="connsiteX204" fmla="*/ 2031022 w 13533620"/>
              <a:gd name="connsiteY204" fmla="*/ 6437447 h 6858000"/>
              <a:gd name="connsiteX205" fmla="*/ 1919809 w 13533620"/>
              <a:gd name="connsiteY205" fmla="*/ 6437447 h 6858000"/>
              <a:gd name="connsiteX206" fmla="*/ 1895305 w 13533620"/>
              <a:gd name="connsiteY206" fmla="*/ 6464876 h 6858000"/>
              <a:gd name="connsiteX207" fmla="*/ 1919809 w 13533620"/>
              <a:gd name="connsiteY207" fmla="*/ 6492405 h 6858000"/>
              <a:gd name="connsiteX208" fmla="*/ 1936044 w 13533620"/>
              <a:gd name="connsiteY208" fmla="*/ 6483430 h 6858000"/>
              <a:gd name="connsiteX209" fmla="*/ 1936044 w 13533620"/>
              <a:gd name="connsiteY209" fmla="*/ 6490893 h 6858000"/>
              <a:gd name="connsiteX210" fmla="*/ 1950061 w 13533620"/>
              <a:gd name="connsiteY210" fmla="*/ 6490893 h 6858000"/>
              <a:gd name="connsiteX211" fmla="*/ 1950061 w 13533620"/>
              <a:gd name="connsiteY211" fmla="*/ 6438859 h 6858000"/>
              <a:gd name="connsiteX212" fmla="*/ 1936044 w 13533620"/>
              <a:gd name="connsiteY212" fmla="*/ 6438859 h 6858000"/>
              <a:gd name="connsiteX213" fmla="*/ 1936044 w 13533620"/>
              <a:gd name="connsiteY213" fmla="*/ 6446422 h 6858000"/>
              <a:gd name="connsiteX214" fmla="*/ 1919809 w 13533620"/>
              <a:gd name="connsiteY214" fmla="*/ 6437447 h 6858000"/>
              <a:gd name="connsiteX215" fmla="*/ 1842523 w 13533620"/>
              <a:gd name="connsiteY215" fmla="*/ 6433615 h 6858000"/>
              <a:gd name="connsiteX216" fmla="*/ 1860069 w 13533620"/>
              <a:gd name="connsiteY216" fmla="*/ 6433615 h 6858000"/>
              <a:gd name="connsiteX217" fmla="*/ 1868741 w 13533620"/>
              <a:gd name="connsiteY217" fmla="*/ 6441078 h 6858000"/>
              <a:gd name="connsiteX218" fmla="*/ 1860069 w 13533620"/>
              <a:gd name="connsiteY218" fmla="*/ 6448439 h 6858000"/>
              <a:gd name="connsiteX219" fmla="*/ 1842523 w 13533620"/>
              <a:gd name="connsiteY219" fmla="*/ 6448439 h 6858000"/>
              <a:gd name="connsiteX220" fmla="*/ 2461627 w 13533620"/>
              <a:gd name="connsiteY220" fmla="*/ 6423632 h 6858000"/>
              <a:gd name="connsiteX221" fmla="*/ 2447610 w 13533620"/>
              <a:gd name="connsiteY221" fmla="*/ 6427666 h 6858000"/>
              <a:gd name="connsiteX222" fmla="*/ 2447610 w 13533620"/>
              <a:gd name="connsiteY222" fmla="*/ 6438859 h 6858000"/>
              <a:gd name="connsiteX223" fmla="*/ 2438837 w 13533620"/>
              <a:gd name="connsiteY223" fmla="*/ 6438859 h 6858000"/>
              <a:gd name="connsiteX224" fmla="*/ 2438837 w 13533620"/>
              <a:gd name="connsiteY224" fmla="*/ 6450758 h 6858000"/>
              <a:gd name="connsiteX225" fmla="*/ 2447610 w 13533620"/>
              <a:gd name="connsiteY225" fmla="*/ 6450758 h 6858000"/>
              <a:gd name="connsiteX226" fmla="*/ 2447610 w 13533620"/>
              <a:gd name="connsiteY226" fmla="*/ 6472943 h 6858000"/>
              <a:gd name="connsiteX227" fmla="*/ 2465661 w 13533620"/>
              <a:gd name="connsiteY227" fmla="*/ 6492103 h 6858000"/>
              <a:gd name="connsiteX228" fmla="*/ 2473627 w 13533620"/>
              <a:gd name="connsiteY228" fmla="*/ 6491195 h 6858000"/>
              <a:gd name="connsiteX229" fmla="*/ 2473627 w 13533620"/>
              <a:gd name="connsiteY229" fmla="*/ 6479296 h 6858000"/>
              <a:gd name="connsiteX230" fmla="*/ 2469695 w 13533620"/>
              <a:gd name="connsiteY230" fmla="*/ 6479699 h 6858000"/>
              <a:gd name="connsiteX231" fmla="*/ 2461627 w 13533620"/>
              <a:gd name="connsiteY231" fmla="*/ 6471733 h 6858000"/>
              <a:gd name="connsiteX232" fmla="*/ 2461627 w 13533620"/>
              <a:gd name="connsiteY232" fmla="*/ 6450758 h 6858000"/>
              <a:gd name="connsiteX233" fmla="*/ 2473627 w 13533620"/>
              <a:gd name="connsiteY233" fmla="*/ 6450758 h 6858000"/>
              <a:gd name="connsiteX234" fmla="*/ 2473627 w 13533620"/>
              <a:gd name="connsiteY234" fmla="*/ 6438859 h 6858000"/>
              <a:gd name="connsiteX235" fmla="*/ 2461627 w 13533620"/>
              <a:gd name="connsiteY235" fmla="*/ 6438859 h 6858000"/>
              <a:gd name="connsiteX236" fmla="*/ 2483609 w 13533620"/>
              <a:gd name="connsiteY236" fmla="*/ 6420305 h 6858000"/>
              <a:gd name="connsiteX237" fmla="*/ 2483609 w 13533620"/>
              <a:gd name="connsiteY237" fmla="*/ 6490893 h 6858000"/>
              <a:gd name="connsiteX238" fmla="*/ 2497626 w 13533620"/>
              <a:gd name="connsiteY238" fmla="*/ 6490893 h 6858000"/>
              <a:gd name="connsiteX239" fmla="*/ 2497626 w 13533620"/>
              <a:gd name="connsiteY239" fmla="*/ 6459733 h 6858000"/>
              <a:gd name="connsiteX240" fmla="*/ 2507206 w 13533620"/>
              <a:gd name="connsiteY240" fmla="*/ 6449750 h 6858000"/>
              <a:gd name="connsiteX241" fmla="*/ 2516181 w 13533620"/>
              <a:gd name="connsiteY241" fmla="*/ 6459229 h 6858000"/>
              <a:gd name="connsiteX242" fmla="*/ 2516181 w 13533620"/>
              <a:gd name="connsiteY242" fmla="*/ 6490893 h 6858000"/>
              <a:gd name="connsiteX243" fmla="*/ 2530198 w 13533620"/>
              <a:gd name="connsiteY243" fmla="*/ 6490893 h 6858000"/>
              <a:gd name="connsiteX244" fmla="*/ 2530198 w 13533620"/>
              <a:gd name="connsiteY244" fmla="*/ 6456708 h 6858000"/>
              <a:gd name="connsiteX245" fmla="*/ 2513256 w 13533620"/>
              <a:gd name="connsiteY245" fmla="*/ 6437447 h 6858000"/>
              <a:gd name="connsiteX246" fmla="*/ 2497626 w 13533620"/>
              <a:gd name="connsiteY246" fmla="*/ 6444809 h 6858000"/>
              <a:gd name="connsiteX247" fmla="*/ 2497626 w 13533620"/>
              <a:gd name="connsiteY247" fmla="*/ 6420305 h 6858000"/>
              <a:gd name="connsiteX248" fmla="*/ 1827396 w 13533620"/>
              <a:gd name="connsiteY248" fmla="*/ 6420305 h 6858000"/>
              <a:gd name="connsiteX249" fmla="*/ 1827396 w 13533620"/>
              <a:gd name="connsiteY249" fmla="*/ 6490893 h 6858000"/>
              <a:gd name="connsiteX250" fmla="*/ 1862287 w 13533620"/>
              <a:gd name="connsiteY250" fmla="*/ 6490893 h 6858000"/>
              <a:gd name="connsiteX251" fmla="*/ 1886187 w 13533620"/>
              <a:gd name="connsiteY251" fmla="*/ 6471229 h 6858000"/>
              <a:gd name="connsiteX252" fmla="*/ 1873884 w 13533620"/>
              <a:gd name="connsiteY252" fmla="*/ 6454691 h 6858000"/>
              <a:gd name="connsiteX253" fmla="*/ 1884372 w 13533620"/>
              <a:gd name="connsiteY253" fmla="*/ 6438960 h 6858000"/>
              <a:gd name="connsiteX254" fmla="*/ 1862187 w 13533620"/>
              <a:gd name="connsiteY254" fmla="*/ 6420305 h 6858000"/>
              <a:gd name="connsiteX255" fmla="*/ 2335880 w 13533620"/>
              <a:gd name="connsiteY255" fmla="*/ 6419094 h 6858000"/>
              <a:gd name="connsiteX256" fmla="*/ 2299980 w 13533620"/>
              <a:gd name="connsiteY256" fmla="*/ 6455800 h 6858000"/>
              <a:gd name="connsiteX257" fmla="*/ 2333661 w 13533620"/>
              <a:gd name="connsiteY257" fmla="*/ 6492405 h 6858000"/>
              <a:gd name="connsiteX258" fmla="*/ 2354233 w 13533620"/>
              <a:gd name="connsiteY258" fmla="*/ 6482624 h 6858000"/>
              <a:gd name="connsiteX259" fmla="*/ 2354233 w 13533620"/>
              <a:gd name="connsiteY259" fmla="*/ 6490893 h 6858000"/>
              <a:gd name="connsiteX260" fmla="*/ 2367846 w 13533620"/>
              <a:gd name="connsiteY260" fmla="*/ 6490893 h 6858000"/>
              <a:gd name="connsiteX261" fmla="*/ 2367846 w 13533620"/>
              <a:gd name="connsiteY261" fmla="*/ 6452977 h 6858000"/>
              <a:gd name="connsiteX262" fmla="*/ 2336182 w 13533620"/>
              <a:gd name="connsiteY262" fmla="*/ 6452977 h 6858000"/>
              <a:gd name="connsiteX263" fmla="*/ 2336182 w 13533620"/>
              <a:gd name="connsiteY263" fmla="*/ 6466489 h 6858000"/>
              <a:gd name="connsiteX264" fmla="*/ 2352922 w 13533620"/>
              <a:gd name="connsiteY264" fmla="*/ 6466489 h 6858000"/>
              <a:gd name="connsiteX265" fmla="*/ 2336082 w 13533620"/>
              <a:gd name="connsiteY265" fmla="*/ 6478086 h 6858000"/>
              <a:gd name="connsiteX266" fmla="*/ 2316014 w 13533620"/>
              <a:gd name="connsiteY266" fmla="*/ 6455800 h 6858000"/>
              <a:gd name="connsiteX267" fmla="*/ 2335880 w 13533620"/>
              <a:gd name="connsiteY267" fmla="*/ 6433414 h 6858000"/>
              <a:gd name="connsiteX268" fmla="*/ 2353628 w 13533620"/>
              <a:gd name="connsiteY268" fmla="*/ 6443699 h 6858000"/>
              <a:gd name="connsiteX269" fmla="*/ 2366334 w 13533620"/>
              <a:gd name="connsiteY269" fmla="*/ 6435229 h 6858000"/>
              <a:gd name="connsiteX270" fmla="*/ 2335880 w 13533620"/>
              <a:gd name="connsiteY270" fmla="*/ 6419094 h 6858000"/>
              <a:gd name="connsiteX271" fmla="*/ 2216741 w 13533620"/>
              <a:gd name="connsiteY271" fmla="*/ 6416674 h 6858000"/>
              <a:gd name="connsiteX272" fmla="*/ 2208371 w 13533620"/>
              <a:gd name="connsiteY272" fmla="*/ 6424943 h 6858000"/>
              <a:gd name="connsiteX273" fmla="*/ 2216741 w 13533620"/>
              <a:gd name="connsiteY273" fmla="*/ 6433313 h 6858000"/>
              <a:gd name="connsiteX274" fmla="*/ 2225111 w 13533620"/>
              <a:gd name="connsiteY274" fmla="*/ 6424943 h 6858000"/>
              <a:gd name="connsiteX275" fmla="*/ 2216741 w 13533620"/>
              <a:gd name="connsiteY275" fmla="*/ 6416674 h 6858000"/>
              <a:gd name="connsiteX276" fmla="*/ 1341620 w 13533620"/>
              <a:gd name="connsiteY276" fmla="*/ 786751 h 6858000"/>
              <a:gd name="connsiteX277" fmla="*/ 1813492 w 13533620"/>
              <a:gd name="connsiteY277" fmla="*/ 2680582 h 6858000"/>
              <a:gd name="connsiteX278" fmla="*/ 2144496 w 13533620"/>
              <a:gd name="connsiteY278" fmla="*/ 2879540 h 6858000"/>
              <a:gd name="connsiteX279" fmla="*/ 2199279 w 13533620"/>
              <a:gd name="connsiteY279" fmla="*/ 2865890 h 6858000"/>
              <a:gd name="connsiteX280" fmla="*/ 2246357 w 13533620"/>
              <a:gd name="connsiteY280" fmla="*/ 2862396 h 6858000"/>
              <a:gd name="connsiteX281" fmla="*/ 13533620 w 13533620"/>
              <a:gd name="connsiteY281" fmla="*/ 872148 h 6858000"/>
              <a:gd name="connsiteX282" fmla="*/ 13533620 w 13533620"/>
              <a:gd name="connsiteY282" fmla="*/ 6858000 h 6858000"/>
              <a:gd name="connsiteX283" fmla="*/ 1464375 w 13533620"/>
              <a:gd name="connsiteY283" fmla="*/ 6858000 h 6858000"/>
              <a:gd name="connsiteX284" fmla="*/ 1341620 w 13533620"/>
              <a:gd name="connsiteY284" fmla="*/ 6858000 h 6858000"/>
              <a:gd name="connsiteX285" fmla="*/ 0 w 13533620"/>
              <a:gd name="connsiteY285" fmla="*/ 6858000 h 6858000"/>
              <a:gd name="connsiteX286" fmla="*/ 0 w 13533620"/>
              <a:gd name="connsiteY286" fmla="*/ 5516563 h 6858000"/>
              <a:gd name="connsiteX287" fmla="*/ 1341620 w 13533620"/>
              <a:gd name="connsiteY287" fmla="*/ 5516563 h 6858000"/>
              <a:gd name="connsiteX288" fmla="*/ 1341620 w 13533620"/>
              <a:gd name="connsiteY288" fmla="*/ 0 h 6858000"/>
              <a:gd name="connsiteX289" fmla="*/ 1341621 w 13533620"/>
              <a:gd name="connsiteY289" fmla="*/ 0 h 6858000"/>
              <a:gd name="connsiteX290" fmla="*/ 1341620 w 13533620"/>
              <a:gd name="connsiteY290" fmla="*/ 78675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Lst>
            <a:rect l="l" t="t" r="r" b="b"/>
            <a:pathLst>
              <a:path w="13533620" h="6858000">
                <a:moveTo>
                  <a:pt x="2034882" y="6562790"/>
                </a:moveTo>
                <a:cubicBezTo>
                  <a:pt x="2042872" y="6562790"/>
                  <a:pt x="2049409" y="6568497"/>
                  <a:pt x="2050862" y="6577940"/>
                </a:cubicBezTo>
                <a:lnTo>
                  <a:pt x="2018280" y="6577940"/>
                </a:lnTo>
                <a:cubicBezTo>
                  <a:pt x="2019837" y="6568705"/>
                  <a:pt x="2026270" y="6562790"/>
                  <a:pt x="2034882" y="6562790"/>
                </a:cubicBezTo>
                <a:close/>
                <a:moveTo>
                  <a:pt x="1910985" y="6562790"/>
                </a:moveTo>
                <a:cubicBezTo>
                  <a:pt x="1918975" y="6562790"/>
                  <a:pt x="1925512" y="6568497"/>
                  <a:pt x="1926965" y="6577940"/>
                </a:cubicBezTo>
                <a:lnTo>
                  <a:pt x="1894383" y="6577940"/>
                </a:lnTo>
                <a:cubicBezTo>
                  <a:pt x="1895940" y="6568705"/>
                  <a:pt x="1902373" y="6562790"/>
                  <a:pt x="1910985" y="6562790"/>
                </a:cubicBezTo>
                <a:close/>
                <a:moveTo>
                  <a:pt x="1947320" y="6556045"/>
                </a:moveTo>
                <a:lnTo>
                  <a:pt x="1947320" y="6608757"/>
                </a:lnTo>
                <a:lnTo>
                  <a:pt x="1956036" y="6608757"/>
                </a:lnTo>
                <a:lnTo>
                  <a:pt x="1956036" y="6556045"/>
                </a:lnTo>
                <a:close/>
                <a:moveTo>
                  <a:pt x="2034882" y="6554697"/>
                </a:moveTo>
                <a:cubicBezTo>
                  <a:pt x="2020148" y="6554697"/>
                  <a:pt x="2009149" y="6566318"/>
                  <a:pt x="2009149" y="6582401"/>
                </a:cubicBezTo>
                <a:cubicBezTo>
                  <a:pt x="2009149" y="6598381"/>
                  <a:pt x="2020355" y="6610106"/>
                  <a:pt x="2035401" y="6610106"/>
                </a:cubicBezTo>
                <a:cubicBezTo>
                  <a:pt x="2045155" y="6610106"/>
                  <a:pt x="2053664" y="6605437"/>
                  <a:pt x="2058022" y="6598485"/>
                </a:cubicBezTo>
                <a:lnTo>
                  <a:pt x="2051900" y="6593297"/>
                </a:lnTo>
                <a:cubicBezTo>
                  <a:pt x="2048579" y="6598692"/>
                  <a:pt x="2042665" y="6602013"/>
                  <a:pt x="2035401" y="6602013"/>
                </a:cubicBezTo>
                <a:cubicBezTo>
                  <a:pt x="2026166" y="6602013"/>
                  <a:pt x="2019318" y="6595268"/>
                  <a:pt x="2018176" y="6585203"/>
                </a:cubicBezTo>
                <a:lnTo>
                  <a:pt x="2059786" y="6585203"/>
                </a:lnTo>
                <a:cubicBezTo>
                  <a:pt x="2059890" y="6584165"/>
                  <a:pt x="2059993" y="6583024"/>
                  <a:pt x="2059993" y="6582090"/>
                </a:cubicBezTo>
                <a:cubicBezTo>
                  <a:pt x="2059993" y="6566629"/>
                  <a:pt x="2049409" y="6554697"/>
                  <a:pt x="2034882" y="6554697"/>
                </a:cubicBezTo>
                <a:close/>
                <a:moveTo>
                  <a:pt x="1910985" y="6554697"/>
                </a:moveTo>
                <a:cubicBezTo>
                  <a:pt x="1896251" y="6554697"/>
                  <a:pt x="1885252" y="6566318"/>
                  <a:pt x="1885252" y="6582401"/>
                </a:cubicBezTo>
                <a:cubicBezTo>
                  <a:pt x="1885252" y="6598381"/>
                  <a:pt x="1896458" y="6610106"/>
                  <a:pt x="1911504" y="6610106"/>
                </a:cubicBezTo>
                <a:cubicBezTo>
                  <a:pt x="1921258" y="6610106"/>
                  <a:pt x="1929767" y="6605437"/>
                  <a:pt x="1934125" y="6598485"/>
                </a:cubicBezTo>
                <a:lnTo>
                  <a:pt x="1928003" y="6593297"/>
                </a:lnTo>
                <a:cubicBezTo>
                  <a:pt x="1924682" y="6598692"/>
                  <a:pt x="1918768" y="6602013"/>
                  <a:pt x="1911504" y="6602013"/>
                </a:cubicBezTo>
                <a:cubicBezTo>
                  <a:pt x="1902269" y="6602013"/>
                  <a:pt x="1895421" y="6595268"/>
                  <a:pt x="1894279" y="6585203"/>
                </a:cubicBezTo>
                <a:lnTo>
                  <a:pt x="1935889" y="6585203"/>
                </a:lnTo>
                <a:cubicBezTo>
                  <a:pt x="1935993" y="6584165"/>
                  <a:pt x="1936096" y="6583024"/>
                  <a:pt x="1936096" y="6582090"/>
                </a:cubicBezTo>
                <a:cubicBezTo>
                  <a:pt x="1936096" y="6566629"/>
                  <a:pt x="1925512" y="6554697"/>
                  <a:pt x="1910985" y="6554697"/>
                </a:cubicBezTo>
                <a:close/>
                <a:moveTo>
                  <a:pt x="1985277" y="6541207"/>
                </a:moveTo>
                <a:lnTo>
                  <a:pt x="1976561" y="6544216"/>
                </a:lnTo>
                <a:lnTo>
                  <a:pt x="1976561" y="6556045"/>
                </a:lnTo>
                <a:lnTo>
                  <a:pt x="1966807" y="6556045"/>
                </a:lnTo>
                <a:lnTo>
                  <a:pt x="1966807" y="6563620"/>
                </a:lnTo>
                <a:lnTo>
                  <a:pt x="1976561" y="6563620"/>
                </a:lnTo>
                <a:lnTo>
                  <a:pt x="1976561" y="6593608"/>
                </a:lnTo>
                <a:cubicBezTo>
                  <a:pt x="1976561" y="6603881"/>
                  <a:pt x="1982164" y="6609899"/>
                  <a:pt x="1991918" y="6609899"/>
                </a:cubicBezTo>
                <a:cubicBezTo>
                  <a:pt x="1994720" y="6609899"/>
                  <a:pt x="1997210" y="6609484"/>
                  <a:pt x="1998974" y="6608757"/>
                </a:cubicBezTo>
                <a:lnTo>
                  <a:pt x="1998974" y="6600975"/>
                </a:lnTo>
                <a:cubicBezTo>
                  <a:pt x="1997418" y="6601598"/>
                  <a:pt x="1995654" y="6601909"/>
                  <a:pt x="1993993" y="6601909"/>
                </a:cubicBezTo>
                <a:cubicBezTo>
                  <a:pt x="1988182" y="6601909"/>
                  <a:pt x="1985277" y="6598692"/>
                  <a:pt x="1985277" y="6592778"/>
                </a:cubicBezTo>
                <a:lnTo>
                  <a:pt x="1985277" y="6563620"/>
                </a:lnTo>
                <a:lnTo>
                  <a:pt x="1998974" y="6563620"/>
                </a:lnTo>
                <a:lnTo>
                  <a:pt x="1998974" y="6556045"/>
                </a:lnTo>
                <a:lnTo>
                  <a:pt x="1985277" y="6556045"/>
                </a:lnTo>
                <a:close/>
                <a:moveTo>
                  <a:pt x="1851208" y="6534878"/>
                </a:moveTo>
                <a:cubicBezTo>
                  <a:pt x="1835540" y="6534878"/>
                  <a:pt x="1825993" y="6542867"/>
                  <a:pt x="1825993" y="6554800"/>
                </a:cubicBezTo>
                <a:cubicBezTo>
                  <a:pt x="1825993" y="6565799"/>
                  <a:pt x="1831908" y="6571921"/>
                  <a:pt x="1844671" y="6574723"/>
                </a:cubicBezTo>
                <a:lnTo>
                  <a:pt x="1853283" y="6576591"/>
                </a:lnTo>
                <a:cubicBezTo>
                  <a:pt x="1861896" y="6578562"/>
                  <a:pt x="1866565" y="6582401"/>
                  <a:pt x="1866565" y="6589354"/>
                </a:cubicBezTo>
                <a:cubicBezTo>
                  <a:pt x="1866565" y="6597032"/>
                  <a:pt x="1860443" y="6601701"/>
                  <a:pt x="1849340" y="6601701"/>
                </a:cubicBezTo>
                <a:cubicBezTo>
                  <a:pt x="1841662" y="6601701"/>
                  <a:pt x="1833879" y="6599107"/>
                  <a:pt x="1827238" y="6593815"/>
                </a:cubicBezTo>
                <a:lnTo>
                  <a:pt x="1827238" y="6603569"/>
                </a:lnTo>
                <a:cubicBezTo>
                  <a:pt x="1833361" y="6607720"/>
                  <a:pt x="1841454" y="6610003"/>
                  <a:pt x="1849340" y="6610003"/>
                </a:cubicBezTo>
                <a:cubicBezTo>
                  <a:pt x="1865735" y="6610003"/>
                  <a:pt x="1875904" y="6602117"/>
                  <a:pt x="1875904" y="6589042"/>
                </a:cubicBezTo>
                <a:cubicBezTo>
                  <a:pt x="1875904" y="6577732"/>
                  <a:pt x="1869574" y="6570780"/>
                  <a:pt x="1856085" y="6567771"/>
                </a:cubicBezTo>
                <a:lnTo>
                  <a:pt x="1847472" y="6565799"/>
                </a:lnTo>
                <a:cubicBezTo>
                  <a:pt x="1838964" y="6563828"/>
                  <a:pt x="1835436" y="6560196"/>
                  <a:pt x="1835436" y="6554178"/>
                </a:cubicBezTo>
                <a:cubicBezTo>
                  <a:pt x="1835436" y="6547433"/>
                  <a:pt x="1841350" y="6543179"/>
                  <a:pt x="1851208" y="6543179"/>
                </a:cubicBezTo>
                <a:cubicBezTo>
                  <a:pt x="1858783" y="6543179"/>
                  <a:pt x="1866357" y="6545669"/>
                  <a:pt x="1872583" y="6551065"/>
                </a:cubicBezTo>
                <a:lnTo>
                  <a:pt x="1872687" y="6541311"/>
                </a:lnTo>
                <a:cubicBezTo>
                  <a:pt x="1866254" y="6536849"/>
                  <a:pt x="1858056" y="6534878"/>
                  <a:pt x="1851208" y="6534878"/>
                </a:cubicBezTo>
                <a:close/>
                <a:moveTo>
                  <a:pt x="1951678" y="6534151"/>
                </a:moveTo>
                <a:cubicBezTo>
                  <a:pt x="1948254" y="6534151"/>
                  <a:pt x="1945659" y="6536849"/>
                  <a:pt x="1945659" y="6540170"/>
                </a:cubicBezTo>
                <a:cubicBezTo>
                  <a:pt x="1945659" y="6543594"/>
                  <a:pt x="1948254" y="6546188"/>
                  <a:pt x="1951678" y="6546188"/>
                </a:cubicBezTo>
                <a:cubicBezTo>
                  <a:pt x="1955102" y="6546188"/>
                  <a:pt x="1957696" y="6543594"/>
                  <a:pt x="1957696" y="6540170"/>
                </a:cubicBezTo>
                <a:cubicBezTo>
                  <a:pt x="1957696" y="6536849"/>
                  <a:pt x="1955102" y="6534151"/>
                  <a:pt x="1951678" y="6534151"/>
                </a:cubicBezTo>
                <a:close/>
                <a:moveTo>
                  <a:pt x="1842523" y="6461548"/>
                </a:moveTo>
                <a:lnTo>
                  <a:pt x="1861077" y="6461548"/>
                </a:lnTo>
                <a:cubicBezTo>
                  <a:pt x="1867027" y="6461548"/>
                  <a:pt x="1870455" y="6464573"/>
                  <a:pt x="1870455" y="6469515"/>
                </a:cubicBezTo>
                <a:cubicBezTo>
                  <a:pt x="1870455" y="6474657"/>
                  <a:pt x="1867027" y="6477582"/>
                  <a:pt x="1861077" y="6477582"/>
                </a:cubicBezTo>
                <a:lnTo>
                  <a:pt x="1842523" y="6477582"/>
                </a:lnTo>
                <a:close/>
                <a:moveTo>
                  <a:pt x="2404464" y="6451061"/>
                </a:moveTo>
                <a:cubicBezTo>
                  <a:pt x="2412128" y="6451061"/>
                  <a:pt x="2417573" y="6457010"/>
                  <a:pt x="2417573" y="6464876"/>
                </a:cubicBezTo>
                <a:cubicBezTo>
                  <a:pt x="2417573" y="6472741"/>
                  <a:pt x="2412128" y="6478691"/>
                  <a:pt x="2404464" y="6478691"/>
                </a:cubicBezTo>
                <a:cubicBezTo>
                  <a:pt x="2396901" y="6478691"/>
                  <a:pt x="2391455" y="6472741"/>
                  <a:pt x="2391455" y="6464876"/>
                </a:cubicBezTo>
                <a:cubicBezTo>
                  <a:pt x="2391455" y="6457010"/>
                  <a:pt x="2396901" y="6451061"/>
                  <a:pt x="2404464" y="6451061"/>
                </a:cubicBezTo>
                <a:close/>
                <a:moveTo>
                  <a:pt x="2567115" y="6450960"/>
                </a:moveTo>
                <a:cubicBezTo>
                  <a:pt x="2574678" y="6450960"/>
                  <a:pt x="2580224" y="6457010"/>
                  <a:pt x="2580224" y="6464876"/>
                </a:cubicBezTo>
                <a:cubicBezTo>
                  <a:pt x="2580224" y="6472741"/>
                  <a:pt x="2574678" y="6478792"/>
                  <a:pt x="2567115" y="6478792"/>
                </a:cubicBezTo>
                <a:cubicBezTo>
                  <a:pt x="2559552" y="6478792"/>
                  <a:pt x="2554006" y="6472741"/>
                  <a:pt x="2554006" y="6464876"/>
                </a:cubicBezTo>
                <a:cubicBezTo>
                  <a:pt x="2554006" y="6457010"/>
                  <a:pt x="2559552" y="6450960"/>
                  <a:pt x="2567115" y="6450960"/>
                </a:cubicBezTo>
                <a:close/>
                <a:moveTo>
                  <a:pt x="2261581" y="6450960"/>
                </a:moveTo>
                <a:cubicBezTo>
                  <a:pt x="2269144" y="6450960"/>
                  <a:pt x="2274690" y="6457010"/>
                  <a:pt x="2274690" y="6464876"/>
                </a:cubicBezTo>
                <a:cubicBezTo>
                  <a:pt x="2274690" y="6472741"/>
                  <a:pt x="2269144" y="6478792"/>
                  <a:pt x="2261581" y="6478792"/>
                </a:cubicBezTo>
                <a:cubicBezTo>
                  <a:pt x="2254018" y="6478792"/>
                  <a:pt x="2248472" y="6472741"/>
                  <a:pt x="2248472" y="6464876"/>
                </a:cubicBezTo>
                <a:cubicBezTo>
                  <a:pt x="2248472" y="6457010"/>
                  <a:pt x="2254018" y="6450960"/>
                  <a:pt x="2261581" y="6450960"/>
                </a:cubicBezTo>
                <a:close/>
                <a:moveTo>
                  <a:pt x="1922935" y="6450960"/>
                </a:moveTo>
                <a:cubicBezTo>
                  <a:pt x="1930498" y="6450960"/>
                  <a:pt x="1936044" y="6457010"/>
                  <a:pt x="1936044" y="6464876"/>
                </a:cubicBezTo>
                <a:cubicBezTo>
                  <a:pt x="1936044" y="6472741"/>
                  <a:pt x="1930498" y="6478792"/>
                  <a:pt x="1922935" y="6478792"/>
                </a:cubicBezTo>
                <a:cubicBezTo>
                  <a:pt x="1915372" y="6478792"/>
                  <a:pt x="1909826" y="6472741"/>
                  <a:pt x="1909826" y="6464876"/>
                </a:cubicBezTo>
                <a:cubicBezTo>
                  <a:pt x="1909826" y="6457010"/>
                  <a:pt x="1915372" y="6450960"/>
                  <a:pt x="1922935" y="6450960"/>
                </a:cubicBezTo>
                <a:close/>
                <a:moveTo>
                  <a:pt x="2630119" y="6450153"/>
                </a:moveTo>
                <a:cubicBezTo>
                  <a:pt x="2635666" y="6450153"/>
                  <a:pt x="2640002" y="6452977"/>
                  <a:pt x="2641515" y="6458926"/>
                </a:cubicBezTo>
                <a:lnTo>
                  <a:pt x="2618926" y="6458926"/>
                </a:lnTo>
                <a:cubicBezTo>
                  <a:pt x="2620438" y="6453380"/>
                  <a:pt x="2624472" y="6450153"/>
                  <a:pt x="2630119" y="6450153"/>
                </a:cubicBezTo>
                <a:close/>
                <a:moveTo>
                  <a:pt x="2115378" y="6450153"/>
                </a:moveTo>
                <a:cubicBezTo>
                  <a:pt x="2120924" y="6450153"/>
                  <a:pt x="2125260" y="6452977"/>
                  <a:pt x="2126773" y="6458926"/>
                </a:cubicBezTo>
                <a:lnTo>
                  <a:pt x="2104184" y="6458926"/>
                </a:lnTo>
                <a:cubicBezTo>
                  <a:pt x="2105697" y="6453380"/>
                  <a:pt x="2109731" y="6450153"/>
                  <a:pt x="2115378" y="6450153"/>
                </a:cubicBezTo>
                <a:close/>
                <a:moveTo>
                  <a:pt x="2209682" y="6438859"/>
                </a:moveTo>
                <a:lnTo>
                  <a:pt x="2209682" y="6490893"/>
                </a:lnTo>
                <a:lnTo>
                  <a:pt x="2223699" y="6490893"/>
                </a:lnTo>
                <a:lnTo>
                  <a:pt x="2223699" y="6438859"/>
                </a:lnTo>
                <a:close/>
                <a:moveTo>
                  <a:pt x="2693263" y="6437851"/>
                </a:moveTo>
                <a:cubicBezTo>
                  <a:pt x="2684691" y="6437851"/>
                  <a:pt x="2679952" y="6442288"/>
                  <a:pt x="2678237" y="6448136"/>
                </a:cubicBezTo>
                <a:lnTo>
                  <a:pt x="2678237" y="6438859"/>
                </a:lnTo>
                <a:lnTo>
                  <a:pt x="2664220" y="6438859"/>
                </a:lnTo>
                <a:lnTo>
                  <a:pt x="2664220" y="6490893"/>
                </a:lnTo>
                <a:lnTo>
                  <a:pt x="2678237" y="6490893"/>
                </a:lnTo>
                <a:lnTo>
                  <a:pt x="2678237" y="6462557"/>
                </a:lnTo>
                <a:cubicBezTo>
                  <a:pt x="2678237" y="6455599"/>
                  <a:pt x="2681162" y="6452674"/>
                  <a:pt x="2691649" y="6452674"/>
                </a:cubicBezTo>
                <a:lnTo>
                  <a:pt x="2694170" y="6452674"/>
                </a:lnTo>
                <a:lnTo>
                  <a:pt x="2694170" y="6437851"/>
                </a:lnTo>
                <a:close/>
                <a:moveTo>
                  <a:pt x="1991889" y="6437851"/>
                </a:moveTo>
                <a:cubicBezTo>
                  <a:pt x="1983318" y="6437851"/>
                  <a:pt x="1978578" y="6442288"/>
                  <a:pt x="1976864" y="6448136"/>
                </a:cubicBezTo>
                <a:lnTo>
                  <a:pt x="1976864" y="6438859"/>
                </a:lnTo>
                <a:lnTo>
                  <a:pt x="1962847" y="6438859"/>
                </a:lnTo>
                <a:lnTo>
                  <a:pt x="1962847" y="6490893"/>
                </a:lnTo>
                <a:lnTo>
                  <a:pt x="1976864" y="6490893"/>
                </a:lnTo>
                <a:lnTo>
                  <a:pt x="1976864" y="6462557"/>
                </a:lnTo>
                <a:cubicBezTo>
                  <a:pt x="1976864" y="6455599"/>
                  <a:pt x="1979788" y="6452674"/>
                  <a:pt x="1990276" y="6452674"/>
                </a:cubicBezTo>
                <a:lnTo>
                  <a:pt x="1992797" y="6452674"/>
                </a:lnTo>
                <a:lnTo>
                  <a:pt x="1992797" y="6437851"/>
                </a:lnTo>
                <a:close/>
                <a:moveTo>
                  <a:pt x="2630119" y="6437447"/>
                </a:moveTo>
                <a:cubicBezTo>
                  <a:pt x="2615094" y="6437447"/>
                  <a:pt x="2604203" y="6449044"/>
                  <a:pt x="2604203" y="6464876"/>
                </a:cubicBezTo>
                <a:cubicBezTo>
                  <a:pt x="2604203" y="6480708"/>
                  <a:pt x="2615598" y="6492405"/>
                  <a:pt x="2631329" y="6492405"/>
                </a:cubicBezTo>
                <a:cubicBezTo>
                  <a:pt x="2640708" y="6492405"/>
                  <a:pt x="2650086" y="6487565"/>
                  <a:pt x="2654321" y="6480607"/>
                </a:cubicBezTo>
                <a:lnTo>
                  <a:pt x="2644842" y="6472540"/>
                </a:lnTo>
                <a:cubicBezTo>
                  <a:pt x="2642220" y="6476977"/>
                  <a:pt x="2636976" y="6479699"/>
                  <a:pt x="2631329" y="6479699"/>
                </a:cubicBezTo>
                <a:cubicBezTo>
                  <a:pt x="2624371" y="6479699"/>
                  <a:pt x="2620035" y="6474960"/>
                  <a:pt x="2618724" y="6468909"/>
                </a:cubicBezTo>
                <a:lnTo>
                  <a:pt x="2655733" y="6468909"/>
                </a:lnTo>
                <a:cubicBezTo>
                  <a:pt x="2655935" y="6467498"/>
                  <a:pt x="2656136" y="6465783"/>
                  <a:pt x="2656136" y="6464271"/>
                </a:cubicBezTo>
                <a:cubicBezTo>
                  <a:pt x="2656136" y="6449548"/>
                  <a:pt x="2646153" y="6437447"/>
                  <a:pt x="2630119" y="6437447"/>
                </a:cubicBezTo>
                <a:close/>
                <a:moveTo>
                  <a:pt x="2563989" y="6437447"/>
                </a:moveTo>
                <a:cubicBezTo>
                  <a:pt x="2550778" y="6437447"/>
                  <a:pt x="2539484" y="6448943"/>
                  <a:pt x="2539484" y="6464876"/>
                </a:cubicBezTo>
                <a:cubicBezTo>
                  <a:pt x="2539484" y="6480909"/>
                  <a:pt x="2550778" y="6492405"/>
                  <a:pt x="2563989" y="6492405"/>
                </a:cubicBezTo>
                <a:cubicBezTo>
                  <a:pt x="2571653" y="6492405"/>
                  <a:pt x="2576997" y="6489178"/>
                  <a:pt x="2580224" y="6483430"/>
                </a:cubicBezTo>
                <a:lnTo>
                  <a:pt x="2580224" y="6490893"/>
                </a:lnTo>
                <a:lnTo>
                  <a:pt x="2594241" y="6490893"/>
                </a:lnTo>
                <a:lnTo>
                  <a:pt x="2594241" y="6438859"/>
                </a:lnTo>
                <a:lnTo>
                  <a:pt x="2580224" y="6438859"/>
                </a:lnTo>
                <a:lnTo>
                  <a:pt x="2580224" y="6446422"/>
                </a:lnTo>
                <a:cubicBezTo>
                  <a:pt x="2576997" y="6440674"/>
                  <a:pt x="2571653" y="6437447"/>
                  <a:pt x="2563989" y="6437447"/>
                </a:cubicBezTo>
                <a:close/>
                <a:moveTo>
                  <a:pt x="2404464" y="6437447"/>
                </a:moveTo>
                <a:cubicBezTo>
                  <a:pt x="2388833" y="6437447"/>
                  <a:pt x="2376934" y="6448943"/>
                  <a:pt x="2376934" y="6464876"/>
                </a:cubicBezTo>
                <a:cubicBezTo>
                  <a:pt x="2376934" y="6480809"/>
                  <a:pt x="2388833" y="6492304"/>
                  <a:pt x="2404464" y="6492304"/>
                </a:cubicBezTo>
                <a:cubicBezTo>
                  <a:pt x="2420195" y="6492304"/>
                  <a:pt x="2432094" y="6480809"/>
                  <a:pt x="2432094" y="6464876"/>
                </a:cubicBezTo>
                <a:cubicBezTo>
                  <a:pt x="2432094" y="6448943"/>
                  <a:pt x="2420195" y="6437447"/>
                  <a:pt x="2404464" y="6437447"/>
                </a:cubicBezTo>
                <a:close/>
                <a:moveTo>
                  <a:pt x="2258455" y="6437447"/>
                </a:moveTo>
                <a:cubicBezTo>
                  <a:pt x="2245245" y="6437447"/>
                  <a:pt x="2233951" y="6448943"/>
                  <a:pt x="2233951" y="6464876"/>
                </a:cubicBezTo>
                <a:cubicBezTo>
                  <a:pt x="2233951" y="6480909"/>
                  <a:pt x="2245245" y="6492405"/>
                  <a:pt x="2258455" y="6492405"/>
                </a:cubicBezTo>
                <a:cubicBezTo>
                  <a:pt x="2266119" y="6492405"/>
                  <a:pt x="2271463" y="6489178"/>
                  <a:pt x="2274690" y="6483430"/>
                </a:cubicBezTo>
                <a:lnTo>
                  <a:pt x="2274690" y="6490893"/>
                </a:lnTo>
                <a:lnTo>
                  <a:pt x="2288707" y="6490893"/>
                </a:lnTo>
                <a:lnTo>
                  <a:pt x="2288707" y="6438859"/>
                </a:lnTo>
                <a:lnTo>
                  <a:pt x="2274690" y="6438859"/>
                </a:lnTo>
                <a:lnTo>
                  <a:pt x="2274690" y="6446422"/>
                </a:lnTo>
                <a:cubicBezTo>
                  <a:pt x="2271463" y="6440674"/>
                  <a:pt x="2266119" y="6437447"/>
                  <a:pt x="2258455" y="6437447"/>
                </a:cubicBezTo>
                <a:close/>
                <a:moveTo>
                  <a:pt x="2180631" y="6437447"/>
                </a:moveTo>
                <a:cubicBezTo>
                  <a:pt x="2172463" y="6437447"/>
                  <a:pt x="2167320" y="6441178"/>
                  <a:pt x="2165001" y="6444809"/>
                </a:cubicBezTo>
                <a:lnTo>
                  <a:pt x="2165001" y="6438859"/>
                </a:lnTo>
                <a:lnTo>
                  <a:pt x="2150984" y="6438859"/>
                </a:lnTo>
                <a:lnTo>
                  <a:pt x="2150984" y="6490893"/>
                </a:lnTo>
                <a:lnTo>
                  <a:pt x="2165001" y="6490893"/>
                </a:lnTo>
                <a:lnTo>
                  <a:pt x="2165001" y="6459733"/>
                </a:lnTo>
                <a:cubicBezTo>
                  <a:pt x="2165001" y="6453077"/>
                  <a:pt x="2168933" y="6449750"/>
                  <a:pt x="2174581" y="6449750"/>
                </a:cubicBezTo>
                <a:cubicBezTo>
                  <a:pt x="2180429" y="6449750"/>
                  <a:pt x="2183555" y="6453582"/>
                  <a:pt x="2183555" y="6459229"/>
                </a:cubicBezTo>
                <a:lnTo>
                  <a:pt x="2183555" y="6490893"/>
                </a:lnTo>
                <a:lnTo>
                  <a:pt x="2197572" y="6490893"/>
                </a:lnTo>
                <a:lnTo>
                  <a:pt x="2197572" y="6456708"/>
                </a:lnTo>
                <a:cubicBezTo>
                  <a:pt x="2197572" y="6443195"/>
                  <a:pt x="2190009" y="6437447"/>
                  <a:pt x="2180631" y="6437447"/>
                </a:cubicBezTo>
                <a:close/>
                <a:moveTo>
                  <a:pt x="2115378" y="6437447"/>
                </a:moveTo>
                <a:cubicBezTo>
                  <a:pt x="2100352" y="6437447"/>
                  <a:pt x="2089462" y="6449044"/>
                  <a:pt x="2089462" y="6464876"/>
                </a:cubicBezTo>
                <a:cubicBezTo>
                  <a:pt x="2089462" y="6480708"/>
                  <a:pt x="2100857" y="6492405"/>
                  <a:pt x="2116588" y="6492405"/>
                </a:cubicBezTo>
                <a:cubicBezTo>
                  <a:pt x="2125966" y="6492405"/>
                  <a:pt x="2135344" y="6487565"/>
                  <a:pt x="2139580" y="6480607"/>
                </a:cubicBezTo>
                <a:lnTo>
                  <a:pt x="2130100" y="6472540"/>
                </a:lnTo>
                <a:cubicBezTo>
                  <a:pt x="2127479" y="6476977"/>
                  <a:pt x="2122235" y="6479699"/>
                  <a:pt x="2116588" y="6479699"/>
                </a:cubicBezTo>
                <a:cubicBezTo>
                  <a:pt x="2109630" y="6479699"/>
                  <a:pt x="2105294" y="6474960"/>
                  <a:pt x="2103983" y="6468909"/>
                </a:cubicBezTo>
                <a:lnTo>
                  <a:pt x="2140991" y="6468909"/>
                </a:lnTo>
                <a:cubicBezTo>
                  <a:pt x="2141193" y="6467498"/>
                  <a:pt x="2141395" y="6465783"/>
                  <a:pt x="2141395" y="6464271"/>
                </a:cubicBezTo>
                <a:cubicBezTo>
                  <a:pt x="2141395" y="6449548"/>
                  <a:pt x="2131412" y="6437447"/>
                  <a:pt x="2115378" y="6437447"/>
                </a:cubicBezTo>
                <a:close/>
                <a:moveTo>
                  <a:pt x="2031022" y="6437447"/>
                </a:moveTo>
                <a:cubicBezTo>
                  <a:pt x="2023055" y="6437447"/>
                  <a:pt x="2018417" y="6441078"/>
                  <a:pt x="2015996" y="6444809"/>
                </a:cubicBezTo>
                <a:lnTo>
                  <a:pt x="2015996" y="6438859"/>
                </a:lnTo>
                <a:lnTo>
                  <a:pt x="2001980" y="6438859"/>
                </a:lnTo>
                <a:lnTo>
                  <a:pt x="2001980" y="6490893"/>
                </a:lnTo>
                <a:lnTo>
                  <a:pt x="2015996" y="6490893"/>
                </a:lnTo>
                <a:lnTo>
                  <a:pt x="2015996" y="6460036"/>
                </a:lnTo>
                <a:cubicBezTo>
                  <a:pt x="2015996" y="6453077"/>
                  <a:pt x="2019526" y="6449750"/>
                  <a:pt x="2024971" y="6449750"/>
                </a:cubicBezTo>
                <a:cubicBezTo>
                  <a:pt x="2030719" y="6449750"/>
                  <a:pt x="2033543" y="6453683"/>
                  <a:pt x="2033543" y="6459632"/>
                </a:cubicBezTo>
                <a:lnTo>
                  <a:pt x="2033543" y="6490893"/>
                </a:lnTo>
                <a:lnTo>
                  <a:pt x="2047459" y="6490893"/>
                </a:lnTo>
                <a:lnTo>
                  <a:pt x="2047459" y="6458523"/>
                </a:lnTo>
                <a:cubicBezTo>
                  <a:pt x="2047459" y="6453178"/>
                  <a:pt x="2051190" y="6449750"/>
                  <a:pt x="2056535" y="6449750"/>
                </a:cubicBezTo>
                <a:cubicBezTo>
                  <a:pt x="2062182" y="6449750"/>
                  <a:pt x="2065106" y="6453582"/>
                  <a:pt x="2065106" y="6459632"/>
                </a:cubicBezTo>
                <a:lnTo>
                  <a:pt x="2065106" y="6490893"/>
                </a:lnTo>
                <a:lnTo>
                  <a:pt x="2079123" y="6490893"/>
                </a:lnTo>
                <a:lnTo>
                  <a:pt x="2079123" y="6457010"/>
                </a:lnTo>
                <a:cubicBezTo>
                  <a:pt x="2079123" y="6443296"/>
                  <a:pt x="2071762" y="6437447"/>
                  <a:pt x="2061173" y="6437447"/>
                </a:cubicBezTo>
                <a:cubicBezTo>
                  <a:pt x="2054417" y="6437447"/>
                  <a:pt x="2048971" y="6439968"/>
                  <a:pt x="2045140" y="6445716"/>
                </a:cubicBezTo>
                <a:cubicBezTo>
                  <a:pt x="2042215" y="6439968"/>
                  <a:pt x="2036971" y="6437447"/>
                  <a:pt x="2031022" y="6437447"/>
                </a:cubicBezTo>
                <a:close/>
                <a:moveTo>
                  <a:pt x="1919809" y="6437447"/>
                </a:moveTo>
                <a:cubicBezTo>
                  <a:pt x="1906599" y="6437447"/>
                  <a:pt x="1895305" y="6448943"/>
                  <a:pt x="1895305" y="6464876"/>
                </a:cubicBezTo>
                <a:cubicBezTo>
                  <a:pt x="1895305" y="6480909"/>
                  <a:pt x="1906599" y="6492405"/>
                  <a:pt x="1919809" y="6492405"/>
                </a:cubicBezTo>
                <a:cubicBezTo>
                  <a:pt x="1927473" y="6492405"/>
                  <a:pt x="1932817" y="6489178"/>
                  <a:pt x="1936044" y="6483430"/>
                </a:cubicBezTo>
                <a:lnTo>
                  <a:pt x="1936044" y="6490893"/>
                </a:lnTo>
                <a:lnTo>
                  <a:pt x="1950061" y="6490893"/>
                </a:lnTo>
                <a:lnTo>
                  <a:pt x="1950061" y="6438859"/>
                </a:lnTo>
                <a:lnTo>
                  <a:pt x="1936044" y="6438859"/>
                </a:lnTo>
                <a:lnTo>
                  <a:pt x="1936044" y="6446422"/>
                </a:lnTo>
                <a:cubicBezTo>
                  <a:pt x="1932817" y="6440674"/>
                  <a:pt x="1927473" y="6437447"/>
                  <a:pt x="1919809" y="6437447"/>
                </a:cubicBezTo>
                <a:close/>
                <a:moveTo>
                  <a:pt x="1842523" y="6433615"/>
                </a:moveTo>
                <a:lnTo>
                  <a:pt x="1860069" y="6433615"/>
                </a:lnTo>
                <a:cubicBezTo>
                  <a:pt x="1865615" y="6433615"/>
                  <a:pt x="1868741" y="6436338"/>
                  <a:pt x="1868741" y="6441078"/>
                </a:cubicBezTo>
                <a:cubicBezTo>
                  <a:pt x="1868741" y="6445716"/>
                  <a:pt x="1865615" y="6448439"/>
                  <a:pt x="1860069" y="6448439"/>
                </a:cubicBezTo>
                <a:lnTo>
                  <a:pt x="1842523" y="6448439"/>
                </a:lnTo>
                <a:close/>
                <a:moveTo>
                  <a:pt x="2461627" y="6423632"/>
                </a:moveTo>
                <a:lnTo>
                  <a:pt x="2447610" y="6427666"/>
                </a:lnTo>
                <a:lnTo>
                  <a:pt x="2447610" y="6438859"/>
                </a:lnTo>
                <a:lnTo>
                  <a:pt x="2438837" y="6438859"/>
                </a:lnTo>
                <a:lnTo>
                  <a:pt x="2438837" y="6450758"/>
                </a:lnTo>
                <a:lnTo>
                  <a:pt x="2447610" y="6450758"/>
                </a:lnTo>
                <a:lnTo>
                  <a:pt x="2447610" y="6472943"/>
                </a:lnTo>
                <a:cubicBezTo>
                  <a:pt x="2447610" y="6485246"/>
                  <a:pt x="2454266" y="6492103"/>
                  <a:pt x="2465661" y="6492103"/>
                </a:cubicBezTo>
                <a:cubicBezTo>
                  <a:pt x="2468787" y="6492103"/>
                  <a:pt x="2471510" y="6491800"/>
                  <a:pt x="2473627" y="6491195"/>
                </a:cubicBezTo>
                <a:lnTo>
                  <a:pt x="2473627" y="6479296"/>
                </a:lnTo>
                <a:cubicBezTo>
                  <a:pt x="2472316" y="6479498"/>
                  <a:pt x="2470804" y="6479699"/>
                  <a:pt x="2469695" y="6479699"/>
                </a:cubicBezTo>
                <a:cubicBezTo>
                  <a:pt x="2464148" y="6479699"/>
                  <a:pt x="2461627" y="6476876"/>
                  <a:pt x="2461627" y="6471733"/>
                </a:cubicBezTo>
                <a:lnTo>
                  <a:pt x="2461627" y="6450758"/>
                </a:lnTo>
                <a:lnTo>
                  <a:pt x="2473627" y="6450758"/>
                </a:lnTo>
                <a:lnTo>
                  <a:pt x="2473627" y="6438859"/>
                </a:lnTo>
                <a:lnTo>
                  <a:pt x="2461627" y="6438859"/>
                </a:lnTo>
                <a:close/>
                <a:moveTo>
                  <a:pt x="2483609" y="6420305"/>
                </a:moveTo>
                <a:lnTo>
                  <a:pt x="2483609" y="6490893"/>
                </a:lnTo>
                <a:lnTo>
                  <a:pt x="2497626" y="6490893"/>
                </a:lnTo>
                <a:lnTo>
                  <a:pt x="2497626" y="6459733"/>
                </a:lnTo>
                <a:cubicBezTo>
                  <a:pt x="2497626" y="6453077"/>
                  <a:pt x="2501559" y="6449750"/>
                  <a:pt x="2507206" y="6449750"/>
                </a:cubicBezTo>
                <a:cubicBezTo>
                  <a:pt x="2513055" y="6449750"/>
                  <a:pt x="2516181" y="6453582"/>
                  <a:pt x="2516181" y="6459229"/>
                </a:cubicBezTo>
                <a:lnTo>
                  <a:pt x="2516181" y="6490893"/>
                </a:lnTo>
                <a:lnTo>
                  <a:pt x="2530198" y="6490893"/>
                </a:lnTo>
                <a:lnTo>
                  <a:pt x="2530198" y="6456708"/>
                </a:lnTo>
                <a:cubicBezTo>
                  <a:pt x="2530198" y="6443195"/>
                  <a:pt x="2522735" y="6437447"/>
                  <a:pt x="2513256" y="6437447"/>
                </a:cubicBezTo>
                <a:cubicBezTo>
                  <a:pt x="2505088" y="6437447"/>
                  <a:pt x="2499945" y="6441178"/>
                  <a:pt x="2497626" y="6444809"/>
                </a:cubicBezTo>
                <a:lnTo>
                  <a:pt x="2497626" y="6420305"/>
                </a:lnTo>
                <a:close/>
                <a:moveTo>
                  <a:pt x="1827396" y="6420305"/>
                </a:moveTo>
                <a:lnTo>
                  <a:pt x="1827396" y="6490893"/>
                </a:lnTo>
                <a:lnTo>
                  <a:pt x="1862287" y="6490893"/>
                </a:lnTo>
                <a:cubicBezTo>
                  <a:pt x="1877313" y="6490893"/>
                  <a:pt x="1886187" y="6483430"/>
                  <a:pt x="1886187" y="6471229"/>
                </a:cubicBezTo>
                <a:cubicBezTo>
                  <a:pt x="1886187" y="6463262"/>
                  <a:pt x="1881850" y="6457414"/>
                  <a:pt x="1873884" y="6454691"/>
                </a:cubicBezTo>
                <a:cubicBezTo>
                  <a:pt x="1880338" y="6452170"/>
                  <a:pt x="1884372" y="6446321"/>
                  <a:pt x="1884372" y="6438960"/>
                </a:cubicBezTo>
                <a:cubicBezTo>
                  <a:pt x="1884372" y="6427162"/>
                  <a:pt x="1876103" y="6420305"/>
                  <a:pt x="1862187" y="6420305"/>
                </a:cubicBezTo>
                <a:close/>
                <a:moveTo>
                  <a:pt x="2335880" y="6419094"/>
                </a:moveTo>
                <a:cubicBezTo>
                  <a:pt x="2315409" y="6419094"/>
                  <a:pt x="2299980" y="6434523"/>
                  <a:pt x="2299980" y="6455800"/>
                </a:cubicBezTo>
                <a:cubicBezTo>
                  <a:pt x="2299980" y="6477077"/>
                  <a:pt x="2314703" y="6492405"/>
                  <a:pt x="2333661" y="6492405"/>
                </a:cubicBezTo>
                <a:cubicBezTo>
                  <a:pt x="2342636" y="6492405"/>
                  <a:pt x="2349897" y="6488674"/>
                  <a:pt x="2354233" y="6482624"/>
                </a:cubicBezTo>
                <a:lnTo>
                  <a:pt x="2354233" y="6490893"/>
                </a:lnTo>
                <a:lnTo>
                  <a:pt x="2367846" y="6490893"/>
                </a:lnTo>
                <a:lnTo>
                  <a:pt x="2367846" y="6452977"/>
                </a:lnTo>
                <a:lnTo>
                  <a:pt x="2336182" y="6452977"/>
                </a:lnTo>
                <a:lnTo>
                  <a:pt x="2336182" y="6466489"/>
                </a:lnTo>
                <a:lnTo>
                  <a:pt x="2352922" y="6466489"/>
                </a:lnTo>
                <a:cubicBezTo>
                  <a:pt x="2350905" y="6473246"/>
                  <a:pt x="2344250" y="6478086"/>
                  <a:pt x="2336082" y="6478086"/>
                </a:cubicBezTo>
                <a:cubicBezTo>
                  <a:pt x="2324485" y="6478086"/>
                  <a:pt x="2316014" y="6468506"/>
                  <a:pt x="2316014" y="6455800"/>
                </a:cubicBezTo>
                <a:cubicBezTo>
                  <a:pt x="2316014" y="6442994"/>
                  <a:pt x="2324384" y="6433414"/>
                  <a:pt x="2335880" y="6433414"/>
                </a:cubicBezTo>
                <a:cubicBezTo>
                  <a:pt x="2344552" y="6433414"/>
                  <a:pt x="2350502" y="6437851"/>
                  <a:pt x="2353628" y="6443699"/>
                </a:cubicBezTo>
                <a:lnTo>
                  <a:pt x="2366334" y="6435229"/>
                </a:lnTo>
                <a:cubicBezTo>
                  <a:pt x="2361090" y="6424943"/>
                  <a:pt x="2349493" y="6419094"/>
                  <a:pt x="2335880" y="6419094"/>
                </a:cubicBezTo>
                <a:close/>
                <a:moveTo>
                  <a:pt x="2216741" y="6416674"/>
                </a:moveTo>
                <a:cubicBezTo>
                  <a:pt x="2212102" y="6416674"/>
                  <a:pt x="2208371" y="6420405"/>
                  <a:pt x="2208371" y="6424943"/>
                </a:cubicBezTo>
                <a:cubicBezTo>
                  <a:pt x="2208371" y="6429582"/>
                  <a:pt x="2212102" y="6433313"/>
                  <a:pt x="2216741" y="6433313"/>
                </a:cubicBezTo>
                <a:cubicBezTo>
                  <a:pt x="2221380" y="6433313"/>
                  <a:pt x="2225111" y="6429582"/>
                  <a:pt x="2225111" y="6424943"/>
                </a:cubicBezTo>
                <a:cubicBezTo>
                  <a:pt x="2225111" y="6420405"/>
                  <a:pt x="2221380" y="6416674"/>
                  <a:pt x="2216741" y="6416674"/>
                </a:cubicBezTo>
                <a:close/>
                <a:moveTo>
                  <a:pt x="1341620" y="786751"/>
                </a:moveTo>
                <a:lnTo>
                  <a:pt x="1813492" y="2680582"/>
                </a:lnTo>
                <a:cubicBezTo>
                  <a:pt x="1849956" y="2826927"/>
                  <a:pt x="1998152" y="2916005"/>
                  <a:pt x="2144496" y="2879540"/>
                </a:cubicBezTo>
                <a:lnTo>
                  <a:pt x="2199279" y="2865890"/>
                </a:lnTo>
                <a:lnTo>
                  <a:pt x="2246357" y="2862396"/>
                </a:lnTo>
                <a:lnTo>
                  <a:pt x="13533620" y="872148"/>
                </a:lnTo>
                <a:lnTo>
                  <a:pt x="13533620" y="6858000"/>
                </a:lnTo>
                <a:lnTo>
                  <a:pt x="1464375" y="6858000"/>
                </a:lnTo>
                <a:lnTo>
                  <a:pt x="1341620" y="6858000"/>
                </a:lnTo>
                <a:lnTo>
                  <a:pt x="0" y="6858000"/>
                </a:lnTo>
                <a:lnTo>
                  <a:pt x="0" y="5516563"/>
                </a:lnTo>
                <a:lnTo>
                  <a:pt x="1341620" y="5516563"/>
                </a:lnTo>
                <a:close/>
                <a:moveTo>
                  <a:pt x="1341620" y="0"/>
                </a:moveTo>
                <a:lnTo>
                  <a:pt x="1341621" y="0"/>
                </a:lnTo>
                <a:lnTo>
                  <a:pt x="1341620" y="786751"/>
                </a:ln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9" name="Freihandform 8">
            <a:extLst>
              <a:ext uri="{FF2B5EF4-FFF2-40B4-BE49-F238E27FC236}">
                <a16:creationId xmlns:a16="http://schemas.microsoft.com/office/drawing/2014/main" id="{78CE0F3B-21A5-29F9-8829-0E10D7007F1B}"/>
              </a:ext>
            </a:extLst>
          </p:cNvPr>
          <p:cNvSpPr/>
          <p:nvPr userDrawn="1"/>
        </p:nvSpPr>
        <p:spPr>
          <a:xfrm>
            <a:off x="0" y="0"/>
            <a:ext cx="12192000" cy="6858000"/>
          </a:xfrm>
          <a:custGeom>
            <a:avLst/>
            <a:gdLst>
              <a:gd name="connsiteX0" fmla="*/ 693262 w 12192000"/>
              <a:gd name="connsiteY0" fmla="*/ 6562790 h 6858000"/>
              <a:gd name="connsiteX1" fmla="*/ 709242 w 12192000"/>
              <a:gd name="connsiteY1" fmla="*/ 6577940 h 6858000"/>
              <a:gd name="connsiteX2" fmla="*/ 676660 w 12192000"/>
              <a:gd name="connsiteY2" fmla="*/ 6577940 h 6858000"/>
              <a:gd name="connsiteX3" fmla="*/ 693262 w 12192000"/>
              <a:gd name="connsiteY3" fmla="*/ 6562790 h 6858000"/>
              <a:gd name="connsiteX4" fmla="*/ 569365 w 12192000"/>
              <a:gd name="connsiteY4" fmla="*/ 6562790 h 6858000"/>
              <a:gd name="connsiteX5" fmla="*/ 585345 w 12192000"/>
              <a:gd name="connsiteY5" fmla="*/ 6577940 h 6858000"/>
              <a:gd name="connsiteX6" fmla="*/ 552763 w 12192000"/>
              <a:gd name="connsiteY6" fmla="*/ 6577940 h 6858000"/>
              <a:gd name="connsiteX7" fmla="*/ 569365 w 12192000"/>
              <a:gd name="connsiteY7" fmla="*/ 6562790 h 6858000"/>
              <a:gd name="connsiteX8" fmla="*/ 605700 w 12192000"/>
              <a:gd name="connsiteY8" fmla="*/ 6556045 h 6858000"/>
              <a:gd name="connsiteX9" fmla="*/ 605700 w 12192000"/>
              <a:gd name="connsiteY9" fmla="*/ 6608757 h 6858000"/>
              <a:gd name="connsiteX10" fmla="*/ 614416 w 12192000"/>
              <a:gd name="connsiteY10" fmla="*/ 6608757 h 6858000"/>
              <a:gd name="connsiteX11" fmla="*/ 614416 w 12192000"/>
              <a:gd name="connsiteY11" fmla="*/ 6556045 h 6858000"/>
              <a:gd name="connsiteX12" fmla="*/ 693262 w 12192000"/>
              <a:gd name="connsiteY12" fmla="*/ 6554697 h 6858000"/>
              <a:gd name="connsiteX13" fmla="*/ 667529 w 12192000"/>
              <a:gd name="connsiteY13" fmla="*/ 6582401 h 6858000"/>
              <a:gd name="connsiteX14" fmla="*/ 693781 w 12192000"/>
              <a:gd name="connsiteY14" fmla="*/ 6610106 h 6858000"/>
              <a:gd name="connsiteX15" fmla="*/ 716402 w 12192000"/>
              <a:gd name="connsiteY15" fmla="*/ 6598485 h 6858000"/>
              <a:gd name="connsiteX16" fmla="*/ 710280 w 12192000"/>
              <a:gd name="connsiteY16" fmla="*/ 6593297 h 6858000"/>
              <a:gd name="connsiteX17" fmla="*/ 693781 w 12192000"/>
              <a:gd name="connsiteY17" fmla="*/ 6602013 h 6858000"/>
              <a:gd name="connsiteX18" fmla="*/ 676556 w 12192000"/>
              <a:gd name="connsiteY18" fmla="*/ 6585203 h 6858000"/>
              <a:gd name="connsiteX19" fmla="*/ 718166 w 12192000"/>
              <a:gd name="connsiteY19" fmla="*/ 6585203 h 6858000"/>
              <a:gd name="connsiteX20" fmla="*/ 718373 w 12192000"/>
              <a:gd name="connsiteY20" fmla="*/ 6582090 h 6858000"/>
              <a:gd name="connsiteX21" fmla="*/ 693262 w 12192000"/>
              <a:gd name="connsiteY21" fmla="*/ 6554697 h 6858000"/>
              <a:gd name="connsiteX22" fmla="*/ 569365 w 12192000"/>
              <a:gd name="connsiteY22" fmla="*/ 6554697 h 6858000"/>
              <a:gd name="connsiteX23" fmla="*/ 543632 w 12192000"/>
              <a:gd name="connsiteY23" fmla="*/ 6582401 h 6858000"/>
              <a:gd name="connsiteX24" fmla="*/ 569884 w 12192000"/>
              <a:gd name="connsiteY24" fmla="*/ 6610106 h 6858000"/>
              <a:gd name="connsiteX25" fmla="*/ 592505 w 12192000"/>
              <a:gd name="connsiteY25" fmla="*/ 6598485 h 6858000"/>
              <a:gd name="connsiteX26" fmla="*/ 586383 w 12192000"/>
              <a:gd name="connsiteY26" fmla="*/ 6593297 h 6858000"/>
              <a:gd name="connsiteX27" fmla="*/ 569884 w 12192000"/>
              <a:gd name="connsiteY27" fmla="*/ 6602013 h 6858000"/>
              <a:gd name="connsiteX28" fmla="*/ 552659 w 12192000"/>
              <a:gd name="connsiteY28" fmla="*/ 6585203 h 6858000"/>
              <a:gd name="connsiteX29" fmla="*/ 594269 w 12192000"/>
              <a:gd name="connsiteY29" fmla="*/ 6585203 h 6858000"/>
              <a:gd name="connsiteX30" fmla="*/ 594476 w 12192000"/>
              <a:gd name="connsiteY30" fmla="*/ 6582090 h 6858000"/>
              <a:gd name="connsiteX31" fmla="*/ 569365 w 12192000"/>
              <a:gd name="connsiteY31" fmla="*/ 6554697 h 6858000"/>
              <a:gd name="connsiteX32" fmla="*/ 643657 w 12192000"/>
              <a:gd name="connsiteY32" fmla="*/ 6541207 h 6858000"/>
              <a:gd name="connsiteX33" fmla="*/ 634941 w 12192000"/>
              <a:gd name="connsiteY33" fmla="*/ 6544216 h 6858000"/>
              <a:gd name="connsiteX34" fmla="*/ 634941 w 12192000"/>
              <a:gd name="connsiteY34" fmla="*/ 6556045 h 6858000"/>
              <a:gd name="connsiteX35" fmla="*/ 625187 w 12192000"/>
              <a:gd name="connsiteY35" fmla="*/ 6556045 h 6858000"/>
              <a:gd name="connsiteX36" fmla="*/ 625187 w 12192000"/>
              <a:gd name="connsiteY36" fmla="*/ 6563620 h 6858000"/>
              <a:gd name="connsiteX37" fmla="*/ 634941 w 12192000"/>
              <a:gd name="connsiteY37" fmla="*/ 6563620 h 6858000"/>
              <a:gd name="connsiteX38" fmla="*/ 634941 w 12192000"/>
              <a:gd name="connsiteY38" fmla="*/ 6593608 h 6858000"/>
              <a:gd name="connsiteX39" fmla="*/ 650298 w 12192000"/>
              <a:gd name="connsiteY39" fmla="*/ 6609899 h 6858000"/>
              <a:gd name="connsiteX40" fmla="*/ 657354 w 12192000"/>
              <a:gd name="connsiteY40" fmla="*/ 6608757 h 6858000"/>
              <a:gd name="connsiteX41" fmla="*/ 657354 w 12192000"/>
              <a:gd name="connsiteY41" fmla="*/ 6600975 h 6858000"/>
              <a:gd name="connsiteX42" fmla="*/ 652373 w 12192000"/>
              <a:gd name="connsiteY42" fmla="*/ 6601909 h 6858000"/>
              <a:gd name="connsiteX43" fmla="*/ 643657 w 12192000"/>
              <a:gd name="connsiteY43" fmla="*/ 6592778 h 6858000"/>
              <a:gd name="connsiteX44" fmla="*/ 643657 w 12192000"/>
              <a:gd name="connsiteY44" fmla="*/ 6563620 h 6858000"/>
              <a:gd name="connsiteX45" fmla="*/ 657354 w 12192000"/>
              <a:gd name="connsiteY45" fmla="*/ 6563620 h 6858000"/>
              <a:gd name="connsiteX46" fmla="*/ 657354 w 12192000"/>
              <a:gd name="connsiteY46" fmla="*/ 6556045 h 6858000"/>
              <a:gd name="connsiteX47" fmla="*/ 643657 w 12192000"/>
              <a:gd name="connsiteY47" fmla="*/ 6556045 h 6858000"/>
              <a:gd name="connsiteX48" fmla="*/ 509588 w 12192000"/>
              <a:gd name="connsiteY48" fmla="*/ 6534878 h 6858000"/>
              <a:gd name="connsiteX49" fmla="*/ 484373 w 12192000"/>
              <a:gd name="connsiteY49" fmla="*/ 6554800 h 6858000"/>
              <a:gd name="connsiteX50" fmla="*/ 503051 w 12192000"/>
              <a:gd name="connsiteY50" fmla="*/ 6574723 h 6858000"/>
              <a:gd name="connsiteX51" fmla="*/ 511663 w 12192000"/>
              <a:gd name="connsiteY51" fmla="*/ 6576591 h 6858000"/>
              <a:gd name="connsiteX52" fmla="*/ 524945 w 12192000"/>
              <a:gd name="connsiteY52" fmla="*/ 6589354 h 6858000"/>
              <a:gd name="connsiteX53" fmla="*/ 507720 w 12192000"/>
              <a:gd name="connsiteY53" fmla="*/ 6601701 h 6858000"/>
              <a:gd name="connsiteX54" fmla="*/ 485618 w 12192000"/>
              <a:gd name="connsiteY54" fmla="*/ 6593815 h 6858000"/>
              <a:gd name="connsiteX55" fmla="*/ 485618 w 12192000"/>
              <a:gd name="connsiteY55" fmla="*/ 6603569 h 6858000"/>
              <a:gd name="connsiteX56" fmla="*/ 507720 w 12192000"/>
              <a:gd name="connsiteY56" fmla="*/ 6610003 h 6858000"/>
              <a:gd name="connsiteX57" fmla="*/ 534284 w 12192000"/>
              <a:gd name="connsiteY57" fmla="*/ 6589042 h 6858000"/>
              <a:gd name="connsiteX58" fmla="*/ 514465 w 12192000"/>
              <a:gd name="connsiteY58" fmla="*/ 6567771 h 6858000"/>
              <a:gd name="connsiteX59" fmla="*/ 505852 w 12192000"/>
              <a:gd name="connsiteY59" fmla="*/ 6565799 h 6858000"/>
              <a:gd name="connsiteX60" fmla="*/ 493816 w 12192000"/>
              <a:gd name="connsiteY60" fmla="*/ 6554178 h 6858000"/>
              <a:gd name="connsiteX61" fmla="*/ 509588 w 12192000"/>
              <a:gd name="connsiteY61" fmla="*/ 6543179 h 6858000"/>
              <a:gd name="connsiteX62" fmla="*/ 530963 w 12192000"/>
              <a:gd name="connsiteY62" fmla="*/ 6551065 h 6858000"/>
              <a:gd name="connsiteX63" fmla="*/ 531067 w 12192000"/>
              <a:gd name="connsiteY63" fmla="*/ 6541311 h 6858000"/>
              <a:gd name="connsiteX64" fmla="*/ 509588 w 12192000"/>
              <a:gd name="connsiteY64" fmla="*/ 6534878 h 6858000"/>
              <a:gd name="connsiteX65" fmla="*/ 610058 w 12192000"/>
              <a:gd name="connsiteY65" fmla="*/ 6534151 h 6858000"/>
              <a:gd name="connsiteX66" fmla="*/ 604039 w 12192000"/>
              <a:gd name="connsiteY66" fmla="*/ 6540170 h 6858000"/>
              <a:gd name="connsiteX67" fmla="*/ 610058 w 12192000"/>
              <a:gd name="connsiteY67" fmla="*/ 6546188 h 6858000"/>
              <a:gd name="connsiteX68" fmla="*/ 616076 w 12192000"/>
              <a:gd name="connsiteY68" fmla="*/ 6540170 h 6858000"/>
              <a:gd name="connsiteX69" fmla="*/ 610058 w 12192000"/>
              <a:gd name="connsiteY69" fmla="*/ 6534151 h 6858000"/>
              <a:gd name="connsiteX70" fmla="*/ 500903 w 12192000"/>
              <a:gd name="connsiteY70" fmla="*/ 6461548 h 6858000"/>
              <a:gd name="connsiteX71" fmla="*/ 519457 w 12192000"/>
              <a:gd name="connsiteY71" fmla="*/ 6461548 h 6858000"/>
              <a:gd name="connsiteX72" fmla="*/ 528835 w 12192000"/>
              <a:gd name="connsiteY72" fmla="*/ 6469515 h 6858000"/>
              <a:gd name="connsiteX73" fmla="*/ 519457 w 12192000"/>
              <a:gd name="connsiteY73" fmla="*/ 6477582 h 6858000"/>
              <a:gd name="connsiteX74" fmla="*/ 500903 w 12192000"/>
              <a:gd name="connsiteY74" fmla="*/ 6477582 h 6858000"/>
              <a:gd name="connsiteX75" fmla="*/ 1062844 w 12192000"/>
              <a:gd name="connsiteY75" fmla="*/ 6451061 h 6858000"/>
              <a:gd name="connsiteX76" fmla="*/ 1075953 w 12192000"/>
              <a:gd name="connsiteY76" fmla="*/ 6464876 h 6858000"/>
              <a:gd name="connsiteX77" fmla="*/ 1062844 w 12192000"/>
              <a:gd name="connsiteY77" fmla="*/ 6478691 h 6858000"/>
              <a:gd name="connsiteX78" fmla="*/ 1049835 w 12192000"/>
              <a:gd name="connsiteY78" fmla="*/ 6464876 h 6858000"/>
              <a:gd name="connsiteX79" fmla="*/ 1062844 w 12192000"/>
              <a:gd name="connsiteY79" fmla="*/ 6451061 h 6858000"/>
              <a:gd name="connsiteX80" fmla="*/ 1225495 w 12192000"/>
              <a:gd name="connsiteY80" fmla="*/ 6450960 h 6858000"/>
              <a:gd name="connsiteX81" fmla="*/ 1238604 w 12192000"/>
              <a:gd name="connsiteY81" fmla="*/ 6464876 h 6858000"/>
              <a:gd name="connsiteX82" fmla="*/ 1225495 w 12192000"/>
              <a:gd name="connsiteY82" fmla="*/ 6478792 h 6858000"/>
              <a:gd name="connsiteX83" fmla="*/ 1212386 w 12192000"/>
              <a:gd name="connsiteY83" fmla="*/ 6464876 h 6858000"/>
              <a:gd name="connsiteX84" fmla="*/ 1225495 w 12192000"/>
              <a:gd name="connsiteY84" fmla="*/ 6450960 h 6858000"/>
              <a:gd name="connsiteX85" fmla="*/ 919961 w 12192000"/>
              <a:gd name="connsiteY85" fmla="*/ 6450960 h 6858000"/>
              <a:gd name="connsiteX86" fmla="*/ 933070 w 12192000"/>
              <a:gd name="connsiteY86" fmla="*/ 6464876 h 6858000"/>
              <a:gd name="connsiteX87" fmla="*/ 919961 w 12192000"/>
              <a:gd name="connsiteY87" fmla="*/ 6478792 h 6858000"/>
              <a:gd name="connsiteX88" fmla="*/ 906852 w 12192000"/>
              <a:gd name="connsiteY88" fmla="*/ 6464876 h 6858000"/>
              <a:gd name="connsiteX89" fmla="*/ 919961 w 12192000"/>
              <a:gd name="connsiteY89" fmla="*/ 6450960 h 6858000"/>
              <a:gd name="connsiteX90" fmla="*/ 581315 w 12192000"/>
              <a:gd name="connsiteY90" fmla="*/ 6450960 h 6858000"/>
              <a:gd name="connsiteX91" fmla="*/ 594424 w 12192000"/>
              <a:gd name="connsiteY91" fmla="*/ 6464876 h 6858000"/>
              <a:gd name="connsiteX92" fmla="*/ 581315 w 12192000"/>
              <a:gd name="connsiteY92" fmla="*/ 6478792 h 6858000"/>
              <a:gd name="connsiteX93" fmla="*/ 568206 w 12192000"/>
              <a:gd name="connsiteY93" fmla="*/ 6464876 h 6858000"/>
              <a:gd name="connsiteX94" fmla="*/ 581315 w 12192000"/>
              <a:gd name="connsiteY94" fmla="*/ 6450960 h 6858000"/>
              <a:gd name="connsiteX95" fmla="*/ 1288499 w 12192000"/>
              <a:gd name="connsiteY95" fmla="*/ 6450153 h 6858000"/>
              <a:gd name="connsiteX96" fmla="*/ 1299895 w 12192000"/>
              <a:gd name="connsiteY96" fmla="*/ 6458926 h 6858000"/>
              <a:gd name="connsiteX97" fmla="*/ 1277306 w 12192000"/>
              <a:gd name="connsiteY97" fmla="*/ 6458926 h 6858000"/>
              <a:gd name="connsiteX98" fmla="*/ 1288499 w 12192000"/>
              <a:gd name="connsiteY98" fmla="*/ 6450153 h 6858000"/>
              <a:gd name="connsiteX99" fmla="*/ 773758 w 12192000"/>
              <a:gd name="connsiteY99" fmla="*/ 6450153 h 6858000"/>
              <a:gd name="connsiteX100" fmla="*/ 785153 w 12192000"/>
              <a:gd name="connsiteY100" fmla="*/ 6458926 h 6858000"/>
              <a:gd name="connsiteX101" fmla="*/ 762564 w 12192000"/>
              <a:gd name="connsiteY101" fmla="*/ 6458926 h 6858000"/>
              <a:gd name="connsiteX102" fmla="*/ 773758 w 12192000"/>
              <a:gd name="connsiteY102" fmla="*/ 6450153 h 6858000"/>
              <a:gd name="connsiteX103" fmla="*/ 868062 w 12192000"/>
              <a:gd name="connsiteY103" fmla="*/ 6438859 h 6858000"/>
              <a:gd name="connsiteX104" fmla="*/ 868062 w 12192000"/>
              <a:gd name="connsiteY104" fmla="*/ 6490893 h 6858000"/>
              <a:gd name="connsiteX105" fmla="*/ 882079 w 12192000"/>
              <a:gd name="connsiteY105" fmla="*/ 6490893 h 6858000"/>
              <a:gd name="connsiteX106" fmla="*/ 882079 w 12192000"/>
              <a:gd name="connsiteY106" fmla="*/ 6438859 h 6858000"/>
              <a:gd name="connsiteX107" fmla="*/ 1351643 w 12192000"/>
              <a:gd name="connsiteY107" fmla="*/ 6437851 h 6858000"/>
              <a:gd name="connsiteX108" fmla="*/ 1336617 w 12192000"/>
              <a:gd name="connsiteY108" fmla="*/ 6448136 h 6858000"/>
              <a:gd name="connsiteX109" fmla="*/ 1336617 w 12192000"/>
              <a:gd name="connsiteY109" fmla="*/ 6438859 h 6858000"/>
              <a:gd name="connsiteX110" fmla="*/ 1322600 w 12192000"/>
              <a:gd name="connsiteY110" fmla="*/ 6438859 h 6858000"/>
              <a:gd name="connsiteX111" fmla="*/ 1322600 w 12192000"/>
              <a:gd name="connsiteY111" fmla="*/ 6490893 h 6858000"/>
              <a:gd name="connsiteX112" fmla="*/ 1336617 w 12192000"/>
              <a:gd name="connsiteY112" fmla="*/ 6490893 h 6858000"/>
              <a:gd name="connsiteX113" fmla="*/ 1336617 w 12192000"/>
              <a:gd name="connsiteY113" fmla="*/ 6462557 h 6858000"/>
              <a:gd name="connsiteX114" fmla="*/ 1350029 w 12192000"/>
              <a:gd name="connsiteY114" fmla="*/ 6452674 h 6858000"/>
              <a:gd name="connsiteX115" fmla="*/ 1352550 w 12192000"/>
              <a:gd name="connsiteY115" fmla="*/ 6452674 h 6858000"/>
              <a:gd name="connsiteX116" fmla="*/ 1352550 w 12192000"/>
              <a:gd name="connsiteY116" fmla="*/ 6437851 h 6858000"/>
              <a:gd name="connsiteX117" fmla="*/ 650269 w 12192000"/>
              <a:gd name="connsiteY117" fmla="*/ 6437851 h 6858000"/>
              <a:gd name="connsiteX118" fmla="*/ 635244 w 12192000"/>
              <a:gd name="connsiteY118" fmla="*/ 6448136 h 6858000"/>
              <a:gd name="connsiteX119" fmla="*/ 635244 w 12192000"/>
              <a:gd name="connsiteY119" fmla="*/ 6438859 h 6858000"/>
              <a:gd name="connsiteX120" fmla="*/ 621227 w 12192000"/>
              <a:gd name="connsiteY120" fmla="*/ 6438859 h 6858000"/>
              <a:gd name="connsiteX121" fmla="*/ 621227 w 12192000"/>
              <a:gd name="connsiteY121" fmla="*/ 6490893 h 6858000"/>
              <a:gd name="connsiteX122" fmla="*/ 635244 w 12192000"/>
              <a:gd name="connsiteY122" fmla="*/ 6490893 h 6858000"/>
              <a:gd name="connsiteX123" fmla="*/ 635244 w 12192000"/>
              <a:gd name="connsiteY123" fmla="*/ 6462557 h 6858000"/>
              <a:gd name="connsiteX124" fmla="*/ 648656 w 12192000"/>
              <a:gd name="connsiteY124" fmla="*/ 6452674 h 6858000"/>
              <a:gd name="connsiteX125" fmla="*/ 651177 w 12192000"/>
              <a:gd name="connsiteY125" fmla="*/ 6452674 h 6858000"/>
              <a:gd name="connsiteX126" fmla="*/ 651177 w 12192000"/>
              <a:gd name="connsiteY126" fmla="*/ 6437851 h 6858000"/>
              <a:gd name="connsiteX127" fmla="*/ 1288499 w 12192000"/>
              <a:gd name="connsiteY127" fmla="*/ 6437447 h 6858000"/>
              <a:gd name="connsiteX128" fmla="*/ 1262583 w 12192000"/>
              <a:gd name="connsiteY128" fmla="*/ 6464876 h 6858000"/>
              <a:gd name="connsiteX129" fmla="*/ 1289709 w 12192000"/>
              <a:gd name="connsiteY129" fmla="*/ 6492405 h 6858000"/>
              <a:gd name="connsiteX130" fmla="*/ 1312701 w 12192000"/>
              <a:gd name="connsiteY130" fmla="*/ 6480607 h 6858000"/>
              <a:gd name="connsiteX131" fmla="*/ 1303222 w 12192000"/>
              <a:gd name="connsiteY131" fmla="*/ 6472540 h 6858000"/>
              <a:gd name="connsiteX132" fmla="*/ 1289709 w 12192000"/>
              <a:gd name="connsiteY132" fmla="*/ 6479699 h 6858000"/>
              <a:gd name="connsiteX133" fmla="*/ 1277104 w 12192000"/>
              <a:gd name="connsiteY133" fmla="*/ 6468909 h 6858000"/>
              <a:gd name="connsiteX134" fmla="*/ 1314113 w 12192000"/>
              <a:gd name="connsiteY134" fmla="*/ 6468909 h 6858000"/>
              <a:gd name="connsiteX135" fmla="*/ 1314516 w 12192000"/>
              <a:gd name="connsiteY135" fmla="*/ 6464271 h 6858000"/>
              <a:gd name="connsiteX136" fmla="*/ 1288499 w 12192000"/>
              <a:gd name="connsiteY136" fmla="*/ 6437447 h 6858000"/>
              <a:gd name="connsiteX137" fmla="*/ 1222369 w 12192000"/>
              <a:gd name="connsiteY137" fmla="*/ 6437447 h 6858000"/>
              <a:gd name="connsiteX138" fmla="*/ 1197864 w 12192000"/>
              <a:gd name="connsiteY138" fmla="*/ 6464876 h 6858000"/>
              <a:gd name="connsiteX139" fmla="*/ 1222369 w 12192000"/>
              <a:gd name="connsiteY139" fmla="*/ 6492405 h 6858000"/>
              <a:gd name="connsiteX140" fmla="*/ 1238604 w 12192000"/>
              <a:gd name="connsiteY140" fmla="*/ 6483430 h 6858000"/>
              <a:gd name="connsiteX141" fmla="*/ 1238604 w 12192000"/>
              <a:gd name="connsiteY141" fmla="*/ 6490893 h 6858000"/>
              <a:gd name="connsiteX142" fmla="*/ 1252621 w 12192000"/>
              <a:gd name="connsiteY142" fmla="*/ 6490893 h 6858000"/>
              <a:gd name="connsiteX143" fmla="*/ 1252621 w 12192000"/>
              <a:gd name="connsiteY143" fmla="*/ 6438859 h 6858000"/>
              <a:gd name="connsiteX144" fmla="*/ 1238604 w 12192000"/>
              <a:gd name="connsiteY144" fmla="*/ 6438859 h 6858000"/>
              <a:gd name="connsiteX145" fmla="*/ 1238604 w 12192000"/>
              <a:gd name="connsiteY145" fmla="*/ 6446422 h 6858000"/>
              <a:gd name="connsiteX146" fmla="*/ 1222369 w 12192000"/>
              <a:gd name="connsiteY146" fmla="*/ 6437447 h 6858000"/>
              <a:gd name="connsiteX147" fmla="*/ 1062844 w 12192000"/>
              <a:gd name="connsiteY147" fmla="*/ 6437447 h 6858000"/>
              <a:gd name="connsiteX148" fmla="*/ 1035314 w 12192000"/>
              <a:gd name="connsiteY148" fmla="*/ 6464876 h 6858000"/>
              <a:gd name="connsiteX149" fmla="*/ 1062844 w 12192000"/>
              <a:gd name="connsiteY149" fmla="*/ 6492304 h 6858000"/>
              <a:gd name="connsiteX150" fmla="*/ 1090474 w 12192000"/>
              <a:gd name="connsiteY150" fmla="*/ 6464876 h 6858000"/>
              <a:gd name="connsiteX151" fmla="*/ 1062844 w 12192000"/>
              <a:gd name="connsiteY151" fmla="*/ 6437447 h 6858000"/>
              <a:gd name="connsiteX152" fmla="*/ 916835 w 12192000"/>
              <a:gd name="connsiteY152" fmla="*/ 6437447 h 6858000"/>
              <a:gd name="connsiteX153" fmla="*/ 892331 w 12192000"/>
              <a:gd name="connsiteY153" fmla="*/ 6464876 h 6858000"/>
              <a:gd name="connsiteX154" fmla="*/ 916835 w 12192000"/>
              <a:gd name="connsiteY154" fmla="*/ 6492405 h 6858000"/>
              <a:gd name="connsiteX155" fmla="*/ 933070 w 12192000"/>
              <a:gd name="connsiteY155" fmla="*/ 6483430 h 6858000"/>
              <a:gd name="connsiteX156" fmla="*/ 933070 w 12192000"/>
              <a:gd name="connsiteY156" fmla="*/ 6490893 h 6858000"/>
              <a:gd name="connsiteX157" fmla="*/ 947087 w 12192000"/>
              <a:gd name="connsiteY157" fmla="*/ 6490893 h 6858000"/>
              <a:gd name="connsiteX158" fmla="*/ 947087 w 12192000"/>
              <a:gd name="connsiteY158" fmla="*/ 6438859 h 6858000"/>
              <a:gd name="connsiteX159" fmla="*/ 933070 w 12192000"/>
              <a:gd name="connsiteY159" fmla="*/ 6438859 h 6858000"/>
              <a:gd name="connsiteX160" fmla="*/ 933070 w 12192000"/>
              <a:gd name="connsiteY160" fmla="*/ 6446422 h 6858000"/>
              <a:gd name="connsiteX161" fmla="*/ 916835 w 12192000"/>
              <a:gd name="connsiteY161" fmla="*/ 6437447 h 6858000"/>
              <a:gd name="connsiteX162" fmla="*/ 839011 w 12192000"/>
              <a:gd name="connsiteY162" fmla="*/ 6437447 h 6858000"/>
              <a:gd name="connsiteX163" fmla="*/ 823381 w 12192000"/>
              <a:gd name="connsiteY163" fmla="*/ 6444809 h 6858000"/>
              <a:gd name="connsiteX164" fmla="*/ 823381 w 12192000"/>
              <a:gd name="connsiteY164" fmla="*/ 6438859 h 6858000"/>
              <a:gd name="connsiteX165" fmla="*/ 809364 w 12192000"/>
              <a:gd name="connsiteY165" fmla="*/ 6438859 h 6858000"/>
              <a:gd name="connsiteX166" fmla="*/ 809364 w 12192000"/>
              <a:gd name="connsiteY166" fmla="*/ 6490893 h 6858000"/>
              <a:gd name="connsiteX167" fmla="*/ 823381 w 12192000"/>
              <a:gd name="connsiteY167" fmla="*/ 6490893 h 6858000"/>
              <a:gd name="connsiteX168" fmla="*/ 823381 w 12192000"/>
              <a:gd name="connsiteY168" fmla="*/ 6459733 h 6858000"/>
              <a:gd name="connsiteX169" fmla="*/ 832961 w 12192000"/>
              <a:gd name="connsiteY169" fmla="*/ 6449750 h 6858000"/>
              <a:gd name="connsiteX170" fmla="*/ 841935 w 12192000"/>
              <a:gd name="connsiteY170" fmla="*/ 6459229 h 6858000"/>
              <a:gd name="connsiteX171" fmla="*/ 841935 w 12192000"/>
              <a:gd name="connsiteY171" fmla="*/ 6490893 h 6858000"/>
              <a:gd name="connsiteX172" fmla="*/ 855952 w 12192000"/>
              <a:gd name="connsiteY172" fmla="*/ 6490893 h 6858000"/>
              <a:gd name="connsiteX173" fmla="*/ 855952 w 12192000"/>
              <a:gd name="connsiteY173" fmla="*/ 6456708 h 6858000"/>
              <a:gd name="connsiteX174" fmla="*/ 839011 w 12192000"/>
              <a:gd name="connsiteY174" fmla="*/ 6437447 h 6858000"/>
              <a:gd name="connsiteX175" fmla="*/ 773758 w 12192000"/>
              <a:gd name="connsiteY175" fmla="*/ 6437447 h 6858000"/>
              <a:gd name="connsiteX176" fmla="*/ 747842 w 12192000"/>
              <a:gd name="connsiteY176" fmla="*/ 6464876 h 6858000"/>
              <a:gd name="connsiteX177" fmla="*/ 774968 w 12192000"/>
              <a:gd name="connsiteY177" fmla="*/ 6492405 h 6858000"/>
              <a:gd name="connsiteX178" fmla="*/ 797960 w 12192000"/>
              <a:gd name="connsiteY178" fmla="*/ 6480607 h 6858000"/>
              <a:gd name="connsiteX179" fmla="*/ 788480 w 12192000"/>
              <a:gd name="connsiteY179" fmla="*/ 6472540 h 6858000"/>
              <a:gd name="connsiteX180" fmla="*/ 774968 w 12192000"/>
              <a:gd name="connsiteY180" fmla="*/ 6479699 h 6858000"/>
              <a:gd name="connsiteX181" fmla="*/ 762363 w 12192000"/>
              <a:gd name="connsiteY181" fmla="*/ 6468909 h 6858000"/>
              <a:gd name="connsiteX182" fmla="*/ 799371 w 12192000"/>
              <a:gd name="connsiteY182" fmla="*/ 6468909 h 6858000"/>
              <a:gd name="connsiteX183" fmla="*/ 799775 w 12192000"/>
              <a:gd name="connsiteY183" fmla="*/ 6464271 h 6858000"/>
              <a:gd name="connsiteX184" fmla="*/ 773758 w 12192000"/>
              <a:gd name="connsiteY184" fmla="*/ 6437447 h 6858000"/>
              <a:gd name="connsiteX185" fmla="*/ 689402 w 12192000"/>
              <a:gd name="connsiteY185" fmla="*/ 6437447 h 6858000"/>
              <a:gd name="connsiteX186" fmla="*/ 674376 w 12192000"/>
              <a:gd name="connsiteY186" fmla="*/ 6444809 h 6858000"/>
              <a:gd name="connsiteX187" fmla="*/ 674376 w 12192000"/>
              <a:gd name="connsiteY187" fmla="*/ 6438859 h 6858000"/>
              <a:gd name="connsiteX188" fmla="*/ 660360 w 12192000"/>
              <a:gd name="connsiteY188" fmla="*/ 6438859 h 6858000"/>
              <a:gd name="connsiteX189" fmla="*/ 660360 w 12192000"/>
              <a:gd name="connsiteY189" fmla="*/ 6490893 h 6858000"/>
              <a:gd name="connsiteX190" fmla="*/ 674376 w 12192000"/>
              <a:gd name="connsiteY190" fmla="*/ 6490893 h 6858000"/>
              <a:gd name="connsiteX191" fmla="*/ 674376 w 12192000"/>
              <a:gd name="connsiteY191" fmla="*/ 6460036 h 6858000"/>
              <a:gd name="connsiteX192" fmla="*/ 683351 w 12192000"/>
              <a:gd name="connsiteY192" fmla="*/ 6449750 h 6858000"/>
              <a:gd name="connsiteX193" fmla="*/ 691923 w 12192000"/>
              <a:gd name="connsiteY193" fmla="*/ 6459632 h 6858000"/>
              <a:gd name="connsiteX194" fmla="*/ 691923 w 12192000"/>
              <a:gd name="connsiteY194" fmla="*/ 6490893 h 6858000"/>
              <a:gd name="connsiteX195" fmla="*/ 705839 w 12192000"/>
              <a:gd name="connsiteY195" fmla="*/ 6490893 h 6858000"/>
              <a:gd name="connsiteX196" fmla="*/ 705839 w 12192000"/>
              <a:gd name="connsiteY196" fmla="*/ 6458523 h 6858000"/>
              <a:gd name="connsiteX197" fmla="*/ 714915 w 12192000"/>
              <a:gd name="connsiteY197" fmla="*/ 6449750 h 6858000"/>
              <a:gd name="connsiteX198" fmla="*/ 723486 w 12192000"/>
              <a:gd name="connsiteY198" fmla="*/ 6459632 h 6858000"/>
              <a:gd name="connsiteX199" fmla="*/ 723486 w 12192000"/>
              <a:gd name="connsiteY199" fmla="*/ 6490893 h 6858000"/>
              <a:gd name="connsiteX200" fmla="*/ 737503 w 12192000"/>
              <a:gd name="connsiteY200" fmla="*/ 6490893 h 6858000"/>
              <a:gd name="connsiteX201" fmla="*/ 737503 w 12192000"/>
              <a:gd name="connsiteY201" fmla="*/ 6457010 h 6858000"/>
              <a:gd name="connsiteX202" fmla="*/ 719553 w 12192000"/>
              <a:gd name="connsiteY202" fmla="*/ 6437447 h 6858000"/>
              <a:gd name="connsiteX203" fmla="*/ 703520 w 12192000"/>
              <a:gd name="connsiteY203" fmla="*/ 6445716 h 6858000"/>
              <a:gd name="connsiteX204" fmla="*/ 689402 w 12192000"/>
              <a:gd name="connsiteY204" fmla="*/ 6437447 h 6858000"/>
              <a:gd name="connsiteX205" fmla="*/ 578189 w 12192000"/>
              <a:gd name="connsiteY205" fmla="*/ 6437447 h 6858000"/>
              <a:gd name="connsiteX206" fmla="*/ 553685 w 12192000"/>
              <a:gd name="connsiteY206" fmla="*/ 6464876 h 6858000"/>
              <a:gd name="connsiteX207" fmla="*/ 578189 w 12192000"/>
              <a:gd name="connsiteY207" fmla="*/ 6492405 h 6858000"/>
              <a:gd name="connsiteX208" fmla="*/ 594424 w 12192000"/>
              <a:gd name="connsiteY208" fmla="*/ 6483430 h 6858000"/>
              <a:gd name="connsiteX209" fmla="*/ 594424 w 12192000"/>
              <a:gd name="connsiteY209" fmla="*/ 6490893 h 6858000"/>
              <a:gd name="connsiteX210" fmla="*/ 608441 w 12192000"/>
              <a:gd name="connsiteY210" fmla="*/ 6490893 h 6858000"/>
              <a:gd name="connsiteX211" fmla="*/ 608441 w 12192000"/>
              <a:gd name="connsiteY211" fmla="*/ 6438859 h 6858000"/>
              <a:gd name="connsiteX212" fmla="*/ 594424 w 12192000"/>
              <a:gd name="connsiteY212" fmla="*/ 6438859 h 6858000"/>
              <a:gd name="connsiteX213" fmla="*/ 594424 w 12192000"/>
              <a:gd name="connsiteY213" fmla="*/ 6446422 h 6858000"/>
              <a:gd name="connsiteX214" fmla="*/ 578189 w 12192000"/>
              <a:gd name="connsiteY214" fmla="*/ 6437447 h 6858000"/>
              <a:gd name="connsiteX215" fmla="*/ 500903 w 12192000"/>
              <a:gd name="connsiteY215" fmla="*/ 6433615 h 6858000"/>
              <a:gd name="connsiteX216" fmla="*/ 518449 w 12192000"/>
              <a:gd name="connsiteY216" fmla="*/ 6433615 h 6858000"/>
              <a:gd name="connsiteX217" fmla="*/ 527121 w 12192000"/>
              <a:gd name="connsiteY217" fmla="*/ 6441078 h 6858000"/>
              <a:gd name="connsiteX218" fmla="*/ 518449 w 12192000"/>
              <a:gd name="connsiteY218" fmla="*/ 6448439 h 6858000"/>
              <a:gd name="connsiteX219" fmla="*/ 500903 w 12192000"/>
              <a:gd name="connsiteY219" fmla="*/ 6448439 h 6858000"/>
              <a:gd name="connsiteX220" fmla="*/ 1120007 w 12192000"/>
              <a:gd name="connsiteY220" fmla="*/ 6423632 h 6858000"/>
              <a:gd name="connsiteX221" fmla="*/ 1105990 w 12192000"/>
              <a:gd name="connsiteY221" fmla="*/ 6427666 h 6858000"/>
              <a:gd name="connsiteX222" fmla="*/ 1105990 w 12192000"/>
              <a:gd name="connsiteY222" fmla="*/ 6438859 h 6858000"/>
              <a:gd name="connsiteX223" fmla="*/ 1097217 w 12192000"/>
              <a:gd name="connsiteY223" fmla="*/ 6438859 h 6858000"/>
              <a:gd name="connsiteX224" fmla="*/ 1097217 w 12192000"/>
              <a:gd name="connsiteY224" fmla="*/ 6450758 h 6858000"/>
              <a:gd name="connsiteX225" fmla="*/ 1105990 w 12192000"/>
              <a:gd name="connsiteY225" fmla="*/ 6450758 h 6858000"/>
              <a:gd name="connsiteX226" fmla="*/ 1105990 w 12192000"/>
              <a:gd name="connsiteY226" fmla="*/ 6472943 h 6858000"/>
              <a:gd name="connsiteX227" fmla="*/ 1124041 w 12192000"/>
              <a:gd name="connsiteY227" fmla="*/ 6492103 h 6858000"/>
              <a:gd name="connsiteX228" fmla="*/ 1132007 w 12192000"/>
              <a:gd name="connsiteY228" fmla="*/ 6491195 h 6858000"/>
              <a:gd name="connsiteX229" fmla="*/ 1132007 w 12192000"/>
              <a:gd name="connsiteY229" fmla="*/ 6479296 h 6858000"/>
              <a:gd name="connsiteX230" fmla="*/ 1128075 w 12192000"/>
              <a:gd name="connsiteY230" fmla="*/ 6479699 h 6858000"/>
              <a:gd name="connsiteX231" fmla="*/ 1120007 w 12192000"/>
              <a:gd name="connsiteY231" fmla="*/ 6471733 h 6858000"/>
              <a:gd name="connsiteX232" fmla="*/ 1120007 w 12192000"/>
              <a:gd name="connsiteY232" fmla="*/ 6450758 h 6858000"/>
              <a:gd name="connsiteX233" fmla="*/ 1132007 w 12192000"/>
              <a:gd name="connsiteY233" fmla="*/ 6450758 h 6858000"/>
              <a:gd name="connsiteX234" fmla="*/ 1132007 w 12192000"/>
              <a:gd name="connsiteY234" fmla="*/ 6438859 h 6858000"/>
              <a:gd name="connsiteX235" fmla="*/ 1120007 w 12192000"/>
              <a:gd name="connsiteY235" fmla="*/ 6438859 h 6858000"/>
              <a:gd name="connsiteX236" fmla="*/ 1141989 w 12192000"/>
              <a:gd name="connsiteY236" fmla="*/ 6420305 h 6858000"/>
              <a:gd name="connsiteX237" fmla="*/ 1141989 w 12192000"/>
              <a:gd name="connsiteY237" fmla="*/ 6490893 h 6858000"/>
              <a:gd name="connsiteX238" fmla="*/ 1156006 w 12192000"/>
              <a:gd name="connsiteY238" fmla="*/ 6490893 h 6858000"/>
              <a:gd name="connsiteX239" fmla="*/ 1156006 w 12192000"/>
              <a:gd name="connsiteY239" fmla="*/ 6459733 h 6858000"/>
              <a:gd name="connsiteX240" fmla="*/ 1165586 w 12192000"/>
              <a:gd name="connsiteY240" fmla="*/ 6449750 h 6858000"/>
              <a:gd name="connsiteX241" fmla="*/ 1174561 w 12192000"/>
              <a:gd name="connsiteY241" fmla="*/ 6459229 h 6858000"/>
              <a:gd name="connsiteX242" fmla="*/ 1174561 w 12192000"/>
              <a:gd name="connsiteY242" fmla="*/ 6490893 h 6858000"/>
              <a:gd name="connsiteX243" fmla="*/ 1188578 w 12192000"/>
              <a:gd name="connsiteY243" fmla="*/ 6490893 h 6858000"/>
              <a:gd name="connsiteX244" fmla="*/ 1188578 w 12192000"/>
              <a:gd name="connsiteY244" fmla="*/ 6456708 h 6858000"/>
              <a:gd name="connsiteX245" fmla="*/ 1171636 w 12192000"/>
              <a:gd name="connsiteY245" fmla="*/ 6437447 h 6858000"/>
              <a:gd name="connsiteX246" fmla="*/ 1156006 w 12192000"/>
              <a:gd name="connsiteY246" fmla="*/ 6444809 h 6858000"/>
              <a:gd name="connsiteX247" fmla="*/ 1156006 w 12192000"/>
              <a:gd name="connsiteY247" fmla="*/ 6420305 h 6858000"/>
              <a:gd name="connsiteX248" fmla="*/ 485776 w 12192000"/>
              <a:gd name="connsiteY248" fmla="*/ 6420305 h 6858000"/>
              <a:gd name="connsiteX249" fmla="*/ 485776 w 12192000"/>
              <a:gd name="connsiteY249" fmla="*/ 6490893 h 6858000"/>
              <a:gd name="connsiteX250" fmla="*/ 520667 w 12192000"/>
              <a:gd name="connsiteY250" fmla="*/ 6490893 h 6858000"/>
              <a:gd name="connsiteX251" fmla="*/ 544567 w 12192000"/>
              <a:gd name="connsiteY251" fmla="*/ 6471229 h 6858000"/>
              <a:gd name="connsiteX252" fmla="*/ 532264 w 12192000"/>
              <a:gd name="connsiteY252" fmla="*/ 6454691 h 6858000"/>
              <a:gd name="connsiteX253" fmla="*/ 542752 w 12192000"/>
              <a:gd name="connsiteY253" fmla="*/ 6438960 h 6858000"/>
              <a:gd name="connsiteX254" fmla="*/ 520567 w 12192000"/>
              <a:gd name="connsiteY254" fmla="*/ 6420305 h 6858000"/>
              <a:gd name="connsiteX255" fmla="*/ 994260 w 12192000"/>
              <a:gd name="connsiteY255" fmla="*/ 6419094 h 6858000"/>
              <a:gd name="connsiteX256" fmla="*/ 958360 w 12192000"/>
              <a:gd name="connsiteY256" fmla="*/ 6455800 h 6858000"/>
              <a:gd name="connsiteX257" fmla="*/ 992041 w 12192000"/>
              <a:gd name="connsiteY257" fmla="*/ 6492405 h 6858000"/>
              <a:gd name="connsiteX258" fmla="*/ 1012613 w 12192000"/>
              <a:gd name="connsiteY258" fmla="*/ 6482624 h 6858000"/>
              <a:gd name="connsiteX259" fmla="*/ 1012613 w 12192000"/>
              <a:gd name="connsiteY259" fmla="*/ 6490893 h 6858000"/>
              <a:gd name="connsiteX260" fmla="*/ 1026226 w 12192000"/>
              <a:gd name="connsiteY260" fmla="*/ 6490893 h 6858000"/>
              <a:gd name="connsiteX261" fmla="*/ 1026226 w 12192000"/>
              <a:gd name="connsiteY261" fmla="*/ 6452977 h 6858000"/>
              <a:gd name="connsiteX262" fmla="*/ 994562 w 12192000"/>
              <a:gd name="connsiteY262" fmla="*/ 6452977 h 6858000"/>
              <a:gd name="connsiteX263" fmla="*/ 994562 w 12192000"/>
              <a:gd name="connsiteY263" fmla="*/ 6466489 h 6858000"/>
              <a:gd name="connsiteX264" fmla="*/ 1011302 w 12192000"/>
              <a:gd name="connsiteY264" fmla="*/ 6466489 h 6858000"/>
              <a:gd name="connsiteX265" fmla="*/ 994462 w 12192000"/>
              <a:gd name="connsiteY265" fmla="*/ 6478086 h 6858000"/>
              <a:gd name="connsiteX266" fmla="*/ 974394 w 12192000"/>
              <a:gd name="connsiteY266" fmla="*/ 6455800 h 6858000"/>
              <a:gd name="connsiteX267" fmla="*/ 994260 w 12192000"/>
              <a:gd name="connsiteY267" fmla="*/ 6433414 h 6858000"/>
              <a:gd name="connsiteX268" fmla="*/ 1012008 w 12192000"/>
              <a:gd name="connsiteY268" fmla="*/ 6443699 h 6858000"/>
              <a:gd name="connsiteX269" fmla="*/ 1024714 w 12192000"/>
              <a:gd name="connsiteY269" fmla="*/ 6435229 h 6858000"/>
              <a:gd name="connsiteX270" fmla="*/ 994260 w 12192000"/>
              <a:gd name="connsiteY270" fmla="*/ 6419094 h 6858000"/>
              <a:gd name="connsiteX271" fmla="*/ 875121 w 12192000"/>
              <a:gd name="connsiteY271" fmla="*/ 6416674 h 6858000"/>
              <a:gd name="connsiteX272" fmla="*/ 866751 w 12192000"/>
              <a:gd name="connsiteY272" fmla="*/ 6424943 h 6858000"/>
              <a:gd name="connsiteX273" fmla="*/ 875121 w 12192000"/>
              <a:gd name="connsiteY273" fmla="*/ 6433313 h 6858000"/>
              <a:gd name="connsiteX274" fmla="*/ 883491 w 12192000"/>
              <a:gd name="connsiteY274" fmla="*/ 6424943 h 6858000"/>
              <a:gd name="connsiteX275" fmla="*/ 875121 w 12192000"/>
              <a:gd name="connsiteY275" fmla="*/ 6416674 h 6858000"/>
              <a:gd name="connsiteX276" fmla="*/ 0 w 12192000"/>
              <a:gd name="connsiteY276" fmla="*/ 786751 h 6858000"/>
              <a:gd name="connsiteX277" fmla="*/ 471872 w 12192000"/>
              <a:gd name="connsiteY277" fmla="*/ 2680582 h 6858000"/>
              <a:gd name="connsiteX278" fmla="*/ 802876 w 12192000"/>
              <a:gd name="connsiteY278" fmla="*/ 2879540 h 6858000"/>
              <a:gd name="connsiteX279" fmla="*/ 857659 w 12192000"/>
              <a:gd name="connsiteY279" fmla="*/ 2865890 h 6858000"/>
              <a:gd name="connsiteX280" fmla="*/ 904737 w 12192000"/>
              <a:gd name="connsiteY280" fmla="*/ 2862396 h 6858000"/>
              <a:gd name="connsiteX281" fmla="*/ 12192000 w 12192000"/>
              <a:gd name="connsiteY281" fmla="*/ 872148 h 6858000"/>
              <a:gd name="connsiteX282" fmla="*/ 12192000 w 12192000"/>
              <a:gd name="connsiteY282" fmla="*/ 6858000 h 6858000"/>
              <a:gd name="connsiteX283" fmla="*/ 0 w 12192000"/>
              <a:gd name="connsiteY283" fmla="*/ 6858000 h 6858000"/>
              <a:gd name="connsiteX284" fmla="*/ 0 w 12192000"/>
              <a:gd name="connsiteY284" fmla="*/ 0 h 6858000"/>
              <a:gd name="connsiteX285" fmla="*/ 1 w 12192000"/>
              <a:gd name="connsiteY285" fmla="*/ 0 h 6858000"/>
              <a:gd name="connsiteX286" fmla="*/ 0 w 12192000"/>
              <a:gd name="connsiteY286" fmla="*/ 78675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Lst>
            <a:rect l="l" t="t" r="r" b="b"/>
            <a:pathLst>
              <a:path w="12192000" h="6858000">
                <a:moveTo>
                  <a:pt x="693262" y="6562790"/>
                </a:moveTo>
                <a:cubicBezTo>
                  <a:pt x="701252" y="6562790"/>
                  <a:pt x="707789" y="6568497"/>
                  <a:pt x="709242" y="6577940"/>
                </a:cubicBezTo>
                <a:lnTo>
                  <a:pt x="676660" y="6577940"/>
                </a:lnTo>
                <a:cubicBezTo>
                  <a:pt x="678217" y="6568705"/>
                  <a:pt x="684650" y="6562790"/>
                  <a:pt x="693262" y="6562790"/>
                </a:cubicBezTo>
                <a:close/>
                <a:moveTo>
                  <a:pt x="569365" y="6562790"/>
                </a:moveTo>
                <a:cubicBezTo>
                  <a:pt x="577355" y="6562790"/>
                  <a:pt x="583892" y="6568497"/>
                  <a:pt x="585345" y="6577940"/>
                </a:cubicBezTo>
                <a:lnTo>
                  <a:pt x="552763" y="6577940"/>
                </a:lnTo>
                <a:cubicBezTo>
                  <a:pt x="554320" y="6568705"/>
                  <a:pt x="560753" y="6562790"/>
                  <a:pt x="569365" y="6562790"/>
                </a:cubicBezTo>
                <a:close/>
                <a:moveTo>
                  <a:pt x="605700" y="6556045"/>
                </a:moveTo>
                <a:lnTo>
                  <a:pt x="605700" y="6608757"/>
                </a:lnTo>
                <a:lnTo>
                  <a:pt x="614416" y="6608757"/>
                </a:lnTo>
                <a:lnTo>
                  <a:pt x="614416" y="6556045"/>
                </a:lnTo>
                <a:close/>
                <a:moveTo>
                  <a:pt x="693262" y="6554697"/>
                </a:moveTo>
                <a:cubicBezTo>
                  <a:pt x="678528" y="6554697"/>
                  <a:pt x="667529" y="6566318"/>
                  <a:pt x="667529" y="6582401"/>
                </a:cubicBezTo>
                <a:cubicBezTo>
                  <a:pt x="667529" y="6598381"/>
                  <a:pt x="678735" y="6610106"/>
                  <a:pt x="693781" y="6610106"/>
                </a:cubicBezTo>
                <a:cubicBezTo>
                  <a:pt x="703535" y="6610106"/>
                  <a:pt x="712044" y="6605437"/>
                  <a:pt x="716402" y="6598485"/>
                </a:cubicBezTo>
                <a:lnTo>
                  <a:pt x="710280" y="6593297"/>
                </a:lnTo>
                <a:cubicBezTo>
                  <a:pt x="706959" y="6598692"/>
                  <a:pt x="701045" y="6602013"/>
                  <a:pt x="693781" y="6602013"/>
                </a:cubicBezTo>
                <a:cubicBezTo>
                  <a:pt x="684546" y="6602013"/>
                  <a:pt x="677698" y="6595268"/>
                  <a:pt x="676556" y="6585203"/>
                </a:cubicBezTo>
                <a:lnTo>
                  <a:pt x="718166" y="6585203"/>
                </a:lnTo>
                <a:cubicBezTo>
                  <a:pt x="718270" y="6584165"/>
                  <a:pt x="718373" y="6583024"/>
                  <a:pt x="718373" y="6582090"/>
                </a:cubicBezTo>
                <a:cubicBezTo>
                  <a:pt x="718373" y="6566629"/>
                  <a:pt x="707789" y="6554697"/>
                  <a:pt x="693262" y="6554697"/>
                </a:cubicBezTo>
                <a:close/>
                <a:moveTo>
                  <a:pt x="569365" y="6554697"/>
                </a:moveTo>
                <a:cubicBezTo>
                  <a:pt x="554631" y="6554697"/>
                  <a:pt x="543632" y="6566318"/>
                  <a:pt x="543632" y="6582401"/>
                </a:cubicBezTo>
                <a:cubicBezTo>
                  <a:pt x="543632" y="6598381"/>
                  <a:pt x="554838" y="6610106"/>
                  <a:pt x="569884" y="6610106"/>
                </a:cubicBezTo>
                <a:cubicBezTo>
                  <a:pt x="579638" y="6610106"/>
                  <a:pt x="588147" y="6605437"/>
                  <a:pt x="592505" y="6598485"/>
                </a:cubicBezTo>
                <a:lnTo>
                  <a:pt x="586383" y="6593297"/>
                </a:lnTo>
                <a:cubicBezTo>
                  <a:pt x="583062" y="6598692"/>
                  <a:pt x="577148" y="6602013"/>
                  <a:pt x="569884" y="6602013"/>
                </a:cubicBezTo>
                <a:cubicBezTo>
                  <a:pt x="560649" y="6602013"/>
                  <a:pt x="553801" y="6595268"/>
                  <a:pt x="552659" y="6585203"/>
                </a:cubicBezTo>
                <a:lnTo>
                  <a:pt x="594269" y="6585203"/>
                </a:lnTo>
                <a:cubicBezTo>
                  <a:pt x="594373" y="6584165"/>
                  <a:pt x="594476" y="6583024"/>
                  <a:pt x="594476" y="6582090"/>
                </a:cubicBezTo>
                <a:cubicBezTo>
                  <a:pt x="594476" y="6566629"/>
                  <a:pt x="583892" y="6554697"/>
                  <a:pt x="569365" y="6554697"/>
                </a:cubicBezTo>
                <a:close/>
                <a:moveTo>
                  <a:pt x="643657" y="6541207"/>
                </a:moveTo>
                <a:lnTo>
                  <a:pt x="634941" y="6544216"/>
                </a:lnTo>
                <a:lnTo>
                  <a:pt x="634941" y="6556045"/>
                </a:lnTo>
                <a:lnTo>
                  <a:pt x="625187" y="6556045"/>
                </a:lnTo>
                <a:lnTo>
                  <a:pt x="625187" y="6563620"/>
                </a:lnTo>
                <a:lnTo>
                  <a:pt x="634941" y="6563620"/>
                </a:lnTo>
                <a:lnTo>
                  <a:pt x="634941" y="6593608"/>
                </a:lnTo>
                <a:cubicBezTo>
                  <a:pt x="634941" y="6603881"/>
                  <a:pt x="640544" y="6609899"/>
                  <a:pt x="650298" y="6609899"/>
                </a:cubicBezTo>
                <a:cubicBezTo>
                  <a:pt x="653100" y="6609899"/>
                  <a:pt x="655590" y="6609484"/>
                  <a:pt x="657354" y="6608757"/>
                </a:cubicBezTo>
                <a:lnTo>
                  <a:pt x="657354" y="6600975"/>
                </a:lnTo>
                <a:cubicBezTo>
                  <a:pt x="655798" y="6601598"/>
                  <a:pt x="654034" y="6601909"/>
                  <a:pt x="652373" y="6601909"/>
                </a:cubicBezTo>
                <a:cubicBezTo>
                  <a:pt x="646562" y="6601909"/>
                  <a:pt x="643657" y="6598692"/>
                  <a:pt x="643657" y="6592778"/>
                </a:cubicBezTo>
                <a:lnTo>
                  <a:pt x="643657" y="6563620"/>
                </a:lnTo>
                <a:lnTo>
                  <a:pt x="657354" y="6563620"/>
                </a:lnTo>
                <a:lnTo>
                  <a:pt x="657354" y="6556045"/>
                </a:lnTo>
                <a:lnTo>
                  <a:pt x="643657" y="6556045"/>
                </a:lnTo>
                <a:close/>
                <a:moveTo>
                  <a:pt x="509588" y="6534878"/>
                </a:moveTo>
                <a:cubicBezTo>
                  <a:pt x="493920" y="6534878"/>
                  <a:pt x="484373" y="6542867"/>
                  <a:pt x="484373" y="6554800"/>
                </a:cubicBezTo>
                <a:cubicBezTo>
                  <a:pt x="484373" y="6565799"/>
                  <a:pt x="490288" y="6571921"/>
                  <a:pt x="503051" y="6574723"/>
                </a:cubicBezTo>
                <a:lnTo>
                  <a:pt x="511663" y="6576591"/>
                </a:lnTo>
                <a:cubicBezTo>
                  <a:pt x="520276" y="6578562"/>
                  <a:pt x="524945" y="6582401"/>
                  <a:pt x="524945" y="6589354"/>
                </a:cubicBezTo>
                <a:cubicBezTo>
                  <a:pt x="524945" y="6597032"/>
                  <a:pt x="518823" y="6601701"/>
                  <a:pt x="507720" y="6601701"/>
                </a:cubicBezTo>
                <a:cubicBezTo>
                  <a:pt x="500042" y="6601701"/>
                  <a:pt x="492259" y="6599107"/>
                  <a:pt x="485618" y="6593815"/>
                </a:cubicBezTo>
                <a:lnTo>
                  <a:pt x="485618" y="6603569"/>
                </a:lnTo>
                <a:cubicBezTo>
                  <a:pt x="491741" y="6607720"/>
                  <a:pt x="499834" y="6610003"/>
                  <a:pt x="507720" y="6610003"/>
                </a:cubicBezTo>
                <a:cubicBezTo>
                  <a:pt x="524115" y="6610003"/>
                  <a:pt x="534284" y="6602117"/>
                  <a:pt x="534284" y="6589042"/>
                </a:cubicBezTo>
                <a:cubicBezTo>
                  <a:pt x="534284" y="6577732"/>
                  <a:pt x="527954" y="6570780"/>
                  <a:pt x="514465" y="6567771"/>
                </a:cubicBezTo>
                <a:lnTo>
                  <a:pt x="505852" y="6565799"/>
                </a:lnTo>
                <a:cubicBezTo>
                  <a:pt x="497344" y="6563828"/>
                  <a:pt x="493816" y="6560196"/>
                  <a:pt x="493816" y="6554178"/>
                </a:cubicBezTo>
                <a:cubicBezTo>
                  <a:pt x="493816" y="6547433"/>
                  <a:pt x="499730" y="6543179"/>
                  <a:pt x="509588" y="6543179"/>
                </a:cubicBezTo>
                <a:cubicBezTo>
                  <a:pt x="517163" y="6543179"/>
                  <a:pt x="524737" y="6545669"/>
                  <a:pt x="530963" y="6551065"/>
                </a:cubicBezTo>
                <a:lnTo>
                  <a:pt x="531067" y="6541311"/>
                </a:lnTo>
                <a:cubicBezTo>
                  <a:pt x="524634" y="6536849"/>
                  <a:pt x="516436" y="6534878"/>
                  <a:pt x="509588" y="6534878"/>
                </a:cubicBezTo>
                <a:close/>
                <a:moveTo>
                  <a:pt x="610058" y="6534151"/>
                </a:moveTo>
                <a:cubicBezTo>
                  <a:pt x="606634" y="6534151"/>
                  <a:pt x="604039" y="6536849"/>
                  <a:pt x="604039" y="6540170"/>
                </a:cubicBezTo>
                <a:cubicBezTo>
                  <a:pt x="604039" y="6543594"/>
                  <a:pt x="606634" y="6546188"/>
                  <a:pt x="610058" y="6546188"/>
                </a:cubicBezTo>
                <a:cubicBezTo>
                  <a:pt x="613482" y="6546188"/>
                  <a:pt x="616076" y="6543594"/>
                  <a:pt x="616076" y="6540170"/>
                </a:cubicBezTo>
                <a:cubicBezTo>
                  <a:pt x="616076" y="6536849"/>
                  <a:pt x="613482" y="6534151"/>
                  <a:pt x="610058" y="6534151"/>
                </a:cubicBezTo>
                <a:close/>
                <a:moveTo>
                  <a:pt x="500903" y="6461548"/>
                </a:moveTo>
                <a:lnTo>
                  <a:pt x="519457" y="6461548"/>
                </a:lnTo>
                <a:cubicBezTo>
                  <a:pt x="525407" y="6461548"/>
                  <a:pt x="528835" y="6464573"/>
                  <a:pt x="528835" y="6469515"/>
                </a:cubicBezTo>
                <a:cubicBezTo>
                  <a:pt x="528835" y="6474657"/>
                  <a:pt x="525407" y="6477582"/>
                  <a:pt x="519457" y="6477582"/>
                </a:cubicBezTo>
                <a:lnTo>
                  <a:pt x="500903" y="6477582"/>
                </a:lnTo>
                <a:close/>
                <a:moveTo>
                  <a:pt x="1062844" y="6451061"/>
                </a:moveTo>
                <a:cubicBezTo>
                  <a:pt x="1070508" y="6451061"/>
                  <a:pt x="1075953" y="6457010"/>
                  <a:pt x="1075953" y="6464876"/>
                </a:cubicBezTo>
                <a:cubicBezTo>
                  <a:pt x="1075953" y="6472741"/>
                  <a:pt x="1070508" y="6478691"/>
                  <a:pt x="1062844" y="6478691"/>
                </a:cubicBezTo>
                <a:cubicBezTo>
                  <a:pt x="1055281" y="6478691"/>
                  <a:pt x="1049835" y="6472741"/>
                  <a:pt x="1049835" y="6464876"/>
                </a:cubicBezTo>
                <a:cubicBezTo>
                  <a:pt x="1049835" y="6457010"/>
                  <a:pt x="1055281" y="6451061"/>
                  <a:pt x="1062844" y="6451061"/>
                </a:cubicBezTo>
                <a:close/>
                <a:moveTo>
                  <a:pt x="1225495" y="6450960"/>
                </a:moveTo>
                <a:cubicBezTo>
                  <a:pt x="1233058" y="6450960"/>
                  <a:pt x="1238604" y="6457010"/>
                  <a:pt x="1238604" y="6464876"/>
                </a:cubicBezTo>
                <a:cubicBezTo>
                  <a:pt x="1238604" y="6472741"/>
                  <a:pt x="1233058" y="6478792"/>
                  <a:pt x="1225495" y="6478792"/>
                </a:cubicBezTo>
                <a:cubicBezTo>
                  <a:pt x="1217932" y="6478792"/>
                  <a:pt x="1212386" y="6472741"/>
                  <a:pt x="1212386" y="6464876"/>
                </a:cubicBezTo>
                <a:cubicBezTo>
                  <a:pt x="1212386" y="6457010"/>
                  <a:pt x="1217932" y="6450960"/>
                  <a:pt x="1225495" y="6450960"/>
                </a:cubicBezTo>
                <a:close/>
                <a:moveTo>
                  <a:pt x="919961" y="6450960"/>
                </a:moveTo>
                <a:cubicBezTo>
                  <a:pt x="927524" y="6450960"/>
                  <a:pt x="933070" y="6457010"/>
                  <a:pt x="933070" y="6464876"/>
                </a:cubicBezTo>
                <a:cubicBezTo>
                  <a:pt x="933070" y="6472741"/>
                  <a:pt x="927524" y="6478792"/>
                  <a:pt x="919961" y="6478792"/>
                </a:cubicBezTo>
                <a:cubicBezTo>
                  <a:pt x="912398" y="6478792"/>
                  <a:pt x="906852" y="6472741"/>
                  <a:pt x="906852" y="6464876"/>
                </a:cubicBezTo>
                <a:cubicBezTo>
                  <a:pt x="906852" y="6457010"/>
                  <a:pt x="912398" y="6450960"/>
                  <a:pt x="919961" y="6450960"/>
                </a:cubicBezTo>
                <a:close/>
                <a:moveTo>
                  <a:pt x="581315" y="6450960"/>
                </a:moveTo>
                <a:cubicBezTo>
                  <a:pt x="588878" y="6450960"/>
                  <a:pt x="594424" y="6457010"/>
                  <a:pt x="594424" y="6464876"/>
                </a:cubicBezTo>
                <a:cubicBezTo>
                  <a:pt x="594424" y="6472741"/>
                  <a:pt x="588878" y="6478792"/>
                  <a:pt x="581315" y="6478792"/>
                </a:cubicBezTo>
                <a:cubicBezTo>
                  <a:pt x="573752" y="6478792"/>
                  <a:pt x="568206" y="6472741"/>
                  <a:pt x="568206" y="6464876"/>
                </a:cubicBezTo>
                <a:cubicBezTo>
                  <a:pt x="568206" y="6457010"/>
                  <a:pt x="573752" y="6450960"/>
                  <a:pt x="581315" y="6450960"/>
                </a:cubicBezTo>
                <a:close/>
                <a:moveTo>
                  <a:pt x="1288499" y="6450153"/>
                </a:moveTo>
                <a:cubicBezTo>
                  <a:pt x="1294046" y="6450153"/>
                  <a:pt x="1298382" y="6452977"/>
                  <a:pt x="1299895" y="6458926"/>
                </a:cubicBezTo>
                <a:lnTo>
                  <a:pt x="1277306" y="6458926"/>
                </a:lnTo>
                <a:cubicBezTo>
                  <a:pt x="1278818" y="6453380"/>
                  <a:pt x="1282852" y="6450153"/>
                  <a:pt x="1288499" y="6450153"/>
                </a:cubicBezTo>
                <a:close/>
                <a:moveTo>
                  <a:pt x="773758" y="6450153"/>
                </a:moveTo>
                <a:cubicBezTo>
                  <a:pt x="779304" y="6450153"/>
                  <a:pt x="783640" y="6452977"/>
                  <a:pt x="785153" y="6458926"/>
                </a:cubicBezTo>
                <a:lnTo>
                  <a:pt x="762564" y="6458926"/>
                </a:lnTo>
                <a:cubicBezTo>
                  <a:pt x="764077" y="6453380"/>
                  <a:pt x="768111" y="6450153"/>
                  <a:pt x="773758" y="6450153"/>
                </a:cubicBezTo>
                <a:close/>
                <a:moveTo>
                  <a:pt x="868062" y="6438859"/>
                </a:moveTo>
                <a:lnTo>
                  <a:pt x="868062" y="6490893"/>
                </a:lnTo>
                <a:lnTo>
                  <a:pt x="882079" y="6490893"/>
                </a:lnTo>
                <a:lnTo>
                  <a:pt x="882079" y="6438859"/>
                </a:lnTo>
                <a:close/>
                <a:moveTo>
                  <a:pt x="1351643" y="6437851"/>
                </a:moveTo>
                <a:cubicBezTo>
                  <a:pt x="1343071" y="6437851"/>
                  <a:pt x="1338332" y="6442288"/>
                  <a:pt x="1336617" y="6448136"/>
                </a:cubicBezTo>
                <a:lnTo>
                  <a:pt x="1336617" y="6438859"/>
                </a:lnTo>
                <a:lnTo>
                  <a:pt x="1322600" y="6438859"/>
                </a:lnTo>
                <a:lnTo>
                  <a:pt x="1322600" y="6490893"/>
                </a:lnTo>
                <a:lnTo>
                  <a:pt x="1336617" y="6490893"/>
                </a:lnTo>
                <a:lnTo>
                  <a:pt x="1336617" y="6462557"/>
                </a:lnTo>
                <a:cubicBezTo>
                  <a:pt x="1336617" y="6455599"/>
                  <a:pt x="1339542" y="6452674"/>
                  <a:pt x="1350029" y="6452674"/>
                </a:cubicBezTo>
                <a:lnTo>
                  <a:pt x="1352550" y="6452674"/>
                </a:lnTo>
                <a:lnTo>
                  <a:pt x="1352550" y="6437851"/>
                </a:lnTo>
                <a:close/>
                <a:moveTo>
                  <a:pt x="650269" y="6437851"/>
                </a:moveTo>
                <a:cubicBezTo>
                  <a:pt x="641698" y="6437851"/>
                  <a:pt x="636958" y="6442288"/>
                  <a:pt x="635244" y="6448136"/>
                </a:cubicBezTo>
                <a:lnTo>
                  <a:pt x="635244" y="6438859"/>
                </a:lnTo>
                <a:lnTo>
                  <a:pt x="621227" y="6438859"/>
                </a:lnTo>
                <a:lnTo>
                  <a:pt x="621227" y="6490893"/>
                </a:lnTo>
                <a:lnTo>
                  <a:pt x="635244" y="6490893"/>
                </a:lnTo>
                <a:lnTo>
                  <a:pt x="635244" y="6462557"/>
                </a:lnTo>
                <a:cubicBezTo>
                  <a:pt x="635244" y="6455599"/>
                  <a:pt x="638168" y="6452674"/>
                  <a:pt x="648656" y="6452674"/>
                </a:cubicBezTo>
                <a:lnTo>
                  <a:pt x="651177" y="6452674"/>
                </a:lnTo>
                <a:lnTo>
                  <a:pt x="651177" y="6437851"/>
                </a:lnTo>
                <a:close/>
                <a:moveTo>
                  <a:pt x="1288499" y="6437447"/>
                </a:moveTo>
                <a:cubicBezTo>
                  <a:pt x="1273474" y="6437447"/>
                  <a:pt x="1262583" y="6449044"/>
                  <a:pt x="1262583" y="6464876"/>
                </a:cubicBezTo>
                <a:cubicBezTo>
                  <a:pt x="1262583" y="6480708"/>
                  <a:pt x="1273978" y="6492405"/>
                  <a:pt x="1289709" y="6492405"/>
                </a:cubicBezTo>
                <a:cubicBezTo>
                  <a:pt x="1299088" y="6492405"/>
                  <a:pt x="1308466" y="6487565"/>
                  <a:pt x="1312701" y="6480607"/>
                </a:cubicBezTo>
                <a:lnTo>
                  <a:pt x="1303222" y="6472540"/>
                </a:lnTo>
                <a:cubicBezTo>
                  <a:pt x="1300600" y="6476977"/>
                  <a:pt x="1295356" y="6479699"/>
                  <a:pt x="1289709" y="6479699"/>
                </a:cubicBezTo>
                <a:cubicBezTo>
                  <a:pt x="1282751" y="6479699"/>
                  <a:pt x="1278415" y="6474960"/>
                  <a:pt x="1277104" y="6468909"/>
                </a:cubicBezTo>
                <a:lnTo>
                  <a:pt x="1314113" y="6468909"/>
                </a:lnTo>
                <a:cubicBezTo>
                  <a:pt x="1314315" y="6467498"/>
                  <a:pt x="1314516" y="6465783"/>
                  <a:pt x="1314516" y="6464271"/>
                </a:cubicBezTo>
                <a:cubicBezTo>
                  <a:pt x="1314516" y="6449548"/>
                  <a:pt x="1304533" y="6437447"/>
                  <a:pt x="1288499" y="6437447"/>
                </a:cubicBezTo>
                <a:close/>
                <a:moveTo>
                  <a:pt x="1222369" y="6437447"/>
                </a:moveTo>
                <a:cubicBezTo>
                  <a:pt x="1209158" y="6437447"/>
                  <a:pt x="1197864" y="6448943"/>
                  <a:pt x="1197864" y="6464876"/>
                </a:cubicBezTo>
                <a:cubicBezTo>
                  <a:pt x="1197864" y="6480909"/>
                  <a:pt x="1209158" y="6492405"/>
                  <a:pt x="1222369" y="6492405"/>
                </a:cubicBezTo>
                <a:cubicBezTo>
                  <a:pt x="1230033" y="6492405"/>
                  <a:pt x="1235377" y="6489178"/>
                  <a:pt x="1238604" y="6483430"/>
                </a:cubicBezTo>
                <a:lnTo>
                  <a:pt x="1238604" y="6490893"/>
                </a:lnTo>
                <a:lnTo>
                  <a:pt x="1252621" y="6490893"/>
                </a:lnTo>
                <a:lnTo>
                  <a:pt x="1252621" y="6438859"/>
                </a:lnTo>
                <a:lnTo>
                  <a:pt x="1238604" y="6438859"/>
                </a:lnTo>
                <a:lnTo>
                  <a:pt x="1238604" y="6446422"/>
                </a:lnTo>
                <a:cubicBezTo>
                  <a:pt x="1235377" y="6440674"/>
                  <a:pt x="1230033" y="6437447"/>
                  <a:pt x="1222369" y="6437447"/>
                </a:cubicBezTo>
                <a:close/>
                <a:moveTo>
                  <a:pt x="1062844" y="6437447"/>
                </a:moveTo>
                <a:cubicBezTo>
                  <a:pt x="1047213" y="6437447"/>
                  <a:pt x="1035314" y="6448943"/>
                  <a:pt x="1035314" y="6464876"/>
                </a:cubicBezTo>
                <a:cubicBezTo>
                  <a:pt x="1035314" y="6480809"/>
                  <a:pt x="1047213" y="6492304"/>
                  <a:pt x="1062844" y="6492304"/>
                </a:cubicBezTo>
                <a:cubicBezTo>
                  <a:pt x="1078575" y="6492304"/>
                  <a:pt x="1090474" y="6480809"/>
                  <a:pt x="1090474" y="6464876"/>
                </a:cubicBezTo>
                <a:cubicBezTo>
                  <a:pt x="1090474" y="6448943"/>
                  <a:pt x="1078575" y="6437447"/>
                  <a:pt x="1062844" y="6437447"/>
                </a:cubicBezTo>
                <a:close/>
                <a:moveTo>
                  <a:pt x="916835" y="6437447"/>
                </a:moveTo>
                <a:cubicBezTo>
                  <a:pt x="903625" y="6437447"/>
                  <a:pt x="892331" y="6448943"/>
                  <a:pt x="892331" y="6464876"/>
                </a:cubicBezTo>
                <a:cubicBezTo>
                  <a:pt x="892331" y="6480909"/>
                  <a:pt x="903625" y="6492405"/>
                  <a:pt x="916835" y="6492405"/>
                </a:cubicBezTo>
                <a:cubicBezTo>
                  <a:pt x="924499" y="6492405"/>
                  <a:pt x="929843" y="6489178"/>
                  <a:pt x="933070" y="6483430"/>
                </a:cubicBezTo>
                <a:lnTo>
                  <a:pt x="933070" y="6490893"/>
                </a:lnTo>
                <a:lnTo>
                  <a:pt x="947087" y="6490893"/>
                </a:lnTo>
                <a:lnTo>
                  <a:pt x="947087" y="6438859"/>
                </a:lnTo>
                <a:lnTo>
                  <a:pt x="933070" y="6438859"/>
                </a:lnTo>
                <a:lnTo>
                  <a:pt x="933070" y="6446422"/>
                </a:lnTo>
                <a:cubicBezTo>
                  <a:pt x="929843" y="6440674"/>
                  <a:pt x="924499" y="6437447"/>
                  <a:pt x="916835" y="6437447"/>
                </a:cubicBezTo>
                <a:close/>
                <a:moveTo>
                  <a:pt x="839011" y="6437447"/>
                </a:moveTo>
                <a:cubicBezTo>
                  <a:pt x="830843" y="6437447"/>
                  <a:pt x="825700" y="6441178"/>
                  <a:pt x="823381" y="6444809"/>
                </a:cubicBezTo>
                <a:lnTo>
                  <a:pt x="823381" y="6438859"/>
                </a:lnTo>
                <a:lnTo>
                  <a:pt x="809364" y="6438859"/>
                </a:lnTo>
                <a:lnTo>
                  <a:pt x="809364" y="6490893"/>
                </a:lnTo>
                <a:lnTo>
                  <a:pt x="823381" y="6490893"/>
                </a:lnTo>
                <a:lnTo>
                  <a:pt x="823381" y="6459733"/>
                </a:lnTo>
                <a:cubicBezTo>
                  <a:pt x="823381" y="6453077"/>
                  <a:pt x="827313" y="6449750"/>
                  <a:pt x="832961" y="6449750"/>
                </a:cubicBezTo>
                <a:cubicBezTo>
                  <a:pt x="838809" y="6449750"/>
                  <a:pt x="841935" y="6453582"/>
                  <a:pt x="841935" y="6459229"/>
                </a:cubicBezTo>
                <a:lnTo>
                  <a:pt x="841935" y="6490893"/>
                </a:lnTo>
                <a:lnTo>
                  <a:pt x="855952" y="6490893"/>
                </a:lnTo>
                <a:lnTo>
                  <a:pt x="855952" y="6456708"/>
                </a:lnTo>
                <a:cubicBezTo>
                  <a:pt x="855952" y="6443195"/>
                  <a:pt x="848389" y="6437447"/>
                  <a:pt x="839011" y="6437447"/>
                </a:cubicBezTo>
                <a:close/>
                <a:moveTo>
                  <a:pt x="773758" y="6437447"/>
                </a:moveTo>
                <a:cubicBezTo>
                  <a:pt x="758732" y="6437447"/>
                  <a:pt x="747842" y="6449044"/>
                  <a:pt x="747842" y="6464876"/>
                </a:cubicBezTo>
                <a:cubicBezTo>
                  <a:pt x="747842" y="6480708"/>
                  <a:pt x="759237" y="6492405"/>
                  <a:pt x="774968" y="6492405"/>
                </a:cubicBezTo>
                <a:cubicBezTo>
                  <a:pt x="784346" y="6492405"/>
                  <a:pt x="793724" y="6487565"/>
                  <a:pt x="797960" y="6480607"/>
                </a:cubicBezTo>
                <a:lnTo>
                  <a:pt x="788480" y="6472540"/>
                </a:lnTo>
                <a:cubicBezTo>
                  <a:pt x="785859" y="6476977"/>
                  <a:pt x="780615" y="6479699"/>
                  <a:pt x="774968" y="6479699"/>
                </a:cubicBezTo>
                <a:cubicBezTo>
                  <a:pt x="768010" y="6479699"/>
                  <a:pt x="763674" y="6474960"/>
                  <a:pt x="762363" y="6468909"/>
                </a:cubicBezTo>
                <a:lnTo>
                  <a:pt x="799371" y="6468909"/>
                </a:lnTo>
                <a:cubicBezTo>
                  <a:pt x="799573" y="6467498"/>
                  <a:pt x="799775" y="6465783"/>
                  <a:pt x="799775" y="6464271"/>
                </a:cubicBezTo>
                <a:cubicBezTo>
                  <a:pt x="799775" y="6449548"/>
                  <a:pt x="789792" y="6437447"/>
                  <a:pt x="773758" y="6437447"/>
                </a:cubicBezTo>
                <a:close/>
                <a:moveTo>
                  <a:pt x="689402" y="6437447"/>
                </a:moveTo>
                <a:cubicBezTo>
                  <a:pt x="681435" y="6437447"/>
                  <a:pt x="676797" y="6441078"/>
                  <a:pt x="674376" y="6444809"/>
                </a:cubicBezTo>
                <a:lnTo>
                  <a:pt x="674376" y="6438859"/>
                </a:lnTo>
                <a:lnTo>
                  <a:pt x="660360" y="6438859"/>
                </a:lnTo>
                <a:lnTo>
                  <a:pt x="660360" y="6490893"/>
                </a:lnTo>
                <a:lnTo>
                  <a:pt x="674376" y="6490893"/>
                </a:lnTo>
                <a:lnTo>
                  <a:pt x="674376" y="6460036"/>
                </a:lnTo>
                <a:cubicBezTo>
                  <a:pt x="674376" y="6453077"/>
                  <a:pt x="677906" y="6449750"/>
                  <a:pt x="683351" y="6449750"/>
                </a:cubicBezTo>
                <a:cubicBezTo>
                  <a:pt x="689099" y="6449750"/>
                  <a:pt x="691923" y="6453683"/>
                  <a:pt x="691923" y="6459632"/>
                </a:cubicBezTo>
                <a:lnTo>
                  <a:pt x="691923" y="6490893"/>
                </a:lnTo>
                <a:lnTo>
                  <a:pt x="705839" y="6490893"/>
                </a:lnTo>
                <a:lnTo>
                  <a:pt x="705839" y="6458523"/>
                </a:lnTo>
                <a:cubicBezTo>
                  <a:pt x="705839" y="6453178"/>
                  <a:pt x="709570" y="6449750"/>
                  <a:pt x="714915" y="6449750"/>
                </a:cubicBezTo>
                <a:cubicBezTo>
                  <a:pt x="720562" y="6449750"/>
                  <a:pt x="723486" y="6453582"/>
                  <a:pt x="723486" y="6459632"/>
                </a:cubicBezTo>
                <a:lnTo>
                  <a:pt x="723486" y="6490893"/>
                </a:lnTo>
                <a:lnTo>
                  <a:pt x="737503" y="6490893"/>
                </a:lnTo>
                <a:lnTo>
                  <a:pt x="737503" y="6457010"/>
                </a:lnTo>
                <a:cubicBezTo>
                  <a:pt x="737503" y="6443296"/>
                  <a:pt x="730142" y="6437447"/>
                  <a:pt x="719553" y="6437447"/>
                </a:cubicBezTo>
                <a:cubicBezTo>
                  <a:pt x="712797" y="6437447"/>
                  <a:pt x="707351" y="6439968"/>
                  <a:pt x="703520" y="6445716"/>
                </a:cubicBezTo>
                <a:cubicBezTo>
                  <a:pt x="700595" y="6439968"/>
                  <a:pt x="695351" y="6437447"/>
                  <a:pt x="689402" y="6437447"/>
                </a:cubicBezTo>
                <a:close/>
                <a:moveTo>
                  <a:pt x="578189" y="6437447"/>
                </a:moveTo>
                <a:cubicBezTo>
                  <a:pt x="564979" y="6437447"/>
                  <a:pt x="553685" y="6448943"/>
                  <a:pt x="553685" y="6464876"/>
                </a:cubicBezTo>
                <a:cubicBezTo>
                  <a:pt x="553685" y="6480909"/>
                  <a:pt x="564979" y="6492405"/>
                  <a:pt x="578189" y="6492405"/>
                </a:cubicBezTo>
                <a:cubicBezTo>
                  <a:pt x="585853" y="6492405"/>
                  <a:pt x="591197" y="6489178"/>
                  <a:pt x="594424" y="6483430"/>
                </a:cubicBezTo>
                <a:lnTo>
                  <a:pt x="594424" y="6490893"/>
                </a:lnTo>
                <a:lnTo>
                  <a:pt x="608441" y="6490893"/>
                </a:lnTo>
                <a:lnTo>
                  <a:pt x="608441" y="6438859"/>
                </a:lnTo>
                <a:lnTo>
                  <a:pt x="594424" y="6438859"/>
                </a:lnTo>
                <a:lnTo>
                  <a:pt x="594424" y="6446422"/>
                </a:lnTo>
                <a:cubicBezTo>
                  <a:pt x="591197" y="6440674"/>
                  <a:pt x="585853" y="6437447"/>
                  <a:pt x="578189" y="6437447"/>
                </a:cubicBezTo>
                <a:close/>
                <a:moveTo>
                  <a:pt x="500903" y="6433615"/>
                </a:moveTo>
                <a:lnTo>
                  <a:pt x="518449" y="6433615"/>
                </a:lnTo>
                <a:cubicBezTo>
                  <a:pt x="523995" y="6433615"/>
                  <a:pt x="527121" y="6436338"/>
                  <a:pt x="527121" y="6441078"/>
                </a:cubicBezTo>
                <a:cubicBezTo>
                  <a:pt x="527121" y="6445716"/>
                  <a:pt x="523995" y="6448439"/>
                  <a:pt x="518449" y="6448439"/>
                </a:cubicBezTo>
                <a:lnTo>
                  <a:pt x="500903" y="6448439"/>
                </a:lnTo>
                <a:close/>
                <a:moveTo>
                  <a:pt x="1120007" y="6423632"/>
                </a:moveTo>
                <a:lnTo>
                  <a:pt x="1105990" y="6427666"/>
                </a:lnTo>
                <a:lnTo>
                  <a:pt x="1105990" y="6438859"/>
                </a:lnTo>
                <a:lnTo>
                  <a:pt x="1097217" y="6438859"/>
                </a:lnTo>
                <a:lnTo>
                  <a:pt x="1097217" y="6450758"/>
                </a:lnTo>
                <a:lnTo>
                  <a:pt x="1105990" y="6450758"/>
                </a:lnTo>
                <a:lnTo>
                  <a:pt x="1105990" y="6472943"/>
                </a:lnTo>
                <a:cubicBezTo>
                  <a:pt x="1105990" y="6485246"/>
                  <a:pt x="1112646" y="6492103"/>
                  <a:pt x="1124041" y="6492103"/>
                </a:cubicBezTo>
                <a:cubicBezTo>
                  <a:pt x="1127167" y="6492103"/>
                  <a:pt x="1129890" y="6491800"/>
                  <a:pt x="1132007" y="6491195"/>
                </a:cubicBezTo>
                <a:lnTo>
                  <a:pt x="1132007" y="6479296"/>
                </a:lnTo>
                <a:cubicBezTo>
                  <a:pt x="1130696" y="6479498"/>
                  <a:pt x="1129184" y="6479699"/>
                  <a:pt x="1128075" y="6479699"/>
                </a:cubicBezTo>
                <a:cubicBezTo>
                  <a:pt x="1122528" y="6479699"/>
                  <a:pt x="1120007" y="6476876"/>
                  <a:pt x="1120007" y="6471733"/>
                </a:cubicBezTo>
                <a:lnTo>
                  <a:pt x="1120007" y="6450758"/>
                </a:lnTo>
                <a:lnTo>
                  <a:pt x="1132007" y="6450758"/>
                </a:lnTo>
                <a:lnTo>
                  <a:pt x="1132007" y="6438859"/>
                </a:lnTo>
                <a:lnTo>
                  <a:pt x="1120007" y="6438859"/>
                </a:lnTo>
                <a:close/>
                <a:moveTo>
                  <a:pt x="1141989" y="6420305"/>
                </a:moveTo>
                <a:lnTo>
                  <a:pt x="1141989" y="6490893"/>
                </a:lnTo>
                <a:lnTo>
                  <a:pt x="1156006" y="6490893"/>
                </a:lnTo>
                <a:lnTo>
                  <a:pt x="1156006" y="6459733"/>
                </a:lnTo>
                <a:cubicBezTo>
                  <a:pt x="1156006" y="6453077"/>
                  <a:pt x="1159939" y="6449750"/>
                  <a:pt x="1165586" y="6449750"/>
                </a:cubicBezTo>
                <a:cubicBezTo>
                  <a:pt x="1171435" y="6449750"/>
                  <a:pt x="1174561" y="6453582"/>
                  <a:pt x="1174561" y="6459229"/>
                </a:cubicBezTo>
                <a:lnTo>
                  <a:pt x="1174561" y="6490893"/>
                </a:lnTo>
                <a:lnTo>
                  <a:pt x="1188578" y="6490893"/>
                </a:lnTo>
                <a:lnTo>
                  <a:pt x="1188578" y="6456708"/>
                </a:lnTo>
                <a:cubicBezTo>
                  <a:pt x="1188578" y="6443195"/>
                  <a:pt x="1181115" y="6437447"/>
                  <a:pt x="1171636" y="6437447"/>
                </a:cubicBezTo>
                <a:cubicBezTo>
                  <a:pt x="1163468" y="6437447"/>
                  <a:pt x="1158325" y="6441178"/>
                  <a:pt x="1156006" y="6444809"/>
                </a:cubicBezTo>
                <a:lnTo>
                  <a:pt x="1156006" y="6420305"/>
                </a:lnTo>
                <a:close/>
                <a:moveTo>
                  <a:pt x="485776" y="6420305"/>
                </a:moveTo>
                <a:lnTo>
                  <a:pt x="485776" y="6490893"/>
                </a:lnTo>
                <a:lnTo>
                  <a:pt x="520667" y="6490893"/>
                </a:lnTo>
                <a:cubicBezTo>
                  <a:pt x="535693" y="6490893"/>
                  <a:pt x="544567" y="6483430"/>
                  <a:pt x="544567" y="6471229"/>
                </a:cubicBezTo>
                <a:cubicBezTo>
                  <a:pt x="544567" y="6463262"/>
                  <a:pt x="540230" y="6457414"/>
                  <a:pt x="532264" y="6454691"/>
                </a:cubicBezTo>
                <a:cubicBezTo>
                  <a:pt x="538718" y="6452170"/>
                  <a:pt x="542752" y="6446321"/>
                  <a:pt x="542752" y="6438960"/>
                </a:cubicBezTo>
                <a:cubicBezTo>
                  <a:pt x="542752" y="6427162"/>
                  <a:pt x="534483" y="6420305"/>
                  <a:pt x="520567" y="6420305"/>
                </a:cubicBezTo>
                <a:close/>
                <a:moveTo>
                  <a:pt x="994260" y="6419094"/>
                </a:moveTo>
                <a:cubicBezTo>
                  <a:pt x="973789" y="6419094"/>
                  <a:pt x="958360" y="6434523"/>
                  <a:pt x="958360" y="6455800"/>
                </a:cubicBezTo>
                <a:cubicBezTo>
                  <a:pt x="958360" y="6477077"/>
                  <a:pt x="973083" y="6492405"/>
                  <a:pt x="992041" y="6492405"/>
                </a:cubicBezTo>
                <a:cubicBezTo>
                  <a:pt x="1001016" y="6492405"/>
                  <a:pt x="1008277" y="6488674"/>
                  <a:pt x="1012613" y="6482624"/>
                </a:cubicBezTo>
                <a:lnTo>
                  <a:pt x="1012613" y="6490893"/>
                </a:lnTo>
                <a:lnTo>
                  <a:pt x="1026226" y="6490893"/>
                </a:lnTo>
                <a:lnTo>
                  <a:pt x="1026226" y="6452977"/>
                </a:lnTo>
                <a:lnTo>
                  <a:pt x="994562" y="6452977"/>
                </a:lnTo>
                <a:lnTo>
                  <a:pt x="994562" y="6466489"/>
                </a:lnTo>
                <a:lnTo>
                  <a:pt x="1011302" y="6466489"/>
                </a:lnTo>
                <a:cubicBezTo>
                  <a:pt x="1009285" y="6473246"/>
                  <a:pt x="1002630" y="6478086"/>
                  <a:pt x="994462" y="6478086"/>
                </a:cubicBezTo>
                <a:cubicBezTo>
                  <a:pt x="982865" y="6478086"/>
                  <a:pt x="974394" y="6468506"/>
                  <a:pt x="974394" y="6455800"/>
                </a:cubicBezTo>
                <a:cubicBezTo>
                  <a:pt x="974394" y="6442994"/>
                  <a:pt x="982764" y="6433414"/>
                  <a:pt x="994260" y="6433414"/>
                </a:cubicBezTo>
                <a:cubicBezTo>
                  <a:pt x="1002932" y="6433414"/>
                  <a:pt x="1008882" y="6437851"/>
                  <a:pt x="1012008" y="6443699"/>
                </a:cubicBezTo>
                <a:lnTo>
                  <a:pt x="1024714" y="6435229"/>
                </a:lnTo>
                <a:cubicBezTo>
                  <a:pt x="1019470" y="6424943"/>
                  <a:pt x="1007873" y="6419094"/>
                  <a:pt x="994260" y="6419094"/>
                </a:cubicBezTo>
                <a:close/>
                <a:moveTo>
                  <a:pt x="875121" y="6416674"/>
                </a:moveTo>
                <a:cubicBezTo>
                  <a:pt x="870482" y="6416674"/>
                  <a:pt x="866751" y="6420405"/>
                  <a:pt x="866751" y="6424943"/>
                </a:cubicBezTo>
                <a:cubicBezTo>
                  <a:pt x="866751" y="6429582"/>
                  <a:pt x="870482" y="6433313"/>
                  <a:pt x="875121" y="6433313"/>
                </a:cubicBezTo>
                <a:cubicBezTo>
                  <a:pt x="879760" y="6433313"/>
                  <a:pt x="883491" y="6429582"/>
                  <a:pt x="883491" y="6424943"/>
                </a:cubicBezTo>
                <a:cubicBezTo>
                  <a:pt x="883491" y="6420405"/>
                  <a:pt x="879760" y="6416674"/>
                  <a:pt x="875121" y="6416674"/>
                </a:cubicBezTo>
                <a:close/>
                <a:moveTo>
                  <a:pt x="0" y="786751"/>
                </a:moveTo>
                <a:lnTo>
                  <a:pt x="471872" y="2680582"/>
                </a:lnTo>
                <a:cubicBezTo>
                  <a:pt x="508336" y="2826927"/>
                  <a:pt x="656532" y="2916005"/>
                  <a:pt x="802876" y="2879540"/>
                </a:cubicBezTo>
                <a:lnTo>
                  <a:pt x="857659" y="2865890"/>
                </a:lnTo>
                <a:lnTo>
                  <a:pt x="904737" y="2862396"/>
                </a:lnTo>
                <a:lnTo>
                  <a:pt x="12192000" y="872148"/>
                </a:lnTo>
                <a:lnTo>
                  <a:pt x="12192000" y="6858000"/>
                </a:lnTo>
                <a:lnTo>
                  <a:pt x="0" y="6858000"/>
                </a:lnTo>
                <a:close/>
                <a:moveTo>
                  <a:pt x="0" y="0"/>
                </a:moveTo>
                <a:lnTo>
                  <a:pt x="1" y="0"/>
                </a:lnTo>
                <a:lnTo>
                  <a:pt x="0" y="786751"/>
                </a:lnTo>
                <a:close/>
              </a:path>
            </a:pathLst>
          </a:custGeom>
          <a:gradFill>
            <a:gsLst>
              <a:gs pos="0">
                <a:srgbClr val="000000">
                  <a:alpha val="0"/>
                </a:srgbClr>
              </a:gs>
              <a:gs pos="64000">
                <a:srgbClr val="000000">
                  <a:alpha val="33326"/>
                </a:srgbClr>
              </a:gs>
              <a:gs pos="25000">
                <a:srgbClr val="000000">
                  <a:alpha val="32842"/>
                </a:srgbClr>
              </a:gs>
              <a:gs pos="98000">
                <a:srgbClr val="000000">
                  <a:alpha val="0"/>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3" name="Textplatzhalter 2">
            <a:extLst>
              <a:ext uri="{FF2B5EF4-FFF2-40B4-BE49-F238E27FC236}">
                <a16:creationId xmlns:a16="http://schemas.microsoft.com/office/drawing/2014/main" id="{E424B1BB-76D4-F0E8-4F3B-1D64FFAD8A3E}"/>
              </a:ext>
            </a:extLst>
          </p:cNvPr>
          <p:cNvSpPr>
            <a:spLocks noGrp="1"/>
          </p:cNvSpPr>
          <p:nvPr>
            <p:ph type="body" idx="1"/>
          </p:nvPr>
        </p:nvSpPr>
        <p:spPr>
          <a:xfrm>
            <a:off x="3289003" y="5107459"/>
            <a:ext cx="5615286" cy="215444"/>
          </a:xfrm>
          <a:prstGeom prst="rect">
            <a:avLst/>
          </a:prstGeom>
        </p:spPr>
        <p:txBody>
          <a:bodyPr>
            <a:noAutofit/>
          </a:bodyPr>
          <a:lstStyle>
            <a:lvl1pPr marL="0" indent="0">
              <a:buNone/>
              <a:defRPr sz="1400" b="0" i="0">
                <a:solidFill>
                  <a:schemeClr val="bg1"/>
                </a:solidFill>
                <a:latin typeface="BarmeniaGothaer Offc" panose="020B0503020204020204" pitchFamily="34" charset="0"/>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52B709F6-F3C8-5678-4E06-AFE97791336E}"/>
              </a:ext>
            </a:extLst>
          </p:cNvPr>
          <p:cNvSpPr>
            <a:spLocks noGrp="1"/>
          </p:cNvSpPr>
          <p:nvPr>
            <p:ph type="dt" sz="half" idx="10"/>
          </p:nvPr>
        </p:nvSpPr>
        <p:spPr/>
        <p:txBody>
          <a:bodyPr/>
          <a:lstStyle>
            <a:lvl1pPr>
              <a:defRPr>
                <a:solidFill>
                  <a:schemeClr val="bg1"/>
                </a:solidFill>
              </a:defRPr>
            </a:lvl1pPr>
          </a:lstStyle>
          <a:p>
            <a:fld id="{FB882A52-DD2E-384D-8B54-9AF8C0FCA07A}" type="datetime1">
              <a:t>22.06.2026</a:t>
            </a:fld>
            <a:endParaRPr lang="de-DE"/>
          </a:p>
        </p:txBody>
      </p:sp>
      <p:sp>
        <p:nvSpPr>
          <p:cNvPr id="5" name="Fußzeilenplatzhalter 4">
            <a:extLst>
              <a:ext uri="{FF2B5EF4-FFF2-40B4-BE49-F238E27FC236}">
                <a16:creationId xmlns:a16="http://schemas.microsoft.com/office/drawing/2014/main" id="{DB9E5FF0-9081-F60D-6CD4-1B9B62B94A21}"/>
              </a:ext>
            </a:extLst>
          </p:cNvPr>
          <p:cNvSpPr>
            <a:spLocks noGrp="1"/>
          </p:cNvSpPr>
          <p:nvPr>
            <p:ph type="ftr" sz="quarter" idx="11"/>
          </p:nvPr>
        </p:nvSpPr>
        <p:spPr/>
        <p:txBody>
          <a:bodyPr/>
          <a:lstStyle>
            <a:lvl1pPr>
              <a:defRPr>
                <a:solidFill>
                  <a:schemeClr val="bg1"/>
                </a:solidFill>
              </a:defRPr>
            </a:lvl1pPr>
          </a:lstStyle>
          <a:p>
            <a:r>
              <a:rPr lang="de-DE" dirty="0"/>
              <a:t>Titel der Präsentation</a:t>
            </a:r>
          </a:p>
        </p:txBody>
      </p:sp>
      <p:sp>
        <p:nvSpPr>
          <p:cNvPr id="6" name="Foliennummernplatzhalter 5">
            <a:extLst>
              <a:ext uri="{FF2B5EF4-FFF2-40B4-BE49-F238E27FC236}">
                <a16:creationId xmlns:a16="http://schemas.microsoft.com/office/drawing/2014/main" id="{ACC66ABB-DD74-AF60-09F3-237D61F62918}"/>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
        <p:nvSpPr>
          <p:cNvPr id="22" name="Freihandform 21">
            <a:extLst>
              <a:ext uri="{FF2B5EF4-FFF2-40B4-BE49-F238E27FC236}">
                <a16:creationId xmlns:a16="http://schemas.microsoft.com/office/drawing/2014/main" id="{AF090EBC-39DB-6354-F2CD-107C04D1970E}"/>
              </a:ext>
            </a:extLst>
          </p:cNvPr>
          <p:cNvSpPr/>
          <p:nvPr userDrawn="1"/>
        </p:nvSpPr>
        <p:spPr>
          <a:xfrm rot="21000000">
            <a:off x="289000" y="-1054528"/>
            <a:ext cx="11887066" cy="2954700"/>
          </a:xfrm>
          <a:custGeom>
            <a:avLst/>
            <a:gdLst>
              <a:gd name="connsiteX0" fmla="*/ 0 w 11887066"/>
              <a:gd name="connsiteY0" fmla="*/ 0 h 2954700"/>
              <a:gd name="connsiteX1" fmla="*/ 11887066 w 11887066"/>
              <a:gd name="connsiteY1" fmla="*/ 2096011 h 2954700"/>
              <a:gd name="connsiteX2" fmla="*/ 11735656 w 11887066"/>
              <a:gd name="connsiteY2" fmla="*/ 2954700 h 2954700"/>
              <a:gd name="connsiteX3" fmla="*/ 273050 w 11887066"/>
              <a:gd name="connsiteY3" fmla="*/ 2954700 h 2954700"/>
              <a:gd name="connsiteX4" fmla="*/ 0 w 11887066"/>
              <a:gd name="connsiteY4" fmla="*/ 2681650 h 295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87066" h="2954700">
                <a:moveTo>
                  <a:pt x="0" y="0"/>
                </a:moveTo>
                <a:lnTo>
                  <a:pt x="11887066" y="2096011"/>
                </a:lnTo>
                <a:lnTo>
                  <a:pt x="11735656" y="2954700"/>
                </a:lnTo>
                <a:lnTo>
                  <a:pt x="273050" y="2954700"/>
                </a:lnTo>
                <a:cubicBezTo>
                  <a:pt x="122249" y="2954700"/>
                  <a:pt x="0" y="2832452"/>
                  <a:pt x="0" y="2681650"/>
                </a:cubicBezTo>
                <a:close/>
              </a:path>
            </a:pathLst>
          </a:custGeom>
          <a:solidFill>
            <a:schemeClr val="accent2"/>
          </a:solidFill>
          <a:ln w="6350" cap="flat">
            <a:noFill/>
            <a:prstDash val="solid"/>
            <a:miter/>
          </a:ln>
        </p:spPr>
        <p:txBody>
          <a:bodyPr rtlCol="0" anchor="ctr"/>
          <a:lstStyle/>
          <a:p>
            <a:endParaRPr lang="de-DE" dirty="0">
              <a:solidFill>
                <a:schemeClr val="accent2"/>
              </a:solidFill>
              <a:latin typeface="BarmeniaGothaer Offc" panose="020B0503020204020204" pitchFamily="34" charset="0"/>
            </a:endParaRPr>
          </a:p>
        </p:txBody>
      </p:sp>
      <p:sp>
        <p:nvSpPr>
          <p:cNvPr id="23" name="Freihandform 22">
            <a:extLst>
              <a:ext uri="{FF2B5EF4-FFF2-40B4-BE49-F238E27FC236}">
                <a16:creationId xmlns:a16="http://schemas.microsoft.com/office/drawing/2014/main" id="{EC39B381-65D4-DB25-E616-299DD5165DDB}"/>
              </a:ext>
            </a:extLst>
          </p:cNvPr>
          <p:cNvSpPr/>
          <p:nvPr userDrawn="1"/>
        </p:nvSpPr>
        <p:spPr>
          <a:xfrm rot="20760535">
            <a:off x="-1659" y="-1451584"/>
            <a:ext cx="12021682" cy="2988226"/>
          </a:xfrm>
          <a:custGeom>
            <a:avLst/>
            <a:gdLst>
              <a:gd name="connsiteX0" fmla="*/ 190214 w 12021682"/>
              <a:gd name="connsiteY0" fmla="*/ 0 h 2988226"/>
              <a:gd name="connsiteX1" fmla="*/ 12021682 w 12021682"/>
              <a:gd name="connsiteY1" fmla="*/ 2947960 h 2988226"/>
              <a:gd name="connsiteX2" fmla="*/ 12011650 w 12021682"/>
              <a:gd name="connsiteY2" fmla="*/ 2988226 h 2988226"/>
              <a:gd name="connsiteX3" fmla="*/ 273082 w 12021682"/>
              <a:gd name="connsiteY3" fmla="*/ 2988226 h 2988226"/>
              <a:gd name="connsiteX4" fmla="*/ 0 w 12021682"/>
              <a:gd name="connsiteY4" fmla="*/ 2715144 h 2988226"/>
              <a:gd name="connsiteX5" fmla="*/ 0 w 12021682"/>
              <a:gd name="connsiteY5" fmla="*/ 763411 h 2988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21682" h="2988226">
                <a:moveTo>
                  <a:pt x="190214" y="0"/>
                </a:moveTo>
                <a:lnTo>
                  <a:pt x="12021682" y="2947960"/>
                </a:lnTo>
                <a:lnTo>
                  <a:pt x="12011650" y="2988226"/>
                </a:lnTo>
                <a:lnTo>
                  <a:pt x="273082" y="2988226"/>
                </a:lnTo>
                <a:cubicBezTo>
                  <a:pt x="122263" y="2988226"/>
                  <a:pt x="0" y="2865963"/>
                  <a:pt x="0" y="2715144"/>
                </a:cubicBezTo>
                <a:lnTo>
                  <a:pt x="0" y="763411"/>
                </a:lnTo>
                <a:close/>
              </a:path>
            </a:pathLst>
          </a:custGeom>
          <a:solidFill>
            <a:srgbClr val="002641"/>
          </a:solidFill>
          <a:ln w="6351" cap="flat">
            <a:noFill/>
            <a:prstDash val="solid"/>
            <a:miter/>
          </a:ln>
        </p:spPr>
        <p:txBody>
          <a:bodyPr rtlCol="0" anchor="ctr"/>
          <a:lstStyle/>
          <a:p>
            <a:endParaRPr lang="de-DE" dirty="0">
              <a:latin typeface="BarmeniaGothaer Offc" panose="020B0503020204020204" pitchFamily="34" charset="0"/>
            </a:endParaRPr>
          </a:p>
        </p:txBody>
      </p:sp>
      <p:sp>
        <p:nvSpPr>
          <p:cNvPr id="24" name="Grafik 10">
            <a:extLst>
              <a:ext uri="{FF2B5EF4-FFF2-40B4-BE49-F238E27FC236}">
                <a16:creationId xmlns:a16="http://schemas.microsoft.com/office/drawing/2014/main" id="{F3FE441B-C081-D2A7-28FE-4281EE75C0D9}"/>
              </a:ext>
            </a:extLst>
          </p:cNvPr>
          <p:cNvSpPr/>
          <p:nvPr userDrawn="1"/>
        </p:nvSpPr>
        <p:spPr>
          <a:xfrm>
            <a:off x="11425881" y="441325"/>
            <a:ext cx="286693" cy="285375"/>
          </a:xfrm>
          <a:custGeom>
            <a:avLst/>
            <a:gdLst>
              <a:gd name="connsiteX0" fmla="*/ 960912 w 2117020"/>
              <a:gd name="connsiteY0" fmla="*/ 1154058 h 2107284"/>
              <a:gd name="connsiteX1" fmla="*/ 956912 w 2117020"/>
              <a:gd name="connsiteY1" fmla="*/ 1151582 h 2107284"/>
              <a:gd name="connsiteX2" fmla="*/ 411606 w 2117020"/>
              <a:gd name="connsiteY2" fmla="*/ 1071096 h 2107284"/>
              <a:gd name="connsiteX3" fmla="*/ 170909 w 2117020"/>
              <a:gd name="connsiteY3" fmla="*/ 1158249 h 2107284"/>
              <a:gd name="connsiteX4" fmla="*/ 411606 w 2117020"/>
              <a:gd name="connsiteY4" fmla="*/ 1245403 h 2107284"/>
              <a:gd name="connsiteX5" fmla="*/ 878045 w 2117020"/>
              <a:gd name="connsiteY5" fmla="*/ 1187491 h 2107284"/>
              <a:gd name="connsiteX6" fmla="*/ 229011 w 2117020"/>
              <a:gd name="connsiteY6" fmla="*/ 1744704 h 2107284"/>
              <a:gd name="connsiteX7" fmla="*/ 17556 w 2117020"/>
              <a:gd name="connsiteY7" fmla="*/ 2088556 h 2107284"/>
              <a:gd name="connsiteX8" fmla="*/ 365028 w 2117020"/>
              <a:gd name="connsiteY8" fmla="*/ 1879292 h 2107284"/>
              <a:gd name="connsiteX9" fmla="*/ 928051 w 2117020"/>
              <a:gd name="connsiteY9" fmla="*/ 1237021 h 2107284"/>
              <a:gd name="connsiteX10" fmla="*/ 870044 w 2117020"/>
              <a:gd name="connsiteY10" fmla="*/ 1703841 h 2107284"/>
              <a:gd name="connsiteX11" fmla="*/ 957198 w 2117020"/>
              <a:gd name="connsiteY11" fmla="*/ 1944443 h 2107284"/>
              <a:gd name="connsiteX12" fmla="*/ 1044351 w 2117020"/>
              <a:gd name="connsiteY12" fmla="*/ 1703841 h 2107284"/>
              <a:gd name="connsiteX13" fmla="*/ 963865 w 2117020"/>
              <a:gd name="connsiteY13" fmla="*/ 1158535 h 2107284"/>
              <a:gd name="connsiteX14" fmla="*/ 961008 w 2117020"/>
              <a:gd name="connsiteY14" fmla="*/ 1154154 h 2107284"/>
              <a:gd name="connsiteX15" fmla="*/ 931575 w 2117020"/>
              <a:gd name="connsiteY15" fmla="*/ 939460 h 2107284"/>
              <a:gd name="connsiteX16" fmla="*/ 942434 w 2117020"/>
              <a:gd name="connsiteY16" fmla="*/ 928602 h 2107284"/>
              <a:gd name="connsiteX17" fmla="*/ 373220 w 2117020"/>
              <a:gd name="connsiteY17" fmla="*/ 228038 h 2107284"/>
              <a:gd name="connsiteX18" fmla="*/ 21938 w 2117020"/>
              <a:gd name="connsiteY18" fmla="*/ 18869 h 2107284"/>
              <a:gd name="connsiteX19" fmla="*/ 231012 w 2117020"/>
              <a:gd name="connsiteY19" fmla="*/ 370151 h 2107284"/>
              <a:gd name="connsiteX20" fmla="*/ 931575 w 2117020"/>
              <a:gd name="connsiteY20" fmla="*/ 939365 h 2107284"/>
              <a:gd name="connsiteX21" fmla="*/ 1065306 w 2117020"/>
              <a:gd name="connsiteY21" fmla="*/ 134407 h 2107284"/>
              <a:gd name="connsiteX22" fmla="*/ 978248 w 2117020"/>
              <a:gd name="connsiteY22" fmla="*/ 371008 h 2107284"/>
              <a:gd name="connsiteX23" fmla="*/ 1058734 w 2117020"/>
              <a:gd name="connsiteY23" fmla="*/ 907075 h 2107284"/>
              <a:gd name="connsiteX24" fmla="*/ 1071974 w 2117020"/>
              <a:gd name="connsiteY24" fmla="*/ 907075 h 2107284"/>
              <a:gd name="connsiteX25" fmla="*/ 1152460 w 2117020"/>
              <a:gd name="connsiteY25" fmla="*/ 371008 h 2107284"/>
              <a:gd name="connsiteX26" fmla="*/ 1065306 w 2117020"/>
              <a:gd name="connsiteY26" fmla="*/ 134407 h 2107284"/>
              <a:gd name="connsiteX27" fmla="*/ 1187417 w 2117020"/>
              <a:gd name="connsiteY27" fmla="*/ 1167870 h 2107284"/>
              <a:gd name="connsiteX28" fmla="*/ 1176558 w 2117020"/>
              <a:gd name="connsiteY28" fmla="*/ 1178728 h 2107284"/>
              <a:gd name="connsiteX29" fmla="*/ 1745772 w 2117020"/>
              <a:gd name="connsiteY29" fmla="*/ 1879292 h 2107284"/>
              <a:gd name="connsiteX30" fmla="*/ 2097054 w 2117020"/>
              <a:gd name="connsiteY30" fmla="*/ 2088366 h 2107284"/>
              <a:gd name="connsiteX31" fmla="*/ 1887885 w 2117020"/>
              <a:gd name="connsiteY31" fmla="*/ 1737084 h 2107284"/>
              <a:gd name="connsiteX32" fmla="*/ 1187322 w 2117020"/>
              <a:gd name="connsiteY32" fmla="*/ 1167870 h 2107284"/>
              <a:gd name="connsiteX33" fmla="*/ 1746820 w 2117020"/>
              <a:gd name="connsiteY33" fmla="*/ 228514 h 2107284"/>
              <a:gd name="connsiteX34" fmla="*/ 1177606 w 2117020"/>
              <a:gd name="connsiteY34" fmla="*/ 929078 h 2107284"/>
              <a:gd name="connsiteX35" fmla="*/ 1188465 w 2117020"/>
              <a:gd name="connsiteY35" fmla="*/ 939936 h 2107284"/>
              <a:gd name="connsiteX36" fmla="*/ 1889028 w 2117020"/>
              <a:gd name="connsiteY36" fmla="*/ 370722 h 2107284"/>
              <a:gd name="connsiteX37" fmla="*/ 2098102 w 2117020"/>
              <a:gd name="connsiteY37" fmla="*/ 19440 h 2107284"/>
              <a:gd name="connsiteX38" fmla="*/ 1746820 w 2117020"/>
              <a:gd name="connsiteY38" fmla="*/ 228514 h 2107284"/>
              <a:gd name="connsiteX39" fmla="*/ 1803018 w 2117020"/>
              <a:gd name="connsiteY39" fmla="*/ 1148534 h 2107284"/>
              <a:gd name="connsiteX40" fmla="*/ 2064669 w 2117020"/>
              <a:gd name="connsiteY40" fmla="*/ 1061475 h 2107284"/>
              <a:gd name="connsiteX41" fmla="*/ 1803018 w 2117020"/>
              <a:gd name="connsiteY41" fmla="*/ 974322 h 2107284"/>
              <a:gd name="connsiteX42" fmla="*/ 1210182 w 2117020"/>
              <a:gd name="connsiteY42" fmla="*/ 1054808 h 2107284"/>
              <a:gd name="connsiteX43" fmla="*/ 1210182 w 2117020"/>
              <a:gd name="connsiteY43" fmla="*/ 1068143 h 2107284"/>
              <a:gd name="connsiteX44" fmla="*/ 1803018 w 2117020"/>
              <a:gd name="connsiteY44" fmla="*/ 1148534 h 2107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117020" h="2107284">
                <a:moveTo>
                  <a:pt x="960912" y="1154058"/>
                </a:moveTo>
                <a:cubicBezTo>
                  <a:pt x="959960" y="1153011"/>
                  <a:pt x="958626" y="1152153"/>
                  <a:pt x="956912" y="1151582"/>
                </a:cubicBezTo>
                <a:cubicBezTo>
                  <a:pt x="811751" y="1106433"/>
                  <a:pt x="636681" y="1071096"/>
                  <a:pt x="411606" y="1071096"/>
                </a:cubicBezTo>
                <a:cubicBezTo>
                  <a:pt x="247776" y="1071096"/>
                  <a:pt x="170909" y="1087479"/>
                  <a:pt x="170909" y="1158249"/>
                </a:cubicBezTo>
                <a:cubicBezTo>
                  <a:pt x="170909" y="1229020"/>
                  <a:pt x="247680" y="1245403"/>
                  <a:pt x="411606" y="1245403"/>
                </a:cubicBezTo>
                <a:cubicBezTo>
                  <a:pt x="597343" y="1245403"/>
                  <a:pt x="749076" y="1221305"/>
                  <a:pt x="878045" y="1187491"/>
                </a:cubicBezTo>
                <a:cubicBezTo>
                  <a:pt x="685449" y="1318650"/>
                  <a:pt x="471518" y="1504769"/>
                  <a:pt x="229011" y="1744704"/>
                </a:cubicBezTo>
                <a:cubicBezTo>
                  <a:pt x="38702" y="1933013"/>
                  <a:pt x="-37689" y="2033882"/>
                  <a:pt x="17556" y="2088556"/>
                </a:cubicBezTo>
                <a:cubicBezTo>
                  <a:pt x="72801" y="2143230"/>
                  <a:pt x="174719" y="2067601"/>
                  <a:pt x="365028" y="1879292"/>
                </a:cubicBezTo>
                <a:cubicBezTo>
                  <a:pt x="607535" y="1639262"/>
                  <a:pt x="795558" y="1427616"/>
                  <a:pt x="928051" y="1237021"/>
                </a:cubicBezTo>
                <a:cubicBezTo>
                  <a:pt x="894237" y="1365990"/>
                  <a:pt x="870044" y="1517818"/>
                  <a:pt x="870044" y="1703841"/>
                </a:cubicBezTo>
                <a:cubicBezTo>
                  <a:pt x="870044" y="1867671"/>
                  <a:pt x="886427" y="1944443"/>
                  <a:pt x="957198" y="1944443"/>
                </a:cubicBezTo>
                <a:cubicBezTo>
                  <a:pt x="1027968" y="1944443"/>
                  <a:pt x="1044351" y="1867671"/>
                  <a:pt x="1044351" y="1703841"/>
                </a:cubicBezTo>
                <a:cubicBezTo>
                  <a:pt x="1044351" y="1478766"/>
                  <a:pt x="1009109" y="1303601"/>
                  <a:pt x="963865" y="1158535"/>
                </a:cubicBezTo>
                <a:cubicBezTo>
                  <a:pt x="963293" y="1156535"/>
                  <a:pt x="962246" y="1155106"/>
                  <a:pt x="961008" y="1154154"/>
                </a:cubicBezTo>
                <a:moveTo>
                  <a:pt x="931575" y="939460"/>
                </a:moveTo>
                <a:cubicBezTo>
                  <a:pt x="942434" y="946413"/>
                  <a:pt x="949387" y="939460"/>
                  <a:pt x="942434" y="928602"/>
                </a:cubicBezTo>
                <a:cubicBezTo>
                  <a:pt x="810322" y="722766"/>
                  <a:pt x="635252" y="490071"/>
                  <a:pt x="373220" y="228038"/>
                </a:cubicBezTo>
                <a:cubicBezTo>
                  <a:pt x="182529" y="37252"/>
                  <a:pt x="79659" y="-38853"/>
                  <a:pt x="21938" y="18869"/>
                </a:cubicBezTo>
                <a:cubicBezTo>
                  <a:pt x="-35784" y="76590"/>
                  <a:pt x="40321" y="179365"/>
                  <a:pt x="231012" y="370151"/>
                </a:cubicBezTo>
                <a:cubicBezTo>
                  <a:pt x="493044" y="632184"/>
                  <a:pt x="725740" y="807348"/>
                  <a:pt x="931575" y="939365"/>
                </a:cubicBezTo>
                <a:moveTo>
                  <a:pt x="1065306" y="134407"/>
                </a:moveTo>
                <a:cubicBezTo>
                  <a:pt x="994631" y="134407"/>
                  <a:pt x="978248" y="209940"/>
                  <a:pt x="978248" y="371008"/>
                </a:cubicBezTo>
                <a:cubicBezTo>
                  <a:pt x="978248" y="592274"/>
                  <a:pt x="1013490" y="764486"/>
                  <a:pt x="1058734" y="907075"/>
                </a:cubicBezTo>
                <a:cubicBezTo>
                  <a:pt x="1061115" y="914600"/>
                  <a:pt x="1069593" y="914600"/>
                  <a:pt x="1071974" y="907075"/>
                </a:cubicBezTo>
                <a:cubicBezTo>
                  <a:pt x="1117122" y="764390"/>
                  <a:pt x="1152460" y="592274"/>
                  <a:pt x="1152460" y="371008"/>
                </a:cubicBezTo>
                <a:cubicBezTo>
                  <a:pt x="1152460" y="209940"/>
                  <a:pt x="1136077" y="134407"/>
                  <a:pt x="1065306" y="134407"/>
                </a:cubicBezTo>
                <a:moveTo>
                  <a:pt x="1187417" y="1167870"/>
                </a:moveTo>
                <a:cubicBezTo>
                  <a:pt x="1176558" y="1160821"/>
                  <a:pt x="1169605" y="1167870"/>
                  <a:pt x="1176558" y="1178728"/>
                </a:cubicBezTo>
                <a:cubicBezTo>
                  <a:pt x="1308670" y="1384563"/>
                  <a:pt x="1483740" y="1617259"/>
                  <a:pt x="1745772" y="1879292"/>
                </a:cubicBezTo>
                <a:cubicBezTo>
                  <a:pt x="1936558" y="2070078"/>
                  <a:pt x="2039333" y="2146182"/>
                  <a:pt x="2097054" y="2088366"/>
                </a:cubicBezTo>
                <a:cubicBezTo>
                  <a:pt x="2154776" y="2030644"/>
                  <a:pt x="2078671" y="1927869"/>
                  <a:pt x="1887885" y="1737084"/>
                </a:cubicBezTo>
                <a:cubicBezTo>
                  <a:pt x="1625852" y="1475051"/>
                  <a:pt x="1393157" y="1299886"/>
                  <a:pt x="1187322" y="1167870"/>
                </a:cubicBezTo>
                <a:moveTo>
                  <a:pt x="1746820" y="228514"/>
                </a:moveTo>
                <a:cubicBezTo>
                  <a:pt x="1484787" y="490547"/>
                  <a:pt x="1309623" y="723243"/>
                  <a:pt x="1177606" y="929078"/>
                </a:cubicBezTo>
                <a:cubicBezTo>
                  <a:pt x="1170653" y="939936"/>
                  <a:pt x="1177606" y="946890"/>
                  <a:pt x="1188465" y="939936"/>
                </a:cubicBezTo>
                <a:cubicBezTo>
                  <a:pt x="1394300" y="807824"/>
                  <a:pt x="1626995" y="632755"/>
                  <a:pt x="1889028" y="370722"/>
                </a:cubicBezTo>
                <a:cubicBezTo>
                  <a:pt x="2079814" y="179937"/>
                  <a:pt x="2155919" y="77162"/>
                  <a:pt x="2098102" y="19440"/>
                </a:cubicBezTo>
                <a:cubicBezTo>
                  <a:pt x="2040381" y="-38281"/>
                  <a:pt x="1937606" y="37824"/>
                  <a:pt x="1746820" y="228514"/>
                </a:cubicBezTo>
                <a:moveTo>
                  <a:pt x="1803018" y="1148534"/>
                </a:moveTo>
                <a:cubicBezTo>
                  <a:pt x="1981135" y="1148534"/>
                  <a:pt x="2064669" y="1132151"/>
                  <a:pt x="2064669" y="1061475"/>
                </a:cubicBezTo>
                <a:cubicBezTo>
                  <a:pt x="2064669" y="990800"/>
                  <a:pt x="1981135" y="974322"/>
                  <a:pt x="1803018" y="974322"/>
                </a:cubicBezTo>
                <a:cubicBezTo>
                  <a:pt x="1558320" y="974322"/>
                  <a:pt x="1367916" y="1009659"/>
                  <a:pt x="1210182" y="1054808"/>
                </a:cubicBezTo>
                <a:cubicBezTo>
                  <a:pt x="1201895" y="1057189"/>
                  <a:pt x="1201895" y="1065762"/>
                  <a:pt x="1210182" y="1068143"/>
                </a:cubicBezTo>
                <a:cubicBezTo>
                  <a:pt x="1367916" y="1113291"/>
                  <a:pt x="1558416" y="1148534"/>
                  <a:pt x="1803018" y="1148534"/>
                </a:cubicBezTo>
              </a:path>
            </a:pathLst>
          </a:custGeom>
          <a:solidFill>
            <a:schemeClr val="tx1"/>
          </a:solidFill>
          <a:ln w="9525" cap="flat">
            <a:noFill/>
            <a:prstDash val="solid"/>
            <a:miter/>
          </a:ln>
        </p:spPr>
        <p:txBody>
          <a:bodyPr rtlCol="0" anchor="ctr"/>
          <a:lstStyle/>
          <a:p>
            <a:endParaRPr lang="de-DE" dirty="0">
              <a:latin typeface="BarmeniaGothaer Offc" panose="020B0503020204020204" pitchFamily="34" charset="0"/>
            </a:endParaRPr>
          </a:p>
        </p:txBody>
      </p:sp>
      <p:sp>
        <p:nvSpPr>
          <p:cNvPr id="7" name="Titel 1">
            <a:extLst>
              <a:ext uri="{FF2B5EF4-FFF2-40B4-BE49-F238E27FC236}">
                <a16:creationId xmlns:a16="http://schemas.microsoft.com/office/drawing/2014/main" id="{A17D7118-F126-526B-D8D8-C5C1C1584553}"/>
              </a:ext>
            </a:extLst>
          </p:cNvPr>
          <p:cNvSpPr>
            <a:spLocks noGrp="1"/>
          </p:cNvSpPr>
          <p:nvPr>
            <p:ph type="title"/>
          </p:nvPr>
        </p:nvSpPr>
        <p:spPr>
          <a:xfrm>
            <a:off x="3289003" y="2663826"/>
            <a:ext cx="8423573" cy="2147071"/>
          </a:xfrm>
        </p:spPr>
        <p:txBody>
          <a:bodyPr anchor="b">
            <a:noAutofit/>
          </a:bodyPr>
          <a:lstStyle>
            <a:lvl1pPr>
              <a:defRPr sz="5200">
                <a:solidFill>
                  <a:schemeClr val="bg1"/>
                </a:solidFill>
              </a:defRPr>
            </a:lvl1pPr>
          </a:lstStyle>
          <a:p>
            <a:r>
              <a:rPr lang="de-DE"/>
              <a:t>Mastertitelformat bearbeiten</a:t>
            </a:r>
            <a:endParaRPr lang="de-DE" dirty="0"/>
          </a:p>
        </p:txBody>
      </p:sp>
      <p:sp>
        <p:nvSpPr>
          <p:cNvPr id="8" name="Textplatzhalter 7">
            <a:extLst>
              <a:ext uri="{FF2B5EF4-FFF2-40B4-BE49-F238E27FC236}">
                <a16:creationId xmlns:a16="http://schemas.microsoft.com/office/drawing/2014/main" id="{7829485B-7ED9-B3B2-27BD-E12B1EC9A24C}"/>
              </a:ext>
            </a:extLst>
          </p:cNvPr>
          <p:cNvSpPr>
            <a:spLocks noGrp="1"/>
          </p:cNvSpPr>
          <p:nvPr>
            <p:ph type="body" sz="quarter" idx="15" hasCustomPrompt="1"/>
          </p:nvPr>
        </p:nvSpPr>
        <p:spPr>
          <a:xfrm>
            <a:off x="2074601" y="3935393"/>
            <a:ext cx="1038490" cy="915846"/>
          </a:xfrm>
        </p:spPr>
        <p:txBody>
          <a:bodyPr anchor="ctr"/>
          <a:lstStyle>
            <a:lvl1pPr>
              <a:lnSpc>
                <a:spcPct val="90000"/>
              </a:lnSpc>
              <a:defRPr sz="6600" b="0" i="0">
                <a:solidFill>
                  <a:schemeClr val="accent2"/>
                </a:solidFill>
                <a:latin typeface="BarmeniaGothaer Offc Medium" panose="020B0603020204020204" pitchFamily="34" charset="0"/>
              </a:defRPr>
            </a:lvl1pPr>
          </a:lstStyle>
          <a:p>
            <a:pPr lvl="0"/>
            <a:r>
              <a:rPr lang="de-DE" dirty="0"/>
              <a:t>01</a:t>
            </a:r>
          </a:p>
        </p:txBody>
      </p:sp>
    </p:spTree>
    <p:extLst>
      <p:ext uri="{BB962C8B-B14F-4D97-AF65-F5344CB8AC3E}">
        <p14:creationId xmlns:p14="http://schemas.microsoft.com/office/powerpoint/2010/main" val="3697504431"/>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Abschnitt Bild Sky Blue">
    <p:bg>
      <p:bgPr>
        <a:solidFill>
          <a:schemeClr val="tx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19A084D3-0EF0-FD98-9563-16FCFA9996A8}"/>
              </a:ext>
            </a:extLst>
          </p:cNvPr>
          <p:cNvSpPr/>
          <p:nvPr userDrawn="1"/>
        </p:nvSpPr>
        <p:spPr>
          <a:xfrm>
            <a:off x="192199" y="6284316"/>
            <a:ext cx="1882402" cy="530002"/>
          </a:xfrm>
          <a:prstGeom prst="rect">
            <a:avLst/>
          </a:prstGeom>
          <a:solidFill>
            <a:schemeClr val="bg1"/>
          </a:solidFill>
        </p:spPr>
        <p:txBody>
          <a:bodyPr vert="horz" lIns="251999" tIns="251999" rIns="251999" bIns="251999" rtlCol="0" anchor="ctr">
            <a:noAutofit/>
          </a:bodyPr>
          <a:lstStyle/>
          <a:p>
            <a:pPr algn="l"/>
            <a:endParaRPr lang="de-DE" sz="1400" dirty="0" err="1">
              <a:solidFill>
                <a:schemeClr val="bg1"/>
              </a:solidFill>
              <a:latin typeface="BarmeniaGothaer Offc" panose="020B0503020204020204" pitchFamily="34" charset="0"/>
            </a:endParaRPr>
          </a:p>
        </p:txBody>
      </p:sp>
      <p:sp>
        <p:nvSpPr>
          <p:cNvPr id="12" name="Bildplatzhalter 11">
            <a:extLst>
              <a:ext uri="{FF2B5EF4-FFF2-40B4-BE49-F238E27FC236}">
                <a16:creationId xmlns:a16="http://schemas.microsoft.com/office/drawing/2014/main" id="{F9A37261-0F3D-70AE-C12B-6E3F5F48B1FB}"/>
              </a:ext>
            </a:extLst>
          </p:cNvPr>
          <p:cNvSpPr>
            <a:spLocks noGrp="1"/>
          </p:cNvSpPr>
          <p:nvPr>
            <p:ph type="pic" sz="quarter" idx="14"/>
          </p:nvPr>
        </p:nvSpPr>
        <p:spPr>
          <a:xfrm>
            <a:off x="-1330685" y="0"/>
            <a:ext cx="13533620" cy="6858000"/>
          </a:xfrm>
          <a:custGeom>
            <a:avLst/>
            <a:gdLst>
              <a:gd name="connsiteX0" fmla="*/ 2034882 w 13533620"/>
              <a:gd name="connsiteY0" fmla="*/ 6562790 h 6858000"/>
              <a:gd name="connsiteX1" fmla="*/ 2050862 w 13533620"/>
              <a:gd name="connsiteY1" fmla="*/ 6577940 h 6858000"/>
              <a:gd name="connsiteX2" fmla="*/ 2018280 w 13533620"/>
              <a:gd name="connsiteY2" fmla="*/ 6577940 h 6858000"/>
              <a:gd name="connsiteX3" fmla="*/ 2034882 w 13533620"/>
              <a:gd name="connsiteY3" fmla="*/ 6562790 h 6858000"/>
              <a:gd name="connsiteX4" fmla="*/ 1910985 w 13533620"/>
              <a:gd name="connsiteY4" fmla="*/ 6562790 h 6858000"/>
              <a:gd name="connsiteX5" fmla="*/ 1926965 w 13533620"/>
              <a:gd name="connsiteY5" fmla="*/ 6577940 h 6858000"/>
              <a:gd name="connsiteX6" fmla="*/ 1894383 w 13533620"/>
              <a:gd name="connsiteY6" fmla="*/ 6577940 h 6858000"/>
              <a:gd name="connsiteX7" fmla="*/ 1910985 w 13533620"/>
              <a:gd name="connsiteY7" fmla="*/ 6562790 h 6858000"/>
              <a:gd name="connsiteX8" fmla="*/ 1947320 w 13533620"/>
              <a:gd name="connsiteY8" fmla="*/ 6556045 h 6858000"/>
              <a:gd name="connsiteX9" fmla="*/ 1947320 w 13533620"/>
              <a:gd name="connsiteY9" fmla="*/ 6608757 h 6858000"/>
              <a:gd name="connsiteX10" fmla="*/ 1956036 w 13533620"/>
              <a:gd name="connsiteY10" fmla="*/ 6608757 h 6858000"/>
              <a:gd name="connsiteX11" fmla="*/ 1956036 w 13533620"/>
              <a:gd name="connsiteY11" fmla="*/ 6556045 h 6858000"/>
              <a:gd name="connsiteX12" fmla="*/ 2034882 w 13533620"/>
              <a:gd name="connsiteY12" fmla="*/ 6554697 h 6858000"/>
              <a:gd name="connsiteX13" fmla="*/ 2009149 w 13533620"/>
              <a:gd name="connsiteY13" fmla="*/ 6582401 h 6858000"/>
              <a:gd name="connsiteX14" fmla="*/ 2035401 w 13533620"/>
              <a:gd name="connsiteY14" fmla="*/ 6610106 h 6858000"/>
              <a:gd name="connsiteX15" fmla="*/ 2058022 w 13533620"/>
              <a:gd name="connsiteY15" fmla="*/ 6598485 h 6858000"/>
              <a:gd name="connsiteX16" fmla="*/ 2051900 w 13533620"/>
              <a:gd name="connsiteY16" fmla="*/ 6593297 h 6858000"/>
              <a:gd name="connsiteX17" fmla="*/ 2035401 w 13533620"/>
              <a:gd name="connsiteY17" fmla="*/ 6602013 h 6858000"/>
              <a:gd name="connsiteX18" fmla="*/ 2018176 w 13533620"/>
              <a:gd name="connsiteY18" fmla="*/ 6585203 h 6858000"/>
              <a:gd name="connsiteX19" fmla="*/ 2059786 w 13533620"/>
              <a:gd name="connsiteY19" fmla="*/ 6585203 h 6858000"/>
              <a:gd name="connsiteX20" fmla="*/ 2059993 w 13533620"/>
              <a:gd name="connsiteY20" fmla="*/ 6582090 h 6858000"/>
              <a:gd name="connsiteX21" fmla="*/ 2034882 w 13533620"/>
              <a:gd name="connsiteY21" fmla="*/ 6554697 h 6858000"/>
              <a:gd name="connsiteX22" fmla="*/ 1910985 w 13533620"/>
              <a:gd name="connsiteY22" fmla="*/ 6554697 h 6858000"/>
              <a:gd name="connsiteX23" fmla="*/ 1885252 w 13533620"/>
              <a:gd name="connsiteY23" fmla="*/ 6582401 h 6858000"/>
              <a:gd name="connsiteX24" fmla="*/ 1911504 w 13533620"/>
              <a:gd name="connsiteY24" fmla="*/ 6610106 h 6858000"/>
              <a:gd name="connsiteX25" fmla="*/ 1934125 w 13533620"/>
              <a:gd name="connsiteY25" fmla="*/ 6598485 h 6858000"/>
              <a:gd name="connsiteX26" fmla="*/ 1928003 w 13533620"/>
              <a:gd name="connsiteY26" fmla="*/ 6593297 h 6858000"/>
              <a:gd name="connsiteX27" fmla="*/ 1911504 w 13533620"/>
              <a:gd name="connsiteY27" fmla="*/ 6602013 h 6858000"/>
              <a:gd name="connsiteX28" fmla="*/ 1894279 w 13533620"/>
              <a:gd name="connsiteY28" fmla="*/ 6585203 h 6858000"/>
              <a:gd name="connsiteX29" fmla="*/ 1935889 w 13533620"/>
              <a:gd name="connsiteY29" fmla="*/ 6585203 h 6858000"/>
              <a:gd name="connsiteX30" fmla="*/ 1936096 w 13533620"/>
              <a:gd name="connsiteY30" fmla="*/ 6582090 h 6858000"/>
              <a:gd name="connsiteX31" fmla="*/ 1910985 w 13533620"/>
              <a:gd name="connsiteY31" fmla="*/ 6554697 h 6858000"/>
              <a:gd name="connsiteX32" fmla="*/ 1985277 w 13533620"/>
              <a:gd name="connsiteY32" fmla="*/ 6541207 h 6858000"/>
              <a:gd name="connsiteX33" fmla="*/ 1976561 w 13533620"/>
              <a:gd name="connsiteY33" fmla="*/ 6544216 h 6858000"/>
              <a:gd name="connsiteX34" fmla="*/ 1976561 w 13533620"/>
              <a:gd name="connsiteY34" fmla="*/ 6556045 h 6858000"/>
              <a:gd name="connsiteX35" fmla="*/ 1966807 w 13533620"/>
              <a:gd name="connsiteY35" fmla="*/ 6556045 h 6858000"/>
              <a:gd name="connsiteX36" fmla="*/ 1966807 w 13533620"/>
              <a:gd name="connsiteY36" fmla="*/ 6563620 h 6858000"/>
              <a:gd name="connsiteX37" fmla="*/ 1976561 w 13533620"/>
              <a:gd name="connsiteY37" fmla="*/ 6563620 h 6858000"/>
              <a:gd name="connsiteX38" fmla="*/ 1976561 w 13533620"/>
              <a:gd name="connsiteY38" fmla="*/ 6593608 h 6858000"/>
              <a:gd name="connsiteX39" fmla="*/ 1991918 w 13533620"/>
              <a:gd name="connsiteY39" fmla="*/ 6609899 h 6858000"/>
              <a:gd name="connsiteX40" fmla="*/ 1998974 w 13533620"/>
              <a:gd name="connsiteY40" fmla="*/ 6608757 h 6858000"/>
              <a:gd name="connsiteX41" fmla="*/ 1998974 w 13533620"/>
              <a:gd name="connsiteY41" fmla="*/ 6600975 h 6858000"/>
              <a:gd name="connsiteX42" fmla="*/ 1993993 w 13533620"/>
              <a:gd name="connsiteY42" fmla="*/ 6601909 h 6858000"/>
              <a:gd name="connsiteX43" fmla="*/ 1985277 w 13533620"/>
              <a:gd name="connsiteY43" fmla="*/ 6592778 h 6858000"/>
              <a:gd name="connsiteX44" fmla="*/ 1985277 w 13533620"/>
              <a:gd name="connsiteY44" fmla="*/ 6563620 h 6858000"/>
              <a:gd name="connsiteX45" fmla="*/ 1998974 w 13533620"/>
              <a:gd name="connsiteY45" fmla="*/ 6563620 h 6858000"/>
              <a:gd name="connsiteX46" fmla="*/ 1998974 w 13533620"/>
              <a:gd name="connsiteY46" fmla="*/ 6556045 h 6858000"/>
              <a:gd name="connsiteX47" fmla="*/ 1985277 w 13533620"/>
              <a:gd name="connsiteY47" fmla="*/ 6556045 h 6858000"/>
              <a:gd name="connsiteX48" fmla="*/ 1851208 w 13533620"/>
              <a:gd name="connsiteY48" fmla="*/ 6534878 h 6858000"/>
              <a:gd name="connsiteX49" fmla="*/ 1825993 w 13533620"/>
              <a:gd name="connsiteY49" fmla="*/ 6554800 h 6858000"/>
              <a:gd name="connsiteX50" fmla="*/ 1844671 w 13533620"/>
              <a:gd name="connsiteY50" fmla="*/ 6574723 h 6858000"/>
              <a:gd name="connsiteX51" fmla="*/ 1853283 w 13533620"/>
              <a:gd name="connsiteY51" fmla="*/ 6576591 h 6858000"/>
              <a:gd name="connsiteX52" fmla="*/ 1866565 w 13533620"/>
              <a:gd name="connsiteY52" fmla="*/ 6589354 h 6858000"/>
              <a:gd name="connsiteX53" fmla="*/ 1849340 w 13533620"/>
              <a:gd name="connsiteY53" fmla="*/ 6601701 h 6858000"/>
              <a:gd name="connsiteX54" fmla="*/ 1827238 w 13533620"/>
              <a:gd name="connsiteY54" fmla="*/ 6593815 h 6858000"/>
              <a:gd name="connsiteX55" fmla="*/ 1827238 w 13533620"/>
              <a:gd name="connsiteY55" fmla="*/ 6603569 h 6858000"/>
              <a:gd name="connsiteX56" fmla="*/ 1849340 w 13533620"/>
              <a:gd name="connsiteY56" fmla="*/ 6610003 h 6858000"/>
              <a:gd name="connsiteX57" fmla="*/ 1875904 w 13533620"/>
              <a:gd name="connsiteY57" fmla="*/ 6589042 h 6858000"/>
              <a:gd name="connsiteX58" fmla="*/ 1856085 w 13533620"/>
              <a:gd name="connsiteY58" fmla="*/ 6567771 h 6858000"/>
              <a:gd name="connsiteX59" fmla="*/ 1847472 w 13533620"/>
              <a:gd name="connsiteY59" fmla="*/ 6565799 h 6858000"/>
              <a:gd name="connsiteX60" fmla="*/ 1835436 w 13533620"/>
              <a:gd name="connsiteY60" fmla="*/ 6554178 h 6858000"/>
              <a:gd name="connsiteX61" fmla="*/ 1851208 w 13533620"/>
              <a:gd name="connsiteY61" fmla="*/ 6543179 h 6858000"/>
              <a:gd name="connsiteX62" fmla="*/ 1872583 w 13533620"/>
              <a:gd name="connsiteY62" fmla="*/ 6551065 h 6858000"/>
              <a:gd name="connsiteX63" fmla="*/ 1872687 w 13533620"/>
              <a:gd name="connsiteY63" fmla="*/ 6541311 h 6858000"/>
              <a:gd name="connsiteX64" fmla="*/ 1851208 w 13533620"/>
              <a:gd name="connsiteY64" fmla="*/ 6534878 h 6858000"/>
              <a:gd name="connsiteX65" fmla="*/ 1951678 w 13533620"/>
              <a:gd name="connsiteY65" fmla="*/ 6534151 h 6858000"/>
              <a:gd name="connsiteX66" fmla="*/ 1945659 w 13533620"/>
              <a:gd name="connsiteY66" fmla="*/ 6540170 h 6858000"/>
              <a:gd name="connsiteX67" fmla="*/ 1951678 w 13533620"/>
              <a:gd name="connsiteY67" fmla="*/ 6546188 h 6858000"/>
              <a:gd name="connsiteX68" fmla="*/ 1957696 w 13533620"/>
              <a:gd name="connsiteY68" fmla="*/ 6540170 h 6858000"/>
              <a:gd name="connsiteX69" fmla="*/ 1951678 w 13533620"/>
              <a:gd name="connsiteY69" fmla="*/ 6534151 h 6858000"/>
              <a:gd name="connsiteX70" fmla="*/ 1842523 w 13533620"/>
              <a:gd name="connsiteY70" fmla="*/ 6461548 h 6858000"/>
              <a:gd name="connsiteX71" fmla="*/ 1861077 w 13533620"/>
              <a:gd name="connsiteY71" fmla="*/ 6461548 h 6858000"/>
              <a:gd name="connsiteX72" fmla="*/ 1870455 w 13533620"/>
              <a:gd name="connsiteY72" fmla="*/ 6469515 h 6858000"/>
              <a:gd name="connsiteX73" fmla="*/ 1861077 w 13533620"/>
              <a:gd name="connsiteY73" fmla="*/ 6477582 h 6858000"/>
              <a:gd name="connsiteX74" fmla="*/ 1842523 w 13533620"/>
              <a:gd name="connsiteY74" fmla="*/ 6477582 h 6858000"/>
              <a:gd name="connsiteX75" fmla="*/ 2404464 w 13533620"/>
              <a:gd name="connsiteY75" fmla="*/ 6451061 h 6858000"/>
              <a:gd name="connsiteX76" fmla="*/ 2417573 w 13533620"/>
              <a:gd name="connsiteY76" fmla="*/ 6464876 h 6858000"/>
              <a:gd name="connsiteX77" fmla="*/ 2404464 w 13533620"/>
              <a:gd name="connsiteY77" fmla="*/ 6478691 h 6858000"/>
              <a:gd name="connsiteX78" fmla="*/ 2391455 w 13533620"/>
              <a:gd name="connsiteY78" fmla="*/ 6464876 h 6858000"/>
              <a:gd name="connsiteX79" fmla="*/ 2404464 w 13533620"/>
              <a:gd name="connsiteY79" fmla="*/ 6451061 h 6858000"/>
              <a:gd name="connsiteX80" fmla="*/ 2567115 w 13533620"/>
              <a:gd name="connsiteY80" fmla="*/ 6450960 h 6858000"/>
              <a:gd name="connsiteX81" fmla="*/ 2580224 w 13533620"/>
              <a:gd name="connsiteY81" fmla="*/ 6464876 h 6858000"/>
              <a:gd name="connsiteX82" fmla="*/ 2567115 w 13533620"/>
              <a:gd name="connsiteY82" fmla="*/ 6478792 h 6858000"/>
              <a:gd name="connsiteX83" fmla="*/ 2554006 w 13533620"/>
              <a:gd name="connsiteY83" fmla="*/ 6464876 h 6858000"/>
              <a:gd name="connsiteX84" fmla="*/ 2567115 w 13533620"/>
              <a:gd name="connsiteY84" fmla="*/ 6450960 h 6858000"/>
              <a:gd name="connsiteX85" fmla="*/ 2261581 w 13533620"/>
              <a:gd name="connsiteY85" fmla="*/ 6450960 h 6858000"/>
              <a:gd name="connsiteX86" fmla="*/ 2274690 w 13533620"/>
              <a:gd name="connsiteY86" fmla="*/ 6464876 h 6858000"/>
              <a:gd name="connsiteX87" fmla="*/ 2261581 w 13533620"/>
              <a:gd name="connsiteY87" fmla="*/ 6478792 h 6858000"/>
              <a:gd name="connsiteX88" fmla="*/ 2248472 w 13533620"/>
              <a:gd name="connsiteY88" fmla="*/ 6464876 h 6858000"/>
              <a:gd name="connsiteX89" fmla="*/ 2261581 w 13533620"/>
              <a:gd name="connsiteY89" fmla="*/ 6450960 h 6858000"/>
              <a:gd name="connsiteX90" fmla="*/ 1922935 w 13533620"/>
              <a:gd name="connsiteY90" fmla="*/ 6450960 h 6858000"/>
              <a:gd name="connsiteX91" fmla="*/ 1936044 w 13533620"/>
              <a:gd name="connsiteY91" fmla="*/ 6464876 h 6858000"/>
              <a:gd name="connsiteX92" fmla="*/ 1922935 w 13533620"/>
              <a:gd name="connsiteY92" fmla="*/ 6478792 h 6858000"/>
              <a:gd name="connsiteX93" fmla="*/ 1909826 w 13533620"/>
              <a:gd name="connsiteY93" fmla="*/ 6464876 h 6858000"/>
              <a:gd name="connsiteX94" fmla="*/ 1922935 w 13533620"/>
              <a:gd name="connsiteY94" fmla="*/ 6450960 h 6858000"/>
              <a:gd name="connsiteX95" fmla="*/ 2630119 w 13533620"/>
              <a:gd name="connsiteY95" fmla="*/ 6450153 h 6858000"/>
              <a:gd name="connsiteX96" fmla="*/ 2641515 w 13533620"/>
              <a:gd name="connsiteY96" fmla="*/ 6458926 h 6858000"/>
              <a:gd name="connsiteX97" fmla="*/ 2618926 w 13533620"/>
              <a:gd name="connsiteY97" fmla="*/ 6458926 h 6858000"/>
              <a:gd name="connsiteX98" fmla="*/ 2630119 w 13533620"/>
              <a:gd name="connsiteY98" fmla="*/ 6450153 h 6858000"/>
              <a:gd name="connsiteX99" fmla="*/ 2115378 w 13533620"/>
              <a:gd name="connsiteY99" fmla="*/ 6450153 h 6858000"/>
              <a:gd name="connsiteX100" fmla="*/ 2126773 w 13533620"/>
              <a:gd name="connsiteY100" fmla="*/ 6458926 h 6858000"/>
              <a:gd name="connsiteX101" fmla="*/ 2104184 w 13533620"/>
              <a:gd name="connsiteY101" fmla="*/ 6458926 h 6858000"/>
              <a:gd name="connsiteX102" fmla="*/ 2115378 w 13533620"/>
              <a:gd name="connsiteY102" fmla="*/ 6450153 h 6858000"/>
              <a:gd name="connsiteX103" fmla="*/ 2209682 w 13533620"/>
              <a:gd name="connsiteY103" fmla="*/ 6438859 h 6858000"/>
              <a:gd name="connsiteX104" fmla="*/ 2209682 w 13533620"/>
              <a:gd name="connsiteY104" fmla="*/ 6490893 h 6858000"/>
              <a:gd name="connsiteX105" fmla="*/ 2223699 w 13533620"/>
              <a:gd name="connsiteY105" fmla="*/ 6490893 h 6858000"/>
              <a:gd name="connsiteX106" fmla="*/ 2223699 w 13533620"/>
              <a:gd name="connsiteY106" fmla="*/ 6438859 h 6858000"/>
              <a:gd name="connsiteX107" fmla="*/ 2693263 w 13533620"/>
              <a:gd name="connsiteY107" fmla="*/ 6437851 h 6858000"/>
              <a:gd name="connsiteX108" fmla="*/ 2678237 w 13533620"/>
              <a:gd name="connsiteY108" fmla="*/ 6448136 h 6858000"/>
              <a:gd name="connsiteX109" fmla="*/ 2678237 w 13533620"/>
              <a:gd name="connsiteY109" fmla="*/ 6438859 h 6858000"/>
              <a:gd name="connsiteX110" fmla="*/ 2664220 w 13533620"/>
              <a:gd name="connsiteY110" fmla="*/ 6438859 h 6858000"/>
              <a:gd name="connsiteX111" fmla="*/ 2664220 w 13533620"/>
              <a:gd name="connsiteY111" fmla="*/ 6490893 h 6858000"/>
              <a:gd name="connsiteX112" fmla="*/ 2678237 w 13533620"/>
              <a:gd name="connsiteY112" fmla="*/ 6490893 h 6858000"/>
              <a:gd name="connsiteX113" fmla="*/ 2678237 w 13533620"/>
              <a:gd name="connsiteY113" fmla="*/ 6462557 h 6858000"/>
              <a:gd name="connsiteX114" fmla="*/ 2691649 w 13533620"/>
              <a:gd name="connsiteY114" fmla="*/ 6452674 h 6858000"/>
              <a:gd name="connsiteX115" fmla="*/ 2694170 w 13533620"/>
              <a:gd name="connsiteY115" fmla="*/ 6452674 h 6858000"/>
              <a:gd name="connsiteX116" fmla="*/ 2694170 w 13533620"/>
              <a:gd name="connsiteY116" fmla="*/ 6437851 h 6858000"/>
              <a:gd name="connsiteX117" fmla="*/ 1991889 w 13533620"/>
              <a:gd name="connsiteY117" fmla="*/ 6437851 h 6858000"/>
              <a:gd name="connsiteX118" fmla="*/ 1976864 w 13533620"/>
              <a:gd name="connsiteY118" fmla="*/ 6448136 h 6858000"/>
              <a:gd name="connsiteX119" fmla="*/ 1976864 w 13533620"/>
              <a:gd name="connsiteY119" fmla="*/ 6438859 h 6858000"/>
              <a:gd name="connsiteX120" fmla="*/ 1962847 w 13533620"/>
              <a:gd name="connsiteY120" fmla="*/ 6438859 h 6858000"/>
              <a:gd name="connsiteX121" fmla="*/ 1962847 w 13533620"/>
              <a:gd name="connsiteY121" fmla="*/ 6490893 h 6858000"/>
              <a:gd name="connsiteX122" fmla="*/ 1976864 w 13533620"/>
              <a:gd name="connsiteY122" fmla="*/ 6490893 h 6858000"/>
              <a:gd name="connsiteX123" fmla="*/ 1976864 w 13533620"/>
              <a:gd name="connsiteY123" fmla="*/ 6462557 h 6858000"/>
              <a:gd name="connsiteX124" fmla="*/ 1990276 w 13533620"/>
              <a:gd name="connsiteY124" fmla="*/ 6452674 h 6858000"/>
              <a:gd name="connsiteX125" fmla="*/ 1992797 w 13533620"/>
              <a:gd name="connsiteY125" fmla="*/ 6452674 h 6858000"/>
              <a:gd name="connsiteX126" fmla="*/ 1992797 w 13533620"/>
              <a:gd name="connsiteY126" fmla="*/ 6437851 h 6858000"/>
              <a:gd name="connsiteX127" fmla="*/ 2630119 w 13533620"/>
              <a:gd name="connsiteY127" fmla="*/ 6437447 h 6858000"/>
              <a:gd name="connsiteX128" fmla="*/ 2604203 w 13533620"/>
              <a:gd name="connsiteY128" fmla="*/ 6464876 h 6858000"/>
              <a:gd name="connsiteX129" fmla="*/ 2631329 w 13533620"/>
              <a:gd name="connsiteY129" fmla="*/ 6492405 h 6858000"/>
              <a:gd name="connsiteX130" fmla="*/ 2654321 w 13533620"/>
              <a:gd name="connsiteY130" fmla="*/ 6480607 h 6858000"/>
              <a:gd name="connsiteX131" fmla="*/ 2644842 w 13533620"/>
              <a:gd name="connsiteY131" fmla="*/ 6472540 h 6858000"/>
              <a:gd name="connsiteX132" fmla="*/ 2631329 w 13533620"/>
              <a:gd name="connsiteY132" fmla="*/ 6479699 h 6858000"/>
              <a:gd name="connsiteX133" fmla="*/ 2618724 w 13533620"/>
              <a:gd name="connsiteY133" fmla="*/ 6468909 h 6858000"/>
              <a:gd name="connsiteX134" fmla="*/ 2655733 w 13533620"/>
              <a:gd name="connsiteY134" fmla="*/ 6468909 h 6858000"/>
              <a:gd name="connsiteX135" fmla="*/ 2656136 w 13533620"/>
              <a:gd name="connsiteY135" fmla="*/ 6464271 h 6858000"/>
              <a:gd name="connsiteX136" fmla="*/ 2630119 w 13533620"/>
              <a:gd name="connsiteY136" fmla="*/ 6437447 h 6858000"/>
              <a:gd name="connsiteX137" fmla="*/ 2563989 w 13533620"/>
              <a:gd name="connsiteY137" fmla="*/ 6437447 h 6858000"/>
              <a:gd name="connsiteX138" fmla="*/ 2539484 w 13533620"/>
              <a:gd name="connsiteY138" fmla="*/ 6464876 h 6858000"/>
              <a:gd name="connsiteX139" fmla="*/ 2563989 w 13533620"/>
              <a:gd name="connsiteY139" fmla="*/ 6492405 h 6858000"/>
              <a:gd name="connsiteX140" fmla="*/ 2580224 w 13533620"/>
              <a:gd name="connsiteY140" fmla="*/ 6483430 h 6858000"/>
              <a:gd name="connsiteX141" fmla="*/ 2580224 w 13533620"/>
              <a:gd name="connsiteY141" fmla="*/ 6490893 h 6858000"/>
              <a:gd name="connsiteX142" fmla="*/ 2594241 w 13533620"/>
              <a:gd name="connsiteY142" fmla="*/ 6490893 h 6858000"/>
              <a:gd name="connsiteX143" fmla="*/ 2594241 w 13533620"/>
              <a:gd name="connsiteY143" fmla="*/ 6438859 h 6858000"/>
              <a:gd name="connsiteX144" fmla="*/ 2580224 w 13533620"/>
              <a:gd name="connsiteY144" fmla="*/ 6438859 h 6858000"/>
              <a:gd name="connsiteX145" fmla="*/ 2580224 w 13533620"/>
              <a:gd name="connsiteY145" fmla="*/ 6446422 h 6858000"/>
              <a:gd name="connsiteX146" fmla="*/ 2563989 w 13533620"/>
              <a:gd name="connsiteY146" fmla="*/ 6437447 h 6858000"/>
              <a:gd name="connsiteX147" fmla="*/ 2404464 w 13533620"/>
              <a:gd name="connsiteY147" fmla="*/ 6437447 h 6858000"/>
              <a:gd name="connsiteX148" fmla="*/ 2376934 w 13533620"/>
              <a:gd name="connsiteY148" fmla="*/ 6464876 h 6858000"/>
              <a:gd name="connsiteX149" fmla="*/ 2404464 w 13533620"/>
              <a:gd name="connsiteY149" fmla="*/ 6492304 h 6858000"/>
              <a:gd name="connsiteX150" fmla="*/ 2432094 w 13533620"/>
              <a:gd name="connsiteY150" fmla="*/ 6464876 h 6858000"/>
              <a:gd name="connsiteX151" fmla="*/ 2404464 w 13533620"/>
              <a:gd name="connsiteY151" fmla="*/ 6437447 h 6858000"/>
              <a:gd name="connsiteX152" fmla="*/ 2258455 w 13533620"/>
              <a:gd name="connsiteY152" fmla="*/ 6437447 h 6858000"/>
              <a:gd name="connsiteX153" fmla="*/ 2233951 w 13533620"/>
              <a:gd name="connsiteY153" fmla="*/ 6464876 h 6858000"/>
              <a:gd name="connsiteX154" fmla="*/ 2258455 w 13533620"/>
              <a:gd name="connsiteY154" fmla="*/ 6492405 h 6858000"/>
              <a:gd name="connsiteX155" fmla="*/ 2274690 w 13533620"/>
              <a:gd name="connsiteY155" fmla="*/ 6483430 h 6858000"/>
              <a:gd name="connsiteX156" fmla="*/ 2274690 w 13533620"/>
              <a:gd name="connsiteY156" fmla="*/ 6490893 h 6858000"/>
              <a:gd name="connsiteX157" fmla="*/ 2288707 w 13533620"/>
              <a:gd name="connsiteY157" fmla="*/ 6490893 h 6858000"/>
              <a:gd name="connsiteX158" fmla="*/ 2288707 w 13533620"/>
              <a:gd name="connsiteY158" fmla="*/ 6438859 h 6858000"/>
              <a:gd name="connsiteX159" fmla="*/ 2274690 w 13533620"/>
              <a:gd name="connsiteY159" fmla="*/ 6438859 h 6858000"/>
              <a:gd name="connsiteX160" fmla="*/ 2274690 w 13533620"/>
              <a:gd name="connsiteY160" fmla="*/ 6446422 h 6858000"/>
              <a:gd name="connsiteX161" fmla="*/ 2258455 w 13533620"/>
              <a:gd name="connsiteY161" fmla="*/ 6437447 h 6858000"/>
              <a:gd name="connsiteX162" fmla="*/ 2180631 w 13533620"/>
              <a:gd name="connsiteY162" fmla="*/ 6437447 h 6858000"/>
              <a:gd name="connsiteX163" fmla="*/ 2165001 w 13533620"/>
              <a:gd name="connsiteY163" fmla="*/ 6444809 h 6858000"/>
              <a:gd name="connsiteX164" fmla="*/ 2165001 w 13533620"/>
              <a:gd name="connsiteY164" fmla="*/ 6438859 h 6858000"/>
              <a:gd name="connsiteX165" fmla="*/ 2150984 w 13533620"/>
              <a:gd name="connsiteY165" fmla="*/ 6438859 h 6858000"/>
              <a:gd name="connsiteX166" fmla="*/ 2150984 w 13533620"/>
              <a:gd name="connsiteY166" fmla="*/ 6490893 h 6858000"/>
              <a:gd name="connsiteX167" fmla="*/ 2165001 w 13533620"/>
              <a:gd name="connsiteY167" fmla="*/ 6490893 h 6858000"/>
              <a:gd name="connsiteX168" fmla="*/ 2165001 w 13533620"/>
              <a:gd name="connsiteY168" fmla="*/ 6459733 h 6858000"/>
              <a:gd name="connsiteX169" fmla="*/ 2174581 w 13533620"/>
              <a:gd name="connsiteY169" fmla="*/ 6449750 h 6858000"/>
              <a:gd name="connsiteX170" fmla="*/ 2183555 w 13533620"/>
              <a:gd name="connsiteY170" fmla="*/ 6459229 h 6858000"/>
              <a:gd name="connsiteX171" fmla="*/ 2183555 w 13533620"/>
              <a:gd name="connsiteY171" fmla="*/ 6490893 h 6858000"/>
              <a:gd name="connsiteX172" fmla="*/ 2197572 w 13533620"/>
              <a:gd name="connsiteY172" fmla="*/ 6490893 h 6858000"/>
              <a:gd name="connsiteX173" fmla="*/ 2197572 w 13533620"/>
              <a:gd name="connsiteY173" fmla="*/ 6456708 h 6858000"/>
              <a:gd name="connsiteX174" fmla="*/ 2180631 w 13533620"/>
              <a:gd name="connsiteY174" fmla="*/ 6437447 h 6858000"/>
              <a:gd name="connsiteX175" fmla="*/ 2115378 w 13533620"/>
              <a:gd name="connsiteY175" fmla="*/ 6437447 h 6858000"/>
              <a:gd name="connsiteX176" fmla="*/ 2089462 w 13533620"/>
              <a:gd name="connsiteY176" fmla="*/ 6464876 h 6858000"/>
              <a:gd name="connsiteX177" fmla="*/ 2116588 w 13533620"/>
              <a:gd name="connsiteY177" fmla="*/ 6492405 h 6858000"/>
              <a:gd name="connsiteX178" fmla="*/ 2139580 w 13533620"/>
              <a:gd name="connsiteY178" fmla="*/ 6480607 h 6858000"/>
              <a:gd name="connsiteX179" fmla="*/ 2130100 w 13533620"/>
              <a:gd name="connsiteY179" fmla="*/ 6472540 h 6858000"/>
              <a:gd name="connsiteX180" fmla="*/ 2116588 w 13533620"/>
              <a:gd name="connsiteY180" fmla="*/ 6479699 h 6858000"/>
              <a:gd name="connsiteX181" fmla="*/ 2103983 w 13533620"/>
              <a:gd name="connsiteY181" fmla="*/ 6468909 h 6858000"/>
              <a:gd name="connsiteX182" fmla="*/ 2140991 w 13533620"/>
              <a:gd name="connsiteY182" fmla="*/ 6468909 h 6858000"/>
              <a:gd name="connsiteX183" fmla="*/ 2141395 w 13533620"/>
              <a:gd name="connsiteY183" fmla="*/ 6464271 h 6858000"/>
              <a:gd name="connsiteX184" fmla="*/ 2115378 w 13533620"/>
              <a:gd name="connsiteY184" fmla="*/ 6437447 h 6858000"/>
              <a:gd name="connsiteX185" fmla="*/ 2031022 w 13533620"/>
              <a:gd name="connsiteY185" fmla="*/ 6437447 h 6858000"/>
              <a:gd name="connsiteX186" fmla="*/ 2015996 w 13533620"/>
              <a:gd name="connsiteY186" fmla="*/ 6444809 h 6858000"/>
              <a:gd name="connsiteX187" fmla="*/ 2015996 w 13533620"/>
              <a:gd name="connsiteY187" fmla="*/ 6438859 h 6858000"/>
              <a:gd name="connsiteX188" fmla="*/ 2001980 w 13533620"/>
              <a:gd name="connsiteY188" fmla="*/ 6438859 h 6858000"/>
              <a:gd name="connsiteX189" fmla="*/ 2001980 w 13533620"/>
              <a:gd name="connsiteY189" fmla="*/ 6490893 h 6858000"/>
              <a:gd name="connsiteX190" fmla="*/ 2015996 w 13533620"/>
              <a:gd name="connsiteY190" fmla="*/ 6490893 h 6858000"/>
              <a:gd name="connsiteX191" fmla="*/ 2015996 w 13533620"/>
              <a:gd name="connsiteY191" fmla="*/ 6460036 h 6858000"/>
              <a:gd name="connsiteX192" fmla="*/ 2024971 w 13533620"/>
              <a:gd name="connsiteY192" fmla="*/ 6449750 h 6858000"/>
              <a:gd name="connsiteX193" fmla="*/ 2033543 w 13533620"/>
              <a:gd name="connsiteY193" fmla="*/ 6459632 h 6858000"/>
              <a:gd name="connsiteX194" fmla="*/ 2033543 w 13533620"/>
              <a:gd name="connsiteY194" fmla="*/ 6490893 h 6858000"/>
              <a:gd name="connsiteX195" fmla="*/ 2047459 w 13533620"/>
              <a:gd name="connsiteY195" fmla="*/ 6490893 h 6858000"/>
              <a:gd name="connsiteX196" fmla="*/ 2047459 w 13533620"/>
              <a:gd name="connsiteY196" fmla="*/ 6458523 h 6858000"/>
              <a:gd name="connsiteX197" fmla="*/ 2056535 w 13533620"/>
              <a:gd name="connsiteY197" fmla="*/ 6449750 h 6858000"/>
              <a:gd name="connsiteX198" fmla="*/ 2065106 w 13533620"/>
              <a:gd name="connsiteY198" fmla="*/ 6459632 h 6858000"/>
              <a:gd name="connsiteX199" fmla="*/ 2065106 w 13533620"/>
              <a:gd name="connsiteY199" fmla="*/ 6490893 h 6858000"/>
              <a:gd name="connsiteX200" fmla="*/ 2079123 w 13533620"/>
              <a:gd name="connsiteY200" fmla="*/ 6490893 h 6858000"/>
              <a:gd name="connsiteX201" fmla="*/ 2079123 w 13533620"/>
              <a:gd name="connsiteY201" fmla="*/ 6457010 h 6858000"/>
              <a:gd name="connsiteX202" fmla="*/ 2061173 w 13533620"/>
              <a:gd name="connsiteY202" fmla="*/ 6437447 h 6858000"/>
              <a:gd name="connsiteX203" fmla="*/ 2045140 w 13533620"/>
              <a:gd name="connsiteY203" fmla="*/ 6445716 h 6858000"/>
              <a:gd name="connsiteX204" fmla="*/ 2031022 w 13533620"/>
              <a:gd name="connsiteY204" fmla="*/ 6437447 h 6858000"/>
              <a:gd name="connsiteX205" fmla="*/ 1919809 w 13533620"/>
              <a:gd name="connsiteY205" fmla="*/ 6437447 h 6858000"/>
              <a:gd name="connsiteX206" fmla="*/ 1895305 w 13533620"/>
              <a:gd name="connsiteY206" fmla="*/ 6464876 h 6858000"/>
              <a:gd name="connsiteX207" fmla="*/ 1919809 w 13533620"/>
              <a:gd name="connsiteY207" fmla="*/ 6492405 h 6858000"/>
              <a:gd name="connsiteX208" fmla="*/ 1936044 w 13533620"/>
              <a:gd name="connsiteY208" fmla="*/ 6483430 h 6858000"/>
              <a:gd name="connsiteX209" fmla="*/ 1936044 w 13533620"/>
              <a:gd name="connsiteY209" fmla="*/ 6490893 h 6858000"/>
              <a:gd name="connsiteX210" fmla="*/ 1950061 w 13533620"/>
              <a:gd name="connsiteY210" fmla="*/ 6490893 h 6858000"/>
              <a:gd name="connsiteX211" fmla="*/ 1950061 w 13533620"/>
              <a:gd name="connsiteY211" fmla="*/ 6438859 h 6858000"/>
              <a:gd name="connsiteX212" fmla="*/ 1936044 w 13533620"/>
              <a:gd name="connsiteY212" fmla="*/ 6438859 h 6858000"/>
              <a:gd name="connsiteX213" fmla="*/ 1936044 w 13533620"/>
              <a:gd name="connsiteY213" fmla="*/ 6446422 h 6858000"/>
              <a:gd name="connsiteX214" fmla="*/ 1919809 w 13533620"/>
              <a:gd name="connsiteY214" fmla="*/ 6437447 h 6858000"/>
              <a:gd name="connsiteX215" fmla="*/ 1842523 w 13533620"/>
              <a:gd name="connsiteY215" fmla="*/ 6433615 h 6858000"/>
              <a:gd name="connsiteX216" fmla="*/ 1860069 w 13533620"/>
              <a:gd name="connsiteY216" fmla="*/ 6433615 h 6858000"/>
              <a:gd name="connsiteX217" fmla="*/ 1868741 w 13533620"/>
              <a:gd name="connsiteY217" fmla="*/ 6441078 h 6858000"/>
              <a:gd name="connsiteX218" fmla="*/ 1860069 w 13533620"/>
              <a:gd name="connsiteY218" fmla="*/ 6448439 h 6858000"/>
              <a:gd name="connsiteX219" fmla="*/ 1842523 w 13533620"/>
              <a:gd name="connsiteY219" fmla="*/ 6448439 h 6858000"/>
              <a:gd name="connsiteX220" fmla="*/ 2461627 w 13533620"/>
              <a:gd name="connsiteY220" fmla="*/ 6423632 h 6858000"/>
              <a:gd name="connsiteX221" fmla="*/ 2447610 w 13533620"/>
              <a:gd name="connsiteY221" fmla="*/ 6427666 h 6858000"/>
              <a:gd name="connsiteX222" fmla="*/ 2447610 w 13533620"/>
              <a:gd name="connsiteY222" fmla="*/ 6438859 h 6858000"/>
              <a:gd name="connsiteX223" fmla="*/ 2438837 w 13533620"/>
              <a:gd name="connsiteY223" fmla="*/ 6438859 h 6858000"/>
              <a:gd name="connsiteX224" fmla="*/ 2438837 w 13533620"/>
              <a:gd name="connsiteY224" fmla="*/ 6450758 h 6858000"/>
              <a:gd name="connsiteX225" fmla="*/ 2447610 w 13533620"/>
              <a:gd name="connsiteY225" fmla="*/ 6450758 h 6858000"/>
              <a:gd name="connsiteX226" fmla="*/ 2447610 w 13533620"/>
              <a:gd name="connsiteY226" fmla="*/ 6472943 h 6858000"/>
              <a:gd name="connsiteX227" fmla="*/ 2465661 w 13533620"/>
              <a:gd name="connsiteY227" fmla="*/ 6492103 h 6858000"/>
              <a:gd name="connsiteX228" fmla="*/ 2473627 w 13533620"/>
              <a:gd name="connsiteY228" fmla="*/ 6491195 h 6858000"/>
              <a:gd name="connsiteX229" fmla="*/ 2473627 w 13533620"/>
              <a:gd name="connsiteY229" fmla="*/ 6479296 h 6858000"/>
              <a:gd name="connsiteX230" fmla="*/ 2469695 w 13533620"/>
              <a:gd name="connsiteY230" fmla="*/ 6479699 h 6858000"/>
              <a:gd name="connsiteX231" fmla="*/ 2461627 w 13533620"/>
              <a:gd name="connsiteY231" fmla="*/ 6471733 h 6858000"/>
              <a:gd name="connsiteX232" fmla="*/ 2461627 w 13533620"/>
              <a:gd name="connsiteY232" fmla="*/ 6450758 h 6858000"/>
              <a:gd name="connsiteX233" fmla="*/ 2473627 w 13533620"/>
              <a:gd name="connsiteY233" fmla="*/ 6450758 h 6858000"/>
              <a:gd name="connsiteX234" fmla="*/ 2473627 w 13533620"/>
              <a:gd name="connsiteY234" fmla="*/ 6438859 h 6858000"/>
              <a:gd name="connsiteX235" fmla="*/ 2461627 w 13533620"/>
              <a:gd name="connsiteY235" fmla="*/ 6438859 h 6858000"/>
              <a:gd name="connsiteX236" fmla="*/ 2483609 w 13533620"/>
              <a:gd name="connsiteY236" fmla="*/ 6420305 h 6858000"/>
              <a:gd name="connsiteX237" fmla="*/ 2483609 w 13533620"/>
              <a:gd name="connsiteY237" fmla="*/ 6490893 h 6858000"/>
              <a:gd name="connsiteX238" fmla="*/ 2497626 w 13533620"/>
              <a:gd name="connsiteY238" fmla="*/ 6490893 h 6858000"/>
              <a:gd name="connsiteX239" fmla="*/ 2497626 w 13533620"/>
              <a:gd name="connsiteY239" fmla="*/ 6459733 h 6858000"/>
              <a:gd name="connsiteX240" fmla="*/ 2507206 w 13533620"/>
              <a:gd name="connsiteY240" fmla="*/ 6449750 h 6858000"/>
              <a:gd name="connsiteX241" fmla="*/ 2516181 w 13533620"/>
              <a:gd name="connsiteY241" fmla="*/ 6459229 h 6858000"/>
              <a:gd name="connsiteX242" fmla="*/ 2516181 w 13533620"/>
              <a:gd name="connsiteY242" fmla="*/ 6490893 h 6858000"/>
              <a:gd name="connsiteX243" fmla="*/ 2530198 w 13533620"/>
              <a:gd name="connsiteY243" fmla="*/ 6490893 h 6858000"/>
              <a:gd name="connsiteX244" fmla="*/ 2530198 w 13533620"/>
              <a:gd name="connsiteY244" fmla="*/ 6456708 h 6858000"/>
              <a:gd name="connsiteX245" fmla="*/ 2513256 w 13533620"/>
              <a:gd name="connsiteY245" fmla="*/ 6437447 h 6858000"/>
              <a:gd name="connsiteX246" fmla="*/ 2497626 w 13533620"/>
              <a:gd name="connsiteY246" fmla="*/ 6444809 h 6858000"/>
              <a:gd name="connsiteX247" fmla="*/ 2497626 w 13533620"/>
              <a:gd name="connsiteY247" fmla="*/ 6420305 h 6858000"/>
              <a:gd name="connsiteX248" fmla="*/ 1827396 w 13533620"/>
              <a:gd name="connsiteY248" fmla="*/ 6420305 h 6858000"/>
              <a:gd name="connsiteX249" fmla="*/ 1827396 w 13533620"/>
              <a:gd name="connsiteY249" fmla="*/ 6490893 h 6858000"/>
              <a:gd name="connsiteX250" fmla="*/ 1862287 w 13533620"/>
              <a:gd name="connsiteY250" fmla="*/ 6490893 h 6858000"/>
              <a:gd name="connsiteX251" fmla="*/ 1886187 w 13533620"/>
              <a:gd name="connsiteY251" fmla="*/ 6471229 h 6858000"/>
              <a:gd name="connsiteX252" fmla="*/ 1873884 w 13533620"/>
              <a:gd name="connsiteY252" fmla="*/ 6454691 h 6858000"/>
              <a:gd name="connsiteX253" fmla="*/ 1884372 w 13533620"/>
              <a:gd name="connsiteY253" fmla="*/ 6438960 h 6858000"/>
              <a:gd name="connsiteX254" fmla="*/ 1862187 w 13533620"/>
              <a:gd name="connsiteY254" fmla="*/ 6420305 h 6858000"/>
              <a:gd name="connsiteX255" fmla="*/ 2335880 w 13533620"/>
              <a:gd name="connsiteY255" fmla="*/ 6419094 h 6858000"/>
              <a:gd name="connsiteX256" fmla="*/ 2299980 w 13533620"/>
              <a:gd name="connsiteY256" fmla="*/ 6455800 h 6858000"/>
              <a:gd name="connsiteX257" fmla="*/ 2333661 w 13533620"/>
              <a:gd name="connsiteY257" fmla="*/ 6492405 h 6858000"/>
              <a:gd name="connsiteX258" fmla="*/ 2354233 w 13533620"/>
              <a:gd name="connsiteY258" fmla="*/ 6482624 h 6858000"/>
              <a:gd name="connsiteX259" fmla="*/ 2354233 w 13533620"/>
              <a:gd name="connsiteY259" fmla="*/ 6490893 h 6858000"/>
              <a:gd name="connsiteX260" fmla="*/ 2367846 w 13533620"/>
              <a:gd name="connsiteY260" fmla="*/ 6490893 h 6858000"/>
              <a:gd name="connsiteX261" fmla="*/ 2367846 w 13533620"/>
              <a:gd name="connsiteY261" fmla="*/ 6452977 h 6858000"/>
              <a:gd name="connsiteX262" fmla="*/ 2336182 w 13533620"/>
              <a:gd name="connsiteY262" fmla="*/ 6452977 h 6858000"/>
              <a:gd name="connsiteX263" fmla="*/ 2336182 w 13533620"/>
              <a:gd name="connsiteY263" fmla="*/ 6466489 h 6858000"/>
              <a:gd name="connsiteX264" fmla="*/ 2352922 w 13533620"/>
              <a:gd name="connsiteY264" fmla="*/ 6466489 h 6858000"/>
              <a:gd name="connsiteX265" fmla="*/ 2336082 w 13533620"/>
              <a:gd name="connsiteY265" fmla="*/ 6478086 h 6858000"/>
              <a:gd name="connsiteX266" fmla="*/ 2316014 w 13533620"/>
              <a:gd name="connsiteY266" fmla="*/ 6455800 h 6858000"/>
              <a:gd name="connsiteX267" fmla="*/ 2335880 w 13533620"/>
              <a:gd name="connsiteY267" fmla="*/ 6433414 h 6858000"/>
              <a:gd name="connsiteX268" fmla="*/ 2353628 w 13533620"/>
              <a:gd name="connsiteY268" fmla="*/ 6443699 h 6858000"/>
              <a:gd name="connsiteX269" fmla="*/ 2366334 w 13533620"/>
              <a:gd name="connsiteY269" fmla="*/ 6435229 h 6858000"/>
              <a:gd name="connsiteX270" fmla="*/ 2335880 w 13533620"/>
              <a:gd name="connsiteY270" fmla="*/ 6419094 h 6858000"/>
              <a:gd name="connsiteX271" fmla="*/ 2216741 w 13533620"/>
              <a:gd name="connsiteY271" fmla="*/ 6416674 h 6858000"/>
              <a:gd name="connsiteX272" fmla="*/ 2208371 w 13533620"/>
              <a:gd name="connsiteY272" fmla="*/ 6424943 h 6858000"/>
              <a:gd name="connsiteX273" fmla="*/ 2216741 w 13533620"/>
              <a:gd name="connsiteY273" fmla="*/ 6433313 h 6858000"/>
              <a:gd name="connsiteX274" fmla="*/ 2225111 w 13533620"/>
              <a:gd name="connsiteY274" fmla="*/ 6424943 h 6858000"/>
              <a:gd name="connsiteX275" fmla="*/ 2216741 w 13533620"/>
              <a:gd name="connsiteY275" fmla="*/ 6416674 h 6858000"/>
              <a:gd name="connsiteX276" fmla="*/ 1341620 w 13533620"/>
              <a:gd name="connsiteY276" fmla="*/ 786751 h 6858000"/>
              <a:gd name="connsiteX277" fmla="*/ 1813492 w 13533620"/>
              <a:gd name="connsiteY277" fmla="*/ 2680582 h 6858000"/>
              <a:gd name="connsiteX278" fmla="*/ 2144496 w 13533620"/>
              <a:gd name="connsiteY278" fmla="*/ 2879540 h 6858000"/>
              <a:gd name="connsiteX279" fmla="*/ 2199279 w 13533620"/>
              <a:gd name="connsiteY279" fmla="*/ 2865890 h 6858000"/>
              <a:gd name="connsiteX280" fmla="*/ 2246357 w 13533620"/>
              <a:gd name="connsiteY280" fmla="*/ 2862396 h 6858000"/>
              <a:gd name="connsiteX281" fmla="*/ 13533620 w 13533620"/>
              <a:gd name="connsiteY281" fmla="*/ 872148 h 6858000"/>
              <a:gd name="connsiteX282" fmla="*/ 13533620 w 13533620"/>
              <a:gd name="connsiteY282" fmla="*/ 6858000 h 6858000"/>
              <a:gd name="connsiteX283" fmla="*/ 1464375 w 13533620"/>
              <a:gd name="connsiteY283" fmla="*/ 6858000 h 6858000"/>
              <a:gd name="connsiteX284" fmla="*/ 1341620 w 13533620"/>
              <a:gd name="connsiteY284" fmla="*/ 6858000 h 6858000"/>
              <a:gd name="connsiteX285" fmla="*/ 0 w 13533620"/>
              <a:gd name="connsiteY285" fmla="*/ 6858000 h 6858000"/>
              <a:gd name="connsiteX286" fmla="*/ 0 w 13533620"/>
              <a:gd name="connsiteY286" fmla="*/ 5516563 h 6858000"/>
              <a:gd name="connsiteX287" fmla="*/ 1341620 w 13533620"/>
              <a:gd name="connsiteY287" fmla="*/ 5516563 h 6858000"/>
              <a:gd name="connsiteX288" fmla="*/ 1341620 w 13533620"/>
              <a:gd name="connsiteY288" fmla="*/ 0 h 6858000"/>
              <a:gd name="connsiteX289" fmla="*/ 1341621 w 13533620"/>
              <a:gd name="connsiteY289" fmla="*/ 0 h 6858000"/>
              <a:gd name="connsiteX290" fmla="*/ 1341620 w 13533620"/>
              <a:gd name="connsiteY290" fmla="*/ 78675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Lst>
            <a:rect l="l" t="t" r="r" b="b"/>
            <a:pathLst>
              <a:path w="13533620" h="6858000">
                <a:moveTo>
                  <a:pt x="2034882" y="6562790"/>
                </a:moveTo>
                <a:cubicBezTo>
                  <a:pt x="2042872" y="6562790"/>
                  <a:pt x="2049409" y="6568497"/>
                  <a:pt x="2050862" y="6577940"/>
                </a:cubicBezTo>
                <a:lnTo>
                  <a:pt x="2018280" y="6577940"/>
                </a:lnTo>
                <a:cubicBezTo>
                  <a:pt x="2019837" y="6568705"/>
                  <a:pt x="2026270" y="6562790"/>
                  <a:pt x="2034882" y="6562790"/>
                </a:cubicBezTo>
                <a:close/>
                <a:moveTo>
                  <a:pt x="1910985" y="6562790"/>
                </a:moveTo>
                <a:cubicBezTo>
                  <a:pt x="1918975" y="6562790"/>
                  <a:pt x="1925512" y="6568497"/>
                  <a:pt x="1926965" y="6577940"/>
                </a:cubicBezTo>
                <a:lnTo>
                  <a:pt x="1894383" y="6577940"/>
                </a:lnTo>
                <a:cubicBezTo>
                  <a:pt x="1895940" y="6568705"/>
                  <a:pt x="1902373" y="6562790"/>
                  <a:pt x="1910985" y="6562790"/>
                </a:cubicBezTo>
                <a:close/>
                <a:moveTo>
                  <a:pt x="1947320" y="6556045"/>
                </a:moveTo>
                <a:lnTo>
                  <a:pt x="1947320" y="6608757"/>
                </a:lnTo>
                <a:lnTo>
                  <a:pt x="1956036" y="6608757"/>
                </a:lnTo>
                <a:lnTo>
                  <a:pt x="1956036" y="6556045"/>
                </a:lnTo>
                <a:close/>
                <a:moveTo>
                  <a:pt x="2034882" y="6554697"/>
                </a:moveTo>
                <a:cubicBezTo>
                  <a:pt x="2020148" y="6554697"/>
                  <a:pt x="2009149" y="6566318"/>
                  <a:pt x="2009149" y="6582401"/>
                </a:cubicBezTo>
                <a:cubicBezTo>
                  <a:pt x="2009149" y="6598381"/>
                  <a:pt x="2020355" y="6610106"/>
                  <a:pt x="2035401" y="6610106"/>
                </a:cubicBezTo>
                <a:cubicBezTo>
                  <a:pt x="2045155" y="6610106"/>
                  <a:pt x="2053664" y="6605437"/>
                  <a:pt x="2058022" y="6598485"/>
                </a:cubicBezTo>
                <a:lnTo>
                  <a:pt x="2051900" y="6593297"/>
                </a:lnTo>
                <a:cubicBezTo>
                  <a:pt x="2048579" y="6598692"/>
                  <a:pt x="2042665" y="6602013"/>
                  <a:pt x="2035401" y="6602013"/>
                </a:cubicBezTo>
                <a:cubicBezTo>
                  <a:pt x="2026166" y="6602013"/>
                  <a:pt x="2019318" y="6595268"/>
                  <a:pt x="2018176" y="6585203"/>
                </a:cubicBezTo>
                <a:lnTo>
                  <a:pt x="2059786" y="6585203"/>
                </a:lnTo>
                <a:cubicBezTo>
                  <a:pt x="2059890" y="6584165"/>
                  <a:pt x="2059993" y="6583024"/>
                  <a:pt x="2059993" y="6582090"/>
                </a:cubicBezTo>
                <a:cubicBezTo>
                  <a:pt x="2059993" y="6566629"/>
                  <a:pt x="2049409" y="6554697"/>
                  <a:pt x="2034882" y="6554697"/>
                </a:cubicBezTo>
                <a:close/>
                <a:moveTo>
                  <a:pt x="1910985" y="6554697"/>
                </a:moveTo>
                <a:cubicBezTo>
                  <a:pt x="1896251" y="6554697"/>
                  <a:pt x="1885252" y="6566318"/>
                  <a:pt x="1885252" y="6582401"/>
                </a:cubicBezTo>
                <a:cubicBezTo>
                  <a:pt x="1885252" y="6598381"/>
                  <a:pt x="1896458" y="6610106"/>
                  <a:pt x="1911504" y="6610106"/>
                </a:cubicBezTo>
                <a:cubicBezTo>
                  <a:pt x="1921258" y="6610106"/>
                  <a:pt x="1929767" y="6605437"/>
                  <a:pt x="1934125" y="6598485"/>
                </a:cubicBezTo>
                <a:lnTo>
                  <a:pt x="1928003" y="6593297"/>
                </a:lnTo>
                <a:cubicBezTo>
                  <a:pt x="1924682" y="6598692"/>
                  <a:pt x="1918768" y="6602013"/>
                  <a:pt x="1911504" y="6602013"/>
                </a:cubicBezTo>
                <a:cubicBezTo>
                  <a:pt x="1902269" y="6602013"/>
                  <a:pt x="1895421" y="6595268"/>
                  <a:pt x="1894279" y="6585203"/>
                </a:cubicBezTo>
                <a:lnTo>
                  <a:pt x="1935889" y="6585203"/>
                </a:lnTo>
                <a:cubicBezTo>
                  <a:pt x="1935993" y="6584165"/>
                  <a:pt x="1936096" y="6583024"/>
                  <a:pt x="1936096" y="6582090"/>
                </a:cubicBezTo>
                <a:cubicBezTo>
                  <a:pt x="1936096" y="6566629"/>
                  <a:pt x="1925512" y="6554697"/>
                  <a:pt x="1910985" y="6554697"/>
                </a:cubicBezTo>
                <a:close/>
                <a:moveTo>
                  <a:pt x="1985277" y="6541207"/>
                </a:moveTo>
                <a:lnTo>
                  <a:pt x="1976561" y="6544216"/>
                </a:lnTo>
                <a:lnTo>
                  <a:pt x="1976561" y="6556045"/>
                </a:lnTo>
                <a:lnTo>
                  <a:pt x="1966807" y="6556045"/>
                </a:lnTo>
                <a:lnTo>
                  <a:pt x="1966807" y="6563620"/>
                </a:lnTo>
                <a:lnTo>
                  <a:pt x="1976561" y="6563620"/>
                </a:lnTo>
                <a:lnTo>
                  <a:pt x="1976561" y="6593608"/>
                </a:lnTo>
                <a:cubicBezTo>
                  <a:pt x="1976561" y="6603881"/>
                  <a:pt x="1982164" y="6609899"/>
                  <a:pt x="1991918" y="6609899"/>
                </a:cubicBezTo>
                <a:cubicBezTo>
                  <a:pt x="1994720" y="6609899"/>
                  <a:pt x="1997210" y="6609484"/>
                  <a:pt x="1998974" y="6608757"/>
                </a:cubicBezTo>
                <a:lnTo>
                  <a:pt x="1998974" y="6600975"/>
                </a:lnTo>
                <a:cubicBezTo>
                  <a:pt x="1997418" y="6601598"/>
                  <a:pt x="1995654" y="6601909"/>
                  <a:pt x="1993993" y="6601909"/>
                </a:cubicBezTo>
                <a:cubicBezTo>
                  <a:pt x="1988182" y="6601909"/>
                  <a:pt x="1985277" y="6598692"/>
                  <a:pt x="1985277" y="6592778"/>
                </a:cubicBezTo>
                <a:lnTo>
                  <a:pt x="1985277" y="6563620"/>
                </a:lnTo>
                <a:lnTo>
                  <a:pt x="1998974" y="6563620"/>
                </a:lnTo>
                <a:lnTo>
                  <a:pt x="1998974" y="6556045"/>
                </a:lnTo>
                <a:lnTo>
                  <a:pt x="1985277" y="6556045"/>
                </a:lnTo>
                <a:close/>
                <a:moveTo>
                  <a:pt x="1851208" y="6534878"/>
                </a:moveTo>
                <a:cubicBezTo>
                  <a:pt x="1835540" y="6534878"/>
                  <a:pt x="1825993" y="6542867"/>
                  <a:pt x="1825993" y="6554800"/>
                </a:cubicBezTo>
                <a:cubicBezTo>
                  <a:pt x="1825993" y="6565799"/>
                  <a:pt x="1831908" y="6571921"/>
                  <a:pt x="1844671" y="6574723"/>
                </a:cubicBezTo>
                <a:lnTo>
                  <a:pt x="1853283" y="6576591"/>
                </a:lnTo>
                <a:cubicBezTo>
                  <a:pt x="1861896" y="6578562"/>
                  <a:pt x="1866565" y="6582401"/>
                  <a:pt x="1866565" y="6589354"/>
                </a:cubicBezTo>
                <a:cubicBezTo>
                  <a:pt x="1866565" y="6597032"/>
                  <a:pt x="1860443" y="6601701"/>
                  <a:pt x="1849340" y="6601701"/>
                </a:cubicBezTo>
                <a:cubicBezTo>
                  <a:pt x="1841662" y="6601701"/>
                  <a:pt x="1833879" y="6599107"/>
                  <a:pt x="1827238" y="6593815"/>
                </a:cubicBezTo>
                <a:lnTo>
                  <a:pt x="1827238" y="6603569"/>
                </a:lnTo>
                <a:cubicBezTo>
                  <a:pt x="1833361" y="6607720"/>
                  <a:pt x="1841454" y="6610003"/>
                  <a:pt x="1849340" y="6610003"/>
                </a:cubicBezTo>
                <a:cubicBezTo>
                  <a:pt x="1865735" y="6610003"/>
                  <a:pt x="1875904" y="6602117"/>
                  <a:pt x="1875904" y="6589042"/>
                </a:cubicBezTo>
                <a:cubicBezTo>
                  <a:pt x="1875904" y="6577732"/>
                  <a:pt x="1869574" y="6570780"/>
                  <a:pt x="1856085" y="6567771"/>
                </a:cubicBezTo>
                <a:lnTo>
                  <a:pt x="1847472" y="6565799"/>
                </a:lnTo>
                <a:cubicBezTo>
                  <a:pt x="1838964" y="6563828"/>
                  <a:pt x="1835436" y="6560196"/>
                  <a:pt x="1835436" y="6554178"/>
                </a:cubicBezTo>
                <a:cubicBezTo>
                  <a:pt x="1835436" y="6547433"/>
                  <a:pt x="1841350" y="6543179"/>
                  <a:pt x="1851208" y="6543179"/>
                </a:cubicBezTo>
                <a:cubicBezTo>
                  <a:pt x="1858783" y="6543179"/>
                  <a:pt x="1866357" y="6545669"/>
                  <a:pt x="1872583" y="6551065"/>
                </a:cubicBezTo>
                <a:lnTo>
                  <a:pt x="1872687" y="6541311"/>
                </a:lnTo>
                <a:cubicBezTo>
                  <a:pt x="1866254" y="6536849"/>
                  <a:pt x="1858056" y="6534878"/>
                  <a:pt x="1851208" y="6534878"/>
                </a:cubicBezTo>
                <a:close/>
                <a:moveTo>
                  <a:pt x="1951678" y="6534151"/>
                </a:moveTo>
                <a:cubicBezTo>
                  <a:pt x="1948254" y="6534151"/>
                  <a:pt x="1945659" y="6536849"/>
                  <a:pt x="1945659" y="6540170"/>
                </a:cubicBezTo>
                <a:cubicBezTo>
                  <a:pt x="1945659" y="6543594"/>
                  <a:pt x="1948254" y="6546188"/>
                  <a:pt x="1951678" y="6546188"/>
                </a:cubicBezTo>
                <a:cubicBezTo>
                  <a:pt x="1955102" y="6546188"/>
                  <a:pt x="1957696" y="6543594"/>
                  <a:pt x="1957696" y="6540170"/>
                </a:cubicBezTo>
                <a:cubicBezTo>
                  <a:pt x="1957696" y="6536849"/>
                  <a:pt x="1955102" y="6534151"/>
                  <a:pt x="1951678" y="6534151"/>
                </a:cubicBezTo>
                <a:close/>
                <a:moveTo>
                  <a:pt x="1842523" y="6461548"/>
                </a:moveTo>
                <a:lnTo>
                  <a:pt x="1861077" y="6461548"/>
                </a:lnTo>
                <a:cubicBezTo>
                  <a:pt x="1867027" y="6461548"/>
                  <a:pt x="1870455" y="6464573"/>
                  <a:pt x="1870455" y="6469515"/>
                </a:cubicBezTo>
                <a:cubicBezTo>
                  <a:pt x="1870455" y="6474657"/>
                  <a:pt x="1867027" y="6477582"/>
                  <a:pt x="1861077" y="6477582"/>
                </a:cubicBezTo>
                <a:lnTo>
                  <a:pt x="1842523" y="6477582"/>
                </a:lnTo>
                <a:close/>
                <a:moveTo>
                  <a:pt x="2404464" y="6451061"/>
                </a:moveTo>
                <a:cubicBezTo>
                  <a:pt x="2412128" y="6451061"/>
                  <a:pt x="2417573" y="6457010"/>
                  <a:pt x="2417573" y="6464876"/>
                </a:cubicBezTo>
                <a:cubicBezTo>
                  <a:pt x="2417573" y="6472741"/>
                  <a:pt x="2412128" y="6478691"/>
                  <a:pt x="2404464" y="6478691"/>
                </a:cubicBezTo>
                <a:cubicBezTo>
                  <a:pt x="2396901" y="6478691"/>
                  <a:pt x="2391455" y="6472741"/>
                  <a:pt x="2391455" y="6464876"/>
                </a:cubicBezTo>
                <a:cubicBezTo>
                  <a:pt x="2391455" y="6457010"/>
                  <a:pt x="2396901" y="6451061"/>
                  <a:pt x="2404464" y="6451061"/>
                </a:cubicBezTo>
                <a:close/>
                <a:moveTo>
                  <a:pt x="2567115" y="6450960"/>
                </a:moveTo>
                <a:cubicBezTo>
                  <a:pt x="2574678" y="6450960"/>
                  <a:pt x="2580224" y="6457010"/>
                  <a:pt x="2580224" y="6464876"/>
                </a:cubicBezTo>
                <a:cubicBezTo>
                  <a:pt x="2580224" y="6472741"/>
                  <a:pt x="2574678" y="6478792"/>
                  <a:pt x="2567115" y="6478792"/>
                </a:cubicBezTo>
                <a:cubicBezTo>
                  <a:pt x="2559552" y="6478792"/>
                  <a:pt x="2554006" y="6472741"/>
                  <a:pt x="2554006" y="6464876"/>
                </a:cubicBezTo>
                <a:cubicBezTo>
                  <a:pt x="2554006" y="6457010"/>
                  <a:pt x="2559552" y="6450960"/>
                  <a:pt x="2567115" y="6450960"/>
                </a:cubicBezTo>
                <a:close/>
                <a:moveTo>
                  <a:pt x="2261581" y="6450960"/>
                </a:moveTo>
                <a:cubicBezTo>
                  <a:pt x="2269144" y="6450960"/>
                  <a:pt x="2274690" y="6457010"/>
                  <a:pt x="2274690" y="6464876"/>
                </a:cubicBezTo>
                <a:cubicBezTo>
                  <a:pt x="2274690" y="6472741"/>
                  <a:pt x="2269144" y="6478792"/>
                  <a:pt x="2261581" y="6478792"/>
                </a:cubicBezTo>
                <a:cubicBezTo>
                  <a:pt x="2254018" y="6478792"/>
                  <a:pt x="2248472" y="6472741"/>
                  <a:pt x="2248472" y="6464876"/>
                </a:cubicBezTo>
                <a:cubicBezTo>
                  <a:pt x="2248472" y="6457010"/>
                  <a:pt x="2254018" y="6450960"/>
                  <a:pt x="2261581" y="6450960"/>
                </a:cubicBezTo>
                <a:close/>
                <a:moveTo>
                  <a:pt x="1922935" y="6450960"/>
                </a:moveTo>
                <a:cubicBezTo>
                  <a:pt x="1930498" y="6450960"/>
                  <a:pt x="1936044" y="6457010"/>
                  <a:pt x="1936044" y="6464876"/>
                </a:cubicBezTo>
                <a:cubicBezTo>
                  <a:pt x="1936044" y="6472741"/>
                  <a:pt x="1930498" y="6478792"/>
                  <a:pt x="1922935" y="6478792"/>
                </a:cubicBezTo>
                <a:cubicBezTo>
                  <a:pt x="1915372" y="6478792"/>
                  <a:pt x="1909826" y="6472741"/>
                  <a:pt x="1909826" y="6464876"/>
                </a:cubicBezTo>
                <a:cubicBezTo>
                  <a:pt x="1909826" y="6457010"/>
                  <a:pt x="1915372" y="6450960"/>
                  <a:pt x="1922935" y="6450960"/>
                </a:cubicBezTo>
                <a:close/>
                <a:moveTo>
                  <a:pt x="2630119" y="6450153"/>
                </a:moveTo>
                <a:cubicBezTo>
                  <a:pt x="2635666" y="6450153"/>
                  <a:pt x="2640002" y="6452977"/>
                  <a:pt x="2641515" y="6458926"/>
                </a:cubicBezTo>
                <a:lnTo>
                  <a:pt x="2618926" y="6458926"/>
                </a:lnTo>
                <a:cubicBezTo>
                  <a:pt x="2620438" y="6453380"/>
                  <a:pt x="2624472" y="6450153"/>
                  <a:pt x="2630119" y="6450153"/>
                </a:cubicBezTo>
                <a:close/>
                <a:moveTo>
                  <a:pt x="2115378" y="6450153"/>
                </a:moveTo>
                <a:cubicBezTo>
                  <a:pt x="2120924" y="6450153"/>
                  <a:pt x="2125260" y="6452977"/>
                  <a:pt x="2126773" y="6458926"/>
                </a:cubicBezTo>
                <a:lnTo>
                  <a:pt x="2104184" y="6458926"/>
                </a:lnTo>
                <a:cubicBezTo>
                  <a:pt x="2105697" y="6453380"/>
                  <a:pt x="2109731" y="6450153"/>
                  <a:pt x="2115378" y="6450153"/>
                </a:cubicBezTo>
                <a:close/>
                <a:moveTo>
                  <a:pt x="2209682" y="6438859"/>
                </a:moveTo>
                <a:lnTo>
                  <a:pt x="2209682" y="6490893"/>
                </a:lnTo>
                <a:lnTo>
                  <a:pt x="2223699" y="6490893"/>
                </a:lnTo>
                <a:lnTo>
                  <a:pt x="2223699" y="6438859"/>
                </a:lnTo>
                <a:close/>
                <a:moveTo>
                  <a:pt x="2693263" y="6437851"/>
                </a:moveTo>
                <a:cubicBezTo>
                  <a:pt x="2684691" y="6437851"/>
                  <a:pt x="2679952" y="6442288"/>
                  <a:pt x="2678237" y="6448136"/>
                </a:cubicBezTo>
                <a:lnTo>
                  <a:pt x="2678237" y="6438859"/>
                </a:lnTo>
                <a:lnTo>
                  <a:pt x="2664220" y="6438859"/>
                </a:lnTo>
                <a:lnTo>
                  <a:pt x="2664220" y="6490893"/>
                </a:lnTo>
                <a:lnTo>
                  <a:pt x="2678237" y="6490893"/>
                </a:lnTo>
                <a:lnTo>
                  <a:pt x="2678237" y="6462557"/>
                </a:lnTo>
                <a:cubicBezTo>
                  <a:pt x="2678237" y="6455599"/>
                  <a:pt x="2681162" y="6452674"/>
                  <a:pt x="2691649" y="6452674"/>
                </a:cubicBezTo>
                <a:lnTo>
                  <a:pt x="2694170" y="6452674"/>
                </a:lnTo>
                <a:lnTo>
                  <a:pt x="2694170" y="6437851"/>
                </a:lnTo>
                <a:close/>
                <a:moveTo>
                  <a:pt x="1991889" y="6437851"/>
                </a:moveTo>
                <a:cubicBezTo>
                  <a:pt x="1983318" y="6437851"/>
                  <a:pt x="1978578" y="6442288"/>
                  <a:pt x="1976864" y="6448136"/>
                </a:cubicBezTo>
                <a:lnTo>
                  <a:pt x="1976864" y="6438859"/>
                </a:lnTo>
                <a:lnTo>
                  <a:pt x="1962847" y="6438859"/>
                </a:lnTo>
                <a:lnTo>
                  <a:pt x="1962847" y="6490893"/>
                </a:lnTo>
                <a:lnTo>
                  <a:pt x="1976864" y="6490893"/>
                </a:lnTo>
                <a:lnTo>
                  <a:pt x="1976864" y="6462557"/>
                </a:lnTo>
                <a:cubicBezTo>
                  <a:pt x="1976864" y="6455599"/>
                  <a:pt x="1979788" y="6452674"/>
                  <a:pt x="1990276" y="6452674"/>
                </a:cubicBezTo>
                <a:lnTo>
                  <a:pt x="1992797" y="6452674"/>
                </a:lnTo>
                <a:lnTo>
                  <a:pt x="1992797" y="6437851"/>
                </a:lnTo>
                <a:close/>
                <a:moveTo>
                  <a:pt x="2630119" y="6437447"/>
                </a:moveTo>
                <a:cubicBezTo>
                  <a:pt x="2615094" y="6437447"/>
                  <a:pt x="2604203" y="6449044"/>
                  <a:pt x="2604203" y="6464876"/>
                </a:cubicBezTo>
                <a:cubicBezTo>
                  <a:pt x="2604203" y="6480708"/>
                  <a:pt x="2615598" y="6492405"/>
                  <a:pt x="2631329" y="6492405"/>
                </a:cubicBezTo>
                <a:cubicBezTo>
                  <a:pt x="2640708" y="6492405"/>
                  <a:pt x="2650086" y="6487565"/>
                  <a:pt x="2654321" y="6480607"/>
                </a:cubicBezTo>
                <a:lnTo>
                  <a:pt x="2644842" y="6472540"/>
                </a:lnTo>
                <a:cubicBezTo>
                  <a:pt x="2642220" y="6476977"/>
                  <a:pt x="2636976" y="6479699"/>
                  <a:pt x="2631329" y="6479699"/>
                </a:cubicBezTo>
                <a:cubicBezTo>
                  <a:pt x="2624371" y="6479699"/>
                  <a:pt x="2620035" y="6474960"/>
                  <a:pt x="2618724" y="6468909"/>
                </a:cubicBezTo>
                <a:lnTo>
                  <a:pt x="2655733" y="6468909"/>
                </a:lnTo>
                <a:cubicBezTo>
                  <a:pt x="2655935" y="6467498"/>
                  <a:pt x="2656136" y="6465783"/>
                  <a:pt x="2656136" y="6464271"/>
                </a:cubicBezTo>
                <a:cubicBezTo>
                  <a:pt x="2656136" y="6449548"/>
                  <a:pt x="2646153" y="6437447"/>
                  <a:pt x="2630119" y="6437447"/>
                </a:cubicBezTo>
                <a:close/>
                <a:moveTo>
                  <a:pt x="2563989" y="6437447"/>
                </a:moveTo>
                <a:cubicBezTo>
                  <a:pt x="2550778" y="6437447"/>
                  <a:pt x="2539484" y="6448943"/>
                  <a:pt x="2539484" y="6464876"/>
                </a:cubicBezTo>
                <a:cubicBezTo>
                  <a:pt x="2539484" y="6480909"/>
                  <a:pt x="2550778" y="6492405"/>
                  <a:pt x="2563989" y="6492405"/>
                </a:cubicBezTo>
                <a:cubicBezTo>
                  <a:pt x="2571653" y="6492405"/>
                  <a:pt x="2576997" y="6489178"/>
                  <a:pt x="2580224" y="6483430"/>
                </a:cubicBezTo>
                <a:lnTo>
                  <a:pt x="2580224" y="6490893"/>
                </a:lnTo>
                <a:lnTo>
                  <a:pt x="2594241" y="6490893"/>
                </a:lnTo>
                <a:lnTo>
                  <a:pt x="2594241" y="6438859"/>
                </a:lnTo>
                <a:lnTo>
                  <a:pt x="2580224" y="6438859"/>
                </a:lnTo>
                <a:lnTo>
                  <a:pt x="2580224" y="6446422"/>
                </a:lnTo>
                <a:cubicBezTo>
                  <a:pt x="2576997" y="6440674"/>
                  <a:pt x="2571653" y="6437447"/>
                  <a:pt x="2563989" y="6437447"/>
                </a:cubicBezTo>
                <a:close/>
                <a:moveTo>
                  <a:pt x="2404464" y="6437447"/>
                </a:moveTo>
                <a:cubicBezTo>
                  <a:pt x="2388833" y="6437447"/>
                  <a:pt x="2376934" y="6448943"/>
                  <a:pt x="2376934" y="6464876"/>
                </a:cubicBezTo>
                <a:cubicBezTo>
                  <a:pt x="2376934" y="6480809"/>
                  <a:pt x="2388833" y="6492304"/>
                  <a:pt x="2404464" y="6492304"/>
                </a:cubicBezTo>
                <a:cubicBezTo>
                  <a:pt x="2420195" y="6492304"/>
                  <a:pt x="2432094" y="6480809"/>
                  <a:pt x="2432094" y="6464876"/>
                </a:cubicBezTo>
                <a:cubicBezTo>
                  <a:pt x="2432094" y="6448943"/>
                  <a:pt x="2420195" y="6437447"/>
                  <a:pt x="2404464" y="6437447"/>
                </a:cubicBezTo>
                <a:close/>
                <a:moveTo>
                  <a:pt x="2258455" y="6437447"/>
                </a:moveTo>
                <a:cubicBezTo>
                  <a:pt x="2245245" y="6437447"/>
                  <a:pt x="2233951" y="6448943"/>
                  <a:pt x="2233951" y="6464876"/>
                </a:cubicBezTo>
                <a:cubicBezTo>
                  <a:pt x="2233951" y="6480909"/>
                  <a:pt x="2245245" y="6492405"/>
                  <a:pt x="2258455" y="6492405"/>
                </a:cubicBezTo>
                <a:cubicBezTo>
                  <a:pt x="2266119" y="6492405"/>
                  <a:pt x="2271463" y="6489178"/>
                  <a:pt x="2274690" y="6483430"/>
                </a:cubicBezTo>
                <a:lnTo>
                  <a:pt x="2274690" y="6490893"/>
                </a:lnTo>
                <a:lnTo>
                  <a:pt x="2288707" y="6490893"/>
                </a:lnTo>
                <a:lnTo>
                  <a:pt x="2288707" y="6438859"/>
                </a:lnTo>
                <a:lnTo>
                  <a:pt x="2274690" y="6438859"/>
                </a:lnTo>
                <a:lnTo>
                  <a:pt x="2274690" y="6446422"/>
                </a:lnTo>
                <a:cubicBezTo>
                  <a:pt x="2271463" y="6440674"/>
                  <a:pt x="2266119" y="6437447"/>
                  <a:pt x="2258455" y="6437447"/>
                </a:cubicBezTo>
                <a:close/>
                <a:moveTo>
                  <a:pt x="2180631" y="6437447"/>
                </a:moveTo>
                <a:cubicBezTo>
                  <a:pt x="2172463" y="6437447"/>
                  <a:pt x="2167320" y="6441178"/>
                  <a:pt x="2165001" y="6444809"/>
                </a:cubicBezTo>
                <a:lnTo>
                  <a:pt x="2165001" y="6438859"/>
                </a:lnTo>
                <a:lnTo>
                  <a:pt x="2150984" y="6438859"/>
                </a:lnTo>
                <a:lnTo>
                  <a:pt x="2150984" y="6490893"/>
                </a:lnTo>
                <a:lnTo>
                  <a:pt x="2165001" y="6490893"/>
                </a:lnTo>
                <a:lnTo>
                  <a:pt x="2165001" y="6459733"/>
                </a:lnTo>
                <a:cubicBezTo>
                  <a:pt x="2165001" y="6453077"/>
                  <a:pt x="2168933" y="6449750"/>
                  <a:pt x="2174581" y="6449750"/>
                </a:cubicBezTo>
                <a:cubicBezTo>
                  <a:pt x="2180429" y="6449750"/>
                  <a:pt x="2183555" y="6453582"/>
                  <a:pt x="2183555" y="6459229"/>
                </a:cubicBezTo>
                <a:lnTo>
                  <a:pt x="2183555" y="6490893"/>
                </a:lnTo>
                <a:lnTo>
                  <a:pt x="2197572" y="6490893"/>
                </a:lnTo>
                <a:lnTo>
                  <a:pt x="2197572" y="6456708"/>
                </a:lnTo>
                <a:cubicBezTo>
                  <a:pt x="2197572" y="6443195"/>
                  <a:pt x="2190009" y="6437447"/>
                  <a:pt x="2180631" y="6437447"/>
                </a:cubicBezTo>
                <a:close/>
                <a:moveTo>
                  <a:pt x="2115378" y="6437447"/>
                </a:moveTo>
                <a:cubicBezTo>
                  <a:pt x="2100352" y="6437447"/>
                  <a:pt x="2089462" y="6449044"/>
                  <a:pt x="2089462" y="6464876"/>
                </a:cubicBezTo>
                <a:cubicBezTo>
                  <a:pt x="2089462" y="6480708"/>
                  <a:pt x="2100857" y="6492405"/>
                  <a:pt x="2116588" y="6492405"/>
                </a:cubicBezTo>
                <a:cubicBezTo>
                  <a:pt x="2125966" y="6492405"/>
                  <a:pt x="2135344" y="6487565"/>
                  <a:pt x="2139580" y="6480607"/>
                </a:cubicBezTo>
                <a:lnTo>
                  <a:pt x="2130100" y="6472540"/>
                </a:lnTo>
                <a:cubicBezTo>
                  <a:pt x="2127479" y="6476977"/>
                  <a:pt x="2122235" y="6479699"/>
                  <a:pt x="2116588" y="6479699"/>
                </a:cubicBezTo>
                <a:cubicBezTo>
                  <a:pt x="2109630" y="6479699"/>
                  <a:pt x="2105294" y="6474960"/>
                  <a:pt x="2103983" y="6468909"/>
                </a:cubicBezTo>
                <a:lnTo>
                  <a:pt x="2140991" y="6468909"/>
                </a:lnTo>
                <a:cubicBezTo>
                  <a:pt x="2141193" y="6467498"/>
                  <a:pt x="2141395" y="6465783"/>
                  <a:pt x="2141395" y="6464271"/>
                </a:cubicBezTo>
                <a:cubicBezTo>
                  <a:pt x="2141395" y="6449548"/>
                  <a:pt x="2131412" y="6437447"/>
                  <a:pt x="2115378" y="6437447"/>
                </a:cubicBezTo>
                <a:close/>
                <a:moveTo>
                  <a:pt x="2031022" y="6437447"/>
                </a:moveTo>
                <a:cubicBezTo>
                  <a:pt x="2023055" y="6437447"/>
                  <a:pt x="2018417" y="6441078"/>
                  <a:pt x="2015996" y="6444809"/>
                </a:cubicBezTo>
                <a:lnTo>
                  <a:pt x="2015996" y="6438859"/>
                </a:lnTo>
                <a:lnTo>
                  <a:pt x="2001980" y="6438859"/>
                </a:lnTo>
                <a:lnTo>
                  <a:pt x="2001980" y="6490893"/>
                </a:lnTo>
                <a:lnTo>
                  <a:pt x="2015996" y="6490893"/>
                </a:lnTo>
                <a:lnTo>
                  <a:pt x="2015996" y="6460036"/>
                </a:lnTo>
                <a:cubicBezTo>
                  <a:pt x="2015996" y="6453077"/>
                  <a:pt x="2019526" y="6449750"/>
                  <a:pt x="2024971" y="6449750"/>
                </a:cubicBezTo>
                <a:cubicBezTo>
                  <a:pt x="2030719" y="6449750"/>
                  <a:pt x="2033543" y="6453683"/>
                  <a:pt x="2033543" y="6459632"/>
                </a:cubicBezTo>
                <a:lnTo>
                  <a:pt x="2033543" y="6490893"/>
                </a:lnTo>
                <a:lnTo>
                  <a:pt x="2047459" y="6490893"/>
                </a:lnTo>
                <a:lnTo>
                  <a:pt x="2047459" y="6458523"/>
                </a:lnTo>
                <a:cubicBezTo>
                  <a:pt x="2047459" y="6453178"/>
                  <a:pt x="2051190" y="6449750"/>
                  <a:pt x="2056535" y="6449750"/>
                </a:cubicBezTo>
                <a:cubicBezTo>
                  <a:pt x="2062182" y="6449750"/>
                  <a:pt x="2065106" y="6453582"/>
                  <a:pt x="2065106" y="6459632"/>
                </a:cubicBezTo>
                <a:lnTo>
                  <a:pt x="2065106" y="6490893"/>
                </a:lnTo>
                <a:lnTo>
                  <a:pt x="2079123" y="6490893"/>
                </a:lnTo>
                <a:lnTo>
                  <a:pt x="2079123" y="6457010"/>
                </a:lnTo>
                <a:cubicBezTo>
                  <a:pt x="2079123" y="6443296"/>
                  <a:pt x="2071762" y="6437447"/>
                  <a:pt x="2061173" y="6437447"/>
                </a:cubicBezTo>
                <a:cubicBezTo>
                  <a:pt x="2054417" y="6437447"/>
                  <a:pt x="2048971" y="6439968"/>
                  <a:pt x="2045140" y="6445716"/>
                </a:cubicBezTo>
                <a:cubicBezTo>
                  <a:pt x="2042215" y="6439968"/>
                  <a:pt x="2036971" y="6437447"/>
                  <a:pt x="2031022" y="6437447"/>
                </a:cubicBezTo>
                <a:close/>
                <a:moveTo>
                  <a:pt x="1919809" y="6437447"/>
                </a:moveTo>
                <a:cubicBezTo>
                  <a:pt x="1906599" y="6437447"/>
                  <a:pt x="1895305" y="6448943"/>
                  <a:pt x="1895305" y="6464876"/>
                </a:cubicBezTo>
                <a:cubicBezTo>
                  <a:pt x="1895305" y="6480909"/>
                  <a:pt x="1906599" y="6492405"/>
                  <a:pt x="1919809" y="6492405"/>
                </a:cubicBezTo>
                <a:cubicBezTo>
                  <a:pt x="1927473" y="6492405"/>
                  <a:pt x="1932817" y="6489178"/>
                  <a:pt x="1936044" y="6483430"/>
                </a:cubicBezTo>
                <a:lnTo>
                  <a:pt x="1936044" y="6490893"/>
                </a:lnTo>
                <a:lnTo>
                  <a:pt x="1950061" y="6490893"/>
                </a:lnTo>
                <a:lnTo>
                  <a:pt x="1950061" y="6438859"/>
                </a:lnTo>
                <a:lnTo>
                  <a:pt x="1936044" y="6438859"/>
                </a:lnTo>
                <a:lnTo>
                  <a:pt x="1936044" y="6446422"/>
                </a:lnTo>
                <a:cubicBezTo>
                  <a:pt x="1932817" y="6440674"/>
                  <a:pt x="1927473" y="6437447"/>
                  <a:pt x="1919809" y="6437447"/>
                </a:cubicBezTo>
                <a:close/>
                <a:moveTo>
                  <a:pt x="1842523" y="6433615"/>
                </a:moveTo>
                <a:lnTo>
                  <a:pt x="1860069" y="6433615"/>
                </a:lnTo>
                <a:cubicBezTo>
                  <a:pt x="1865615" y="6433615"/>
                  <a:pt x="1868741" y="6436338"/>
                  <a:pt x="1868741" y="6441078"/>
                </a:cubicBezTo>
                <a:cubicBezTo>
                  <a:pt x="1868741" y="6445716"/>
                  <a:pt x="1865615" y="6448439"/>
                  <a:pt x="1860069" y="6448439"/>
                </a:cubicBezTo>
                <a:lnTo>
                  <a:pt x="1842523" y="6448439"/>
                </a:lnTo>
                <a:close/>
                <a:moveTo>
                  <a:pt x="2461627" y="6423632"/>
                </a:moveTo>
                <a:lnTo>
                  <a:pt x="2447610" y="6427666"/>
                </a:lnTo>
                <a:lnTo>
                  <a:pt x="2447610" y="6438859"/>
                </a:lnTo>
                <a:lnTo>
                  <a:pt x="2438837" y="6438859"/>
                </a:lnTo>
                <a:lnTo>
                  <a:pt x="2438837" y="6450758"/>
                </a:lnTo>
                <a:lnTo>
                  <a:pt x="2447610" y="6450758"/>
                </a:lnTo>
                <a:lnTo>
                  <a:pt x="2447610" y="6472943"/>
                </a:lnTo>
                <a:cubicBezTo>
                  <a:pt x="2447610" y="6485246"/>
                  <a:pt x="2454266" y="6492103"/>
                  <a:pt x="2465661" y="6492103"/>
                </a:cubicBezTo>
                <a:cubicBezTo>
                  <a:pt x="2468787" y="6492103"/>
                  <a:pt x="2471510" y="6491800"/>
                  <a:pt x="2473627" y="6491195"/>
                </a:cubicBezTo>
                <a:lnTo>
                  <a:pt x="2473627" y="6479296"/>
                </a:lnTo>
                <a:cubicBezTo>
                  <a:pt x="2472316" y="6479498"/>
                  <a:pt x="2470804" y="6479699"/>
                  <a:pt x="2469695" y="6479699"/>
                </a:cubicBezTo>
                <a:cubicBezTo>
                  <a:pt x="2464148" y="6479699"/>
                  <a:pt x="2461627" y="6476876"/>
                  <a:pt x="2461627" y="6471733"/>
                </a:cubicBezTo>
                <a:lnTo>
                  <a:pt x="2461627" y="6450758"/>
                </a:lnTo>
                <a:lnTo>
                  <a:pt x="2473627" y="6450758"/>
                </a:lnTo>
                <a:lnTo>
                  <a:pt x="2473627" y="6438859"/>
                </a:lnTo>
                <a:lnTo>
                  <a:pt x="2461627" y="6438859"/>
                </a:lnTo>
                <a:close/>
                <a:moveTo>
                  <a:pt x="2483609" y="6420305"/>
                </a:moveTo>
                <a:lnTo>
                  <a:pt x="2483609" y="6490893"/>
                </a:lnTo>
                <a:lnTo>
                  <a:pt x="2497626" y="6490893"/>
                </a:lnTo>
                <a:lnTo>
                  <a:pt x="2497626" y="6459733"/>
                </a:lnTo>
                <a:cubicBezTo>
                  <a:pt x="2497626" y="6453077"/>
                  <a:pt x="2501559" y="6449750"/>
                  <a:pt x="2507206" y="6449750"/>
                </a:cubicBezTo>
                <a:cubicBezTo>
                  <a:pt x="2513055" y="6449750"/>
                  <a:pt x="2516181" y="6453582"/>
                  <a:pt x="2516181" y="6459229"/>
                </a:cubicBezTo>
                <a:lnTo>
                  <a:pt x="2516181" y="6490893"/>
                </a:lnTo>
                <a:lnTo>
                  <a:pt x="2530198" y="6490893"/>
                </a:lnTo>
                <a:lnTo>
                  <a:pt x="2530198" y="6456708"/>
                </a:lnTo>
                <a:cubicBezTo>
                  <a:pt x="2530198" y="6443195"/>
                  <a:pt x="2522735" y="6437447"/>
                  <a:pt x="2513256" y="6437447"/>
                </a:cubicBezTo>
                <a:cubicBezTo>
                  <a:pt x="2505088" y="6437447"/>
                  <a:pt x="2499945" y="6441178"/>
                  <a:pt x="2497626" y="6444809"/>
                </a:cubicBezTo>
                <a:lnTo>
                  <a:pt x="2497626" y="6420305"/>
                </a:lnTo>
                <a:close/>
                <a:moveTo>
                  <a:pt x="1827396" y="6420305"/>
                </a:moveTo>
                <a:lnTo>
                  <a:pt x="1827396" y="6490893"/>
                </a:lnTo>
                <a:lnTo>
                  <a:pt x="1862287" y="6490893"/>
                </a:lnTo>
                <a:cubicBezTo>
                  <a:pt x="1877313" y="6490893"/>
                  <a:pt x="1886187" y="6483430"/>
                  <a:pt x="1886187" y="6471229"/>
                </a:cubicBezTo>
                <a:cubicBezTo>
                  <a:pt x="1886187" y="6463262"/>
                  <a:pt x="1881850" y="6457414"/>
                  <a:pt x="1873884" y="6454691"/>
                </a:cubicBezTo>
                <a:cubicBezTo>
                  <a:pt x="1880338" y="6452170"/>
                  <a:pt x="1884372" y="6446321"/>
                  <a:pt x="1884372" y="6438960"/>
                </a:cubicBezTo>
                <a:cubicBezTo>
                  <a:pt x="1884372" y="6427162"/>
                  <a:pt x="1876103" y="6420305"/>
                  <a:pt x="1862187" y="6420305"/>
                </a:cubicBezTo>
                <a:close/>
                <a:moveTo>
                  <a:pt x="2335880" y="6419094"/>
                </a:moveTo>
                <a:cubicBezTo>
                  <a:pt x="2315409" y="6419094"/>
                  <a:pt x="2299980" y="6434523"/>
                  <a:pt x="2299980" y="6455800"/>
                </a:cubicBezTo>
                <a:cubicBezTo>
                  <a:pt x="2299980" y="6477077"/>
                  <a:pt x="2314703" y="6492405"/>
                  <a:pt x="2333661" y="6492405"/>
                </a:cubicBezTo>
                <a:cubicBezTo>
                  <a:pt x="2342636" y="6492405"/>
                  <a:pt x="2349897" y="6488674"/>
                  <a:pt x="2354233" y="6482624"/>
                </a:cubicBezTo>
                <a:lnTo>
                  <a:pt x="2354233" y="6490893"/>
                </a:lnTo>
                <a:lnTo>
                  <a:pt x="2367846" y="6490893"/>
                </a:lnTo>
                <a:lnTo>
                  <a:pt x="2367846" y="6452977"/>
                </a:lnTo>
                <a:lnTo>
                  <a:pt x="2336182" y="6452977"/>
                </a:lnTo>
                <a:lnTo>
                  <a:pt x="2336182" y="6466489"/>
                </a:lnTo>
                <a:lnTo>
                  <a:pt x="2352922" y="6466489"/>
                </a:lnTo>
                <a:cubicBezTo>
                  <a:pt x="2350905" y="6473246"/>
                  <a:pt x="2344250" y="6478086"/>
                  <a:pt x="2336082" y="6478086"/>
                </a:cubicBezTo>
                <a:cubicBezTo>
                  <a:pt x="2324485" y="6478086"/>
                  <a:pt x="2316014" y="6468506"/>
                  <a:pt x="2316014" y="6455800"/>
                </a:cubicBezTo>
                <a:cubicBezTo>
                  <a:pt x="2316014" y="6442994"/>
                  <a:pt x="2324384" y="6433414"/>
                  <a:pt x="2335880" y="6433414"/>
                </a:cubicBezTo>
                <a:cubicBezTo>
                  <a:pt x="2344552" y="6433414"/>
                  <a:pt x="2350502" y="6437851"/>
                  <a:pt x="2353628" y="6443699"/>
                </a:cubicBezTo>
                <a:lnTo>
                  <a:pt x="2366334" y="6435229"/>
                </a:lnTo>
                <a:cubicBezTo>
                  <a:pt x="2361090" y="6424943"/>
                  <a:pt x="2349493" y="6419094"/>
                  <a:pt x="2335880" y="6419094"/>
                </a:cubicBezTo>
                <a:close/>
                <a:moveTo>
                  <a:pt x="2216741" y="6416674"/>
                </a:moveTo>
                <a:cubicBezTo>
                  <a:pt x="2212102" y="6416674"/>
                  <a:pt x="2208371" y="6420405"/>
                  <a:pt x="2208371" y="6424943"/>
                </a:cubicBezTo>
                <a:cubicBezTo>
                  <a:pt x="2208371" y="6429582"/>
                  <a:pt x="2212102" y="6433313"/>
                  <a:pt x="2216741" y="6433313"/>
                </a:cubicBezTo>
                <a:cubicBezTo>
                  <a:pt x="2221380" y="6433313"/>
                  <a:pt x="2225111" y="6429582"/>
                  <a:pt x="2225111" y="6424943"/>
                </a:cubicBezTo>
                <a:cubicBezTo>
                  <a:pt x="2225111" y="6420405"/>
                  <a:pt x="2221380" y="6416674"/>
                  <a:pt x="2216741" y="6416674"/>
                </a:cubicBezTo>
                <a:close/>
                <a:moveTo>
                  <a:pt x="1341620" y="786751"/>
                </a:moveTo>
                <a:lnTo>
                  <a:pt x="1813492" y="2680582"/>
                </a:lnTo>
                <a:cubicBezTo>
                  <a:pt x="1849956" y="2826927"/>
                  <a:pt x="1998152" y="2916005"/>
                  <a:pt x="2144496" y="2879540"/>
                </a:cubicBezTo>
                <a:lnTo>
                  <a:pt x="2199279" y="2865890"/>
                </a:lnTo>
                <a:lnTo>
                  <a:pt x="2246357" y="2862396"/>
                </a:lnTo>
                <a:lnTo>
                  <a:pt x="13533620" y="872148"/>
                </a:lnTo>
                <a:lnTo>
                  <a:pt x="13533620" y="6858000"/>
                </a:lnTo>
                <a:lnTo>
                  <a:pt x="1464375" y="6858000"/>
                </a:lnTo>
                <a:lnTo>
                  <a:pt x="1341620" y="6858000"/>
                </a:lnTo>
                <a:lnTo>
                  <a:pt x="0" y="6858000"/>
                </a:lnTo>
                <a:lnTo>
                  <a:pt x="0" y="5516563"/>
                </a:lnTo>
                <a:lnTo>
                  <a:pt x="1341620" y="5516563"/>
                </a:lnTo>
                <a:close/>
                <a:moveTo>
                  <a:pt x="1341620" y="0"/>
                </a:moveTo>
                <a:lnTo>
                  <a:pt x="1341621" y="0"/>
                </a:lnTo>
                <a:lnTo>
                  <a:pt x="1341620" y="786751"/>
                </a:ln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9" name="Freihandform 8">
            <a:extLst>
              <a:ext uri="{FF2B5EF4-FFF2-40B4-BE49-F238E27FC236}">
                <a16:creationId xmlns:a16="http://schemas.microsoft.com/office/drawing/2014/main" id="{1C37DCDD-13BA-6AE1-B903-0139888FD0C4}"/>
              </a:ext>
            </a:extLst>
          </p:cNvPr>
          <p:cNvSpPr/>
          <p:nvPr userDrawn="1"/>
        </p:nvSpPr>
        <p:spPr>
          <a:xfrm>
            <a:off x="10935" y="0"/>
            <a:ext cx="12192000" cy="6858000"/>
          </a:xfrm>
          <a:custGeom>
            <a:avLst/>
            <a:gdLst>
              <a:gd name="connsiteX0" fmla="*/ 693262 w 12192000"/>
              <a:gd name="connsiteY0" fmla="*/ 6562790 h 6858000"/>
              <a:gd name="connsiteX1" fmla="*/ 709242 w 12192000"/>
              <a:gd name="connsiteY1" fmla="*/ 6577940 h 6858000"/>
              <a:gd name="connsiteX2" fmla="*/ 676660 w 12192000"/>
              <a:gd name="connsiteY2" fmla="*/ 6577940 h 6858000"/>
              <a:gd name="connsiteX3" fmla="*/ 693262 w 12192000"/>
              <a:gd name="connsiteY3" fmla="*/ 6562790 h 6858000"/>
              <a:gd name="connsiteX4" fmla="*/ 569365 w 12192000"/>
              <a:gd name="connsiteY4" fmla="*/ 6562790 h 6858000"/>
              <a:gd name="connsiteX5" fmla="*/ 585345 w 12192000"/>
              <a:gd name="connsiteY5" fmla="*/ 6577940 h 6858000"/>
              <a:gd name="connsiteX6" fmla="*/ 552763 w 12192000"/>
              <a:gd name="connsiteY6" fmla="*/ 6577940 h 6858000"/>
              <a:gd name="connsiteX7" fmla="*/ 569365 w 12192000"/>
              <a:gd name="connsiteY7" fmla="*/ 6562790 h 6858000"/>
              <a:gd name="connsiteX8" fmla="*/ 605700 w 12192000"/>
              <a:gd name="connsiteY8" fmla="*/ 6556045 h 6858000"/>
              <a:gd name="connsiteX9" fmla="*/ 605700 w 12192000"/>
              <a:gd name="connsiteY9" fmla="*/ 6608757 h 6858000"/>
              <a:gd name="connsiteX10" fmla="*/ 614416 w 12192000"/>
              <a:gd name="connsiteY10" fmla="*/ 6608757 h 6858000"/>
              <a:gd name="connsiteX11" fmla="*/ 614416 w 12192000"/>
              <a:gd name="connsiteY11" fmla="*/ 6556045 h 6858000"/>
              <a:gd name="connsiteX12" fmla="*/ 693262 w 12192000"/>
              <a:gd name="connsiteY12" fmla="*/ 6554697 h 6858000"/>
              <a:gd name="connsiteX13" fmla="*/ 667529 w 12192000"/>
              <a:gd name="connsiteY13" fmla="*/ 6582401 h 6858000"/>
              <a:gd name="connsiteX14" fmla="*/ 693781 w 12192000"/>
              <a:gd name="connsiteY14" fmla="*/ 6610106 h 6858000"/>
              <a:gd name="connsiteX15" fmla="*/ 716402 w 12192000"/>
              <a:gd name="connsiteY15" fmla="*/ 6598485 h 6858000"/>
              <a:gd name="connsiteX16" fmla="*/ 710280 w 12192000"/>
              <a:gd name="connsiteY16" fmla="*/ 6593297 h 6858000"/>
              <a:gd name="connsiteX17" fmla="*/ 693781 w 12192000"/>
              <a:gd name="connsiteY17" fmla="*/ 6602013 h 6858000"/>
              <a:gd name="connsiteX18" fmla="*/ 676556 w 12192000"/>
              <a:gd name="connsiteY18" fmla="*/ 6585203 h 6858000"/>
              <a:gd name="connsiteX19" fmla="*/ 718166 w 12192000"/>
              <a:gd name="connsiteY19" fmla="*/ 6585203 h 6858000"/>
              <a:gd name="connsiteX20" fmla="*/ 718373 w 12192000"/>
              <a:gd name="connsiteY20" fmla="*/ 6582090 h 6858000"/>
              <a:gd name="connsiteX21" fmla="*/ 693262 w 12192000"/>
              <a:gd name="connsiteY21" fmla="*/ 6554697 h 6858000"/>
              <a:gd name="connsiteX22" fmla="*/ 569365 w 12192000"/>
              <a:gd name="connsiteY22" fmla="*/ 6554697 h 6858000"/>
              <a:gd name="connsiteX23" fmla="*/ 543632 w 12192000"/>
              <a:gd name="connsiteY23" fmla="*/ 6582401 h 6858000"/>
              <a:gd name="connsiteX24" fmla="*/ 569884 w 12192000"/>
              <a:gd name="connsiteY24" fmla="*/ 6610106 h 6858000"/>
              <a:gd name="connsiteX25" fmla="*/ 592505 w 12192000"/>
              <a:gd name="connsiteY25" fmla="*/ 6598485 h 6858000"/>
              <a:gd name="connsiteX26" fmla="*/ 586383 w 12192000"/>
              <a:gd name="connsiteY26" fmla="*/ 6593297 h 6858000"/>
              <a:gd name="connsiteX27" fmla="*/ 569884 w 12192000"/>
              <a:gd name="connsiteY27" fmla="*/ 6602013 h 6858000"/>
              <a:gd name="connsiteX28" fmla="*/ 552659 w 12192000"/>
              <a:gd name="connsiteY28" fmla="*/ 6585203 h 6858000"/>
              <a:gd name="connsiteX29" fmla="*/ 594269 w 12192000"/>
              <a:gd name="connsiteY29" fmla="*/ 6585203 h 6858000"/>
              <a:gd name="connsiteX30" fmla="*/ 594476 w 12192000"/>
              <a:gd name="connsiteY30" fmla="*/ 6582090 h 6858000"/>
              <a:gd name="connsiteX31" fmla="*/ 569365 w 12192000"/>
              <a:gd name="connsiteY31" fmla="*/ 6554697 h 6858000"/>
              <a:gd name="connsiteX32" fmla="*/ 643657 w 12192000"/>
              <a:gd name="connsiteY32" fmla="*/ 6541207 h 6858000"/>
              <a:gd name="connsiteX33" fmla="*/ 634941 w 12192000"/>
              <a:gd name="connsiteY33" fmla="*/ 6544216 h 6858000"/>
              <a:gd name="connsiteX34" fmla="*/ 634941 w 12192000"/>
              <a:gd name="connsiteY34" fmla="*/ 6556045 h 6858000"/>
              <a:gd name="connsiteX35" fmla="*/ 625187 w 12192000"/>
              <a:gd name="connsiteY35" fmla="*/ 6556045 h 6858000"/>
              <a:gd name="connsiteX36" fmla="*/ 625187 w 12192000"/>
              <a:gd name="connsiteY36" fmla="*/ 6563620 h 6858000"/>
              <a:gd name="connsiteX37" fmla="*/ 634941 w 12192000"/>
              <a:gd name="connsiteY37" fmla="*/ 6563620 h 6858000"/>
              <a:gd name="connsiteX38" fmla="*/ 634941 w 12192000"/>
              <a:gd name="connsiteY38" fmla="*/ 6593608 h 6858000"/>
              <a:gd name="connsiteX39" fmla="*/ 650298 w 12192000"/>
              <a:gd name="connsiteY39" fmla="*/ 6609899 h 6858000"/>
              <a:gd name="connsiteX40" fmla="*/ 657354 w 12192000"/>
              <a:gd name="connsiteY40" fmla="*/ 6608757 h 6858000"/>
              <a:gd name="connsiteX41" fmla="*/ 657354 w 12192000"/>
              <a:gd name="connsiteY41" fmla="*/ 6600975 h 6858000"/>
              <a:gd name="connsiteX42" fmla="*/ 652373 w 12192000"/>
              <a:gd name="connsiteY42" fmla="*/ 6601909 h 6858000"/>
              <a:gd name="connsiteX43" fmla="*/ 643657 w 12192000"/>
              <a:gd name="connsiteY43" fmla="*/ 6592778 h 6858000"/>
              <a:gd name="connsiteX44" fmla="*/ 643657 w 12192000"/>
              <a:gd name="connsiteY44" fmla="*/ 6563620 h 6858000"/>
              <a:gd name="connsiteX45" fmla="*/ 657354 w 12192000"/>
              <a:gd name="connsiteY45" fmla="*/ 6563620 h 6858000"/>
              <a:gd name="connsiteX46" fmla="*/ 657354 w 12192000"/>
              <a:gd name="connsiteY46" fmla="*/ 6556045 h 6858000"/>
              <a:gd name="connsiteX47" fmla="*/ 643657 w 12192000"/>
              <a:gd name="connsiteY47" fmla="*/ 6556045 h 6858000"/>
              <a:gd name="connsiteX48" fmla="*/ 509588 w 12192000"/>
              <a:gd name="connsiteY48" fmla="*/ 6534878 h 6858000"/>
              <a:gd name="connsiteX49" fmla="*/ 484373 w 12192000"/>
              <a:gd name="connsiteY49" fmla="*/ 6554800 h 6858000"/>
              <a:gd name="connsiteX50" fmla="*/ 503051 w 12192000"/>
              <a:gd name="connsiteY50" fmla="*/ 6574723 h 6858000"/>
              <a:gd name="connsiteX51" fmla="*/ 511663 w 12192000"/>
              <a:gd name="connsiteY51" fmla="*/ 6576591 h 6858000"/>
              <a:gd name="connsiteX52" fmla="*/ 524945 w 12192000"/>
              <a:gd name="connsiteY52" fmla="*/ 6589354 h 6858000"/>
              <a:gd name="connsiteX53" fmla="*/ 507720 w 12192000"/>
              <a:gd name="connsiteY53" fmla="*/ 6601701 h 6858000"/>
              <a:gd name="connsiteX54" fmla="*/ 485618 w 12192000"/>
              <a:gd name="connsiteY54" fmla="*/ 6593815 h 6858000"/>
              <a:gd name="connsiteX55" fmla="*/ 485618 w 12192000"/>
              <a:gd name="connsiteY55" fmla="*/ 6603569 h 6858000"/>
              <a:gd name="connsiteX56" fmla="*/ 507720 w 12192000"/>
              <a:gd name="connsiteY56" fmla="*/ 6610003 h 6858000"/>
              <a:gd name="connsiteX57" fmla="*/ 534284 w 12192000"/>
              <a:gd name="connsiteY57" fmla="*/ 6589042 h 6858000"/>
              <a:gd name="connsiteX58" fmla="*/ 514465 w 12192000"/>
              <a:gd name="connsiteY58" fmla="*/ 6567771 h 6858000"/>
              <a:gd name="connsiteX59" fmla="*/ 505852 w 12192000"/>
              <a:gd name="connsiteY59" fmla="*/ 6565799 h 6858000"/>
              <a:gd name="connsiteX60" fmla="*/ 493816 w 12192000"/>
              <a:gd name="connsiteY60" fmla="*/ 6554178 h 6858000"/>
              <a:gd name="connsiteX61" fmla="*/ 509588 w 12192000"/>
              <a:gd name="connsiteY61" fmla="*/ 6543179 h 6858000"/>
              <a:gd name="connsiteX62" fmla="*/ 530963 w 12192000"/>
              <a:gd name="connsiteY62" fmla="*/ 6551065 h 6858000"/>
              <a:gd name="connsiteX63" fmla="*/ 531067 w 12192000"/>
              <a:gd name="connsiteY63" fmla="*/ 6541311 h 6858000"/>
              <a:gd name="connsiteX64" fmla="*/ 509588 w 12192000"/>
              <a:gd name="connsiteY64" fmla="*/ 6534878 h 6858000"/>
              <a:gd name="connsiteX65" fmla="*/ 610058 w 12192000"/>
              <a:gd name="connsiteY65" fmla="*/ 6534151 h 6858000"/>
              <a:gd name="connsiteX66" fmla="*/ 604039 w 12192000"/>
              <a:gd name="connsiteY66" fmla="*/ 6540170 h 6858000"/>
              <a:gd name="connsiteX67" fmla="*/ 610058 w 12192000"/>
              <a:gd name="connsiteY67" fmla="*/ 6546188 h 6858000"/>
              <a:gd name="connsiteX68" fmla="*/ 616076 w 12192000"/>
              <a:gd name="connsiteY68" fmla="*/ 6540170 h 6858000"/>
              <a:gd name="connsiteX69" fmla="*/ 610058 w 12192000"/>
              <a:gd name="connsiteY69" fmla="*/ 6534151 h 6858000"/>
              <a:gd name="connsiteX70" fmla="*/ 500903 w 12192000"/>
              <a:gd name="connsiteY70" fmla="*/ 6461548 h 6858000"/>
              <a:gd name="connsiteX71" fmla="*/ 519457 w 12192000"/>
              <a:gd name="connsiteY71" fmla="*/ 6461548 h 6858000"/>
              <a:gd name="connsiteX72" fmla="*/ 528835 w 12192000"/>
              <a:gd name="connsiteY72" fmla="*/ 6469515 h 6858000"/>
              <a:gd name="connsiteX73" fmla="*/ 519457 w 12192000"/>
              <a:gd name="connsiteY73" fmla="*/ 6477582 h 6858000"/>
              <a:gd name="connsiteX74" fmla="*/ 500903 w 12192000"/>
              <a:gd name="connsiteY74" fmla="*/ 6477582 h 6858000"/>
              <a:gd name="connsiteX75" fmla="*/ 1062844 w 12192000"/>
              <a:gd name="connsiteY75" fmla="*/ 6451061 h 6858000"/>
              <a:gd name="connsiteX76" fmla="*/ 1075953 w 12192000"/>
              <a:gd name="connsiteY76" fmla="*/ 6464876 h 6858000"/>
              <a:gd name="connsiteX77" fmla="*/ 1062844 w 12192000"/>
              <a:gd name="connsiteY77" fmla="*/ 6478691 h 6858000"/>
              <a:gd name="connsiteX78" fmla="*/ 1049835 w 12192000"/>
              <a:gd name="connsiteY78" fmla="*/ 6464876 h 6858000"/>
              <a:gd name="connsiteX79" fmla="*/ 1062844 w 12192000"/>
              <a:gd name="connsiteY79" fmla="*/ 6451061 h 6858000"/>
              <a:gd name="connsiteX80" fmla="*/ 1225495 w 12192000"/>
              <a:gd name="connsiteY80" fmla="*/ 6450960 h 6858000"/>
              <a:gd name="connsiteX81" fmla="*/ 1238604 w 12192000"/>
              <a:gd name="connsiteY81" fmla="*/ 6464876 h 6858000"/>
              <a:gd name="connsiteX82" fmla="*/ 1225495 w 12192000"/>
              <a:gd name="connsiteY82" fmla="*/ 6478792 h 6858000"/>
              <a:gd name="connsiteX83" fmla="*/ 1212386 w 12192000"/>
              <a:gd name="connsiteY83" fmla="*/ 6464876 h 6858000"/>
              <a:gd name="connsiteX84" fmla="*/ 1225495 w 12192000"/>
              <a:gd name="connsiteY84" fmla="*/ 6450960 h 6858000"/>
              <a:gd name="connsiteX85" fmla="*/ 919961 w 12192000"/>
              <a:gd name="connsiteY85" fmla="*/ 6450960 h 6858000"/>
              <a:gd name="connsiteX86" fmla="*/ 933070 w 12192000"/>
              <a:gd name="connsiteY86" fmla="*/ 6464876 h 6858000"/>
              <a:gd name="connsiteX87" fmla="*/ 919961 w 12192000"/>
              <a:gd name="connsiteY87" fmla="*/ 6478792 h 6858000"/>
              <a:gd name="connsiteX88" fmla="*/ 906852 w 12192000"/>
              <a:gd name="connsiteY88" fmla="*/ 6464876 h 6858000"/>
              <a:gd name="connsiteX89" fmla="*/ 919961 w 12192000"/>
              <a:gd name="connsiteY89" fmla="*/ 6450960 h 6858000"/>
              <a:gd name="connsiteX90" fmla="*/ 581315 w 12192000"/>
              <a:gd name="connsiteY90" fmla="*/ 6450960 h 6858000"/>
              <a:gd name="connsiteX91" fmla="*/ 594424 w 12192000"/>
              <a:gd name="connsiteY91" fmla="*/ 6464876 h 6858000"/>
              <a:gd name="connsiteX92" fmla="*/ 581315 w 12192000"/>
              <a:gd name="connsiteY92" fmla="*/ 6478792 h 6858000"/>
              <a:gd name="connsiteX93" fmla="*/ 568206 w 12192000"/>
              <a:gd name="connsiteY93" fmla="*/ 6464876 h 6858000"/>
              <a:gd name="connsiteX94" fmla="*/ 581315 w 12192000"/>
              <a:gd name="connsiteY94" fmla="*/ 6450960 h 6858000"/>
              <a:gd name="connsiteX95" fmla="*/ 1288499 w 12192000"/>
              <a:gd name="connsiteY95" fmla="*/ 6450153 h 6858000"/>
              <a:gd name="connsiteX96" fmla="*/ 1299895 w 12192000"/>
              <a:gd name="connsiteY96" fmla="*/ 6458926 h 6858000"/>
              <a:gd name="connsiteX97" fmla="*/ 1277306 w 12192000"/>
              <a:gd name="connsiteY97" fmla="*/ 6458926 h 6858000"/>
              <a:gd name="connsiteX98" fmla="*/ 1288499 w 12192000"/>
              <a:gd name="connsiteY98" fmla="*/ 6450153 h 6858000"/>
              <a:gd name="connsiteX99" fmla="*/ 773758 w 12192000"/>
              <a:gd name="connsiteY99" fmla="*/ 6450153 h 6858000"/>
              <a:gd name="connsiteX100" fmla="*/ 785153 w 12192000"/>
              <a:gd name="connsiteY100" fmla="*/ 6458926 h 6858000"/>
              <a:gd name="connsiteX101" fmla="*/ 762564 w 12192000"/>
              <a:gd name="connsiteY101" fmla="*/ 6458926 h 6858000"/>
              <a:gd name="connsiteX102" fmla="*/ 773758 w 12192000"/>
              <a:gd name="connsiteY102" fmla="*/ 6450153 h 6858000"/>
              <a:gd name="connsiteX103" fmla="*/ 868062 w 12192000"/>
              <a:gd name="connsiteY103" fmla="*/ 6438859 h 6858000"/>
              <a:gd name="connsiteX104" fmla="*/ 868062 w 12192000"/>
              <a:gd name="connsiteY104" fmla="*/ 6490893 h 6858000"/>
              <a:gd name="connsiteX105" fmla="*/ 882079 w 12192000"/>
              <a:gd name="connsiteY105" fmla="*/ 6490893 h 6858000"/>
              <a:gd name="connsiteX106" fmla="*/ 882079 w 12192000"/>
              <a:gd name="connsiteY106" fmla="*/ 6438859 h 6858000"/>
              <a:gd name="connsiteX107" fmla="*/ 1351643 w 12192000"/>
              <a:gd name="connsiteY107" fmla="*/ 6437851 h 6858000"/>
              <a:gd name="connsiteX108" fmla="*/ 1336617 w 12192000"/>
              <a:gd name="connsiteY108" fmla="*/ 6448136 h 6858000"/>
              <a:gd name="connsiteX109" fmla="*/ 1336617 w 12192000"/>
              <a:gd name="connsiteY109" fmla="*/ 6438859 h 6858000"/>
              <a:gd name="connsiteX110" fmla="*/ 1322600 w 12192000"/>
              <a:gd name="connsiteY110" fmla="*/ 6438859 h 6858000"/>
              <a:gd name="connsiteX111" fmla="*/ 1322600 w 12192000"/>
              <a:gd name="connsiteY111" fmla="*/ 6490893 h 6858000"/>
              <a:gd name="connsiteX112" fmla="*/ 1336617 w 12192000"/>
              <a:gd name="connsiteY112" fmla="*/ 6490893 h 6858000"/>
              <a:gd name="connsiteX113" fmla="*/ 1336617 w 12192000"/>
              <a:gd name="connsiteY113" fmla="*/ 6462557 h 6858000"/>
              <a:gd name="connsiteX114" fmla="*/ 1350029 w 12192000"/>
              <a:gd name="connsiteY114" fmla="*/ 6452674 h 6858000"/>
              <a:gd name="connsiteX115" fmla="*/ 1352550 w 12192000"/>
              <a:gd name="connsiteY115" fmla="*/ 6452674 h 6858000"/>
              <a:gd name="connsiteX116" fmla="*/ 1352550 w 12192000"/>
              <a:gd name="connsiteY116" fmla="*/ 6437851 h 6858000"/>
              <a:gd name="connsiteX117" fmla="*/ 650269 w 12192000"/>
              <a:gd name="connsiteY117" fmla="*/ 6437851 h 6858000"/>
              <a:gd name="connsiteX118" fmla="*/ 635244 w 12192000"/>
              <a:gd name="connsiteY118" fmla="*/ 6448136 h 6858000"/>
              <a:gd name="connsiteX119" fmla="*/ 635244 w 12192000"/>
              <a:gd name="connsiteY119" fmla="*/ 6438859 h 6858000"/>
              <a:gd name="connsiteX120" fmla="*/ 621227 w 12192000"/>
              <a:gd name="connsiteY120" fmla="*/ 6438859 h 6858000"/>
              <a:gd name="connsiteX121" fmla="*/ 621227 w 12192000"/>
              <a:gd name="connsiteY121" fmla="*/ 6490893 h 6858000"/>
              <a:gd name="connsiteX122" fmla="*/ 635244 w 12192000"/>
              <a:gd name="connsiteY122" fmla="*/ 6490893 h 6858000"/>
              <a:gd name="connsiteX123" fmla="*/ 635244 w 12192000"/>
              <a:gd name="connsiteY123" fmla="*/ 6462557 h 6858000"/>
              <a:gd name="connsiteX124" fmla="*/ 648656 w 12192000"/>
              <a:gd name="connsiteY124" fmla="*/ 6452674 h 6858000"/>
              <a:gd name="connsiteX125" fmla="*/ 651177 w 12192000"/>
              <a:gd name="connsiteY125" fmla="*/ 6452674 h 6858000"/>
              <a:gd name="connsiteX126" fmla="*/ 651177 w 12192000"/>
              <a:gd name="connsiteY126" fmla="*/ 6437851 h 6858000"/>
              <a:gd name="connsiteX127" fmla="*/ 1288499 w 12192000"/>
              <a:gd name="connsiteY127" fmla="*/ 6437447 h 6858000"/>
              <a:gd name="connsiteX128" fmla="*/ 1262583 w 12192000"/>
              <a:gd name="connsiteY128" fmla="*/ 6464876 h 6858000"/>
              <a:gd name="connsiteX129" fmla="*/ 1289709 w 12192000"/>
              <a:gd name="connsiteY129" fmla="*/ 6492405 h 6858000"/>
              <a:gd name="connsiteX130" fmla="*/ 1312701 w 12192000"/>
              <a:gd name="connsiteY130" fmla="*/ 6480607 h 6858000"/>
              <a:gd name="connsiteX131" fmla="*/ 1303222 w 12192000"/>
              <a:gd name="connsiteY131" fmla="*/ 6472540 h 6858000"/>
              <a:gd name="connsiteX132" fmla="*/ 1289709 w 12192000"/>
              <a:gd name="connsiteY132" fmla="*/ 6479699 h 6858000"/>
              <a:gd name="connsiteX133" fmla="*/ 1277104 w 12192000"/>
              <a:gd name="connsiteY133" fmla="*/ 6468909 h 6858000"/>
              <a:gd name="connsiteX134" fmla="*/ 1314113 w 12192000"/>
              <a:gd name="connsiteY134" fmla="*/ 6468909 h 6858000"/>
              <a:gd name="connsiteX135" fmla="*/ 1314516 w 12192000"/>
              <a:gd name="connsiteY135" fmla="*/ 6464271 h 6858000"/>
              <a:gd name="connsiteX136" fmla="*/ 1288499 w 12192000"/>
              <a:gd name="connsiteY136" fmla="*/ 6437447 h 6858000"/>
              <a:gd name="connsiteX137" fmla="*/ 1222369 w 12192000"/>
              <a:gd name="connsiteY137" fmla="*/ 6437447 h 6858000"/>
              <a:gd name="connsiteX138" fmla="*/ 1197864 w 12192000"/>
              <a:gd name="connsiteY138" fmla="*/ 6464876 h 6858000"/>
              <a:gd name="connsiteX139" fmla="*/ 1222369 w 12192000"/>
              <a:gd name="connsiteY139" fmla="*/ 6492405 h 6858000"/>
              <a:gd name="connsiteX140" fmla="*/ 1238604 w 12192000"/>
              <a:gd name="connsiteY140" fmla="*/ 6483430 h 6858000"/>
              <a:gd name="connsiteX141" fmla="*/ 1238604 w 12192000"/>
              <a:gd name="connsiteY141" fmla="*/ 6490893 h 6858000"/>
              <a:gd name="connsiteX142" fmla="*/ 1252621 w 12192000"/>
              <a:gd name="connsiteY142" fmla="*/ 6490893 h 6858000"/>
              <a:gd name="connsiteX143" fmla="*/ 1252621 w 12192000"/>
              <a:gd name="connsiteY143" fmla="*/ 6438859 h 6858000"/>
              <a:gd name="connsiteX144" fmla="*/ 1238604 w 12192000"/>
              <a:gd name="connsiteY144" fmla="*/ 6438859 h 6858000"/>
              <a:gd name="connsiteX145" fmla="*/ 1238604 w 12192000"/>
              <a:gd name="connsiteY145" fmla="*/ 6446422 h 6858000"/>
              <a:gd name="connsiteX146" fmla="*/ 1222369 w 12192000"/>
              <a:gd name="connsiteY146" fmla="*/ 6437447 h 6858000"/>
              <a:gd name="connsiteX147" fmla="*/ 1062844 w 12192000"/>
              <a:gd name="connsiteY147" fmla="*/ 6437447 h 6858000"/>
              <a:gd name="connsiteX148" fmla="*/ 1035314 w 12192000"/>
              <a:gd name="connsiteY148" fmla="*/ 6464876 h 6858000"/>
              <a:gd name="connsiteX149" fmla="*/ 1062844 w 12192000"/>
              <a:gd name="connsiteY149" fmla="*/ 6492304 h 6858000"/>
              <a:gd name="connsiteX150" fmla="*/ 1090474 w 12192000"/>
              <a:gd name="connsiteY150" fmla="*/ 6464876 h 6858000"/>
              <a:gd name="connsiteX151" fmla="*/ 1062844 w 12192000"/>
              <a:gd name="connsiteY151" fmla="*/ 6437447 h 6858000"/>
              <a:gd name="connsiteX152" fmla="*/ 916835 w 12192000"/>
              <a:gd name="connsiteY152" fmla="*/ 6437447 h 6858000"/>
              <a:gd name="connsiteX153" fmla="*/ 892331 w 12192000"/>
              <a:gd name="connsiteY153" fmla="*/ 6464876 h 6858000"/>
              <a:gd name="connsiteX154" fmla="*/ 916835 w 12192000"/>
              <a:gd name="connsiteY154" fmla="*/ 6492405 h 6858000"/>
              <a:gd name="connsiteX155" fmla="*/ 933070 w 12192000"/>
              <a:gd name="connsiteY155" fmla="*/ 6483430 h 6858000"/>
              <a:gd name="connsiteX156" fmla="*/ 933070 w 12192000"/>
              <a:gd name="connsiteY156" fmla="*/ 6490893 h 6858000"/>
              <a:gd name="connsiteX157" fmla="*/ 947087 w 12192000"/>
              <a:gd name="connsiteY157" fmla="*/ 6490893 h 6858000"/>
              <a:gd name="connsiteX158" fmla="*/ 947087 w 12192000"/>
              <a:gd name="connsiteY158" fmla="*/ 6438859 h 6858000"/>
              <a:gd name="connsiteX159" fmla="*/ 933070 w 12192000"/>
              <a:gd name="connsiteY159" fmla="*/ 6438859 h 6858000"/>
              <a:gd name="connsiteX160" fmla="*/ 933070 w 12192000"/>
              <a:gd name="connsiteY160" fmla="*/ 6446422 h 6858000"/>
              <a:gd name="connsiteX161" fmla="*/ 916835 w 12192000"/>
              <a:gd name="connsiteY161" fmla="*/ 6437447 h 6858000"/>
              <a:gd name="connsiteX162" fmla="*/ 839011 w 12192000"/>
              <a:gd name="connsiteY162" fmla="*/ 6437447 h 6858000"/>
              <a:gd name="connsiteX163" fmla="*/ 823381 w 12192000"/>
              <a:gd name="connsiteY163" fmla="*/ 6444809 h 6858000"/>
              <a:gd name="connsiteX164" fmla="*/ 823381 w 12192000"/>
              <a:gd name="connsiteY164" fmla="*/ 6438859 h 6858000"/>
              <a:gd name="connsiteX165" fmla="*/ 809364 w 12192000"/>
              <a:gd name="connsiteY165" fmla="*/ 6438859 h 6858000"/>
              <a:gd name="connsiteX166" fmla="*/ 809364 w 12192000"/>
              <a:gd name="connsiteY166" fmla="*/ 6490893 h 6858000"/>
              <a:gd name="connsiteX167" fmla="*/ 823381 w 12192000"/>
              <a:gd name="connsiteY167" fmla="*/ 6490893 h 6858000"/>
              <a:gd name="connsiteX168" fmla="*/ 823381 w 12192000"/>
              <a:gd name="connsiteY168" fmla="*/ 6459733 h 6858000"/>
              <a:gd name="connsiteX169" fmla="*/ 832961 w 12192000"/>
              <a:gd name="connsiteY169" fmla="*/ 6449750 h 6858000"/>
              <a:gd name="connsiteX170" fmla="*/ 841935 w 12192000"/>
              <a:gd name="connsiteY170" fmla="*/ 6459229 h 6858000"/>
              <a:gd name="connsiteX171" fmla="*/ 841935 w 12192000"/>
              <a:gd name="connsiteY171" fmla="*/ 6490893 h 6858000"/>
              <a:gd name="connsiteX172" fmla="*/ 855952 w 12192000"/>
              <a:gd name="connsiteY172" fmla="*/ 6490893 h 6858000"/>
              <a:gd name="connsiteX173" fmla="*/ 855952 w 12192000"/>
              <a:gd name="connsiteY173" fmla="*/ 6456708 h 6858000"/>
              <a:gd name="connsiteX174" fmla="*/ 839011 w 12192000"/>
              <a:gd name="connsiteY174" fmla="*/ 6437447 h 6858000"/>
              <a:gd name="connsiteX175" fmla="*/ 773758 w 12192000"/>
              <a:gd name="connsiteY175" fmla="*/ 6437447 h 6858000"/>
              <a:gd name="connsiteX176" fmla="*/ 747842 w 12192000"/>
              <a:gd name="connsiteY176" fmla="*/ 6464876 h 6858000"/>
              <a:gd name="connsiteX177" fmla="*/ 774968 w 12192000"/>
              <a:gd name="connsiteY177" fmla="*/ 6492405 h 6858000"/>
              <a:gd name="connsiteX178" fmla="*/ 797960 w 12192000"/>
              <a:gd name="connsiteY178" fmla="*/ 6480607 h 6858000"/>
              <a:gd name="connsiteX179" fmla="*/ 788480 w 12192000"/>
              <a:gd name="connsiteY179" fmla="*/ 6472540 h 6858000"/>
              <a:gd name="connsiteX180" fmla="*/ 774968 w 12192000"/>
              <a:gd name="connsiteY180" fmla="*/ 6479699 h 6858000"/>
              <a:gd name="connsiteX181" fmla="*/ 762363 w 12192000"/>
              <a:gd name="connsiteY181" fmla="*/ 6468909 h 6858000"/>
              <a:gd name="connsiteX182" fmla="*/ 799371 w 12192000"/>
              <a:gd name="connsiteY182" fmla="*/ 6468909 h 6858000"/>
              <a:gd name="connsiteX183" fmla="*/ 799775 w 12192000"/>
              <a:gd name="connsiteY183" fmla="*/ 6464271 h 6858000"/>
              <a:gd name="connsiteX184" fmla="*/ 773758 w 12192000"/>
              <a:gd name="connsiteY184" fmla="*/ 6437447 h 6858000"/>
              <a:gd name="connsiteX185" fmla="*/ 689402 w 12192000"/>
              <a:gd name="connsiteY185" fmla="*/ 6437447 h 6858000"/>
              <a:gd name="connsiteX186" fmla="*/ 674376 w 12192000"/>
              <a:gd name="connsiteY186" fmla="*/ 6444809 h 6858000"/>
              <a:gd name="connsiteX187" fmla="*/ 674376 w 12192000"/>
              <a:gd name="connsiteY187" fmla="*/ 6438859 h 6858000"/>
              <a:gd name="connsiteX188" fmla="*/ 660360 w 12192000"/>
              <a:gd name="connsiteY188" fmla="*/ 6438859 h 6858000"/>
              <a:gd name="connsiteX189" fmla="*/ 660360 w 12192000"/>
              <a:gd name="connsiteY189" fmla="*/ 6490893 h 6858000"/>
              <a:gd name="connsiteX190" fmla="*/ 674376 w 12192000"/>
              <a:gd name="connsiteY190" fmla="*/ 6490893 h 6858000"/>
              <a:gd name="connsiteX191" fmla="*/ 674376 w 12192000"/>
              <a:gd name="connsiteY191" fmla="*/ 6460036 h 6858000"/>
              <a:gd name="connsiteX192" fmla="*/ 683351 w 12192000"/>
              <a:gd name="connsiteY192" fmla="*/ 6449750 h 6858000"/>
              <a:gd name="connsiteX193" fmla="*/ 691923 w 12192000"/>
              <a:gd name="connsiteY193" fmla="*/ 6459632 h 6858000"/>
              <a:gd name="connsiteX194" fmla="*/ 691923 w 12192000"/>
              <a:gd name="connsiteY194" fmla="*/ 6490893 h 6858000"/>
              <a:gd name="connsiteX195" fmla="*/ 705839 w 12192000"/>
              <a:gd name="connsiteY195" fmla="*/ 6490893 h 6858000"/>
              <a:gd name="connsiteX196" fmla="*/ 705839 w 12192000"/>
              <a:gd name="connsiteY196" fmla="*/ 6458523 h 6858000"/>
              <a:gd name="connsiteX197" fmla="*/ 714915 w 12192000"/>
              <a:gd name="connsiteY197" fmla="*/ 6449750 h 6858000"/>
              <a:gd name="connsiteX198" fmla="*/ 723486 w 12192000"/>
              <a:gd name="connsiteY198" fmla="*/ 6459632 h 6858000"/>
              <a:gd name="connsiteX199" fmla="*/ 723486 w 12192000"/>
              <a:gd name="connsiteY199" fmla="*/ 6490893 h 6858000"/>
              <a:gd name="connsiteX200" fmla="*/ 737503 w 12192000"/>
              <a:gd name="connsiteY200" fmla="*/ 6490893 h 6858000"/>
              <a:gd name="connsiteX201" fmla="*/ 737503 w 12192000"/>
              <a:gd name="connsiteY201" fmla="*/ 6457010 h 6858000"/>
              <a:gd name="connsiteX202" fmla="*/ 719553 w 12192000"/>
              <a:gd name="connsiteY202" fmla="*/ 6437447 h 6858000"/>
              <a:gd name="connsiteX203" fmla="*/ 703520 w 12192000"/>
              <a:gd name="connsiteY203" fmla="*/ 6445716 h 6858000"/>
              <a:gd name="connsiteX204" fmla="*/ 689402 w 12192000"/>
              <a:gd name="connsiteY204" fmla="*/ 6437447 h 6858000"/>
              <a:gd name="connsiteX205" fmla="*/ 578189 w 12192000"/>
              <a:gd name="connsiteY205" fmla="*/ 6437447 h 6858000"/>
              <a:gd name="connsiteX206" fmla="*/ 553685 w 12192000"/>
              <a:gd name="connsiteY206" fmla="*/ 6464876 h 6858000"/>
              <a:gd name="connsiteX207" fmla="*/ 578189 w 12192000"/>
              <a:gd name="connsiteY207" fmla="*/ 6492405 h 6858000"/>
              <a:gd name="connsiteX208" fmla="*/ 594424 w 12192000"/>
              <a:gd name="connsiteY208" fmla="*/ 6483430 h 6858000"/>
              <a:gd name="connsiteX209" fmla="*/ 594424 w 12192000"/>
              <a:gd name="connsiteY209" fmla="*/ 6490893 h 6858000"/>
              <a:gd name="connsiteX210" fmla="*/ 608441 w 12192000"/>
              <a:gd name="connsiteY210" fmla="*/ 6490893 h 6858000"/>
              <a:gd name="connsiteX211" fmla="*/ 608441 w 12192000"/>
              <a:gd name="connsiteY211" fmla="*/ 6438859 h 6858000"/>
              <a:gd name="connsiteX212" fmla="*/ 594424 w 12192000"/>
              <a:gd name="connsiteY212" fmla="*/ 6438859 h 6858000"/>
              <a:gd name="connsiteX213" fmla="*/ 594424 w 12192000"/>
              <a:gd name="connsiteY213" fmla="*/ 6446422 h 6858000"/>
              <a:gd name="connsiteX214" fmla="*/ 578189 w 12192000"/>
              <a:gd name="connsiteY214" fmla="*/ 6437447 h 6858000"/>
              <a:gd name="connsiteX215" fmla="*/ 500903 w 12192000"/>
              <a:gd name="connsiteY215" fmla="*/ 6433615 h 6858000"/>
              <a:gd name="connsiteX216" fmla="*/ 518449 w 12192000"/>
              <a:gd name="connsiteY216" fmla="*/ 6433615 h 6858000"/>
              <a:gd name="connsiteX217" fmla="*/ 527121 w 12192000"/>
              <a:gd name="connsiteY217" fmla="*/ 6441078 h 6858000"/>
              <a:gd name="connsiteX218" fmla="*/ 518449 w 12192000"/>
              <a:gd name="connsiteY218" fmla="*/ 6448439 h 6858000"/>
              <a:gd name="connsiteX219" fmla="*/ 500903 w 12192000"/>
              <a:gd name="connsiteY219" fmla="*/ 6448439 h 6858000"/>
              <a:gd name="connsiteX220" fmla="*/ 1120007 w 12192000"/>
              <a:gd name="connsiteY220" fmla="*/ 6423632 h 6858000"/>
              <a:gd name="connsiteX221" fmla="*/ 1105990 w 12192000"/>
              <a:gd name="connsiteY221" fmla="*/ 6427666 h 6858000"/>
              <a:gd name="connsiteX222" fmla="*/ 1105990 w 12192000"/>
              <a:gd name="connsiteY222" fmla="*/ 6438859 h 6858000"/>
              <a:gd name="connsiteX223" fmla="*/ 1097217 w 12192000"/>
              <a:gd name="connsiteY223" fmla="*/ 6438859 h 6858000"/>
              <a:gd name="connsiteX224" fmla="*/ 1097217 w 12192000"/>
              <a:gd name="connsiteY224" fmla="*/ 6450758 h 6858000"/>
              <a:gd name="connsiteX225" fmla="*/ 1105990 w 12192000"/>
              <a:gd name="connsiteY225" fmla="*/ 6450758 h 6858000"/>
              <a:gd name="connsiteX226" fmla="*/ 1105990 w 12192000"/>
              <a:gd name="connsiteY226" fmla="*/ 6472943 h 6858000"/>
              <a:gd name="connsiteX227" fmla="*/ 1124041 w 12192000"/>
              <a:gd name="connsiteY227" fmla="*/ 6492103 h 6858000"/>
              <a:gd name="connsiteX228" fmla="*/ 1132007 w 12192000"/>
              <a:gd name="connsiteY228" fmla="*/ 6491195 h 6858000"/>
              <a:gd name="connsiteX229" fmla="*/ 1132007 w 12192000"/>
              <a:gd name="connsiteY229" fmla="*/ 6479296 h 6858000"/>
              <a:gd name="connsiteX230" fmla="*/ 1128075 w 12192000"/>
              <a:gd name="connsiteY230" fmla="*/ 6479699 h 6858000"/>
              <a:gd name="connsiteX231" fmla="*/ 1120007 w 12192000"/>
              <a:gd name="connsiteY231" fmla="*/ 6471733 h 6858000"/>
              <a:gd name="connsiteX232" fmla="*/ 1120007 w 12192000"/>
              <a:gd name="connsiteY232" fmla="*/ 6450758 h 6858000"/>
              <a:gd name="connsiteX233" fmla="*/ 1132007 w 12192000"/>
              <a:gd name="connsiteY233" fmla="*/ 6450758 h 6858000"/>
              <a:gd name="connsiteX234" fmla="*/ 1132007 w 12192000"/>
              <a:gd name="connsiteY234" fmla="*/ 6438859 h 6858000"/>
              <a:gd name="connsiteX235" fmla="*/ 1120007 w 12192000"/>
              <a:gd name="connsiteY235" fmla="*/ 6438859 h 6858000"/>
              <a:gd name="connsiteX236" fmla="*/ 1141989 w 12192000"/>
              <a:gd name="connsiteY236" fmla="*/ 6420305 h 6858000"/>
              <a:gd name="connsiteX237" fmla="*/ 1141989 w 12192000"/>
              <a:gd name="connsiteY237" fmla="*/ 6490893 h 6858000"/>
              <a:gd name="connsiteX238" fmla="*/ 1156006 w 12192000"/>
              <a:gd name="connsiteY238" fmla="*/ 6490893 h 6858000"/>
              <a:gd name="connsiteX239" fmla="*/ 1156006 w 12192000"/>
              <a:gd name="connsiteY239" fmla="*/ 6459733 h 6858000"/>
              <a:gd name="connsiteX240" fmla="*/ 1165586 w 12192000"/>
              <a:gd name="connsiteY240" fmla="*/ 6449750 h 6858000"/>
              <a:gd name="connsiteX241" fmla="*/ 1174561 w 12192000"/>
              <a:gd name="connsiteY241" fmla="*/ 6459229 h 6858000"/>
              <a:gd name="connsiteX242" fmla="*/ 1174561 w 12192000"/>
              <a:gd name="connsiteY242" fmla="*/ 6490893 h 6858000"/>
              <a:gd name="connsiteX243" fmla="*/ 1188578 w 12192000"/>
              <a:gd name="connsiteY243" fmla="*/ 6490893 h 6858000"/>
              <a:gd name="connsiteX244" fmla="*/ 1188578 w 12192000"/>
              <a:gd name="connsiteY244" fmla="*/ 6456708 h 6858000"/>
              <a:gd name="connsiteX245" fmla="*/ 1171636 w 12192000"/>
              <a:gd name="connsiteY245" fmla="*/ 6437447 h 6858000"/>
              <a:gd name="connsiteX246" fmla="*/ 1156006 w 12192000"/>
              <a:gd name="connsiteY246" fmla="*/ 6444809 h 6858000"/>
              <a:gd name="connsiteX247" fmla="*/ 1156006 w 12192000"/>
              <a:gd name="connsiteY247" fmla="*/ 6420305 h 6858000"/>
              <a:gd name="connsiteX248" fmla="*/ 485776 w 12192000"/>
              <a:gd name="connsiteY248" fmla="*/ 6420305 h 6858000"/>
              <a:gd name="connsiteX249" fmla="*/ 485776 w 12192000"/>
              <a:gd name="connsiteY249" fmla="*/ 6490893 h 6858000"/>
              <a:gd name="connsiteX250" fmla="*/ 520667 w 12192000"/>
              <a:gd name="connsiteY250" fmla="*/ 6490893 h 6858000"/>
              <a:gd name="connsiteX251" fmla="*/ 544567 w 12192000"/>
              <a:gd name="connsiteY251" fmla="*/ 6471229 h 6858000"/>
              <a:gd name="connsiteX252" fmla="*/ 532264 w 12192000"/>
              <a:gd name="connsiteY252" fmla="*/ 6454691 h 6858000"/>
              <a:gd name="connsiteX253" fmla="*/ 542752 w 12192000"/>
              <a:gd name="connsiteY253" fmla="*/ 6438960 h 6858000"/>
              <a:gd name="connsiteX254" fmla="*/ 520567 w 12192000"/>
              <a:gd name="connsiteY254" fmla="*/ 6420305 h 6858000"/>
              <a:gd name="connsiteX255" fmla="*/ 994260 w 12192000"/>
              <a:gd name="connsiteY255" fmla="*/ 6419094 h 6858000"/>
              <a:gd name="connsiteX256" fmla="*/ 958360 w 12192000"/>
              <a:gd name="connsiteY256" fmla="*/ 6455800 h 6858000"/>
              <a:gd name="connsiteX257" fmla="*/ 992041 w 12192000"/>
              <a:gd name="connsiteY257" fmla="*/ 6492405 h 6858000"/>
              <a:gd name="connsiteX258" fmla="*/ 1012613 w 12192000"/>
              <a:gd name="connsiteY258" fmla="*/ 6482624 h 6858000"/>
              <a:gd name="connsiteX259" fmla="*/ 1012613 w 12192000"/>
              <a:gd name="connsiteY259" fmla="*/ 6490893 h 6858000"/>
              <a:gd name="connsiteX260" fmla="*/ 1026226 w 12192000"/>
              <a:gd name="connsiteY260" fmla="*/ 6490893 h 6858000"/>
              <a:gd name="connsiteX261" fmla="*/ 1026226 w 12192000"/>
              <a:gd name="connsiteY261" fmla="*/ 6452977 h 6858000"/>
              <a:gd name="connsiteX262" fmla="*/ 994562 w 12192000"/>
              <a:gd name="connsiteY262" fmla="*/ 6452977 h 6858000"/>
              <a:gd name="connsiteX263" fmla="*/ 994562 w 12192000"/>
              <a:gd name="connsiteY263" fmla="*/ 6466489 h 6858000"/>
              <a:gd name="connsiteX264" fmla="*/ 1011302 w 12192000"/>
              <a:gd name="connsiteY264" fmla="*/ 6466489 h 6858000"/>
              <a:gd name="connsiteX265" fmla="*/ 994462 w 12192000"/>
              <a:gd name="connsiteY265" fmla="*/ 6478086 h 6858000"/>
              <a:gd name="connsiteX266" fmla="*/ 974394 w 12192000"/>
              <a:gd name="connsiteY266" fmla="*/ 6455800 h 6858000"/>
              <a:gd name="connsiteX267" fmla="*/ 994260 w 12192000"/>
              <a:gd name="connsiteY267" fmla="*/ 6433414 h 6858000"/>
              <a:gd name="connsiteX268" fmla="*/ 1012008 w 12192000"/>
              <a:gd name="connsiteY268" fmla="*/ 6443699 h 6858000"/>
              <a:gd name="connsiteX269" fmla="*/ 1024714 w 12192000"/>
              <a:gd name="connsiteY269" fmla="*/ 6435229 h 6858000"/>
              <a:gd name="connsiteX270" fmla="*/ 994260 w 12192000"/>
              <a:gd name="connsiteY270" fmla="*/ 6419094 h 6858000"/>
              <a:gd name="connsiteX271" fmla="*/ 875121 w 12192000"/>
              <a:gd name="connsiteY271" fmla="*/ 6416674 h 6858000"/>
              <a:gd name="connsiteX272" fmla="*/ 866751 w 12192000"/>
              <a:gd name="connsiteY272" fmla="*/ 6424943 h 6858000"/>
              <a:gd name="connsiteX273" fmla="*/ 875121 w 12192000"/>
              <a:gd name="connsiteY273" fmla="*/ 6433313 h 6858000"/>
              <a:gd name="connsiteX274" fmla="*/ 883491 w 12192000"/>
              <a:gd name="connsiteY274" fmla="*/ 6424943 h 6858000"/>
              <a:gd name="connsiteX275" fmla="*/ 875121 w 12192000"/>
              <a:gd name="connsiteY275" fmla="*/ 6416674 h 6858000"/>
              <a:gd name="connsiteX276" fmla="*/ 0 w 12192000"/>
              <a:gd name="connsiteY276" fmla="*/ 786751 h 6858000"/>
              <a:gd name="connsiteX277" fmla="*/ 471872 w 12192000"/>
              <a:gd name="connsiteY277" fmla="*/ 2680582 h 6858000"/>
              <a:gd name="connsiteX278" fmla="*/ 802876 w 12192000"/>
              <a:gd name="connsiteY278" fmla="*/ 2879540 h 6858000"/>
              <a:gd name="connsiteX279" fmla="*/ 857659 w 12192000"/>
              <a:gd name="connsiteY279" fmla="*/ 2865890 h 6858000"/>
              <a:gd name="connsiteX280" fmla="*/ 904737 w 12192000"/>
              <a:gd name="connsiteY280" fmla="*/ 2862396 h 6858000"/>
              <a:gd name="connsiteX281" fmla="*/ 12192000 w 12192000"/>
              <a:gd name="connsiteY281" fmla="*/ 872148 h 6858000"/>
              <a:gd name="connsiteX282" fmla="*/ 12192000 w 12192000"/>
              <a:gd name="connsiteY282" fmla="*/ 6858000 h 6858000"/>
              <a:gd name="connsiteX283" fmla="*/ 0 w 12192000"/>
              <a:gd name="connsiteY283" fmla="*/ 6858000 h 6858000"/>
              <a:gd name="connsiteX284" fmla="*/ 0 w 12192000"/>
              <a:gd name="connsiteY284" fmla="*/ 0 h 6858000"/>
              <a:gd name="connsiteX285" fmla="*/ 1 w 12192000"/>
              <a:gd name="connsiteY285" fmla="*/ 0 h 6858000"/>
              <a:gd name="connsiteX286" fmla="*/ 0 w 12192000"/>
              <a:gd name="connsiteY286" fmla="*/ 78675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Lst>
            <a:rect l="l" t="t" r="r" b="b"/>
            <a:pathLst>
              <a:path w="12192000" h="6858000">
                <a:moveTo>
                  <a:pt x="693262" y="6562790"/>
                </a:moveTo>
                <a:cubicBezTo>
                  <a:pt x="701252" y="6562790"/>
                  <a:pt x="707789" y="6568497"/>
                  <a:pt x="709242" y="6577940"/>
                </a:cubicBezTo>
                <a:lnTo>
                  <a:pt x="676660" y="6577940"/>
                </a:lnTo>
                <a:cubicBezTo>
                  <a:pt x="678217" y="6568705"/>
                  <a:pt x="684650" y="6562790"/>
                  <a:pt x="693262" y="6562790"/>
                </a:cubicBezTo>
                <a:close/>
                <a:moveTo>
                  <a:pt x="569365" y="6562790"/>
                </a:moveTo>
                <a:cubicBezTo>
                  <a:pt x="577355" y="6562790"/>
                  <a:pt x="583892" y="6568497"/>
                  <a:pt x="585345" y="6577940"/>
                </a:cubicBezTo>
                <a:lnTo>
                  <a:pt x="552763" y="6577940"/>
                </a:lnTo>
                <a:cubicBezTo>
                  <a:pt x="554320" y="6568705"/>
                  <a:pt x="560753" y="6562790"/>
                  <a:pt x="569365" y="6562790"/>
                </a:cubicBezTo>
                <a:close/>
                <a:moveTo>
                  <a:pt x="605700" y="6556045"/>
                </a:moveTo>
                <a:lnTo>
                  <a:pt x="605700" y="6608757"/>
                </a:lnTo>
                <a:lnTo>
                  <a:pt x="614416" y="6608757"/>
                </a:lnTo>
                <a:lnTo>
                  <a:pt x="614416" y="6556045"/>
                </a:lnTo>
                <a:close/>
                <a:moveTo>
                  <a:pt x="693262" y="6554697"/>
                </a:moveTo>
                <a:cubicBezTo>
                  <a:pt x="678528" y="6554697"/>
                  <a:pt x="667529" y="6566318"/>
                  <a:pt x="667529" y="6582401"/>
                </a:cubicBezTo>
                <a:cubicBezTo>
                  <a:pt x="667529" y="6598381"/>
                  <a:pt x="678735" y="6610106"/>
                  <a:pt x="693781" y="6610106"/>
                </a:cubicBezTo>
                <a:cubicBezTo>
                  <a:pt x="703535" y="6610106"/>
                  <a:pt x="712044" y="6605437"/>
                  <a:pt x="716402" y="6598485"/>
                </a:cubicBezTo>
                <a:lnTo>
                  <a:pt x="710280" y="6593297"/>
                </a:lnTo>
                <a:cubicBezTo>
                  <a:pt x="706959" y="6598692"/>
                  <a:pt x="701045" y="6602013"/>
                  <a:pt x="693781" y="6602013"/>
                </a:cubicBezTo>
                <a:cubicBezTo>
                  <a:pt x="684546" y="6602013"/>
                  <a:pt x="677698" y="6595268"/>
                  <a:pt x="676556" y="6585203"/>
                </a:cubicBezTo>
                <a:lnTo>
                  <a:pt x="718166" y="6585203"/>
                </a:lnTo>
                <a:cubicBezTo>
                  <a:pt x="718270" y="6584165"/>
                  <a:pt x="718373" y="6583024"/>
                  <a:pt x="718373" y="6582090"/>
                </a:cubicBezTo>
                <a:cubicBezTo>
                  <a:pt x="718373" y="6566629"/>
                  <a:pt x="707789" y="6554697"/>
                  <a:pt x="693262" y="6554697"/>
                </a:cubicBezTo>
                <a:close/>
                <a:moveTo>
                  <a:pt x="569365" y="6554697"/>
                </a:moveTo>
                <a:cubicBezTo>
                  <a:pt x="554631" y="6554697"/>
                  <a:pt x="543632" y="6566318"/>
                  <a:pt x="543632" y="6582401"/>
                </a:cubicBezTo>
                <a:cubicBezTo>
                  <a:pt x="543632" y="6598381"/>
                  <a:pt x="554838" y="6610106"/>
                  <a:pt x="569884" y="6610106"/>
                </a:cubicBezTo>
                <a:cubicBezTo>
                  <a:pt x="579638" y="6610106"/>
                  <a:pt x="588147" y="6605437"/>
                  <a:pt x="592505" y="6598485"/>
                </a:cubicBezTo>
                <a:lnTo>
                  <a:pt x="586383" y="6593297"/>
                </a:lnTo>
                <a:cubicBezTo>
                  <a:pt x="583062" y="6598692"/>
                  <a:pt x="577148" y="6602013"/>
                  <a:pt x="569884" y="6602013"/>
                </a:cubicBezTo>
                <a:cubicBezTo>
                  <a:pt x="560649" y="6602013"/>
                  <a:pt x="553801" y="6595268"/>
                  <a:pt x="552659" y="6585203"/>
                </a:cubicBezTo>
                <a:lnTo>
                  <a:pt x="594269" y="6585203"/>
                </a:lnTo>
                <a:cubicBezTo>
                  <a:pt x="594373" y="6584165"/>
                  <a:pt x="594476" y="6583024"/>
                  <a:pt x="594476" y="6582090"/>
                </a:cubicBezTo>
                <a:cubicBezTo>
                  <a:pt x="594476" y="6566629"/>
                  <a:pt x="583892" y="6554697"/>
                  <a:pt x="569365" y="6554697"/>
                </a:cubicBezTo>
                <a:close/>
                <a:moveTo>
                  <a:pt x="643657" y="6541207"/>
                </a:moveTo>
                <a:lnTo>
                  <a:pt x="634941" y="6544216"/>
                </a:lnTo>
                <a:lnTo>
                  <a:pt x="634941" y="6556045"/>
                </a:lnTo>
                <a:lnTo>
                  <a:pt x="625187" y="6556045"/>
                </a:lnTo>
                <a:lnTo>
                  <a:pt x="625187" y="6563620"/>
                </a:lnTo>
                <a:lnTo>
                  <a:pt x="634941" y="6563620"/>
                </a:lnTo>
                <a:lnTo>
                  <a:pt x="634941" y="6593608"/>
                </a:lnTo>
                <a:cubicBezTo>
                  <a:pt x="634941" y="6603881"/>
                  <a:pt x="640544" y="6609899"/>
                  <a:pt x="650298" y="6609899"/>
                </a:cubicBezTo>
                <a:cubicBezTo>
                  <a:pt x="653100" y="6609899"/>
                  <a:pt x="655590" y="6609484"/>
                  <a:pt x="657354" y="6608757"/>
                </a:cubicBezTo>
                <a:lnTo>
                  <a:pt x="657354" y="6600975"/>
                </a:lnTo>
                <a:cubicBezTo>
                  <a:pt x="655798" y="6601598"/>
                  <a:pt x="654034" y="6601909"/>
                  <a:pt x="652373" y="6601909"/>
                </a:cubicBezTo>
                <a:cubicBezTo>
                  <a:pt x="646562" y="6601909"/>
                  <a:pt x="643657" y="6598692"/>
                  <a:pt x="643657" y="6592778"/>
                </a:cubicBezTo>
                <a:lnTo>
                  <a:pt x="643657" y="6563620"/>
                </a:lnTo>
                <a:lnTo>
                  <a:pt x="657354" y="6563620"/>
                </a:lnTo>
                <a:lnTo>
                  <a:pt x="657354" y="6556045"/>
                </a:lnTo>
                <a:lnTo>
                  <a:pt x="643657" y="6556045"/>
                </a:lnTo>
                <a:close/>
                <a:moveTo>
                  <a:pt x="509588" y="6534878"/>
                </a:moveTo>
                <a:cubicBezTo>
                  <a:pt x="493920" y="6534878"/>
                  <a:pt x="484373" y="6542867"/>
                  <a:pt x="484373" y="6554800"/>
                </a:cubicBezTo>
                <a:cubicBezTo>
                  <a:pt x="484373" y="6565799"/>
                  <a:pt x="490288" y="6571921"/>
                  <a:pt x="503051" y="6574723"/>
                </a:cubicBezTo>
                <a:lnTo>
                  <a:pt x="511663" y="6576591"/>
                </a:lnTo>
                <a:cubicBezTo>
                  <a:pt x="520276" y="6578562"/>
                  <a:pt x="524945" y="6582401"/>
                  <a:pt x="524945" y="6589354"/>
                </a:cubicBezTo>
                <a:cubicBezTo>
                  <a:pt x="524945" y="6597032"/>
                  <a:pt x="518823" y="6601701"/>
                  <a:pt x="507720" y="6601701"/>
                </a:cubicBezTo>
                <a:cubicBezTo>
                  <a:pt x="500042" y="6601701"/>
                  <a:pt x="492259" y="6599107"/>
                  <a:pt x="485618" y="6593815"/>
                </a:cubicBezTo>
                <a:lnTo>
                  <a:pt x="485618" y="6603569"/>
                </a:lnTo>
                <a:cubicBezTo>
                  <a:pt x="491741" y="6607720"/>
                  <a:pt x="499834" y="6610003"/>
                  <a:pt x="507720" y="6610003"/>
                </a:cubicBezTo>
                <a:cubicBezTo>
                  <a:pt x="524115" y="6610003"/>
                  <a:pt x="534284" y="6602117"/>
                  <a:pt x="534284" y="6589042"/>
                </a:cubicBezTo>
                <a:cubicBezTo>
                  <a:pt x="534284" y="6577732"/>
                  <a:pt x="527954" y="6570780"/>
                  <a:pt x="514465" y="6567771"/>
                </a:cubicBezTo>
                <a:lnTo>
                  <a:pt x="505852" y="6565799"/>
                </a:lnTo>
                <a:cubicBezTo>
                  <a:pt x="497344" y="6563828"/>
                  <a:pt x="493816" y="6560196"/>
                  <a:pt x="493816" y="6554178"/>
                </a:cubicBezTo>
                <a:cubicBezTo>
                  <a:pt x="493816" y="6547433"/>
                  <a:pt x="499730" y="6543179"/>
                  <a:pt x="509588" y="6543179"/>
                </a:cubicBezTo>
                <a:cubicBezTo>
                  <a:pt x="517163" y="6543179"/>
                  <a:pt x="524737" y="6545669"/>
                  <a:pt x="530963" y="6551065"/>
                </a:cubicBezTo>
                <a:lnTo>
                  <a:pt x="531067" y="6541311"/>
                </a:lnTo>
                <a:cubicBezTo>
                  <a:pt x="524634" y="6536849"/>
                  <a:pt x="516436" y="6534878"/>
                  <a:pt x="509588" y="6534878"/>
                </a:cubicBezTo>
                <a:close/>
                <a:moveTo>
                  <a:pt x="610058" y="6534151"/>
                </a:moveTo>
                <a:cubicBezTo>
                  <a:pt x="606634" y="6534151"/>
                  <a:pt x="604039" y="6536849"/>
                  <a:pt x="604039" y="6540170"/>
                </a:cubicBezTo>
                <a:cubicBezTo>
                  <a:pt x="604039" y="6543594"/>
                  <a:pt x="606634" y="6546188"/>
                  <a:pt x="610058" y="6546188"/>
                </a:cubicBezTo>
                <a:cubicBezTo>
                  <a:pt x="613482" y="6546188"/>
                  <a:pt x="616076" y="6543594"/>
                  <a:pt x="616076" y="6540170"/>
                </a:cubicBezTo>
                <a:cubicBezTo>
                  <a:pt x="616076" y="6536849"/>
                  <a:pt x="613482" y="6534151"/>
                  <a:pt x="610058" y="6534151"/>
                </a:cubicBezTo>
                <a:close/>
                <a:moveTo>
                  <a:pt x="500903" y="6461548"/>
                </a:moveTo>
                <a:lnTo>
                  <a:pt x="519457" y="6461548"/>
                </a:lnTo>
                <a:cubicBezTo>
                  <a:pt x="525407" y="6461548"/>
                  <a:pt x="528835" y="6464573"/>
                  <a:pt x="528835" y="6469515"/>
                </a:cubicBezTo>
                <a:cubicBezTo>
                  <a:pt x="528835" y="6474657"/>
                  <a:pt x="525407" y="6477582"/>
                  <a:pt x="519457" y="6477582"/>
                </a:cubicBezTo>
                <a:lnTo>
                  <a:pt x="500903" y="6477582"/>
                </a:lnTo>
                <a:close/>
                <a:moveTo>
                  <a:pt x="1062844" y="6451061"/>
                </a:moveTo>
                <a:cubicBezTo>
                  <a:pt x="1070508" y="6451061"/>
                  <a:pt x="1075953" y="6457010"/>
                  <a:pt x="1075953" y="6464876"/>
                </a:cubicBezTo>
                <a:cubicBezTo>
                  <a:pt x="1075953" y="6472741"/>
                  <a:pt x="1070508" y="6478691"/>
                  <a:pt x="1062844" y="6478691"/>
                </a:cubicBezTo>
                <a:cubicBezTo>
                  <a:pt x="1055281" y="6478691"/>
                  <a:pt x="1049835" y="6472741"/>
                  <a:pt x="1049835" y="6464876"/>
                </a:cubicBezTo>
                <a:cubicBezTo>
                  <a:pt x="1049835" y="6457010"/>
                  <a:pt x="1055281" y="6451061"/>
                  <a:pt x="1062844" y="6451061"/>
                </a:cubicBezTo>
                <a:close/>
                <a:moveTo>
                  <a:pt x="1225495" y="6450960"/>
                </a:moveTo>
                <a:cubicBezTo>
                  <a:pt x="1233058" y="6450960"/>
                  <a:pt x="1238604" y="6457010"/>
                  <a:pt x="1238604" y="6464876"/>
                </a:cubicBezTo>
                <a:cubicBezTo>
                  <a:pt x="1238604" y="6472741"/>
                  <a:pt x="1233058" y="6478792"/>
                  <a:pt x="1225495" y="6478792"/>
                </a:cubicBezTo>
                <a:cubicBezTo>
                  <a:pt x="1217932" y="6478792"/>
                  <a:pt x="1212386" y="6472741"/>
                  <a:pt x="1212386" y="6464876"/>
                </a:cubicBezTo>
                <a:cubicBezTo>
                  <a:pt x="1212386" y="6457010"/>
                  <a:pt x="1217932" y="6450960"/>
                  <a:pt x="1225495" y="6450960"/>
                </a:cubicBezTo>
                <a:close/>
                <a:moveTo>
                  <a:pt x="919961" y="6450960"/>
                </a:moveTo>
                <a:cubicBezTo>
                  <a:pt x="927524" y="6450960"/>
                  <a:pt x="933070" y="6457010"/>
                  <a:pt x="933070" y="6464876"/>
                </a:cubicBezTo>
                <a:cubicBezTo>
                  <a:pt x="933070" y="6472741"/>
                  <a:pt x="927524" y="6478792"/>
                  <a:pt x="919961" y="6478792"/>
                </a:cubicBezTo>
                <a:cubicBezTo>
                  <a:pt x="912398" y="6478792"/>
                  <a:pt x="906852" y="6472741"/>
                  <a:pt x="906852" y="6464876"/>
                </a:cubicBezTo>
                <a:cubicBezTo>
                  <a:pt x="906852" y="6457010"/>
                  <a:pt x="912398" y="6450960"/>
                  <a:pt x="919961" y="6450960"/>
                </a:cubicBezTo>
                <a:close/>
                <a:moveTo>
                  <a:pt x="581315" y="6450960"/>
                </a:moveTo>
                <a:cubicBezTo>
                  <a:pt x="588878" y="6450960"/>
                  <a:pt x="594424" y="6457010"/>
                  <a:pt x="594424" y="6464876"/>
                </a:cubicBezTo>
                <a:cubicBezTo>
                  <a:pt x="594424" y="6472741"/>
                  <a:pt x="588878" y="6478792"/>
                  <a:pt x="581315" y="6478792"/>
                </a:cubicBezTo>
                <a:cubicBezTo>
                  <a:pt x="573752" y="6478792"/>
                  <a:pt x="568206" y="6472741"/>
                  <a:pt x="568206" y="6464876"/>
                </a:cubicBezTo>
                <a:cubicBezTo>
                  <a:pt x="568206" y="6457010"/>
                  <a:pt x="573752" y="6450960"/>
                  <a:pt x="581315" y="6450960"/>
                </a:cubicBezTo>
                <a:close/>
                <a:moveTo>
                  <a:pt x="1288499" y="6450153"/>
                </a:moveTo>
                <a:cubicBezTo>
                  <a:pt x="1294046" y="6450153"/>
                  <a:pt x="1298382" y="6452977"/>
                  <a:pt x="1299895" y="6458926"/>
                </a:cubicBezTo>
                <a:lnTo>
                  <a:pt x="1277306" y="6458926"/>
                </a:lnTo>
                <a:cubicBezTo>
                  <a:pt x="1278818" y="6453380"/>
                  <a:pt x="1282852" y="6450153"/>
                  <a:pt x="1288499" y="6450153"/>
                </a:cubicBezTo>
                <a:close/>
                <a:moveTo>
                  <a:pt x="773758" y="6450153"/>
                </a:moveTo>
                <a:cubicBezTo>
                  <a:pt x="779304" y="6450153"/>
                  <a:pt x="783640" y="6452977"/>
                  <a:pt x="785153" y="6458926"/>
                </a:cubicBezTo>
                <a:lnTo>
                  <a:pt x="762564" y="6458926"/>
                </a:lnTo>
                <a:cubicBezTo>
                  <a:pt x="764077" y="6453380"/>
                  <a:pt x="768111" y="6450153"/>
                  <a:pt x="773758" y="6450153"/>
                </a:cubicBezTo>
                <a:close/>
                <a:moveTo>
                  <a:pt x="868062" y="6438859"/>
                </a:moveTo>
                <a:lnTo>
                  <a:pt x="868062" y="6490893"/>
                </a:lnTo>
                <a:lnTo>
                  <a:pt x="882079" y="6490893"/>
                </a:lnTo>
                <a:lnTo>
                  <a:pt x="882079" y="6438859"/>
                </a:lnTo>
                <a:close/>
                <a:moveTo>
                  <a:pt x="1351643" y="6437851"/>
                </a:moveTo>
                <a:cubicBezTo>
                  <a:pt x="1343071" y="6437851"/>
                  <a:pt x="1338332" y="6442288"/>
                  <a:pt x="1336617" y="6448136"/>
                </a:cubicBezTo>
                <a:lnTo>
                  <a:pt x="1336617" y="6438859"/>
                </a:lnTo>
                <a:lnTo>
                  <a:pt x="1322600" y="6438859"/>
                </a:lnTo>
                <a:lnTo>
                  <a:pt x="1322600" y="6490893"/>
                </a:lnTo>
                <a:lnTo>
                  <a:pt x="1336617" y="6490893"/>
                </a:lnTo>
                <a:lnTo>
                  <a:pt x="1336617" y="6462557"/>
                </a:lnTo>
                <a:cubicBezTo>
                  <a:pt x="1336617" y="6455599"/>
                  <a:pt x="1339542" y="6452674"/>
                  <a:pt x="1350029" y="6452674"/>
                </a:cubicBezTo>
                <a:lnTo>
                  <a:pt x="1352550" y="6452674"/>
                </a:lnTo>
                <a:lnTo>
                  <a:pt x="1352550" y="6437851"/>
                </a:lnTo>
                <a:close/>
                <a:moveTo>
                  <a:pt x="650269" y="6437851"/>
                </a:moveTo>
                <a:cubicBezTo>
                  <a:pt x="641698" y="6437851"/>
                  <a:pt x="636958" y="6442288"/>
                  <a:pt x="635244" y="6448136"/>
                </a:cubicBezTo>
                <a:lnTo>
                  <a:pt x="635244" y="6438859"/>
                </a:lnTo>
                <a:lnTo>
                  <a:pt x="621227" y="6438859"/>
                </a:lnTo>
                <a:lnTo>
                  <a:pt x="621227" y="6490893"/>
                </a:lnTo>
                <a:lnTo>
                  <a:pt x="635244" y="6490893"/>
                </a:lnTo>
                <a:lnTo>
                  <a:pt x="635244" y="6462557"/>
                </a:lnTo>
                <a:cubicBezTo>
                  <a:pt x="635244" y="6455599"/>
                  <a:pt x="638168" y="6452674"/>
                  <a:pt x="648656" y="6452674"/>
                </a:cubicBezTo>
                <a:lnTo>
                  <a:pt x="651177" y="6452674"/>
                </a:lnTo>
                <a:lnTo>
                  <a:pt x="651177" y="6437851"/>
                </a:lnTo>
                <a:close/>
                <a:moveTo>
                  <a:pt x="1288499" y="6437447"/>
                </a:moveTo>
                <a:cubicBezTo>
                  <a:pt x="1273474" y="6437447"/>
                  <a:pt x="1262583" y="6449044"/>
                  <a:pt x="1262583" y="6464876"/>
                </a:cubicBezTo>
                <a:cubicBezTo>
                  <a:pt x="1262583" y="6480708"/>
                  <a:pt x="1273978" y="6492405"/>
                  <a:pt x="1289709" y="6492405"/>
                </a:cubicBezTo>
                <a:cubicBezTo>
                  <a:pt x="1299088" y="6492405"/>
                  <a:pt x="1308466" y="6487565"/>
                  <a:pt x="1312701" y="6480607"/>
                </a:cubicBezTo>
                <a:lnTo>
                  <a:pt x="1303222" y="6472540"/>
                </a:lnTo>
                <a:cubicBezTo>
                  <a:pt x="1300600" y="6476977"/>
                  <a:pt x="1295356" y="6479699"/>
                  <a:pt x="1289709" y="6479699"/>
                </a:cubicBezTo>
                <a:cubicBezTo>
                  <a:pt x="1282751" y="6479699"/>
                  <a:pt x="1278415" y="6474960"/>
                  <a:pt x="1277104" y="6468909"/>
                </a:cubicBezTo>
                <a:lnTo>
                  <a:pt x="1314113" y="6468909"/>
                </a:lnTo>
                <a:cubicBezTo>
                  <a:pt x="1314315" y="6467498"/>
                  <a:pt x="1314516" y="6465783"/>
                  <a:pt x="1314516" y="6464271"/>
                </a:cubicBezTo>
                <a:cubicBezTo>
                  <a:pt x="1314516" y="6449548"/>
                  <a:pt x="1304533" y="6437447"/>
                  <a:pt x="1288499" y="6437447"/>
                </a:cubicBezTo>
                <a:close/>
                <a:moveTo>
                  <a:pt x="1222369" y="6437447"/>
                </a:moveTo>
                <a:cubicBezTo>
                  <a:pt x="1209158" y="6437447"/>
                  <a:pt x="1197864" y="6448943"/>
                  <a:pt x="1197864" y="6464876"/>
                </a:cubicBezTo>
                <a:cubicBezTo>
                  <a:pt x="1197864" y="6480909"/>
                  <a:pt x="1209158" y="6492405"/>
                  <a:pt x="1222369" y="6492405"/>
                </a:cubicBezTo>
                <a:cubicBezTo>
                  <a:pt x="1230033" y="6492405"/>
                  <a:pt x="1235377" y="6489178"/>
                  <a:pt x="1238604" y="6483430"/>
                </a:cubicBezTo>
                <a:lnTo>
                  <a:pt x="1238604" y="6490893"/>
                </a:lnTo>
                <a:lnTo>
                  <a:pt x="1252621" y="6490893"/>
                </a:lnTo>
                <a:lnTo>
                  <a:pt x="1252621" y="6438859"/>
                </a:lnTo>
                <a:lnTo>
                  <a:pt x="1238604" y="6438859"/>
                </a:lnTo>
                <a:lnTo>
                  <a:pt x="1238604" y="6446422"/>
                </a:lnTo>
                <a:cubicBezTo>
                  <a:pt x="1235377" y="6440674"/>
                  <a:pt x="1230033" y="6437447"/>
                  <a:pt x="1222369" y="6437447"/>
                </a:cubicBezTo>
                <a:close/>
                <a:moveTo>
                  <a:pt x="1062844" y="6437447"/>
                </a:moveTo>
                <a:cubicBezTo>
                  <a:pt x="1047213" y="6437447"/>
                  <a:pt x="1035314" y="6448943"/>
                  <a:pt x="1035314" y="6464876"/>
                </a:cubicBezTo>
                <a:cubicBezTo>
                  <a:pt x="1035314" y="6480809"/>
                  <a:pt x="1047213" y="6492304"/>
                  <a:pt x="1062844" y="6492304"/>
                </a:cubicBezTo>
                <a:cubicBezTo>
                  <a:pt x="1078575" y="6492304"/>
                  <a:pt x="1090474" y="6480809"/>
                  <a:pt x="1090474" y="6464876"/>
                </a:cubicBezTo>
                <a:cubicBezTo>
                  <a:pt x="1090474" y="6448943"/>
                  <a:pt x="1078575" y="6437447"/>
                  <a:pt x="1062844" y="6437447"/>
                </a:cubicBezTo>
                <a:close/>
                <a:moveTo>
                  <a:pt x="916835" y="6437447"/>
                </a:moveTo>
                <a:cubicBezTo>
                  <a:pt x="903625" y="6437447"/>
                  <a:pt x="892331" y="6448943"/>
                  <a:pt x="892331" y="6464876"/>
                </a:cubicBezTo>
                <a:cubicBezTo>
                  <a:pt x="892331" y="6480909"/>
                  <a:pt x="903625" y="6492405"/>
                  <a:pt x="916835" y="6492405"/>
                </a:cubicBezTo>
                <a:cubicBezTo>
                  <a:pt x="924499" y="6492405"/>
                  <a:pt x="929843" y="6489178"/>
                  <a:pt x="933070" y="6483430"/>
                </a:cubicBezTo>
                <a:lnTo>
                  <a:pt x="933070" y="6490893"/>
                </a:lnTo>
                <a:lnTo>
                  <a:pt x="947087" y="6490893"/>
                </a:lnTo>
                <a:lnTo>
                  <a:pt x="947087" y="6438859"/>
                </a:lnTo>
                <a:lnTo>
                  <a:pt x="933070" y="6438859"/>
                </a:lnTo>
                <a:lnTo>
                  <a:pt x="933070" y="6446422"/>
                </a:lnTo>
                <a:cubicBezTo>
                  <a:pt x="929843" y="6440674"/>
                  <a:pt x="924499" y="6437447"/>
                  <a:pt x="916835" y="6437447"/>
                </a:cubicBezTo>
                <a:close/>
                <a:moveTo>
                  <a:pt x="839011" y="6437447"/>
                </a:moveTo>
                <a:cubicBezTo>
                  <a:pt x="830843" y="6437447"/>
                  <a:pt x="825700" y="6441178"/>
                  <a:pt x="823381" y="6444809"/>
                </a:cubicBezTo>
                <a:lnTo>
                  <a:pt x="823381" y="6438859"/>
                </a:lnTo>
                <a:lnTo>
                  <a:pt x="809364" y="6438859"/>
                </a:lnTo>
                <a:lnTo>
                  <a:pt x="809364" y="6490893"/>
                </a:lnTo>
                <a:lnTo>
                  <a:pt x="823381" y="6490893"/>
                </a:lnTo>
                <a:lnTo>
                  <a:pt x="823381" y="6459733"/>
                </a:lnTo>
                <a:cubicBezTo>
                  <a:pt x="823381" y="6453077"/>
                  <a:pt x="827313" y="6449750"/>
                  <a:pt x="832961" y="6449750"/>
                </a:cubicBezTo>
                <a:cubicBezTo>
                  <a:pt x="838809" y="6449750"/>
                  <a:pt x="841935" y="6453582"/>
                  <a:pt x="841935" y="6459229"/>
                </a:cubicBezTo>
                <a:lnTo>
                  <a:pt x="841935" y="6490893"/>
                </a:lnTo>
                <a:lnTo>
                  <a:pt x="855952" y="6490893"/>
                </a:lnTo>
                <a:lnTo>
                  <a:pt x="855952" y="6456708"/>
                </a:lnTo>
                <a:cubicBezTo>
                  <a:pt x="855952" y="6443195"/>
                  <a:pt x="848389" y="6437447"/>
                  <a:pt x="839011" y="6437447"/>
                </a:cubicBezTo>
                <a:close/>
                <a:moveTo>
                  <a:pt x="773758" y="6437447"/>
                </a:moveTo>
                <a:cubicBezTo>
                  <a:pt x="758732" y="6437447"/>
                  <a:pt x="747842" y="6449044"/>
                  <a:pt x="747842" y="6464876"/>
                </a:cubicBezTo>
                <a:cubicBezTo>
                  <a:pt x="747842" y="6480708"/>
                  <a:pt x="759237" y="6492405"/>
                  <a:pt x="774968" y="6492405"/>
                </a:cubicBezTo>
                <a:cubicBezTo>
                  <a:pt x="784346" y="6492405"/>
                  <a:pt x="793724" y="6487565"/>
                  <a:pt x="797960" y="6480607"/>
                </a:cubicBezTo>
                <a:lnTo>
                  <a:pt x="788480" y="6472540"/>
                </a:lnTo>
                <a:cubicBezTo>
                  <a:pt x="785859" y="6476977"/>
                  <a:pt x="780615" y="6479699"/>
                  <a:pt x="774968" y="6479699"/>
                </a:cubicBezTo>
                <a:cubicBezTo>
                  <a:pt x="768010" y="6479699"/>
                  <a:pt x="763674" y="6474960"/>
                  <a:pt x="762363" y="6468909"/>
                </a:cubicBezTo>
                <a:lnTo>
                  <a:pt x="799371" y="6468909"/>
                </a:lnTo>
                <a:cubicBezTo>
                  <a:pt x="799573" y="6467498"/>
                  <a:pt x="799775" y="6465783"/>
                  <a:pt x="799775" y="6464271"/>
                </a:cubicBezTo>
                <a:cubicBezTo>
                  <a:pt x="799775" y="6449548"/>
                  <a:pt x="789792" y="6437447"/>
                  <a:pt x="773758" y="6437447"/>
                </a:cubicBezTo>
                <a:close/>
                <a:moveTo>
                  <a:pt x="689402" y="6437447"/>
                </a:moveTo>
                <a:cubicBezTo>
                  <a:pt x="681435" y="6437447"/>
                  <a:pt x="676797" y="6441078"/>
                  <a:pt x="674376" y="6444809"/>
                </a:cubicBezTo>
                <a:lnTo>
                  <a:pt x="674376" y="6438859"/>
                </a:lnTo>
                <a:lnTo>
                  <a:pt x="660360" y="6438859"/>
                </a:lnTo>
                <a:lnTo>
                  <a:pt x="660360" y="6490893"/>
                </a:lnTo>
                <a:lnTo>
                  <a:pt x="674376" y="6490893"/>
                </a:lnTo>
                <a:lnTo>
                  <a:pt x="674376" y="6460036"/>
                </a:lnTo>
                <a:cubicBezTo>
                  <a:pt x="674376" y="6453077"/>
                  <a:pt x="677906" y="6449750"/>
                  <a:pt x="683351" y="6449750"/>
                </a:cubicBezTo>
                <a:cubicBezTo>
                  <a:pt x="689099" y="6449750"/>
                  <a:pt x="691923" y="6453683"/>
                  <a:pt x="691923" y="6459632"/>
                </a:cubicBezTo>
                <a:lnTo>
                  <a:pt x="691923" y="6490893"/>
                </a:lnTo>
                <a:lnTo>
                  <a:pt x="705839" y="6490893"/>
                </a:lnTo>
                <a:lnTo>
                  <a:pt x="705839" y="6458523"/>
                </a:lnTo>
                <a:cubicBezTo>
                  <a:pt x="705839" y="6453178"/>
                  <a:pt x="709570" y="6449750"/>
                  <a:pt x="714915" y="6449750"/>
                </a:cubicBezTo>
                <a:cubicBezTo>
                  <a:pt x="720562" y="6449750"/>
                  <a:pt x="723486" y="6453582"/>
                  <a:pt x="723486" y="6459632"/>
                </a:cubicBezTo>
                <a:lnTo>
                  <a:pt x="723486" y="6490893"/>
                </a:lnTo>
                <a:lnTo>
                  <a:pt x="737503" y="6490893"/>
                </a:lnTo>
                <a:lnTo>
                  <a:pt x="737503" y="6457010"/>
                </a:lnTo>
                <a:cubicBezTo>
                  <a:pt x="737503" y="6443296"/>
                  <a:pt x="730142" y="6437447"/>
                  <a:pt x="719553" y="6437447"/>
                </a:cubicBezTo>
                <a:cubicBezTo>
                  <a:pt x="712797" y="6437447"/>
                  <a:pt x="707351" y="6439968"/>
                  <a:pt x="703520" y="6445716"/>
                </a:cubicBezTo>
                <a:cubicBezTo>
                  <a:pt x="700595" y="6439968"/>
                  <a:pt x="695351" y="6437447"/>
                  <a:pt x="689402" y="6437447"/>
                </a:cubicBezTo>
                <a:close/>
                <a:moveTo>
                  <a:pt x="578189" y="6437447"/>
                </a:moveTo>
                <a:cubicBezTo>
                  <a:pt x="564979" y="6437447"/>
                  <a:pt x="553685" y="6448943"/>
                  <a:pt x="553685" y="6464876"/>
                </a:cubicBezTo>
                <a:cubicBezTo>
                  <a:pt x="553685" y="6480909"/>
                  <a:pt x="564979" y="6492405"/>
                  <a:pt x="578189" y="6492405"/>
                </a:cubicBezTo>
                <a:cubicBezTo>
                  <a:pt x="585853" y="6492405"/>
                  <a:pt x="591197" y="6489178"/>
                  <a:pt x="594424" y="6483430"/>
                </a:cubicBezTo>
                <a:lnTo>
                  <a:pt x="594424" y="6490893"/>
                </a:lnTo>
                <a:lnTo>
                  <a:pt x="608441" y="6490893"/>
                </a:lnTo>
                <a:lnTo>
                  <a:pt x="608441" y="6438859"/>
                </a:lnTo>
                <a:lnTo>
                  <a:pt x="594424" y="6438859"/>
                </a:lnTo>
                <a:lnTo>
                  <a:pt x="594424" y="6446422"/>
                </a:lnTo>
                <a:cubicBezTo>
                  <a:pt x="591197" y="6440674"/>
                  <a:pt x="585853" y="6437447"/>
                  <a:pt x="578189" y="6437447"/>
                </a:cubicBezTo>
                <a:close/>
                <a:moveTo>
                  <a:pt x="500903" y="6433615"/>
                </a:moveTo>
                <a:lnTo>
                  <a:pt x="518449" y="6433615"/>
                </a:lnTo>
                <a:cubicBezTo>
                  <a:pt x="523995" y="6433615"/>
                  <a:pt x="527121" y="6436338"/>
                  <a:pt x="527121" y="6441078"/>
                </a:cubicBezTo>
                <a:cubicBezTo>
                  <a:pt x="527121" y="6445716"/>
                  <a:pt x="523995" y="6448439"/>
                  <a:pt x="518449" y="6448439"/>
                </a:cubicBezTo>
                <a:lnTo>
                  <a:pt x="500903" y="6448439"/>
                </a:lnTo>
                <a:close/>
                <a:moveTo>
                  <a:pt x="1120007" y="6423632"/>
                </a:moveTo>
                <a:lnTo>
                  <a:pt x="1105990" y="6427666"/>
                </a:lnTo>
                <a:lnTo>
                  <a:pt x="1105990" y="6438859"/>
                </a:lnTo>
                <a:lnTo>
                  <a:pt x="1097217" y="6438859"/>
                </a:lnTo>
                <a:lnTo>
                  <a:pt x="1097217" y="6450758"/>
                </a:lnTo>
                <a:lnTo>
                  <a:pt x="1105990" y="6450758"/>
                </a:lnTo>
                <a:lnTo>
                  <a:pt x="1105990" y="6472943"/>
                </a:lnTo>
                <a:cubicBezTo>
                  <a:pt x="1105990" y="6485246"/>
                  <a:pt x="1112646" y="6492103"/>
                  <a:pt x="1124041" y="6492103"/>
                </a:cubicBezTo>
                <a:cubicBezTo>
                  <a:pt x="1127167" y="6492103"/>
                  <a:pt x="1129890" y="6491800"/>
                  <a:pt x="1132007" y="6491195"/>
                </a:cubicBezTo>
                <a:lnTo>
                  <a:pt x="1132007" y="6479296"/>
                </a:lnTo>
                <a:cubicBezTo>
                  <a:pt x="1130696" y="6479498"/>
                  <a:pt x="1129184" y="6479699"/>
                  <a:pt x="1128075" y="6479699"/>
                </a:cubicBezTo>
                <a:cubicBezTo>
                  <a:pt x="1122528" y="6479699"/>
                  <a:pt x="1120007" y="6476876"/>
                  <a:pt x="1120007" y="6471733"/>
                </a:cubicBezTo>
                <a:lnTo>
                  <a:pt x="1120007" y="6450758"/>
                </a:lnTo>
                <a:lnTo>
                  <a:pt x="1132007" y="6450758"/>
                </a:lnTo>
                <a:lnTo>
                  <a:pt x="1132007" y="6438859"/>
                </a:lnTo>
                <a:lnTo>
                  <a:pt x="1120007" y="6438859"/>
                </a:lnTo>
                <a:close/>
                <a:moveTo>
                  <a:pt x="1141989" y="6420305"/>
                </a:moveTo>
                <a:lnTo>
                  <a:pt x="1141989" y="6490893"/>
                </a:lnTo>
                <a:lnTo>
                  <a:pt x="1156006" y="6490893"/>
                </a:lnTo>
                <a:lnTo>
                  <a:pt x="1156006" y="6459733"/>
                </a:lnTo>
                <a:cubicBezTo>
                  <a:pt x="1156006" y="6453077"/>
                  <a:pt x="1159939" y="6449750"/>
                  <a:pt x="1165586" y="6449750"/>
                </a:cubicBezTo>
                <a:cubicBezTo>
                  <a:pt x="1171435" y="6449750"/>
                  <a:pt x="1174561" y="6453582"/>
                  <a:pt x="1174561" y="6459229"/>
                </a:cubicBezTo>
                <a:lnTo>
                  <a:pt x="1174561" y="6490893"/>
                </a:lnTo>
                <a:lnTo>
                  <a:pt x="1188578" y="6490893"/>
                </a:lnTo>
                <a:lnTo>
                  <a:pt x="1188578" y="6456708"/>
                </a:lnTo>
                <a:cubicBezTo>
                  <a:pt x="1188578" y="6443195"/>
                  <a:pt x="1181115" y="6437447"/>
                  <a:pt x="1171636" y="6437447"/>
                </a:cubicBezTo>
                <a:cubicBezTo>
                  <a:pt x="1163468" y="6437447"/>
                  <a:pt x="1158325" y="6441178"/>
                  <a:pt x="1156006" y="6444809"/>
                </a:cubicBezTo>
                <a:lnTo>
                  <a:pt x="1156006" y="6420305"/>
                </a:lnTo>
                <a:close/>
                <a:moveTo>
                  <a:pt x="485776" y="6420305"/>
                </a:moveTo>
                <a:lnTo>
                  <a:pt x="485776" y="6490893"/>
                </a:lnTo>
                <a:lnTo>
                  <a:pt x="520667" y="6490893"/>
                </a:lnTo>
                <a:cubicBezTo>
                  <a:pt x="535693" y="6490893"/>
                  <a:pt x="544567" y="6483430"/>
                  <a:pt x="544567" y="6471229"/>
                </a:cubicBezTo>
                <a:cubicBezTo>
                  <a:pt x="544567" y="6463262"/>
                  <a:pt x="540230" y="6457414"/>
                  <a:pt x="532264" y="6454691"/>
                </a:cubicBezTo>
                <a:cubicBezTo>
                  <a:pt x="538718" y="6452170"/>
                  <a:pt x="542752" y="6446321"/>
                  <a:pt x="542752" y="6438960"/>
                </a:cubicBezTo>
                <a:cubicBezTo>
                  <a:pt x="542752" y="6427162"/>
                  <a:pt x="534483" y="6420305"/>
                  <a:pt x="520567" y="6420305"/>
                </a:cubicBezTo>
                <a:close/>
                <a:moveTo>
                  <a:pt x="994260" y="6419094"/>
                </a:moveTo>
                <a:cubicBezTo>
                  <a:pt x="973789" y="6419094"/>
                  <a:pt x="958360" y="6434523"/>
                  <a:pt x="958360" y="6455800"/>
                </a:cubicBezTo>
                <a:cubicBezTo>
                  <a:pt x="958360" y="6477077"/>
                  <a:pt x="973083" y="6492405"/>
                  <a:pt x="992041" y="6492405"/>
                </a:cubicBezTo>
                <a:cubicBezTo>
                  <a:pt x="1001016" y="6492405"/>
                  <a:pt x="1008277" y="6488674"/>
                  <a:pt x="1012613" y="6482624"/>
                </a:cubicBezTo>
                <a:lnTo>
                  <a:pt x="1012613" y="6490893"/>
                </a:lnTo>
                <a:lnTo>
                  <a:pt x="1026226" y="6490893"/>
                </a:lnTo>
                <a:lnTo>
                  <a:pt x="1026226" y="6452977"/>
                </a:lnTo>
                <a:lnTo>
                  <a:pt x="994562" y="6452977"/>
                </a:lnTo>
                <a:lnTo>
                  <a:pt x="994562" y="6466489"/>
                </a:lnTo>
                <a:lnTo>
                  <a:pt x="1011302" y="6466489"/>
                </a:lnTo>
                <a:cubicBezTo>
                  <a:pt x="1009285" y="6473246"/>
                  <a:pt x="1002630" y="6478086"/>
                  <a:pt x="994462" y="6478086"/>
                </a:cubicBezTo>
                <a:cubicBezTo>
                  <a:pt x="982865" y="6478086"/>
                  <a:pt x="974394" y="6468506"/>
                  <a:pt x="974394" y="6455800"/>
                </a:cubicBezTo>
                <a:cubicBezTo>
                  <a:pt x="974394" y="6442994"/>
                  <a:pt x="982764" y="6433414"/>
                  <a:pt x="994260" y="6433414"/>
                </a:cubicBezTo>
                <a:cubicBezTo>
                  <a:pt x="1002932" y="6433414"/>
                  <a:pt x="1008882" y="6437851"/>
                  <a:pt x="1012008" y="6443699"/>
                </a:cubicBezTo>
                <a:lnTo>
                  <a:pt x="1024714" y="6435229"/>
                </a:lnTo>
                <a:cubicBezTo>
                  <a:pt x="1019470" y="6424943"/>
                  <a:pt x="1007873" y="6419094"/>
                  <a:pt x="994260" y="6419094"/>
                </a:cubicBezTo>
                <a:close/>
                <a:moveTo>
                  <a:pt x="875121" y="6416674"/>
                </a:moveTo>
                <a:cubicBezTo>
                  <a:pt x="870482" y="6416674"/>
                  <a:pt x="866751" y="6420405"/>
                  <a:pt x="866751" y="6424943"/>
                </a:cubicBezTo>
                <a:cubicBezTo>
                  <a:pt x="866751" y="6429582"/>
                  <a:pt x="870482" y="6433313"/>
                  <a:pt x="875121" y="6433313"/>
                </a:cubicBezTo>
                <a:cubicBezTo>
                  <a:pt x="879760" y="6433313"/>
                  <a:pt x="883491" y="6429582"/>
                  <a:pt x="883491" y="6424943"/>
                </a:cubicBezTo>
                <a:cubicBezTo>
                  <a:pt x="883491" y="6420405"/>
                  <a:pt x="879760" y="6416674"/>
                  <a:pt x="875121" y="6416674"/>
                </a:cubicBezTo>
                <a:close/>
                <a:moveTo>
                  <a:pt x="0" y="786751"/>
                </a:moveTo>
                <a:lnTo>
                  <a:pt x="471872" y="2680582"/>
                </a:lnTo>
                <a:cubicBezTo>
                  <a:pt x="508336" y="2826927"/>
                  <a:pt x="656532" y="2916005"/>
                  <a:pt x="802876" y="2879540"/>
                </a:cubicBezTo>
                <a:lnTo>
                  <a:pt x="857659" y="2865890"/>
                </a:lnTo>
                <a:lnTo>
                  <a:pt x="904737" y="2862396"/>
                </a:lnTo>
                <a:lnTo>
                  <a:pt x="12192000" y="872148"/>
                </a:lnTo>
                <a:lnTo>
                  <a:pt x="12192000" y="6858000"/>
                </a:lnTo>
                <a:lnTo>
                  <a:pt x="0" y="6858000"/>
                </a:lnTo>
                <a:close/>
                <a:moveTo>
                  <a:pt x="0" y="0"/>
                </a:moveTo>
                <a:lnTo>
                  <a:pt x="1" y="0"/>
                </a:lnTo>
                <a:lnTo>
                  <a:pt x="0" y="786751"/>
                </a:lnTo>
                <a:close/>
              </a:path>
            </a:pathLst>
          </a:custGeom>
          <a:gradFill>
            <a:gsLst>
              <a:gs pos="0">
                <a:srgbClr val="000000">
                  <a:alpha val="0"/>
                </a:srgbClr>
              </a:gs>
              <a:gs pos="64000">
                <a:srgbClr val="000000">
                  <a:alpha val="33326"/>
                </a:srgbClr>
              </a:gs>
              <a:gs pos="25000">
                <a:srgbClr val="000000">
                  <a:alpha val="32842"/>
                </a:srgbClr>
              </a:gs>
              <a:gs pos="98000">
                <a:srgbClr val="000000">
                  <a:alpha val="0"/>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3" name="Textplatzhalter 2">
            <a:extLst>
              <a:ext uri="{FF2B5EF4-FFF2-40B4-BE49-F238E27FC236}">
                <a16:creationId xmlns:a16="http://schemas.microsoft.com/office/drawing/2014/main" id="{E424B1BB-76D4-F0E8-4F3B-1D64FFAD8A3E}"/>
              </a:ext>
            </a:extLst>
          </p:cNvPr>
          <p:cNvSpPr>
            <a:spLocks noGrp="1"/>
          </p:cNvSpPr>
          <p:nvPr>
            <p:ph type="body" idx="1"/>
          </p:nvPr>
        </p:nvSpPr>
        <p:spPr>
          <a:xfrm>
            <a:off x="3289003" y="5107459"/>
            <a:ext cx="5615286" cy="215444"/>
          </a:xfrm>
          <a:prstGeom prst="rect">
            <a:avLst/>
          </a:prstGeom>
        </p:spPr>
        <p:txBody>
          <a:bodyPr>
            <a:noAutofit/>
          </a:bodyPr>
          <a:lstStyle>
            <a:lvl1pPr marL="0" indent="0">
              <a:buNone/>
              <a:defRPr sz="1400" b="0" i="0">
                <a:solidFill>
                  <a:schemeClr val="bg1"/>
                </a:solidFill>
                <a:latin typeface="BarmeniaGothaer Offc" panose="020B0503020204020204" pitchFamily="34" charset="0"/>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52B709F6-F3C8-5678-4E06-AFE97791336E}"/>
              </a:ext>
            </a:extLst>
          </p:cNvPr>
          <p:cNvSpPr>
            <a:spLocks noGrp="1"/>
          </p:cNvSpPr>
          <p:nvPr>
            <p:ph type="dt" sz="half" idx="10"/>
          </p:nvPr>
        </p:nvSpPr>
        <p:spPr/>
        <p:txBody>
          <a:bodyPr/>
          <a:lstStyle>
            <a:lvl1pPr>
              <a:defRPr>
                <a:solidFill>
                  <a:schemeClr val="bg1"/>
                </a:solidFill>
              </a:defRPr>
            </a:lvl1pPr>
          </a:lstStyle>
          <a:p>
            <a:fld id="{FB882A52-DD2E-384D-8B54-9AF8C0FCA07A}" type="datetime1">
              <a:t>22.06.2026</a:t>
            </a:fld>
            <a:endParaRPr lang="de-DE"/>
          </a:p>
        </p:txBody>
      </p:sp>
      <p:sp>
        <p:nvSpPr>
          <p:cNvPr id="5" name="Fußzeilenplatzhalter 4">
            <a:extLst>
              <a:ext uri="{FF2B5EF4-FFF2-40B4-BE49-F238E27FC236}">
                <a16:creationId xmlns:a16="http://schemas.microsoft.com/office/drawing/2014/main" id="{DB9E5FF0-9081-F60D-6CD4-1B9B62B94A21}"/>
              </a:ext>
            </a:extLst>
          </p:cNvPr>
          <p:cNvSpPr>
            <a:spLocks noGrp="1"/>
          </p:cNvSpPr>
          <p:nvPr>
            <p:ph type="ftr" sz="quarter" idx="11"/>
          </p:nvPr>
        </p:nvSpPr>
        <p:spPr/>
        <p:txBody>
          <a:bodyPr/>
          <a:lstStyle>
            <a:lvl1pPr>
              <a:defRPr>
                <a:solidFill>
                  <a:schemeClr val="bg1"/>
                </a:solidFill>
              </a:defRPr>
            </a:lvl1pPr>
          </a:lstStyle>
          <a:p>
            <a:r>
              <a:rPr lang="de-DE" dirty="0"/>
              <a:t>Titel der Präsentation</a:t>
            </a:r>
          </a:p>
        </p:txBody>
      </p:sp>
      <p:sp>
        <p:nvSpPr>
          <p:cNvPr id="6" name="Foliennummernplatzhalter 5">
            <a:extLst>
              <a:ext uri="{FF2B5EF4-FFF2-40B4-BE49-F238E27FC236}">
                <a16:creationId xmlns:a16="http://schemas.microsoft.com/office/drawing/2014/main" id="{ACC66ABB-DD74-AF60-09F3-237D61F62918}"/>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
        <p:nvSpPr>
          <p:cNvPr id="22" name="Freihandform 21">
            <a:extLst>
              <a:ext uri="{FF2B5EF4-FFF2-40B4-BE49-F238E27FC236}">
                <a16:creationId xmlns:a16="http://schemas.microsoft.com/office/drawing/2014/main" id="{AF090EBC-39DB-6354-F2CD-107C04D1970E}"/>
              </a:ext>
            </a:extLst>
          </p:cNvPr>
          <p:cNvSpPr/>
          <p:nvPr userDrawn="1"/>
        </p:nvSpPr>
        <p:spPr>
          <a:xfrm rot="21000000">
            <a:off x="289000" y="-1054528"/>
            <a:ext cx="11887066" cy="2954700"/>
          </a:xfrm>
          <a:custGeom>
            <a:avLst/>
            <a:gdLst>
              <a:gd name="connsiteX0" fmla="*/ 0 w 11887066"/>
              <a:gd name="connsiteY0" fmla="*/ 0 h 2954700"/>
              <a:gd name="connsiteX1" fmla="*/ 11887066 w 11887066"/>
              <a:gd name="connsiteY1" fmla="*/ 2096011 h 2954700"/>
              <a:gd name="connsiteX2" fmla="*/ 11735656 w 11887066"/>
              <a:gd name="connsiteY2" fmla="*/ 2954700 h 2954700"/>
              <a:gd name="connsiteX3" fmla="*/ 273050 w 11887066"/>
              <a:gd name="connsiteY3" fmla="*/ 2954700 h 2954700"/>
              <a:gd name="connsiteX4" fmla="*/ 0 w 11887066"/>
              <a:gd name="connsiteY4" fmla="*/ 2681650 h 295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887066" h="2954700">
                <a:moveTo>
                  <a:pt x="0" y="0"/>
                </a:moveTo>
                <a:lnTo>
                  <a:pt x="11887066" y="2096011"/>
                </a:lnTo>
                <a:lnTo>
                  <a:pt x="11735656" y="2954700"/>
                </a:lnTo>
                <a:lnTo>
                  <a:pt x="273050" y="2954700"/>
                </a:lnTo>
                <a:cubicBezTo>
                  <a:pt x="122249" y="2954700"/>
                  <a:pt x="0" y="2832452"/>
                  <a:pt x="0" y="2681650"/>
                </a:cubicBezTo>
                <a:close/>
              </a:path>
            </a:pathLst>
          </a:custGeom>
          <a:solidFill>
            <a:schemeClr val="accent4"/>
          </a:solidFill>
          <a:ln w="6350" cap="flat">
            <a:noFill/>
            <a:prstDash val="solid"/>
            <a:miter/>
          </a:ln>
        </p:spPr>
        <p:txBody>
          <a:bodyPr rtlCol="0" anchor="ctr"/>
          <a:lstStyle/>
          <a:p>
            <a:endParaRPr lang="de-DE" dirty="0">
              <a:solidFill>
                <a:schemeClr val="accent2"/>
              </a:solidFill>
              <a:latin typeface="BarmeniaGothaer Offc" panose="020B0503020204020204" pitchFamily="34" charset="0"/>
            </a:endParaRPr>
          </a:p>
        </p:txBody>
      </p:sp>
      <p:sp>
        <p:nvSpPr>
          <p:cNvPr id="23" name="Freihandform 22">
            <a:extLst>
              <a:ext uri="{FF2B5EF4-FFF2-40B4-BE49-F238E27FC236}">
                <a16:creationId xmlns:a16="http://schemas.microsoft.com/office/drawing/2014/main" id="{EC39B381-65D4-DB25-E616-299DD5165DDB}"/>
              </a:ext>
            </a:extLst>
          </p:cNvPr>
          <p:cNvSpPr/>
          <p:nvPr userDrawn="1"/>
        </p:nvSpPr>
        <p:spPr>
          <a:xfrm rot="20760535">
            <a:off x="-1659" y="-1451584"/>
            <a:ext cx="12021682" cy="2988226"/>
          </a:xfrm>
          <a:custGeom>
            <a:avLst/>
            <a:gdLst>
              <a:gd name="connsiteX0" fmla="*/ 190214 w 12021682"/>
              <a:gd name="connsiteY0" fmla="*/ 0 h 2988226"/>
              <a:gd name="connsiteX1" fmla="*/ 12021682 w 12021682"/>
              <a:gd name="connsiteY1" fmla="*/ 2947960 h 2988226"/>
              <a:gd name="connsiteX2" fmla="*/ 12011650 w 12021682"/>
              <a:gd name="connsiteY2" fmla="*/ 2988226 h 2988226"/>
              <a:gd name="connsiteX3" fmla="*/ 273082 w 12021682"/>
              <a:gd name="connsiteY3" fmla="*/ 2988226 h 2988226"/>
              <a:gd name="connsiteX4" fmla="*/ 0 w 12021682"/>
              <a:gd name="connsiteY4" fmla="*/ 2715144 h 2988226"/>
              <a:gd name="connsiteX5" fmla="*/ 0 w 12021682"/>
              <a:gd name="connsiteY5" fmla="*/ 763411 h 2988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21682" h="2988226">
                <a:moveTo>
                  <a:pt x="190214" y="0"/>
                </a:moveTo>
                <a:lnTo>
                  <a:pt x="12021682" y="2947960"/>
                </a:lnTo>
                <a:lnTo>
                  <a:pt x="12011650" y="2988226"/>
                </a:lnTo>
                <a:lnTo>
                  <a:pt x="273082" y="2988226"/>
                </a:lnTo>
                <a:cubicBezTo>
                  <a:pt x="122263" y="2988226"/>
                  <a:pt x="0" y="2865963"/>
                  <a:pt x="0" y="2715144"/>
                </a:cubicBezTo>
                <a:lnTo>
                  <a:pt x="0" y="763411"/>
                </a:lnTo>
                <a:close/>
              </a:path>
            </a:pathLst>
          </a:custGeom>
          <a:solidFill>
            <a:srgbClr val="002641"/>
          </a:solidFill>
          <a:ln w="6351" cap="flat">
            <a:noFill/>
            <a:prstDash val="solid"/>
            <a:miter/>
          </a:ln>
        </p:spPr>
        <p:txBody>
          <a:bodyPr rtlCol="0" anchor="ctr"/>
          <a:lstStyle/>
          <a:p>
            <a:endParaRPr lang="de-DE" dirty="0">
              <a:latin typeface="BarmeniaGothaer Offc" panose="020B0503020204020204" pitchFamily="34" charset="0"/>
            </a:endParaRPr>
          </a:p>
        </p:txBody>
      </p:sp>
      <p:sp>
        <p:nvSpPr>
          <p:cNvPr id="24" name="Grafik 10">
            <a:extLst>
              <a:ext uri="{FF2B5EF4-FFF2-40B4-BE49-F238E27FC236}">
                <a16:creationId xmlns:a16="http://schemas.microsoft.com/office/drawing/2014/main" id="{F3FE441B-C081-D2A7-28FE-4281EE75C0D9}"/>
              </a:ext>
            </a:extLst>
          </p:cNvPr>
          <p:cNvSpPr/>
          <p:nvPr userDrawn="1"/>
        </p:nvSpPr>
        <p:spPr>
          <a:xfrm>
            <a:off x="11425881" y="441325"/>
            <a:ext cx="286693" cy="285375"/>
          </a:xfrm>
          <a:custGeom>
            <a:avLst/>
            <a:gdLst>
              <a:gd name="connsiteX0" fmla="*/ 960912 w 2117020"/>
              <a:gd name="connsiteY0" fmla="*/ 1154058 h 2107284"/>
              <a:gd name="connsiteX1" fmla="*/ 956912 w 2117020"/>
              <a:gd name="connsiteY1" fmla="*/ 1151582 h 2107284"/>
              <a:gd name="connsiteX2" fmla="*/ 411606 w 2117020"/>
              <a:gd name="connsiteY2" fmla="*/ 1071096 h 2107284"/>
              <a:gd name="connsiteX3" fmla="*/ 170909 w 2117020"/>
              <a:gd name="connsiteY3" fmla="*/ 1158249 h 2107284"/>
              <a:gd name="connsiteX4" fmla="*/ 411606 w 2117020"/>
              <a:gd name="connsiteY4" fmla="*/ 1245403 h 2107284"/>
              <a:gd name="connsiteX5" fmla="*/ 878045 w 2117020"/>
              <a:gd name="connsiteY5" fmla="*/ 1187491 h 2107284"/>
              <a:gd name="connsiteX6" fmla="*/ 229011 w 2117020"/>
              <a:gd name="connsiteY6" fmla="*/ 1744704 h 2107284"/>
              <a:gd name="connsiteX7" fmla="*/ 17556 w 2117020"/>
              <a:gd name="connsiteY7" fmla="*/ 2088556 h 2107284"/>
              <a:gd name="connsiteX8" fmla="*/ 365028 w 2117020"/>
              <a:gd name="connsiteY8" fmla="*/ 1879292 h 2107284"/>
              <a:gd name="connsiteX9" fmla="*/ 928051 w 2117020"/>
              <a:gd name="connsiteY9" fmla="*/ 1237021 h 2107284"/>
              <a:gd name="connsiteX10" fmla="*/ 870044 w 2117020"/>
              <a:gd name="connsiteY10" fmla="*/ 1703841 h 2107284"/>
              <a:gd name="connsiteX11" fmla="*/ 957198 w 2117020"/>
              <a:gd name="connsiteY11" fmla="*/ 1944443 h 2107284"/>
              <a:gd name="connsiteX12" fmla="*/ 1044351 w 2117020"/>
              <a:gd name="connsiteY12" fmla="*/ 1703841 h 2107284"/>
              <a:gd name="connsiteX13" fmla="*/ 963865 w 2117020"/>
              <a:gd name="connsiteY13" fmla="*/ 1158535 h 2107284"/>
              <a:gd name="connsiteX14" fmla="*/ 961008 w 2117020"/>
              <a:gd name="connsiteY14" fmla="*/ 1154154 h 2107284"/>
              <a:gd name="connsiteX15" fmla="*/ 931575 w 2117020"/>
              <a:gd name="connsiteY15" fmla="*/ 939460 h 2107284"/>
              <a:gd name="connsiteX16" fmla="*/ 942434 w 2117020"/>
              <a:gd name="connsiteY16" fmla="*/ 928602 h 2107284"/>
              <a:gd name="connsiteX17" fmla="*/ 373220 w 2117020"/>
              <a:gd name="connsiteY17" fmla="*/ 228038 h 2107284"/>
              <a:gd name="connsiteX18" fmla="*/ 21938 w 2117020"/>
              <a:gd name="connsiteY18" fmla="*/ 18869 h 2107284"/>
              <a:gd name="connsiteX19" fmla="*/ 231012 w 2117020"/>
              <a:gd name="connsiteY19" fmla="*/ 370151 h 2107284"/>
              <a:gd name="connsiteX20" fmla="*/ 931575 w 2117020"/>
              <a:gd name="connsiteY20" fmla="*/ 939365 h 2107284"/>
              <a:gd name="connsiteX21" fmla="*/ 1065306 w 2117020"/>
              <a:gd name="connsiteY21" fmla="*/ 134407 h 2107284"/>
              <a:gd name="connsiteX22" fmla="*/ 978248 w 2117020"/>
              <a:gd name="connsiteY22" fmla="*/ 371008 h 2107284"/>
              <a:gd name="connsiteX23" fmla="*/ 1058734 w 2117020"/>
              <a:gd name="connsiteY23" fmla="*/ 907075 h 2107284"/>
              <a:gd name="connsiteX24" fmla="*/ 1071974 w 2117020"/>
              <a:gd name="connsiteY24" fmla="*/ 907075 h 2107284"/>
              <a:gd name="connsiteX25" fmla="*/ 1152460 w 2117020"/>
              <a:gd name="connsiteY25" fmla="*/ 371008 h 2107284"/>
              <a:gd name="connsiteX26" fmla="*/ 1065306 w 2117020"/>
              <a:gd name="connsiteY26" fmla="*/ 134407 h 2107284"/>
              <a:gd name="connsiteX27" fmla="*/ 1187417 w 2117020"/>
              <a:gd name="connsiteY27" fmla="*/ 1167870 h 2107284"/>
              <a:gd name="connsiteX28" fmla="*/ 1176558 w 2117020"/>
              <a:gd name="connsiteY28" fmla="*/ 1178728 h 2107284"/>
              <a:gd name="connsiteX29" fmla="*/ 1745772 w 2117020"/>
              <a:gd name="connsiteY29" fmla="*/ 1879292 h 2107284"/>
              <a:gd name="connsiteX30" fmla="*/ 2097054 w 2117020"/>
              <a:gd name="connsiteY30" fmla="*/ 2088366 h 2107284"/>
              <a:gd name="connsiteX31" fmla="*/ 1887885 w 2117020"/>
              <a:gd name="connsiteY31" fmla="*/ 1737084 h 2107284"/>
              <a:gd name="connsiteX32" fmla="*/ 1187322 w 2117020"/>
              <a:gd name="connsiteY32" fmla="*/ 1167870 h 2107284"/>
              <a:gd name="connsiteX33" fmla="*/ 1746820 w 2117020"/>
              <a:gd name="connsiteY33" fmla="*/ 228514 h 2107284"/>
              <a:gd name="connsiteX34" fmla="*/ 1177606 w 2117020"/>
              <a:gd name="connsiteY34" fmla="*/ 929078 h 2107284"/>
              <a:gd name="connsiteX35" fmla="*/ 1188465 w 2117020"/>
              <a:gd name="connsiteY35" fmla="*/ 939936 h 2107284"/>
              <a:gd name="connsiteX36" fmla="*/ 1889028 w 2117020"/>
              <a:gd name="connsiteY36" fmla="*/ 370722 h 2107284"/>
              <a:gd name="connsiteX37" fmla="*/ 2098102 w 2117020"/>
              <a:gd name="connsiteY37" fmla="*/ 19440 h 2107284"/>
              <a:gd name="connsiteX38" fmla="*/ 1746820 w 2117020"/>
              <a:gd name="connsiteY38" fmla="*/ 228514 h 2107284"/>
              <a:gd name="connsiteX39" fmla="*/ 1803018 w 2117020"/>
              <a:gd name="connsiteY39" fmla="*/ 1148534 h 2107284"/>
              <a:gd name="connsiteX40" fmla="*/ 2064669 w 2117020"/>
              <a:gd name="connsiteY40" fmla="*/ 1061475 h 2107284"/>
              <a:gd name="connsiteX41" fmla="*/ 1803018 w 2117020"/>
              <a:gd name="connsiteY41" fmla="*/ 974322 h 2107284"/>
              <a:gd name="connsiteX42" fmla="*/ 1210182 w 2117020"/>
              <a:gd name="connsiteY42" fmla="*/ 1054808 h 2107284"/>
              <a:gd name="connsiteX43" fmla="*/ 1210182 w 2117020"/>
              <a:gd name="connsiteY43" fmla="*/ 1068143 h 2107284"/>
              <a:gd name="connsiteX44" fmla="*/ 1803018 w 2117020"/>
              <a:gd name="connsiteY44" fmla="*/ 1148534 h 2107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117020" h="2107284">
                <a:moveTo>
                  <a:pt x="960912" y="1154058"/>
                </a:moveTo>
                <a:cubicBezTo>
                  <a:pt x="959960" y="1153011"/>
                  <a:pt x="958626" y="1152153"/>
                  <a:pt x="956912" y="1151582"/>
                </a:cubicBezTo>
                <a:cubicBezTo>
                  <a:pt x="811751" y="1106433"/>
                  <a:pt x="636681" y="1071096"/>
                  <a:pt x="411606" y="1071096"/>
                </a:cubicBezTo>
                <a:cubicBezTo>
                  <a:pt x="247776" y="1071096"/>
                  <a:pt x="170909" y="1087479"/>
                  <a:pt x="170909" y="1158249"/>
                </a:cubicBezTo>
                <a:cubicBezTo>
                  <a:pt x="170909" y="1229020"/>
                  <a:pt x="247680" y="1245403"/>
                  <a:pt x="411606" y="1245403"/>
                </a:cubicBezTo>
                <a:cubicBezTo>
                  <a:pt x="597343" y="1245403"/>
                  <a:pt x="749076" y="1221305"/>
                  <a:pt x="878045" y="1187491"/>
                </a:cubicBezTo>
                <a:cubicBezTo>
                  <a:pt x="685449" y="1318650"/>
                  <a:pt x="471518" y="1504769"/>
                  <a:pt x="229011" y="1744704"/>
                </a:cubicBezTo>
                <a:cubicBezTo>
                  <a:pt x="38702" y="1933013"/>
                  <a:pt x="-37689" y="2033882"/>
                  <a:pt x="17556" y="2088556"/>
                </a:cubicBezTo>
                <a:cubicBezTo>
                  <a:pt x="72801" y="2143230"/>
                  <a:pt x="174719" y="2067601"/>
                  <a:pt x="365028" y="1879292"/>
                </a:cubicBezTo>
                <a:cubicBezTo>
                  <a:pt x="607535" y="1639262"/>
                  <a:pt x="795558" y="1427616"/>
                  <a:pt x="928051" y="1237021"/>
                </a:cubicBezTo>
                <a:cubicBezTo>
                  <a:pt x="894237" y="1365990"/>
                  <a:pt x="870044" y="1517818"/>
                  <a:pt x="870044" y="1703841"/>
                </a:cubicBezTo>
                <a:cubicBezTo>
                  <a:pt x="870044" y="1867671"/>
                  <a:pt x="886427" y="1944443"/>
                  <a:pt x="957198" y="1944443"/>
                </a:cubicBezTo>
                <a:cubicBezTo>
                  <a:pt x="1027968" y="1944443"/>
                  <a:pt x="1044351" y="1867671"/>
                  <a:pt x="1044351" y="1703841"/>
                </a:cubicBezTo>
                <a:cubicBezTo>
                  <a:pt x="1044351" y="1478766"/>
                  <a:pt x="1009109" y="1303601"/>
                  <a:pt x="963865" y="1158535"/>
                </a:cubicBezTo>
                <a:cubicBezTo>
                  <a:pt x="963293" y="1156535"/>
                  <a:pt x="962246" y="1155106"/>
                  <a:pt x="961008" y="1154154"/>
                </a:cubicBezTo>
                <a:moveTo>
                  <a:pt x="931575" y="939460"/>
                </a:moveTo>
                <a:cubicBezTo>
                  <a:pt x="942434" y="946413"/>
                  <a:pt x="949387" y="939460"/>
                  <a:pt x="942434" y="928602"/>
                </a:cubicBezTo>
                <a:cubicBezTo>
                  <a:pt x="810322" y="722766"/>
                  <a:pt x="635252" y="490071"/>
                  <a:pt x="373220" y="228038"/>
                </a:cubicBezTo>
                <a:cubicBezTo>
                  <a:pt x="182529" y="37252"/>
                  <a:pt x="79659" y="-38853"/>
                  <a:pt x="21938" y="18869"/>
                </a:cubicBezTo>
                <a:cubicBezTo>
                  <a:pt x="-35784" y="76590"/>
                  <a:pt x="40321" y="179365"/>
                  <a:pt x="231012" y="370151"/>
                </a:cubicBezTo>
                <a:cubicBezTo>
                  <a:pt x="493044" y="632184"/>
                  <a:pt x="725740" y="807348"/>
                  <a:pt x="931575" y="939365"/>
                </a:cubicBezTo>
                <a:moveTo>
                  <a:pt x="1065306" y="134407"/>
                </a:moveTo>
                <a:cubicBezTo>
                  <a:pt x="994631" y="134407"/>
                  <a:pt x="978248" y="209940"/>
                  <a:pt x="978248" y="371008"/>
                </a:cubicBezTo>
                <a:cubicBezTo>
                  <a:pt x="978248" y="592274"/>
                  <a:pt x="1013490" y="764486"/>
                  <a:pt x="1058734" y="907075"/>
                </a:cubicBezTo>
                <a:cubicBezTo>
                  <a:pt x="1061115" y="914600"/>
                  <a:pt x="1069593" y="914600"/>
                  <a:pt x="1071974" y="907075"/>
                </a:cubicBezTo>
                <a:cubicBezTo>
                  <a:pt x="1117122" y="764390"/>
                  <a:pt x="1152460" y="592274"/>
                  <a:pt x="1152460" y="371008"/>
                </a:cubicBezTo>
                <a:cubicBezTo>
                  <a:pt x="1152460" y="209940"/>
                  <a:pt x="1136077" y="134407"/>
                  <a:pt x="1065306" y="134407"/>
                </a:cubicBezTo>
                <a:moveTo>
                  <a:pt x="1187417" y="1167870"/>
                </a:moveTo>
                <a:cubicBezTo>
                  <a:pt x="1176558" y="1160821"/>
                  <a:pt x="1169605" y="1167870"/>
                  <a:pt x="1176558" y="1178728"/>
                </a:cubicBezTo>
                <a:cubicBezTo>
                  <a:pt x="1308670" y="1384563"/>
                  <a:pt x="1483740" y="1617259"/>
                  <a:pt x="1745772" y="1879292"/>
                </a:cubicBezTo>
                <a:cubicBezTo>
                  <a:pt x="1936558" y="2070078"/>
                  <a:pt x="2039333" y="2146182"/>
                  <a:pt x="2097054" y="2088366"/>
                </a:cubicBezTo>
                <a:cubicBezTo>
                  <a:pt x="2154776" y="2030644"/>
                  <a:pt x="2078671" y="1927869"/>
                  <a:pt x="1887885" y="1737084"/>
                </a:cubicBezTo>
                <a:cubicBezTo>
                  <a:pt x="1625852" y="1475051"/>
                  <a:pt x="1393157" y="1299886"/>
                  <a:pt x="1187322" y="1167870"/>
                </a:cubicBezTo>
                <a:moveTo>
                  <a:pt x="1746820" y="228514"/>
                </a:moveTo>
                <a:cubicBezTo>
                  <a:pt x="1484787" y="490547"/>
                  <a:pt x="1309623" y="723243"/>
                  <a:pt x="1177606" y="929078"/>
                </a:cubicBezTo>
                <a:cubicBezTo>
                  <a:pt x="1170653" y="939936"/>
                  <a:pt x="1177606" y="946890"/>
                  <a:pt x="1188465" y="939936"/>
                </a:cubicBezTo>
                <a:cubicBezTo>
                  <a:pt x="1394300" y="807824"/>
                  <a:pt x="1626995" y="632755"/>
                  <a:pt x="1889028" y="370722"/>
                </a:cubicBezTo>
                <a:cubicBezTo>
                  <a:pt x="2079814" y="179937"/>
                  <a:pt x="2155919" y="77162"/>
                  <a:pt x="2098102" y="19440"/>
                </a:cubicBezTo>
                <a:cubicBezTo>
                  <a:pt x="2040381" y="-38281"/>
                  <a:pt x="1937606" y="37824"/>
                  <a:pt x="1746820" y="228514"/>
                </a:cubicBezTo>
                <a:moveTo>
                  <a:pt x="1803018" y="1148534"/>
                </a:moveTo>
                <a:cubicBezTo>
                  <a:pt x="1981135" y="1148534"/>
                  <a:pt x="2064669" y="1132151"/>
                  <a:pt x="2064669" y="1061475"/>
                </a:cubicBezTo>
                <a:cubicBezTo>
                  <a:pt x="2064669" y="990800"/>
                  <a:pt x="1981135" y="974322"/>
                  <a:pt x="1803018" y="974322"/>
                </a:cubicBezTo>
                <a:cubicBezTo>
                  <a:pt x="1558320" y="974322"/>
                  <a:pt x="1367916" y="1009659"/>
                  <a:pt x="1210182" y="1054808"/>
                </a:cubicBezTo>
                <a:cubicBezTo>
                  <a:pt x="1201895" y="1057189"/>
                  <a:pt x="1201895" y="1065762"/>
                  <a:pt x="1210182" y="1068143"/>
                </a:cubicBezTo>
                <a:cubicBezTo>
                  <a:pt x="1367916" y="1113291"/>
                  <a:pt x="1558416" y="1148534"/>
                  <a:pt x="1803018" y="1148534"/>
                </a:cubicBezTo>
              </a:path>
            </a:pathLst>
          </a:custGeom>
          <a:solidFill>
            <a:schemeClr val="tx1"/>
          </a:solidFill>
          <a:ln w="9525" cap="flat">
            <a:noFill/>
            <a:prstDash val="solid"/>
            <a:miter/>
          </a:ln>
        </p:spPr>
        <p:txBody>
          <a:bodyPr rtlCol="0" anchor="ctr"/>
          <a:lstStyle/>
          <a:p>
            <a:endParaRPr lang="de-DE" dirty="0">
              <a:latin typeface="BarmeniaGothaer Offc" panose="020B0503020204020204" pitchFamily="34" charset="0"/>
            </a:endParaRPr>
          </a:p>
        </p:txBody>
      </p:sp>
      <p:sp>
        <p:nvSpPr>
          <p:cNvPr id="7" name="Titel 1">
            <a:extLst>
              <a:ext uri="{FF2B5EF4-FFF2-40B4-BE49-F238E27FC236}">
                <a16:creationId xmlns:a16="http://schemas.microsoft.com/office/drawing/2014/main" id="{A17D7118-F126-526B-D8D8-C5C1C1584553}"/>
              </a:ext>
            </a:extLst>
          </p:cNvPr>
          <p:cNvSpPr>
            <a:spLocks noGrp="1"/>
          </p:cNvSpPr>
          <p:nvPr>
            <p:ph type="title"/>
          </p:nvPr>
        </p:nvSpPr>
        <p:spPr>
          <a:xfrm>
            <a:off x="3289003" y="2663826"/>
            <a:ext cx="8423573" cy="2147071"/>
          </a:xfrm>
        </p:spPr>
        <p:txBody>
          <a:bodyPr anchor="b">
            <a:noAutofit/>
          </a:bodyPr>
          <a:lstStyle>
            <a:lvl1pPr>
              <a:defRPr sz="5200">
                <a:solidFill>
                  <a:schemeClr val="bg1"/>
                </a:solidFill>
              </a:defRPr>
            </a:lvl1pPr>
          </a:lstStyle>
          <a:p>
            <a:r>
              <a:rPr lang="de-DE"/>
              <a:t>Mastertitelformat bearbeiten</a:t>
            </a:r>
            <a:endParaRPr lang="de-DE" dirty="0"/>
          </a:p>
        </p:txBody>
      </p:sp>
      <p:sp>
        <p:nvSpPr>
          <p:cNvPr id="8" name="Textplatzhalter 7">
            <a:extLst>
              <a:ext uri="{FF2B5EF4-FFF2-40B4-BE49-F238E27FC236}">
                <a16:creationId xmlns:a16="http://schemas.microsoft.com/office/drawing/2014/main" id="{7829485B-7ED9-B3B2-27BD-E12B1EC9A24C}"/>
              </a:ext>
            </a:extLst>
          </p:cNvPr>
          <p:cNvSpPr>
            <a:spLocks noGrp="1"/>
          </p:cNvSpPr>
          <p:nvPr>
            <p:ph type="body" sz="quarter" idx="15" hasCustomPrompt="1"/>
          </p:nvPr>
        </p:nvSpPr>
        <p:spPr>
          <a:xfrm>
            <a:off x="2074601" y="3935393"/>
            <a:ext cx="1038490" cy="915846"/>
          </a:xfrm>
        </p:spPr>
        <p:txBody>
          <a:bodyPr anchor="ctr"/>
          <a:lstStyle>
            <a:lvl1pPr>
              <a:lnSpc>
                <a:spcPct val="90000"/>
              </a:lnSpc>
              <a:defRPr sz="6600" b="0" i="0">
                <a:solidFill>
                  <a:schemeClr val="accent4"/>
                </a:solidFill>
                <a:latin typeface="BarmeniaGothaer Offc Medium" panose="020B0603020204020204" pitchFamily="34" charset="0"/>
              </a:defRPr>
            </a:lvl1pPr>
          </a:lstStyle>
          <a:p>
            <a:pPr lvl="0"/>
            <a:r>
              <a:rPr lang="de-DE" dirty="0"/>
              <a:t>01</a:t>
            </a:r>
          </a:p>
        </p:txBody>
      </p:sp>
    </p:spTree>
    <p:extLst>
      <p:ext uri="{BB962C8B-B14F-4D97-AF65-F5344CB8AC3E}">
        <p14:creationId xmlns:p14="http://schemas.microsoft.com/office/powerpoint/2010/main" val="113042331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nur Titel ">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noAutofit/>
          </a:body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248DD431-686C-0C49-9B87-62E1CB8F9B8F}"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grpSp>
        <p:nvGrpSpPr>
          <p:cNvPr id="7" name="Gruppieren 6">
            <a:extLst>
              <a:ext uri="{FF2B5EF4-FFF2-40B4-BE49-F238E27FC236}">
                <a16:creationId xmlns:a16="http://schemas.microsoft.com/office/drawing/2014/main" id="{6D13FF5B-02F4-0A2A-C778-1DC51845045A}"/>
              </a:ext>
            </a:extLst>
          </p:cNvPr>
          <p:cNvGrpSpPr/>
          <p:nvPr userDrawn="1"/>
        </p:nvGrpSpPr>
        <p:grpSpPr>
          <a:xfrm>
            <a:off x="10681275" y="444748"/>
            <a:ext cx="1030118" cy="282917"/>
            <a:chOff x="10681275" y="444748"/>
            <a:chExt cx="1030118" cy="282917"/>
          </a:xfrm>
          <a:solidFill>
            <a:schemeClr val="tx1"/>
          </a:solidFill>
        </p:grpSpPr>
        <p:sp>
          <p:nvSpPr>
            <p:cNvPr id="8" name="Freihandform 7">
              <a:extLst>
                <a:ext uri="{FF2B5EF4-FFF2-40B4-BE49-F238E27FC236}">
                  <a16:creationId xmlns:a16="http://schemas.microsoft.com/office/drawing/2014/main" id="{D607F011-4822-5F17-CC6F-6BB0D4C627B8}"/>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9" name="Freihandform 8">
              <a:extLst>
                <a:ext uri="{FF2B5EF4-FFF2-40B4-BE49-F238E27FC236}">
                  <a16:creationId xmlns:a16="http://schemas.microsoft.com/office/drawing/2014/main" id="{A4E4DB74-56BA-D83E-B3C2-64B828152832}"/>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0" name="Freihandform 9">
              <a:extLst>
                <a:ext uri="{FF2B5EF4-FFF2-40B4-BE49-F238E27FC236}">
                  <a16:creationId xmlns:a16="http://schemas.microsoft.com/office/drawing/2014/main" id="{CA376208-782D-D030-CCCD-C3C0A5F682D6}"/>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1" name="Textplatzhalter 10">
            <a:extLst>
              <a:ext uri="{FF2B5EF4-FFF2-40B4-BE49-F238E27FC236}">
                <a16:creationId xmlns:a16="http://schemas.microsoft.com/office/drawing/2014/main" id="{8C38D705-6B67-74B0-6F07-6F7DC7F55AC2}"/>
              </a:ext>
            </a:extLst>
          </p:cNvPr>
          <p:cNvSpPr>
            <a:spLocks noGrp="1"/>
          </p:cNvSpPr>
          <p:nvPr>
            <p:ph type="body" sz="quarter" idx="13" hasCustomPrompt="1"/>
          </p:nvPr>
        </p:nvSpPr>
        <p:spPr>
          <a:xfrm>
            <a:off x="479425" y="6054737"/>
            <a:ext cx="1123315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31235653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nur Titel blau">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lstStyle>
            <a:lvl1pPr>
              <a:defRPr>
                <a:solidFill>
                  <a:schemeClr val="bg1"/>
                </a:solidFill>
              </a:defRPr>
            </a:lvl1p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lvl1pPr>
              <a:defRPr>
                <a:solidFill>
                  <a:schemeClr val="bg1"/>
                </a:solidFill>
              </a:defRPr>
            </a:lvl1pPr>
          </a:lstStyle>
          <a:p>
            <a:fld id="{E757025F-7285-D34B-8832-6AEC03FE66AD}"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lvl1pPr>
              <a:defRPr>
                <a:solidFill>
                  <a:schemeClr val="bg1"/>
                </a:solidFill>
              </a:defRPr>
            </a:lvl1p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
        <p:nvSpPr>
          <p:cNvPr id="3" name="Textfeld 2">
            <a:extLst>
              <a:ext uri="{FF2B5EF4-FFF2-40B4-BE49-F238E27FC236}">
                <a16:creationId xmlns:a16="http://schemas.microsoft.com/office/drawing/2014/main" id="{0DDB6500-3F33-08FB-B261-675D8EEE23D1}"/>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8" name="Textfeld 7">
            <a:extLst>
              <a:ext uri="{FF2B5EF4-FFF2-40B4-BE49-F238E27FC236}">
                <a16:creationId xmlns:a16="http://schemas.microsoft.com/office/drawing/2014/main" id="{325B3DA3-BAD4-2410-4C76-34120071529C}"/>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grpSp>
        <p:nvGrpSpPr>
          <p:cNvPr id="9" name="Gruppieren 8">
            <a:extLst>
              <a:ext uri="{FF2B5EF4-FFF2-40B4-BE49-F238E27FC236}">
                <a16:creationId xmlns:a16="http://schemas.microsoft.com/office/drawing/2014/main" id="{F1E49287-8C19-8D37-D869-9C69B91D131F}"/>
              </a:ext>
            </a:extLst>
          </p:cNvPr>
          <p:cNvGrpSpPr/>
          <p:nvPr userDrawn="1"/>
        </p:nvGrpSpPr>
        <p:grpSpPr>
          <a:xfrm>
            <a:off x="10681275" y="444748"/>
            <a:ext cx="1030118" cy="282917"/>
            <a:chOff x="10681275" y="444748"/>
            <a:chExt cx="1030118" cy="282917"/>
          </a:xfrm>
          <a:solidFill>
            <a:schemeClr val="bg1"/>
          </a:solidFill>
        </p:grpSpPr>
        <p:sp>
          <p:nvSpPr>
            <p:cNvPr id="10" name="Freihandform 9">
              <a:extLst>
                <a:ext uri="{FF2B5EF4-FFF2-40B4-BE49-F238E27FC236}">
                  <a16:creationId xmlns:a16="http://schemas.microsoft.com/office/drawing/2014/main" id="{6419F746-B1A5-FC27-48E8-125AFE462FFD}"/>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1" name="Freihandform 10">
              <a:extLst>
                <a:ext uri="{FF2B5EF4-FFF2-40B4-BE49-F238E27FC236}">
                  <a16:creationId xmlns:a16="http://schemas.microsoft.com/office/drawing/2014/main" id="{23B72CF7-4E25-1959-7826-3DB40A6C287B}"/>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F2B6B1CA-1155-8EF9-07F0-F26738DA6F74}"/>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3" name="Textplatzhalter 10">
            <a:extLst>
              <a:ext uri="{FF2B5EF4-FFF2-40B4-BE49-F238E27FC236}">
                <a16:creationId xmlns:a16="http://schemas.microsoft.com/office/drawing/2014/main" id="{D1CA7984-4898-B40D-C910-29B62BD78FFC}"/>
              </a:ext>
            </a:extLst>
          </p:cNvPr>
          <p:cNvSpPr>
            <a:spLocks noGrp="1"/>
          </p:cNvSpPr>
          <p:nvPr>
            <p:ph type="body" sz="quarter" idx="13" hasCustomPrompt="1"/>
          </p:nvPr>
        </p:nvSpPr>
        <p:spPr>
          <a:xfrm>
            <a:off x="479425" y="6054737"/>
            <a:ext cx="11233150" cy="261284"/>
          </a:xfrm>
        </p:spPr>
        <p:txBody>
          <a:bodyPr>
            <a:noAutofit/>
          </a:bodyPr>
          <a:lstStyle>
            <a:lvl1pPr>
              <a:defRPr sz="800">
                <a:solidFill>
                  <a:schemeClr val="bg1">
                    <a:alpha val="50000"/>
                  </a:schemeClr>
                </a:solidFill>
              </a:defRPr>
            </a:lvl1pPr>
          </a:lstStyle>
          <a:p>
            <a:pPr lvl="0"/>
            <a:r>
              <a:rPr lang="de-DE" dirty="0"/>
              <a:t>Quelle:</a:t>
            </a:r>
          </a:p>
        </p:txBody>
      </p:sp>
    </p:spTree>
    <p:extLst>
      <p:ext uri="{BB962C8B-B14F-4D97-AF65-F5344CB8AC3E}">
        <p14:creationId xmlns:p14="http://schemas.microsoft.com/office/powerpoint/2010/main" val="213420699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el Inhalt Bild">
    <p:spTree>
      <p:nvGrpSpPr>
        <p:cNvPr id="1" name=""/>
        <p:cNvGrpSpPr/>
        <p:nvPr/>
      </p:nvGrpSpPr>
      <p:grpSpPr>
        <a:xfrm>
          <a:off x="0" y="0"/>
          <a:ext cx="0" cy="0"/>
          <a:chOff x="0" y="0"/>
          <a:chExt cx="0" cy="0"/>
        </a:xfrm>
      </p:grpSpPr>
      <p:sp>
        <p:nvSpPr>
          <p:cNvPr id="18" name="Bildplatzhalter 17">
            <a:extLst>
              <a:ext uri="{FF2B5EF4-FFF2-40B4-BE49-F238E27FC236}">
                <a16:creationId xmlns:a16="http://schemas.microsoft.com/office/drawing/2014/main" id="{78CE7BC0-C122-5303-4CE2-46909A0E973C}"/>
              </a:ext>
            </a:extLst>
          </p:cNvPr>
          <p:cNvSpPr>
            <a:spLocks noGrp="1"/>
          </p:cNvSpPr>
          <p:nvPr>
            <p:ph type="pic" sz="quarter" idx="14"/>
          </p:nvPr>
        </p:nvSpPr>
        <p:spPr>
          <a:xfrm>
            <a:off x="6096000" y="0"/>
            <a:ext cx="7030720" cy="6858000"/>
          </a:xfrm>
          <a:custGeom>
            <a:avLst/>
            <a:gdLst>
              <a:gd name="connsiteX0" fmla="*/ 5346401 w 7030720"/>
              <a:gd name="connsiteY0" fmla="*/ 652256 h 6858000"/>
              <a:gd name="connsiteX1" fmla="*/ 5369451 w 7030720"/>
              <a:gd name="connsiteY1" fmla="*/ 677002 h 6858000"/>
              <a:gd name="connsiteX2" fmla="*/ 5346401 w 7030720"/>
              <a:gd name="connsiteY2" fmla="*/ 701748 h 6858000"/>
              <a:gd name="connsiteX3" fmla="*/ 5323350 w 7030720"/>
              <a:gd name="connsiteY3" fmla="*/ 677002 h 6858000"/>
              <a:gd name="connsiteX4" fmla="*/ 5346401 w 7030720"/>
              <a:gd name="connsiteY4" fmla="*/ 652256 h 6858000"/>
              <a:gd name="connsiteX5" fmla="*/ 5121193 w 7030720"/>
              <a:gd name="connsiteY5" fmla="*/ 652256 h 6858000"/>
              <a:gd name="connsiteX6" fmla="*/ 5144243 w 7030720"/>
              <a:gd name="connsiteY6" fmla="*/ 677002 h 6858000"/>
              <a:gd name="connsiteX7" fmla="*/ 5121193 w 7030720"/>
              <a:gd name="connsiteY7" fmla="*/ 701748 h 6858000"/>
              <a:gd name="connsiteX8" fmla="*/ 5098143 w 7030720"/>
              <a:gd name="connsiteY8" fmla="*/ 677002 h 6858000"/>
              <a:gd name="connsiteX9" fmla="*/ 5121193 w 7030720"/>
              <a:gd name="connsiteY9" fmla="*/ 652256 h 6858000"/>
              <a:gd name="connsiteX10" fmla="*/ 5436428 w 7030720"/>
              <a:gd name="connsiteY10" fmla="*/ 651335 h 6858000"/>
              <a:gd name="connsiteX11" fmla="*/ 5456689 w 7030720"/>
              <a:gd name="connsiteY11" fmla="*/ 668498 h 6858000"/>
              <a:gd name="connsiteX12" fmla="*/ 5415859 w 7030720"/>
              <a:gd name="connsiteY12" fmla="*/ 668498 h 6858000"/>
              <a:gd name="connsiteX13" fmla="*/ 5436428 w 7030720"/>
              <a:gd name="connsiteY13" fmla="*/ 651335 h 6858000"/>
              <a:gd name="connsiteX14" fmla="*/ 5524280 w 7030720"/>
              <a:gd name="connsiteY14" fmla="*/ 636015 h 6858000"/>
              <a:gd name="connsiteX15" fmla="*/ 5502624 w 7030720"/>
              <a:gd name="connsiteY15" fmla="*/ 651783 h 6858000"/>
              <a:gd name="connsiteX16" fmla="*/ 5502624 w 7030720"/>
              <a:gd name="connsiteY16" fmla="*/ 637396 h 6858000"/>
              <a:gd name="connsiteX17" fmla="*/ 5484997 w 7030720"/>
              <a:gd name="connsiteY17" fmla="*/ 637396 h 6858000"/>
              <a:gd name="connsiteX18" fmla="*/ 5484997 w 7030720"/>
              <a:gd name="connsiteY18" fmla="*/ 716570 h 6858000"/>
              <a:gd name="connsiteX19" fmla="*/ 5484997 w 7030720"/>
              <a:gd name="connsiteY19" fmla="*/ 716595 h 6858000"/>
              <a:gd name="connsiteX20" fmla="*/ 5502624 w 7030720"/>
              <a:gd name="connsiteY20" fmla="*/ 716595 h 6858000"/>
              <a:gd name="connsiteX21" fmla="*/ 5502624 w 7030720"/>
              <a:gd name="connsiteY21" fmla="*/ 673447 h 6858000"/>
              <a:gd name="connsiteX22" fmla="*/ 5522118 w 7030720"/>
              <a:gd name="connsiteY22" fmla="*/ 654264 h 6858000"/>
              <a:gd name="connsiteX23" fmla="*/ 5525981 w 7030720"/>
              <a:gd name="connsiteY23" fmla="*/ 654264 h 6858000"/>
              <a:gd name="connsiteX24" fmla="*/ 5525981 w 7030720"/>
              <a:gd name="connsiteY24" fmla="*/ 636015 h 6858000"/>
              <a:gd name="connsiteX25" fmla="*/ 5342845 w 7030720"/>
              <a:gd name="connsiteY25" fmla="*/ 635260 h 6858000"/>
              <a:gd name="connsiteX26" fmla="*/ 5305110 w 7030720"/>
              <a:gd name="connsiteY26" fmla="*/ 677015 h 6858000"/>
              <a:gd name="connsiteX27" fmla="*/ 5342845 w 7030720"/>
              <a:gd name="connsiteY27" fmla="*/ 718769 h 6858000"/>
              <a:gd name="connsiteX28" fmla="*/ 5369451 w 7030720"/>
              <a:gd name="connsiteY28" fmla="*/ 703461 h 6858000"/>
              <a:gd name="connsiteX29" fmla="*/ 5369451 w 7030720"/>
              <a:gd name="connsiteY29" fmla="*/ 716608 h 6858000"/>
              <a:gd name="connsiteX30" fmla="*/ 5387091 w 7030720"/>
              <a:gd name="connsiteY30" fmla="*/ 716608 h 6858000"/>
              <a:gd name="connsiteX31" fmla="*/ 5387091 w 7030720"/>
              <a:gd name="connsiteY31" fmla="*/ 637434 h 6858000"/>
              <a:gd name="connsiteX32" fmla="*/ 5369451 w 7030720"/>
              <a:gd name="connsiteY32" fmla="*/ 637434 h 6858000"/>
              <a:gd name="connsiteX33" fmla="*/ 5369451 w 7030720"/>
              <a:gd name="connsiteY33" fmla="*/ 650568 h 6858000"/>
              <a:gd name="connsiteX34" fmla="*/ 5342845 w 7030720"/>
              <a:gd name="connsiteY34" fmla="*/ 635260 h 6858000"/>
              <a:gd name="connsiteX35" fmla="*/ 5121193 w 7030720"/>
              <a:gd name="connsiteY35" fmla="*/ 635248 h 6858000"/>
              <a:gd name="connsiteX36" fmla="*/ 5079889 w 7030720"/>
              <a:gd name="connsiteY36" fmla="*/ 677002 h 6858000"/>
              <a:gd name="connsiteX37" fmla="*/ 5121193 w 7030720"/>
              <a:gd name="connsiteY37" fmla="*/ 718756 h 6858000"/>
              <a:gd name="connsiteX38" fmla="*/ 5162497 w 7030720"/>
              <a:gd name="connsiteY38" fmla="*/ 677002 h 6858000"/>
              <a:gd name="connsiteX39" fmla="*/ 5121193 w 7030720"/>
              <a:gd name="connsiteY39" fmla="*/ 635248 h 6858000"/>
              <a:gd name="connsiteX40" fmla="*/ 5436440 w 7030720"/>
              <a:gd name="connsiteY40" fmla="*/ 635235 h 6858000"/>
              <a:gd name="connsiteX41" fmla="*/ 5397311 w 7030720"/>
              <a:gd name="connsiteY41" fmla="*/ 676989 h 6858000"/>
              <a:gd name="connsiteX42" fmla="*/ 5397298 w 7030720"/>
              <a:gd name="connsiteY42" fmla="*/ 677002 h 6858000"/>
              <a:gd name="connsiteX43" fmla="*/ 5437822 w 7030720"/>
              <a:gd name="connsiteY43" fmla="*/ 718756 h 6858000"/>
              <a:gd name="connsiteX44" fmla="*/ 5472321 w 7030720"/>
              <a:gd name="connsiteY44" fmla="*/ 700968 h 6858000"/>
              <a:gd name="connsiteX45" fmla="*/ 5460258 w 7030720"/>
              <a:gd name="connsiteY45" fmla="*/ 690762 h 6858000"/>
              <a:gd name="connsiteX46" fmla="*/ 5437835 w 7030720"/>
              <a:gd name="connsiteY46" fmla="*/ 702669 h 6858000"/>
              <a:gd name="connsiteX47" fmla="*/ 5415411 w 7030720"/>
              <a:gd name="connsiteY47" fmla="*/ 682718 h 6858000"/>
              <a:gd name="connsiteX48" fmla="*/ 5474649 w 7030720"/>
              <a:gd name="connsiteY48" fmla="*/ 682718 h 6858000"/>
              <a:gd name="connsiteX49" fmla="*/ 5475109 w 7030720"/>
              <a:gd name="connsiteY49" fmla="*/ 676222 h 6858000"/>
              <a:gd name="connsiteX50" fmla="*/ 5436440 w 7030720"/>
              <a:gd name="connsiteY50" fmla="*/ 635235 h 6858000"/>
              <a:gd name="connsiteX51" fmla="*/ 5197290 w 7030720"/>
              <a:gd name="connsiteY51" fmla="*/ 614517 h 6858000"/>
              <a:gd name="connsiteX52" fmla="*/ 5179650 w 7030720"/>
              <a:gd name="connsiteY52" fmla="*/ 619927 h 6858000"/>
              <a:gd name="connsiteX53" fmla="*/ 5179650 w 7030720"/>
              <a:gd name="connsiteY53" fmla="*/ 637396 h 6858000"/>
              <a:gd name="connsiteX54" fmla="*/ 5164339 w 7030720"/>
              <a:gd name="connsiteY54" fmla="*/ 637396 h 6858000"/>
              <a:gd name="connsiteX55" fmla="*/ 5164339 w 7030720"/>
              <a:gd name="connsiteY55" fmla="*/ 652551 h 6858000"/>
              <a:gd name="connsiteX56" fmla="*/ 5179650 w 7030720"/>
              <a:gd name="connsiteY56" fmla="*/ 652551 h 6858000"/>
              <a:gd name="connsiteX57" fmla="*/ 5179650 w 7030720"/>
              <a:gd name="connsiteY57" fmla="*/ 691363 h 6858000"/>
              <a:gd name="connsiteX58" fmla="*/ 5205169 w 7030720"/>
              <a:gd name="connsiteY58" fmla="*/ 718271 h 6858000"/>
              <a:gd name="connsiteX59" fmla="*/ 5216618 w 7030720"/>
              <a:gd name="connsiteY59" fmla="*/ 716877 h 6858000"/>
              <a:gd name="connsiteX60" fmla="*/ 5216631 w 7030720"/>
              <a:gd name="connsiteY60" fmla="*/ 716902 h 6858000"/>
              <a:gd name="connsiteX61" fmla="*/ 5216631 w 7030720"/>
              <a:gd name="connsiteY61" fmla="*/ 702055 h 6858000"/>
              <a:gd name="connsiteX62" fmla="*/ 5209979 w 7030720"/>
              <a:gd name="connsiteY62" fmla="*/ 702515 h 6858000"/>
              <a:gd name="connsiteX63" fmla="*/ 5197290 w 7030720"/>
              <a:gd name="connsiteY63" fmla="*/ 689675 h 6858000"/>
              <a:gd name="connsiteX64" fmla="*/ 5197290 w 7030720"/>
              <a:gd name="connsiteY64" fmla="*/ 652563 h 6858000"/>
              <a:gd name="connsiteX65" fmla="*/ 5216631 w 7030720"/>
              <a:gd name="connsiteY65" fmla="*/ 652563 h 6858000"/>
              <a:gd name="connsiteX66" fmla="*/ 5216631 w 7030720"/>
              <a:gd name="connsiteY66" fmla="*/ 637409 h 6858000"/>
              <a:gd name="connsiteX67" fmla="*/ 5197290 w 7030720"/>
              <a:gd name="connsiteY67" fmla="*/ 637409 h 6858000"/>
              <a:gd name="connsiteX68" fmla="*/ 5228399 w 7030720"/>
              <a:gd name="connsiteY68" fmla="*/ 608341 h 6858000"/>
              <a:gd name="connsiteX69" fmla="*/ 5228399 w 7030720"/>
              <a:gd name="connsiteY69" fmla="*/ 716595 h 6858000"/>
              <a:gd name="connsiteX70" fmla="*/ 5246013 w 7030720"/>
              <a:gd name="connsiteY70" fmla="*/ 716595 h 6858000"/>
              <a:gd name="connsiteX71" fmla="*/ 5246013 w 7030720"/>
              <a:gd name="connsiteY71" fmla="*/ 669585 h 6858000"/>
              <a:gd name="connsiteX72" fmla="*/ 5262411 w 7030720"/>
              <a:gd name="connsiteY72" fmla="*/ 650722 h 6858000"/>
              <a:gd name="connsiteX73" fmla="*/ 5277876 w 7030720"/>
              <a:gd name="connsiteY73" fmla="*/ 668191 h 6858000"/>
              <a:gd name="connsiteX74" fmla="*/ 5277876 w 7030720"/>
              <a:gd name="connsiteY74" fmla="*/ 716595 h 6858000"/>
              <a:gd name="connsiteX75" fmla="*/ 5295516 w 7030720"/>
              <a:gd name="connsiteY75" fmla="*/ 716595 h 6858000"/>
              <a:gd name="connsiteX76" fmla="*/ 5295516 w 7030720"/>
              <a:gd name="connsiteY76" fmla="*/ 665096 h 6858000"/>
              <a:gd name="connsiteX77" fmla="*/ 5269690 w 7030720"/>
              <a:gd name="connsiteY77" fmla="*/ 635248 h 6858000"/>
              <a:gd name="connsiteX78" fmla="*/ 5246026 w 7030720"/>
              <a:gd name="connsiteY78" fmla="*/ 647934 h 6858000"/>
              <a:gd name="connsiteX79" fmla="*/ 5246026 w 7030720"/>
              <a:gd name="connsiteY79" fmla="*/ 608341 h 6858000"/>
              <a:gd name="connsiteX80" fmla="*/ 5020652 w 7030720"/>
              <a:gd name="connsiteY80" fmla="*/ 606486 h 6858000"/>
              <a:gd name="connsiteX81" fmla="*/ 4966198 w 7030720"/>
              <a:gd name="connsiteY81" fmla="*/ 662628 h 6858000"/>
              <a:gd name="connsiteX82" fmla="*/ 5018324 w 7030720"/>
              <a:gd name="connsiteY82" fmla="*/ 718769 h 6858000"/>
              <a:gd name="connsiteX83" fmla="*/ 5051428 w 7030720"/>
              <a:gd name="connsiteY83" fmla="*/ 702681 h 6858000"/>
              <a:gd name="connsiteX84" fmla="*/ 5051428 w 7030720"/>
              <a:gd name="connsiteY84" fmla="*/ 716595 h 6858000"/>
              <a:gd name="connsiteX85" fmla="*/ 5069375 w 7030720"/>
              <a:gd name="connsiteY85" fmla="*/ 716595 h 6858000"/>
              <a:gd name="connsiteX86" fmla="*/ 5069375 w 7030720"/>
              <a:gd name="connsiteY86" fmla="*/ 659686 h 6858000"/>
              <a:gd name="connsiteX87" fmla="*/ 5022506 w 7030720"/>
              <a:gd name="connsiteY87" fmla="*/ 659686 h 6858000"/>
              <a:gd name="connsiteX88" fmla="*/ 5022506 w 7030720"/>
              <a:gd name="connsiteY88" fmla="*/ 677322 h 6858000"/>
              <a:gd name="connsiteX89" fmla="*/ 5049880 w 7030720"/>
              <a:gd name="connsiteY89" fmla="*/ 677322 h 6858000"/>
              <a:gd name="connsiteX90" fmla="*/ 5020639 w 7030720"/>
              <a:gd name="connsiteY90" fmla="*/ 699906 h 6858000"/>
              <a:gd name="connsiteX91" fmla="*/ 4987227 w 7030720"/>
              <a:gd name="connsiteY91" fmla="*/ 662640 h 6858000"/>
              <a:gd name="connsiteX92" fmla="*/ 5020639 w 7030720"/>
              <a:gd name="connsiteY92" fmla="*/ 625375 h 6858000"/>
              <a:gd name="connsiteX93" fmla="*/ 5050034 w 7030720"/>
              <a:gd name="connsiteY93" fmla="*/ 642230 h 6858000"/>
              <a:gd name="connsiteX94" fmla="*/ 5066739 w 7030720"/>
              <a:gd name="connsiteY94" fmla="*/ 631091 h 6858000"/>
              <a:gd name="connsiteX95" fmla="*/ 5020639 w 7030720"/>
              <a:gd name="connsiteY95" fmla="*/ 606499 h 6858000"/>
              <a:gd name="connsiteX96" fmla="*/ 4744738 w 7030720"/>
              <a:gd name="connsiteY96" fmla="*/ 601537 h 6858000"/>
              <a:gd name="connsiteX97" fmla="*/ 4744746 w 7030720"/>
              <a:gd name="connsiteY97" fmla="*/ 601542 h 6858000"/>
              <a:gd name="connsiteX98" fmla="*/ 4743293 w 7030720"/>
              <a:gd name="connsiteY98" fmla="*/ 602995 h 6858000"/>
              <a:gd name="connsiteX99" fmla="*/ 4819735 w 7030720"/>
              <a:gd name="connsiteY99" fmla="*/ 697054 h 6858000"/>
              <a:gd name="connsiteX100" fmla="*/ 4866910 w 7030720"/>
              <a:gd name="connsiteY100" fmla="*/ 725125 h 6858000"/>
              <a:gd name="connsiteX101" fmla="*/ 4838820 w 7030720"/>
              <a:gd name="connsiteY101" fmla="*/ 677961 h 6858000"/>
              <a:gd name="connsiteX102" fmla="*/ 4788949 w 7030720"/>
              <a:gd name="connsiteY102" fmla="*/ 633203 h 6858000"/>
              <a:gd name="connsiteX103" fmla="*/ 4744746 w 7030720"/>
              <a:gd name="connsiteY103" fmla="*/ 601542 h 6858000"/>
              <a:gd name="connsiteX104" fmla="*/ 4744751 w 7030720"/>
              <a:gd name="connsiteY104" fmla="*/ 601537 h 6858000"/>
              <a:gd name="connsiteX105" fmla="*/ 4640551 w 7030720"/>
              <a:gd name="connsiteY105" fmla="*/ 588557 h 6858000"/>
              <a:gd name="connsiteX106" fmla="*/ 4608227 w 7030720"/>
              <a:gd name="connsiteY106" fmla="*/ 600258 h 6858000"/>
              <a:gd name="connsiteX107" fmla="*/ 4640551 w 7030720"/>
              <a:gd name="connsiteY107" fmla="*/ 611960 h 6858000"/>
              <a:gd name="connsiteX108" fmla="*/ 4703192 w 7030720"/>
              <a:gd name="connsiteY108" fmla="*/ 604184 h 6858000"/>
              <a:gd name="connsiteX109" fmla="*/ 4616030 w 7030720"/>
              <a:gd name="connsiteY109" fmla="*/ 678997 h 6858000"/>
              <a:gd name="connsiteX110" fmla="*/ 4587633 w 7030720"/>
              <a:gd name="connsiteY110" fmla="*/ 725164 h 6858000"/>
              <a:gd name="connsiteX111" fmla="*/ 4634296 w 7030720"/>
              <a:gd name="connsiteY111" fmla="*/ 697067 h 6858000"/>
              <a:gd name="connsiteX112" fmla="*/ 4709907 w 7030720"/>
              <a:gd name="connsiteY112" fmla="*/ 610834 h 6858000"/>
              <a:gd name="connsiteX113" fmla="*/ 4702117 w 7030720"/>
              <a:gd name="connsiteY113" fmla="*/ 673511 h 6858000"/>
              <a:gd name="connsiteX114" fmla="*/ 4713821 w 7030720"/>
              <a:gd name="connsiteY114" fmla="*/ 705815 h 6858000"/>
              <a:gd name="connsiteX115" fmla="*/ 4725526 w 7030720"/>
              <a:gd name="connsiteY115" fmla="*/ 673511 h 6858000"/>
              <a:gd name="connsiteX116" fmla="*/ 4714717 w 7030720"/>
              <a:gd name="connsiteY116" fmla="*/ 600297 h 6858000"/>
              <a:gd name="connsiteX117" fmla="*/ 4714333 w 7030720"/>
              <a:gd name="connsiteY117" fmla="*/ 599708 h 6858000"/>
              <a:gd name="connsiteX118" fmla="*/ 4714320 w 7030720"/>
              <a:gd name="connsiteY118" fmla="*/ 599695 h 6858000"/>
              <a:gd name="connsiteX119" fmla="*/ 4713783 w 7030720"/>
              <a:gd name="connsiteY119" fmla="*/ 599363 h 6858000"/>
              <a:gd name="connsiteX120" fmla="*/ 4640551 w 7030720"/>
              <a:gd name="connsiteY120" fmla="*/ 588557 h 6858000"/>
              <a:gd name="connsiteX121" fmla="*/ 4827410 w 7030720"/>
              <a:gd name="connsiteY121" fmla="*/ 575551 h 6858000"/>
              <a:gd name="connsiteX122" fmla="*/ 4747796 w 7030720"/>
              <a:gd name="connsiteY122" fmla="*/ 586357 h 6858000"/>
              <a:gd name="connsiteX123" fmla="*/ 4747796 w 7030720"/>
              <a:gd name="connsiteY123" fmla="*/ 588147 h 6858000"/>
              <a:gd name="connsiteX124" fmla="*/ 4827410 w 7030720"/>
              <a:gd name="connsiteY124" fmla="*/ 598941 h 6858000"/>
              <a:gd name="connsiteX125" fmla="*/ 4862549 w 7030720"/>
              <a:gd name="connsiteY125" fmla="*/ 587252 h 6858000"/>
              <a:gd name="connsiteX126" fmla="*/ 4827410 w 7030720"/>
              <a:gd name="connsiteY126" fmla="*/ 575551 h 6858000"/>
              <a:gd name="connsiteX127" fmla="*/ 4993111 w 7030720"/>
              <a:gd name="connsiteY127" fmla="*/ 515163 h 6858000"/>
              <a:gd name="connsiteX128" fmla="*/ 5024054 w 7030720"/>
              <a:gd name="connsiteY128" fmla="*/ 515163 h 6858000"/>
              <a:gd name="connsiteX129" fmla="*/ 5040913 w 7030720"/>
              <a:gd name="connsiteY129" fmla="*/ 529396 h 6858000"/>
              <a:gd name="connsiteX130" fmla="*/ 5024054 w 7030720"/>
              <a:gd name="connsiteY130" fmla="*/ 543630 h 6858000"/>
              <a:gd name="connsiteX131" fmla="*/ 5024054 w 7030720"/>
              <a:gd name="connsiteY131" fmla="*/ 543617 h 6858000"/>
              <a:gd name="connsiteX132" fmla="*/ 4993111 w 7030720"/>
              <a:gd name="connsiteY132" fmla="*/ 543617 h 6858000"/>
              <a:gd name="connsiteX133" fmla="*/ 5574716 w 7030720"/>
              <a:gd name="connsiteY133" fmla="*/ 497527 h 6858000"/>
              <a:gd name="connsiteX134" fmla="*/ 5597766 w 7030720"/>
              <a:gd name="connsiteY134" fmla="*/ 522273 h 6858000"/>
              <a:gd name="connsiteX135" fmla="*/ 5574716 w 7030720"/>
              <a:gd name="connsiteY135" fmla="*/ 547019 h 6858000"/>
              <a:gd name="connsiteX136" fmla="*/ 5551666 w 7030720"/>
              <a:gd name="connsiteY136" fmla="*/ 522273 h 6858000"/>
              <a:gd name="connsiteX137" fmla="*/ 5574716 w 7030720"/>
              <a:gd name="connsiteY137" fmla="*/ 497527 h 6858000"/>
              <a:gd name="connsiteX138" fmla="*/ 5111919 w 7030720"/>
              <a:gd name="connsiteY138" fmla="*/ 497527 h 6858000"/>
              <a:gd name="connsiteX139" fmla="*/ 5134969 w 7030720"/>
              <a:gd name="connsiteY139" fmla="*/ 522273 h 6858000"/>
              <a:gd name="connsiteX140" fmla="*/ 5111919 w 7030720"/>
              <a:gd name="connsiteY140" fmla="*/ 547019 h 6858000"/>
              <a:gd name="connsiteX141" fmla="*/ 5088869 w 7030720"/>
              <a:gd name="connsiteY141" fmla="*/ 522273 h 6858000"/>
              <a:gd name="connsiteX142" fmla="*/ 5111919 w 7030720"/>
              <a:gd name="connsiteY142" fmla="*/ 497527 h 6858000"/>
              <a:gd name="connsiteX143" fmla="*/ 5376882 w 7030720"/>
              <a:gd name="connsiteY143" fmla="*/ 496606 h 6858000"/>
              <a:gd name="connsiteX144" fmla="*/ 5397144 w 7030720"/>
              <a:gd name="connsiteY144" fmla="*/ 513769 h 6858000"/>
              <a:gd name="connsiteX145" fmla="*/ 5356314 w 7030720"/>
              <a:gd name="connsiteY145" fmla="*/ 513769 h 6858000"/>
              <a:gd name="connsiteX146" fmla="*/ 5376882 w 7030720"/>
              <a:gd name="connsiteY146" fmla="*/ 496606 h 6858000"/>
              <a:gd name="connsiteX147" fmla="*/ 5505578 w 7030720"/>
              <a:gd name="connsiteY147" fmla="*/ 482693 h 6858000"/>
              <a:gd name="connsiteX148" fmla="*/ 5505578 w 7030720"/>
              <a:gd name="connsiteY148" fmla="*/ 561866 h 6858000"/>
              <a:gd name="connsiteX149" fmla="*/ 5523217 w 7030720"/>
              <a:gd name="connsiteY149" fmla="*/ 561866 h 6858000"/>
              <a:gd name="connsiteX150" fmla="*/ 5523217 w 7030720"/>
              <a:gd name="connsiteY150" fmla="*/ 482693 h 6858000"/>
              <a:gd name="connsiteX151" fmla="*/ 5205502 w 7030720"/>
              <a:gd name="connsiteY151" fmla="*/ 481299 h 6858000"/>
              <a:gd name="connsiteX152" fmla="*/ 5183846 w 7030720"/>
              <a:gd name="connsiteY152" fmla="*/ 497080 h 6858000"/>
              <a:gd name="connsiteX153" fmla="*/ 5183846 w 7030720"/>
              <a:gd name="connsiteY153" fmla="*/ 482693 h 6858000"/>
              <a:gd name="connsiteX154" fmla="*/ 5166206 w 7030720"/>
              <a:gd name="connsiteY154" fmla="*/ 482693 h 6858000"/>
              <a:gd name="connsiteX155" fmla="*/ 5166206 w 7030720"/>
              <a:gd name="connsiteY155" fmla="*/ 561866 h 6858000"/>
              <a:gd name="connsiteX156" fmla="*/ 5183846 w 7030720"/>
              <a:gd name="connsiteY156" fmla="*/ 561866 h 6858000"/>
              <a:gd name="connsiteX157" fmla="*/ 5183846 w 7030720"/>
              <a:gd name="connsiteY157" fmla="*/ 518718 h 6858000"/>
              <a:gd name="connsiteX158" fmla="*/ 5203340 w 7030720"/>
              <a:gd name="connsiteY158" fmla="*/ 499548 h 6858000"/>
              <a:gd name="connsiteX159" fmla="*/ 5207203 w 7030720"/>
              <a:gd name="connsiteY159" fmla="*/ 499548 h 6858000"/>
              <a:gd name="connsiteX160" fmla="*/ 5207203 w 7030720"/>
              <a:gd name="connsiteY160" fmla="*/ 481299 h 6858000"/>
              <a:gd name="connsiteX161" fmla="*/ 5571160 w 7030720"/>
              <a:gd name="connsiteY161" fmla="*/ 480531 h 6858000"/>
              <a:gd name="connsiteX162" fmla="*/ 5533412 w 7030720"/>
              <a:gd name="connsiteY162" fmla="*/ 522286 h 6858000"/>
              <a:gd name="connsiteX163" fmla="*/ 5571160 w 7030720"/>
              <a:gd name="connsiteY163" fmla="*/ 564040 h 6858000"/>
              <a:gd name="connsiteX164" fmla="*/ 5597766 w 7030720"/>
              <a:gd name="connsiteY164" fmla="*/ 548732 h 6858000"/>
              <a:gd name="connsiteX165" fmla="*/ 5597766 w 7030720"/>
              <a:gd name="connsiteY165" fmla="*/ 561879 h 6858000"/>
              <a:gd name="connsiteX166" fmla="*/ 5615393 w 7030720"/>
              <a:gd name="connsiteY166" fmla="*/ 561879 h 6858000"/>
              <a:gd name="connsiteX167" fmla="*/ 5615393 w 7030720"/>
              <a:gd name="connsiteY167" fmla="*/ 482705 h 6858000"/>
              <a:gd name="connsiteX168" fmla="*/ 5597766 w 7030720"/>
              <a:gd name="connsiteY168" fmla="*/ 482705 h 6858000"/>
              <a:gd name="connsiteX169" fmla="*/ 5597766 w 7030720"/>
              <a:gd name="connsiteY169" fmla="*/ 495839 h 6858000"/>
              <a:gd name="connsiteX170" fmla="*/ 5571160 w 7030720"/>
              <a:gd name="connsiteY170" fmla="*/ 480531 h 6858000"/>
              <a:gd name="connsiteX171" fmla="*/ 5108350 w 7030720"/>
              <a:gd name="connsiteY171" fmla="*/ 480531 h 6858000"/>
              <a:gd name="connsiteX172" fmla="*/ 5070602 w 7030720"/>
              <a:gd name="connsiteY172" fmla="*/ 522286 h 6858000"/>
              <a:gd name="connsiteX173" fmla="*/ 5108350 w 7030720"/>
              <a:gd name="connsiteY173" fmla="*/ 564040 h 6858000"/>
              <a:gd name="connsiteX174" fmla="*/ 5134956 w 7030720"/>
              <a:gd name="connsiteY174" fmla="*/ 548732 h 6858000"/>
              <a:gd name="connsiteX175" fmla="*/ 5134956 w 7030720"/>
              <a:gd name="connsiteY175" fmla="*/ 561879 h 6858000"/>
              <a:gd name="connsiteX176" fmla="*/ 5152583 w 7030720"/>
              <a:gd name="connsiteY176" fmla="*/ 561879 h 6858000"/>
              <a:gd name="connsiteX177" fmla="*/ 5152583 w 7030720"/>
              <a:gd name="connsiteY177" fmla="*/ 482705 h 6858000"/>
              <a:gd name="connsiteX178" fmla="*/ 5134956 w 7030720"/>
              <a:gd name="connsiteY178" fmla="*/ 482705 h 6858000"/>
              <a:gd name="connsiteX179" fmla="*/ 5134956 w 7030720"/>
              <a:gd name="connsiteY179" fmla="*/ 495839 h 6858000"/>
              <a:gd name="connsiteX180" fmla="*/ 5108350 w 7030720"/>
              <a:gd name="connsiteY180" fmla="*/ 480531 h 6858000"/>
              <a:gd name="connsiteX181" fmla="*/ 5466756 w 7030720"/>
              <a:gd name="connsiteY181" fmla="*/ 480518 h 6858000"/>
              <a:gd name="connsiteX182" fmla="*/ 5443091 w 7030720"/>
              <a:gd name="connsiteY182" fmla="*/ 493205 h 6858000"/>
              <a:gd name="connsiteX183" fmla="*/ 5443091 w 7030720"/>
              <a:gd name="connsiteY183" fmla="*/ 482693 h 6858000"/>
              <a:gd name="connsiteX184" fmla="*/ 5425465 w 7030720"/>
              <a:gd name="connsiteY184" fmla="*/ 482693 h 6858000"/>
              <a:gd name="connsiteX185" fmla="*/ 5425465 w 7030720"/>
              <a:gd name="connsiteY185" fmla="*/ 561866 h 6858000"/>
              <a:gd name="connsiteX186" fmla="*/ 5443079 w 7030720"/>
              <a:gd name="connsiteY186" fmla="*/ 561866 h 6858000"/>
              <a:gd name="connsiteX187" fmla="*/ 5443079 w 7030720"/>
              <a:gd name="connsiteY187" fmla="*/ 514856 h 6858000"/>
              <a:gd name="connsiteX188" fmla="*/ 5459477 w 7030720"/>
              <a:gd name="connsiteY188" fmla="*/ 495993 h 6858000"/>
              <a:gd name="connsiteX189" fmla="*/ 5474942 w 7030720"/>
              <a:gd name="connsiteY189" fmla="*/ 513462 h 6858000"/>
              <a:gd name="connsiteX190" fmla="*/ 5474942 w 7030720"/>
              <a:gd name="connsiteY190" fmla="*/ 561866 h 6858000"/>
              <a:gd name="connsiteX191" fmla="*/ 5492582 w 7030720"/>
              <a:gd name="connsiteY191" fmla="*/ 561866 h 6858000"/>
              <a:gd name="connsiteX192" fmla="*/ 5492582 w 7030720"/>
              <a:gd name="connsiteY192" fmla="*/ 510367 h 6858000"/>
              <a:gd name="connsiteX193" fmla="*/ 5466756 w 7030720"/>
              <a:gd name="connsiteY193" fmla="*/ 480518 h 6858000"/>
              <a:gd name="connsiteX194" fmla="*/ 5376895 w 7030720"/>
              <a:gd name="connsiteY194" fmla="*/ 480518 h 6858000"/>
              <a:gd name="connsiteX195" fmla="*/ 5337753 w 7030720"/>
              <a:gd name="connsiteY195" fmla="*/ 522273 h 6858000"/>
              <a:gd name="connsiteX196" fmla="*/ 5378277 w 7030720"/>
              <a:gd name="connsiteY196" fmla="*/ 564027 h 6858000"/>
              <a:gd name="connsiteX197" fmla="*/ 5412776 w 7030720"/>
              <a:gd name="connsiteY197" fmla="*/ 546239 h 6858000"/>
              <a:gd name="connsiteX198" fmla="*/ 5400713 w 7030720"/>
              <a:gd name="connsiteY198" fmla="*/ 536033 h 6858000"/>
              <a:gd name="connsiteX199" fmla="*/ 5378290 w 7030720"/>
              <a:gd name="connsiteY199" fmla="*/ 547939 h 6858000"/>
              <a:gd name="connsiteX200" fmla="*/ 5355866 w 7030720"/>
              <a:gd name="connsiteY200" fmla="*/ 527989 h 6858000"/>
              <a:gd name="connsiteX201" fmla="*/ 5415103 w 7030720"/>
              <a:gd name="connsiteY201" fmla="*/ 527989 h 6858000"/>
              <a:gd name="connsiteX202" fmla="*/ 5415564 w 7030720"/>
              <a:gd name="connsiteY202" fmla="*/ 521493 h 6858000"/>
              <a:gd name="connsiteX203" fmla="*/ 5376895 w 7030720"/>
              <a:gd name="connsiteY203" fmla="*/ 480518 h 6858000"/>
              <a:gd name="connsiteX204" fmla="*/ 5256553 w 7030720"/>
              <a:gd name="connsiteY204" fmla="*/ 480518 h 6858000"/>
              <a:gd name="connsiteX205" fmla="*/ 5234129 w 7030720"/>
              <a:gd name="connsiteY205" fmla="*/ 493205 h 6858000"/>
              <a:gd name="connsiteX206" fmla="*/ 5234129 w 7030720"/>
              <a:gd name="connsiteY206" fmla="*/ 482693 h 6858000"/>
              <a:gd name="connsiteX207" fmla="*/ 5216490 w 7030720"/>
              <a:gd name="connsiteY207" fmla="*/ 482693 h 6858000"/>
              <a:gd name="connsiteX208" fmla="*/ 5216490 w 7030720"/>
              <a:gd name="connsiteY208" fmla="*/ 561866 h 6858000"/>
              <a:gd name="connsiteX209" fmla="*/ 5234116 w 7030720"/>
              <a:gd name="connsiteY209" fmla="*/ 561866 h 6858000"/>
              <a:gd name="connsiteX210" fmla="*/ 5234116 w 7030720"/>
              <a:gd name="connsiteY210" fmla="*/ 514856 h 6858000"/>
              <a:gd name="connsiteX211" fmla="*/ 5249274 w 7030720"/>
              <a:gd name="connsiteY211" fmla="*/ 495993 h 6858000"/>
              <a:gd name="connsiteX212" fmla="*/ 5263511 w 7030720"/>
              <a:gd name="connsiteY212" fmla="*/ 513462 h 6858000"/>
              <a:gd name="connsiteX213" fmla="*/ 5263511 w 7030720"/>
              <a:gd name="connsiteY213" fmla="*/ 561866 h 6858000"/>
              <a:gd name="connsiteX214" fmla="*/ 5281138 w 7030720"/>
              <a:gd name="connsiteY214" fmla="*/ 561866 h 6858000"/>
              <a:gd name="connsiteX215" fmla="*/ 5281138 w 7030720"/>
              <a:gd name="connsiteY215" fmla="*/ 513155 h 6858000"/>
              <a:gd name="connsiteX216" fmla="*/ 5296296 w 7030720"/>
              <a:gd name="connsiteY216" fmla="*/ 495993 h 6858000"/>
              <a:gd name="connsiteX217" fmla="*/ 5310533 w 7030720"/>
              <a:gd name="connsiteY217" fmla="*/ 513462 h 6858000"/>
              <a:gd name="connsiteX218" fmla="*/ 5310533 w 7030720"/>
              <a:gd name="connsiteY218" fmla="*/ 561866 h 6858000"/>
              <a:gd name="connsiteX219" fmla="*/ 5328172 w 7030720"/>
              <a:gd name="connsiteY219" fmla="*/ 561866 h 6858000"/>
              <a:gd name="connsiteX220" fmla="*/ 5328172 w 7030720"/>
              <a:gd name="connsiteY220" fmla="*/ 510367 h 6858000"/>
              <a:gd name="connsiteX221" fmla="*/ 5302026 w 7030720"/>
              <a:gd name="connsiteY221" fmla="*/ 480518 h 6858000"/>
              <a:gd name="connsiteX222" fmla="*/ 5278209 w 7030720"/>
              <a:gd name="connsiteY222" fmla="*/ 494125 h 6858000"/>
              <a:gd name="connsiteX223" fmla="*/ 5256553 w 7030720"/>
              <a:gd name="connsiteY223" fmla="*/ 480518 h 6858000"/>
              <a:gd name="connsiteX224" fmla="*/ 4993111 w 7030720"/>
              <a:gd name="connsiteY224" fmla="*/ 471861 h 6858000"/>
              <a:gd name="connsiteX225" fmla="*/ 5023120 w 7030720"/>
              <a:gd name="connsiteY225" fmla="*/ 471861 h 6858000"/>
              <a:gd name="connsiteX226" fmla="*/ 5038278 w 7030720"/>
              <a:gd name="connsiteY226" fmla="*/ 484381 h 6858000"/>
              <a:gd name="connsiteX227" fmla="*/ 5023120 w 7030720"/>
              <a:gd name="connsiteY227" fmla="*/ 496913 h 6858000"/>
              <a:gd name="connsiteX228" fmla="*/ 4993111 w 7030720"/>
              <a:gd name="connsiteY228" fmla="*/ 496913 h 6858000"/>
              <a:gd name="connsiteX229" fmla="*/ 4728340 w 7030720"/>
              <a:gd name="connsiteY229" fmla="*/ 462794 h 6858000"/>
              <a:gd name="connsiteX230" fmla="*/ 4716648 w 7030720"/>
              <a:gd name="connsiteY230" fmla="*/ 494561 h 6858000"/>
              <a:gd name="connsiteX231" fmla="*/ 4727457 w 7030720"/>
              <a:gd name="connsiteY231" fmla="*/ 566535 h 6858000"/>
              <a:gd name="connsiteX232" fmla="*/ 4729235 w 7030720"/>
              <a:gd name="connsiteY232" fmla="*/ 566535 h 6858000"/>
              <a:gd name="connsiteX233" fmla="*/ 4740044 w 7030720"/>
              <a:gd name="connsiteY233" fmla="*/ 494561 h 6858000"/>
              <a:gd name="connsiteX234" fmla="*/ 4728340 w 7030720"/>
              <a:gd name="connsiteY234" fmla="*/ 462794 h 6858000"/>
              <a:gd name="connsiteX235" fmla="*/ 4973003 w 7030720"/>
              <a:gd name="connsiteY235" fmla="*/ 453624 h 6858000"/>
              <a:gd name="connsiteX236" fmla="*/ 4973003 w 7030720"/>
              <a:gd name="connsiteY236" fmla="*/ 561866 h 6858000"/>
              <a:gd name="connsiteX237" fmla="*/ 5026369 w 7030720"/>
              <a:gd name="connsiteY237" fmla="*/ 561866 h 6858000"/>
              <a:gd name="connsiteX238" fmla="*/ 5061942 w 7030720"/>
              <a:gd name="connsiteY238" fmla="*/ 531404 h 6858000"/>
              <a:gd name="connsiteX239" fmla="*/ 5043075 w 7030720"/>
              <a:gd name="connsiteY239" fmla="*/ 505584 h 6858000"/>
              <a:gd name="connsiteX240" fmla="*/ 5059320 w 7030720"/>
              <a:gd name="connsiteY240" fmla="*/ 481772 h 6858000"/>
              <a:gd name="connsiteX241" fmla="*/ 5025909 w 7030720"/>
              <a:gd name="connsiteY241" fmla="*/ 453624 h 6858000"/>
              <a:gd name="connsiteX242" fmla="*/ 5514391 w 7030720"/>
              <a:gd name="connsiteY242" fmla="*/ 450670 h 6858000"/>
              <a:gd name="connsiteX243" fmla="*/ 5503403 w 7030720"/>
              <a:gd name="connsiteY243" fmla="*/ 461655 h 6858000"/>
              <a:gd name="connsiteX244" fmla="*/ 5514391 w 7030720"/>
              <a:gd name="connsiteY244" fmla="*/ 472641 h 6858000"/>
              <a:gd name="connsiteX245" fmla="*/ 5525379 w 7030720"/>
              <a:gd name="connsiteY245" fmla="*/ 461655 h 6858000"/>
              <a:gd name="connsiteX246" fmla="*/ 5514391 w 7030720"/>
              <a:gd name="connsiteY246" fmla="*/ 450670 h 6858000"/>
              <a:gd name="connsiteX247" fmla="*/ 4867038 w 7030720"/>
              <a:gd name="connsiteY247" fmla="*/ 447346 h 6858000"/>
              <a:gd name="connsiteX248" fmla="*/ 4819863 w 7030720"/>
              <a:gd name="connsiteY248" fmla="*/ 475417 h 6858000"/>
              <a:gd name="connsiteX249" fmla="*/ 4743421 w 7030720"/>
              <a:gd name="connsiteY249" fmla="*/ 569476 h 6858000"/>
              <a:gd name="connsiteX250" fmla="*/ 4744879 w 7030720"/>
              <a:gd name="connsiteY250" fmla="*/ 570934 h 6858000"/>
              <a:gd name="connsiteX251" fmla="*/ 4838961 w 7030720"/>
              <a:gd name="connsiteY251" fmla="*/ 494510 h 6858000"/>
              <a:gd name="connsiteX252" fmla="*/ 4867038 w 7030720"/>
              <a:gd name="connsiteY252" fmla="*/ 447346 h 6858000"/>
              <a:gd name="connsiteX253" fmla="*/ 4588234 w 7030720"/>
              <a:gd name="connsiteY253" fmla="*/ 447282 h 6858000"/>
              <a:gd name="connsiteX254" fmla="*/ 4616311 w 7030720"/>
              <a:gd name="connsiteY254" fmla="*/ 494446 h 6858000"/>
              <a:gd name="connsiteX255" fmla="*/ 4710393 w 7030720"/>
              <a:gd name="connsiteY255" fmla="*/ 570870 h 6858000"/>
              <a:gd name="connsiteX256" fmla="*/ 4710393 w 7030720"/>
              <a:gd name="connsiteY256" fmla="*/ 570883 h 6858000"/>
              <a:gd name="connsiteX257" fmla="*/ 4711851 w 7030720"/>
              <a:gd name="connsiteY257" fmla="*/ 569425 h 6858000"/>
              <a:gd name="connsiteX258" fmla="*/ 4635409 w 7030720"/>
              <a:gd name="connsiteY258" fmla="*/ 475365 h 6858000"/>
              <a:gd name="connsiteX259" fmla="*/ 4588234 w 7030720"/>
              <a:gd name="connsiteY259" fmla="*/ 447282 h 6858000"/>
              <a:gd name="connsiteX260" fmla="*/ 0 w 7030720"/>
              <a:gd name="connsiteY260" fmla="*/ 0 h 6858000"/>
              <a:gd name="connsiteX261" fmla="*/ 6096000 w 7030720"/>
              <a:gd name="connsiteY261" fmla="*/ 0 h 6858000"/>
              <a:gd name="connsiteX262" fmla="*/ 6096000 w 7030720"/>
              <a:gd name="connsiteY262" fmla="*/ 441325 h 6858000"/>
              <a:gd name="connsiteX263" fmla="*/ 7030720 w 7030720"/>
              <a:gd name="connsiteY263" fmla="*/ 441325 h 6858000"/>
              <a:gd name="connsiteX264" fmla="*/ 7030720 w 7030720"/>
              <a:gd name="connsiteY264" fmla="*/ 1376363 h 6858000"/>
              <a:gd name="connsiteX265" fmla="*/ 6096000 w 7030720"/>
              <a:gd name="connsiteY265" fmla="*/ 1376363 h 6858000"/>
              <a:gd name="connsiteX266" fmla="*/ 6096000 w 7030720"/>
              <a:gd name="connsiteY266" fmla="*/ 6858000 h 6858000"/>
              <a:gd name="connsiteX267" fmla="*/ 0 w 7030720"/>
              <a:gd name="connsiteY2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Lst>
            <a:rect l="l" t="t" r="r" b="b"/>
            <a:pathLst>
              <a:path w="7030720" h="6858000">
                <a:moveTo>
                  <a:pt x="5346401" y="652256"/>
                </a:moveTo>
                <a:cubicBezTo>
                  <a:pt x="5359704" y="652256"/>
                  <a:pt x="5369451" y="662768"/>
                  <a:pt x="5369451" y="677002"/>
                </a:cubicBezTo>
                <a:cubicBezTo>
                  <a:pt x="5369451" y="691236"/>
                  <a:pt x="5359704" y="701748"/>
                  <a:pt x="5346401" y="701748"/>
                </a:cubicBezTo>
                <a:cubicBezTo>
                  <a:pt x="5333098" y="701748"/>
                  <a:pt x="5323350" y="691236"/>
                  <a:pt x="5323350" y="677002"/>
                </a:cubicBezTo>
                <a:cubicBezTo>
                  <a:pt x="5323350" y="662768"/>
                  <a:pt x="5333098" y="652256"/>
                  <a:pt x="5346401" y="652256"/>
                </a:cubicBezTo>
                <a:close/>
                <a:moveTo>
                  <a:pt x="5121193" y="652256"/>
                </a:moveTo>
                <a:cubicBezTo>
                  <a:pt x="5134496" y="652256"/>
                  <a:pt x="5144243" y="662768"/>
                  <a:pt x="5144243" y="677002"/>
                </a:cubicBezTo>
                <a:cubicBezTo>
                  <a:pt x="5144243" y="691236"/>
                  <a:pt x="5134496" y="701748"/>
                  <a:pt x="5121193" y="701748"/>
                </a:cubicBezTo>
                <a:cubicBezTo>
                  <a:pt x="5107890" y="701748"/>
                  <a:pt x="5098143" y="691236"/>
                  <a:pt x="5098143" y="677002"/>
                </a:cubicBezTo>
                <a:cubicBezTo>
                  <a:pt x="5098143" y="662768"/>
                  <a:pt x="5107890" y="652256"/>
                  <a:pt x="5121193" y="652256"/>
                </a:cubicBezTo>
                <a:close/>
                <a:moveTo>
                  <a:pt x="5436428" y="651335"/>
                </a:moveTo>
                <a:cubicBezTo>
                  <a:pt x="5446328" y="651335"/>
                  <a:pt x="5454374" y="657218"/>
                  <a:pt x="5456689" y="668498"/>
                </a:cubicBezTo>
                <a:lnTo>
                  <a:pt x="5415859" y="668498"/>
                </a:lnTo>
                <a:cubicBezTo>
                  <a:pt x="5418328" y="657832"/>
                  <a:pt x="5425913" y="651335"/>
                  <a:pt x="5436428" y="651335"/>
                </a:cubicBezTo>
                <a:close/>
                <a:moveTo>
                  <a:pt x="5524280" y="636015"/>
                </a:moveTo>
                <a:cubicBezTo>
                  <a:pt x="5512678" y="636015"/>
                  <a:pt x="5505105" y="642511"/>
                  <a:pt x="5502624" y="651783"/>
                </a:cubicBezTo>
                <a:lnTo>
                  <a:pt x="5502624" y="637396"/>
                </a:lnTo>
                <a:lnTo>
                  <a:pt x="5484997" y="637396"/>
                </a:lnTo>
                <a:lnTo>
                  <a:pt x="5484997" y="716570"/>
                </a:lnTo>
                <a:lnTo>
                  <a:pt x="5484997" y="716595"/>
                </a:lnTo>
                <a:lnTo>
                  <a:pt x="5502624" y="716595"/>
                </a:lnTo>
                <a:lnTo>
                  <a:pt x="5502624" y="673447"/>
                </a:lnTo>
                <a:cubicBezTo>
                  <a:pt x="5502624" y="660300"/>
                  <a:pt x="5508188" y="654264"/>
                  <a:pt x="5522118" y="654264"/>
                </a:cubicBezTo>
                <a:lnTo>
                  <a:pt x="5525981" y="654264"/>
                </a:lnTo>
                <a:lnTo>
                  <a:pt x="5525981" y="636015"/>
                </a:lnTo>
                <a:close/>
                <a:moveTo>
                  <a:pt x="5342845" y="635260"/>
                </a:moveTo>
                <a:cubicBezTo>
                  <a:pt x="5322122" y="635260"/>
                  <a:pt x="5305110" y="652729"/>
                  <a:pt x="5305110" y="677015"/>
                </a:cubicBezTo>
                <a:cubicBezTo>
                  <a:pt x="5305110" y="701300"/>
                  <a:pt x="5322122" y="718769"/>
                  <a:pt x="5342845" y="718769"/>
                </a:cubicBezTo>
                <a:cubicBezTo>
                  <a:pt x="5355061" y="718769"/>
                  <a:pt x="5364194" y="713513"/>
                  <a:pt x="5369451" y="703461"/>
                </a:cubicBezTo>
                <a:lnTo>
                  <a:pt x="5369451" y="716608"/>
                </a:lnTo>
                <a:lnTo>
                  <a:pt x="5387091" y="716608"/>
                </a:lnTo>
                <a:lnTo>
                  <a:pt x="5387091" y="637434"/>
                </a:lnTo>
                <a:lnTo>
                  <a:pt x="5369451" y="637434"/>
                </a:lnTo>
                <a:lnTo>
                  <a:pt x="5369451" y="650568"/>
                </a:lnTo>
                <a:cubicBezTo>
                  <a:pt x="5364194" y="640516"/>
                  <a:pt x="5355061" y="635260"/>
                  <a:pt x="5342845" y="635260"/>
                </a:cubicBezTo>
                <a:close/>
                <a:moveTo>
                  <a:pt x="5121193" y="635248"/>
                </a:moveTo>
                <a:cubicBezTo>
                  <a:pt x="5097682" y="635248"/>
                  <a:pt x="5079889" y="652717"/>
                  <a:pt x="5079889" y="677002"/>
                </a:cubicBezTo>
                <a:cubicBezTo>
                  <a:pt x="5079889" y="701287"/>
                  <a:pt x="5097682" y="718756"/>
                  <a:pt x="5121193" y="718756"/>
                </a:cubicBezTo>
                <a:cubicBezTo>
                  <a:pt x="5144704" y="718756"/>
                  <a:pt x="5162497" y="701287"/>
                  <a:pt x="5162497" y="677002"/>
                </a:cubicBezTo>
                <a:cubicBezTo>
                  <a:pt x="5162497" y="652717"/>
                  <a:pt x="5144704" y="635248"/>
                  <a:pt x="5121193" y="635248"/>
                </a:cubicBezTo>
                <a:close/>
                <a:moveTo>
                  <a:pt x="5436440" y="635235"/>
                </a:moveTo>
                <a:cubicBezTo>
                  <a:pt x="5413237" y="635235"/>
                  <a:pt x="5397311" y="652870"/>
                  <a:pt x="5397311" y="676989"/>
                </a:cubicBezTo>
                <a:lnTo>
                  <a:pt x="5397298" y="677002"/>
                </a:lnTo>
                <a:cubicBezTo>
                  <a:pt x="5397298" y="701121"/>
                  <a:pt x="5414464" y="718756"/>
                  <a:pt x="5437822" y="718756"/>
                </a:cubicBezTo>
                <a:cubicBezTo>
                  <a:pt x="5452212" y="718756"/>
                  <a:pt x="5465822" y="711646"/>
                  <a:pt x="5472321" y="700968"/>
                </a:cubicBezTo>
                <a:lnTo>
                  <a:pt x="5460258" y="690762"/>
                </a:lnTo>
                <a:cubicBezTo>
                  <a:pt x="5455768" y="698193"/>
                  <a:pt x="5447415" y="702669"/>
                  <a:pt x="5437835" y="702669"/>
                </a:cubicBezTo>
                <a:cubicBezTo>
                  <a:pt x="5426233" y="702669"/>
                  <a:pt x="5417573" y="694778"/>
                  <a:pt x="5415411" y="682718"/>
                </a:cubicBezTo>
                <a:lnTo>
                  <a:pt x="5474649" y="682718"/>
                </a:lnTo>
                <a:cubicBezTo>
                  <a:pt x="5474956" y="680711"/>
                  <a:pt x="5475109" y="678383"/>
                  <a:pt x="5475109" y="676222"/>
                </a:cubicBezTo>
                <a:cubicBezTo>
                  <a:pt x="5475109" y="653484"/>
                  <a:pt x="5459644" y="635235"/>
                  <a:pt x="5436440" y="635235"/>
                </a:cubicBezTo>
                <a:close/>
                <a:moveTo>
                  <a:pt x="5197290" y="614517"/>
                </a:moveTo>
                <a:lnTo>
                  <a:pt x="5179650" y="619927"/>
                </a:lnTo>
                <a:lnTo>
                  <a:pt x="5179650" y="637396"/>
                </a:lnTo>
                <a:lnTo>
                  <a:pt x="5164339" y="637396"/>
                </a:lnTo>
                <a:lnTo>
                  <a:pt x="5164339" y="652551"/>
                </a:lnTo>
                <a:lnTo>
                  <a:pt x="5179650" y="652551"/>
                </a:lnTo>
                <a:lnTo>
                  <a:pt x="5179650" y="691363"/>
                </a:lnTo>
                <a:cubicBezTo>
                  <a:pt x="5179650" y="708526"/>
                  <a:pt x="5189090" y="718271"/>
                  <a:pt x="5205169" y="718271"/>
                </a:cubicBezTo>
                <a:cubicBezTo>
                  <a:pt x="5209659" y="718271"/>
                  <a:pt x="5213676" y="717810"/>
                  <a:pt x="5216618" y="716877"/>
                </a:cubicBezTo>
                <a:lnTo>
                  <a:pt x="5216631" y="716902"/>
                </a:lnTo>
                <a:lnTo>
                  <a:pt x="5216631" y="702055"/>
                </a:lnTo>
                <a:cubicBezTo>
                  <a:pt x="5214622" y="702362"/>
                  <a:pt x="5211834" y="702515"/>
                  <a:pt x="5209979" y="702515"/>
                </a:cubicBezTo>
                <a:cubicBezTo>
                  <a:pt x="5201319" y="702515"/>
                  <a:pt x="5197290" y="698026"/>
                  <a:pt x="5197290" y="689675"/>
                </a:cubicBezTo>
                <a:lnTo>
                  <a:pt x="5197290" y="652563"/>
                </a:lnTo>
                <a:lnTo>
                  <a:pt x="5216631" y="652563"/>
                </a:lnTo>
                <a:lnTo>
                  <a:pt x="5216631" y="637409"/>
                </a:lnTo>
                <a:lnTo>
                  <a:pt x="5197290" y="637409"/>
                </a:lnTo>
                <a:close/>
                <a:moveTo>
                  <a:pt x="5228399" y="608341"/>
                </a:moveTo>
                <a:lnTo>
                  <a:pt x="5228399" y="716595"/>
                </a:lnTo>
                <a:lnTo>
                  <a:pt x="5246013" y="716595"/>
                </a:lnTo>
                <a:lnTo>
                  <a:pt x="5246013" y="669585"/>
                </a:lnTo>
                <a:cubicBezTo>
                  <a:pt x="5246013" y="657372"/>
                  <a:pt x="5252511" y="650722"/>
                  <a:pt x="5262411" y="650722"/>
                </a:cubicBezTo>
                <a:cubicBezTo>
                  <a:pt x="5272312" y="650722"/>
                  <a:pt x="5277876" y="657372"/>
                  <a:pt x="5277876" y="668191"/>
                </a:cubicBezTo>
                <a:lnTo>
                  <a:pt x="5277876" y="716595"/>
                </a:lnTo>
                <a:lnTo>
                  <a:pt x="5295516" y="716595"/>
                </a:lnTo>
                <a:lnTo>
                  <a:pt x="5295516" y="665096"/>
                </a:lnTo>
                <a:cubicBezTo>
                  <a:pt x="5295516" y="644685"/>
                  <a:pt x="5284528" y="635248"/>
                  <a:pt x="5269690" y="635248"/>
                </a:cubicBezTo>
                <a:cubicBezTo>
                  <a:pt x="5257474" y="635248"/>
                  <a:pt x="5249428" y="641284"/>
                  <a:pt x="5246026" y="647934"/>
                </a:cubicBezTo>
                <a:lnTo>
                  <a:pt x="5246026" y="608341"/>
                </a:lnTo>
                <a:close/>
                <a:moveTo>
                  <a:pt x="5020652" y="606486"/>
                </a:moveTo>
                <a:cubicBezTo>
                  <a:pt x="4989555" y="606486"/>
                  <a:pt x="4966198" y="629992"/>
                  <a:pt x="4966198" y="662628"/>
                </a:cubicBezTo>
                <a:cubicBezTo>
                  <a:pt x="4966198" y="695264"/>
                  <a:pt x="4989555" y="718769"/>
                  <a:pt x="5018324" y="718769"/>
                </a:cubicBezTo>
                <a:cubicBezTo>
                  <a:pt x="5031627" y="718769"/>
                  <a:pt x="5044150" y="712580"/>
                  <a:pt x="5051428" y="702681"/>
                </a:cubicBezTo>
                <a:lnTo>
                  <a:pt x="5051428" y="716595"/>
                </a:lnTo>
                <a:lnTo>
                  <a:pt x="5069375" y="716595"/>
                </a:lnTo>
                <a:lnTo>
                  <a:pt x="5069375" y="659686"/>
                </a:lnTo>
                <a:lnTo>
                  <a:pt x="5022506" y="659686"/>
                </a:lnTo>
                <a:lnTo>
                  <a:pt x="5022506" y="677322"/>
                </a:lnTo>
                <a:lnTo>
                  <a:pt x="5049880" y="677322"/>
                </a:lnTo>
                <a:cubicBezTo>
                  <a:pt x="5047245" y="690622"/>
                  <a:pt x="5035490" y="699906"/>
                  <a:pt x="5020639" y="699906"/>
                </a:cubicBezTo>
                <a:cubicBezTo>
                  <a:pt x="5001144" y="699906"/>
                  <a:pt x="4987227" y="684138"/>
                  <a:pt x="4987227" y="662640"/>
                </a:cubicBezTo>
                <a:cubicBezTo>
                  <a:pt x="4987227" y="641143"/>
                  <a:pt x="5001144" y="625375"/>
                  <a:pt x="5020639" y="625375"/>
                </a:cubicBezTo>
                <a:cubicBezTo>
                  <a:pt x="5034556" y="625375"/>
                  <a:pt x="5044610" y="632332"/>
                  <a:pt x="5050034" y="642230"/>
                </a:cubicBezTo>
                <a:lnTo>
                  <a:pt x="5066739" y="631091"/>
                </a:lnTo>
                <a:cubicBezTo>
                  <a:pt x="5058540" y="615630"/>
                  <a:pt x="5041220" y="606499"/>
                  <a:pt x="5020639" y="606499"/>
                </a:cubicBezTo>
                <a:close/>
                <a:moveTo>
                  <a:pt x="4744738" y="601537"/>
                </a:moveTo>
                <a:lnTo>
                  <a:pt x="4744746" y="601542"/>
                </a:lnTo>
                <a:lnTo>
                  <a:pt x="4743293" y="602995"/>
                </a:lnTo>
                <a:cubicBezTo>
                  <a:pt x="4761035" y="630631"/>
                  <a:pt x="4784546" y="661873"/>
                  <a:pt x="4819735" y="697054"/>
                </a:cubicBezTo>
                <a:cubicBezTo>
                  <a:pt x="4845357" y="722670"/>
                  <a:pt x="4859159" y="732888"/>
                  <a:pt x="4866910" y="725125"/>
                </a:cubicBezTo>
                <a:cubicBezTo>
                  <a:pt x="4874662" y="717376"/>
                  <a:pt x="4864442" y="703577"/>
                  <a:pt x="4838820" y="677961"/>
                </a:cubicBezTo>
                <a:cubicBezTo>
                  <a:pt x="4821226" y="660371"/>
                  <a:pt x="4804616" y="645696"/>
                  <a:pt x="4788949" y="633203"/>
                </a:cubicBezTo>
                <a:lnTo>
                  <a:pt x="4744746" y="601542"/>
                </a:lnTo>
                <a:lnTo>
                  <a:pt x="4744751" y="601537"/>
                </a:lnTo>
                <a:close/>
                <a:moveTo>
                  <a:pt x="4640551" y="588557"/>
                </a:moveTo>
                <a:cubicBezTo>
                  <a:pt x="4618550" y="588557"/>
                  <a:pt x="4608227" y="590756"/>
                  <a:pt x="4608227" y="600258"/>
                </a:cubicBezTo>
                <a:cubicBezTo>
                  <a:pt x="4608227" y="609760"/>
                  <a:pt x="4618537" y="611960"/>
                  <a:pt x="4640551" y="611960"/>
                </a:cubicBezTo>
                <a:cubicBezTo>
                  <a:pt x="4665495" y="611960"/>
                  <a:pt x="4685872" y="608724"/>
                  <a:pt x="4703192" y="604184"/>
                </a:cubicBezTo>
                <a:cubicBezTo>
                  <a:pt x="4677327" y="621794"/>
                  <a:pt x="4648597" y="646783"/>
                  <a:pt x="4616030" y="678997"/>
                </a:cubicBezTo>
                <a:cubicBezTo>
                  <a:pt x="4590472" y="704280"/>
                  <a:pt x="4580214" y="717823"/>
                  <a:pt x="4587633" y="725164"/>
                </a:cubicBezTo>
                <a:cubicBezTo>
                  <a:pt x="4595052" y="732504"/>
                  <a:pt x="4608739" y="722350"/>
                  <a:pt x="4634296" y="697067"/>
                </a:cubicBezTo>
                <a:cubicBezTo>
                  <a:pt x="4666864" y="664840"/>
                  <a:pt x="4692114" y="636424"/>
                  <a:pt x="4709907" y="610834"/>
                </a:cubicBezTo>
                <a:cubicBezTo>
                  <a:pt x="4705366" y="628150"/>
                  <a:pt x="4702117" y="648535"/>
                  <a:pt x="4702117" y="673511"/>
                </a:cubicBezTo>
                <a:cubicBezTo>
                  <a:pt x="4702117" y="695507"/>
                  <a:pt x="4704317" y="705815"/>
                  <a:pt x="4713821" y="705815"/>
                </a:cubicBezTo>
                <a:cubicBezTo>
                  <a:pt x="4723325" y="705815"/>
                  <a:pt x="4725526" y="695507"/>
                  <a:pt x="4725526" y="673511"/>
                </a:cubicBezTo>
                <a:cubicBezTo>
                  <a:pt x="4725526" y="643291"/>
                  <a:pt x="4720793" y="619773"/>
                  <a:pt x="4714717" y="600297"/>
                </a:cubicBezTo>
                <a:cubicBezTo>
                  <a:pt x="4714640" y="600028"/>
                  <a:pt x="4714499" y="599836"/>
                  <a:pt x="4714333" y="599708"/>
                </a:cubicBezTo>
                <a:lnTo>
                  <a:pt x="4714320" y="599695"/>
                </a:lnTo>
                <a:cubicBezTo>
                  <a:pt x="4714192" y="599555"/>
                  <a:pt x="4714013" y="599440"/>
                  <a:pt x="4713783" y="599363"/>
                </a:cubicBezTo>
                <a:cubicBezTo>
                  <a:pt x="4694289" y="593301"/>
                  <a:pt x="4670778" y="588557"/>
                  <a:pt x="4640551" y="588557"/>
                </a:cubicBezTo>
                <a:close/>
                <a:moveTo>
                  <a:pt x="4827410" y="575551"/>
                </a:moveTo>
                <a:cubicBezTo>
                  <a:pt x="4794549" y="575551"/>
                  <a:pt x="4768978" y="580295"/>
                  <a:pt x="4747796" y="586357"/>
                </a:cubicBezTo>
                <a:cubicBezTo>
                  <a:pt x="4746683" y="586677"/>
                  <a:pt x="4746683" y="587828"/>
                  <a:pt x="4747796" y="588147"/>
                </a:cubicBezTo>
                <a:cubicBezTo>
                  <a:pt x="4768978" y="594209"/>
                  <a:pt x="4794562" y="598941"/>
                  <a:pt x="4827410" y="598941"/>
                </a:cubicBezTo>
                <a:cubicBezTo>
                  <a:pt x="4851330" y="598941"/>
                  <a:pt x="4862549" y="596741"/>
                  <a:pt x="4862549" y="587252"/>
                </a:cubicBezTo>
                <a:cubicBezTo>
                  <a:pt x="4862549" y="577763"/>
                  <a:pt x="4851330" y="575551"/>
                  <a:pt x="4827410" y="575551"/>
                </a:cubicBezTo>
                <a:close/>
                <a:moveTo>
                  <a:pt x="4993111" y="515163"/>
                </a:moveTo>
                <a:lnTo>
                  <a:pt x="5024054" y="515163"/>
                </a:lnTo>
                <a:cubicBezTo>
                  <a:pt x="5034722" y="515163"/>
                  <a:pt x="5040913" y="520419"/>
                  <a:pt x="5040913" y="529396"/>
                </a:cubicBezTo>
                <a:cubicBezTo>
                  <a:pt x="5040913" y="538374"/>
                  <a:pt x="5034722" y="543630"/>
                  <a:pt x="5024054" y="543630"/>
                </a:cubicBezTo>
                <a:lnTo>
                  <a:pt x="5024054" y="543617"/>
                </a:lnTo>
                <a:lnTo>
                  <a:pt x="4993111" y="543617"/>
                </a:lnTo>
                <a:close/>
                <a:moveTo>
                  <a:pt x="5574716" y="497527"/>
                </a:moveTo>
                <a:cubicBezTo>
                  <a:pt x="5588019" y="497527"/>
                  <a:pt x="5597766" y="508039"/>
                  <a:pt x="5597766" y="522273"/>
                </a:cubicBezTo>
                <a:cubicBezTo>
                  <a:pt x="5597766" y="536507"/>
                  <a:pt x="5588019" y="547019"/>
                  <a:pt x="5574716" y="547019"/>
                </a:cubicBezTo>
                <a:cubicBezTo>
                  <a:pt x="5561413" y="547019"/>
                  <a:pt x="5551666" y="536507"/>
                  <a:pt x="5551666" y="522273"/>
                </a:cubicBezTo>
                <a:cubicBezTo>
                  <a:pt x="5551666" y="508039"/>
                  <a:pt x="5561413" y="497527"/>
                  <a:pt x="5574716" y="497527"/>
                </a:cubicBezTo>
                <a:close/>
                <a:moveTo>
                  <a:pt x="5111919" y="497527"/>
                </a:moveTo>
                <a:cubicBezTo>
                  <a:pt x="5125222" y="497527"/>
                  <a:pt x="5134969" y="508039"/>
                  <a:pt x="5134969" y="522273"/>
                </a:cubicBezTo>
                <a:cubicBezTo>
                  <a:pt x="5134969" y="536507"/>
                  <a:pt x="5125222" y="547019"/>
                  <a:pt x="5111919" y="547019"/>
                </a:cubicBezTo>
                <a:cubicBezTo>
                  <a:pt x="5098616" y="547019"/>
                  <a:pt x="5088869" y="536507"/>
                  <a:pt x="5088869" y="522273"/>
                </a:cubicBezTo>
                <a:cubicBezTo>
                  <a:pt x="5088869" y="508039"/>
                  <a:pt x="5098616" y="497527"/>
                  <a:pt x="5111919" y="497527"/>
                </a:cubicBezTo>
                <a:close/>
                <a:moveTo>
                  <a:pt x="5376882" y="496606"/>
                </a:moveTo>
                <a:cubicBezTo>
                  <a:pt x="5386783" y="496606"/>
                  <a:pt x="5394829" y="502489"/>
                  <a:pt x="5397144" y="513769"/>
                </a:cubicBezTo>
                <a:lnTo>
                  <a:pt x="5356314" y="513769"/>
                </a:lnTo>
                <a:cubicBezTo>
                  <a:pt x="5358782" y="503103"/>
                  <a:pt x="5366368" y="496606"/>
                  <a:pt x="5376882" y="496606"/>
                </a:cubicBezTo>
                <a:close/>
                <a:moveTo>
                  <a:pt x="5505578" y="482693"/>
                </a:moveTo>
                <a:lnTo>
                  <a:pt x="5505578" y="561866"/>
                </a:lnTo>
                <a:lnTo>
                  <a:pt x="5523217" y="561866"/>
                </a:lnTo>
                <a:lnTo>
                  <a:pt x="5523217" y="482693"/>
                </a:lnTo>
                <a:close/>
                <a:moveTo>
                  <a:pt x="5205502" y="481299"/>
                </a:moveTo>
                <a:cubicBezTo>
                  <a:pt x="5193900" y="481299"/>
                  <a:pt x="5186327" y="487795"/>
                  <a:pt x="5183846" y="497080"/>
                </a:cubicBezTo>
                <a:lnTo>
                  <a:pt x="5183846" y="482693"/>
                </a:lnTo>
                <a:lnTo>
                  <a:pt x="5166206" y="482693"/>
                </a:lnTo>
                <a:lnTo>
                  <a:pt x="5166206" y="561866"/>
                </a:lnTo>
                <a:lnTo>
                  <a:pt x="5183846" y="561866"/>
                </a:lnTo>
                <a:lnTo>
                  <a:pt x="5183846" y="518718"/>
                </a:lnTo>
                <a:cubicBezTo>
                  <a:pt x="5183846" y="505571"/>
                  <a:pt x="5189410" y="499548"/>
                  <a:pt x="5203340" y="499548"/>
                </a:cubicBezTo>
                <a:lnTo>
                  <a:pt x="5207203" y="499548"/>
                </a:lnTo>
                <a:lnTo>
                  <a:pt x="5207203" y="481299"/>
                </a:lnTo>
                <a:close/>
                <a:moveTo>
                  <a:pt x="5571160" y="480531"/>
                </a:moveTo>
                <a:cubicBezTo>
                  <a:pt x="5550438" y="480531"/>
                  <a:pt x="5533412" y="498000"/>
                  <a:pt x="5533412" y="522286"/>
                </a:cubicBezTo>
                <a:cubicBezTo>
                  <a:pt x="5533412" y="546571"/>
                  <a:pt x="5550425" y="564040"/>
                  <a:pt x="5571160" y="564040"/>
                </a:cubicBezTo>
                <a:cubicBezTo>
                  <a:pt x="5583376" y="564040"/>
                  <a:pt x="5592509" y="558784"/>
                  <a:pt x="5597766" y="548732"/>
                </a:cubicBezTo>
                <a:lnTo>
                  <a:pt x="5597766" y="561879"/>
                </a:lnTo>
                <a:lnTo>
                  <a:pt x="5615393" y="561879"/>
                </a:lnTo>
                <a:lnTo>
                  <a:pt x="5615393" y="482705"/>
                </a:lnTo>
                <a:lnTo>
                  <a:pt x="5597766" y="482705"/>
                </a:lnTo>
                <a:lnTo>
                  <a:pt x="5597766" y="495839"/>
                </a:lnTo>
                <a:cubicBezTo>
                  <a:pt x="5592509" y="485787"/>
                  <a:pt x="5583376" y="480531"/>
                  <a:pt x="5571160" y="480531"/>
                </a:cubicBezTo>
                <a:close/>
                <a:moveTo>
                  <a:pt x="5108350" y="480531"/>
                </a:moveTo>
                <a:cubicBezTo>
                  <a:pt x="5087628" y="480531"/>
                  <a:pt x="5070602" y="498000"/>
                  <a:pt x="5070602" y="522286"/>
                </a:cubicBezTo>
                <a:cubicBezTo>
                  <a:pt x="5070602" y="546571"/>
                  <a:pt x="5087615" y="564040"/>
                  <a:pt x="5108350" y="564040"/>
                </a:cubicBezTo>
                <a:cubicBezTo>
                  <a:pt x="5120566" y="564040"/>
                  <a:pt x="5129699" y="558784"/>
                  <a:pt x="5134956" y="548732"/>
                </a:cubicBezTo>
                <a:lnTo>
                  <a:pt x="5134956" y="561879"/>
                </a:lnTo>
                <a:lnTo>
                  <a:pt x="5152583" y="561879"/>
                </a:lnTo>
                <a:lnTo>
                  <a:pt x="5152583" y="482705"/>
                </a:lnTo>
                <a:lnTo>
                  <a:pt x="5134956" y="482705"/>
                </a:lnTo>
                <a:lnTo>
                  <a:pt x="5134956" y="495839"/>
                </a:lnTo>
                <a:cubicBezTo>
                  <a:pt x="5129699" y="485787"/>
                  <a:pt x="5120566" y="480531"/>
                  <a:pt x="5108350" y="480531"/>
                </a:cubicBezTo>
                <a:close/>
                <a:moveTo>
                  <a:pt x="5466756" y="480518"/>
                </a:moveTo>
                <a:cubicBezTo>
                  <a:pt x="5454540" y="480518"/>
                  <a:pt x="5446494" y="486555"/>
                  <a:pt x="5443091" y="493205"/>
                </a:cubicBezTo>
                <a:lnTo>
                  <a:pt x="5443091" y="482693"/>
                </a:lnTo>
                <a:lnTo>
                  <a:pt x="5425465" y="482693"/>
                </a:lnTo>
                <a:lnTo>
                  <a:pt x="5425465" y="561866"/>
                </a:lnTo>
                <a:lnTo>
                  <a:pt x="5443079" y="561866"/>
                </a:lnTo>
                <a:lnTo>
                  <a:pt x="5443079" y="514856"/>
                </a:lnTo>
                <a:cubicBezTo>
                  <a:pt x="5443079" y="502643"/>
                  <a:pt x="5449577" y="495993"/>
                  <a:pt x="5459477" y="495993"/>
                </a:cubicBezTo>
                <a:cubicBezTo>
                  <a:pt x="5469378" y="495993"/>
                  <a:pt x="5474942" y="502643"/>
                  <a:pt x="5474942" y="513462"/>
                </a:cubicBezTo>
                <a:lnTo>
                  <a:pt x="5474942" y="561866"/>
                </a:lnTo>
                <a:lnTo>
                  <a:pt x="5492582" y="561866"/>
                </a:lnTo>
                <a:lnTo>
                  <a:pt x="5492582" y="510367"/>
                </a:lnTo>
                <a:cubicBezTo>
                  <a:pt x="5492582" y="489956"/>
                  <a:pt x="5481594" y="480518"/>
                  <a:pt x="5466756" y="480518"/>
                </a:cubicBezTo>
                <a:close/>
                <a:moveTo>
                  <a:pt x="5376895" y="480518"/>
                </a:moveTo>
                <a:cubicBezTo>
                  <a:pt x="5353691" y="480518"/>
                  <a:pt x="5337753" y="498141"/>
                  <a:pt x="5337753" y="522273"/>
                </a:cubicBezTo>
                <a:cubicBezTo>
                  <a:pt x="5337753" y="546392"/>
                  <a:pt x="5354919" y="564027"/>
                  <a:pt x="5378277" y="564027"/>
                </a:cubicBezTo>
                <a:cubicBezTo>
                  <a:pt x="5392667" y="564027"/>
                  <a:pt x="5406277" y="556917"/>
                  <a:pt x="5412776" y="546239"/>
                </a:cubicBezTo>
                <a:lnTo>
                  <a:pt x="5400713" y="536033"/>
                </a:lnTo>
                <a:cubicBezTo>
                  <a:pt x="5396223" y="543451"/>
                  <a:pt x="5387870" y="547939"/>
                  <a:pt x="5378290" y="547939"/>
                </a:cubicBezTo>
                <a:cubicBezTo>
                  <a:pt x="5366688" y="547939"/>
                  <a:pt x="5358028" y="540049"/>
                  <a:pt x="5355866" y="527989"/>
                </a:cubicBezTo>
                <a:lnTo>
                  <a:pt x="5415103" y="527989"/>
                </a:lnTo>
                <a:cubicBezTo>
                  <a:pt x="5415411" y="525982"/>
                  <a:pt x="5415564" y="523654"/>
                  <a:pt x="5415564" y="521493"/>
                </a:cubicBezTo>
                <a:cubicBezTo>
                  <a:pt x="5415564" y="498755"/>
                  <a:pt x="5400099" y="480518"/>
                  <a:pt x="5376895" y="480518"/>
                </a:cubicBezTo>
                <a:close/>
                <a:moveTo>
                  <a:pt x="5256553" y="480518"/>
                </a:moveTo>
                <a:cubicBezTo>
                  <a:pt x="5245104" y="480518"/>
                  <a:pt x="5237532" y="486555"/>
                  <a:pt x="5234129" y="493205"/>
                </a:cubicBezTo>
                <a:lnTo>
                  <a:pt x="5234129" y="482693"/>
                </a:lnTo>
                <a:lnTo>
                  <a:pt x="5216490" y="482693"/>
                </a:lnTo>
                <a:lnTo>
                  <a:pt x="5216490" y="561866"/>
                </a:lnTo>
                <a:lnTo>
                  <a:pt x="5234116" y="561866"/>
                </a:lnTo>
                <a:lnTo>
                  <a:pt x="5234116" y="514856"/>
                </a:lnTo>
                <a:cubicBezTo>
                  <a:pt x="5234116" y="502643"/>
                  <a:pt x="5240154" y="495993"/>
                  <a:pt x="5249274" y="495993"/>
                </a:cubicBezTo>
                <a:cubicBezTo>
                  <a:pt x="5258395" y="495993"/>
                  <a:pt x="5263511" y="502643"/>
                  <a:pt x="5263511" y="513462"/>
                </a:cubicBezTo>
                <a:lnTo>
                  <a:pt x="5263511" y="561866"/>
                </a:lnTo>
                <a:lnTo>
                  <a:pt x="5281138" y="561866"/>
                </a:lnTo>
                <a:lnTo>
                  <a:pt x="5281138" y="513155"/>
                </a:lnTo>
                <a:cubicBezTo>
                  <a:pt x="5281138" y="502643"/>
                  <a:pt x="5287176" y="495993"/>
                  <a:pt x="5296296" y="495993"/>
                </a:cubicBezTo>
                <a:cubicBezTo>
                  <a:pt x="5305416" y="495993"/>
                  <a:pt x="5310533" y="502643"/>
                  <a:pt x="5310533" y="513462"/>
                </a:cubicBezTo>
                <a:lnTo>
                  <a:pt x="5310533" y="561866"/>
                </a:lnTo>
                <a:lnTo>
                  <a:pt x="5328172" y="561866"/>
                </a:lnTo>
                <a:lnTo>
                  <a:pt x="5328172" y="510367"/>
                </a:lnTo>
                <a:cubicBezTo>
                  <a:pt x="5328172" y="489956"/>
                  <a:pt x="5317658" y="480518"/>
                  <a:pt x="5302026" y="480518"/>
                </a:cubicBezTo>
                <a:cubicBezTo>
                  <a:pt x="5291512" y="480518"/>
                  <a:pt x="5283312" y="485161"/>
                  <a:pt x="5278209" y="494125"/>
                </a:cubicBezTo>
                <a:cubicBezTo>
                  <a:pt x="5274039" y="484841"/>
                  <a:pt x="5266146" y="480518"/>
                  <a:pt x="5256553" y="480518"/>
                </a:cubicBezTo>
                <a:close/>
                <a:moveTo>
                  <a:pt x="4993111" y="471861"/>
                </a:moveTo>
                <a:lnTo>
                  <a:pt x="5023120" y="471861"/>
                </a:lnTo>
                <a:cubicBezTo>
                  <a:pt x="5032714" y="471861"/>
                  <a:pt x="5038278" y="476503"/>
                  <a:pt x="5038278" y="484381"/>
                </a:cubicBezTo>
                <a:cubicBezTo>
                  <a:pt x="5038278" y="492258"/>
                  <a:pt x="5032714" y="496913"/>
                  <a:pt x="5023120" y="496913"/>
                </a:cubicBezTo>
                <a:lnTo>
                  <a:pt x="4993111" y="496913"/>
                </a:lnTo>
                <a:close/>
                <a:moveTo>
                  <a:pt x="4728340" y="462794"/>
                </a:moveTo>
                <a:cubicBezTo>
                  <a:pt x="4718848" y="462794"/>
                  <a:pt x="4716648" y="472936"/>
                  <a:pt x="4716648" y="494561"/>
                </a:cubicBezTo>
                <a:cubicBezTo>
                  <a:pt x="4716648" y="524269"/>
                  <a:pt x="4721381" y="547390"/>
                  <a:pt x="4727457" y="566535"/>
                </a:cubicBezTo>
                <a:cubicBezTo>
                  <a:pt x="4727777" y="567545"/>
                  <a:pt x="4728915" y="567545"/>
                  <a:pt x="4729235" y="566535"/>
                </a:cubicBezTo>
                <a:cubicBezTo>
                  <a:pt x="4735298" y="547378"/>
                  <a:pt x="4740044" y="524269"/>
                  <a:pt x="4740044" y="494561"/>
                </a:cubicBezTo>
                <a:cubicBezTo>
                  <a:pt x="4740044" y="472936"/>
                  <a:pt x="4737844" y="462794"/>
                  <a:pt x="4728340" y="462794"/>
                </a:cubicBezTo>
                <a:close/>
                <a:moveTo>
                  <a:pt x="4973003" y="453624"/>
                </a:moveTo>
                <a:lnTo>
                  <a:pt x="4973003" y="561866"/>
                </a:lnTo>
                <a:lnTo>
                  <a:pt x="5026369" y="561866"/>
                </a:lnTo>
                <a:cubicBezTo>
                  <a:pt x="5048793" y="561866"/>
                  <a:pt x="5061942" y="550574"/>
                  <a:pt x="5061942" y="531404"/>
                </a:cubicBezTo>
                <a:cubicBezTo>
                  <a:pt x="5061942" y="518257"/>
                  <a:pt x="5054677" y="509446"/>
                  <a:pt x="5043075" y="505584"/>
                </a:cubicBezTo>
                <a:cubicBezTo>
                  <a:pt x="5053129" y="501722"/>
                  <a:pt x="5059320" y="492744"/>
                  <a:pt x="5059320" y="481772"/>
                </a:cubicBezTo>
                <a:cubicBezTo>
                  <a:pt x="5059320" y="464136"/>
                  <a:pt x="5046951" y="453624"/>
                  <a:pt x="5025909" y="453624"/>
                </a:cubicBezTo>
                <a:close/>
                <a:moveTo>
                  <a:pt x="5514391" y="450670"/>
                </a:moveTo>
                <a:cubicBezTo>
                  <a:pt x="5508354" y="450670"/>
                  <a:pt x="5503403" y="455619"/>
                  <a:pt x="5503403" y="461655"/>
                </a:cubicBezTo>
                <a:cubicBezTo>
                  <a:pt x="5503403" y="467692"/>
                  <a:pt x="5508354" y="472641"/>
                  <a:pt x="5514391" y="472641"/>
                </a:cubicBezTo>
                <a:cubicBezTo>
                  <a:pt x="5520429" y="472641"/>
                  <a:pt x="5525379" y="467692"/>
                  <a:pt x="5525379" y="461655"/>
                </a:cubicBezTo>
                <a:cubicBezTo>
                  <a:pt x="5525379" y="455619"/>
                  <a:pt x="5520429" y="450670"/>
                  <a:pt x="5514391" y="450670"/>
                </a:cubicBezTo>
                <a:close/>
                <a:moveTo>
                  <a:pt x="4867038" y="447346"/>
                </a:moveTo>
                <a:cubicBezTo>
                  <a:pt x="4859287" y="439596"/>
                  <a:pt x="4845485" y="449814"/>
                  <a:pt x="4819863" y="475417"/>
                </a:cubicBezTo>
                <a:cubicBezTo>
                  <a:pt x="4784674" y="510598"/>
                  <a:pt x="4761150" y="541840"/>
                  <a:pt x="4743421" y="569476"/>
                </a:cubicBezTo>
                <a:cubicBezTo>
                  <a:pt x="4742487" y="570934"/>
                  <a:pt x="4743421" y="571868"/>
                  <a:pt x="4744879" y="570934"/>
                </a:cubicBezTo>
                <a:cubicBezTo>
                  <a:pt x="4772522" y="553196"/>
                  <a:pt x="4803771" y="529691"/>
                  <a:pt x="4838961" y="494510"/>
                </a:cubicBezTo>
                <a:cubicBezTo>
                  <a:pt x="4864582" y="468894"/>
                  <a:pt x="4874803" y="455096"/>
                  <a:pt x="4867038" y="447346"/>
                </a:cubicBezTo>
                <a:close/>
                <a:moveTo>
                  <a:pt x="4588234" y="447282"/>
                </a:moveTo>
                <a:cubicBezTo>
                  <a:pt x="4580482" y="455032"/>
                  <a:pt x="4590703" y="468830"/>
                  <a:pt x="4616311" y="494446"/>
                </a:cubicBezTo>
                <a:cubicBezTo>
                  <a:pt x="4651501" y="529627"/>
                  <a:pt x="4682751" y="553145"/>
                  <a:pt x="4710393" y="570870"/>
                </a:cubicBezTo>
                <a:lnTo>
                  <a:pt x="4710393" y="570883"/>
                </a:lnTo>
                <a:cubicBezTo>
                  <a:pt x="4711851" y="571816"/>
                  <a:pt x="4712785" y="570883"/>
                  <a:pt x="4711851" y="569425"/>
                </a:cubicBezTo>
                <a:cubicBezTo>
                  <a:pt x="4694109" y="541789"/>
                  <a:pt x="4670599" y="510547"/>
                  <a:pt x="4635409" y="475365"/>
                </a:cubicBezTo>
                <a:cubicBezTo>
                  <a:pt x="4609800" y="449750"/>
                  <a:pt x="4595986" y="439532"/>
                  <a:pt x="4588234" y="447282"/>
                </a:cubicBezTo>
                <a:close/>
                <a:moveTo>
                  <a:pt x="0" y="0"/>
                </a:moveTo>
                <a:lnTo>
                  <a:pt x="6096000" y="0"/>
                </a:lnTo>
                <a:lnTo>
                  <a:pt x="6096000" y="441325"/>
                </a:lnTo>
                <a:lnTo>
                  <a:pt x="7030720" y="441325"/>
                </a:lnTo>
                <a:lnTo>
                  <a:pt x="7030720" y="1376363"/>
                </a:lnTo>
                <a:lnTo>
                  <a:pt x="6096000" y="1376363"/>
                </a:lnTo>
                <a:lnTo>
                  <a:pt x="6096000" y="6858000"/>
                </a:lnTo>
                <a:lnTo>
                  <a:pt x="0" y="6858000"/>
                </a:ln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23" name="Freihandform 22">
            <a:extLst>
              <a:ext uri="{FF2B5EF4-FFF2-40B4-BE49-F238E27FC236}">
                <a16:creationId xmlns:a16="http://schemas.microsoft.com/office/drawing/2014/main" id="{FF4B80A6-7EBD-27D1-6423-96DC051435AE}"/>
              </a:ext>
            </a:extLst>
          </p:cNvPr>
          <p:cNvSpPr/>
          <p:nvPr userDrawn="1"/>
        </p:nvSpPr>
        <p:spPr>
          <a:xfrm>
            <a:off x="6096000" y="0"/>
            <a:ext cx="6097200" cy="6858000"/>
          </a:xfrm>
          <a:custGeom>
            <a:avLst/>
            <a:gdLst>
              <a:gd name="connsiteX0" fmla="*/ 5346401 w 6097200"/>
              <a:gd name="connsiteY0" fmla="*/ 652256 h 6858000"/>
              <a:gd name="connsiteX1" fmla="*/ 5369451 w 6097200"/>
              <a:gd name="connsiteY1" fmla="*/ 677002 h 6858000"/>
              <a:gd name="connsiteX2" fmla="*/ 5346401 w 6097200"/>
              <a:gd name="connsiteY2" fmla="*/ 701748 h 6858000"/>
              <a:gd name="connsiteX3" fmla="*/ 5323350 w 6097200"/>
              <a:gd name="connsiteY3" fmla="*/ 677002 h 6858000"/>
              <a:gd name="connsiteX4" fmla="*/ 5346401 w 6097200"/>
              <a:gd name="connsiteY4" fmla="*/ 652256 h 6858000"/>
              <a:gd name="connsiteX5" fmla="*/ 5121193 w 6097200"/>
              <a:gd name="connsiteY5" fmla="*/ 652256 h 6858000"/>
              <a:gd name="connsiteX6" fmla="*/ 5144243 w 6097200"/>
              <a:gd name="connsiteY6" fmla="*/ 677002 h 6858000"/>
              <a:gd name="connsiteX7" fmla="*/ 5121193 w 6097200"/>
              <a:gd name="connsiteY7" fmla="*/ 701748 h 6858000"/>
              <a:gd name="connsiteX8" fmla="*/ 5098143 w 6097200"/>
              <a:gd name="connsiteY8" fmla="*/ 677002 h 6858000"/>
              <a:gd name="connsiteX9" fmla="*/ 5121193 w 6097200"/>
              <a:gd name="connsiteY9" fmla="*/ 652256 h 6858000"/>
              <a:gd name="connsiteX10" fmla="*/ 5436428 w 6097200"/>
              <a:gd name="connsiteY10" fmla="*/ 651335 h 6858000"/>
              <a:gd name="connsiteX11" fmla="*/ 5456689 w 6097200"/>
              <a:gd name="connsiteY11" fmla="*/ 668498 h 6858000"/>
              <a:gd name="connsiteX12" fmla="*/ 5415859 w 6097200"/>
              <a:gd name="connsiteY12" fmla="*/ 668498 h 6858000"/>
              <a:gd name="connsiteX13" fmla="*/ 5436428 w 6097200"/>
              <a:gd name="connsiteY13" fmla="*/ 651335 h 6858000"/>
              <a:gd name="connsiteX14" fmla="*/ 5524280 w 6097200"/>
              <a:gd name="connsiteY14" fmla="*/ 636015 h 6858000"/>
              <a:gd name="connsiteX15" fmla="*/ 5502624 w 6097200"/>
              <a:gd name="connsiteY15" fmla="*/ 651783 h 6858000"/>
              <a:gd name="connsiteX16" fmla="*/ 5502624 w 6097200"/>
              <a:gd name="connsiteY16" fmla="*/ 637396 h 6858000"/>
              <a:gd name="connsiteX17" fmla="*/ 5484997 w 6097200"/>
              <a:gd name="connsiteY17" fmla="*/ 637396 h 6858000"/>
              <a:gd name="connsiteX18" fmla="*/ 5484997 w 6097200"/>
              <a:gd name="connsiteY18" fmla="*/ 716570 h 6858000"/>
              <a:gd name="connsiteX19" fmla="*/ 5484997 w 6097200"/>
              <a:gd name="connsiteY19" fmla="*/ 716595 h 6858000"/>
              <a:gd name="connsiteX20" fmla="*/ 5502624 w 6097200"/>
              <a:gd name="connsiteY20" fmla="*/ 716595 h 6858000"/>
              <a:gd name="connsiteX21" fmla="*/ 5502624 w 6097200"/>
              <a:gd name="connsiteY21" fmla="*/ 673447 h 6858000"/>
              <a:gd name="connsiteX22" fmla="*/ 5522118 w 6097200"/>
              <a:gd name="connsiteY22" fmla="*/ 654264 h 6858000"/>
              <a:gd name="connsiteX23" fmla="*/ 5525981 w 6097200"/>
              <a:gd name="connsiteY23" fmla="*/ 654264 h 6858000"/>
              <a:gd name="connsiteX24" fmla="*/ 5525981 w 6097200"/>
              <a:gd name="connsiteY24" fmla="*/ 636015 h 6858000"/>
              <a:gd name="connsiteX25" fmla="*/ 5342845 w 6097200"/>
              <a:gd name="connsiteY25" fmla="*/ 635260 h 6858000"/>
              <a:gd name="connsiteX26" fmla="*/ 5305110 w 6097200"/>
              <a:gd name="connsiteY26" fmla="*/ 677015 h 6858000"/>
              <a:gd name="connsiteX27" fmla="*/ 5342845 w 6097200"/>
              <a:gd name="connsiteY27" fmla="*/ 718769 h 6858000"/>
              <a:gd name="connsiteX28" fmla="*/ 5369451 w 6097200"/>
              <a:gd name="connsiteY28" fmla="*/ 703461 h 6858000"/>
              <a:gd name="connsiteX29" fmla="*/ 5369451 w 6097200"/>
              <a:gd name="connsiteY29" fmla="*/ 716608 h 6858000"/>
              <a:gd name="connsiteX30" fmla="*/ 5387091 w 6097200"/>
              <a:gd name="connsiteY30" fmla="*/ 716608 h 6858000"/>
              <a:gd name="connsiteX31" fmla="*/ 5387091 w 6097200"/>
              <a:gd name="connsiteY31" fmla="*/ 637434 h 6858000"/>
              <a:gd name="connsiteX32" fmla="*/ 5369451 w 6097200"/>
              <a:gd name="connsiteY32" fmla="*/ 637434 h 6858000"/>
              <a:gd name="connsiteX33" fmla="*/ 5369451 w 6097200"/>
              <a:gd name="connsiteY33" fmla="*/ 650568 h 6858000"/>
              <a:gd name="connsiteX34" fmla="*/ 5342845 w 6097200"/>
              <a:gd name="connsiteY34" fmla="*/ 635260 h 6858000"/>
              <a:gd name="connsiteX35" fmla="*/ 5121193 w 6097200"/>
              <a:gd name="connsiteY35" fmla="*/ 635248 h 6858000"/>
              <a:gd name="connsiteX36" fmla="*/ 5079889 w 6097200"/>
              <a:gd name="connsiteY36" fmla="*/ 677002 h 6858000"/>
              <a:gd name="connsiteX37" fmla="*/ 5121193 w 6097200"/>
              <a:gd name="connsiteY37" fmla="*/ 718756 h 6858000"/>
              <a:gd name="connsiteX38" fmla="*/ 5162497 w 6097200"/>
              <a:gd name="connsiteY38" fmla="*/ 677002 h 6858000"/>
              <a:gd name="connsiteX39" fmla="*/ 5121193 w 6097200"/>
              <a:gd name="connsiteY39" fmla="*/ 635248 h 6858000"/>
              <a:gd name="connsiteX40" fmla="*/ 5436440 w 6097200"/>
              <a:gd name="connsiteY40" fmla="*/ 635235 h 6858000"/>
              <a:gd name="connsiteX41" fmla="*/ 5397311 w 6097200"/>
              <a:gd name="connsiteY41" fmla="*/ 676989 h 6858000"/>
              <a:gd name="connsiteX42" fmla="*/ 5397298 w 6097200"/>
              <a:gd name="connsiteY42" fmla="*/ 677002 h 6858000"/>
              <a:gd name="connsiteX43" fmla="*/ 5437822 w 6097200"/>
              <a:gd name="connsiteY43" fmla="*/ 718756 h 6858000"/>
              <a:gd name="connsiteX44" fmla="*/ 5472321 w 6097200"/>
              <a:gd name="connsiteY44" fmla="*/ 700968 h 6858000"/>
              <a:gd name="connsiteX45" fmla="*/ 5460258 w 6097200"/>
              <a:gd name="connsiteY45" fmla="*/ 690762 h 6858000"/>
              <a:gd name="connsiteX46" fmla="*/ 5437835 w 6097200"/>
              <a:gd name="connsiteY46" fmla="*/ 702669 h 6858000"/>
              <a:gd name="connsiteX47" fmla="*/ 5415411 w 6097200"/>
              <a:gd name="connsiteY47" fmla="*/ 682718 h 6858000"/>
              <a:gd name="connsiteX48" fmla="*/ 5474649 w 6097200"/>
              <a:gd name="connsiteY48" fmla="*/ 682718 h 6858000"/>
              <a:gd name="connsiteX49" fmla="*/ 5475109 w 6097200"/>
              <a:gd name="connsiteY49" fmla="*/ 676222 h 6858000"/>
              <a:gd name="connsiteX50" fmla="*/ 5436440 w 6097200"/>
              <a:gd name="connsiteY50" fmla="*/ 635235 h 6858000"/>
              <a:gd name="connsiteX51" fmla="*/ 5197290 w 6097200"/>
              <a:gd name="connsiteY51" fmla="*/ 614517 h 6858000"/>
              <a:gd name="connsiteX52" fmla="*/ 5179650 w 6097200"/>
              <a:gd name="connsiteY52" fmla="*/ 619927 h 6858000"/>
              <a:gd name="connsiteX53" fmla="*/ 5179650 w 6097200"/>
              <a:gd name="connsiteY53" fmla="*/ 637396 h 6858000"/>
              <a:gd name="connsiteX54" fmla="*/ 5164339 w 6097200"/>
              <a:gd name="connsiteY54" fmla="*/ 637396 h 6858000"/>
              <a:gd name="connsiteX55" fmla="*/ 5164339 w 6097200"/>
              <a:gd name="connsiteY55" fmla="*/ 652551 h 6858000"/>
              <a:gd name="connsiteX56" fmla="*/ 5179650 w 6097200"/>
              <a:gd name="connsiteY56" fmla="*/ 652551 h 6858000"/>
              <a:gd name="connsiteX57" fmla="*/ 5179650 w 6097200"/>
              <a:gd name="connsiteY57" fmla="*/ 691363 h 6858000"/>
              <a:gd name="connsiteX58" fmla="*/ 5205169 w 6097200"/>
              <a:gd name="connsiteY58" fmla="*/ 718271 h 6858000"/>
              <a:gd name="connsiteX59" fmla="*/ 5216618 w 6097200"/>
              <a:gd name="connsiteY59" fmla="*/ 716877 h 6858000"/>
              <a:gd name="connsiteX60" fmla="*/ 5216631 w 6097200"/>
              <a:gd name="connsiteY60" fmla="*/ 716902 h 6858000"/>
              <a:gd name="connsiteX61" fmla="*/ 5216631 w 6097200"/>
              <a:gd name="connsiteY61" fmla="*/ 702055 h 6858000"/>
              <a:gd name="connsiteX62" fmla="*/ 5209979 w 6097200"/>
              <a:gd name="connsiteY62" fmla="*/ 702515 h 6858000"/>
              <a:gd name="connsiteX63" fmla="*/ 5197290 w 6097200"/>
              <a:gd name="connsiteY63" fmla="*/ 689675 h 6858000"/>
              <a:gd name="connsiteX64" fmla="*/ 5197290 w 6097200"/>
              <a:gd name="connsiteY64" fmla="*/ 652563 h 6858000"/>
              <a:gd name="connsiteX65" fmla="*/ 5216631 w 6097200"/>
              <a:gd name="connsiteY65" fmla="*/ 652563 h 6858000"/>
              <a:gd name="connsiteX66" fmla="*/ 5216631 w 6097200"/>
              <a:gd name="connsiteY66" fmla="*/ 637409 h 6858000"/>
              <a:gd name="connsiteX67" fmla="*/ 5197290 w 6097200"/>
              <a:gd name="connsiteY67" fmla="*/ 637409 h 6858000"/>
              <a:gd name="connsiteX68" fmla="*/ 5228399 w 6097200"/>
              <a:gd name="connsiteY68" fmla="*/ 608341 h 6858000"/>
              <a:gd name="connsiteX69" fmla="*/ 5228399 w 6097200"/>
              <a:gd name="connsiteY69" fmla="*/ 716595 h 6858000"/>
              <a:gd name="connsiteX70" fmla="*/ 5246013 w 6097200"/>
              <a:gd name="connsiteY70" fmla="*/ 716595 h 6858000"/>
              <a:gd name="connsiteX71" fmla="*/ 5246013 w 6097200"/>
              <a:gd name="connsiteY71" fmla="*/ 669585 h 6858000"/>
              <a:gd name="connsiteX72" fmla="*/ 5262411 w 6097200"/>
              <a:gd name="connsiteY72" fmla="*/ 650722 h 6858000"/>
              <a:gd name="connsiteX73" fmla="*/ 5277876 w 6097200"/>
              <a:gd name="connsiteY73" fmla="*/ 668191 h 6858000"/>
              <a:gd name="connsiteX74" fmla="*/ 5277876 w 6097200"/>
              <a:gd name="connsiteY74" fmla="*/ 716595 h 6858000"/>
              <a:gd name="connsiteX75" fmla="*/ 5295516 w 6097200"/>
              <a:gd name="connsiteY75" fmla="*/ 716595 h 6858000"/>
              <a:gd name="connsiteX76" fmla="*/ 5295516 w 6097200"/>
              <a:gd name="connsiteY76" fmla="*/ 665096 h 6858000"/>
              <a:gd name="connsiteX77" fmla="*/ 5269690 w 6097200"/>
              <a:gd name="connsiteY77" fmla="*/ 635248 h 6858000"/>
              <a:gd name="connsiteX78" fmla="*/ 5246026 w 6097200"/>
              <a:gd name="connsiteY78" fmla="*/ 647934 h 6858000"/>
              <a:gd name="connsiteX79" fmla="*/ 5246026 w 6097200"/>
              <a:gd name="connsiteY79" fmla="*/ 608341 h 6858000"/>
              <a:gd name="connsiteX80" fmla="*/ 5020652 w 6097200"/>
              <a:gd name="connsiteY80" fmla="*/ 606486 h 6858000"/>
              <a:gd name="connsiteX81" fmla="*/ 4966198 w 6097200"/>
              <a:gd name="connsiteY81" fmla="*/ 662628 h 6858000"/>
              <a:gd name="connsiteX82" fmla="*/ 5018324 w 6097200"/>
              <a:gd name="connsiteY82" fmla="*/ 718769 h 6858000"/>
              <a:gd name="connsiteX83" fmla="*/ 5051428 w 6097200"/>
              <a:gd name="connsiteY83" fmla="*/ 702681 h 6858000"/>
              <a:gd name="connsiteX84" fmla="*/ 5051428 w 6097200"/>
              <a:gd name="connsiteY84" fmla="*/ 716595 h 6858000"/>
              <a:gd name="connsiteX85" fmla="*/ 5069375 w 6097200"/>
              <a:gd name="connsiteY85" fmla="*/ 716595 h 6858000"/>
              <a:gd name="connsiteX86" fmla="*/ 5069375 w 6097200"/>
              <a:gd name="connsiteY86" fmla="*/ 659686 h 6858000"/>
              <a:gd name="connsiteX87" fmla="*/ 5022506 w 6097200"/>
              <a:gd name="connsiteY87" fmla="*/ 659686 h 6858000"/>
              <a:gd name="connsiteX88" fmla="*/ 5022506 w 6097200"/>
              <a:gd name="connsiteY88" fmla="*/ 677322 h 6858000"/>
              <a:gd name="connsiteX89" fmla="*/ 5049880 w 6097200"/>
              <a:gd name="connsiteY89" fmla="*/ 677322 h 6858000"/>
              <a:gd name="connsiteX90" fmla="*/ 5020639 w 6097200"/>
              <a:gd name="connsiteY90" fmla="*/ 699906 h 6858000"/>
              <a:gd name="connsiteX91" fmla="*/ 4987227 w 6097200"/>
              <a:gd name="connsiteY91" fmla="*/ 662640 h 6858000"/>
              <a:gd name="connsiteX92" fmla="*/ 5020639 w 6097200"/>
              <a:gd name="connsiteY92" fmla="*/ 625375 h 6858000"/>
              <a:gd name="connsiteX93" fmla="*/ 5050034 w 6097200"/>
              <a:gd name="connsiteY93" fmla="*/ 642230 h 6858000"/>
              <a:gd name="connsiteX94" fmla="*/ 5066739 w 6097200"/>
              <a:gd name="connsiteY94" fmla="*/ 631091 h 6858000"/>
              <a:gd name="connsiteX95" fmla="*/ 5020639 w 6097200"/>
              <a:gd name="connsiteY95" fmla="*/ 606499 h 6858000"/>
              <a:gd name="connsiteX96" fmla="*/ 4744738 w 6097200"/>
              <a:gd name="connsiteY96" fmla="*/ 601537 h 6858000"/>
              <a:gd name="connsiteX97" fmla="*/ 4744746 w 6097200"/>
              <a:gd name="connsiteY97" fmla="*/ 601542 h 6858000"/>
              <a:gd name="connsiteX98" fmla="*/ 4743293 w 6097200"/>
              <a:gd name="connsiteY98" fmla="*/ 602995 h 6858000"/>
              <a:gd name="connsiteX99" fmla="*/ 4819735 w 6097200"/>
              <a:gd name="connsiteY99" fmla="*/ 697054 h 6858000"/>
              <a:gd name="connsiteX100" fmla="*/ 4866910 w 6097200"/>
              <a:gd name="connsiteY100" fmla="*/ 725125 h 6858000"/>
              <a:gd name="connsiteX101" fmla="*/ 4838820 w 6097200"/>
              <a:gd name="connsiteY101" fmla="*/ 677961 h 6858000"/>
              <a:gd name="connsiteX102" fmla="*/ 4788949 w 6097200"/>
              <a:gd name="connsiteY102" fmla="*/ 633203 h 6858000"/>
              <a:gd name="connsiteX103" fmla="*/ 4744746 w 6097200"/>
              <a:gd name="connsiteY103" fmla="*/ 601542 h 6858000"/>
              <a:gd name="connsiteX104" fmla="*/ 4744751 w 6097200"/>
              <a:gd name="connsiteY104" fmla="*/ 601537 h 6858000"/>
              <a:gd name="connsiteX105" fmla="*/ 4640551 w 6097200"/>
              <a:gd name="connsiteY105" fmla="*/ 588557 h 6858000"/>
              <a:gd name="connsiteX106" fmla="*/ 4608227 w 6097200"/>
              <a:gd name="connsiteY106" fmla="*/ 600258 h 6858000"/>
              <a:gd name="connsiteX107" fmla="*/ 4640551 w 6097200"/>
              <a:gd name="connsiteY107" fmla="*/ 611960 h 6858000"/>
              <a:gd name="connsiteX108" fmla="*/ 4703192 w 6097200"/>
              <a:gd name="connsiteY108" fmla="*/ 604184 h 6858000"/>
              <a:gd name="connsiteX109" fmla="*/ 4616030 w 6097200"/>
              <a:gd name="connsiteY109" fmla="*/ 678997 h 6858000"/>
              <a:gd name="connsiteX110" fmla="*/ 4587633 w 6097200"/>
              <a:gd name="connsiteY110" fmla="*/ 725164 h 6858000"/>
              <a:gd name="connsiteX111" fmla="*/ 4634296 w 6097200"/>
              <a:gd name="connsiteY111" fmla="*/ 697067 h 6858000"/>
              <a:gd name="connsiteX112" fmla="*/ 4709907 w 6097200"/>
              <a:gd name="connsiteY112" fmla="*/ 610834 h 6858000"/>
              <a:gd name="connsiteX113" fmla="*/ 4702117 w 6097200"/>
              <a:gd name="connsiteY113" fmla="*/ 673511 h 6858000"/>
              <a:gd name="connsiteX114" fmla="*/ 4713821 w 6097200"/>
              <a:gd name="connsiteY114" fmla="*/ 705815 h 6858000"/>
              <a:gd name="connsiteX115" fmla="*/ 4725526 w 6097200"/>
              <a:gd name="connsiteY115" fmla="*/ 673511 h 6858000"/>
              <a:gd name="connsiteX116" fmla="*/ 4714717 w 6097200"/>
              <a:gd name="connsiteY116" fmla="*/ 600297 h 6858000"/>
              <a:gd name="connsiteX117" fmla="*/ 4714333 w 6097200"/>
              <a:gd name="connsiteY117" fmla="*/ 599708 h 6858000"/>
              <a:gd name="connsiteX118" fmla="*/ 4714320 w 6097200"/>
              <a:gd name="connsiteY118" fmla="*/ 599695 h 6858000"/>
              <a:gd name="connsiteX119" fmla="*/ 4713783 w 6097200"/>
              <a:gd name="connsiteY119" fmla="*/ 599363 h 6858000"/>
              <a:gd name="connsiteX120" fmla="*/ 4640551 w 6097200"/>
              <a:gd name="connsiteY120" fmla="*/ 588557 h 6858000"/>
              <a:gd name="connsiteX121" fmla="*/ 4827410 w 6097200"/>
              <a:gd name="connsiteY121" fmla="*/ 575551 h 6858000"/>
              <a:gd name="connsiteX122" fmla="*/ 4747796 w 6097200"/>
              <a:gd name="connsiteY122" fmla="*/ 586357 h 6858000"/>
              <a:gd name="connsiteX123" fmla="*/ 4747796 w 6097200"/>
              <a:gd name="connsiteY123" fmla="*/ 588147 h 6858000"/>
              <a:gd name="connsiteX124" fmla="*/ 4827410 w 6097200"/>
              <a:gd name="connsiteY124" fmla="*/ 598941 h 6858000"/>
              <a:gd name="connsiteX125" fmla="*/ 4862549 w 6097200"/>
              <a:gd name="connsiteY125" fmla="*/ 587252 h 6858000"/>
              <a:gd name="connsiteX126" fmla="*/ 4827410 w 6097200"/>
              <a:gd name="connsiteY126" fmla="*/ 575551 h 6858000"/>
              <a:gd name="connsiteX127" fmla="*/ 4993111 w 6097200"/>
              <a:gd name="connsiteY127" fmla="*/ 515163 h 6858000"/>
              <a:gd name="connsiteX128" fmla="*/ 5024054 w 6097200"/>
              <a:gd name="connsiteY128" fmla="*/ 515163 h 6858000"/>
              <a:gd name="connsiteX129" fmla="*/ 5040913 w 6097200"/>
              <a:gd name="connsiteY129" fmla="*/ 529396 h 6858000"/>
              <a:gd name="connsiteX130" fmla="*/ 5024054 w 6097200"/>
              <a:gd name="connsiteY130" fmla="*/ 543630 h 6858000"/>
              <a:gd name="connsiteX131" fmla="*/ 5024054 w 6097200"/>
              <a:gd name="connsiteY131" fmla="*/ 543617 h 6858000"/>
              <a:gd name="connsiteX132" fmla="*/ 4993111 w 6097200"/>
              <a:gd name="connsiteY132" fmla="*/ 543617 h 6858000"/>
              <a:gd name="connsiteX133" fmla="*/ 5574716 w 6097200"/>
              <a:gd name="connsiteY133" fmla="*/ 497527 h 6858000"/>
              <a:gd name="connsiteX134" fmla="*/ 5597766 w 6097200"/>
              <a:gd name="connsiteY134" fmla="*/ 522273 h 6858000"/>
              <a:gd name="connsiteX135" fmla="*/ 5574716 w 6097200"/>
              <a:gd name="connsiteY135" fmla="*/ 547019 h 6858000"/>
              <a:gd name="connsiteX136" fmla="*/ 5551666 w 6097200"/>
              <a:gd name="connsiteY136" fmla="*/ 522273 h 6858000"/>
              <a:gd name="connsiteX137" fmla="*/ 5574716 w 6097200"/>
              <a:gd name="connsiteY137" fmla="*/ 497527 h 6858000"/>
              <a:gd name="connsiteX138" fmla="*/ 5111919 w 6097200"/>
              <a:gd name="connsiteY138" fmla="*/ 497527 h 6858000"/>
              <a:gd name="connsiteX139" fmla="*/ 5134969 w 6097200"/>
              <a:gd name="connsiteY139" fmla="*/ 522273 h 6858000"/>
              <a:gd name="connsiteX140" fmla="*/ 5111919 w 6097200"/>
              <a:gd name="connsiteY140" fmla="*/ 547019 h 6858000"/>
              <a:gd name="connsiteX141" fmla="*/ 5088869 w 6097200"/>
              <a:gd name="connsiteY141" fmla="*/ 522273 h 6858000"/>
              <a:gd name="connsiteX142" fmla="*/ 5111919 w 6097200"/>
              <a:gd name="connsiteY142" fmla="*/ 497527 h 6858000"/>
              <a:gd name="connsiteX143" fmla="*/ 5376882 w 6097200"/>
              <a:gd name="connsiteY143" fmla="*/ 496606 h 6858000"/>
              <a:gd name="connsiteX144" fmla="*/ 5397144 w 6097200"/>
              <a:gd name="connsiteY144" fmla="*/ 513769 h 6858000"/>
              <a:gd name="connsiteX145" fmla="*/ 5356314 w 6097200"/>
              <a:gd name="connsiteY145" fmla="*/ 513769 h 6858000"/>
              <a:gd name="connsiteX146" fmla="*/ 5376882 w 6097200"/>
              <a:gd name="connsiteY146" fmla="*/ 496606 h 6858000"/>
              <a:gd name="connsiteX147" fmla="*/ 5505578 w 6097200"/>
              <a:gd name="connsiteY147" fmla="*/ 482693 h 6858000"/>
              <a:gd name="connsiteX148" fmla="*/ 5505578 w 6097200"/>
              <a:gd name="connsiteY148" fmla="*/ 561866 h 6858000"/>
              <a:gd name="connsiteX149" fmla="*/ 5523217 w 6097200"/>
              <a:gd name="connsiteY149" fmla="*/ 561866 h 6858000"/>
              <a:gd name="connsiteX150" fmla="*/ 5523217 w 6097200"/>
              <a:gd name="connsiteY150" fmla="*/ 482693 h 6858000"/>
              <a:gd name="connsiteX151" fmla="*/ 5205502 w 6097200"/>
              <a:gd name="connsiteY151" fmla="*/ 481299 h 6858000"/>
              <a:gd name="connsiteX152" fmla="*/ 5183846 w 6097200"/>
              <a:gd name="connsiteY152" fmla="*/ 497080 h 6858000"/>
              <a:gd name="connsiteX153" fmla="*/ 5183846 w 6097200"/>
              <a:gd name="connsiteY153" fmla="*/ 482693 h 6858000"/>
              <a:gd name="connsiteX154" fmla="*/ 5166206 w 6097200"/>
              <a:gd name="connsiteY154" fmla="*/ 482693 h 6858000"/>
              <a:gd name="connsiteX155" fmla="*/ 5166206 w 6097200"/>
              <a:gd name="connsiteY155" fmla="*/ 561866 h 6858000"/>
              <a:gd name="connsiteX156" fmla="*/ 5183846 w 6097200"/>
              <a:gd name="connsiteY156" fmla="*/ 561866 h 6858000"/>
              <a:gd name="connsiteX157" fmla="*/ 5183846 w 6097200"/>
              <a:gd name="connsiteY157" fmla="*/ 518718 h 6858000"/>
              <a:gd name="connsiteX158" fmla="*/ 5203340 w 6097200"/>
              <a:gd name="connsiteY158" fmla="*/ 499548 h 6858000"/>
              <a:gd name="connsiteX159" fmla="*/ 5207203 w 6097200"/>
              <a:gd name="connsiteY159" fmla="*/ 499548 h 6858000"/>
              <a:gd name="connsiteX160" fmla="*/ 5207203 w 6097200"/>
              <a:gd name="connsiteY160" fmla="*/ 481299 h 6858000"/>
              <a:gd name="connsiteX161" fmla="*/ 5571160 w 6097200"/>
              <a:gd name="connsiteY161" fmla="*/ 480531 h 6858000"/>
              <a:gd name="connsiteX162" fmla="*/ 5533412 w 6097200"/>
              <a:gd name="connsiteY162" fmla="*/ 522286 h 6858000"/>
              <a:gd name="connsiteX163" fmla="*/ 5571160 w 6097200"/>
              <a:gd name="connsiteY163" fmla="*/ 564040 h 6858000"/>
              <a:gd name="connsiteX164" fmla="*/ 5597766 w 6097200"/>
              <a:gd name="connsiteY164" fmla="*/ 548732 h 6858000"/>
              <a:gd name="connsiteX165" fmla="*/ 5597766 w 6097200"/>
              <a:gd name="connsiteY165" fmla="*/ 561879 h 6858000"/>
              <a:gd name="connsiteX166" fmla="*/ 5615393 w 6097200"/>
              <a:gd name="connsiteY166" fmla="*/ 561879 h 6858000"/>
              <a:gd name="connsiteX167" fmla="*/ 5615393 w 6097200"/>
              <a:gd name="connsiteY167" fmla="*/ 482705 h 6858000"/>
              <a:gd name="connsiteX168" fmla="*/ 5597766 w 6097200"/>
              <a:gd name="connsiteY168" fmla="*/ 482705 h 6858000"/>
              <a:gd name="connsiteX169" fmla="*/ 5597766 w 6097200"/>
              <a:gd name="connsiteY169" fmla="*/ 495839 h 6858000"/>
              <a:gd name="connsiteX170" fmla="*/ 5571160 w 6097200"/>
              <a:gd name="connsiteY170" fmla="*/ 480531 h 6858000"/>
              <a:gd name="connsiteX171" fmla="*/ 5108350 w 6097200"/>
              <a:gd name="connsiteY171" fmla="*/ 480531 h 6858000"/>
              <a:gd name="connsiteX172" fmla="*/ 5070602 w 6097200"/>
              <a:gd name="connsiteY172" fmla="*/ 522286 h 6858000"/>
              <a:gd name="connsiteX173" fmla="*/ 5108350 w 6097200"/>
              <a:gd name="connsiteY173" fmla="*/ 564040 h 6858000"/>
              <a:gd name="connsiteX174" fmla="*/ 5134956 w 6097200"/>
              <a:gd name="connsiteY174" fmla="*/ 548732 h 6858000"/>
              <a:gd name="connsiteX175" fmla="*/ 5134956 w 6097200"/>
              <a:gd name="connsiteY175" fmla="*/ 561879 h 6858000"/>
              <a:gd name="connsiteX176" fmla="*/ 5152583 w 6097200"/>
              <a:gd name="connsiteY176" fmla="*/ 561879 h 6858000"/>
              <a:gd name="connsiteX177" fmla="*/ 5152583 w 6097200"/>
              <a:gd name="connsiteY177" fmla="*/ 482705 h 6858000"/>
              <a:gd name="connsiteX178" fmla="*/ 5134956 w 6097200"/>
              <a:gd name="connsiteY178" fmla="*/ 482705 h 6858000"/>
              <a:gd name="connsiteX179" fmla="*/ 5134956 w 6097200"/>
              <a:gd name="connsiteY179" fmla="*/ 495839 h 6858000"/>
              <a:gd name="connsiteX180" fmla="*/ 5108350 w 6097200"/>
              <a:gd name="connsiteY180" fmla="*/ 480531 h 6858000"/>
              <a:gd name="connsiteX181" fmla="*/ 5466756 w 6097200"/>
              <a:gd name="connsiteY181" fmla="*/ 480518 h 6858000"/>
              <a:gd name="connsiteX182" fmla="*/ 5443091 w 6097200"/>
              <a:gd name="connsiteY182" fmla="*/ 493205 h 6858000"/>
              <a:gd name="connsiteX183" fmla="*/ 5443091 w 6097200"/>
              <a:gd name="connsiteY183" fmla="*/ 482693 h 6858000"/>
              <a:gd name="connsiteX184" fmla="*/ 5425465 w 6097200"/>
              <a:gd name="connsiteY184" fmla="*/ 482693 h 6858000"/>
              <a:gd name="connsiteX185" fmla="*/ 5425465 w 6097200"/>
              <a:gd name="connsiteY185" fmla="*/ 561866 h 6858000"/>
              <a:gd name="connsiteX186" fmla="*/ 5443079 w 6097200"/>
              <a:gd name="connsiteY186" fmla="*/ 561866 h 6858000"/>
              <a:gd name="connsiteX187" fmla="*/ 5443079 w 6097200"/>
              <a:gd name="connsiteY187" fmla="*/ 514856 h 6858000"/>
              <a:gd name="connsiteX188" fmla="*/ 5459477 w 6097200"/>
              <a:gd name="connsiteY188" fmla="*/ 495993 h 6858000"/>
              <a:gd name="connsiteX189" fmla="*/ 5474942 w 6097200"/>
              <a:gd name="connsiteY189" fmla="*/ 513462 h 6858000"/>
              <a:gd name="connsiteX190" fmla="*/ 5474942 w 6097200"/>
              <a:gd name="connsiteY190" fmla="*/ 561866 h 6858000"/>
              <a:gd name="connsiteX191" fmla="*/ 5492582 w 6097200"/>
              <a:gd name="connsiteY191" fmla="*/ 561866 h 6858000"/>
              <a:gd name="connsiteX192" fmla="*/ 5492582 w 6097200"/>
              <a:gd name="connsiteY192" fmla="*/ 510367 h 6858000"/>
              <a:gd name="connsiteX193" fmla="*/ 5466756 w 6097200"/>
              <a:gd name="connsiteY193" fmla="*/ 480518 h 6858000"/>
              <a:gd name="connsiteX194" fmla="*/ 5376895 w 6097200"/>
              <a:gd name="connsiteY194" fmla="*/ 480518 h 6858000"/>
              <a:gd name="connsiteX195" fmla="*/ 5337753 w 6097200"/>
              <a:gd name="connsiteY195" fmla="*/ 522273 h 6858000"/>
              <a:gd name="connsiteX196" fmla="*/ 5378277 w 6097200"/>
              <a:gd name="connsiteY196" fmla="*/ 564027 h 6858000"/>
              <a:gd name="connsiteX197" fmla="*/ 5412776 w 6097200"/>
              <a:gd name="connsiteY197" fmla="*/ 546239 h 6858000"/>
              <a:gd name="connsiteX198" fmla="*/ 5400713 w 6097200"/>
              <a:gd name="connsiteY198" fmla="*/ 536033 h 6858000"/>
              <a:gd name="connsiteX199" fmla="*/ 5378290 w 6097200"/>
              <a:gd name="connsiteY199" fmla="*/ 547939 h 6858000"/>
              <a:gd name="connsiteX200" fmla="*/ 5355866 w 6097200"/>
              <a:gd name="connsiteY200" fmla="*/ 527989 h 6858000"/>
              <a:gd name="connsiteX201" fmla="*/ 5415103 w 6097200"/>
              <a:gd name="connsiteY201" fmla="*/ 527989 h 6858000"/>
              <a:gd name="connsiteX202" fmla="*/ 5415564 w 6097200"/>
              <a:gd name="connsiteY202" fmla="*/ 521493 h 6858000"/>
              <a:gd name="connsiteX203" fmla="*/ 5376895 w 6097200"/>
              <a:gd name="connsiteY203" fmla="*/ 480518 h 6858000"/>
              <a:gd name="connsiteX204" fmla="*/ 5256553 w 6097200"/>
              <a:gd name="connsiteY204" fmla="*/ 480518 h 6858000"/>
              <a:gd name="connsiteX205" fmla="*/ 5234129 w 6097200"/>
              <a:gd name="connsiteY205" fmla="*/ 493205 h 6858000"/>
              <a:gd name="connsiteX206" fmla="*/ 5234129 w 6097200"/>
              <a:gd name="connsiteY206" fmla="*/ 482693 h 6858000"/>
              <a:gd name="connsiteX207" fmla="*/ 5216490 w 6097200"/>
              <a:gd name="connsiteY207" fmla="*/ 482693 h 6858000"/>
              <a:gd name="connsiteX208" fmla="*/ 5216490 w 6097200"/>
              <a:gd name="connsiteY208" fmla="*/ 561866 h 6858000"/>
              <a:gd name="connsiteX209" fmla="*/ 5234116 w 6097200"/>
              <a:gd name="connsiteY209" fmla="*/ 561866 h 6858000"/>
              <a:gd name="connsiteX210" fmla="*/ 5234116 w 6097200"/>
              <a:gd name="connsiteY210" fmla="*/ 514856 h 6858000"/>
              <a:gd name="connsiteX211" fmla="*/ 5249274 w 6097200"/>
              <a:gd name="connsiteY211" fmla="*/ 495993 h 6858000"/>
              <a:gd name="connsiteX212" fmla="*/ 5263511 w 6097200"/>
              <a:gd name="connsiteY212" fmla="*/ 513462 h 6858000"/>
              <a:gd name="connsiteX213" fmla="*/ 5263511 w 6097200"/>
              <a:gd name="connsiteY213" fmla="*/ 561866 h 6858000"/>
              <a:gd name="connsiteX214" fmla="*/ 5281138 w 6097200"/>
              <a:gd name="connsiteY214" fmla="*/ 561866 h 6858000"/>
              <a:gd name="connsiteX215" fmla="*/ 5281138 w 6097200"/>
              <a:gd name="connsiteY215" fmla="*/ 513155 h 6858000"/>
              <a:gd name="connsiteX216" fmla="*/ 5296296 w 6097200"/>
              <a:gd name="connsiteY216" fmla="*/ 495993 h 6858000"/>
              <a:gd name="connsiteX217" fmla="*/ 5310533 w 6097200"/>
              <a:gd name="connsiteY217" fmla="*/ 513462 h 6858000"/>
              <a:gd name="connsiteX218" fmla="*/ 5310533 w 6097200"/>
              <a:gd name="connsiteY218" fmla="*/ 561866 h 6858000"/>
              <a:gd name="connsiteX219" fmla="*/ 5328172 w 6097200"/>
              <a:gd name="connsiteY219" fmla="*/ 561866 h 6858000"/>
              <a:gd name="connsiteX220" fmla="*/ 5328172 w 6097200"/>
              <a:gd name="connsiteY220" fmla="*/ 510367 h 6858000"/>
              <a:gd name="connsiteX221" fmla="*/ 5302026 w 6097200"/>
              <a:gd name="connsiteY221" fmla="*/ 480518 h 6858000"/>
              <a:gd name="connsiteX222" fmla="*/ 5278209 w 6097200"/>
              <a:gd name="connsiteY222" fmla="*/ 494125 h 6858000"/>
              <a:gd name="connsiteX223" fmla="*/ 5256553 w 6097200"/>
              <a:gd name="connsiteY223" fmla="*/ 480518 h 6858000"/>
              <a:gd name="connsiteX224" fmla="*/ 4993111 w 6097200"/>
              <a:gd name="connsiteY224" fmla="*/ 471861 h 6858000"/>
              <a:gd name="connsiteX225" fmla="*/ 5023120 w 6097200"/>
              <a:gd name="connsiteY225" fmla="*/ 471861 h 6858000"/>
              <a:gd name="connsiteX226" fmla="*/ 5038278 w 6097200"/>
              <a:gd name="connsiteY226" fmla="*/ 484381 h 6858000"/>
              <a:gd name="connsiteX227" fmla="*/ 5023120 w 6097200"/>
              <a:gd name="connsiteY227" fmla="*/ 496913 h 6858000"/>
              <a:gd name="connsiteX228" fmla="*/ 4993111 w 6097200"/>
              <a:gd name="connsiteY228" fmla="*/ 496913 h 6858000"/>
              <a:gd name="connsiteX229" fmla="*/ 4728340 w 6097200"/>
              <a:gd name="connsiteY229" fmla="*/ 462794 h 6858000"/>
              <a:gd name="connsiteX230" fmla="*/ 4716648 w 6097200"/>
              <a:gd name="connsiteY230" fmla="*/ 494561 h 6858000"/>
              <a:gd name="connsiteX231" fmla="*/ 4727457 w 6097200"/>
              <a:gd name="connsiteY231" fmla="*/ 566535 h 6858000"/>
              <a:gd name="connsiteX232" fmla="*/ 4729235 w 6097200"/>
              <a:gd name="connsiteY232" fmla="*/ 566535 h 6858000"/>
              <a:gd name="connsiteX233" fmla="*/ 4740044 w 6097200"/>
              <a:gd name="connsiteY233" fmla="*/ 494561 h 6858000"/>
              <a:gd name="connsiteX234" fmla="*/ 4728340 w 6097200"/>
              <a:gd name="connsiteY234" fmla="*/ 462794 h 6858000"/>
              <a:gd name="connsiteX235" fmla="*/ 4973003 w 6097200"/>
              <a:gd name="connsiteY235" fmla="*/ 453624 h 6858000"/>
              <a:gd name="connsiteX236" fmla="*/ 4973003 w 6097200"/>
              <a:gd name="connsiteY236" fmla="*/ 561866 h 6858000"/>
              <a:gd name="connsiteX237" fmla="*/ 5026369 w 6097200"/>
              <a:gd name="connsiteY237" fmla="*/ 561866 h 6858000"/>
              <a:gd name="connsiteX238" fmla="*/ 5061942 w 6097200"/>
              <a:gd name="connsiteY238" fmla="*/ 531404 h 6858000"/>
              <a:gd name="connsiteX239" fmla="*/ 5043075 w 6097200"/>
              <a:gd name="connsiteY239" fmla="*/ 505584 h 6858000"/>
              <a:gd name="connsiteX240" fmla="*/ 5059320 w 6097200"/>
              <a:gd name="connsiteY240" fmla="*/ 481772 h 6858000"/>
              <a:gd name="connsiteX241" fmla="*/ 5025909 w 6097200"/>
              <a:gd name="connsiteY241" fmla="*/ 453624 h 6858000"/>
              <a:gd name="connsiteX242" fmla="*/ 5514391 w 6097200"/>
              <a:gd name="connsiteY242" fmla="*/ 450670 h 6858000"/>
              <a:gd name="connsiteX243" fmla="*/ 5503403 w 6097200"/>
              <a:gd name="connsiteY243" fmla="*/ 461655 h 6858000"/>
              <a:gd name="connsiteX244" fmla="*/ 5514391 w 6097200"/>
              <a:gd name="connsiteY244" fmla="*/ 472641 h 6858000"/>
              <a:gd name="connsiteX245" fmla="*/ 5525379 w 6097200"/>
              <a:gd name="connsiteY245" fmla="*/ 461655 h 6858000"/>
              <a:gd name="connsiteX246" fmla="*/ 5514391 w 6097200"/>
              <a:gd name="connsiteY246" fmla="*/ 450670 h 6858000"/>
              <a:gd name="connsiteX247" fmla="*/ 4867038 w 6097200"/>
              <a:gd name="connsiteY247" fmla="*/ 447346 h 6858000"/>
              <a:gd name="connsiteX248" fmla="*/ 4819863 w 6097200"/>
              <a:gd name="connsiteY248" fmla="*/ 475417 h 6858000"/>
              <a:gd name="connsiteX249" fmla="*/ 4743421 w 6097200"/>
              <a:gd name="connsiteY249" fmla="*/ 569476 h 6858000"/>
              <a:gd name="connsiteX250" fmla="*/ 4744879 w 6097200"/>
              <a:gd name="connsiteY250" fmla="*/ 570934 h 6858000"/>
              <a:gd name="connsiteX251" fmla="*/ 4838961 w 6097200"/>
              <a:gd name="connsiteY251" fmla="*/ 494510 h 6858000"/>
              <a:gd name="connsiteX252" fmla="*/ 4867038 w 6097200"/>
              <a:gd name="connsiteY252" fmla="*/ 447346 h 6858000"/>
              <a:gd name="connsiteX253" fmla="*/ 4588234 w 6097200"/>
              <a:gd name="connsiteY253" fmla="*/ 447282 h 6858000"/>
              <a:gd name="connsiteX254" fmla="*/ 4616311 w 6097200"/>
              <a:gd name="connsiteY254" fmla="*/ 494446 h 6858000"/>
              <a:gd name="connsiteX255" fmla="*/ 4710393 w 6097200"/>
              <a:gd name="connsiteY255" fmla="*/ 570870 h 6858000"/>
              <a:gd name="connsiteX256" fmla="*/ 4710393 w 6097200"/>
              <a:gd name="connsiteY256" fmla="*/ 570883 h 6858000"/>
              <a:gd name="connsiteX257" fmla="*/ 4711851 w 6097200"/>
              <a:gd name="connsiteY257" fmla="*/ 569425 h 6858000"/>
              <a:gd name="connsiteX258" fmla="*/ 4635409 w 6097200"/>
              <a:gd name="connsiteY258" fmla="*/ 475365 h 6858000"/>
              <a:gd name="connsiteX259" fmla="*/ 4588234 w 6097200"/>
              <a:gd name="connsiteY259" fmla="*/ 447282 h 6858000"/>
              <a:gd name="connsiteX260" fmla="*/ 0 w 6097200"/>
              <a:gd name="connsiteY260" fmla="*/ 0 h 6858000"/>
              <a:gd name="connsiteX261" fmla="*/ 6097200 w 6097200"/>
              <a:gd name="connsiteY261" fmla="*/ 0 h 6858000"/>
              <a:gd name="connsiteX262" fmla="*/ 6097200 w 6097200"/>
              <a:gd name="connsiteY262" fmla="*/ 6858000 h 6858000"/>
              <a:gd name="connsiteX263" fmla="*/ 0 w 6097200"/>
              <a:gd name="connsiteY263"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Lst>
            <a:rect l="l" t="t" r="r" b="b"/>
            <a:pathLst>
              <a:path w="6097200" h="6858000">
                <a:moveTo>
                  <a:pt x="5346401" y="652256"/>
                </a:moveTo>
                <a:cubicBezTo>
                  <a:pt x="5359704" y="652256"/>
                  <a:pt x="5369451" y="662768"/>
                  <a:pt x="5369451" y="677002"/>
                </a:cubicBezTo>
                <a:cubicBezTo>
                  <a:pt x="5369451" y="691236"/>
                  <a:pt x="5359704" y="701748"/>
                  <a:pt x="5346401" y="701748"/>
                </a:cubicBezTo>
                <a:cubicBezTo>
                  <a:pt x="5333098" y="701748"/>
                  <a:pt x="5323350" y="691236"/>
                  <a:pt x="5323350" y="677002"/>
                </a:cubicBezTo>
                <a:cubicBezTo>
                  <a:pt x="5323350" y="662768"/>
                  <a:pt x="5333098" y="652256"/>
                  <a:pt x="5346401" y="652256"/>
                </a:cubicBezTo>
                <a:close/>
                <a:moveTo>
                  <a:pt x="5121193" y="652256"/>
                </a:moveTo>
                <a:cubicBezTo>
                  <a:pt x="5134496" y="652256"/>
                  <a:pt x="5144243" y="662768"/>
                  <a:pt x="5144243" y="677002"/>
                </a:cubicBezTo>
                <a:cubicBezTo>
                  <a:pt x="5144243" y="691236"/>
                  <a:pt x="5134496" y="701748"/>
                  <a:pt x="5121193" y="701748"/>
                </a:cubicBezTo>
                <a:cubicBezTo>
                  <a:pt x="5107890" y="701748"/>
                  <a:pt x="5098143" y="691236"/>
                  <a:pt x="5098143" y="677002"/>
                </a:cubicBezTo>
                <a:cubicBezTo>
                  <a:pt x="5098143" y="662768"/>
                  <a:pt x="5107890" y="652256"/>
                  <a:pt x="5121193" y="652256"/>
                </a:cubicBezTo>
                <a:close/>
                <a:moveTo>
                  <a:pt x="5436428" y="651335"/>
                </a:moveTo>
                <a:cubicBezTo>
                  <a:pt x="5446328" y="651335"/>
                  <a:pt x="5454374" y="657218"/>
                  <a:pt x="5456689" y="668498"/>
                </a:cubicBezTo>
                <a:lnTo>
                  <a:pt x="5415859" y="668498"/>
                </a:lnTo>
                <a:cubicBezTo>
                  <a:pt x="5418328" y="657832"/>
                  <a:pt x="5425913" y="651335"/>
                  <a:pt x="5436428" y="651335"/>
                </a:cubicBezTo>
                <a:close/>
                <a:moveTo>
                  <a:pt x="5524280" y="636015"/>
                </a:moveTo>
                <a:cubicBezTo>
                  <a:pt x="5512678" y="636015"/>
                  <a:pt x="5505105" y="642511"/>
                  <a:pt x="5502624" y="651783"/>
                </a:cubicBezTo>
                <a:lnTo>
                  <a:pt x="5502624" y="637396"/>
                </a:lnTo>
                <a:lnTo>
                  <a:pt x="5484997" y="637396"/>
                </a:lnTo>
                <a:lnTo>
                  <a:pt x="5484997" y="716570"/>
                </a:lnTo>
                <a:lnTo>
                  <a:pt x="5484997" y="716595"/>
                </a:lnTo>
                <a:lnTo>
                  <a:pt x="5502624" y="716595"/>
                </a:lnTo>
                <a:lnTo>
                  <a:pt x="5502624" y="673447"/>
                </a:lnTo>
                <a:cubicBezTo>
                  <a:pt x="5502624" y="660300"/>
                  <a:pt x="5508188" y="654264"/>
                  <a:pt x="5522118" y="654264"/>
                </a:cubicBezTo>
                <a:lnTo>
                  <a:pt x="5525981" y="654264"/>
                </a:lnTo>
                <a:lnTo>
                  <a:pt x="5525981" y="636015"/>
                </a:lnTo>
                <a:close/>
                <a:moveTo>
                  <a:pt x="5342845" y="635260"/>
                </a:moveTo>
                <a:cubicBezTo>
                  <a:pt x="5322122" y="635260"/>
                  <a:pt x="5305110" y="652729"/>
                  <a:pt x="5305110" y="677015"/>
                </a:cubicBezTo>
                <a:cubicBezTo>
                  <a:pt x="5305110" y="701300"/>
                  <a:pt x="5322122" y="718769"/>
                  <a:pt x="5342845" y="718769"/>
                </a:cubicBezTo>
                <a:cubicBezTo>
                  <a:pt x="5355061" y="718769"/>
                  <a:pt x="5364194" y="713513"/>
                  <a:pt x="5369451" y="703461"/>
                </a:cubicBezTo>
                <a:lnTo>
                  <a:pt x="5369451" y="716608"/>
                </a:lnTo>
                <a:lnTo>
                  <a:pt x="5387091" y="716608"/>
                </a:lnTo>
                <a:lnTo>
                  <a:pt x="5387091" y="637434"/>
                </a:lnTo>
                <a:lnTo>
                  <a:pt x="5369451" y="637434"/>
                </a:lnTo>
                <a:lnTo>
                  <a:pt x="5369451" y="650568"/>
                </a:lnTo>
                <a:cubicBezTo>
                  <a:pt x="5364194" y="640516"/>
                  <a:pt x="5355061" y="635260"/>
                  <a:pt x="5342845" y="635260"/>
                </a:cubicBezTo>
                <a:close/>
                <a:moveTo>
                  <a:pt x="5121193" y="635248"/>
                </a:moveTo>
                <a:cubicBezTo>
                  <a:pt x="5097682" y="635248"/>
                  <a:pt x="5079889" y="652717"/>
                  <a:pt x="5079889" y="677002"/>
                </a:cubicBezTo>
                <a:cubicBezTo>
                  <a:pt x="5079889" y="701287"/>
                  <a:pt x="5097682" y="718756"/>
                  <a:pt x="5121193" y="718756"/>
                </a:cubicBezTo>
                <a:cubicBezTo>
                  <a:pt x="5144704" y="718756"/>
                  <a:pt x="5162497" y="701287"/>
                  <a:pt x="5162497" y="677002"/>
                </a:cubicBezTo>
                <a:cubicBezTo>
                  <a:pt x="5162497" y="652717"/>
                  <a:pt x="5144704" y="635248"/>
                  <a:pt x="5121193" y="635248"/>
                </a:cubicBezTo>
                <a:close/>
                <a:moveTo>
                  <a:pt x="5436440" y="635235"/>
                </a:moveTo>
                <a:cubicBezTo>
                  <a:pt x="5413237" y="635235"/>
                  <a:pt x="5397311" y="652870"/>
                  <a:pt x="5397311" y="676989"/>
                </a:cubicBezTo>
                <a:lnTo>
                  <a:pt x="5397298" y="677002"/>
                </a:lnTo>
                <a:cubicBezTo>
                  <a:pt x="5397298" y="701121"/>
                  <a:pt x="5414464" y="718756"/>
                  <a:pt x="5437822" y="718756"/>
                </a:cubicBezTo>
                <a:cubicBezTo>
                  <a:pt x="5452212" y="718756"/>
                  <a:pt x="5465822" y="711646"/>
                  <a:pt x="5472321" y="700968"/>
                </a:cubicBezTo>
                <a:lnTo>
                  <a:pt x="5460258" y="690762"/>
                </a:lnTo>
                <a:cubicBezTo>
                  <a:pt x="5455768" y="698193"/>
                  <a:pt x="5447415" y="702669"/>
                  <a:pt x="5437835" y="702669"/>
                </a:cubicBezTo>
                <a:cubicBezTo>
                  <a:pt x="5426233" y="702669"/>
                  <a:pt x="5417573" y="694778"/>
                  <a:pt x="5415411" y="682718"/>
                </a:cubicBezTo>
                <a:lnTo>
                  <a:pt x="5474649" y="682718"/>
                </a:lnTo>
                <a:cubicBezTo>
                  <a:pt x="5474956" y="680711"/>
                  <a:pt x="5475109" y="678383"/>
                  <a:pt x="5475109" y="676222"/>
                </a:cubicBezTo>
                <a:cubicBezTo>
                  <a:pt x="5475109" y="653484"/>
                  <a:pt x="5459644" y="635235"/>
                  <a:pt x="5436440" y="635235"/>
                </a:cubicBezTo>
                <a:close/>
                <a:moveTo>
                  <a:pt x="5197290" y="614517"/>
                </a:moveTo>
                <a:lnTo>
                  <a:pt x="5179650" y="619927"/>
                </a:lnTo>
                <a:lnTo>
                  <a:pt x="5179650" y="637396"/>
                </a:lnTo>
                <a:lnTo>
                  <a:pt x="5164339" y="637396"/>
                </a:lnTo>
                <a:lnTo>
                  <a:pt x="5164339" y="652551"/>
                </a:lnTo>
                <a:lnTo>
                  <a:pt x="5179650" y="652551"/>
                </a:lnTo>
                <a:lnTo>
                  <a:pt x="5179650" y="691363"/>
                </a:lnTo>
                <a:cubicBezTo>
                  <a:pt x="5179650" y="708526"/>
                  <a:pt x="5189090" y="718271"/>
                  <a:pt x="5205169" y="718271"/>
                </a:cubicBezTo>
                <a:cubicBezTo>
                  <a:pt x="5209659" y="718271"/>
                  <a:pt x="5213676" y="717810"/>
                  <a:pt x="5216618" y="716877"/>
                </a:cubicBezTo>
                <a:lnTo>
                  <a:pt x="5216631" y="716902"/>
                </a:lnTo>
                <a:lnTo>
                  <a:pt x="5216631" y="702055"/>
                </a:lnTo>
                <a:cubicBezTo>
                  <a:pt x="5214622" y="702362"/>
                  <a:pt x="5211834" y="702515"/>
                  <a:pt x="5209979" y="702515"/>
                </a:cubicBezTo>
                <a:cubicBezTo>
                  <a:pt x="5201319" y="702515"/>
                  <a:pt x="5197290" y="698026"/>
                  <a:pt x="5197290" y="689675"/>
                </a:cubicBezTo>
                <a:lnTo>
                  <a:pt x="5197290" y="652563"/>
                </a:lnTo>
                <a:lnTo>
                  <a:pt x="5216631" y="652563"/>
                </a:lnTo>
                <a:lnTo>
                  <a:pt x="5216631" y="637409"/>
                </a:lnTo>
                <a:lnTo>
                  <a:pt x="5197290" y="637409"/>
                </a:lnTo>
                <a:close/>
                <a:moveTo>
                  <a:pt x="5228399" y="608341"/>
                </a:moveTo>
                <a:lnTo>
                  <a:pt x="5228399" y="716595"/>
                </a:lnTo>
                <a:lnTo>
                  <a:pt x="5246013" y="716595"/>
                </a:lnTo>
                <a:lnTo>
                  <a:pt x="5246013" y="669585"/>
                </a:lnTo>
                <a:cubicBezTo>
                  <a:pt x="5246013" y="657372"/>
                  <a:pt x="5252511" y="650722"/>
                  <a:pt x="5262411" y="650722"/>
                </a:cubicBezTo>
                <a:cubicBezTo>
                  <a:pt x="5272312" y="650722"/>
                  <a:pt x="5277876" y="657372"/>
                  <a:pt x="5277876" y="668191"/>
                </a:cubicBezTo>
                <a:lnTo>
                  <a:pt x="5277876" y="716595"/>
                </a:lnTo>
                <a:lnTo>
                  <a:pt x="5295516" y="716595"/>
                </a:lnTo>
                <a:lnTo>
                  <a:pt x="5295516" y="665096"/>
                </a:lnTo>
                <a:cubicBezTo>
                  <a:pt x="5295516" y="644685"/>
                  <a:pt x="5284528" y="635248"/>
                  <a:pt x="5269690" y="635248"/>
                </a:cubicBezTo>
                <a:cubicBezTo>
                  <a:pt x="5257474" y="635248"/>
                  <a:pt x="5249428" y="641284"/>
                  <a:pt x="5246026" y="647934"/>
                </a:cubicBezTo>
                <a:lnTo>
                  <a:pt x="5246026" y="608341"/>
                </a:lnTo>
                <a:close/>
                <a:moveTo>
                  <a:pt x="5020652" y="606486"/>
                </a:moveTo>
                <a:cubicBezTo>
                  <a:pt x="4989555" y="606486"/>
                  <a:pt x="4966198" y="629992"/>
                  <a:pt x="4966198" y="662628"/>
                </a:cubicBezTo>
                <a:cubicBezTo>
                  <a:pt x="4966198" y="695264"/>
                  <a:pt x="4989555" y="718769"/>
                  <a:pt x="5018324" y="718769"/>
                </a:cubicBezTo>
                <a:cubicBezTo>
                  <a:pt x="5031627" y="718769"/>
                  <a:pt x="5044150" y="712580"/>
                  <a:pt x="5051428" y="702681"/>
                </a:cubicBezTo>
                <a:lnTo>
                  <a:pt x="5051428" y="716595"/>
                </a:lnTo>
                <a:lnTo>
                  <a:pt x="5069375" y="716595"/>
                </a:lnTo>
                <a:lnTo>
                  <a:pt x="5069375" y="659686"/>
                </a:lnTo>
                <a:lnTo>
                  <a:pt x="5022506" y="659686"/>
                </a:lnTo>
                <a:lnTo>
                  <a:pt x="5022506" y="677322"/>
                </a:lnTo>
                <a:lnTo>
                  <a:pt x="5049880" y="677322"/>
                </a:lnTo>
                <a:cubicBezTo>
                  <a:pt x="5047245" y="690622"/>
                  <a:pt x="5035490" y="699906"/>
                  <a:pt x="5020639" y="699906"/>
                </a:cubicBezTo>
                <a:cubicBezTo>
                  <a:pt x="5001144" y="699906"/>
                  <a:pt x="4987227" y="684138"/>
                  <a:pt x="4987227" y="662640"/>
                </a:cubicBezTo>
                <a:cubicBezTo>
                  <a:pt x="4987227" y="641143"/>
                  <a:pt x="5001144" y="625375"/>
                  <a:pt x="5020639" y="625375"/>
                </a:cubicBezTo>
                <a:cubicBezTo>
                  <a:pt x="5034556" y="625375"/>
                  <a:pt x="5044610" y="632332"/>
                  <a:pt x="5050034" y="642230"/>
                </a:cubicBezTo>
                <a:lnTo>
                  <a:pt x="5066739" y="631091"/>
                </a:lnTo>
                <a:cubicBezTo>
                  <a:pt x="5058540" y="615630"/>
                  <a:pt x="5041220" y="606499"/>
                  <a:pt x="5020639" y="606499"/>
                </a:cubicBezTo>
                <a:close/>
                <a:moveTo>
                  <a:pt x="4744738" y="601537"/>
                </a:moveTo>
                <a:lnTo>
                  <a:pt x="4744746" y="601542"/>
                </a:lnTo>
                <a:lnTo>
                  <a:pt x="4743293" y="602995"/>
                </a:lnTo>
                <a:cubicBezTo>
                  <a:pt x="4761035" y="630631"/>
                  <a:pt x="4784546" y="661873"/>
                  <a:pt x="4819735" y="697054"/>
                </a:cubicBezTo>
                <a:cubicBezTo>
                  <a:pt x="4845357" y="722670"/>
                  <a:pt x="4859159" y="732888"/>
                  <a:pt x="4866910" y="725125"/>
                </a:cubicBezTo>
                <a:cubicBezTo>
                  <a:pt x="4874662" y="717376"/>
                  <a:pt x="4864442" y="703577"/>
                  <a:pt x="4838820" y="677961"/>
                </a:cubicBezTo>
                <a:cubicBezTo>
                  <a:pt x="4821225" y="660371"/>
                  <a:pt x="4804616" y="645696"/>
                  <a:pt x="4788949" y="633203"/>
                </a:cubicBezTo>
                <a:lnTo>
                  <a:pt x="4744746" y="601542"/>
                </a:lnTo>
                <a:lnTo>
                  <a:pt x="4744751" y="601537"/>
                </a:lnTo>
                <a:close/>
                <a:moveTo>
                  <a:pt x="4640551" y="588557"/>
                </a:moveTo>
                <a:cubicBezTo>
                  <a:pt x="4618550" y="588557"/>
                  <a:pt x="4608227" y="590756"/>
                  <a:pt x="4608227" y="600258"/>
                </a:cubicBezTo>
                <a:cubicBezTo>
                  <a:pt x="4608227" y="609760"/>
                  <a:pt x="4618537" y="611960"/>
                  <a:pt x="4640551" y="611960"/>
                </a:cubicBezTo>
                <a:cubicBezTo>
                  <a:pt x="4665495" y="611960"/>
                  <a:pt x="4685872" y="608724"/>
                  <a:pt x="4703192" y="604184"/>
                </a:cubicBezTo>
                <a:cubicBezTo>
                  <a:pt x="4677327" y="621794"/>
                  <a:pt x="4648597" y="646783"/>
                  <a:pt x="4616030" y="678997"/>
                </a:cubicBezTo>
                <a:cubicBezTo>
                  <a:pt x="4590472" y="704280"/>
                  <a:pt x="4580214" y="717823"/>
                  <a:pt x="4587633" y="725164"/>
                </a:cubicBezTo>
                <a:cubicBezTo>
                  <a:pt x="4595052" y="732504"/>
                  <a:pt x="4608739" y="722350"/>
                  <a:pt x="4634296" y="697067"/>
                </a:cubicBezTo>
                <a:cubicBezTo>
                  <a:pt x="4666864" y="664840"/>
                  <a:pt x="4692114" y="636424"/>
                  <a:pt x="4709907" y="610834"/>
                </a:cubicBezTo>
                <a:cubicBezTo>
                  <a:pt x="4705366" y="628150"/>
                  <a:pt x="4702117" y="648535"/>
                  <a:pt x="4702117" y="673511"/>
                </a:cubicBezTo>
                <a:cubicBezTo>
                  <a:pt x="4702117" y="695507"/>
                  <a:pt x="4704317" y="705815"/>
                  <a:pt x="4713821" y="705815"/>
                </a:cubicBezTo>
                <a:cubicBezTo>
                  <a:pt x="4723325" y="705815"/>
                  <a:pt x="4725526" y="695507"/>
                  <a:pt x="4725526" y="673511"/>
                </a:cubicBezTo>
                <a:cubicBezTo>
                  <a:pt x="4725526" y="643291"/>
                  <a:pt x="4720793" y="619773"/>
                  <a:pt x="4714717" y="600297"/>
                </a:cubicBezTo>
                <a:cubicBezTo>
                  <a:pt x="4714640" y="600028"/>
                  <a:pt x="4714499" y="599836"/>
                  <a:pt x="4714333" y="599708"/>
                </a:cubicBezTo>
                <a:lnTo>
                  <a:pt x="4714320" y="599695"/>
                </a:lnTo>
                <a:cubicBezTo>
                  <a:pt x="4714192" y="599555"/>
                  <a:pt x="4714013" y="599440"/>
                  <a:pt x="4713783" y="599363"/>
                </a:cubicBezTo>
                <a:cubicBezTo>
                  <a:pt x="4694289" y="593301"/>
                  <a:pt x="4670778" y="588557"/>
                  <a:pt x="4640551" y="588557"/>
                </a:cubicBezTo>
                <a:close/>
                <a:moveTo>
                  <a:pt x="4827410" y="575551"/>
                </a:moveTo>
                <a:cubicBezTo>
                  <a:pt x="4794549" y="575551"/>
                  <a:pt x="4768978" y="580295"/>
                  <a:pt x="4747796" y="586357"/>
                </a:cubicBezTo>
                <a:cubicBezTo>
                  <a:pt x="4746683" y="586677"/>
                  <a:pt x="4746683" y="587828"/>
                  <a:pt x="4747796" y="588147"/>
                </a:cubicBezTo>
                <a:cubicBezTo>
                  <a:pt x="4768978" y="594209"/>
                  <a:pt x="4794562" y="598941"/>
                  <a:pt x="4827410" y="598941"/>
                </a:cubicBezTo>
                <a:cubicBezTo>
                  <a:pt x="4851330" y="598941"/>
                  <a:pt x="4862549" y="596741"/>
                  <a:pt x="4862549" y="587252"/>
                </a:cubicBezTo>
                <a:cubicBezTo>
                  <a:pt x="4862549" y="577763"/>
                  <a:pt x="4851330" y="575551"/>
                  <a:pt x="4827410" y="575551"/>
                </a:cubicBezTo>
                <a:close/>
                <a:moveTo>
                  <a:pt x="4993111" y="515163"/>
                </a:moveTo>
                <a:lnTo>
                  <a:pt x="5024054" y="515163"/>
                </a:lnTo>
                <a:cubicBezTo>
                  <a:pt x="5034722" y="515163"/>
                  <a:pt x="5040913" y="520419"/>
                  <a:pt x="5040913" y="529396"/>
                </a:cubicBezTo>
                <a:cubicBezTo>
                  <a:pt x="5040913" y="538374"/>
                  <a:pt x="5034722" y="543630"/>
                  <a:pt x="5024054" y="543630"/>
                </a:cubicBezTo>
                <a:lnTo>
                  <a:pt x="5024054" y="543617"/>
                </a:lnTo>
                <a:lnTo>
                  <a:pt x="4993111" y="543617"/>
                </a:lnTo>
                <a:close/>
                <a:moveTo>
                  <a:pt x="5574716" y="497527"/>
                </a:moveTo>
                <a:cubicBezTo>
                  <a:pt x="5588019" y="497527"/>
                  <a:pt x="5597766" y="508039"/>
                  <a:pt x="5597766" y="522273"/>
                </a:cubicBezTo>
                <a:cubicBezTo>
                  <a:pt x="5597766" y="536507"/>
                  <a:pt x="5588019" y="547019"/>
                  <a:pt x="5574716" y="547019"/>
                </a:cubicBezTo>
                <a:cubicBezTo>
                  <a:pt x="5561413" y="547019"/>
                  <a:pt x="5551666" y="536507"/>
                  <a:pt x="5551666" y="522273"/>
                </a:cubicBezTo>
                <a:cubicBezTo>
                  <a:pt x="5551666" y="508039"/>
                  <a:pt x="5561413" y="497527"/>
                  <a:pt x="5574716" y="497527"/>
                </a:cubicBezTo>
                <a:close/>
                <a:moveTo>
                  <a:pt x="5111919" y="497527"/>
                </a:moveTo>
                <a:cubicBezTo>
                  <a:pt x="5125222" y="497527"/>
                  <a:pt x="5134969" y="508039"/>
                  <a:pt x="5134969" y="522273"/>
                </a:cubicBezTo>
                <a:cubicBezTo>
                  <a:pt x="5134969" y="536507"/>
                  <a:pt x="5125222" y="547019"/>
                  <a:pt x="5111919" y="547019"/>
                </a:cubicBezTo>
                <a:cubicBezTo>
                  <a:pt x="5098616" y="547019"/>
                  <a:pt x="5088869" y="536507"/>
                  <a:pt x="5088869" y="522273"/>
                </a:cubicBezTo>
                <a:cubicBezTo>
                  <a:pt x="5088869" y="508039"/>
                  <a:pt x="5098616" y="497527"/>
                  <a:pt x="5111919" y="497527"/>
                </a:cubicBezTo>
                <a:close/>
                <a:moveTo>
                  <a:pt x="5376882" y="496606"/>
                </a:moveTo>
                <a:cubicBezTo>
                  <a:pt x="5386783" y="496606"/>
                  <a:pt x="5394829" y="502489"/>
                  <a:pt x="5397144" y="513769"/>
                </a:cubicBezTo>
                <a:lnTo>
                  <a:pt x="5356314" y="513769"/>
                </a:lnTo>
                <a:cubicBezTo>
                  <a:pt x="5358782" y="503103"/>
                  <a:pt x="5366368" y="496606"/>
                  <a:pt x="5376882" y="496606"/>
                </a:cubicBezTo>
                <a:close/>
                <a:moveTo>
                  <a:pt x="5505578" y="482693"/>
                </a:moveTo>
                <a:lnTo>
                  <a:pt x="5505578" y="561866"/>
                </a:lnTo>
                <a:lnTo>
                  <a:pt x="5523217" y="561866"/>
                </a:lnTo>
                <a:lnTo>
                  <a:pt x="5523217" y="482693"/>
                </a:lnTo>
                <a:close/>
                <a:moveTo>
                  <a:pt x="5205502" y="481299"/>
                </a:moveTo>
                <a:cubicBezTo>
                  <a:pt x="5193900" y="481299"/>
                  <a:pt x="5186327" y="487795"/>
                  <a:pt x="5183846" y="497080"/>
                </a:cubicBezTo>
                <a:lnTo>
                  <a:pt x="5183846" y="482693"/>
                </a:lnTo>
                <a:lnTo>
                  <a:pt x="5166206" y="482693"/>
                </a:lnTo>
                <a:lnTo>
                  <a:pt x="5166206" y="561866"/>
                </a:lnTo>
                <a:lnTo>
                  <a:pt x="5183846" y="561866"/>
                </a:lnTo>
                <a:lnTo>
                  <a:pt x="5183846" y="518718"/>
                </a:lnTo>
                <a:cubicBezTo>
                  <a:pt x="5183846" y="505571"/>
                  <a:pt x="5189410" y="499548"/>
                  <a:pt x="5203340" y="499548"/>
                </a:cubicBezTo>
                <a:lnTo>
                  <a:pt x="5207203" y="499548"/>
                </a:lnTo>
                <a:lnTo>
                  <a:pt x="5207203" y="481299"/>
                </a:lnTo>
                <a:close/>
                <a:moveTo>
                  <a:pt x="5571160" y="480531"/>
                </a:moveTo>
                <a:cubicBezTo>
                  <a:pt x="5550438" y="480531"/>
                  <a:pt x="5533412" y="498000"/>
                  <a:pt x="5533412" y="522286"/>
                </a:cubicBezTo>
                <a:cubicBezTo>
                  <a:pt x="5533412" y="546571"/>
                  <a:pt x="5550425" y="564040"/>
                  <a:pt x="5571160" y="564040"/>
                </a:cubicBezTo>
                <a:cubicBezTo>
                  <a:pt x="5583376" y="564040"/>
                  <a:pt x="5592509" y="558784"/>
                  <a:pt x="5597766" y="548732"/>
                </a:cubicBezTo>
                <a:lnTo>
                  <a:pt x="5597766" y="561879"/>
                </a:lnTo>
                <a:lnTo>
                  <a:pt x="5615393" y="561879"/>
                </a:lnTo>
                <a:lnTo>
                  <a:pt x="5615393" y="482705"/>
                </a:lnTo>
                <a:lnTo>
                  <a:pt x="5597766" y="482705"/>
                </a:lnTo>
                <a:lnTo>
                  <a:pt x="5597766" y="495839"/>
                </a:lnTo>
                <a:cubicBezTo>
                  <a:pt x="5592509" y="485787"/>
                  <a:pt x="5583376" y="480531"/>
                  <a:pt x="5571160" y="480531"/>
                </a:cubicBezTo>
                <a:close/>
                <a:moveTo>
                  <a:pt x="5108350" y="480531"/>
                </a:moveTo>
                <a:cubicBezTo>
                  <a:pt x="5087628" y="480531"/>
                  <a:pt x="5070602" y="498000"/>
                  <a:pt x="5070602" y="522286"/>
                </a:cubicBezTo>
                <a:cubicBezTo>
                  <a:pt x="5070602" y="546571"/>
                  <a:pt x="5087615" y="564040"/>
                  <a:pt x="5108350" y="564040"/>
                </a:cubicBezTo>
                <a:cubicBezTo>
                  <a:pt x="5120566" y="564040"/>
                  <a:pt x="5129699" y="558784"/>
                  <a:pt x="5134956" y="548732"/>
                </a:cubicBezTo>
                <a:lnTo>
                  <a:pt x="5134956" y="561879"/>
                </a:lnTo>
                <a:lnTo>
                  <a:pt x="5152583" y="561879"/>
                </a:lnTo>
                <a:lnTo>
                  <a:pt x="5152583" y="482705"/>
                </a:lnTo>
                <a:lnTo>
                  <a:pt x="5134956" y="482705"/>
                </a:lnTo>
                <a:lnTo>
                  <a:pt x="5134956" y="495839"/>
                </a:lnTo>
                <a:cubicBezTo>
                  <a:pt x="5129699" y="485787"/>
                  <a:pt x="5120566" y="480531"/>
                  <a:pt x="5108350" y="480531"/>
                </a:cubicBezTo>
                <a:close/>
                <a:moveTo>
                  <a:pt x="5466756" y="480518"/>
                </a:moveTo>
                <a:cubicBezTo>
                  <a:pt x="5454540" y="480518"/>
                  <a:pt x="5446494" y="486555"/>
                  <a:pt x="5443091" y="493205"/>
                </a:cubicBezTo>
                <a:lnTo>
                  <a:pt x="5443091" y="482693"/>
                </a:lnTo>
                <a:lnTo>
                  <a:pt x="5425465" y="482693"/>
                </a:lnTo>
                <a:lnTo>
                  <a:pt x="5425465" y="561866"/>
                </a:lnTo>
                <a:lnTo>
                  <a:pt x="5443079" y="561866"/>
                </a:lnTo>
                <a:lnTo>
                  <a:pt x="5443079" y="514856"/>
                </a:lnTo>
                <a:cubicBezTo>
                  <a:pt x="5443079" y="502643"/>
                  <a:pt x="5449577" y="495993"/>
                  <a:pt x="5459477" y="495993"/>
                </a:cubicBezTo>
                <a:cubicBezTo>
                  <a:pt x="5469378" y="495993"/>
                  <a:pt x="5474942" y="502643"/>
                  <a:pt x="5474942" y="513462"/>
                </a:cubicBezTo>
                <a:lnTo>
                  <a:pt x="5474942" y="561866"/>
                </a:lnTo>
                <a:lnTo>
                  <a:pt x="5492582" y="561866"/>
                </a:lnTo>
                <a:lnTo>
                  <a:pt x="5492582" y="510367"/>
                </a:lnTo>
                <a:cubicBezTo>
                  <a:pt x="5492582" y="489956"/>
                  <a:pt x="5481594" y="480518"/>
                  <a:pt x="5466756" y="480518"/>
                </a:cubicBezTo>
                <a:close/>
                <a:moveTo>
                  <a:pt x="5376895" y="480518"/>
                </a:moveTo>
                <a:cubicBezTo>
                  <a:pt x="5353691" y="480518"/>
                  <a:pt x="5337753" y="498141"/>
                  <a:pt x="5337753" y="522273"/>
                </a:cubicBezTo>
                <a:cubicBezTo>
                  <a:pt x="5337753" y="546392"/>
                  <a:pt x="5354919" y="564027"/>
                  <a:pt x="5378277" y="564027"/>
                </a:cubicBezTo>
                <a:cubicBezTo>
                  <a:pt x="5392667" y="564027"/>
                  <a:pt x="5406277" y="556917"/>
                  <a:pt x="5412776" y="546239"/>
                </a:cubicBezTo>
                <a:lnTo>
                  <a:pt x="5400713" y="536033"/>
                </a:lnTo>
                <a:cubicBezTo>
                  <a:pt x="5396223" y="543451"/>
                  <a:pt x="5387870" y="547939"/>
                  <a:pt x="5378290" y="547939"/>
                </a:cubicBezTo>
                <a:cubicBezTo>
                  <a:pt x="5366688" y="547939"/>
                  <a:pt x="5358028" y="540049"/>
                  <a:pt x="5355866" y="527989"/>
                </a:cubicBezTo>
                <a:lnTo>
                  <a:pt x="5415103" y="527989"/>
                </a:lnTo>
                <a:cubicBezTo>
                  <a:pt x="5415411" y="525982"/>
                  <a:pt x="5415564" y="523654"/>
                  <a:pt x="5415564" y="521493"/>
                </a:cubicBezTo>
                <a:cubicBezTo>
                  <a:pt x="5415564" y="498755"/>
                  <a:pt x="5400099" y="480518"/>
                  <a:pt x="5376895" y="480518"/>
                </a:cubicBezTo>
                <a:close/>
                <a:moveTo>
                  <a:pt x="5256553" y="480518"/>
                </a:moveTo>
                <a:cubicBezTo>
                  <a:pt x="5245104" y="480518"/>
                  <a:pt x="5237532" y="486555"/>
                  <a:pt x="5234129" y="493205"/>
                </a:cubicBezTo>
                <a:lnTo>
                  <a:pt x="5234129" y="482693"/>
                </a:lnTo>
                <a:lnTo>
                  <a:pt x="5216490" y="482693"/>
                </a:lnTo>
                <a:lnTo>
                  <a:pt x="5216490" y="561866"/>
                </a:lnTo>
                <a:lnTo>
                  <a:pt x="5234116" y="561866"/>
                </a:lnTo>
                <a:lnTo>
                  <a:pt x="5234116" y="514856"/>
                </a:lnTo>
                <a:cubicBezTo>
                  <a:pt x="5234116" y="502643"/>
                  <a:pt x="5240154" y="495993"/>
                  <a:pt x="5249274" y="495993"/>
                </a:cubicBezTo>
                <a:cubicBezTo>
                  <a:pt x="5258395" y="495993"/>
                  <a:pt x="5263511" y="502643"/>
                  <a:pt x="5263511" y="513462"/>
                </a:cubicBezTo>
                <a:lnTo>
                  <a:pt x="5263511" y="561866"/>
                </a:lnTo>
                <a:lnTo>
                  <a:pt x="5281138" y="561866"/>
                </a:lnTo>
                <a:lnTo>
                  <a:pt x="5281138" y="513155"/>
                </a:lnTo>
                <a:cubicBezTo>
                  <a:pt x="5281138" y="502643"/>
                  <a:pt x="5287176" y="495993"/>
                  <a:pt x="5296296" y="495993"/>
                </a:cubicBezTo>
                <a:cubicBezTo>
                  <a:pt x="5305416" y="495993"/>
                  <a:pt x="5310533" y="502643"/>
                  <a:pt x="5310533" y="513462"/>
                </a:cubicBezTo>
                <a:lnTo>
                  <a:pt x="5310533" y="561866"/>
                </a:lnTo>
                <a:lnTo>
                  <a:pt x="5328172" y="561866"/>
                </a:lnTo>
                <a:lnTo>
                  <a:pt x="5328172" y="510367"/>
                </a:lnTo>
                <a:cubicBezTo>
                  <a:pt x="5328172" y="489956"/>
                  <a:pt x="5317658" y="480518"/>
                  <a:pt x="5302026" y="480518"/>
                </a:cubicBezTo>
                <a:cubicBezTo>
                  <a:pt x="5291512" y="480518"/>
                  <a:pt x="5283312" y="485161"/>
                  <a:pt x="5278209" y="494125"/>
                </a:cubicBezTo>
                <a:cubicBezTo>
                  <a:pt x="5274039" y="484841"/>
                  <a:pt x="5266146" y="480518"/>
                  <a:pt x="5256553" y="480518"/>
                </a:cubicBezTo>
                <a:close/>
                <a:moveTo>
                  <a:pt x="4993111" y="471861"/>
                </a:moveTo>
                <a:lnTo>
                  <a:pt x="5023120" y="471861"/>
                </a:lnTo>
                <a:cubicBezTo>
                  <a:pt x="5032714" y="471861"/>
                  <a:pt x="5038278" y="476503"/>
                  <a:pt x="5038278" y="484381"/>
                </a:cubicBezTo>
                <a:cubicBezTo>
                  <a:pt x="5038278" y="492258"/>
                  <a:pt x="5032714" y="496913"/>
                  <a:pt x="5023120" y="496913"/>
                </a:cubicBezTo>
                <a:lnTo>
                  <a:pt x="4993111" y="496913"/>
                </a:lnTo>
                <a:close/>
                <a:moveTo>
                  <a:pt x="4728340" y="462794"/>
                </a:moveTo>
                <a:cubicBezTo>
                  <a:pt x="4718848" y="462794"/>
                  <a:pt x="4716648" y="472936"/>
                  <a:pt x="4716648" y="494561"/>
                </a:cubicBezTo>
                <a:cubicBezTo>
                  <a:pt x="4716648" y="524269"/>
                  <a:pt x="4721381" y="547390"/>
                  <a:pt x="4727457" y="566535"/>
                </a:cubicBezTo>
                <a:cubicBezTo>
                  <a:pt x="4727777" y="567545"/>
                  <a:pt x="4728915" y="567545"/>
                  <a:pt x="4729235" y="566535"/>
                </a:cubicBezTo>
                <a:cubicBezTo>
                  <a:pt x="4735298" y="547378"/>
                  <a:pt x="4740044" y="524269"/>
                  <a:pt x="4740044" y="494561"/>
                </a:cubicBezTo>
                <a:cubicBezTo>
                  <a:pt x="4740044" y="472936"/>
                  <a:pt x="4737844" y="462794"/>
                  <a:pt x="4728340" y="462794"/>
                </a:cubicBezTo>
                <a:close/>
                <a:moveTo>
                  <a:pt x="4973003" y="453624"/>
                </a:moveTo>
                <a:lnTo>
                  <a:pt x="4973003" y="561866"/>
                </a:lnTo>
                <a:lnTo>
                  <a:pt x="5026369" y="561866"/>
                </a:lnTo>
                <a:cubicBezTo>
                  <a:pt x="5048793" y="561866"/>
                  <a:pt x="5061942" y="550574"/>
                  <a:pt x="5061942" y="531404"/>
                </a:cubicBezTo>
                <a:cubicBezTo>
                  <a:pt x="5061942" y="518257"/>
                  <a:pt x="5054677" y="509446"/>
                  <a:pt x="5043075" y="505584"/>
                </a:cubicBezTo>
                <a:cubicBezTo>
                  <a:pt x="5053129" y="501722"/>
                  <a:pt x="5059320" y="492744"/>
                  <a:pt x="5059320" y="481772"/>
                </a:cubicBezTo>
                <a:cubicBezTo>
                  <a:pt x="5059320" y="464136"/>
                  <a:pt x="5046951" y="453624"/>
                  <a:pt x="5025909" y="453624"/>
                </a:cubicBezTo>
                <a:close/>
                <a:moveTo>
                  <a:pt x="5514391" y="450670"/>
                </a:moveTo>
                <a:cubicBezTo>
                  <a:pt x="5508354" y="450670"/>
                  <a:pt x="5503403" y="455619"/>
                  <a:pt x="5503403" y="461655"/>
                </a:cubicBezTo>
                <a:cubicBezTo>
                  <a:pt x="5503403" y="467692"/>
                  <a:pt x="5508354" y="472641"/>
                  <a:pt x="5514391" y="472641"/>
                </a:cubicBezTo>
                <a:cubicBezTo>
                  <a:pt x="5520429" y="472641"/>
                  <a:pt x="5525379" y="467692"/>
                  <a:pt x="5525379" y="461655"/>
                </a:cubicBezTo>
                <a:cubicBezTo>
                  <a:pt x="5525379" y="455619"/>
                  <a:pt x="5520429" y="450670"/>
                  <a:pt x="5514391" y="450670"/>
                </a:cubicBezTo>
                <a:close/>
                <a:moveTo>
                  <a:pt x="4867038" y="447346"/>
                </a:moveTo>
                <a:cubicBezTo>
                  <a:pt x="4859287" y="439596"/>
                  <a:pt x="4845485" y="449814"/>
                  <a:pt x="4819863" y="475417"/>
                </a:cubicBezTo>
                <a:cubicBezTo>
                  <a:pt x="4784674" y="510598"/>
                  <a:pt x="4761150" y="541840"/>
                  <a:pt x="4743421" y="569476"/>
                </a:cubicBezTo>
                <a:cubicBezTo>
                  <a:pt x="4742487" y="570934"/>
                  <a:pt x="4743421" y="571868"/>
                  <a:pt x="4744879" y="570934"/>
                </a:cubicBezTo>
                <a:cubicBezTo>
                  <a:pt x="4772522" y="553196"/>
                  <a:pt x="4803771" y="529691"/>
                  <a:pt x="4838961" y="494510"/>
                </a:cubicBezTo>
                <a:cubicBezTo>
                  <a:pt x="4864582" y="468894"/>
                  <a:pt x="4874803" y="455096"/>
                  <a:pt x="4867038" y="447346"/>
                </a:cubicBezTo>
                <a:close/>
                <a:moveTo>
                  <a:pt x="4588234" y="447282"/>
                </a:moveTo>
                <a:cubicBezTo>
                  <a:pt x="4580482" y="455032"/>
                  <a:pt x="4590703" y="468830"/>
                  <a:pt x="4616311" y="494446"/>
                </a:cubicBezTo>
                <a:cubicBezTo>
                  <a:pt x="4651501" y="529627"/>
                  <a:pt x="4682751" y="553145"/>
                  <a:pt x="4710393" y="570870"/>
                </a:cubicBezTo>
                <a:lnTo>
                  <a:pt x="4710393" y="570883"/>
                </a:lnTo>
                <a:cubicBezTo>
                  <a:pt x="4711851" y="571816"/>
                  <a:pt x="4712785" y="570883"/>
                  <a:pt x="4711851" y="569425"/>
                </a:cubicBezTo>
                <a:cubicBezTo>
                  <a:pt x="4694109" y="541789"/>
                  <a:pt x="4670599" y="510547"/>
                  <a:pt x="4635409" y="475365"/>
                </a:cubicBezTo>
                <a:cubicBezTo>
                  <a:pt x="4609800" y="449750"/>
                  <a:pt x="4595986" y="439532"/>
                  <a:pt x="4588234" y="447282"/>
                </a:cubicBezTo>
                <a:close/>
                <a:moveTo>
                  <a:pt x="0" y="0"/>
                </a:moveTo>
                <a:lnTo>
                  <a:pt x="6097200" y="0"/>
                </a:lnTo>
                <a:lnTo>
                  <a:pt x="6097200" y="6858000"/>
                </a:lnTo>
                <a:lnTo>
                  <a:pt x="0" y="6858000"/>
                </a:lnTo>
                <a:close/>
              </a:path>
            </a:pathLst>
          </a:custGeom>
          <a:gradFill>
            <a:gsLst>
              <a:gs pos="0">
                <a:srgbClr val="000000">
                  <a:alpha val="64000"/>
                </a:srgbClr>
              </a:gs>
              <a:gs pos="39000">
                <a:srgbClr val="000000">
                  <a:alpha val="0"/>
                </a:srgbClr>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2" name="Titel 1">
            <a:extLst>
              <a:ext uri="{FF2B5EF4-FFF2-40B4-BE49-F238E27FC236}">
                <a16:creationId xmlns:a16="http://schemas.microsoft.com/office/drawing/2014/main" id="{3BC29D16-7666-6BDE-DE5B-772332AD2F9A}"/>
              </a:ext>
            </a:extLst>
          </p:cNvPr>
          <p:cNvSpPr>
            <a:spLocks noGrp="1"/>
          </p:cNvSpPr>
          <p:nvPr>
            <p:ph type="title"/>
          </p:nvPr>
        </p:nvSpPr>
        <p:spPr>
          <a:xfrm>
            <a:off x="479425" y="387560"/>
            <a:ext cx="5112000" cy="1425683"/>
          </a:xfrm>
        </p:spPr>
        <p:txBody>
          <a:bodyPr>
            <a:noAutofit/>
          </a:bodyPr>
          <a:lstStyle/>
          <a:p>
            <a:r>
              <a:rPr lang="de-DE"/>
              <a:t>Mastertitelformat bearbeiten</a:t>
            </a:r>
            <a:endParaRPr lang="de-DE" dirty="0"/>
          </a:p>
        </p:txBody>
      </p:sp>
      <p:sp>
        <p:nvSpPr>
          <p:cNvPr id="9" name="Textplatzhalter 12">
            <a:extLst>
              <a:ext uri="{FF2B5EF4-FFF2-40B4-BE49-F238E27FC236}">
                <a16:creationId xmlns:a16="http://schemas.microsoft.com/office/drawing/2014/main" id="{E2D085EA-1CDD-5750-F367-86C7A22A6D0D}"/>
              </a:ext>
            </a:extLst>
          </p:cNvPr>
          <p:cNvSpPr>
            <a:spLocks noGrp="1"/>
          </p:cNvSpPr>
          <p:nvPr>
            <p:ph idx="15"/>
          </p:nvPr>
        </p:nvSpPr>
        <p:spPr>
          <a:xfrm>
            <a:off x="479425" y="2956560"/>
            <a:ext cx="5112000" cy="2996884"/>
          </a:xfrm>
          <a:prstGeom prst="rect">
            <a:avLst/>
          </a:prstGeom>
        </p:spPr>
        <p:txBody>
          <a:bodyPr vert="horz" lIns="0" tIns="0" rIns="0" bIns="0" rtlCol="0" anchor="t">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6" name="Datumsplatzhalter 5">
            <a:extLst>
              <a:ext uri="{FF2B5EF4-FFF2-40B4-BE49-F238E27FC236}">
                <a16:creationId xmlns:a16="http://schemas.microsoft.com/office/drawing/2014/main" id="{3992DBD6-6F5A-8D86-5D07-7F60EBCC4197}"/>
              </a:ext>
            </a:extLst>
          </p:cNvPr>
          <p:cNvSpPr>
            <a:spLocks noGrp="1"/>
          </p:cNvSpPr>
          <p:nvPr>
            <p:ph type="dt" sz="half" idx="16"/>
          </p:nvPr>
        </p:nvSpPr>
        <p:spPr/>
        <p:txBody>
          <a:bodyPr/>
          <a:lstStyle/>
          <a:p>
            <a:fld id="{24F2857E-5D03-9947-83FB-0874A4F0F394}" type="datetime1">
              <a:t>22.06.2026</a:t>
            </a:fld>
            <a:endParaRPr lang="de-DE" dirty="0"/>
          </a:p>
        </p:txBody>
      </p:sp>
      <p:sp>
        <p:nvSpPr>
          <p:cNvPr id="7" name="Fußzeilenplatzhalter 6">
            <a:extLst>
              <a:ext uri="{FF2B5EF4-FFF2-40B4-BE49-F238E27FC236}">
                <a16:creationId xmlns:a16="http://schemas.microsoft.com/office/drawing/2014/main" id="{5A02D80A-BD72-A486-7562-33E0D61A90D0}"/>
              </a:ext>
            </a:extLst>
          </p:cNvPr>
          <p:cNvSpPr>
            <a:spLocks noGrp="1"/>
          </p:cNvSpPr>
          <p:nvPr>
            <p:ph type="ftr" sz="quarter" idx="17"/>
          </p:nvPr>
        </p:nvSpPr>
        <p:spPr>
          <a:xfrm>
            <a:off x="3334721" y="6405343"/>
            <a:ext cx="2653330" cy="106470"/>
          </a:xfrm>
        </p:spPr>
        <p:txBody>
          <a:bodyPr/>
          <a:lstStyle/>
          <a:p>
            <a:r>
              <a:rPr lang="de-DE" dirty="0"/>
              <a:t>Titel der Präsentation</a:t>
            </a:r>
          </a:p>
        </p:txBody>
      </p:sp>
      <p:sp>
        <p:nvSpPr>
          <p:cNvPr id="8" name="Foliennummernplatzhalter 7">
            <a:extLst>
              <a:ext uri="{FF2B5EF4-FFF2-40B4-BE49-F238E27FC236}">
                <a16:creationId xmlns:a16="http://schemas.microsoft.com/office/drawing/2014/main" id="{9A389E80-91E9-9FB7-D8A4-56B16D843AA2}"/>
              </a:ext>
            </a:extLst>
          </p:cNvPr>
          <p:cNvSpPr>
            <a:spLocks noGrp="1"/>
          </p:cNvSpPr>
          <p:nvPr>
            <p:ph type="sldNum" sz="quarter" idx="18"/>
          </p:nvPr>
        </p:nvSpPr>
        <p:spPr/>
        <p:txBody>
          <a:bodyPr/>
          <a:lstStyle/>
          <a:p>
            <a:fld id="{D188B27D-4802-6948-A101-6CF6A7142FF4}" type="slidenum">
              <a:rPr lang="de-DE" smtClean="0"/>
              <a:pPr/>
              <a:t>‹Nr.›</a:t>
            </a:fld>
            <a:endParaRPr lang="de-DE" dirty="0"/>
          </a:p>
        </p:txBody>
      </p:sp>
      <p:sp>
        <p:nvSpPr>
          <p:cNvPr id="3" name="Textplatzhalter 2">
            <a:extLst>
              <a:ext uri="{FF2B5EF4-FFF2-40B4-BE49-F238E27FC236}">
                <a16:creationId xmlns:a16="http://schemas.microsoft.com/office/drawing/2014/main" id="{81AE3266-156F-2269-E658-BA68FE33864A}"/>
              </a:ext>
            </a:extLst>
          </p:cNvPr>
          <p:cNvSpPr>
            <a:spLocks noGrp="1"/>
          </p:cNvSpPr>
          <p:nvPr>
            <p:ph type="body" idx="13"/>
          </p:nvPr>
        </p:nvSpPr>
        <p:spPr>
          <a:xfrm>
            <a:off x="479425" y="2360854"/>
            <a:ext cx="5112000" cy="250463"/>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5" name="Textplatzhalter 10">
            <a:extLst>
              <a:ext uri="{FF2B5EF4-FFF2-40B4-BE49-F238E27FC236}">
                <a16:creationId xmlns:a16="http://schemas.microsoft.com/office/drawing/2014/main" id="{089B7F0C-BFF2-B1F8-3F47-E3E9D5A9DE7B}"/>
              </a:ext>
            </a:extLst>
          </p:cNvPr>
          <p:cNvSpPr>
            <a:spLocks noGrp="1"/>
          </p:cNvSpPr>
          <p:nvPr>
            <p:ph type="body" sz="quarter" idx="19" hasCustomPrompt="1"/>
          </p:nvPr>
        </p:nvSpPr>
        <p:spPr>
          <a:xfrm>
            <a:off x="479425" y="6054737"/>
            <a:ext cx="511200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9445663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el Inhalt Bild blau">
    <p:bg>
      <p:bgPr>
        <a:solidFill>
          <a:schemeClr val="tx1"/>
        </a:solidFill>
        <a:effectLst/>
      </p:bgPr>
    </p:bg>
    <p:spTree>
      <p:nvGrpSpPr>
        <p:cNvPr id="1" name=""/>
        <p:cNvGrpSpPr/>
        <p:nvPr/>
      </p:nvGrpSpPr>
      <p:grpSpPr>
        <a:xfrm>
          <a:off x="0" y="0"/>
          <a:ext cx="0" cy="0"/>
          <a:chOff x="0" y="0"/>
          <a:chExt cx="0" cy="0"/>
        </a:xfrm>
      </p:grpSpPr>
      <p:sp>
        <p:nvSpPr>
          <p:cNvPr id="15" name="Rechteck 14">
            <a:extLst>
              <a:ext uri="{FF2B5EF4-FFF2-40B4-BE49-F238E27FC236}">
                <a16:creationId xmlns:a16="http://schemas.microsoft.com/office/drawing/2014/main" id="{FA14E199-6724-E761-7BA8-349AEA87FA47}"/>
              </a:ext>
            </a:extLst>
          </p:cNvPr>
          <p:cNvSpPr/>
          <p:nvPr userDrawn="1"/>
        </p:nvSpPr>
        <p:spPr>
          <a:xfrm>
            <a:off x="10319657" y="1"/>
            <a:ext cx="1872343" cy="1100030"/>
          </a:xfrm>
          <a:prstGeom prst="rect">
            <a:avLst/>
          </a:prstGeom>
          <a:solidFill>
            <a:schemeClr val="bg1"/>
          </a:solidFill>
        </p:spPr>
        <p:txBody>
          <a:bodyPr vert="horz" lIns="251999" tIns="251999" rIns="251999" bIns="251999" rtlCol="0" anchor="ctr">
            <a:noAutofit/>
          </a:bodyPr>
          <a:lstStyle/>
          <a:p>
            <a:pPr algn="l"/>
            <a:endParaRPr lang="de-DE" sz="1400" dirty="0" err="1">
              <a:solidFill>
                <a:schemeClr val="bg1"/>
              </a:solidFill>
              <a:latin typeface="BarmeniaGothaer Offc" panose="020B0503020204020204" pitchFamily="34" charset="0"/>
            </a:endParaRPr>
          </a:p>
        </p:txBody>
      </p:sp>
      <p:sp>
        <p:nvSpPr>
          <p:cNvPr id="2" name="Titel 1">
            <a:extLst>
              <a:ext uri="{FF2B5EF4-FFF2-40B4-BE49-F238E27FC236}">
                <a16:creationId xmlns:a16="http://schemas.microsoft.com/office/drawing/2014/main" id="{3BC29D16-7666-6BDE-DE5B-772332AD2F9A}"/>
              </a:ext>
            </a:extLst>
          </p:cNvPr>
          <p:cNvSpPr>
            <a:spLocks noGrp="1"/>
          </p:cNvSpPr>
          <p:nvPr>
            <p:ph type="title"/>
          </p:nvPr>
        </p:nvSpPr>
        <p:spPr>
          <a:xfrm>
            <a:off x="479425" y="387560"/>
            <a:ext cx="5112000" cy="1425683"/>
          </a:xfrm>
        </p:spPr>
        <p:txBody>
          <a:bodyPr>
            <a:noAutofit/>
          </a:bodyPr>
          <a:lstStyle>
            <a:lvl1pPr>
              <a:defRPr>
                <a:solidFill>
                  <a:schemeClr val="bg1"/>
                </a:solidFill>
              </a:defRPr>
            </a:lvl1pPr>
          </a:lstStyle>
          <a:p>
            <a:r>
              <a:rPr lang="de-DE"/>
              <a:t>Mastertitelformat bearbeiten</a:t>
            </a:r>
            <a:endParaRPr lang="de-DE" dirty="0"/>
          </a:p>
        </p:txBody>
      </p:sp>
      <p:sp>
        <p:nvSpPr>
          <p:cNvPr id="6" name="Textplatzhalter 12">
            <a:extLst>
              <a:ext uri="{FF2B5EF4-FFF2-40B4-BE49-F238E27FC236}">
                <a16:creationId xmlns:a16="http://schemas.microsoft.com/office/drawing/2014/main" id="{7BA107C0-A870-7503-3216-9B2FDB94EE25}"/>
              </a:ext>
            </a:extLst>
          </p:cNvPr>
          <p:cNvSpPr>
            <a:spLocks noGrp="1"/>
          </p:cNvSpPr>
          <p:nvPr>
            <p:ph idx="1"/>
          </p:nvPr>
        </p:nvSpPr>
        <p:spPr>
          <a:xfrm>
            <a:off x="479425" y="2956561"/>
            <a:ext cx="5112000" cy="2993390"/>
          </a:xfrm>
          <a:prstGeom prst="rect">
            <a:avLst/>
          </a:prstGeom>
        </p:spPr>
        <p:txBody>
          <a:bodyPr vert="horz" lIns="0" tIns="0" rIns="0" bIns="0" rtlCol="0">
            <a:noAutofit/>
          </a:bodyPr>
          <a:lstStyle>
            <a:lvl1pPr>
              <a:defRPr>
                <a:solidFill>
                  <a:schemeClr val="bg1"/>
                </a:solidFill>
              </a:defRPr>
            </a:lvl1pPr>
            <a:lvl2pPr>
              <a:defRPr>
                <a:solidFill>
                  <a:schemeClr val="bg1"/>
                </a:solidFill>
              </a:defRPr>
            </a:lvl2pPr>
            <a:lvl3pPr>
              <a:defRPr>
                <a:solidFill>
                  <a:schemeClr val="bg1"/>
                </a:solidFill>
              </a:defRPr>
            </a:lvl3pPr>
            <a:lvl4pPr marL="504000" indent="-252000">
              <a:buFontTx/>
              <a:buBlip>
                <a:blip r:embed="rId2"/>
              </a:buBlip>
              <a:defRPr>
                <a:solidFill>
                  <a:schemeClr val="bg1"/>
                </a:solidFill>
              </a:defRPr>
            </a:lvl4pPr>
            <a:lvl5pPr>
              <a:defRPr>
                <a:solidFill>
                  <a:schemeClr val="tx1"/>
                </a:solidFill>
              </a:defRPr>
            </a:lvl5pPr>
            <a:lvl6pPr>
              <a:buClr>
                <a:schemeClr val="tx1"/>
              </a:buClr>
              <a:defRPr>
                <a:solidFill>
                  <a:schemeClr val="tx1"/>
                </a:solidFill>
              </a:defRPr>
            </a:lvl6pPr>
            <a:lvl7pPr>
              <a:defRPr>
                <a:solidFill>
                  <a:schemeClr val="tx1"/>
                </a:solidFill>
              </a:defRPr>
            </a:lvl7pPr>
            <a:lvl8pPr marL="504000" indent="-252000">
              <a:buFontTx/>
              <a:buBlip>
                <a:blip r:embed="rId3"/>
              </a:buBlip>
              <a:defRPr>
                <a:solidFill>
                  <a:schemeClr val="tx1"/>
                </a:solidFill>
              </a:defRPr>
            </a:lvl8pPr>
            <a:lvl9pPr>
              <a:defRPr>
                <a:solidFill>
                  <a:schemeClr val="bg1"/>
                </a:solidFill>
              </a:defRPr>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7" name="Textfeld 6">
            <a:extLst>
              <a:ext uri="{FF2B5EF4-FFF2-40B4-BE49-F238E27FC236}">
                <a16:creationId xmlns:a16="http://schemas.microsoft.com/office/drawing/2014/main" id="{F4A56A32-9A7B-3345-EC59-786F67693110}"/>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8" name="Textfeld 7">
            <a:extLst>
              <a:ext uri="{FF2B5EF4-FFF2-40B4-BE49-F238E27FC236}">
                <a16:creationId xmlns:a16="http://schemas.microsoft.com/office/drawing/2014/main" id="{CB1854FA-4E22-1A07-A6D3-F842403400BC}"/>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sp>
        <p:nvSpPr>
          <p:cNvPr id="9" name="Datumsplatzhalter 8">
            <a:extLst>
              <a:ext uri="{FF2B5EF4-FFF2-40B4-BE49-F238E27FC236}">
                <a16:creationId xmlns:a16="http://schemas.microsoft.com/office/drawing/2014/main" id="{D41B2605-E4FF-7B63-1B0A-0559F54E873E}"/>
              </a:ext>
            </a:extLst>
          </p:cNvPr>
          <p:cNvSpPr>
            <a:spLocks noGrp="1"/>
          </p:cNvSpPr>
          <p:nvPr>
            <p:ph type="dt" sz="half" idx="15"/>
          </p:nvPr>
        </p:nvSpPr>
        <p:spPr/>
        <p:txBody>
          <a:bodyPr/>
          <a:lstStyle>
            <a:lvl1pPr>
              <a:defRPr>
                <a:solidFill>
                  <a:schemeClr val="bg1"/>
                </a:solidFill>
              </a:defRPr>
            </a:lvl1pPr>
          </a:lstStyle>
          <a:p>
            <a:fld id="{24F2857E-5D03-9947-83FB-0874A4F0F394}" type="datetime1">
              <a:rPr lang="de-DE" smtClean="0"/>
              <a:pPr/>
              <a:t>22.06.2026</a:t>
            </a:fld>
            <a:endParaRPr lang="de-DE" dirty="0"/>
          </a:p>
        </p:txBody>
      </p:sp>
      <p:sp>
        <p:nvSpPr>
          <p:cNvPr id="11" name="Fußzeilenplatzhalter 10">
            <a:extLst>
              <a:ext uri="{FF2B5EF4-FFF2-40B4-BE49-F238E27FC236}">
                <a16:creationId xmlns:a16="http://schemas.microsoft.com/office/drawing/2014/main" id="{30756409-EB87-F8BD-94C6-8B40B11CE479}"/>
              </a:ext>
            </a:extLst>
          </p:cNvPr>
          <p:cNvSpPr>
            <a:spLocks noGrp="1"/>
          </p:cNvSpPr>
          <p:nvPr>
            <p:ph type="ftr" sz="quarter" idx="16"/>
          </p:nvPr>
        </p:nvSpPr>
        <p:spPr/>
        <p:txBody>
          <a:bodyPr/>
          <a:lstStyle>
            <a:lvl1pPr>
              <a:defRPr>
                <a:solidFill>
                  <a:schemeClr val="bg1"/>
                </a:solidFill>
              </a:defRPr>
            </a:lvl1pPr>
          </a:lstStyle>
          <a:p>
            <a:r>
              <a:rPr lang="de-DE" dirty="0"/>
              <a:t>Titel der Präsentation</a:t>
            </a:r>
          </a:p>
        </p:txBody>
      </p:sp>
      <p:sp>
        <p:nvSpPr>
          <p:cNvPr id="14" name="Foliennummernplatzhalter 13">
            <a:extLst>
              <a:ext uri="{FF2B5EF4-FFF2-40B4-BE49-F238E27FC236}">
                <a16:creationId xmlns:a16="http://schemas.microsoft.com/office/drawing/2014/main" id="{4B766370-FCC2-9C6D-FD3B-AB6C289B9C32}"/>
              </a:ext>
            </a:extLst>
          </p:cNvPr>
          <p:cNvSpPr>
            <a:spLocks noGrp="1"/>
          </p:cNvSpPr>
          <p:nvPr>
            <p:ph type="sldNum" sz="quarter" idx="17"/>
          </p:nvPr>
        </p:nvSpPr>
        <p:spPr/>
        <p:txBody>
          <a:bodyPr/>
          <a:lstStyle>
            <a:lvl1pPr>
              <a:defRPr>
                <a:solidFill>
                  <a:schemeClr val="bg1"/>
                </a:solidFill>
              </a:defRPr>
            </a:lvl1pPr>
          </a:lstStyle>
          <a:p>
            <a:fld id="{D188B27D-4802-6948-A101-6CF6A7142FF4}" type="slidenum">
              <a:rPr lang="de-DE" smtClean="0"/>
              <a:pPr/>
              <a:t>‹Nr.›</a:t>
            </a:fld>
            <a:endParaRPr lang="de-DE" dirty="0"/>
          </a:p>
        </p:txBody>
      </p:sp>
      <p:sp>
        <p:nvSpPr>
          <p:cNvPr id="3" name="Textplatzhalter 2">
            <a:extLst>
              <a:ext uri="{FF2B5EF4-FFF2-40B4-BE49-F238E27FC236}">
                <a16:creationId xmlns:a16="http://schemas.microsoft.com/office/drawing/2014/main" id="{99B8A9C5-9906-0742-E6AA-3D9DC52BCD55}"/>
              </a:ext>
            </a:extLst>
          </p:cNvPr>
          <p:cNvSpPr>
            <a:spLocks noGrp="1"/>
          </p:cNvSpPr>
          <p:nvPr>
            <p:ph type="body" idx="13"/>
          </p:nvPr>
        </p:nvSpPr>
        <p:spPr>
          <a:xfrm>
            <a:off x="479425" y="2360854"/>
            <a:ext cx="5112000" cy="250463"/>
          </a:xfrm>
        </p:spPr>
        <p:txBody>
          <a:bodyPr anchor="t"/>
          <a:lstStyle>
            <a:lvl1pPr marL="0" indent="0">
              <a:lnSpc>
                <a:spcPct val="100000"/>
              </a:lnSpc>
              <a:buNone/>
              <a:defRPr sz="1800" b="0">
                <a:solidFill>
                  <a:schemeClr val="bg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Bildplatzhalter 3">
            <a:extLst>
              <a:ext uri="{FF2B5EF4-FFF2-40B4-BE49-F238E27FC236}">
                <a16:creationId xmlns:a16="http://schemas.microsoft.com/office/drawing/2014/main" id="{7DA54E94-39C7-6923-1D9B-ACA33DDC18E8}"/>
              </a:ext>
            </a:extLst>
          </p:cNvPr>
          <p:cNvSpPr>
            <a:spLocks noGrp="1"/>
          </p:cNvSpPr>
          <p:nvPr>
            <p:ph type="pic" sz="quarter" idx="14"/>
          </p:nvPr>
        </p:nvSpPr>
        <p:spPr>
          <a:xfrm>
            <a:off x="6096000" y="0"/>
            <a:ext cx="7030720" cy="6858000"/>
          </a:xfrm>
          <a:custGeom>
            <a:avLst/>
            <a:gdLst>
              <a:gd name="connsiteX0" fmla="*/ 5346401 w 7030720"/>
              <a:gd name="connsiteY0" fmla="*/ 652256 h 6858000"/>
              <a:gd name="connsiteX1" fmla="*/ 5369451 w 7030720"/>
              <a:gd name="connsiteY1" fmla="*/ 677002 h 6858000"/>
              <a:gd name="connsiteX2" fmla="*/ 5346401 w 7030720"/>
              <a:gd name="connsiteY2" fmla="*/ 701748 h 6858000"/>
              <a:gd name="connsiteX3" fmla="*/ 5323350 w 7030720"/>
              <a:gd name="connsiteY3" fmla="*/ 677002 h 6858000"/>
              <a:gd name="connsiteX4" fmla="*/ 5346401 w 7030720"/>
              <a:gd name="connsiteY4" fmla="*/ 652256 h 6858000"/>
              <a:gd name="connsiteX5" fmla="*/ 5121193 w 7030720"/>
              <a:gd name="connsiteY5" fmla="*/ 652256 h 6858000"/>
              <a:gd name="connsiteX6" fmla="*/ 5144243 w 7030720"/>
              <a:gd name="connsiteY6" fmla="*/ 677002 h 6858000"/>
              <a:gd name="connsiteX7" fmla="*/ 5121193 w 7030720"/>
              <a:gd name="connsiteY7" fmla="*/ 701748 h 6858000"/>
              <a:gd name="connsiteX8" fmla="*/ 5098143 w 7030720"/>
              <a:gd name="connsiteY8" fmla="*/ 677002 h 6858000"/>
              <a:gd name="connsiteX9" fmla="*/ 5121193 w 7030720"/>
              <a:gd name="connsiteY9" fmla="*/ 652256 h 6858000"/>
              <a:gd name="connsiteX10" fmla="*/ 5436428 w 7030720"/>
              <a:gd name="connsiteY10" fmla="*/ 651335 h 6858000"/>
              <a:gd name="connsiteX11" fmla="*/ 5456689 w 7030720"/>
              <a:gd name="connsiteY11" fmla="*/ 668498 h 6858000"/>
              <a:gd name="connsiteX12" fmla="*/ 5415859 w 7030720"/>
              <a:gd name="connsiteY12" fmla="*/ 668498 h 6858000"/>
              <a:gd name="connsiteX13" fmla="*/ 5436428 w 7030720"/>
              <a:gd name="connsiteY13" fmla="*/ 651335 h 6858000"/>
              <a:gd name="connsiteX14" fmla="*/ 5524280 w 7030720"/>
              <a:gd name="connsiteY14" fmla="*/ 636015 h 6858000"/>
              <a:gd name="connsiteX15" fmla="*/ 5502624 w 7030720"/>
              <a:gd name="connsiteY15" fmla="*/ 651783 h 6858000"/>
              <a:gd name="connsiteX16" fmla="*/ 5502624 w 7030720"/>
              <a:gd name="connsiteY16" fmla="*/ 637396 h 6858000"/>
              <a:gd name="connsiteX17" fmla="*/ 5484997 w 7030720"/>
              <a:gd name="connsiteY17" fmla="*/ 637396 h 6858000"/>
              <a:gd name="connsiteX18" fmla="*/ 5484997 w 7030720"/>
              <a:gd name="connsiteY18" fmla="*/ 716570 h 6858000"/>
              <a:gd name="connsiteX19" fmla="*/ 5484997 w 7030720"/>
              <a:gd name="connsiteY19" fmla="*/ 716595 h 6858000"/>
              <a:gd name="connsiteX20" fmla="*/ 5502624 w 7030720"/>
              <a:gd name="connsiteY20" fmla="*/ 716595 h 6858000"/>
              <a:gd name="connsiteX21" fmla="*/ 5502624 w 7030720"/>
              <a:gd name="connsiteY21" fmla="*/ 673447 h 6858000"/>
              <a:gd name="connsiteX22" fmla="*/ 5522118 w 7030720"/>
              <a:gd name="connsiteY22" fmla="*/ 654264 h 6858000"/>
              <a:gd name="connsiteX23" fmla="*/ 5525981 w 7030720"/>
              <a:gd name="connsiteY23" fmla="*/ 654264 h 6858000"/>
              <a:gd name="connsiteX24" fmla="*/ 5525981 w 7030720"/>
              <a:gd name="connsiteY24" fmla="*/ 636015 h 6858000"/>
              <a:gd name="connsiteX25" fmla="*/ 5342845 w 7030720"/>
              <a:gd name="connsiteY25" fmla="*/ 635260 h 6858000"/>
              <a:gd name="connsiteX26" fmla="*/ 5305110 w 7030720"/>
              <a:gd name="connsiteY26" fmla="*/ 677015 h 6858000"/>
              <a:gd name="connsiteX27" fmla="*/ 5342845 w 7030720"/>
              <a:gd name="connsiteY27" fmla="*/ 718769 h 6858000"/>
              <a:gd name="connsiteX28" fmla="*/ 5369451 w 7030720"/>
              <a:gd name="connsiteY28" fmla="*/ 703461 h 6858000"/>
              <a:gd name="connsiteX29" fmla="*/ 5369451 w 7030720"/>
              <a:gd name="connsiteY29" fmla="*/ 716608 h 6858000"/>
              <a:gd name="connsiteX30" fmla="*/ 5387091 w 7030720"/>
              <a:gd name="connsiteY30" fmla="*/ 716608 h 6858000"/>
              <a:gd name="connsiteX31" fmla="*/ 5387091 w 7030720"/>
              <a:gd name="connsiteY31" fmla="*/ 637434 h 6858000"/>
              <a:gd name="connsiteX32" fmla="*/ 5369451 w 7030720"/>
              <a:gd name="connsiteY32" fmla="*/ 637434 h 6858000"/>
              <a:gd name="connsiteX33" fmla="*/ 5369451 w 7030720"/>
              <a:gd name="connsiteY33" fmla="*/ 650568 h 6858000"/>
              <a:gd name="connsiteX34" fmla="*/ 5342845 w 7030720"/>
              <a:gd name="connsiteY34" fmla="*/ 635260 h 6858000"/>
              <a:gd name="connsiteX35" fmla="*/ 5121193 w 7030720"/>
              <a:gd name="connsiteY35" fmla="*/ 635248 h 6858000"/>
              <a:gd name="connsiteX36" fmla="*/ 5079889 w 7030720"/>
              <a:gd name="connsiteY36" fmla="*/ 677002 h 6858000"/>
              <a:gd name="connsiteX37" fmla="*/ 5121193 w 7030720"/>
              <a:gd name="connsiteY37" fmla="*/ 718756 h 6858000"/>
              <a:gd name="connsiteX38" fmla="*/ 5162497 w 7030720"/>
              <a:gd name="connsiteY38" fmla="*/ 677002 h 6858000"/>
              <a:gd name="connsiteX39" fmla="*/ 5121193 w 7030720"/>
              <a:gd name="connsiteY39" fmla="*/ 635248 h 6858000"/>
              <a:gd name="connsiteX40" fmla="*/ 5436440 w 7030720"/>
              <a:gd name="connsiteY40" fmla="*/ 635235 h 6858000"/>
              <a:gd name="connsiteX41" fmla="*/ 5397311 w 7030720"/>
              <a:gd name="connsiteY41" fmla="*/ 676989 h 6858000"/>
              <a:gd name="connsiteX42" fmla="*/ 5397298 w 7030720"/>
              <a:gd name="connsiteY42" fmla="*/ 677002 h 6858000"/>
              <a:gd name="connsiteX43" fmla="*/ 5437822 w 7030720"/>
              <a:gd name="connsiteY43" fmla="*/ 718756 h 6858000"/>
              <a:gd name="connsiteX44" fmla="*/ 5472321 w 7030720"/>
              <a:gd name="connsiteY44" fmla="*/ 700968 h 6858000"/>
              <a:gd name="connsiteX45" fmla="*/ 5460258 w 7030720"/>
              <a:gd name="connsiteY45" fmla="*/ 690762 h 6858000"/>
              <a:gd name="connsiteX46" fmla="*/ 5437835 w 7030720"/>
              <a:gd name="connsiteY46" fmla="*/ 702669 h 6858000"/>
              <a:gd name="connsiteX47" fmla="*/ 5415411 w 7030720"/>
              <a:gd name="connsiteY47" fmla="*/ 682718 h 6858000"/>
              <a:gd name="connsiteX48" fmla="*/ 5474649 w 7030720"/>
              <a:gd name="connsiteY48" fmla="*/ 682718 h 6858000"/>
              <a:gd name="connsiteX49" fmla="*/ 5475109 w 7030720"/>
              <a:gd name="connsiteY49" fmla="*/ 676222 h 6858000"/>
              <a:gd name="connsiteX50" fmla="*/ 5436440 w 7030720"/>
              <a:gd name="connsiteY50" fmla="*/ 635235 h 6858000"/>
              <a:gd name="connsiteX51" fmla="*/ 5197290 w 7030720"/>
              <a:gd name="connsiteY51" fmla="*/ 614517 h 6858000"/>
              <a:gd name="connsiteX52" fmla="*/ 5179650 w 7030720"/>
              <a:gd name="connsiteY52" fmla="*/ 619927 h 6858000"/>
              <a:gd name="connsiteX53" fmla="*/ 5179650 w 7030720"/>
              <a:gd name="connsiteY53" fmla="*/ 637396 h 6858000"/>
              <a:gd name="connsiteX54" fmla="*/ 5164339 w 7030720"/>
              <a:gd name="connsiteY54" fmla="*/ 637396 h 6858000"/>
              <a:gd name="connsiteX55" fmla="*/ 5164339 w 7030720"/>
              <a:gd name="connsiteY55" fmla="*/ 652551 h 6858000"/>
              <a:gd name="connsiteX56" fmla="*/ 5179650 w 7030720"/>
              <a:gd name="connsiteY56" fmla="*/ 652551 h 6858000"/>
              <a:gd name="connsiteX57" fmla="*/ 5179650 w 7030720"/>
              <a:gd name="connsiteY57" fmla="*/ 691363 h 6858000"/>
              <a:gd name="connsiteX58" fmla="*/ 5205169 w 7030720"/>
              <a:gd name="connsiteY58" fmla="*/ 718271 h 6858000"/>
              <a:gd name="connsiteX59" fmla="*/ 5216618 w 7030720"/>
              <a:gd name="connsiteY59" fmla="*/ 716877 h 6858000"/>
              <a:gd name="connsiteX60" fmla="*/ 5216631 w 7030720"/>
              <a:gd name="connsiteY60" fmla="*/ 716902 h 6858000"/>
              <a:gd name="connsiteX61" fmla="*/ 5216631 w 7030720"/>
              <a:gd name="connsiteY61" fmla="*/ 702055 h 6858000"/>
              <a:gd name="connsiteX62" fmla="*/ 5209979 w 7030720"/>
              <a:gd name="connsiteY62" fmla="*/ 702515 h 6858000"/>
              <a:gd name="connsiteX63" fmla="*/ 5197290 w 7030720"/>
              <a:gd name="connsiteY63" fmla="*/ 689675 h 6858000"/>
              <a:gd name="connsiteX64" fmla="*/ 5197290 w 7030720"/>
              <a:gd name="connsiteY64" fmla="*/ 652563 h 6858000"/>
              <a:gd name="connsiteX65" fmla="*/ 5216631 w 7030720"/>
              <a:gd name="connsiteY65" fmla="*/ 652563 h 6858000"/>
              <a:gd name="connsiteX66" fmla="*/ 5216631 w 7030720"/>
              <a:gd name="connsiteY66" fmla="*/ 637409 h 6858000"/>
              <a:gd name="connsiteX67" fmla="*/ 5197290 w 7030720"/>
              <a:gd name="connsiteY67" fmla="*/ 637409 h 6858000"/>
              <a:gd name="connsiteX68" fmla="*/ 5228399 w 7030720"/>
              <a:gd name="connsiteY68" fmla="*/ 608341 h 6858000"/>
              <a:gd name="connsiteX69" fmla="*/ 5228399 w 7030720"/>
              <a:gd name="connsiteY69" fmla="*/ 716595 h 6858000"/>
              <a:gd name="connsiteX70" fmla="*/ 5246013 w 7030720"/>
              <a:gd name="connsiteY70" fmla="*/ 716595 h 6858000"/>
              <a:gd name="connsiteX71" fmla="*/ 5246013 w 7030720"/>
              <a:gd name="connsiteY71" fmla="*/ 669585 h 6858000"/>
              <a:gd name="connsiteX72" fmla="*/ 5262411 w 7030720"/>
              <a:gd name="connsiteY72" fmla="*/ 650722 h 6858000"/>
              <a:gd name="connsiteX73" fmla="*/ 5277876 w 7030720"/>
              <a:gd name="connsiteY73" fmla="*/ 668191 h 6858000"/>
              <a:gd name="connsiteX74" fmla="*/ 5277876 w 7030720"/>
              <a:gd name="connsiteY74" fmla="*/ 716595 h 6858000"/>
              <a:gd name="connsiteX75" fmla="*/ 5295516 w 7030720"/>
              <a:gd name="connsiteY75" fmla="*/ 716595 h 6858000"/>
              <a:gd name="connsiteX76" fmla="*/ 5295516 w 7030720"/>
              <a:gd name="connsiteY76" fmla="*/ 665096 h 6858000"/>
              <a:gd name="connsiteX77" fmla="*/ 5269690 w 7030720"/>
              <a:gd name="connsiteY77" fmla="*/ 635248 h 6858000"/>
              <a:gd name="connsiteX78" fmla="*/ 5246026 w 7030720"/>
              <a:gd name="connsiteY78" fmla="*/ 647934 h 6858000"/>
              <a:gd name="connsiteX79" fmla="*/ 5246026 w 7030720"/>
              <a:gd name="connsiteY79" fmla="*/ 608341 h 6858000"/>
              <a:gd name="connsiteX80" fmla="*/ 5020652 w 7030720"/>
              <a:gd name="connsiteY80" fmla="*/ 606486 h 6858000"/>
              <a:gd name="connsiteX81" fmla="*/ 4966198 w 7030720"/>
              <a:gd name="connsiteY81" fmla="*/ 662628 h 6858000"/>
              <a:gd name="connsiteX82" fmla="*/ 5018324 w 7030720"/>
              <a:gd name="connsiteY82" fmla="*/ 718769 h 6858000"/>
              <a:gd name="connsiteX83" fmla="*/ 5051428 w 7030720"/>
              <a:gd name="connsiteY83" fmla="*/ 702681 h 6858000"/>
              <a:gd name="connsiteX84" fmla="*/ 5051428 w 7030720"/>
              <a:gd name="connsiteY84" fmla="*/ 716595 h 6858000"/>
              <a:gd name="connsiteX85" fmla="*/ 5069375 w 7030720"/>
              <a:gd name="connsiteY85" fmla="*/ 716595 h 6858000"/>
              <a:gd name="connsiteX86" fmla="*/ 5069375 w 7030720"/>
              <a:gd name="connsiteY86" fmla="*/ 659686 h 6858000"/>
              <a:gd name="connsiteX87" fmla="*/ 5022506 w 7030720"/>
              <a:gd name="connsiteY87" fmla="*/ 659686 h 6858000"/>
              <a:gd name="connsiteX88" fmla="*/ 5022506 w 7030720"/>
              <a:gd name="connsiteY88" fmla="*/ 677322 h 6858000"/>
              <a:gd name="connsiteX89" fmla="*/ 5049880 w 7030720"/>
              <a:gd name="connsiteY89" fmla="*/ 677322 h 6858000"/>
              <a:gd name="connsiteX90" fmla="*/ 5020639 w 7030720"/>
              <a:gd name="connsiteY90" fmla="*/ 699906 h 6858000"/>
              <a:gd name="connsiteX91" fmla="*/ 4987227 w 7030720"/>
              <a:gd name="connsiteY91" fmla="*/ 662640 h 6858000"/>
              <a:gd name="connsiteX92" fmla="*/ 5020639 w 7030720"/>
              <a:gd name="connsiteY92" fmla="*/ 625375 h 6858000"/>
              <a:gd name="connsiteX93" fmla="*/ 5050034 w 7030720"/>
              <a:gd name="connsiteY93" fmla="*/ 642230 h 6858000"/>
              <a:gd name="connsiteX94" fmla="*/ 5066739 w 7030720"/>
              <a:gd name="connsiteY94" fmla="*/ 631091 h 6858000"/>
              <a:gd name="connsiteX95" fmla="*/ 5020639 w 7030720"/>
              <a:gd name="connsiteY95" fmla="*/ 606499 h 6858000"/>
              <a:gd name="connsiteX96" fmla="*/ 4744738 w 7030720"/>
              <a:gd name="connsiteY96" fmla="*/ 601537 h 6858000"/>
              <a:gd name="connsiteX97" fmla="*/ 4744746 w 7030720"/>
              <a:gd name="connsiteY97" fmla="*/ 601542 h 6858000"/>
              <a:gd name="connsiteX98" fmla="*/ 4743293 w 7030720"/>
              <a:gd name="connsiteY98" fmla="*/ 602995 h 6858000"/>
              <a:gd name="connsiteX99" fmla="*/ 4819735 w 7030720"/>
              <a:gd name="connsiteY99" fmla="*/ 697054 h 6858000"/>
              <a:gd name="connsiteX100" fmla="*/ 4866910 w 7030720"/>
              <a:gd name="connsiteY100" fmla="*/ 725125 h 6858000"/>
              <a:gd name="connsiteX101" fmla="*/ 4838820 w 7030720"/>
              <a:gd name="connsiteY101" fmla="*/ 677961 h 6858000"/>
              <a:gd name="connsiteX102" fmla="*/ 4788949 w 7030720"/>
              <a:gd name="connsiteY102" fmla="*/ 633203 h 6858000"/>
              <a:gd name="connsiteX103" fmla="*/ 4744746 w 7030720"/>
              <a:gd name="connsiteY103" fmla="*/ 601542 h 6858000"/>
              <a:gd name="connsiteX104" fmla="*/ 4744751 w 7030720"/>
              <a:gd name="connsiteY104" fmla="*/ 601537 h 6858000"/>
              <a:gd name="connsiteX105" fmla="*/ 4640551 w 7030720"/>
              <a:gd name="connsiteY105" fmla="*/ 588557 h 6858000"/>
              <a:gd name="connsiteX106" fmla="*/ 4608227 w 7030720"/>
              <a:gd name="connsiteY106" fmla="*/ 600258 h 6858000"/>
              <a:gd name="connsiteX107" fmla="*/ 4640551 w 7030720"/>
              <a:gd name="connsiteY107" fmla="*/ 611960 h 6858000"/>
              <a:gd name="connsiteX108" fmla="*/ 4703192 w 7030720"/>
              <a:gd name="connsiteY108" fmla="*/ 604184 h 6858000"/>
              <a:gd name="connsiteX109" fmla="*/ 4616030 w 7030720"/>
              <a:gd name="connsiteY109" fmla="*/ 678997 h 6858000"/>
              <a:gd name="connsiteX110" fmla="*/ 4587633 w 7030720"/>
              <a:gd name="connsiteY110" fmla="*/ 725164 h 6858000"/>
              <a:gd name="connsiteX111" fmla="*/ 4634296 w 7030720"/>
              <a:gd name="connsiteY111" fmla="*/ 697067 h 6858000"/>
              <a:gd name="connsiteX112" fmla="*/ 4709907 w 7030720"/>
              <a:gd name="connsiteY112" fmla="*/ 610834 h 6858000"/>
              <a:gd name="connsiteX113" fmla="*/ 4702117 w 7030720"/>
              <a:gd name="connsiteY113" fmla="*/ 673511 h 6858000"/>
              <a:gd name="connsiteX114" fmla="*/ 4713821 w 7030720"/>
              <a:gd name="connsiteY114" fmla="*/ 705815 h 6858000"/>
              <a:gd name="connsiteX115" fmla="*/ 4725526 w 7030720"/>
              <a:gd name="connsiteY115" fmla="*/ 673511 h 6858000"/>
              <a:gd name="connsiteX116" fmla="*/ 4714717 w 7030720"/>
              <a:gd name="connsiteY116" fmla="*/ 600297 h 6858000"/>
              <a:gd name="connsiteX117" fmla="*/ 4714333 w 7030720"/>
              <a:gd name="connsiteY117" fmla="*/ 599708 h 6858000"/>
              <a:gd name="connsiteX118" fmla="*/ 4714320 w 7030720"/>
              <a:gd name="connsiteY118" fmla="*/ 599695 h 6858000"/>
              <a:gd name="connsiteX119" fmla="*/ 4713783 w 7030720"/>
              <a:gd name="connsiteY119" fmla="*/ 599363 h 6858000"/>
              <a:gd name="connsiteX120" fmla="*/ 4640551 w 7030720"/>
              <a:gd name="connsiteY120" fmla="*/ 588557 h 6858000"/>
              <a:gd name="connsiteX121" fmla="*/ 4827410 w 7030720"/>
              <a:gd name="connsiteY121" fmla="*/ 575551 h 6858000"/>
              <a:gd name="connsiteX122" fmla="*/ 4747796 w 7030720"/>
              <a:gd name="connsiteY122" fmla="*/ 586357 h 6858000"/>
              <a:gd name="connsiteX123" fmla="*/ 4747796 w 7030720"/>
              <a:gd name="connsiteY123" fmla="*/ 588147 h 6858000"/>
              <a:gd name="connsiteX124" fmla="*/ 4827410 w 7030720"/>
              <a:gd name="connsiteY124" fmla="*/ 598941 h 6858000"/>
              <a:gd name="connsiteX125" fmla="*/ 4862549 w 7030720"/>
              <a:gd name="connsiteY125" fmla="*/ 587252 h 6858000"/>
              <a:gd name="connsiteX126" fmla="*/ 4827410 w 7030720"/>
              <a:gd name="connsiteY126" fmla="*/ 575551 h 6858000"/>
              <a:gd name="connsiteX127" fmla="*/ 4993111 w 7030720"/>
              <a:gd name="connsiteY127" fmla="*/ 515163 h 6858000"/>
              <a:gd name="connsiteX128" fmla="*/ 5024054 w 7030720"/>
              <a:gd name="connsiteY128" fmla="*/ 515163 h 6858000"/>
              <a:gd name="connsiteX129" fmla="*/ 5040913 w 7030720"/>
              <a:gd name="connsiteY129" fmla="*/ 529396 h 6858000"/>
              <a:gd name="connsiteX130" fmla="*/ 5024054 w 7030720"/>
              <a:gd name="connsiteY130" fmla="*/ 543630 h 6858000"/>
              <a:gd name="connsiteX131" fmla="*/ 5024054 w 7030720"/>
              <a:gd name="connsiteY131" fmla="*/ 543617 h 6858000"/>
              <a:gd name="connsiteX132" fmla="*/ 4993111 w 7030720"/>
              <a:gd name="connsiteY132" fmla="*/ 543617 h 6858000"/>
              <a:gd name="connsiteX133" fmla="*/ 5574716 w 7030720"/>
              <a:gd name="connsiteY133" fmla="*/ 497527 h 6858000"/>
              <a:gd name="connsiteX134" fmla="*/ 5597766 w 7030720"/>
              <a:gd name="connsiteY134" fmla="*/ 522273 h 6858000"/>
              <a:gd name="connsiteX135" fmla="*/ 5574716 w 7030720"/>
              <a:gd name="connsiteY135" fmla="*/ 547019 h 6858000"/>
              <a:gd name="connsiteX136" fmla="*/ 5551666 w 7030720"/>
              <a:gd name="connsiteY136" fmla="*/ 522273 h 6858000"/>
              <a:gd name="connsiteX137" fmla="*/ 5574716 w 7030720"/>
              <a:gd name="connsiteY137" fmla="*/ 497527 h 6858000"/>
              <a:gd name="connsiteX138" fmla="*/ 5111919 w 7030720"/>
              <a:gd name="connsiteY138" fmla="*/ 497527 h 6858000"/>
              <a:gd name="connsiteX139" fmla="*/ 5134969 w 7030720"/>
              <a:gd name="connsiteY139" fmla="*/ 522273 h 6858000"/>
              <a:gd name="connsiteX140" fmla="*/ 5111919 w 7030720"/>
              <a:gd name="connsiteY140" fmla="*/ 547019 h 6858000"/>
              <a:gd name="connsiteX141" fmla="*/ 5088869 w 7030720"/>
              <a:gd name="connsiteY141" fmla="*/ 522273 h 6858000"/>
              <a:gd name="connsiteX142" fmla="*/ 5111919 w 7030720"/>
              <a:gd name="connsiteY142" fmla="*/ 497527 h 6858000"/>
              <a:gd name="connsiteX143" fmla="*/ 5376882 w 7030720"/>
              <a:gd name="connsiteY143" fmla="*/ 496606 h 6858000"/>
              <a:gd name="connsiteX144" fmla="*/ 5397144 w 7030720"/>
              <a:gd name="connsiteY144" fmla="*/ 513769 h 6858000"/>
              <a:gd name="connsiteX145" fmla="*/ 5356314 w 7030720"/>
              <a:gd name="connsiteY145" fmla="*/ 513769 h 6858000"/>
              <a:gd name="connsiteX146" fmla="*/ 5376882 w 7030720"/>
              <a:gd name="connsiteY146" fmla="*/ 496606 h 6858000"/>
              <a:gd name="connsiteX147" fmla="*/ 5505578 w 7030720"/>
              <a:gd name="connsiteY147" fmla="*/ 482693 h 6858000"/>
              <a:gd name="connsiteX148" fmla="*/ 5505578 w 7030720"/>
              <a:gd name="connsiteY148" fmla="*/ 561866 h 6858000"/>
              <a:gd name="connsiteX149" fmla="*/ 5523217 w 7030720"/>
              <a:gd name="connsiteY149" fmla="*/ 561866 h 6858000"/>
              <a:gd name="connsiteX150" fmla="*/ 5523217 w 7030720"/>
              <a:gd name="connsiteY150" fmla="*/ 482693 h 6858000"/>
              <a:gd name="connsiteX151" fmla="*/ 5205502 w 7030720"/>
              <a:gd name="connsiteY151" fmla="*/ 481299 h 6858000"/>
              <a:gd name="connsiteX152" fmla="*/ 5183846 w 7030720"/>
              <a:gd name="connsiteY152" fmla="*/ 497080 h 6858000"/>
              <a:gd name="connsiteX153" fmla="*/ 5183846 w 7030720"/>
              <a:gd name="connsiteY153" fmla="*/ 482693 h 6858000"/>
              <a:gd name="connsiteX154" fmla="*/ 5166206 w 7030720"/>
              <a:gd name="connsiteY154" fmla="*/ 482693 h 6858000"/>
              <a:gd name="connsiteX155" fmla="*/ 5166206 w 7030720"/>
              <a:gd name="connsiteY155" fmla="*/ 561866 h 6858000"/>
              <a:gd name="connsiteX156" fmla="*/ 5183846 w 7030720"/>
              <a:gd name="connsiteY156" fmla="*/ 561866 h 6858000"/>
              <a:gd name="connsiteX157" fmla="*/ 5183846 w 7030720"/>
              <a:gd name="connsiteY157" fmla="*/ 518718 h 6858000"/>
              <a:gd name="connsiteX158" fmla="*/ 5203340 w 7030720"/>
              <a:gd name="connsiteY158" fmla="*/ 499548 h 6858000"/>
              <a:gd name="connsiteX159" fmla="*/ 5207203 w 7030720"/>
              <a:gd name="connsiteY159" fmla="*/ 499548 h 6858000"/>
              <a:gd name="connsiteX160" fmla="*/ 5207203 w 7030720"/>
              <a:gd name="connsiteY160" fmla="*/ 481299 h 6858000"/>
              <a:gd name="connsiteX161" fmla="*/ 5571160 w 7030720"/>
              <a:gd name="connsiteY161" fmla="*/ 480531 h 6858000"/>
              <a:gd name="connsiteX162" fmla="*/ 5533412 w 7030720"/>
              <a:gd name="connsiteY162" fmla="*/ 522286 h 6858000"/>
              <a:gd name="connsiteX163" fmla="*/ 5571160 w 7030720"/>
              <a:gd name="connsiteY163" fmla="*/ 564040 h 6858000"/>
              <a:gd name="connsiteX164" fmla="*/ 5597766 w 7030720"/>
              <a:gd name="connsiteY164" fmla="*/ 548732 h 6858000"/>
              <a:gd name="connsiteX165" fmla="*/ 5597766 w 7030720"/>
              <a:gd name="connsiteY165" fmla="*/ 561879 h 6858000"/>
              <a:gd name="connsiteX166" fmla="*/ 5615393 w 7030720"/>
              <a:gd name="connsiteY166" fmla="*/ 561879 h 6858000"/>
              <a:gd name="connsiteX167" fmla="*/ 5615393 w 7030720"/>
              <a:gd name="connsiteY167" fmla="*/ 482705 h 6858000"/>
              <a:gd name="connsiteX168" fmla="*/ 5597766 w 7030720"/>
              <a:gd name="connsiteY168" fmla="*/ 482705 h 6858000"/>
              <a:gd name="connsiteX169" fmla="*/ 5597766 w 7030720"/>
              <a:gd name="connsiteY169" fmla="*/ 495839 h 6858000"/>
              <a:gd name="connsiteX170" fmla="*/ 5571160 w 7030720"/>
              <a:gd name="connsiteY170" fmla="*/ 480531 h 6858000"/>
              <a:gd name="connsiteX171" fmla="*/ 5108350 w 7030720"/>
              <a:gd name="connsiteY171" fmla="*/ 480531 h 6858000"/>
              <a:gd name="connsiteX172" fmla="*/ 5070602 w 7030720"/>
              <a:gd name="connsiteY172" fmla="*/ 522286 h 6858000"/>
              <a:gd name="connsiteX173" fmla="*/ 5108350 w 7030720"/>
              <a:gd name="connsiteY173" fmla="*/ 564040 h 6858000"/>
              <a:gd name="connsiteX174" fmla="*/ 5134956 w 7030720"/>
              <a:gd name="connsiteY174" fmla="*/ 548732 h 6858000"/>
              <a:gd name="connsiteX175" fmla="*/ 5134956 w 7030720"/>
              <a:gd name="connsiteY175" fmla="*/ 561879 h 6858000"/>
              <a:gd name="connsiteX176" fmla="*/ 5152583 w 7030720"/>
              <a:gd name="connsiteY176" fmla="*/ 561879 h 6858000"/>
              <a:gd name="connsiteX177" fmla="*/ 5152583 w 7030720"/>
              <a:gd name="connsiteY177" fmla="*/ 482705 h 6858000"/>
              <a:gd name="connsiteX178" fmla="*/ 5134956 w 7030720"/>
              <a:gd name="connsiteY178" fmla="*/ 482705 h 6858000"/>
              <a:gd name="connsiteX179" fmla="*/ 5134956 w 7030720"/>
              <a:gd name="connsiteY179" fmla="*/ 495839 h 6858000"/>
              <a:gd name="connsiteX180" fmla="*/ 5108350 w 7030720"/>
              <a:gd name="connsiteY180" fmla="*/ 480531 h 6858000"/>
              <a:gd name="connsiteX181" fmla="*/ 5466756 w 7030720"/>
              <a:gd name="connsiteY181" fmla="*/ 480518 h 6858000"/>
              <a:gd name="connsiteX182" fmla="*/ 5443091 w 7030720"/>
              <a:gd name="connsiteY182" fmla="*/ 493205 h 6858000"/>
              <a:gd name="connsiteX183" fmla="*/ 5443091 w 7030720"/>
              <a:gd name="connsiteY183" fmla="*/ 482693 h 6858000"/>
              <a:gd name="connsiteX184" fmla="*/ 5425465 w 7030720"/>
              <a:gd name="connsiteY184" fmla="*/ 482693 h 6858000"/>
              <a:gd name="connsiteX185" fmla="*/ 5425465 w 7030720"/>
              <a:gd name="connsiteY185" fmla="*/ 561866 h 6858000"/>
              <a:gd name="connsiteX186" fmla="*/ 5443079 w 7030720"/>
              <a:gd name="connsiteY186" fmla="*/ 561866 h 6858000"/>
              <a:gd name="connsiteX187" fmla="*/ 5443079 w 7030720"/>
              <a:gd name="connsiteY187" fmla="*/ 514856 h 6858000"/>
              <a:gd name="connsiteX188" fmla="*/ 5459477 w 7030720"/>
              <a:gd name="connsiteY188" fmla="*/ 495993 h 6858000"/>
              <a:gd name="connsiteX189" fmla="*/ 5474942 w 7030720"/>
              <a:gd name="connsiteY189" fmla="*/ 513462 h 6858000"/>
              <a:gd name="connsiteX190" fmla="*/ 5474942 w 7030720"/>
              <a:gd name="connsiteY190" fmla="*/ 561866 h 6858000"/>
              <a:gd name="connsiteX191" fmla="*/ 5492582 w 7030720"/>
              <a:gd name="connsiteY191" fmla="*/ 561866 h 6858000"/>
              <a:gd name="connsiteX192" fmla="*/ 5492582 w 7030720"/>
              <a:gd name="connsiteY192" fmla="*/ 510367 h 6858000"/>
              <a:gd name="connsiteX193" fmla="*/ 5466756 w 7030720"/>
              <a:gd name="connsiteY193" fmla="*/ 480518 h 6858000"/>
              <a:gd name="connsiteX194" fmla="*/ 5376895 w 7030720"/>
              <a:gd name="connsiteY194" fmla="*/ 480518 h 6858000"/>
              <a:gd name="connsiteX195" fmla="*/ 5337753 w 7030720"/>
              <a:gd name="connsiteY195" fmla="*/ 522273 h 6858000"/>
              <a:gd name="connsiteX196" fmla="*/ 5378277 w 7030720"/>
              <a:gd name="connsiteY196" fmla="*/ 564027 h 6858000"/>
              <a:gd name="connsiteX197" fmla="*/ 5412776 w 7030720"/>
              <a:gd name="connsiteY197" fmla="*/ 546239 h 6858000"/>
              <a:gd name="connsiteX198" fmla="*/ 5400713 w 7030720"/>
              <a:gd name="connsiteY198" fmla="*/ 536033 h 6858000"/>
              <a:gd name="connsiteX199" fmla="*/ 5378290 w 7030720"/>
              <a:gd name="connsiteY199" fmla="*/ 547939 h 6858000"/>
              <a:gd name="connsiteX200" fmla="*/ 5355866 w 7030720"/>
              <a:gd name="connsiteY200" fmla="*/ 527989 h 6858000"/>
              <a:gd name="connsiteX201" fmla="*/ 5415103 w 7030720"/>
              <a:gd name="connsiteY201" fmla="*/ 527989 h 6858000"/>
              <a:gd name="connsiteX202" fmla="*/ 5415564 w 7030720"/>
              <a:gd name="connsiteY202" fmla="*/ 521493 h 6858000"/>
              <a:gd name="connsiteX203" fmla="*/ 5376895 w 7030720"/>
              <a:gd name="connsiteY203" fmla="*/ 480518 h 6858000"/>
              <a:gd name="connsiteX204" fmla="*/ 5256553 w 7030720"/>
              <a:gd name="connsiteY204" fmla="*/ 480518 h 6858000"/>
              <a:gd name="connsiteX205" fmla="*/ 5234129 w 7030720"/>
              <a:gd name="connsiteY205" fmla="*/ 493205 h 6858000"/>
              <a:gd name="connsiteX206" fmla="*/ 5234129 w 7030720"/>
              <a:gd name="connsiteY206" fmla="*/ 482693 h 6858000"/>
              <a:gd name="connsiteX207" fmla="*/ 5216490 w 7030720"/>
              <a:gd name="connsiteY207" fmla="*/ 482693 h 6858000"/>
              <a:gd name="connsiteX208" fmla="*/ 5216490 w 7030720"/>
              <a:gd name="connsiteY208" fmla="*/ 561866 h 6858000"/>
              <a:gd name="connsiteX209" fmla="*/ 5234116 w 7030720"/>
              <a:gd name="connsiteY209" fmla="*/ 561866 h 6858000"/>
              <a:gd name="connsiteX210" fmla="*/ 5234116 w 7030720"/>
              <a:gd name="connsiteY210" fmla="*/ 514856 h 6858000"/>
              <a:gd name="connsiteX211" fmla="*/ 5249274 w 7030720"/>
              <a:gd name="connsiteY211" fmla="*/ 495993 h 6858000"/>
              <a:gd name="connsiteX212" fmla="*/ 5263511 w 7030720"/>
              <a:gd name="connsiteY212" fmla="*/ 513462 h 6858000"/>
              <a:gd name="connsiteX213" fmla="*/ 5263511 w 7030720"/>
              <a:gd name="connsiteY213" fmla="*/ 561866 h 6858000"/>
              <a:gd name="connsiteX214" fmla="*/ 5281138 w 7030720"/>
              <a:gd name="connsiteY214" fmla="*/ 561866 h 6858000"/>
              <a:gd name="connsiteX215" fmla="*/ 5281138 w 7030720"/>
              <a:gd name="connsiteY215" fmla="*/ 513155 h 6858000"/>
              <a:gd name="connsiteX216" fmla="*/ 5296296 w 7030720"/>
              <a:gd name="connsiteY216" fmla="*/ 495993 h 6858000"/>
              <a:gd name="connsiteX217" fmla="*/ 5310533 w 7030720"/>
              <a:gd name="connsiteY217" fmla="*/ 513462 h 6858000"/>
              <a:gd name="connsiteX218" fmla="*/ 5310533 w 7030720"/>
              <a:gd name="connsiteY218" fmla="*/ 561866 h 6858000"/>
              <a:gd name="connsiteX219" fmla="*/ 5328172 w 7030720"/>
              <a:gd name="connsiteY219" fmla="*/ 561866 h 6858000"/>
              <a:gd name="connsiteX220" fmla="*/ 5328172 w 7030720"/>
              <a:gd name="connsiteY220" fmla="*/ 510367 h 6858000"/>
              <a:gd name="connsiteX221" fmla="*/ 5302026 w 7030720"/>
              <a:gd name="connsiteY221" fmla="*/ 480518 h 6858000"/>
              <a:gd name="connsiteX222" fmla="*/ 5278209 w 7030720"/>
              <a:gd name="connsiteY222" fmla="*/ 494125 h 6858000"/>
              <a:gd name="connsiteX223" fmla="*/ 5256553 w 7030720"/>
              <a:gd name="connsiteY223" fmla="*/ 480518 h 6858000"/>
              <a:gd name="connsiteX224" fmla="*/ 4993111 w 7030720"/>
              <a:gd name="connsiteY224" fmla="*/ 471861 h 6858000"/>
              <a:gd name="connsiteX225" fmla="*/ 5023120 w 7030720"/>
              <a:gd name="connsiteY225" fmla="*/ 471861 h 6858000"/>
              <a:gd name="connsiteX226" fmla="*/ 5038278 w 7030720"/>
              <a:gd name="connsiteY226" fmla="*/ 484381 h 6858000"/>
              <a:gd name="connsiteX227" fmla="*/ 5023120 w 7030720"/>
              <a:gd name="connsiteY227" fmla="*/ 496913 h 6858000"/>
              <a:gd name="connsiteX228" fmla="*/ 4993111 w 7030720"/>
              <a:gd name="connsiteY228" fmla="*/ 496913 h 6858000"/>
              <a:gd name="connsiteX229" fmla="*/ 4728340 w 7030720"/>
              <a:gd name="connsiteY229" fmla="*/ 462794 h 6858000"/>
              <a:gd name="connsiteX230" fmla="*/ 4716648 w 7030720"/>
              <a:gd name="connsiteY230" fmla="*/ 494561 h 6858000"/>
              <a:gd name="connsiteX231" fmla="*/ 4727457 w 7030720"/>
              <a:gd name="connsiteY231" fmla="*/ 566535 h 6858000"/>
              <a:gd name="connsiteX232" fmla="*/ 4729235 w 7030720"/>
              <a:gd name="connsiteY232" fmla="*/ 566535 h 6858000"/>
              <a:gd name="connsiteX233" fmla="*/ 4740044 w 7030720"/>
              <a:gd name="connsiteY233" fmla="*/ 494561 h 6858000"/>
              <a:gd name="connsiteX234" fmla="*/ 4728340 w 7030720"/>
              <a:gd name="connsiteY234" fmla="*/ 462794 h 6858000"/>
              <a:gd name="connsiteX235" fmla="*/ 4973003 w 7030720"/>
              <a:gd name="connsiteY235" fmla="*/ 453624 h 6858000"/>
              <a:gd name="connsiteX236" fmla="*/ 4973003 w 7030720"/>
              <a:gd name="connsiteY236" fmla="*/ 561866 h 6858000"/>
              <a:gd name="connsiteX237" fmla="*/ 5026369 w 7030720"/>
              <a:gd name="connsiteY237" fmla="*/ 561866 h 6858000"/>
              <a:gd name="connsiteX238" fmla="*/ 5061942 w 7030720"/>
              <a:gd name="connsiteY238" fmla="*/ 531404 h 6858000"/>
              <a:gd name="connsiteX239" fmla="*/ 5043075 w 7030720"/>
              <a:gd name="connsiteY239" fmla="*/ 505584 h 6858000"/>
              <a:gd name="connsiteX240" fmla="*/ 5059320 w 7030720"/>
              <a:gd name="connsiteY240" fmla="*/ 481772 h 6858000"/>
              <a:gd name="connsiteX241" fmla="*/ 5025909 w 7030720"/>
              <a:gd name="connsiteY241" fmla="*/ 453624 h 6858000"/>
              <a:gd name="connsiteX242" fmla="*/ 5514391 w 7030720"/>
              <a:gd name="connsiteY242" fmla="*/ 450670 h 6858000"/>
              <a:gd name="connsiteX243" fmla="*/ 5503403 w 7030720"/>
              <a:gd name="connsiteY243" fmla="*/ 461655 h 6858000"/>
              <a:gd name="connsiteX244" fmla="*/ 5514391 w 7030720"/>
              <a:gd name="connsiteY244" fmla="*/ 472641 h 6858000"/>
              <a:gd name="connsiteX245" fmla="*/ 5525379 w 7030720"/>
              <a:gd name="connsiteY245" fmla="*/ 461655 h 6858000"/>
              <a:gd name="connsiteX246" fmla="*/ 5514391 w 7030720"/>
              <a:gd name="connsiteY246" fmla="*/ 450670 h 6858000"/>
              <a:gd name="connsiteX247" fmla="*/ 4867038 w 7030720"/>
              <a:gd name="connsiteY247" fmla="*/ 447346 h 6858000"/>
              <a:gd name="connsiteX248" fmla="*/ 4819863 w 7030720"/>
              <a:gd name="connsiteY248" fmla="*/ 475417 h 6858000"/>
              <a:gd name="connsiteX249" fmla="*/ 4743421 w 7030720"/>
              <a:gd name="connsiteY249" fmla="*/ 569476 h 6858000"/>
              <a:gd name="connsiteX250" fmla="*/ 4744879 w 7030720"/>
              <a:gd name="connsiteY250" fmla="*/ 570934 h 6858000"/>
              <a:gd name="connsiteX251" fmla="*/ 4838961 w 7030720"/>
              <a:gd name="connsiteY251" fmla="*/ 494510 h 6858000"/>
              <a:gd name="connsiteX252" fmla="*/ 4867038 w 7030720"/>
              <a:gd name="connsiteY252" fmla="*/ 447346 h 6858000"/>
              <a:gd name="connsiteX253" fmla="*/ 4588234 w 7030720"/>
              <a:gd name="connsiteY253" fmla="*/ 447282 h 6858000"/>
              <a:gd name="connsiteX254" fmla="*/ 4616311 w 7030720"/>
              <a:gd name="connsiteY254" fmla="*/ 494446 h 6858000"/>
              <a:gd name="connsiteX255" fmla="*/ 4710393 w 7030720"/>
              <a:gd name="connsiteY255" fmla="*/ 570870 h 6858000"/>
              <a:gd name="connsiteX256" fmla="*/ 4710393 w 7030720"/>
              <a:gd name="connsiteY256" fmla="*/ 570883 h 6858000"/>
              <a:gd name="connsiteX257" fmla="*/ 4711851 w 7030720"/>
              <a:gd name="connsiteY257" fmla="*/ 569425 h 6858000"/>
              <a:gd name="connsiteX258" fmla="*/ 4635409 w 7030720"/>
              <a:gd name="connsiteY258" fmla="*/ 475365 h 6858000"/>
              <a:gd name="connsiteX259" fmla="*/ 4588234 w 7030720"/>
              <a:gd name="connsiteY259" fmla="*/ 447282 h 6858000"/>
              <a:gd name="connsiteX260" fmla="*/ 0 w 7030720"/>
              <a:gd name="connsiteY260" fmla="*/ 0 h 6858000"/>
              <a:gd name="connsiteX261" fmla="*/ 6096000 w 7030720"/>
              <a:gd name="connsiteY261" fmla="*/ 0 h 6858000"/>
              <a:gd name="connsiteX262" fmla="*/ 6096000 w 7030720"/>
              <a:gd name="connsiteY262" fmla="*/ 441325 h 6858000"/>
              <a:gd name="connsiteX263" fmla="*/ 7030720 w 7030720"/>
              <a:gd name="connsiteY263" fmla="*/ 441325 h 6858000"/>
              <a:gd name="connsiteX264" fmla="*/ 7030720 w 7030720"/>
              <a:gd name="connsiteY264" fmla="*/ 1376363 h 6858000"/>
              <a:gd name="connsiteX265" fmla="*/ 6096000 w 7030720"/>
              <a:gd name="connsiteY265" fmla="*/ 1376363 h 6858000"/>
              <a:gd name="connsiteX266" fmla="*/ 6096000 w 7030720"/>
              <a:gd name="connsiteY266" fmla="*/ 6858000 h 6858000"/>
              <a:gd name="connsiteX267" fmla="*/ 0 w 7030720"/>
              <a:gd name="connsiteY2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Lst>
            <a:rect l="l" t="t" r="r" b="b"/>
            <a:pathLst>
              <a:path w="7030720" h="6858000">
                <a:moveTo>
                  <a:pt x="5346401" y="652256"/>
                </a:moveTo>
                <a:cubicBezTo>
                  <a:pt x="5359704" y="652256"/>
                  <a:pt x="5369451" y="662768"/>
                  <a:pt x="5369451" y="677002"/>
                </a:cubicBezTo>
                <a:cubicBezTo>
                  <a:pt x="5369451" y="691236"/>
                  <a:pt x="5359704" y="701748"/>
                  <a:pt x="5346401" y="701748"/>
                </a:cubicBezTo>
                <a:cubicBezTo>
                  <a:pt x="5333098" y="701748"/>
                  <a:pt x="5323350" y="691236"/>
                  <a:pt x="5323350" y="677002"/>
                </a:cubicBezTo>
                <a:cubicBezTo>
                  <a:pt x="5323350" y="662768"/>
                  <a:pt x="5333098" y="652256"/>
                  <a:pt x="5346401" y="652256"/>
                </a:cubicBezTo>
                <a:close/>
                <a:moveTo>
                  <a:pt x="5121193" y="652256"/>
                </a:moveTo>
                <a:cubicBezTo>
                  <a:pt x="5134496" y="652256"/>
                  <a:pt x="5144243" y="662768"/>
                  <a:pt x="5144243" y="677002"/>
                </a:cubicBezTo>
                <a:cubicBezTo>
                  <a:pt x="5144243" y="691236"/>
                  <a:pt x="5134496" y="701748"/>
                  <a:pt x="5121193" y="701748"/>
                </a:cubicBezTo>
                <a:cubicBezTo>
                  <a:pt x="5107890" y="701748"/>
                  <a:pt x="5098143" y="691236"/>
                  <a:pt x="5098143" y="677002"/>
                </a:cubicBezTo>
                <a:cubicBezTo>
                  <a:pt x="5098143" y="662768"/>
                  <a:pt x="5107890" y="652256"/>
                  <a:pt x="5121193" y="652256"/>
                </a:cubicBezTo>
                <a:close/>
                <a:moveTo>
                  <a:pt x="5436428" y="651335"/>
                </a:moveTo>
                <a:cubicBezTo>
                  <a:pt x="5446328" y="651335"/>
                  <a:pt x="5454374" y="657218"/>
                  <a:pt x="5456689" y="668498"/>
                </a:cubicBezTo>
                <a:lnTo>
                  <a:pt x="5415859" y="668498"/>
                </a:lnTo>
                <a:cubicBezTo>
                  <a:pt x="5418328" y="657832"/>
                  <a:pt x="5425913" y="651335"/>
                  <a:pt x="5436428" y="651335"/>
                </a:cubicBezTo>
                <a:close/>
                <a:moveTo>
                  <a:pt x="5524280" y="636015"/>
                </a:moveTo>
                <a:cubicBezTo>
                  <a:pt x="5512678" y="636015"/>
                  <a:pt x="5505105" y="642511"/>
                  <a:pt x="5502624" y="651783"/>
                </a:cubicBezTo>
                <a:lnTo>
                  <a:pt x="5502624" y="637396"/>
                </a:lnTo>
                <a:lnTo>
                  <a:pt x="5484997" y="637396"/>
                </a:lnTo>
                <a:lnTo>
                  <a:pt x="5484997" y="716570"/>
                </a:lnTo>
                <a:lnTo>
                  <a:pt x="5484997" y="716595"/>
                </a:lnTo>
                <a:lnTo>
                  <a:pt x="5502624" y="716595"/>
                </a:lnTo>
                <a:lnTo>
                  <a:pt x="5502624" y="673447"/>
                </a:lnTo>
                <a:cubicBezTo>
                  <a:pt x="5502624" y="660300"/>
                  <a:pt x="5508188" y="654264"/>
                  <a:pt x="5522118" y="654264"/>
                </a:cubicBezTo>
                <a:lnTo>
                  <a:pt x="5525981" y="654264"/>
                </a:lnTo>
                <a:lnTo>
                  <a:pt x="5525981" y="636015"/>
                </a:lnTo>
                <a:close/>
                <a:moveTo>
                  <a:pt x="5342845" y="635260"/>
                </a:moveTo>
                <a:cubicBezTo>
                  <a:pt x="5322122" y="635260"/>
                  <a:pt x="5305110" y="652729"/>
                  <a:pt x="5305110" y="677015"/>
                </a:cubicBezTo>
                <a:cubicBezTo>
                  <a:pt x="5305110" y="701300"/>
                  <a:pt x="5322122" y="718769"/>
                  <a:pt x="5342845" y="718769"/>
                </a:cubicBezTo>
                <a:cubicBezTo>
                  <a:pt x="5355061" y="718769"/>
                  <a:pt x="5364194" y="713513"/>
                  <a:pt x="5369451" y="703461"/>
                </a:cubicBezTo>
                <a:lnTo>
                  <a:pt x="5369451" y="716608"/>
                </a:lnTo>
                <a:lnTo>
                  <a:pt x="5387091" y="716608"/>
                </a:lnTo>
                <a:lnTo>
                  <a:pt x="5387091" y="637434"/>
                </a:lnTo>
                <a:lnTo>
                  <a:pt x="5369451" y="637434"/>
                </a:lnTo>
                <a:lnTo>
                  <a:pt x="5369451" y="650568"/>
                </a:lnTo>
                <a:cubicBezTo>
                  <a:pt x="5364194" y="640516"/>
                  <a:pt x="5355061" y="635260"/>
                  <a:pt x="5342845" y="635260"/>
                </a:cubicBezTo>
                <a:close/>
                <a:moveTo>
                  <a:pt x="5121193" y="635248"/>
                </a:moveTo>
                <a:cubicBezTo>
                  <a:pt x="5097682" y="635248"/>
                  <a:pt x="5079889" y="652717"/>
                  <a:pt x="5079889" y="677002"/>
                </a:cubicBezTo>
                <a:cubicBezTo>
                  <a:pt x="5079889" y="701287"/>
                  <a:pt x="5097682" y="718756"/>
                  <a:pt x="5121193" y="718756"/>
                </a:cubicBezTo>
                <a:cubicBezTo>
                  <a:pt x="5144704" y="718756"/>
                  <a:pt x="5162497" y="701287"/>
                  <a:pt x="5162497" y="677002"/>
                </a:cubicBezTo>
                <a:cubicBezTo>
                  <a:pt x="5162497" y="652717"/>
                  <a:pt x="5144704" y="635248"/>
                  <a:pt x="5121193" y="635248"/>
                </a:cubicBezTo>
                <a:close/>
                <a:moveTo>
                  <a:pt x="5436440" y="635235"/>
                </a:moveTo>
                <a:cubicBezTo>
                  <a:pt x="5413237" y="635235"/>
                  <a:pt x="5397311" y="652870"/>
                  <a:pt x="5397311" y="676989"/>
                </a:cubicBezTo>
                <a:lnTo>
                  <a:pt x="5397298" y="677002"/>
                </a:lnTo>
                <a:cubicBezTo>
                  <a:pt x="5397298" y="701121"/>
                  <a:pt x="5414464" y="718756"/>
                  <a:pt x="5437822" y="718756"/>
                </a:cubicBezTo>
                <a:cubicBezTo>
                  <a:pt x="5452212" y="718756"/>
                  <a:pt x="5465822" y="711646"/>
                  <a:pt x="5472321" y="700968"/>
                </a:cubicBezTo>
                <a:lnTo>
                  <a:pt x="5460258" y="690762"/>
                </a:lnTo>
                <a:cubicBezTo>
                  <a:pt x="5455768" y="698193"/>
                  <a:pt x="5447415" y="702669"/>
                  <a:pt x="5437835" y="702669"/>
                </a:cubicBezTo>
                <a:cubicBezTo>
                  <a:pt x="5426233" y="702669"/>
                  <a:pt x="5417573" y="694778"/>
                  <a:pt x="5415411" y="682718"/>
                </a:cubicBezTo>
                <a:lnTo>
                  <a:pt x="5474649" y="682718"/>
                </a:lnTo>
                <a:cubicBezTo>
                  <a:pt x="5474956" y="680711"/>
                  <a:pt x="5475109" y="678383"/>
                  <a:pt x="5475109" y="676222"/>
                </a:cubicBezTo>
                <a:cubicBezTo>
                  <a:pt x="5475109" y="653484"/>
                  <a:pt x="5459644" y="635235"/>
                  <a:pt x="5436440" y="635235"/>
                </a:cubicBezTo>
                <a:close/>
                <a:moveTo>
                  <a:pt x="5197290" y="614517"/>
                </a:moveTo>
                <a:lnTo>
                  <a:pt x="5179650" y="619927"/>
                </a:lnTo>
                <a:lnTo>
                  <a:pt x="5179650" y="637396"/>
                </a:lnTo>
                <a:lnTo>
                  <a:pt x="5164339" y="637396"/>
                </a:lnTo>
                <a:lnTo>
                  <a:pt x="5164339" y="652551"/>
                </a:lnTo>
                <a:lnTo>
                  <a:pt x="5179650" y="652551"/>
                </a:lnTo>
                <a:lnTo>
                  <a:pt x="5179650" y="691363"/>
                </a:lnTo>
                <a:cubicBezTo>
                  <a:pt x="5179650" y="708526"/>
                  <a:pt x="5189090" y="718271"/>
                  <a:pt x="5205169" y="718271"/>
                </a:cubicBezTo>
                <a:cubicBezTo>
                  <a:pt x="5209659" y="718271"/>
                  <a:pt x="5213676" y="717810"/>
                  <a:pt x="5216618" y="716877"/>
                </a:cubicBezTo>
                <a:lnTo>
                  <a:pt x="5216631" y="716902"/>
                </a:lnTo>
                <a:lnTo>
                  <a:pt x="5216631" y="702055"/>
                </a:lnTo>
                <a:cubicBezTo>
                  <a:pt x="5214622" y="702362"/>
                  <a:pt x="5211834" y="702515"/>
                  <a:pt x="5209979" y="702515"/>
                </a:cubicBezTo>
                <a:cubicBezTo>
                  <a:pt x="5201319" y="702515"/>
                  <a:pt x="5197290" y="698026"/>
                  <a:pt x="5197290" y="689675"/>
                </a:cubicBezTo>
                <a:lnTo>
                  <a:pt x="5197290" y="652563"/>
                </a:lnTo>
                <a:lnTo>
                  <a:pt x="5216631" y="652563"/>
                </a:lnTo>
                <a:lnTo>
                  <a:pt x="5216631" y="637409"/>
                </a:lnTo>
                <a:lnTo>
                  <a:pt x="5197290" y="637409"/>
                </a:lnTo>
                <a:close/>
                <a:moveTo>
                  <a:pt x="5228399" y="608341"/>
                </a:moveTo>
                <a:lnTo>
                  <a:pt x="5228399" y="716595"/>
                </a:lnTo>
                <a:lnTo>
                  <a:pt x="5246013" y="716595"/>
                </a:lnTo>
                <a:lnTo>
                  <a:pt x="5246013" y="669585"/>
                </a:lnTo>
                <a:cubicBezTo>
                  <a:pt x="5246013" y="657372"/>
                  <a:pt x="5252511" y="650722"/>
                  <a:pt x="5262411" y="650722"/>
                </a:cubicBezTo>
                <a:cubicBezTo>
                  <a:pt x="5272312" y="650722"/>
                  <a:pt x="5277876" y="657372"/>
                  <a:pt x="5277876" y="668191"/>
                </a:cubicBezTo>
                <a:lnTo>
                  <a:pt x="5277876" y="716595"/>
                </a:lnTo>
                <a:lnTo>
                  <a:pt x="5295516" y="716595"/>
                </a:lnTo>
                <a:lnTo>
                  <a:pt x="5295516" y="665096"/>
                </a:lnTo>
                <a:cubicBezTo>
                  <a:pt x="5295516" y="644685"/>
                  <a:pt x="5284528" y="635248"/>
                  <a:pt x="5269690" y="635248"/>
                </a:cubicBezTo>
                <a:cubicBezTo>
                  <a:pt x="5257474" y="635248"/>
                  <a:pt x="5249428" y="641284"/>
                  <a:pt x="5246026" y="647934"/>
                </a:cubicBezTo>
                <a:lnTo>
                  <a:pt x="5246026" y="608341"/>
                </a:lnTo>
                <a:close/>
                <a:moveTo>
                  <a:pt x="5020652" y="606486"/>
                </a:moveTo>
                <a:cubicBezTo>
                  <a:pt x="4989555" y="606486"/>
                  <a:pt x="4966198" y="629992"/>
                  <a:pt x="4966198" y="662628"/>
                </a:cubicBezTo>
                <a:cubicBezTo>
                  <a:pt x="4966198" y="695264"/>
                  <a:pt x="4989555" y="718769"/>
                  <a:pt x="5018324" y="718769"/>
                </a:cubicBezTo>
                <a:cubicBezTo>
                  <a:pt x="5031627" y="718769"/>
                  <a:pt x="5044150" y="712580"/>
                  <a:pt x="5051428" y="702681"/>
                </a:cubicBezTo>
                <a:lnTo>
                  <a:pt x="5051428" y="716595"/>
                </a:lnTo>
                <a:lnTo>
                  <a:pt x="5069375" y="716595"/>
                </a:lnTo>
                <a:lnTo>
                  <a:pt x="5069375" y="659686"/>
                </a:lnTo>
                <a:lnTo>
                  <a:pt x="5022506" y="659686"/>
                </a:lnTo>
                <a:lnTo>
                  <a:pt x="5022506" y="677322"/>
                </a:lnTo>
                <a:lnTo>
                  <a:pt x="5049880" y="677322"/>
                </a:lnTo>
                <a:cubicBezTo>
                  <a:pt x="5047245" y="690622"/>
                  <a:pt x="5035490" y="699906"/>
                  <a:pt x="5020639" y="699906"/>
                </a:cubicBezTo>
                <a:cubicBezTo>
                  <a:pt x="5001144" y="699906"/>
                  <a:pt x="4987227" y="684138"/>
                  <a:pt x="4987227" y="662640"/>
                </a:cubicBezTo>
                <a:cubicBezTo>
                  <a:pt x="4987227" y="641143"/>
                  <a:pt x="5001144" y="625375"/>
                  <a:pt x="5020639" y="625375"/>
                </a:cubicBezTo>
                <a:cubicBezTo>
                  <a:pt x="5034556" y="625375"/>
                  <a:pt x="5044610" y="632332"/>
                  <a:pt x="5050034" y="642230"/>
                </a:cubicBezTo>
                <a:lnTo>
                  <a:pt x="5066739" y="631091"/>
                </a:lnTo>
                <a:cubicBezTo>
                  <a:pt x="5058540" y="615630"/>
                  <a:pt x="5041220" y="606499"/>
                  <a:pt x="5020639" y="606499"/>
                </a:cubicBezTo>
                <a:close/>
                <a:moveTo>
                  <a:pt x="4744738" y="601537"/>
                </a:moveTo>
                <a:lnTo>
                  <a:pt x="4744746" y="601542"/>
                </a:lnTo>
                <a:lnTo>
                  <a:pt x="4743293" y="602995"/>
                </a:lnTo>
                <a:cubicBezTo>
                  <a:pt x="4761035" y="630631"/>
                  <a:pt x="4784546" y="661873"/>
                  <a:pt x="4819735" y="697054"/>
                </a:cubicBezTo>
                <a:cubicBezTo>
                  <a:pt x="4845357" y="722670"/>
                  <a:pt x="4859159" y="732888"/>
                  <a:pt x="4866910" y="725125"/>
                </a:cubicBezTo>
                <a:cubicBezTo>
                  <a:pt x="4874662" y="717376"/>
                  <a:pt x="4864442" y="703577"/>
                  <a:pt x="4838820" y="677961"/>
                </a:cubicBezTo>
                <a:cubicBezTo>
                  <a:pt x="4821226" y="660371"/>
                  <a:pt x="4804616" y="645696"/>
                  <a:pt x="4788949" y="633203"/>
                </a:cubicBezTo>
                <a:lnTo>
                  <a:pt x="4744746" y="601542"/>
                </a:lnTo>
                <a:lnTo>
                  <a:pt x="4744751" y="601537"/>
                </a:lnTo>
                <a:close/>
                <a:moveTo>
                  <a:pt x="4640551" y="588557"/>
                </a:moveTo>
                <a:cubicBezTo>
                  <a:pt x="4618550" y="588557"/>
                  <a:pt x="4608227" y="590756"/>
                  <a:pt x="4608227" y="600258"/>
                </a:cubicBezTo>
                <a:cubicBezTo>
                  <a:pt x="4608227" y="609760"/>
                  <a:pt x="4618537" y="611960"/>
                  <a:pt x="4640551" y="611960"/>
                </a:cubicBezTo>
                <a:cubicBezTo>
                  <a:pt x="4665495" y="611960"/>
                  <a:pt x="4685872" y="608724"/>
                  <a:pt x="4703192" y="604184"/>
                </a:cubicBezTo>
                <a:cubicBezTo>
                  <a:pt x="4677327" y="621794"/>
                  <a:pt x="4648597" y="646783"/>
                  <a:pt x="4616030" y="678997"/>
                </a:cubicBezTo>
                <a:cubicBezTo>
                  <a:pt x="4590472" y="704280"/>
                  <a:pt x="4580214" y="717823"/>
                  <a:pt x="4587633" y="725164"/>
                </a:cubicBezTo>
                <a:cubicBezTo>
                  <a:pt x="4595052" y="732504"/>
                  <a:pt x="4608739" y="722350"/>
                  <a:pt x="4634296" y="697067"/>
                </a:cubicBezTo>
                <a:cubicBezTo>
                  <a:pt x="4666864" y="664840"/>
                  <a:pt x="4692114" y="636424"/>
                  <a:pt x="4709907" y="610834"/>
                </a:cubicBezTo>
                <a:cubicBezTo>
                  <a:pt x="4705366" y="628150"/>
                  <a:pt x="4702117" y="648535"/>
                  <a:pt x="4702117" y="673511"/>
                </a:cubicBezTo>
                <a:cubicBezTo>
                  <a:pt x="4702117" y="695507"/>
                  <a:pt x="4704317" y="705815"/>
                  <a:pt x="4713821" y="705815"/>
                </a:cubicBezTo>
                <a:cubicBezTo>
                  <a:pt x="4723325" y="705815"/>
                  <a:pt x="4725526" y="695507"/>
                  <a:pt x="4725526" y="673511"/>
                </a:cubicBezTo>
                <a:cubicBezTo>
                  <a:pt x="4725526" y="643291"/>
                  <a:pt x="4720793" y="619773"/>
                  <a:pt x="4714717" y="600297"/>
                </a:cubicBezTo>
                <a:cubicBezTo>
                  <a:pt x="4714640" y="600028"/>
                  <a:pt x="4714499" y="599836"/>
                  <a:pt x="4714333" y="599708"/>
                </a:cubicBezTo>
                <a:lnTo>
                  <a:pt x="4714320" y="599695"/>
                </a:lnTo>
                <a:cubicBezTo>
                  <a:pt x="4714192" y="599555"/>
                  <a:pt x="4714013" y="599440"/>
                  <a:pt x="4713783" y="599363"/>
                </a:cubicBezTo>
                <a:cubicBezTo>
                  <a:pt x="4694289" y="593301"/>
                  <a:pt x="4670778" y="588557"/>
                  <a:pt x="4640551" y="588557"/>
                </a:cubicBezTo>
                <a:close/>
                <a:moveTo>
                  <a:pt x="4827410" y="575551"/>
                </a:moveTo>
                <a:cubicBezTo>
                  <a:pt x="4794549" y="575551"/>
                  <a:pt x="4768978" y="580295"/>
                  <a:pt x="4747796" y="586357"/>
                </a:cubicBezTo>
                <a:cubicBezTo>
                  <a:pt x="4746683" y="586677"/>
                  <a:pt x="4746683" y="587828"/>
                  <a:pt x="4747796" y="588147"/>
                </a:cubicBezTo>
                <a:cubicBezTo>
                  <a:pt x="4768978" y="594209"/>
                  <a:pt x="4794562" y="598941"/>
                  <a:pt x="4827410" y="598941"/>
                </a:cubicBezTo>
                <a:cubicBezTo>
                  <a:pt x="4851330" y="598941"/>
                  <a:pt x="4862549" y="596741"/>
                  <a:pt x="4862549" y="587252"/>
                </a:cubicBezTo>
                <a:cubicBezTo>
                  <a:pt x="4862549" y="577763"/>
                  <a:pt x="4851330" y="575551"/>
                  <a:pt x="4827410" y="575551"/>
                </a:cubicBezTo>
                <a:close/>
                <a:moveTo>
                  <a:pt x="4993111" y="515163"/>
                </a:moveTo>
                <a:lnTo>
                  <a:pt x="5024054" y="515163"/>
                </a:lnTo>
                <a:cubicBezTo>
                  <a:pt x="5034722" y="515163"/>
                  <a:pt x="5040913" y="520419"/>
                  <a:pt x="5040913" y="529396"/>
                </a:cubicBezTo>
                <a:cubicBezTo>
                  <a:pt x="5040913" y="538374"/>
                  <a:pt x="5034722" y="543630"/>
                  <a:pt x="5024054" y="543630"/>
                </a:cubicBezTo>
                <a:lnTo>
                  <a:pt x="5024054" y="543617"/>
                </a:lnTo>
                <a:lnTo>
                  <a:pt x="4993111" y="543617"/>
                </a:lnTo>
                <a:close/>
                <a:moveTo>
                  <a:pt x="5574716" y="497527"/>
                </a:moveTo>
                <a:cubicBezTo>
                  <a:pt x="5588019" y="497527"/>
                  <a:pt x="5597766" y="508039"/>
                  <a:pt x="5597766" y="522273"/>
                </a:cubicBezTo>
                <a:cubicBezTo>
                  <a:pt x="5597766" y="536507"/>
                  <a:pt x="5588019" y="547019"/>
                  <a:pt x="5574716" y="547019"/>
                </a:cubicBezTo>
                <a:cubicBezTo>
                  <a:pt x="5561413" y="547019"/>
                  <a:pt x="5551666" y="536507"/>
                  <a:pt x="5551666" y="522273"/>
                </a:cubicBezTo>
                <a:cubicBezTo>
                  <a:pt x="5551666" y="508039"/>
                  <a:pt x="5561413" y="497527"/>
                  <a:pt x="5574716" y="497527"/>
                </a:cubicBezTo>
                <a:close/>
                <a:moveTo>
                  <a:pt x="5111919" y="497527"/>
                </a:moveTo>
                <a:cubicBezTo>
                  <a:pt x="5125222" y="497527"/>
                  <a:pt x="5134969" y="508039"/>
                  <a:pt x="5134969" y="522273"/>
                </a:cubicBezTo>
                <a:cubicBezTo>
                  <a:pt x="5134969" y="536507"/>
                  <a:pt x="5125222" y="547019"/>
                  <a:pt x="5111919" y="547019"/>
                </a:cubicBezTo>
                <a:cubicBezTo>
                  <a:pt x="5098616" y="547019"/>
                  <a:pt x="5088869" y="536507"/>
                  <a:pt x="5088869" y="522273"/>
                </a:cubicBezTo>
                <a:cubicBezTo>
                  <a:pt x="5088869" y="508039"/>
                  <a:pt x="5098616" y="497527"/>
                  <a:pt x="5111919" y="497527"/>
                </a:cubicBezTo>
                <a:close/>
                <a:moveTo>
                  <a:pt x="5376882" y="496606"/>
                </a:moveTo>
                <a:cubicBezTo>
                  <a:pt x="5386783" y="496606"/>
                  <a:pt x="5394829" y="502489"/>
                  <a:pt x="5397144" y="513769"/>
                </a:cubicBezTo>
                <a:lnTo>
                  <a:pt x="5356314" y="513769"/>
                </a:lnTo>
                <a:cubicBezTo>
                  <a:pt x="5358782" y="503103"/>
                  <a:pt x="5366368" y="496606"/>
                  <a:pt x="5376882" y="496606"/>
                </a:cubicBezTo>
                <a:close/>
                <a:moveTo>
                  <a:pt x="5505578" y="482693"/>
                </a:moveTo>
                <a:lnTo>
                  <a:pt x="5505578" y="561866"/>
                </a:lnTo>
                <a:lnTo>
                  <a:pt x="5523217" y="561866"/>
                </a:lnTo>
                <a:lnTo>
                  <a:pt x="5523217" y="482693"/>
                </a:lnTo>
                <a:close/>
                <a:moveTo>
                  <a:pt x="5205502" y="481299"/>
                </a:moveTo>
                <a:cubicBezTo>
                  <a:pt x="5193900" y="481299"/>
                  <a:pt x="5186327" y="487795"/>
                  <a:pt x="5183846" y="497080"/>
                </a:cubicBezTo>
                <a:lnTo>
                  <a:pt x="5183846" y="482693"/>
                </a:lnTo>
                <a:lnTo>
                  <a:pt x="5166206" y="482693"/>
                </a:lnTo>
                <a:lnTo>
                  <a:pt x="5166206" y="561866"/>
                </a:lnTo>
                <a:lnTo>
                  <a:pt x="5183846" y="561866"/>
                </a:lnTo>
                <a:lnTo>
                  <a:pt x="5183846" y="518718"/>
                </a:lnTo>
                <a:cubicBezTo>
                  <a:pt x="5183846" y="505571"/>
                  <a:pt x="5189410" y="499548"/>
                  <a:pt x="5203340" y="499548"/>
                </a:cubicBezTo>
                <a:lnTo>
                  <a:pt x="5207203" y="499548"/>
                </a:lnTo>
                <a:lnTo>
                  <a:pt x="5207203" y="481299"/>
                </a:lnTo>
                <a:close/>
                <a:moveTo>
                  <a:pt x="5571160" y="480531"/>
                </a:moveTo>
                <a:cubicBezTo>
                  <a:pt x="5550438" y="480531"/>
                  <a:pt x="5533412" y="498000"/>
                  <a:pt x="5533412" y="522286"/>
                </a:cubicBezTo>
                <a:cubicBezTo>
                  <a:pt x="5533412" y="546571"/>
                  <a:pt x="5550425" y="564040"/>
                  <a:pt x="5571160" y="564040"/>
                </a:cubicBezTo>
                <a:cubicBezTo>
                  <a:pt x="5583376" y="564040"/>
                  <a:pt x="5592509" y="558784"/>
                  <a:pt x="5597766" y="548732"/>
                </a:cubicBezTo>
                <a:lnTo>
                  <a:pt x="5597766" y="561879"/>
                </a:lnTo>
                <a:lnTo>
                  <a:pt x="5615393" y="561879"/>
                </a:lnTo>
                <a:lnTo>
                  <a:pt x="5615393" y="482705"/>
                </a:lnTo>
                <a:lnTo>
                  <a:pt x="5597766" y="482705"/>
                </a:lnTo>
                <a:lnTo>
                  <a:pt x="5597766" y="495839"/>
                </a:lnTo>
                <a:cubicBezTo>
                  <a:pt x="5592509" y="485787"/>
                  <a:pt x="5583376" y="480531"/>
                  <a:pt x="5571160" y="480531"/>
                </a:cubicBezTo>
                <a:close/>
                <a:moveTo>
                  <a:pt x="5108350" y="480531"/>
                </a:moveTo>
                <a:cubicBezTo>
                  <a:pt x="5087628" y="480531"/>
                  <a:pt x="5070602" y="498000"/>
                  <a:pt x="5070602" y="522286"/>
                </a:cubicBezTo>
                <a:cubicBezTo>
                  <a:pt x="5070602" y="546571"/>
                  <a:pt x="5087615" y="564040"/>
                  <a:pt x="5108350" y="564040"/>
                </a:cubicBezTo>
                <a:cubicBezTo>
                  <a:pt x="5120566" y="564040"/>
                  <a:pt x="5129699" y="558784"/>
                  <a:pt x="5134956" y="548732"/>
                </a:cubicBezTo>
                <a:lnTo>
                  <a:pt x="5134956" y="561879"/>
                </a:lnTo>
                <a:lnTo>
                  <a:pt x="5152583" y="561879"/>
                </a:lnTo>
                <a:lnTo>
                  <a:pt x="5152583" y="482705"/>
                </a:lnTo>
                <a:lnTo>
                  <a:pt x="5134956" y="482705"/>
                </a:lnTo>
                <a:lnTo>
                  <a:pt x="5134956" y="495839"/>
                </a:lnTo>
                <a:cubicBezTo>
                  <a:pt x="5129699" y="485787"/>
                  <a:pt x="5120566" y="480531"/>
                  <a:pt x="5108350" y="480531"/>
                </a:cubicBezTo>
                <a:close/>
                <a:moveTo>
                  <a:pt x="5466756" y="480518"/>
                </a:moveTo>
                <a:cubicBezTo>
                  <a:pt x="5454540" y="480518"/>
                  <a:pt x="5446494" y="486555"/>
                  <a:pt x="5443091" y="493205"/>
                </a:cubicBezTo>
                <a:lnTo>
                  <a:pt x="5443091" y="482693"/>
                </a:lnTo>
                <a:lnTo>
                  <a:pt x="5425465" y="482693"/>
                </a:lnTo>
                <a:lnTo>
                  <a:pt x="5425465" y="561866"/>
                </a:lnTo>
                <a:lnTo>
                  <a:pt x="5443079" y="561866"/>
                </a:lnTo>
                <a:lnTo>
                  <a:pt x="5443079" y="514856"/>
                </a:lnTo>
                <a:cubicBezTo>
                  <a:pt x="5443079" y="502643"/>
                  <a:pt x="5449577" y="495993"/>
                  <a:pt x="5459477" y="495993"/>
                </a:cubicBezTo>
                <a:cubicBezTo>
                  <a:pt x="5469378" y="495993"/>
                  <a:pt x="5474942" y="502643"/>
                  <a:pt x="5474942" y="513462"/>
                </a:cubicBezTo>
                <a:lnTo>
                  <a:pt x="5474942" y="561866"/>
                </a:lnTo>
                <a:lnTo>
                  <a:pt x="5492582" y="561866"/>
                </a:lnTo>
                <a:lnTo>
                  <a:pt x="5492582" y="510367"/>
                </a:lnTo>
                <a:cubicBezTo>
                  <a:pt x="5492582" y="489956"/>
                  <a:pt x="5481594" y="480518"/>
                  <a:pt x="5466756" y="480518"/>
                </a:cubicBezTo>
                <a:close/>
                <a:moveTo>
                  <a:pt x="5376895" y="480518"/>
                </a:moveTo>
                <a:cubicBezTo>
                  <a:pt x="5353691" y="480518"/>
                  <a:pt x="5337753" y="498141"/>
                  <a:pt x="5337753" y="522273"/>
                </a:cubicBezTo>
                <a:cubicBezTo>
                  <a:pt x="5337753" y="546392"/>
                  <a:pt x="5354919" y="564027"/>
                  <a:pt x="5378277" y="564027"/>
                </a:cubicBezTo>
                <a:cubicBezTo>
                  <a:pt x="5392667" y="564027"/>
                  <a:pt x="5406277" y="556917"/>
                  <a:pt x="5412776" y="546239"/>
                </a:cubicBezTo>
                <a:lnTo>
                  <a:pt x="5400713" y="536033"/>
                </a:lnTo>
                <a:cubicBezTo>
                  <a:pt x="5396223" y="543451"/>
                  <a:pt x="5387870" y="547939"/>
                  <a:pt x="5378290" y="547939"/>
                </a:cubicBezTo>
                <a:cubicBezTo>
                  <a:pt x="5366688" y="547939"/>
                  <a:pt x="5358028" y="540049"/>
                  <a:pt x="5355866" y="527989"/>
                </a:cubicBezTo>
                <a:lnTo>
                  <a:pt x="5415103" y="527989"/>
                </a:lnTo>
                <a:cubicBezTo>
                  <a:pt x="5415411" y="525982"/>
                  <a:pt x="5415564" y="523654"/>
                  <a:pt x="5415564" y="521493"/>
                </a:cubicBezTo>
                <a:cubicBezTo>
                  <a:pt x="5415564" y="498755"/>
                  <a:pt x="5400099" y="480518"/>
                  <a:pt x="5376895" y="480518"/>
                </a:cubicBezTo>
                <a:close/>
                <a:moveTo>
                  <a:pt x="5256553" y="480518"/>
                </a:moveTo>
                <a:cubicBezTo>
                  <a:pt x="5245104" y="480518"/>
                  <a:pt x="5237532" y="486555"/>
                  <a:pt x="5234129" y="493205"/>
                </a:cubicBezTo>
                <a:lnTo>
                  <a:pt x="5234129" y="482693"/>
                </a:lnTo>
                <a:lnTo>
                  <a:pt x="5216490" y="482693"/>
                </a:lnTo>
                <a:lnTo>
                  <a:pt x="5216490" y="561866"/>
                </a:lnTo>
                <a:lnTo>
                  <a:pt x="5234116" y="561866"/>
                </a:lnTo>
                <a:lnTo>
                  <a:pt x="5234116" y="514856"/>
                </a:lnTo>
                <a:cubicBezTo>
                  <a:pt x="5234116" y="502643"/>
                  <a:pt x="5240154" y="495993"/>
                  <a:pt x="5249274" y="495993"/>
                </a:cubicBezTo>
                <a:cubicBezTo>
                  <a:pt x="5258395" y="495993"/>
                  <a:pt x="5263511" y="502643"/>
                  <a:pt x="5263511" y="513462"/>
                </a:cubicBezTo>
                <a:lnTo>
                  <a:pt x="5263511" y="561866"/>
                </a:lnTo>
                <a:lnTo>
                  <a:pt x="5281138" y="561866"/>
                </a:lnTo>
                <a:lnTo>
                  <a:pt x="5281138" y="513155"/>
                </a:lnTo>
                <a:cubicBezTo>
                  <a:pt x="5281138" y="502643"/>
                  <a:pt x="5287176" y="495993"/>
                  <a:pt x="5296296" y="495993"/>
                </a:cubicBezTo>
                <a:cubicBezTo>
                  <a:pt x="5305416" y="495993"/>
                  <a:pt x="5310533" y="502643"/>
                  <a:pt x="5310533" y="513462"/>
                </a:cubicBezTo>
                <a:lnTo>
                  <a:pt x="5310533" y="561866"/>
                </a:lnTo>
                <a:lnTo>
                  <a:pt x="5328172" y="561866"/>
                </a:lnTo>
                <a:lnTo>
                  <a:pt x="5328172" y="510367"/>
                </a:lnTo>
                <a:cubicBezTo>
                  <a:pt x="5328172" y="489956"/>
                  <a:pt x="5317658" y="480518"/>
                  <a:pt x="5302026" y="480518"/>
                </a:cubicBezTo>
                <a:cubicBezTo>
                  <a:pt x="5291512" y="480518"/>
                  <a:pt x="5283312" y="485161"/>
                  <a:pt x="5278209" y="494125"/>
                </a:cubicBezTo>
                <a:cubicBezTo>
                  <a:pt x="5274039" y="484841"/>
                  <a:pt x="5266146" y="480518"/>
                  <a:pt x="5256553" y="480518"/>
                </a:cubicBezTo>
                <a:close/>
                <a:moveTo>
                  <a:pt x="4993111" y="471861"/>
                </a:moveTo>
                <a:lnTo>
                  <a:pt x="5023120" y="471861"/>
                </a:lnTo>
                <a:cubicBezTo>
                  <a:pt x="5032714" y="471861"/>
                  <a:pt x="5038278" y="476503"/>
                  <a:pt x="5038278" y="484381"/>
                </a:cubicBezTo>
                <a:cubicBezTo>
                  <a:pt x="5038278" y="492258"/>
                  <a:pt x="5032714" y="496913"/>
                  <a:pt x="5023120" y="496913"/>
                </a:cubicBezTo>
                <a:lnTo>
                  <a:pt x="4993111" y="496913"/>
                </a:lnTo>
                <a:close/>
                <a:moveTo>
                  <a:pt x="4728340" y="462794"/>
                </a:moveTo>
                <a:cubicBezTo>
                  <a:pt x="4718848" y="462794"/>
                  <a:pt x="4716648" y="472936"/>
                  <a:pt x="4716648" y="494561"/>
                </a:cubicBezTo>
                <a:cubicBezTo>
                  <a:pt x="4716648" y="524269"/>
                  <a:pt x="4721381" y="547390"/>
                  <a:pt x="4727457" y="566535"/>
                </a:cubicBezTo>
                <a:cubicBezTo>
                  <a:pt x="4727777" y="567545"/>
                  <a:pt x="4728915" y="567545"/>
                  <a:pt x="4729235" y="566535"/>
                </a:cubicBezTo>
                <a:cubicBezTo>
                  <a:pt x="4735298" y="547378"/>
                  <a:pt x="4740044" y="524269"/>
                  <a:pt x="4740044" y="494561"/>
                </a:cubicBezTo>
                <a:cubicBezTo>
                  <a:pt x="4740044" y="472936"/>
                  <a:pt x="4737844" y="462794"/>
                  <a:pt x="4728340" y="462794"/>
                </a:cubicBezTo>
                <a:close/>
                <a:moveTo>
                  <a:pt x="4973003" y="453624"/>
                </a:moveTo>
                <a:lnTo>
                  <a:pt x="4973003" y="561866"/>
                </a:lnTo>
                <a:lnTo>
                  <a:pt x="5026369" y="561866"/>
                </a:lnTo>
                <a:cubicBezTo>
                  <a:pt x="5048793" y="561866"/>
                  <a:pt x="5061942" y="550574"/>
                  <a:pt x="5061942" y="531404"/>
                </a:cubicBezTo>
                <a:cubicBezTo>
                  <a:pt x="5061942" y="518257"/>
                  <a:pt x="5054677" y="509446"/>
                  <a:pt x="5043075" y="505584"/>
                </a:cubicBezTo>
                <a:cubicBezTo>
                  <a:pt x="5053129" y="501722"/>
                  <a:pt x="5059320" y="492744"/>
                  <a:pt x="5059320" y="481772"/>
                </a:cubicBezTo>
                <a:cubicBezTo>
                  <a:pt x="5059320" y="464136"/>
                  <a:pt x="5046951" y="453624"/>
                  <a:pt x="5025909" y="453624"/>
                </a:cubicBezTo>
                <a:close/>
                <a:moveTo>
                  <a:pt x="5514391" y="450670"/>
                </a:moveTo>
                <a:cubicBezTo>
                  <a:pt x="5508354" y="450670"/>
                  <a:pt x="5503403" y="455619"/>
                  <a:pt x="5503403" y="461655"/>
                </a:cubicBezTo>
                <a:cubicBezTo>
                  <a:pt x="5503403" y="467692"/>
                  <a:pt x="5508354" y="472641"/>
                  <a:pt x="5514391" y="472641"/>
                </a:cubicBezTo>
                <a:cubicBezTo>
                  <a:pt x="5520429" y="472641"/>
                  <a:pt x="5525379" y="467692"/>
                  <a:pt x="5525379" y="461655"/>
                </a:cubicBezTo>
                <a:cubicBezTo>
                  <a:pt x="5525379" y="455619"/>
                  <a:pt x="5520429" y="450670"/>
                  <a:pt x="5514391" y="450670"/>
                </a:cubicBezTo>
                <a:close/>
                <a:moveTo>
                  <a:pt x="4867038" y="447346"/>
                </a:moveTo>
                <a:cubicBezTo>
                  <a:pt x="4859287" y="439596"/>
                  <a:pt x="4845485" y="449814"/>
                  <a:pt x="4819863" y="475417"/>
                </a:cubicBezTo>
                <a:cubicBezTo>
                  <a:pt x="4784674" y="510598"/>
                  <a:pt x="4761150" y="541840"/>
                  <a:pt x="4743421" y="569476"/>
                </a:cubicBezTo>
                <a:cubicBezTo>
                  <a:pt x="4742487" y="570934"/>
                  <a:pt x="4743421" y="571868"/>
                  <a:pt x="4744879" y="570934"/>
                </a:cubicBezTo>
                <a:cubicBezTo>
                  <a:pt x="4772522" y="553196"/>
                  <a:pt x="4803771" y="529691"/>
                  <a:pt x="4838961" y="494510"/>
                </a:cubicBezTo>
                <a:cubicBezTo>
                  <a:pt x="4864582" y="468894"/>
                  <a:pt x="4874803" y="455096"/>
                  <a:pt x="4867038" y="447346"/>
                </a:cubicBezTo>
                <a:close/>
                <a:moveTo>
                  <a:pt x="4588234" y="447282"/>
                </a:moveTo>
                <a:cubicBezTo>
                  <a:pt x="4580482" y="455032"/>
                  <a:pt x="4590703" y="468830"/>
                  <a:pt x="4616311" y="494446"/>
                </a:cubicBezTo>
                <a:cubicBezTo>
                  <a:pt x="4651501" y="529627"/>
                  <a:pt x="4682751" y="553145"/>
                  <a:pt x="4710393" y="570870"/>
                </a:cubicBezTo>
                <a:lnTo>
                  <a:pt x="4710393" y="570883"/>
                </a:lnTo>
                <a:cubicBezTo>
                  <a:pt x="4711851" y="571816"/>
                  <a:pt x="4712785" y="570883"/>
                  <a:pt x="4711851" y="569425"/>
                </a:cubicBezTo>
                <a:cubicBezTo>
                  <a:pt x="4694109" y="541789"/>
                  <a:pt x="4670599" y="510547"/>
                  <a:pt x="4635409" y="475365"/>
                </a:cubicBezTo>
                <a:cubicBezTo>
                  <a:pt x="4609800" y="449750"/>
                  <a:pt x="4595986" y="439532"/>
                  <a:pt x="4588234" y="447282"/>
                </a:cubicBezTo>
                <a:close/>
                <a:moveTo>
                  <a:pt x="0" y="0"/>
                </a:moveTo>
                <a:lnTo>
                  <a:pt x="6096000" y="0"/>
                </a:lnTo>
                <a:lnTo>
                  <a:pt x="6096000" y="441325"/>
                </a:lnTo>
                <a:lnTo>
                  <a:pt x="7030720" y="441325"/>
                </a:lnTo>
                <a:lnTo>
                  <a:pt x="7030720" y="1376363"/>
                </a:lnTo>
                <a:lnTo>
                  <a:pt x="6096000" y="1376363"/>
                </a:lnTo>
                <a:lnTo>
                  <a:pt x="6096000" y="6858000"/>
                </a:lnTo>
                <a:lnTo>
                  <a:pt x="0" y="6858000"/>
                </a:ln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5" name="Freihandform 4">
            <a:extLst>
              <a:ext uri="{FF2B5EF4-FFF2-40B4-BE49-F238E27FC236}">
                <a16:creationId xmlns:a16="http://schemas.microsoft.com/office/drawing/2014/main" id="{37DA229C-C2BD-0349-E565-E1E616E9C55F}"/>
              </a:ext>
            </a:extLst>
          </p:cNvPr>
          <p:cNvSpPr/>
          <p:nvPr userDrawn="1"/>
        </p:nvSpPr>
        <p:spPr>
          <a:xfrm>
            <a:off x="6096000" y="0"/>
            <a:ext cx="6097200" cy="6858000"/>
          </a:xfrm>
          <a:custGeom>
            <a:avLst/>
            <a:gdLst>
              <a:gd name="connsiteX0" fmla="*/ 5346401 w 6097200"/>
              <a:gd name="connsiteY0" fmla="*/ 652256 h 6858000"/>
              <a:gd name="connsiteX1" fmla="*/ 5369451 w 6097200"/>
              <a:gd name="connsiteY1" fmla="*/ 677002 h 6858000"/>
              <a:gd name="connsiteX2" fmla="*/ 5346401 w 6097200"/>
              <a:gd name="connsiteY2" fmla="*/ 701748 h 6858000"/>
              <a:gd name="connsiteX3" fmla="*/ 5323350 w 6097200"/>
              <a:gd name="connsiteY3" fmla="*/ 677002 h 6858000"/>
              <a:gd name="connsiteX4" fmla="*/ 5346401 w 6097200"/>
              <a:gd name="connsiteY4" fmla="*/ 652256 h 6858000"/>
              <a:gd name="connsiteX5" fmla="*/ 5121193 w 6097200"/>
              <a:gd name="connsiteY5" fmla="*/ 652256 h 6858000"/>
              <a:gd name="connsiteX6" fmla="*/ 5144243 w 6097200"/>
              <a:gd name="connsiteY6" fmla="*/ 677002 h 6858000"/>
              <a:gd name="connsiteX7" fmla="*/ 5121193 w 6097200"/>
              <a:gd name="connsiteY7" fmla="*/ 701748 h 6858000"/>
              <a:gd name="connsiteX8" fmla="*/ 5098143 w 6097200"/>
              <a:gd name="connsiteY8" fmla="*/ 677002 h 6858000"/>
              <a:gd name="connsiteX9" fmla="*/ 5121193 w 6097200"/>
              <a:gd name="connsiteY9" fmla="*/ 652256 h 6858000"/>
              <a:gd name="connsiteX10" fmla="*/ 5436428 w 6097200"/>
              <a:gd name="connsiteY10" fmla="*/ 651335 h 6858000"/>
              <a:gd name="connsiteX11" fmla="*/ 5456689 w 6097200"/>
              <a:gd name="connsiteY11" fmla="*/ 668498 h 6858000"/>
              <a:gd name="connsiteX12" fmla="*/ 5415859 w 6097200"/>
              <a:gd name="connsiteY12" fmla="*/ 668498 h 6858000"/>
              <a:gd name="connsiteX13" fmla="*/ 5436428 w 6097200"/>
              <a:gd name="connsiteY13" fmla="*/ 651335 h 6858000"/>
              <a:gd name="connsiteX14" fmla="*/ 5524280 w 6097200"/>
              <a:gd name="connsiteY14" fmla="*/ 636015 h 6858000"/>
              <a:gd name="connsiteX15" fmla="*/ 5502624 w 6097200"/>
              <a:gd name="connsiteY15" fmla="*/ 651783 h 6858000"/>
              <a:gd name="connsiteX16" fmla="*/ 5502624 w 6097200"/>
              <a:gd name="connsiteY16" fmla="*/ 637396 h 6858000"/>
              <a:gd name="connsiteX17" fmla="*/ 5484997 w 6097200"/>
              <a:gd name="connsiteY17" fmla="*/ 637396 h 6858000"/>
              <a:gd name="connsiteX18" fmla="*/ 5484997 w 6097200"/>
              <a:gd name="connsiteY18" fmla="*/ 716570 h 6858000"/>
              <a:gd name="connsiteX19" fmla="*/ 5484997 w 6097200"/>
              <a:gd name="connsiteY19" fmla="*/ 716595 h 6858000"/>
              <a:gd name="connsiteX20" fmla="*/ 5502624 w 6097200"/>
              <a:gd name="connsiteY20" fmla="*/ 716595 h 6858000"/>
              <a:gd name="connsiteX21" fmla="*/ 5502624 w 6097200"/>
              <a:gd name="connsiteY21" fmla="*/ 673447 h 6858000"/>
              <a:gd name="connsiteX22" fmla="*/ 5522118 w 6097200"/>
              <a:gd name="connsiteY22" fmla="*/ 654264 h 6858000"/>
              <a:gd name="connsiteX23" fmla="*/ 5525981 w 6097200"/>
              <a:gd name="connsiteY23" fmla="*/ 654264 h 6858000"/>
              <a:gd name="connsiteX24" fmla="*/ 5525981 w 6097200"/>
              <a:gd name="connsiteY24" fmla="*/ 636015 h 6858000"/>
              <a:gd name="connsiteX25" fmla="*/ 5342845 w 6097200"/>
              <a:gd name="connsiteY25" fmla="*/ 635260 h 6858000"/>
              <a:gd name="connsiteX26" fmla="*/ 5305110 w 6097200"/>
              <a:gd name="connsiteY26" fmla="*/ 677015 h 6858000"/>
              <a:gd name="connsiteX27" fmla="*/ 5342845 w 6097200"/>
              <a:gd name="connsiteY27" fmla="*/ 718769 h 6858000"/>
              <a:gd name="connsiteX28" fmla="*/ 5369451 w 6097200"/>
              <a:gd name="connsiteY28" fmla="*/ 703461 h 6858000"/>
              <a:gd name="connsiteX29" fmla="*/ 5369451 w 6097200"/>
              <a:gd name="connsiteY29" fmla="*/ 716608 h 6858000"/>
              <a:gd name="connsiteX30" fmla="*/ 5387091 w 6097200"/>
              <a:gd name="connsiteY30" fmla="*/ 716608 h 6858000"/>
              <a:gd name="connsiteX31" fmla="*/ 5387091 w 6097200"/>
              <a:gd name="connsiteY31" fmla="*/ 637434 h 6858000"/>
              <a:gd name="connsiteX32" fmla="*/ 5369451 w 6097200"/>
              <a:gd name="connsiteY32" fmla="*/ 637434 h 6858000"/>
              <a:gd name="connsiteX33" fmla="*/ 5369451 w 6097200"/>
              <a:gd name="connsiteY33" fmla="*/ 650568 h 6858000"/>
              <a:gd name="connsiteX34" fmla="*/ 5342845 w 6097200"/>
              <a:gd name="connsiteY34" fmla="*/ 635260 h 6858000"/>
              <a:gd name="connsiteX35" fmla="*/ 5121193 w 6097200"/>
              <a:gd name="connsiteY35" fmla="*/ 635248 h 6858000"/>
              <a:gd name="connsiteX36" fmla="*/ 5079889 w 6097200"/>
              <a:gd name="connsiteY36" fmla="*/ 677002 h 6858000"/>
              <a:gd name="connsiteX37" fmla="*/ 5121193 w 6097200"/>
              <a:gd name="connsiteY37" fmla="*/ 718756 h 6858000"/>
              <a:gd name="connsiteX38" fmla="*/ 5162497 w 6097200"/>
              <a:gd name="connsiteY38" fmla="*/ 677002 h 6858000"/>
              <a:gd name="connsiteX39" fmla="*/ 5121193 w 6097200"/>
              <a:gd name="connsiteY39" fmla="*/ 635248 h 6858000"/>
              <a:gd name="connsiteX40" fmla="*/ 5436440 w 6097200"/>
              <a:gd name="connsiteY40" fmla="*/ 635235 h 6858000"/>
              <a:gd name="connsiteX41" fmla="*/ 5397311 w 6097200"/>
              <a:gd name="connsiteY41" fmla="*/ 676989 h 6858000"/>
              <a:gd name="connsiteX42" fmla="*/ 5397298 w 6097200"/>
              <a:gd name="connsiteY42" fmla="*/ 677002 h 6858000"/>
              <a:gd name="connsiteX43" fmla="*/ 5437822 w 6097200"/>
              <a:gd name="connsiteY43" fmla="*/ 718756 h 6858000"/>
              <a:gd name="connsiteX44" fmla="*/ 5472321 w 6097200"/>
              <a:gd name="connsiteY44" fmla="*/ 700968 h 6858000"/>
              <a:gd name="connsiteX45" fmla="*/ 5460258 w 6097200"/>
              <a:gd name="connsiteY45" fmla="*/ 690762 h 6858000"/>
              <a:gd name="connsiteX46" fmla="*/ 5437835 w 6097200"/>
              <a:gd name="connsiteY46" fmla="*/ 702669 h 6858000"/>
              <a:gd name="connsiteX47" fmla="*/ 5415411 w 6097200"/>
              <a:gd name="connsiteY47" fmla="*/ 682718 h 6858000"/>
              <a:gd name="connsiteX48" fmla="*/ 5474649 w 6097200"/>
              <a:gd name="connsiteY48" fmla="*/ 682718 h 6858000"/>
              <a:gd name="connsiteX49" fmla="*/ 5475109 w 6097200"/>
              <a:gd name="connsiteY49" fmla="*/ 676222 h 6858000"/>
              <a:gd name="connsiteX50" fmla="*/ 5436440 w 6097200"/>
              <a:gd name="connsiteY50" fmla="*/ 635235 h 6858000"/>
              <a:gd name="connsiteX51" fmla="*/ 5197290 w 6097200"/>
              <a:gd name="connsiteY51" fmla="*/ 614517 h 6858000"/>
              <a:gd name="connsiteX52" fmla="*/ 5179650 w 6097200"/>
              <a:gd name="connsiteY52" fmla="*/ 619927 h 6858000"/>
              <a:gd name="connsiteX53" fmla="*/ 5179650 w 6097200"/>
              <a:gd name="connsiteY53" fmla="*/ 637396 h 6858000"/>
              <a:gd name="connsiteX54" fmla="*/ 5164339 w 6097200"/>
              <a:gd name="connsiteY54" fmla="*/ 637396 h 6858000"/>
              <a:gd name="connsiteX55" fmla="*/ 5164339 w 6097200"/>
              <a:gd name="connsiteY55" fmla="*/ 652551 h 6858000"/>
              <a:gd name="connsiteX56" fmla="*/ 5179650 w 6097200"/>
              <a:gd name="connsiteY56" fmla="*/ 652551 h 6858000"/>
              <a:gd name="connsiteX57" fmla="*/ 5179650 w 6097200"/>
              <a:gd name="connsiteY57" fmla="*/ 691363 h 6858000"/>
              <a:gd name="connsiteX58" fmla="*/ 5205169 w 6097200"/>
              <a:gd name="connsiteY58" fmla="*/ 718271 h 6858000"/>
              <a:gd name="connsiteX59" fmla="*/ 5216618 w 6097200"/>
              <a:gd name="connsiteY59" fmla="*/ 716877 h 6858000"/>
              <a:gd name="connsiteX60" fmla="*/ 5216631 w 6097200"/>
              <a:gd name="connsiteY60" fmla="*/ 716902 h 6858000"/>
              <a:gd name="connsiteX61" fmla="*/ 5216631 w 6097200"/>
              <a:gd name="connsiteY61" fmla="*/ 702055 h 6858000"/>
              <a:gd name="connsiteX62" fmla="*/ 5209979 w 6097200"/>
              <a:gd name="connsiteY62" fmla="*/ 702515 h 6858000"/>
              <a:gd name="connsiteX63" fmla="*/ 5197290 w 6097200"/>
              <a:gd name="connsiteY63" fmla="*/ 689675 h 6858000"/>
              <a:gd name="connsiteX64" fmla="*/ 5197290 w 6097200"/>
              <a:gd name="connsiteY64" fmla="*/ 652563 h 6858000"/>
              <a:gd name="connsiteX65" fmla="*/ 5216631 w 6097200"/>
              <a:gd name="connsiteY65" fmla="*/ 652563 h 6858000"/>
              <a:gd name="connsiteX66" fmla="*/ 5216631 w 6097200"/>
              <a:gd name="connsiteY66" fmla="*/ 637409 h 6858000"/>
              <a:gd name="connsiteX67" fmla="*/ 5197290 w 6097200"/>
              <a:gd name="connsiteY67" fmla="*/ 637409 h 6858000"/>
              <a:gd name="connsiteX68" fmla="*/ 5228399 w 6097200"/>
              <a:gd name="connsiteY68" fmla="*/ 608341 h 6858000"/>
              <a:gd name="connsiteX69" fmla="*/ 5228399 w 6097200"/>
              <a:gd name="connsiteY69" fmla="*/ 716595 h 6858000"/>
              <a:gd name="connsiteX70" fmla="*/ 5246013 w 6097200"/>
              <a:gd name="connsiteY70" fmla="*/ 716595 h 6858000"/>
              <a:gd name="connsiteX71" fmla="*/ 5246013 w 6097200"/>
              <a:gd name="connsiteY71" fmla="*/ 669585 h 6858000"/>
              <a:gd name="connsiteX72" fmla="*/ 5262411 w 6097200"/>
              <a:gd name="connsiteY72" fmla="*/ 650722 h 6858000"/>
              <a:gd name="connsiteX73" fmla="*/ 5277876 w 6097200"/>
              <a:gd name="connsiteY73" fmla="*/ 668191 h 6858000"/>
              <a:gd name="connsiteX74" fmla="*/ 5277876 w 6097200"/>
              <a:gd name="connsiteY74" fmla="*/ 716595 h 6858000"/>
              <a:gd name="connsiteX75" fmla="*/ 5295516 w 6097200"/>
              <a:gd name="connsiteY75" fmla="*/ 716595 h 6858000"/>
              <a:gd name="connsiteX76" fmla="*/ 5295516 w 6097200"/>
              <a:gd name="connsiteY76" fmla="*/ 665096 h 6858000"/>
              <a:gd name="connsiteX77" fmla="*/ 5269690 w 6097200"/>
              <a:gd name="connsiteY77" fmla="*/ 635248 h 6858000"/>
              <a:gd name="connsiteX78" fmla="*/ 5246026 w 6097200"/>
              <a:gd name="connsiteY78" fmla="*/ 647934 h 6858000"/>
              <a:gd name="connsiteX79" fmla="*/ 5246026 w 6097200"/>
              <a:gd name="connsiteY79" fmla="*/ 608341 h 6858000"/>
              <a:gd name="connsiteX80" fmla="*/ 5020652 w 6097200"/>
              <a:gd name="connsiteY80" fmla="*/ 606486 h 6858000"/>
              <a:gd name="connsiteX81" fmla="*/ 4966198 w 6097200"/>
              <a:gd name="connsiteY81" fmla="*/ 662628 h 6858000"/>
              <a:gd name="connsiteX82" fmla="*/ 5018324 w 6097200"/>
              <a:gd name="connsiteY82" fmla="*/ 718769 h 6858000"/>
              <a:gd name="connsiteX83" fmla="*/ 5051428 w 6097200"/>
              <a:gd name="connsiteY83" fmla="*/ 702681 h 6858000"/>
              <a:gd name="connsiteX84" fmla="*/ 5051428 w 6097200"/>
              <a:gd name="connsiteY84" fmla="*/ 716595 h 6858000"/>
              <a:gd name="connsiteX85" fmla="*/ 5069375 w 6097200"/>
              <a:gd name="connsiteY85" fmla="*/ 716595 h 6858000"/>
              <a:gd name="connsiteX86" fmla="*/ 5069375 w 6097200"/>
              <a:gd name="connsiteY86" fmla="*/ 659686 h 6858000"/>
              <a:gd name="connsiteX87" fmla="*/ 5022506 w 6097200"/>
              <a:gd name="connsiteY87" fmla="*/ 659686 h 6858000"/>
              <a:gd name="connsiteX88" fmla="*/ 5022506 w 6097200"/>
              <a:gd name="connsiteY88" fmla="*/ 677322 h 6858000"/>
              <a:gd name="connsiteX89" fmla="*/ 5049880 w 6097200"/>
              <a:gd name="connsiteY89" fmla="*/ 677322 h 6858000"/>
              <a:gd name="connsiteX90" fmla="*/ 5020639 w 6097200"/>
              <a:gd name="connsiteY90" fmla="*/ 699906 h 6858000"/>
              <a:gd name="connsiteX91" fmla="*/ 4987227 w 6097200"/>
              <a:gd name="connsiteY91" fmla="*/ 662640 h 6858000"/>
              <a:gd name="connsiteX92" fmla="*/ 5020639 w 6097200"/>
              <a:gd name="connsiteY92" fmla="*/ 625375 h 6858000"/>
              <a:gd name="connsiteX93" fmla="*/ 5050034 w 6097200"/>
              <a:gd name="connsiteY93" fmla="*/ 642230 h 6858000"/>
              <a:gd name="connsiteX94" fmla="*/ 5066739 w 6097200"/>
              <a:gd name="connsiteY94" fmla="*/ 631091 h 6858000"/>
              <a:gd name="connsiteX95" fmla="*/ 5020639 w 6097200"/>
              <a:gd name="connsiteY95" fmla="*/ 606499 h 6858000"/>
              <a:gd name="connsiteX96" fmla="*/ 4744738 w 6097200"/>
              <a:gd name="connsiteY96" fmla="*/ 601537 h 6858000"/>
              <a:gd name="connsiteX97" fmla="*/ 4744746 w 6097200"/>
              <a:gd name="connsiteY97" fmla="*/ 601542 h 6858000"/>
              <a:gd name="connsiteX98" fmla="*/ 4743293 w 6097200"/>
              <a:gd name="connsiteY98" fmla="*/ 602995 h 6858000"/>
              <a:gd name="connsiteX99" fmla="*/ 4819735 w 6097200"/>
              <a:gd name="connsiteY99" fmla="*/ 697054 h 6858000"/>
              <a:gd name="connsiteX100" fmla="*/ 4866910 w 6097200"/>
              <a:gd name="connsiteY100" fmla="*/ 725125 h 6858000"/>
              <a:gd name="connsiteX101" fmla="*/ 4838820 w 6097200"/>
              <a:gd name="connsiteY101" fmla="*/ 677961 h 6858000"/>
              <a:gd name="connsiteX102" fmla="*/ 4788949 w 6097200"/>
              <a:gd name="connsiteY102" fmla="*/ 633203 h 6858000"/>
              <a:gd name="connsiteX103" fmla="*/ 4744746 w 6097200"/>
              <a:gd name="connsiteY103" fmla="*/ 601542 h 6858000"/>
              <a:gd name="connsiteX104" fmla="*/ 4744751 w 6097200"/>
              <a:gd name="connsiteY104" fmla="*/ 601537 h 6858000"/>
              <a:gd name="connsiteX105" fmla="*/ 4640551 w 6097200"/>
              <a:gd name="connsiteY105" fmla="*/ 588557 h 6858000"/>
              <a:gd name="connsiteX106" fmla="*/ 4608227 w 6097200"/>
              <a:gd name="connsiteY106" fmla="*/ 600258 h 6858000"/>
              <a:gd name="connsiteX107" fmla="*/ 4640551 w 6097200"/>
              <a:gd name="connsiteY107" fmla="*/ 611960 h 6858000"/>
              <a:gd name="connsiteX108" fmla="*/ 4703192 w 6097200"/>
              <a:gd name="connsiteY108" fmla="*/ 604184 h 6858000"/>
              <a:gd name="connsiteX109" fmla="*/ 4616030 w 6097200"/>
              <a:gd name="connsiteY109" fmla="*/ 678997 h 6858000"/>
              <a:gd name="connsiteX110" fmla="*/ 4587633 w 6097200"/>
              <a:gd name="connsiteY110" fmla="*/ 725164 h 6858000"/>
              <a:gd name="connsiteX111" fmla="*/ 4634296 w 6097200"/>
              <a:gd name="connsiteY111" fmla="*/ 697067 h 6858000"/>
              <a:gd name="connsiteX112" fmla="*/ 4709907 w 6097200"/>
              <a:gd name="connsiteY112" fmla="*/ 610834 h 6858000"/>
              <a:gd name="connsiteX113" fmla="*/ 4702117 w 6097200"/>
              <a:gd name="connsiteY113" fmla="*/ 673511 h 6858000"/>
              <a:gd name="connsiteX114" fmla="*/ 4713821 w 6097200"/>
              <a:gd name="connsiteY114" fmla="*/ 705815 h 6858000"/>
              <a:gd name="connsiteX115" fmla="*/ 4725526 w 6097200"/>
              <a:gd name="connsiteY115" fmla="*/ 673511 h 6858000"/>
              <a:gd name="connsiteX116" fmla="*/ 4714717 w 6097200"/>
              <a:gd name="connsiteY116" fmla="*/ 600297 h 6858000"/>
              <a:gd name="connsiteX117" fmla="*/ 4714333 w 6097200"/>
              <a:gd name="connsiteY117" fmla="*/ 599708 h 6858000"/>
              <a:gd name="connsiteX118" fmla="*/ 4714320 w 6097200"/>
              <a:gd name="connsiteY118" fmla="*/ 599695 h 6858000"/>
              <a:gd name="connsiteX119" fmla="*/ 4713783 w 6097200"/>
              <a:gd name="connsiteY119" fmla="*/ 599363 h 6858000"/>
              <a:gd name="connsiteX120" fmla="*/ 4640551 w 6097200"/>
              <a:gd name="connsiteY120" fmla="*/ 588557 h 6858000"/>
              <a:gd name="connsiteX121" fmla="*/ 4827410 w 6097200"/>
              <a:gd name="connsiteY121" fmla="*/ 575551 h 6858000"/>
              <a:gd name="connsiteX122" fmla="*/ 4747796 w 6097200"/>
              <a:gd name="connsiteY122" fmla="*/ 586357 h 6858000"/>
              <a:gd name="connsiteX123" fmla="*/ 4747796 w 6097200"/>
              <a:gd name="connsiteY123" fmla="*/ 588147 h 6858000"/>
              <a:gd name="connsiteX124" fmla="*/ 4827410 w 6097200"/>
              <a:gd name="connsiteY124" fmla="*/ 598941 h 6858000"/>
              <a:gd name="connsiteX125" fmla="*/ 4862549 w 6097200"/>
              <a:gd name="connsiteY125" fmla="*/ 587252 h 6858000"/>
              <a:gd name="connsiteX126" fmla="*/ 4827410 w 6097200"/>
              <a:gd name="connsiteY126" fmla="*/ 575551 h 6858000"/>
              <a:gd name="connsiteX127" fmla="*/ 4993111 w 6097200"/>
              <a:gd name="connsiteY127" fmla="*/ 515163 h 6858000"/>
              <a:gd name="connsiteX128" fmla="*/ 5024054 w 6097200"/>
              <a:gd name="connsiteY128" fmla="*/ 515163 h 6858000"/>
              <a:gd name="connsiteX129" fmla="*/ 5040913 w 6097200"/>
              <a:gd name="connsiteY129" fmla="*/ 529396 h 6858000"/>
              <a:gd name="connsiteX130" fmla="*/ 5024054 w 6097200"/>
              <a:gd name="connsiteY130" fmla="*/ 543630 h 6858000"/>
              <a:gd name="connsiteX131" fmla="*/ 5024054 w 6097200"/>
              <a:gd name="connsiteY131" fmla="*/ 543617 h 6858000"/>
              <a:gd name="connsiteX132" fmla="*/ 4993111 w 6097200"/>
              <a:gd name="connsiteY132" fmla="*/ 543617 h 6858000"/>
              <a:gd name="connsiteX133" fmla="*/ 5574716 w 6097200"/>
              <a:gd name="connsiteY133" fmla="*/ 497527 h 6858000"/>
              <a:gd name="connsiteX134" fmla="*/ 5597766 w 6097200"/>
              <a:gd name="connsiteY134" fmla="*/ 522273 h 6858000"/>
              <a:gd name="connsiteX135" fmla="*/ 5574716 w 6097200"/>
              <a:gd name="connsiteY135" fmla="*/ 547019 h 6858000"/>
              <a:gd name="connsiteX136" fmla="*/ 5551666 w 6097200"/>
              <a:gd name="connsiteY136" fmla="*/ 522273 h 6858000"/>
              <a:gd name="connsiteX137" fmla="*/ 5574716 w 6097200"/>
              <a:gd name="connsiteY137" fmla="*/ 497527 h 6858000"/>
              <a:gd name="connsiteX138" fmla="*/ 5111919 w 6097200"/>
              <a:gd name="connsiteY138" fmla="*/ 497527 h 6858000"/>
              <a:gd name="connsiteX139" fmla="*/ 5134969 w 6097200"/>
              <a:gd name="connsiteY139" fmla="*/ 522273 h 6858000"/>
              <a:gd name="connsiteX140" fmla="*/ 5111919 w 6097200"/>
              <a:gd name="connsiteY140" fmla="*/ 547019 h 6858000"/>
              <a:gd name="connsiteX141" fmla="*/ 5088869 w 6097200"/>
              <a:gd name="connsiteY141" fmla="*/ 522273 h 6858000"/>
              <a:gd name="connsiteX142" fmla="*/ 5111919 w 6097200"/>
              <a:gd name="connsiteY142" fmla="*/ 497527 h 6858000"/>
              <a:gd name="connsiteX143" fmla="*/ 5376882 w 6097200"/>
              <a:gd name="connsiteY143" fmla="*/ 496606 h 6858000"/>
              <a:gd name="connsiteX144" fmla="*/ 5397144 w 6097200"/>
              <a:gd name="connsiteY144" fmla="*/ 513769 h 6858000"/>
              <a:gd name="connsiteX145" fmla="*/ 5356314 w 6097200"/>
              <a:gd name="connsiteY145" fmla="*/ 513769 h 6858000"/>
              <a:gd name="connsiteX146" fmla="*/ 5376882 w 6097200"/>
              <a:gd name="connsiteY146" fmla="*/ 496606 h 6858000"/>
              <a:gd name="connsiteX147" fmla="*/ 5505578 w 6097200"/>
              <a:gd name="connsiteY147" fmla="*/ 482693 h 6858000"/>
              <a:gd name="connsiteX148" fmla="*/ 5505578 w 6097200"/>
              <a:gd name="connsiteY148" fmla="*/ 561866 h 6858000"/>
              <a:gd name="connsiteX149" fmla="*/ 5523217 w 6097200"/>
              <a:gd name="connsiteY149" fmla="*/ 561866 h 6858000"/>
              <a:gd name="connsiteX150" fmla="*/ 5523217 w 6097200"/>
              <a:gd name="connsiteY150" fmla="*/ 482693 h 6858000"/>
              <a:gd name="connsiteX151" fmla="*/ 5205502 w 6097200"/>
              <a:gd name="connsiteY151" fmla="*/ 481299 h 6858000"/>
              <a:gd name="connsiteX152" fmla="*/ 5183846 w 6097200"/>
              <a:gd name="connsiteY152" fmla="*/ 497080 h 6858000"/>
              <a:gd name="connsiteX153" fmla="*/ 5183846 w 6097200"/>
              <a:gd name="connsiteY153" fmla="*/ 482693 h 6858000"/>
              <a:gd name="connsiteX154" fmla="*/ 5166206 w 6097200"/>
              <a:gd name="connsiteY154" fmla="*/ 482693 h 6858000"/>
              <a:gd name="connsiteX155" fmla="*/ 5166206 w 6097200"/>
              <a:gd name="connsiteY155" fmla="*/ 561866 h 6858000"/>
              <a:gd name="connsiteX156" fmla="*/ 5183846 w 6097200"/>
              <a:gd name="connsiteY156" fmla="*/ 561866 h 6858000"/>
              <a:gd name="connsiteX157" fmla="*/ 5183846 w 6097200"/>
              <a:gd name="connsiteY157" fmla="*/ 518718 h 6858000"/>
              <a:gd name="connsiteX158" fmla="*/ 5203340 w 6097200"/>
              <a:gd name="connsiteY158" fmla="*/ 499548 h 6858000"/>
              <a:gd name="connsiteX159" fmla="*/ 5207203 w 6097200"/>
              <a:gd name="connsiteY159" fmla="*/ 499548 h 6858000"/>
              <a:gd name="connsiteX160" fmla="*/ 5207203 w 6097200"/>
              <a:gd name="connsiteY160" fmla="*/ 481299 h 6858000"/>
              <a:gd name="connsiteX161" fmla="*/ 5571160 w 6097200"/>
              <a:gd name="connsiteY161" fmla="*/ 480531 h 6858000"/>
              <a:gd name="connsiteX162" fmla="*/ 5533412 w 6097200"/>
              <a:gd name="connsiteY162" fmla="*/ 522286 h 6858000"/>
              <a:gd name="connsiteX163" fmla="*/ 5571160 w 6097200"/>
              <a:gd name="connsiteY163" fmla="*/ 564040 h 6858000"/>
              <a:gd name="connsiteX164" fmla="*/ 5597766 w 6097200"/>
              <a:gd name="connsiteY164" fmla="*/ 548732 h 6858000"/>
              <a:gd name="connsiteX165" fmla="*/ 5597766 w 6097200"/>
              <a:gd name="connsiteY165" fmla="*/ 561879 h 6858000"/>
              <a:gd name="connsiteX166" fmla="*/ 5615393 w 6097200"/>
              <a:gd name="connsiteY166" fmla="*/ 561879 h 6858000"/>
              <a:gd name="connsiteX167" fmla="*/ 5615393 w 6097200"/>
              <a:gd name="connsiteY167" fmla="*/ 482705 h 6858000"/>
              <a:gd name="connsiteX168" fmla="*/ 5597766 w 6097200"/>
              <a:gd name="connsiteY168" fmla="*/ 482705 h 6858000"/>
              <a:gd name="connsiteX169" fmla="*/ 5597766 w 6097200"/>
              <a:gd name="connsiteY169" fmla="*/ 495839 h 6858000"/>
              <a:gd name="connsiteX170" fmla="*/ 5571160 w 6097200"/>
              <a:gd name="connsiteY170" fmla="*/ 480531 h 6858000"/>
              <a:gd name="connsiteX171" fmla="*/ 5108350 w 6097200"/>
              <a:gd name="connsiteY171" fmla="*/ 480531 h 6858000"/>
              <a:gd name="connsiteX172" fmla="*/ 5070602 w 6097200"/>
              <a:gd name="connsiteY172" fmla="*/ 522286 h 6858000"/>
              <a:gd name="connsiteX173" fmla="*/ 5108350 w 6097200"/>
              <a:gd name="connsiteY173" fmla="*/ 564040 h 6858000"/>
              <a:gd name="connsiteX174" fmla="*/ 5134956 w 6097200"/>
              <a:gd name="connsiteY174" fmla="*/ 548732 h 6858000"/>
              <a:gd name="connsiteX175" fmla="*/ 5134956 w 6097200"/>
              <a:gd name="connsiteY175" fmla="*/ 561879 h 6858000"/>
              <a:gd name="connsiteX176" fmla="*/ 5152583 w 6097200"/>
              <a:gd name="connsiteY176" fmla="*/ 561879 h 6858000"/>
              <a:gd name="connsiteX177" fmla="*/ 5152583 w 6097200"/>
              <a:gd name="connsiteY177" fmla="*/ 482705 h 6858000"/>
              <a:gd name="connsiteX178" fmla="*/ 5134956 w 6097200"/>
              <a:gd name="connsiteY178" fmla="*/ 482705 h 6858000"/>
              <a:gd name="connsiteX179" fmla="*/ 5134956 w 6097200"/>
              <a:gd name="connsiteY179" fmla="*/ 495839 h 6858000"/>
              <a:gd name="connsiteX180" fmla="*/ 5108350 w 6097200"/>
              <a:gd name="connsiteY180" fmla="*/ 480531 h 6858000"/>
              <a:gd name="connsiteX181" fmla="*/ 5466756 w 6097200"/>
              <a:gd name="connsiteY181" fmla="*/ 480518 h 6858000"/>
              <a:gd name="connsiteX182" fmla="*/ 5443091 w 6097200"/>
              <a:gd name="connsiteY182" fmla="*/ 493205 h 6858000"/>
              <a:gd name="connsiteX183" fmla="*/ 5443091 w 6097200"/>
              <a:gd name="connsiteY183" fmla="*/ 482693 h 6858000"/>
              <a:gd name="connsiteX184" fmla="*/ 5425465 w 6097200"/>
              <a:gd name="connsiteY184" fmla="*/ 482693 h 6858000"/>
              <a:gd name="connsiteX185" fmla="*/ 5425465 w 6097200"/>
              <a:gd name="connsiteY185" fmla="*/ 561866 h 6858000"/>
              <a:gd name="connsiteX186" fmla="*/ 5443079 w 6097200"/>
              <a:gd name="connsiteY186" fmla="*/ 561866 h 6858000"/>
              <a:gd name="connsiteX187" fmla="*/ 5443079 w 6097200"/>
              <a:gd name="connsiteY187" fmla="*/ 514856 h 6858000"/>
              <a:gd name="connsiteX188" fmla="*/ 5459477 w 6097200"/>
              <a:gd name="connsiteY188" fmla="*/ 495993 h 6858000"/>
              <a:gd name="connsiteX189" fmla="*/ 5474942 w 6097200"/>
              <a:gd name="connsiteY189" fmla="*/ 513462 h 6858000"/>
              <a:gd name="connsiteX190" fmla="*/ 5474942 w 6097200"/>
              <a:gd name="connsiteY190" fmla="*/ 561866 h 6858000"/>
              <a:gd name="connsiteX191" fmla="*/ 5492582 w 6097200"/>
              <a:gd name="connsiteY191" fmla="*/ 561866 h 6858000"/>
              <a:gd name="connsiteX192" fmla="*/ 5492582 w 6097200"/>
              <a:gd name="connsiteY192" fmla="*/ 510367 h 6858000"/>
              <a:gd name="connsiteX193" fmla="*/ 5466756 w 6097200"/>
              <a:gd name="connsiteY193" fmla="*/ 480518 h 6858000"/>
              <a:gd name="connsiteX194" fmla="*/ 5376895 w 6097200"/>
              <a:gd name="connsiteY194" fmla="*/ 480518 h 6858000"/>
              <a:gd name="connsiteX195" fmla="*/ 5337753 w 6097200"/>
              <a:gd name="connsiteY195" fmla="*/ 522273 h 6858000"/>
              <a:gd name="connsiteX196" fmla="*/ 5378277 w 6097200"/>
              <a:gd name="connsiteY196" fmla="*/ 564027 h 6858000"/>
              <a:gd name="connsiteX197" fmla="*/ 5412776 w 6097200"/>
              <a:gd name="connsiteY197" fmla="*/ 546239 h 6858000"/>
              <a:gd name="connsiteX198" fmla="*/ 5400713 w 6097200"/>
              <a:gd name="connsiteY198" fmla="*/ 536033 h 6858000"/>
              <a:gd name="connsiteX199" fmla="*/ 5378290 w 6097200"/>
              <a:gd name="connsiteY199" fmla="*/ 547939 h 6858000"/>
              <a:gd name="connsiteX200" fmla="*/ 5355866 w 6097200"/>
              <a:gd name="connsiteY200" fmla="*/ 527989 h 6858000"/>
              <a:gd name="connsiteX201" fmla="*/ 5415103 w 6097200"/>
              <a:gd name="connsiteY201" fmla="*/ 527989 h 6858000"/>
              <a:gd name="connsiteX202" fmla="*/ 5415564 w 6097200"/>
              <a:gd name="connsiteY202" fmla="*/ 521493 h 6858000"/>
              <a:gd name="connsiteX203" fmla="*/ 5376895 w 6097200"/>
              <a:gd name="connsiteY203" fmla="*/ 480518 h 6858000"/>
              <a:gd name="connsiteX204" fmla="*/ 5256553 w 6097200"/>
              <a:gd name="connsiteY204" fmla="*/ 480518 h 6858000"/>
              <a:gd name="connsiteX205" fmla="*/ 5234129 w 6097200"/>
              <a:gd name="connsiteY205" fmla="*/ 493205 h 6858000"/>
              <a:gd name="connsiteX206" fmla="*/ 5234129 w 6097200"/>
              <a:gd name="connsiteY206" fmla="*/ 482693 h 6858000"/>
              <a:gd name="connsiteX207" fmla="*/ 5216490 w 6097200"/>
              <a:gd name="connsiteY207" fmla="*/ 482693 h 6858000"/>
              <a:gd name="connsiteX208" fmla="*/ 5216490 w 6097200"/>
              <a:gd name="connsiteY208" fmla="*/ 561866 h 6858000"/>
              <a:gd name="connsiteX209" fmla="*/ 5234116 w 6097200"/>
              <a:gd name="connsiteY209" fmla="*/ 561866 h 6858000"/>
              <a:gd name="connsiteX210" fmla="*/ 5234116 w 6097200"/>
              <a:gd name="connsiteY210" fmla="*/ 514856 h 6858000"/>
              <a:gd name="connsiteX211" fmla="*/ 5249274 w 6097200"/>
              <a:gd name="connsiteY211" fmla="*/ 495993 h 6858000"/>
              <a:gd name="connsiteX212" fmla="*/ 5263511 w 6097200"/>
              <a:gd name="connsiteY212" fmla="*/ 513462 h 6858000"/>
              <a:gd name="connsiteX213" fmla="*/ 5263511 w 6097200"/>
              <a:gd name="connsiteY213" fmla="*/ 561866 h 6858000"/>
              <a:gd name="connsiteX214" fmla="*/ 5281138 w 6097200"/>
              <a:gd name="connsiteY214" fmla="*/ 561866 h 6858000"/>
              <a:gd name="connsiteX215" fmla="*/ 5281138 w 6097200"/>
              <a:gd name="connsiteY215" fmla="*/ 513155 h 6858000"/>
              <a:gd name="connsiteX216" fmla="*/ 5296296 w 6097200"/>
              <a:gd name="connsiteY216" fmla="*/ 495993 h 6858000"/>
              <a:gd name="connsiteX217" fmla="*/ 5310533 w 6097200"/>
              <a:gd name="connsiteY217" fmla="*/ 513462 h 6858000"/>
              <a:gd name="connsiteX218" fmla="*/ 5310533 w 6097200"/>
              <a:gd name="connsiteY218" fmla="*/ 561866 h 6858000"/>
              <a:gd name="connsiteX219" fmla="*/ 5328172 w 6097200"/>
              <a:gd name="connsiteY219" fmla="*/ 561866 h 6858000"/>
              <a:gd name="connsiteX220" fmla="*/ 5328172 w 6097200"/>
              <a:gd name="connsiteY220" fmla="*/ 510367 h 6858000"/>
              <a:gd name="connsiteX221" fmla="*/ 5302026 w 6097200"/>
              <a:gd name="connsiteY221" fmla="*/ 480518 h 6858000"/>
              <a:gd name="connsiteX222" fmla="*/ 5278209 w 6097200"/>
              <a:gd name="connsiteY222" fmla="*/ 494125 h 6858000"/>
              <a:gd name="connsiteX223" fmla="*/ 5256553 w 6097200"/>
              <a:gd name="connsiteY223" fmla="*/ 480518 h 6858000"/>
              <a:gd name="connsiteX224" fmla="*/ 4993111 w 6097200"/>
              <a:gd name="connsiteY224" fmla="*/ 471861 h 6858000"/>
              <a:gd name="connsiteX225" fmla="*/ 5023120 w 6097200"/>
              <a:gd name="connsiteY225" fmla="*/ 471861 h 6858000"/>
              <a:gd name="connsiteX226" fmla="*/ 5038278 w 6097200"/>
              <a:gd name="connsiteY226" fmla="*/ 484381 h 6858000"/>
              <a:gd name="connsiteX227" fmla="*/ 5023120 w 6097200"/>
              <a:gd name="connsiteY227" fmla="*/ 496913 h 6858000"/>
              <a:gd name="connsiteX228" fmla="*/ 4993111 w 6097200"/>
              <a:gd name="connsiteY228" fmla="*/ 496913 h 6858000"/>
              <a:gd name="connsiteX229" fmla="*/ 4728340 w 6097200"/>
              <a:gd name="connsiteY229" fmla="*/ 462794 h 6858000"/>
              <a:gd name="connsiteX230" fmla="*/ 4716648 w 6097200"/>
              <a:gd name="connsiteY230" fmla="*/ 494561 h 6858000"/>
              <a:gd name="connsiteX231" fmla="*/ 4727457 w 6097200"/>
              <a:gd name="connsiteY231" fmla="*/ 566535 h 6858000"/>
              <a:gd name="connsiteX232" fmla="*/ 4729235 w 6097200"/>
              <a:gd name="connsiteY232" fmla="*/ 566535 h 6858000"/>
              <a:gd name="connsiteX233" fmla="*/ 4740044 w 6097200"/>
              <a:gd name="connsiteY233" fmla="*/ 494561 h 6858000"/>
              <a:gd name="connsiteX234" fmla="*/ 4728340 w 6097200"/>
              <a:gd name="connsiteY234" fmla="*/ 462794 h 6858000"/>
              <a:gd name="connsiteX235" fmla="*/ 4973003 w 6097200"/>
              <a:gd name="connsiteY235" fmla="*/ 453624 h 6858000"/>
              <a:gd name="connsiteX236" fmla="*/ 4973003 w 6097200"/>
              <a:gd name="connsiteY236" fmla="*/ 561866 h 6858000"/>
              <a:gd name="connsiteX237" fmla="*/ 5026369 w 6097200"/>
              <a:gd name="connsiteY237" fmla="*/ 561866 h 6858000"/>
              <a:gd name="connsiteX238" fmla="*/ 5061942 w 6097200"/>
              <a:gd name="connsiteY238" fmla="*/ 531404 h 6858000"/>
              <a:gd name="connsiteX239" fmla="*/ 5043075 w 6097200"/>
              <a:gd name="connsiteY239" fmla="*/ 505584 h 6858000"/>
              <a:gd name="connsiteX240" fmla="*/ 5059320 w 6097200"/>
              <a:gd name="connsiteY240" fmla="*/ 481772 h 6858000"/>
              <a:gd name="connsiteX241" fmla="*/ 5025909 w 6097200"/>
              <a:gd name="connsiteY241" fmla="*/ 453624 h 6858000"/>
              <a:gd name="connsiteX242" fmla="*/ 5514391 w 6097200"/>
              <a:gd name="connsiteY242" fmla="*/ 450670 h 6858000"/>
              <a:gd name="connsiteX243" fmla="*/ 5503403 w 6097200"/>
              <a:gd name="connsiteY243" fmla="*/ 461655 h 6858000"/>
              <a:gd name="connsiteX244" fmla="*/ 5514391 w 6097200"/>
              <a:gd name="connsiteY244" fmla="*/ 472641 h 6858000"/>
              <a:gd name="connsiteX245" fmla="*/ 5525379 w 6097200"/>
              <a:gd name="connsiteY245" fmla="*/ 461655 h 6858000"/>
              <a:gd name="connsiteX246" fmla="*/ 5514391 w 6097200"/>
              <a:gd name="connsiteY246" fmla="*/ 450670 h 6858000"/>
              <a:gd name="connsiteX247" fmla="*/ 4867038 w 6097200"/>
              <a:gd name="connsiteY247" fmla="*/ 447346 h 6858000"/>
              <a:gd name="connsiteX248" fmla="*/ 4819863 w 6097200"/>
              <a:gd name="connsiteY248" fmla="*/ 475417 h 6858000"/>
              <a:gd name="connsiteX249" fmla="*/ 4743421 w 6097200"/>
              <a:gd name="connsiteY249" fmla="*/ 569476 h 6858000"/>
              <a:gd name="connsiteX250" fmla="*/ 4744879 w 6097200"/>
              <a:gd name="connsiteY250" fmla="*/ 570934 h 6858000"/>
              <a:gd name="connsiteX251" fmla="*/ 4838961 w 6097200"/>
              <a:gd name="connsiteY251" fmla="*/ 494510 h 6858000"/>
              <a:gd name="connsiteX252" fmla="*/ 4867038 w 6097200"/>
              <a:gd name="connsiteY252" fmla="*/ 447346 h 6858000"/>
              <a:gd name="connsiteX253" fmla="*/ 4588234 w 6097200"/>
              <a:gd name="connsiteY253" fmla="*/ 447282 h 6858000"/>
              <a:gd name="connsiteX254" fmla="*/ 4616311 w 6097200"/>
              <a:gd name="connsiteY254" fmla="*/ 494446 h 6858000"/>
              <a:gd name="connsiteX255" fmla="*/ 4710393 w 6097200"/>
              <a:gd name="connsiteY255" fmla="*/ 570870 h 6858000"/>
              <a:gd name="connsiteX256" fmla="*/ 4710393 w 6097200"/>
              <a:gd name="connsiteY256" fmla="*/ 570883 h 6858000"/>
              <a:gd name="connsiteX257" fmla="*/ 4711851 w 6097200"/>
              <a:gd name="connsiteY257" fmla="*/ 569425 h 6858000"/>
              <a:gd name="connsiteX258" fmla="*/ 4635409 w 6097200"/>
              <a:gd name="connsiteY258" fmla="*/ 475365 h 6858000"/>
              <a:gd name="connsiteX259" fmla="*/ 4588234 w 6097200"/>
              <a:gd name="connsiteY259" fmla="*/ 447282 h 6858000"/>
              <a:gd name="connsiteX260" fmla="*/ 0 w 6097200"/>
              <a:gd name="connsiteY260" fmla="*/ 0 h 6858000"/>
              <a:gd name="connsiteX261" fmla="*/ 6097200 w 6097200"/>
              <a:gd name="connsiteY261" fmla="*/ 0 h 6858000"/>
              <a:gd name="connsiteX262" fmla="*/ 6097200 w 6097200"/>
              <a:gd name="connsiteY262" fmla="*/ 6858000 h 6858000"/>
              <a:gd name="connsiteX263" fmla="*/ 0 w 6097200"/>
              <a:gd name="connsiteY263"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Lst>
            <a:rect l="l" t="t" r="r" b="b"/>
            <a:pathLst>
              <a:path w="6097200" h="6858000">
                <a:moveTo>
                  <a:pt x="5346401" y="652256"/>
                </a:moveTo>
                <a:cubicBezTo>
                  <a:pt x="5359704" y="652256"/>
                  <a:pt x="5369451" y="662768"/>
                  <a:pt x="5369451" y="677002"/>
                </a:cubicBezTo>
                <a:cubicBezTo>
                  <a:pt x="5369451" y="691236"/>
                  <a:pt x="5359704" y="701748"/>
                  <a:pt x="5346401" y="701748"/>
                </a:cubicBezTo>
                <a:cubicBezTo>
                  <a:pt x="5333098" y="701748"/>
                  <a:pt x="5323350" y="691236"/>
                  <a:pt x="5323350" y="677002"/>
                </a:cubicBezTo>
                <a:cubicBezTo>
                  <a:pt x="5323350" y="662768"/>
                  <a:pt x="5333098" y="652256"/>
                  <a:pt x="5346401" y="652256"/>
                </a:cubicBezTo>
                <a:close/>
                <a:moveTo>
                  <a:pt x="5121193" y="652256"/>
                </a:moveTo>
                <a:cubicBezTo>
                  <a:pt x="5134496" y="652256"/>
                  <a:pt x="5144243" y="662768"/>
                  <a:pt x="5144243" y="677002"/>
                </a:cubicBezTo>
                <a:cubicBezTo>
                  <a:pt x="5144243" y="691236"/>
                  <a:pt x="5134496" y="701748"/>
                  <a:pt x="5121193" y="701748"/>
                </a:cubicBezTo>
                <a:cubicBezTo>
                  <a:pt x="5107890" y="701748"/>
                  <a:pt x="5098143" y="691236"/>
                  <a:pt x="5098143" y="677002"/>
                </a:cubicBezTo>
                <a:cubicBezTo>
                  <a:pt x="5098143" y="662768"/>
                  <a:pt x="5107890" y="652256"/>
                  <a:pt x="5121193" y="652256"/>
                </a:cubicBezTo>
                <a:close/>
                <a:moveTo>
                  <a:pt x="5436428" y="651335"/>
                </a:moveTo>
                <a:cubicBezTo>
                  <a:pt x="5446328" y="651335"/>
                  <a:pt x="5454374" y="657218"/>
                  <a:pt x="5456689" y="668498"/>
                </a:cubicBezTo>
                <a:lnTo>
                  <a:pt x="5415859" y="668498"/>
                </a:lnTo>
                <a:cubicBezTo>
                  <a:pt x="5418328" y="657832"/>
                  <a:pt x="5425913" y="651335"/>
                  <a:pt x="5436428" y="651335"/>
                </a:cubicBezTo>
                <a:close/>
                <a:moveTo>
                  <a:pt x="5524280" y="636015"/>
                </a:moveTo>
                <a:cubicBezTo>
                  <a:pt x="5512678" y="636015"/>
                  <a:pt x="5505105" y="642511"/>
                  <a:pt x="5502624" y="651783"/>
                </a:cubicBezTo>
                <a:lnTo>
                  <a:pt x="5502624" y="637396"/>
                </a:lnTo>
                <a:lnTo>
                  <a:pt x="5484997" y="637396"/>
                </a:lnTo>
                <a:lnTo>
                  <a:pt x="5484997" y="716570"/>
                </a:lnTo>
                <a:lnTo>
                  <a:pt x="5484997" y="716595"/>
                </a:lnTo>
                <a:lnTo>
                  <a:pt x="5502624" y="716595"/>
                </a:lnTo>
                <a:lnTo>
                  <a:pt x="5502624" y="673447"/>
                </a:lnTo>
                <a:cubicBezTo>
                  <a:pt x="5502624" y="660300"/>
                  <a:pt x="5508188" y="654264"/>
                  <a:pt x="5522118" y="654264"/>
                </a:cubicBezTo>
                <a:lnTo>
                  <a:pt x="5525981" y="654264"/>
                </a:lnTo>
                <a:lnTo>
                  <a:pt x="5525981" y="636015"/>
                </a:lnTo>
                <a:close/>
                <a:moveTo>
                  <a:pt x="5342845" y="635260"/>
                </a:moveTo>
                <a:cubicBezTo>
                  <a:pt x="5322122" y="635260"/>
                  <a:pt x="5305110" y="652729"/>
                  <a:pt x="5305110" y="677015"/>
                </a:cubicBezTo>
                <a:cubicBezTo>
                  <a:pt x="5305110" y="701300"/>
                  <a:pt x="5322122" y="718769"/>
                  <a:pt x="5342845" y="718769"/>
                </a:cubicBezTo>
                <a:cubicBezTo>
                  <a:pt x="5355061" y="718769"/>
                  <a:pt x="5364194" y="713513"/>
                  <a:pt x="5369451" y="703461"/>
                </a:cubicBezTo>
                <a:lnTo>
                  <a:pt x="5369451" y="716608"/>
                </a:lnTo>
                <a:lnTo>
                  <a:pt x="5387091" y="716608"/>
                </a:lnTo>
                <a:lnTo>
                  <a:pt x="5387091" y="637434"/>
                </a:lnTo>
                <a:lnTo>
                  <a:pt x="5369451" y="637434"/>
                </a:lnTo>
                <a:lnTo>
                  <a:pt x="5369451" y="650568"/>
                </a:lnTo>
                <a:cubicBezTo>
                  <a:pt x="5364194" y="640516"/>
                  <a:pt x="5355061" y="635260"/>
                  <a:pt x="5342845" y="635260"/>
                </a:cubicBezTo>
                <a:close/>
                <a:moveTo>
                  <a:pt x="5121193" y="635248"/>
                </a:moveTo>
                <a:cubicBezTo>
                  <a:pt x="5097682" y="635248"/>
                  <a:pt x="5079889" y="652717"/>
                  <a:pt x="5079889" y="677002"/>
                </a:cubicBezTo>
                <a:cubicBezTo>
                  <a:pt x="5079889" y="701287"/>
                  <a:pt x="5097682" y="718756"/>
                  <a:pt x="5121193" y="718756"/>
                </a:cubicBezTo>
                <a:cubicBezTo>
                  <a:pt x="5144704" y="718756"/>
                  <a:pt x="5162497" y="701287"/>
                  <a:pt x="5162497" y="677002"/>
                </a:cubicBezTo>
                <a:cubicBezTo>
                  <a:pt x="5162497" y="652717"/>
                  <a:pt x="5144704" y="635248"/>
                  <a:pt x="5121193" y="635248"/>
                </a:cubicBezTo>
                <a:close/>
                <a:moveTo>
                  <a:pt x="5436440" y="635235"/>
                </a:moveTo>
                <a:cubicBezTo>
                  <a:pt x="5413237" y="635235"/>
                  <a:pt x="5397311" y="652870"/>
                  <a:pt x="5397311" y="676989"/>
                </a:cubicBezTo>
                <a:lnTo>
                  <a:pt x="5397298" y="677002"/>
                </a:lnTo>
                <a:cubicBezTo>
                  <a:pt x="5397298" y="701121"/>
                  <a:pt x="5414464" y="718756"/>
                  <a:pt x="5437822" y="718756"/>
                </a:cubicBezTo>
                <a:cubicBezTo>
                  <a:pt x="5452212" y="718756"/>
                  <a:pt x="5465822" y="711646"/>
                  <a:pt x="5472321" y="700968"/>
                </a:cubicBezTo>
                <a:lnTo>
                  <a:pt x="5460258" y="690762"/>
                </a:lnTo>
                <a:cubicBezTo>
                  <a:pt x="5455768" y="698193"/>
                  <a:pt x="5447415" y="702669"/>
                  <a:pt x="5437835" y="702669"/>
                </a:cubicBezTo>
                <a:cubicBezTo>
                  <a:pt x="5426233" y="702669"/>
                  <a:pt x="5417573" y="694778"/>
                  <a:pt x="5415411" y="682718"/>
                </a:cubicBezTo>
                <a:lnTo>
                  <a:pt x="5474649" y="682718"/>
                </a:lnTo>
                <a:cubicBezTo>
                  <a:pt x="5474956" y="680711"/>
                  <a:pt x="5475109" y="678383"/>
                  <a:pt x="5475109" y="676222"/>
                </a:cubicBezTo>
                <a:cubicBezTo>
                  <a:pt x="5475109" y="653484"/>
                  <a:pt x="5459644" y="635235"/>
                  <a:pt x="5436440" y="635235"/>
                </a:cubicBezTo>
                <a:close/>
                <a:moveTo>
                  <a:pt x="5197290" y="614517"/>
                </a:moveTo>
                <a:lnTo>
                  <a:pt x="5179650" y="619927"/>
                </a:lnTo>
                <a:lnTo>
                  <a:pt x="5179650" y="637396"/>
                </a:lnTo>
                <a:lnTo>
                  <a:pt x="5164339" y="637396"/>
                </a:lnTo>
                <a:lnTo>
                  <a:pt x="5164339" y="652551"/>
                </a:lnTo>
                <a:lnTo>
                  <a:pt x="5179650" y="652551"/>
                </a:lnTo>
                <a:lnTo>
                  <a:pt x="5179650" y="691363"/>
                </a:lnTo>
                <a:cubicBezTo>
                  <a:pt x="5179650" y="708526"/>
                  <a:pt x="5189090" y="718271"/>
                  <a:pt x="5205169" y="718271"/>
                </a:cubicBezTo>
                <a:cubicBezTo>
                  <a:pt x="5209659" y="718271"/>
                  <a:pt x="5213676" y="717810"/>
                  <a:pt x="5216618" y="716877"/>
                </a:cubicBezTo>
                <a:lnTo>
                  <a:pt x="5216631" y="716902"/>
                </a:lnTo>
                <a:lnTo>
                  <a:pt x="5216631" y="702055"/>
                </a:lnTo>
                <a:cubicBezTo>
                  <a:pt x="5214622" y="702362"/>
                  <a:pt x="5211834" y="702515"/>
                  <a:pt x="5209979" y="702515"/>
                </a:cubicBezTo>
                <a:cubicBezTo>
                  <a:pt x="5201319" y="702515"/>
                  <a:pt x="5197290" y="698026"/>
                  <a:pt x="5197290" y="689675"/>
                </a:cubicBezTo>
                <a:lnTo>
                  <a:pt x="5197290" y="652563"/>
                </a:lnTo>
                <a:lnTo>
                  <a:pt x="5216631" y="652563"/>
                </a:lnTo>
                <a:lnTo>
                  <a:pt x="5216631" y="637409"/>
                </a:lnTo>
                <a:lnTo>
                  <a:pt x="5197290" y="637409"/>
                </a:lnTo>
                <a:close/>
                <a:moveTo>
                  <a:pt x="5228399" y="608341"/>
                </a:moveTo>
                <a:lnTo>
                  <a:pt x="5228399" y="716595"/>
                </a:lnTo>
                <a:lnTo>
                  <a:pt x="5246013" y="716595"/>
                </a:lnTo>
                <a:lnTo>
                  <a:pt x="5246013" y="669585"/>
                </a:lnTo>
                <a:cubicBezTo>
                  <a:pt x="5246013" y="657372"/>
                  <a:pt x="5252511" y="650722"/>
                  <a:pt x="5262411" y="650722"/>
                </a:cubicBezTo>
                <a:cubicBezTo>
                  <a:pt x="5272312" y="650722"/>
                  <a:pt x="5277876" y="657372"/>
                  <a:pt x="5277876" y="668191"/>
                </a:cubicBezTo>
                <a:lnTo>
                  <a:pt x="5277876" y="716595"/>
                </a:lnTo>
                <a:lnTo>
                  <a:pt x="5295516" y="716595"/>
                </a:lnTo>
                <a:lnTo>
                  <a:pt x="5295516" y="665096"/>
                </a:lnTo>
                <a:cubicBezTo>
                  <a:pt x="5295516" y="644685"/>
                  <a:pt x="5284528" y="635248"/>
                  <a:pt x="5269690" y="635248"/>
                </a:cubicBezTo>
                <a:cubicBezTo>
                  <a:pt x="5257474" y="635248"/>
                  <a:pt x="5249428" y="641284"/>
                  <a:pt x="5246026" y="647934"/>
                </a:cubicBezTo>
                <a:lnTo>
                  <a:pt x="5246026" y="608341"/>
                </a:lnTo>
                <a:close/>
                <a:moveTo>
                  <a:pt x="5020652" y="606486"/>
                </a:moveTo>
                <a:cubicBezTo>
                  <a:pt x="4989555" y="606486"/>
                  <a:pt x="4966198" y="629992"/>
                  <a:pt x="4966198" y="662628"/>
                </a:cubicBezTo>
                <a:cubicBezTo>
                  <a:pt x="4966198" y="695264"/>
                  <a:pt x="4989555" y="718769"/>
                  <a:pt x="5018324" y="718769"/>
                </a:cubicBezTo>
                <a:cubicBezTo>
                  <a:pt x="5031627" y="718769"/>
                  <a:pt x="5044150" y="712580"/>
                  <a:pt x="5051428" y="702681"/>
                </a:cubicBezTo>
                <a:lnTo>
                  <a:pt x="5051428" y="716595"/>
                </a:lnTo>
                <a:lnTo>
                  <a:pt x="5069375" y="716595"/>
                </a:lnTo>
                <a:lnTo>
                  <a:pt x="5069375" y="659686"/>
                </a:lnTo>
                <a:lnTo>
                  <a:pt x="5022506" y="659686"/>
                </a:lnTo>
                <a:lnTo>
                  <a:pt x="5022506" y="677322"/>
                </a:lnTo>
                <a:lnTo>
                  <a:pt x="5049880" y="677322"/>
                </a:lnTo>
                <a:cubicBezTo>
                  <a:pt x="5047245" y="690622"/>
                  <a:pt x="5035490" y="699906"/>
                  <a:pt x="5020639" y="699906"/>
                </a:cubicBezTo>
                <a:cubicBezTo>
                  <a:pt x="5001144" y="699906"/>
                  <a:pt x="4987227" y="684138"/>
                  <a:pt x="4987227" y="662640"/>
                </a:cubicBezTo>
                <a:cubicBezTo>
                  <a:pt x="4987227" y="641143"/>
                  <a:pt x="5001144" y="625375"/>
                  <a:pt x="5020639" y="625375"/>
                </a:cubicBezTo>
                <a:cubicBezTo>
                  <a:pt x="5034556" y="625375"/>
                  <a:pt x="5044610" y="632332"/>
                  <a:pt x="5050034" y="642230"/>
                </a:cubicBezTo>
                <a:lnTo>
                  <a:pt x="5066739" y="631091"/>
                </a:lnTo>
                <a:cubicBezTo>
                  <a:pt x="5058540" y="615630"/>
                  <a:pt x="5041220" y="606499"/>
                  <a:pt x="5020639" y="606499"/>
                </a:cubicBezTo>
                <a:close/>
                <a:moveTo>
                  <a:pt x="4744738" y="601537"/>
                </a:moveTo>
                <a:lnTo>
                  <a:pt x="4744746" y="601542"/>
                </a:lnTo>
                <a:lnTo>
                  <a:pt x="4743293" y="602995"/>
                </a:lnTo>
                <a:cubicBezTo>
                  <a:pt x="4761035" y="630631"/>
                  <a:pt x="4784546" y="661873"/>
                  <a:pt x="4819735" y="697054"/>
                </a:cubicBezTo>
                <a:cubicBezTo>
                  <a:pt x="4845357" y="722670"/>
                  <a:pt x="4859159" y="732888"/>
                  <a:pt x="4866910" y="725125"/>
                </a:cubicBezTo>
                <a:cubicBezTo>
                  <a:pt x="4874662" y="717376"/>
                  <a:pt x="4864442" y="703577"/>
                  <a:pt x="4838820" y="677961"/>
                </a:cubicBezTo>
                <a:cubicBezTo>
                  <a:pt x="4821225" y="660371"/>
                  <a:pt x="4804616" y="645696"/>
                  <a:pt x="4788949" y="633203"/>
                </a:cubicBezTo>
                <a:lnTo>
                  <a:pt x="4744746" y="601542"/>
                </a:lnTo>
                <a:lnTo>
                  <a:pt x="4744751" y="601537"/>
                </a:lnTo>
                <a:close/>
                <a:moveTo>
                  <a:pt x="4640551" y="588557"/>
                </a:moveTo>
                <a:cubicBezTo>
                  <a:pt x="4618550" y="588557"/>
                  <a:pt x="4608227" y="590756"/>
                  <a:pt x="4608227" y="600258"/>
                </a:cubicBezTo>
                <a:cubicBezTo>
                  <a:pt x="4608227" y="609760"/>
                  <a:pt x="4618537" y="611960"/>
                  <a:pt x="4640551" y="611960"/>
                </a:cubicBezTo>
                <a:cubicBezTo>
                  <a:pt x="4665495" y="611960"/>
                  <a:pt x="4685872" y="608724"/>
                  <a:pt x="4703192" y="604184"/>
                </a:cubicBezTo>
                <a:cubicBezTo>
                  <a:pt x="4677327" y="621794"/>
                  <a:pt x="4648597" y="646783"/>
                  <a:pt x="4616030" y="678997"/>
                </a:cubicBezTo>
                <a:cubicBezTo>
                  <a:pt x="4590472" y="704280"/>
                  <a:pt x="4580214" y="717823"/>
                  <a:pt x="4587633" y="725164"/>
                </a:cubicBezTo>
                <a:cubicBezTo>
                  <a:pt x="4595052" y="732504"/>
                  <a:pt x="4608739" y="722350"/>
                  <a:pt x="4634296" y="697067"/>
                </a:cubicBezTo>
                <a:cubicBezTo>
                  <a:pt x="4666864" y="664840"/>
                  <a:pt x="4692114" y="636424"/>
                  <a:pt x="4709907" y="610834"/>
                </a:cubicBezTo>
                <a:cubicBezTo>
                  <a:pt x="4705366" y="628150"/>
                  <a:pt x="4702117" y="648535"/>
                  <a:pt x="4702117" y="673511"/>
                </a:cubicBezTo>
                <a:cubicBezTo>
                  <a:pt x="4702117" y="695507"/>
                  <a:pt x="4704317" y="705815"/>
                  <a:pt x="4713821" y="705815"/>
                </a:cubicBezTo>
                <a:cubicBezTo>
                  <a:pt x="4723325" y="705815"/>
                  <a:pt x="4725526" y="695507"/>
                  <a:pt x="4725526" y="673511"/>
                </a:cubicBezTo>
                <a:cubicBezTo>
                  <a:pt x="4725526" y="643291"/>
                  <a:pt x="4720793" y="619773"/>
                  <a:pt x="4714717" y="600297"/>
                </a:cubicBezTo>
                <a:cubicBezTo>
                  <a:pt x="4714640" y="600028"/>
                  <a:pt x="4714499" y="599836"/>
                  <a:pt x="4714333" y="599708"/>
                </a:cubicBezTo>
                <a:lnTo>
                  <a:pt x="4714320" y="599695"/>
                </a:lnTo>
                <a:cubicBezTo>
                  <a:pt x="4714192" y="599555"/>
                  <a:pt x="4714013" y="599440"/>
                  <a:pt x="4713783" y="599363"/>
                </a:cubicBezTo>
                <a:cubicBezTo>
                  <a:pt x="4694289" y="593301"/>
                  <a:pt x="4670778" y="588557"/>
                  <a:pt x="4640551" y="588557"/>
                </a:cubicBezTo>
                <a:close/>
                <a:moveTo>
                  <a:pt x="4827410" y="575551"/>
                </a:moveTo>
                <a:cubicBezTo>
                  <a:pt x="4794549" y="575551"/>
                  <a:pt x="4768978" y="580295"/>
                  <a:pt x="4747796" y="586357"/>
                </a:cubicBezTo>
                <a:cubicBezTo>
                  <a:pt x="4746683" y="586677"/>
                  <a:pt x="4746683" y="587828"/>
                  <a:pt x="4747796" y="588147"/>
                </a:cubicBezTo>
                <a:cubicBezTo>
                  <a:pt x="4768978" y="594209"/>
                  <a:pt x="4794562" y="598941"/>
                  <a:pt x="4827410" y="598941"/>
                </a:cubicBezTo>
                <a:cubicBezTo>
                  <a:pt x="4851330" y="598941"/>
                  <a:pt x="4862549" y="596741"/>
                  <a:pt x="4862549" y="587252"/>
                </a:cubicBezTo>
                <a:cubicBezTo>
                  <a:pt x="4862549" y="577763"/>
                  <a:pt x="4851330" y="575551"/>
                  <a:pt x="4827410" y="575551"/>
                </a:cubicBezTo>
                <a:close/>
                <a:moveTo>
                  <a:pt x="4993111" y="515163"/>
                </a:moveTo>
                <a:lnTo>
                  <a:pt x="5024054" y="515163"/>
                </a:lnTo>
                <a:cubicBezTo>
                  <a:pt x="5034722" y="515163"/>
                  <a:pt x="5040913" y="520419"/>
                  <a:pt x="5040913" y="529396"/>
                </a:cubicBezTo>
                <a:cubicBezTo>
                  <a:pt x="5040913" y="538374"/>
                  <a:pt x="5034722" y="543630"/>
                  <a:pt x="5024054" y="543630"/>
                </a:cubicBezTo>
                <a:lnTo>
                  <a:pt x="5024054" y="543617"/>
                </a:lnTo>
                <a:lnTo>
                  <a:pt x="4993111" y="543617"/>
                </a:lnTo>
                <a:close/>
                <a:moveTo>
                  <a:pt x="5574716" y="497527"/>
                </a:moveTo>
                <a:cubicBezTo>
                  <a:pt x="5588019" y="497527"/>
                  <a:pt x="5597766" y="508039"/>
                  <a:pt x="5597766" y="522273"/>
                </a:cubicBezTo>
                <a:cubicBezTo>
                  <a:pt x="5597766" y="536507"/>
                  <a:pt x="5588019" y="547019"/>
                  <a:pt x="5574716" y="547019"/>
                </a:cubicBezTo>
                <a:cubicBezTo>
                  <a:pt x="5561413" y="547019"/>
                  <a:pt x="5551666" y="536507"/>
                  <a:pt x="5551666" y="522273"/>
                </a:cubicBezTo>
                <a:cubicBezTo>
                  <a:pt x="5551666" y="508039"/>
                  <a:pt x="5561413" y="497527"/>
                  <a:pt x="5574716" y="497527"/>
                </a:cubicBezTo>
                <a:close/>
                <a:moveTo>
                  <a:pt x="5111919" y="497527"/>
                </a:moveTo>
                <a:cubicBezTo>
                  <a:pt x="5125222" y="497527"/>
                  <a:pt x="5134969" y="508039"/>
                  <a:pt x="5134969" y="522273"/>
                </a:cubicBezTo>
                <a:cubicBezTo>
                  <a:pt x="5134969" y="536507"/>
                  <a:pt x="5125222" y="547019"/>
                  <a:pt x="5111919" y="547019"/>
                </a:cubicBezTo>
                <a:cubicBezTo>
                  <a:pt x="5098616" y="547019"/>
                  <a:pt x="5088869" y="536507"/>
                  <a:pt x="5088869" y="522273"/>
                </a:cubicBezTo>
                <a:cubicBezTo>
                  <a:pt x="5088869" y="508039"/>
                  <a:pt x="5098616" y="497527"/>
                  <a:pt x="5111919" y="497527"/>
                </a:cubicBezTo>
                <a:close/>
                <a:moveTo>
                  <a:pt x="5376882" y="496606"/>
                </a:moveTo>
                <a:cubicBezTo>
                  <a:pt x="5386783" y="496606"/>
                  <a:pt x="5394829" y="502489"/>
                  <a:pt x="5397144" y="513769"/>
                </a:cubicBezTo>
                <a:lnTo>
                  <a:pt x="5356314" y="513769"/>
                </a:lnTo>
                <a:cubicBezTo>
                  <a:pt x="5358782" y="503103"/>
                  <a:pt x="5366368" y="496606"/>
                  <a:pt x="5376882" y="496606"/>
                </a:cubicBezTo>
                <a:close/>
                <a:moveTo>
                  <a:pt x="5505578" y="482693"/>
                </a:moveTo>
                <a:lnTo>
                  <a:pt x="5505578" y="561866"/>
                </a:lnTo>
                <a:lnTo>
                  <a:pt x="5523217" y="561866"/>
                </a:lnTo>
                <a:lnTo>
                  <a:pt x="5523217" y="482693"/>
                </a:lnTo>
                <a:close/>
                <a:moveTo>
                  <a:pt x="5205502" y="481299"/>
                </a:moveTo>
                <a:cubicBezTo>
                  <a:pt x="5193900" y="481299"/>
                  <a:pt x="5186327" y="487795"/>
                  <a:pt x="5183846" y="497080"/>
                </a:cubicBezTo>
                <a:lnTo>
                  <a:pt x="5183846" y="482693"/>
                </a:lnTo>
                <a:lnTo>
                  <a:pt x="5166206" y="482693"/>
                </a:lnTo>
                <a:lnTo>
                  <a:pt x="5166206" y="561866"/>
                </a:lnTo>
                <a:lnTo>
                  <a:pt x="5183846" y="561866"/>
                </a:lnTo>
                <a:lnTo>
                  <a:pt x="5183846" y="518718"/>
                </a:lnTo>
                <a:cubicBezTo>
                  <a:pt x="5183846" y="505571"/>
                  <a:pt x="5189410" y="499548"/>
                  <a:pt x="5203340" y="499548"/>
                </a:cubicBezTo>
                <a:lnTo>
                  <a:pt x="5207203" y="499548"/>
                </a:lnTo>
                <a:lnTo>
                  <a:pt x="5207203" y="481299"/>
                </a:lnTo>
                <a:close/>
                <a:moveTo>
                  <a:pt x="5571160" y="480531"/>
                </a:moveTo>
                <a:cubicBezTo>
                  <a:pt x="5550438" y="480531"/>
                  <a:pt x="5533412" y="498000"/>
                  <a:pt x="5533412" y="522286"/>
                </a:cubicBezTo>
                <a:cubicBezTo>
                  <a:pt x="5533412" y="546571"/>
                  <a:pt x="5550425" y="564040"/>
                  <a:pt x="5571160" y="564040"/>
                </a:cubicBezTo>
                <a:cubicBezTo>
                  <a:pt x="5583376" y="564040"/>
                  <a:pt x="5592509" y="558784"/>
                  <a:pt x="5597766" y="548732"/>
                </a:cubicBezTo>
                <a:lnTo>
                  <a:pt x="5597766" y="561879"/>
                </a:lnTo>
                <a:lnTo>
                  <a:pt x="5615393" y="561879"/>
                </a:lnTo>
                <a:lnTo>
                  <a:pt x="5615393" y="482705"/>
                </a:lnTo>
                <a:lnTo>
                  <a:pt x="5597766" y="482705"/>
                </a:lnTo>
                <a:lnTo>
                  <a:pt x="5597766" y="495839"/>
                </a:lnTo>
                <a:cubicBezTo>
                  <a:pt x="5592509" y="485787"/>
                  <a:pt x="5583376" y="480531"/>
                  <a:pt x="5571160" y="480531"/>
                </a:cubicBezTo>
                <a:close/>
                <a:moveTo>
                  <a:pt x="5108350" y="480531"/>
                </a:moveTo>
                <a:cubicBezTo>
                  <a:pt x="5087628" y="480531"/>
                  <a:pt x="5070602" y="498000"/>
                  <a:pt x="5070602" y="522286"/>
                </a:cubicBezTo>
                <a:cubicBezTo>
                  <a:pt x="5070602" y="546571"/>
                  <a:pt x="5087615" y="564040"/>
                  <a:pt x="5108350" y="564040"/>
                </a:cubicBezTo>
                <a:cubicBezTo>
                  <a:pt x="5120566" y="564040"/>
                  <a:pt x="5129699" y="558784"/>
                  <a:pt x="5134956" y="548732"/>
                </a:cubicBezTo>
                <a:lnTo>
                  <a:pt x="5134956" y="561879"/>
                </a:lnTo>
                <a:lnTo>
                  <a:pt x="5152583" y="561879"/>
                </a:lnTo>
                <a:lnTo>
                  <a:pt x="5152583" y="482705"/>
                </a:lnTo>
                <a:lnTo>
                  <a:pt x="5134956" y="482705"/>
                </a:lnTo>
                <a:lnTo>
                  <a:pt x="5134956" y="495839"/>
                </a:lnTo>
                <a:cubicBezTo>
                  <a:pt x="5129699" y="485787"/>
                  <a:pt x="5120566" y="480531"/>
                  <a:pt x="5108350" y="480531"/>
                </a:cubicBezTo>
                <a:close/>
                <a:moveTo>
                  <a:pt x="5466756" y="480518"/>
                </a:moveTo>
                <a:cubicBezTo>
                  <a:pt x="5454540" y="480518"/>
                  <a:pt x="5446494" y="486555"/>
                  <a:pt x="5443091" y="493205"/>
                </a:cubicBezTo>
                <a:lnTo>
                  <a:pt x="5443091" y="482693"/>
                </a:lnTo>
                <a:lnTo>
                  <a:pt x="5425465" y="482693"/>
                </a:lnTo>
                <a:lnTo>
                  <a:pt x="5425465" y="561866"/>
                </a:lnTo>
                <a:lnTo>
                  <a:pt x="5443079" y="561866"/>
                </a:lnTo>
                <a:lnTo>
                  <a:pt x="5443079" y="514856"/>
                </a:lnTo>
                <a:cubicBezTo>
                  <a:pt x="5443079" y="502643"/>
                  <a:pt x="5449577" y="495993"/>
                  <a:pt x="5459477" y="495993"/>
                </a:cubicBezTo>
                <a:cubicBezTo>
                  <a:pt x="5469378" y="495993"/>
                  <a:pt x="5474942" y="502643"/>
                  <a:pt x="5474942" y="513462"/>
                </a:cubicBezTo>
                <a:lnTo>
                  <a:pt x="5474942" y="561866"/>
                </a:lnTo>
                <a:lnTo>
                  <a:pt x="5492582" y="561866"/>
                </a:lnTo>
                <a:lnTo>
                  <a:pt x="5492582" y="510367"/>
                </a:lnTo>
                <a:cubicBezTo>
                  <a:pt x="5492582" y="489956"/>
                  <a:pt x="5481594" y="480518"/>
                  <a:pt x="5466756" y="480518"/>
                </a:cubicBezTo>
                <a:close/>
                <a:moveTo>
                  <a:pt x="5376895" y="480518"/>
                </a:moveTo>
                <a:cubicBezTo>
                  <a:pt x="5353691" y="480518"/>
                  <a:pt x="5337753" y="498141"/>
                  <a:pt x="5337753" y="522273"/>
                </a:cubicBezTo>
                <a:cubicBezTo>
                  <a:pt x="5337753" y="546392"/>
                  <a:pt x="5354919" y="564027"/>
                  <a:pt x="5378277" y="564027"/>
                </a:cubicBezTo>
                <a:cubicBezTo>
                  <a:pt x="5392667" y="564027"/>
                  <a:pt x="5406277" y="556917"/>
                  <a:pt x="5412776" y="546239"/>
                </a:cubicBezTo>
                <a:lnTo>
                  <a:pt x="5400713" y="536033"/>
                </a:lnTo>
                <a:cubicBezTo>
                  <a:pt x="5396223" y="543451"/>
                  <a:pt x="5387870" y="547939"/>
                  <a:pt x="5378290" y="547939"/>
                </a:cubicBezTo>
                <a:cubicBezTo>
                  <a:pt x="5366688" y="547939"/>
                  <a:pt x="5358028" y="540049"/>
                  <a:pt x="5355866" y="527989"/>
                </a:cubicBezTo>
                <a:lnTo>
                  <a:pt x="5415103" y="527989"/>
                </a:lnTo>
                <a:cubicBezTo>
                  <a:pt x="5415411" y="525982"/>
                  <a:pt x="5415564" y="523654"/>
                  <a:pt x="5415564" y="521493"/>
                </a:cubicBezTo>
                <a:cubicBezTo>
                  <a:pt x="5415564" y="498755"/>
                  <a:pt x="5400099" y="480518"/>
                  <a:pt x="5376895" y="480518"/>
                </a:cubicBezTo>
                <a:close/>
                <a:moveTo>
                  <a:pt x="5256553" y="480518"/>
                </a:moveTo>
                <a:cubicBezTo>
                  <a:pt x="5245104" y="480518"/>
                  <a:pt x="5237532" y="486555"/>
                  <a:pt x="5234129" y="493205"/>
                </a:cubicBezTo>
                <a:lnTo>
                  <a:pt x="5234129" y="482693"/>
                </a:lnTo>
                <a:lnTo>
                  <a:pt x="5216490" y="482693"/>
                </a:lnTo>
                <a:lnTo>
                  <a:pt x="5216490" y="561866"/>
                </a:lnTo>
                <a:lnTo>
                  <a:pt x="5234116" y="561866"/>
                </a:lnTo>
                <a:lnTo>
                  <a:pt x="5234116" y="514856"/>
                </a:lnTo>
                <a:cubicBezTo>
                  <a:pt x="5234116" y="502643"/>
                  <a:pt x="5240154" y="495993"/>
                  <a:pt x="5249274" y="495993"/>
                </a:cubicBezTo>
                <a:cubicBezTo>
                  <a:pt x="5258395" y="495993"/>
                  <a:pt x="5263511" y="502643"/>
                  <a:pt x="5263511" y="513462"/>
                </a:cubicBezTo>
                <a:lnTo>
                  <a:pt x="5263511" y="561866"/>
                </a:lnTo>
                <a:lnTo>
                  <a:pt x="5281138" y="561866"/>
                </a:lnTo>
                <a:lnTo>
                  <a:pt x="5281138" y="513155"/>
                </a:lnTo>
                <a:cubicBezTo>
                  <a:pt x="5281138" y="502643"/>
                  <a:pt x="5287176" y="495993"/>
                  <a:pt x="5296296" y="495993"/>
                </a:cubicBezTo>
                <a:cubicBezTo>
                  <a:pt x="5305416" y="495993"/>
                  <a:pt x="5310533" y="502643"/>
                  <a:pt x="5310533" y="513462"/>
                </a:cubicBezTo>
                <a:lnTo>
                  <a:pt x="5310533" y="561866"/>
                </a:lnTo>
                <a:lnTo>
                  <a:pt x="5328172" y="561866"/>
                </a:lnTo>
                <a:lnTo>
                  <a:pt x="5328172" y="510367"/>
                </a:lnTo>
                <a:cubicBezTo>
                  <a:pt x="5328172" y="489956"/>
                  <a:pt x="5317658" y="480518"/>
                  <a:pt x="5302026" y="480518"/>
                </a:cubicBezTo>
                <a:cubicBezTo>
                  <a:pt x="5291512" y="480518"/>
                  <a:pt x="5283312" y="485161"/>
                  <a:pt x="5278209" y="494125"/>
                </a:cubicBezTo>
                <a:cubicBezTo>
                  <a:pt x="5274039" y="484841"/>
                  <a:pt x="5266146" y="480518"/>
                  <a:pt x="5256553" y="480518"/>
                </a:cubicBezTo>
                <a:close/>
                <a:moveTo>
                  <a:pt x="4993111" y="471861"/>
                </a:moveTo>
                <a:lnTo>
                  <a:pt x="5023120" y="471861"/>
                </a:lnTo>
                <a:cubicBezTo>
                  <a:pt x="5032714" y="471861"/>
                  <a:pt x="5038278" y="476503"/>
                  <a:pt x="5038278" y="484381"/>
                </a:cubicBezTo>
                <a:cubicBezTo>
                  <a:pt x="5038278" y="492258"/>
                  <a:pt x="5032714" y="496913"/>
                  <a:pt x="5023120" y="496913"/>
                </a:cubicBezTo>
                <a:lnTo>
                  <a:pt x="4993111" y="496913"/>
                </a:lnTo>
                <a:close/>
                <a:moveTo>
                  <a:pt x="4728340" y="462794"/>
                </a:moveTo>
                <a:cubicBezTo>
                  <a:pt x="4718848" y="462794"/>
                  <a:pt x="4716648" y="472936"/>
                  <a:pt x="4716648" y="494561"/>
                </a:cubicBezTo>
                <a:cubicBezTo>
                  <a:pt x="4716648" y="524269"/>
                  <a:pt x="4721381" y="547390"/>
                  <a:pt x="4727457" y="566535"/>
                </a:cubicBezTo>
                <a:cubicBezTo>
                  <a:pt x="4727777" y="567545"/>
                  <a:pt x="4728915" y="567545"/>
                  <a:pt x="4729235" y="566535"/>
                </a:cubicBezTo>
                <a:cubicBezTo>
                  <a:pt x="4735298" y="547378"/>
                  <a:pt x="4740044" y="524269"/>
                  <a:pt x="4740044" y="494561"/>
                </a:cubicBezTo>
                <a:cubicBezTo>
                  <a:pt x="4740044" y="472936"/>
                  <a:pt x="4737844" y="462794"/>
                  <a:pt x="4728340" y="462794"/>
                </a:cubicBezTo>
                <a:close/>
                <a:moveTo>
                  <a:pt x="4973003" y="453624"/>
                </a:moveTo>
                <a:lnTo>
                  <a:pt x="4973003" y="561866"/>
                </a:lnTo>
                <a:lnTo>
                  <a:pt x="5026369" y="561866"/>
                </a:lnTo>
                <a:cubicBezTo>
                  <a:pt x="5048793" y="561866"/>
                  <a:pt x="5061942" y="550574"/>
                  <a:pt x="5061942" y="531404"/>
                </a:cubicBezTo>
                <a:cubicBezTo>
                  <a:pt x="5061942" y="518257"/>
                  <a:pt x="5054677" y="509446"/>
                  <a:pt x="5043075" y="505584"/>
                </a:cubicBezTo>
                <a:cubicBezTo>
                  <a:pt x="5053129" y="501722"/>
                  <a:pt x="5059320" y="492744"/>
                  <a:pt x="5059320" y="481772"/>
                </a:cubicBezTo>
                <a:cubicBezTo>
                  <a:pt x="5059320" y="464136"/>
                  <a:pt x="5046951" y="453624"/>
                  <a:pt x="5025909" y="453624"/>
                </a:cubicBezTo>
                <a:close/>
                <a:moveTo>
                  <a:pt x="5514391" y="450670"/>
                </a:moveTo>
                <a:cubicBezTo>
                  <a:pt x="5508354" y="450670"/>
                  <a:pt x="5503403" y="455619"/>
                  <a:pt x="5503403" y="461655"/>
                </a:cubicBezTo>
                <a:cubicBezTo>
                  <a:pt x="5503403" y="467692"/>
                  <a:pt x="5508354" y="472641"/>
                  <a:pt x="5514391" y="472641"/>
                </a:cubicBezTo>
                <a:cubicBezTo>
                  <a:pt x="5520429" y="472641"/>
                  <a:pt x="5525379" y="467692"/>
                  <a:pt x="5525379" y="461655"/>
                </a:cubicBezTo>
                <a:cubicBezTo>
                  <a:pt x="5525379" y="455619"/>
                  <a:pt x="5520429" y="450670"/>
                  <a:pt x="5514391" y="450670"/>
                </a:cubicBezTo>
                <a:close/>
                <a:moveTo>
                  <a:pt x="4867038" y="447346"/>
                </a:moveTo>
                <a:cubicBezTo>
                  <a:pt x="4859287" y="439596"/>
                  <a:pt x="4845485" y="449814"/>
                  <a:pt x="4819863" y="475417"/>
                </a:cubicBezTo>
                <a:cubicBezTo>
                  <a:pt x="4784674" y="510598"/>
                  <a:pt x="4761150" y="541840"/>
                  <a:pt x="4743421" y="569476"/>
                </a:cubicBezTo>
                <a:cubicBezTo>
                  <a:pt x="4742487" y="570934"/>
                  <a:pt x="4743421" y="571868"/>
                  <a:pt x="4744879" y="570934"/>
                </a:cubicBezTo>
                <a:cubicBezTo>
                  <a:pt x="4772522" y="553196"/>
                  <a:pt x="4803771" y="529691"/>
                  <a:pt x="4838961" y="494510"/>
                </a:cubicBezTo>
                <a:cubicBezTo>
                  <a:pt x="4864582" y="468894"/>
                  <a:pt x="4874803" y="455096"/>
                  <a:pt x="4867038" y="447346"/>
                </a:cubicBezTo>
                <a:close/>
                <a:moveTo>
                  <a:pt x="4588234" y="447282"/>
                </a:moveTo>
                <a:cubicBezTo>
                  <a:pt x="4580482" y="455032"/>
                  <a:pt x="4590703" y="468830"/>
                  <a:pt x="4616311" y="494446"/>
                </a:cubicBezTo>
                <a:cubicBezTo>
                  <a:pt x="4651501" y="529627"/>
                  <a:pt x="4682751" y="553145"/>
                  <a:pt x="4710393" y="570870"/>
                </a:cubicBezTo>
                <a:lnTo>
                  <a:pt x="4710393" y="570883"/>
                </a:lnTo>
                <a:cubicBezTo>
                  <a:pt x="4711851" y="571816"/>
                  <a:pt x="4712785" y="570883"/>
                  <a:pt x="4711851" y="569425"/>
                </a:cubicBezTo>
                <a:cubicBezTo>
                  <a:pt x="4694109" y="541789"/>
                  <a:pt x="4670599" y="510547"/>
                  <a:pt x="4635409" y="475365"/>
                </a:cubicBezTo>
                <a:cubicBezTo>
                  <a:pt x="4609800" y="449750"/>
                  <a:pt x="4595986" y="439532"/>
                  <a:pt x="4588234" y="447282"/>
                </a:cubicBezTo>
                <a:close/>
                <a:moveTo>
                  <a:pt x="0" y="0"/>
                </a:moveTo>
                <a:lnTo>
                  <a:pt x="6097200" y="0"/>
                </a:lnTo>
                <a:lnTo>
                  <a:pt x="6097200" y="6858000"/>
                </a:lnTo>
                <a:lnTo>
                  <a:pt x="0" y="6858000"/>
                </a:lnTo>
                <a:close/>
              </a:path>
            </a:pathLst>
          </a:custGeom>
          <a:gradFill>
            <a:gsLst>
              <a:gs pos="0">
                <a:srgbClr val="000000">
                  <a:alpha val="64000"/>
                </a:srgbClr>
              </a:gs>
              <a:gs pos="39000">
                <a:srgbClr val="000000">
                  <a:alpha val="0"/>
                </a:srgbClr>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12" name="Textplatzhalter 10">
            <a:extLst>
              <a:ext uri="{FF2B5EF4-FFF2-40B4-BE49-F238E27FC236}">
                <a16:creationId xmlns:a16="http://schemas.microsoft.com/office/drawing/2014/main" id="{0CC83520-2445-B2D0-EE64-1DBD06FD7DE8}"/>
              </a:ext>
            </a:extLst>
          </p:cNvPr>
          <p:cNvSpPr>
            <a:spLocks noGrp="1"/>
          </p:cNvSpPr>
          <p:nvPr>
            <p:ph type="body" sz="quarter" idx="18" hasCustomPrompt="1"/>
          </p:nvPr>
        </p:nvSpPr>
        <p:spPr>
          <a:xfrm>
            <a:off x="479425" y="6054737"/>
            <a:ext cx="5112000" cy="261284"/>
          </a:xfrm>
        </p:spPr>
        <p:txBody>
          <a:bodyPr>
            <a:noAutofit/>
          </a:bodyPr>
          <a:lstStyle>
            <a:lvl1pPr>
              <a:defRPr sz="800">
                <a:solidFill>
                  <a:schemeClr val="bg1">
                    <a:alpha val="50000"/>
                  </a:schemeClr>
                </a:solidFill>
              </a:defRPr>
            </a:lvl1pPr>
          </a:lstStyle>
          <a:p>
            <a:pPr lvl="0"/>
            <a:r>
              <a:rPr lang="de-DE" dirty="0"/>
              <a:t>Quelle:</a:t>
            </a:r>
          </a:p>
        </p:txBody>
      </p:sp>
    </p:spTree>
    <p:extLst>
      <p:ext uri="{BB962C8B-B14F-4D97-AF65-F5344CB8AC3E}">
        <p14:creationId xmlns:p14="http://schemas.microsoft.com/office/powerpoint/2010/main" val="312348441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Titel Bild">
    <p:spTree>
      <p:nvGrpSpPr>
        <p:cNvPr id="1" name=""/>
        <p:cNvGrpSpPr/>
        <p:nvPr/>
      </p:nvGrpSpPr>
      <p:grpSpPr>
        <a:xfrm>
          <a:off x="0" y="0"/>
          <a:ext cx="0" cy="0"/>
          <a:chOff x="0" y="0"/>
          <a:chExt cx="0" cy="0"/>
        </a:xfrm>
      </p:grpSpPr>
      <p:sp>
        <p:nvSpPr>
          <p:cNvPr id="20" name="Bildplatzhalter 19">
            <a:extLst>
              <a:ext uri="{FF2B5EF4-FFF2-40B4-BE49-F238E27FC236}">
                <a16:creationId xmlns:a16="http://schemas.microsoft.com/office/drawing/2014/main" id="{030F0AE7-5119-9CF6-B13E-5CE43BCA8063}"/>
              </a:ext>
            </a:extLst>
          </p:cNvPr>
          <p:cNvSpPr>
            <a:spLocks noGrp="1"/>
          </p:cNvSpPr>
          <p:nvPr>
            <p:ph type="pic" sz="quarter" idx="14"/>
          </p:nvPr>
        </p:nvSpPr>
        <p:spPr>
          <a:xfrm>
            <a:off x="-934718" y="0"/>
            <a:ext cx="13126719" cy="6858000"/>
          </a:xfrm>
          <a:custGeom>
            <a:avLst/>
            <a:gdLst>
              <a:gd name="connsiteX0" fmla="*/ 1627983 w 13126719"/>
              <a:gd name="connsiteY0" fmla="*/ 6562790 h 6858000"/>
              <a:gd name="connsiteX1" fmla="*/ 1643963 w 13126719"/>
              <a:gd name="connsiteY1" fmla="*/ 6577940 h 6858000"/>
              <a:gd name="connsiteX2" fmla="*/ 1611381 w 13126719"/>
              <a:gd name="connsiteY2" fmla="*/ 6577940 h 6858000"/>
              <a:gd name="connsiteX3" fmla="*/ 1627983 w 13126719"/>
              <a:gd name="connsiteY3" fmla="*/ 6562790 h 6858000"/>
              <a:gd name="connsiteX4" fmla="*/ 1504086 w 13126719"/>
              <a:gd name="connsiteY4" fmla="*/ 6562790 h 6858000"/>
              <a:gd name="connsiteX5" fmla="*/ 1520066 w 13126719"/>
              <a:gd name="connsiteY5" fmla="*/ 6577940 h 6858000"/>
              <a:gd name="connsiteX6" fmla="*/ 1487484 w 13126719"/>
              <a:gd name="connsiteY6" fmla="*/ 6577940 h 6858000"/>
              <a:gd name="connsiteX7" fmla="*/ 1504086 w 13126719"/>
              <a:gd name="connsiteY7" fmla="*/ 6562790 h 6858000"/>
              <a:gd name="connsiteX8" fmla="*/ 1540421 w 13126719"/>
              <a:gd name="connsiteY8" fmla="*/ 6556045 h 6858000"/>
              <a:gd name="connsiteX9" fmla="*/ 1540421 w 13126719"/>
              <a:gd name="connsiteY9" fmla="*/ 6608757 h 6858000"/>
              <a:gd name="connsiteX10" fmla="*/ 1549137 w 13126719"/>
              <a:gd name="connsiteY10" fmla="*/ 6608757 h 6858000"/>
              <a:gd name="connsiteX11" fmla="*/ 1549137 w 13126719"/>
              <a:gd name="connsiteY11" fmla="*/ 6556045 h 6858000"/>
              <a:gd name="connsiteX12" fmla="*/ 1627983 w 13126719"/>
              <a:gd name="connsiteY12" fmla="*/ 6554697 h 6858000"/>
              <a:gd name="connsiteX13" fmla="*/ 1602250 w 13126719"/>
              <a:gd name="connsiteY13" fmla="*/ 6582401 h 6858000"/>
              <a:gd name="connsiteX14" fmla="*/ 1628502 w 13126719"/>
              <a:gd name="connsiteY14" fmla="*/ 6610106 h 6858000"/>
              <a:gd name="connsiteX15" fmla="*/ 1651123 w 13126719"/>
              <a:gd name="connsiteY15" fmla="*/ 6598485 h 6858000"/>
              <a:gd name="connsiteX16" fmla="*/ 1645001 w 13126719"/>
              <a:gd name="connsiteY16" fmla="*/ 6593297 h 6858000"/>
              <a:gd name="connsiteX17" fmla="*/ 1628502 w 13126719"/>
              <a:gd name="connsiteY17" fmla="*/ 6602013 h 6858000"/>
              <a:gd name="connsiteX18" fmla="*/ 1611277 w 13126719"/>
              <a:gd name="connsiteY18" fmla="*/ 6585203 h 6858000"/>
              <a:gd name="connsiteX19" fmla="*/ 1652887 w 13126719"/>
              <a:gd name="connsiteY19" fmla="*/ 6585203 h 6858000"/>
              <a:gd name="connsiteX20" fmla="*/ 1653094 w 13126719"/>
              <a:gd name="connsiteY20" fmla="*/ 6582090 h 6858000"/>
              <a:gd name="connsiteX21" fmla="*/ 1627983 w 13126719"/>
              <a:gd name="connsiteY21" fmla="*/ 6554697 h 6858000"/>
              <a:gd name="connsiteX22" fmla="*/ 1504086 w 13126719"/>
              <a:gd name="connsiteY22" fmla="*/ 6554697 h 6858000"/>
              <a:gd name="connsiteX23" fmla="*/ 1478353 w 13126719"/>
              <a:gd name="connsiteY23" fmla="*/ 6582401 h 6858000"/>
              <a:gd name="connsiteX24" fmla="*/ 1504605 w 13126719"/>
              <a:gd name="connsiteY24" fmla="*/ 6610106 h 6858000"/>
              <a:gd name="connsiteX25" fmla="*/ 1527226 w 13126719"/>
              <a:gd name="connsiteY25" fmla="*/ 6598485 h 6858000"/>
              <a:gd name="connsiteX26" fmla="*/ 1521104 w 13126719"/>
              <a:gd name="connsiteY26" fmla="*/ 6593297 h 6858000"/>
              <a:gd name="connsiteX27" fmla="*/ 1504605 w 13126719"/>
              <a:gd name="connsiteY27" fmla="*/ 6602013 h 6858000"/>
              <a:gd name="connsiteX28" fmla="*/ 1487380 w 13126719"/>
              <a:gd name="connsiteY28" fmla="*/ 6585203 h 6858000"/>
              <a:gd name="connsiteX29" fmla="*/ 1528990 w 13126719"/>
              <a:gd name="connsiteY29" fmla="*/ 6585203 h 6858000"/>
              <a:gd name="connsiteX30" fmla="*/ 1529197 w 13126719"/>
              <a:gd name="connsiteY30" fmla="*/ 6582090 h 6858000"/>
              <a:gd name="connsiteX31" fmla="*/ 1504086 w 13126719"/>
              <a:gd name="connsiteY31" fmla="*/ 6554697 h 6858000"/>
              <a:gd name="connsiteX32" fmla="*/ 1578378 w 13126719"/>
              <a:gd name="connsiteY32" fmla="*/ 6541207 h 6858000"/>
              <a:gd name="connsiteX33" fmla="*/ 1569662 w 13126719"/>
              <a:gd name="connsiteY33" fmla="*/ 6544216 h 6858000"/>
              <a:gd name="connsiteX34" fmla="*/ 1569662 w 13126719"/>
              <a:gd name="connsiteY34" fmla="*/ 6556045 h 6858000"/>
              <a:gd name="connsiteX35" fmla="*/ 1559908 w 13126719"/>
              <a:gd name="connsiteY35" fmla="*/ 6556045 h 6858000"/>
              <a:gd name="connsiteX36" fmla="*/ 1559908 w 13126719"/>
              <a:gd name="connsiteY36" fmla="*/ 6563620 h 6858000"/>
              <a:gd name="connsiteX37" fmla="*/ 1569662 w 13126719"/>
              <a:gd name="connsiteY37" fmla="*/ 6563620 h 6858000"/>
              <a:gd name="connsiteX38" fmla="*/ 1569662 w 13126719"/>
              <a:gd name="connsiteY38" fmla="*/ 6593608 h 6858000"/>
              <a:gd name="connsiteX39" fmla="*/ 1585019 w 13126719"/>
              <a:gd name="connsiteY39" fmla="*/ 6609899 h 6858000"/>
              <a:gd name="connsiteX40" fmla="*/ 1592075 w 13126719"/>
              <a:gd name="connsiteY40" fmla="*/ 6608757 h 6858000"/>
              <a:gd name="connsiteX41" fmla="*/ 1592075 w 13126719"/>
              <a:gd name="connsiteY41" fmla="*/ 6600975 h 6858000"/>
              <a:gd name="connsiteX42" fmla="*/ 1587094 w 13126719"/>
              <a:gd name="connsiteY42" fmla="*/ 6601909 h 6858000"/>
              <a:gd name="connsiteX43" fmla="*/ 1578378 w 13126719"/>
              <a:gd name="connsiteY43" fmla="*/ 6592778 h 6858000"/>
              <a:gd name="connsiteX44" fmla="*/ 1578378 w 13126719"/>
              <a:gd name="connsiteY44" fmla="*/ 6563620 h 6858000"/>
              <a:gd name="connsiteX45" fmla="*/ 1592075 w 13126719"/>
              <a:gd name="connsiteY45" fmla="*/ 6563620 h 6858000"/>
              <a:gd name="connsiteX46" fmla="*/ 1592075 w 13126719"/>
              <a:gd name="connsiteY46" fmla="*/ 6556045 h 6858000"/>
              <a:gd name="connsiteX47" fmla="*/ 1578378 w 13126719"/>
              <a:gd name="connsiteY47" fmla="*/ 6556045 h 6858000"/>
              <a:gd name="connsiteX48" fmla="*/ 1444309 w 13126719"/>
              <a:gd name="connsiteY48" fmla="*/ 6534878 h 6858000"/>
              <a:gd name="connsiteX49" fmla="*/ 1419094 w 13126719"/>
              <a:gd name="connsiteY49" fmla="*/ 6554800 h 6858000"/>
              <a:gd name="connsiteX50" fmla="*/ 1437772 w 13126719"/>
              <a:gd name="connsiteY50" fmla="*/ 6574723 h 6858000"/>
              <a:gd name="connsiteX51" fmla="*/ 1446384 w 13126719"/>
              <a:gd name="connsiteY51" fmla="*/ 6576591 h 6858000"/>
              <a:gd name="connsiteX52" fmla="*/ 1459666 w 13126719"/>
              <a:gd name="connsiteY52" fmla="*/ 6589354 h 6858000"/>
              <a:gd name="connsiteX53" fmla="*/ 1442441 w 13126719"/>
              <a:gd name="connsiteY53" fmla="*/ 6601701 h 6858000"/>
              <a:gd name="connsiteX54" fmla="*/ 1420339 w 13126719"/>
              <a:gd name="connsiteY54" fmla="*/ 6593815 h 6858000"/>
              <a:gd name="connsiteX55" fmla="*/ 1420339 w 13126719"/>
              <a:gd name="connsiteY55" fmla="*/ 6603569 h 6858000"/>
              <a:gd name="connsiteX56" fmla="*/ 1442441 w 13126719"/>
              <a:gd name="connsiteY56" fmla="*/ 6610003 h 6858000"/>
              <a:gd name="connsiteX57" fmla="*/ 1469005 w 13126719"/>
              <a:gd name="connsiteY57" fmla="*/ 6589042 h 6858000"/>
              <a:gd name="connsiteX58" fmla="*/ 1449186 w 13126719"/>
              <a:gd name="connsiteY58" fmla="*/ 6567771 h 6858000"/>
              <a:gd name="connsiteX59" fmla="*/ 1440573 w 13126719"/>
              <a:gd name="connsiteY59" fmla="*/ 6565799 h 6858000"/>
              <a:gd name="connsiteX60" fmla="*/ 1428537 w 13126719"/>
              <a:gd name="connsiteY60" fmla="*/ 6554178 h 6858000"/>
              <a:gd name="connsiteX61" fmla="*/ 1444309 w 13126719"/>
              <a:gd name="connsiteY61" fmla="*/ 6543179 h 6858000"/>
              <a:gd name="connsiteX62" fmla="*/ 1465684 w 13126719"/>
              <a:gd name="connsiteY62" fmla="*/ 6551065 h 6858000"/>
              <a:gd name="connsiteX63" fmla="*/ 1465788 w 13126719"/>
              <a:gd name="connsiteY63" fmla="*/ 6541311 h 6858000"/>
              <a:gd name="connsiteX64" fmla="*/ 1444309 w 13126719"/>
              <a:gd name="connsiteY64" fmla="*/ 6534878 h 6858000"/>
              <a:gd name="connsiteX65" fmla="*/ 1544779 w 13126719"/>
              <a:gd name="connsiteY65" fmla="*/ 6534151 h 6858000"/>
              <a:gd name="connsiteX66" fmla="*/ 1538760 w 13126719"/>
              <a:gd name="connsiteY66" fmla="*/ 6540170 h 6858000"/>
              <a:gd name="connsiteX67" fmla="*/ 1544779 w 13126719"/>
              <a:gd name="connsiteY67" fmla="*/ 6546188 h 6858000"/>
              <a:gd name="connsiteX68" fmla="*/ 1550797 w 13126719"/>
              <a:gd name="connsiteY68" fmla="*/ 6540170 h 6858000"/>
              <a:gd name="connsiteX69" fmla="*/ 1544779 w 13126719"/>
              <a:gd name="connsiteY69" fmla="*/ 6534151 h 6858000"/>
              <a:gd name="connsiteX70" fmla="*/ 1435624 w 13126719"/>
              <a:gd name="connsiteY70" fmla="*/ 6461548 h 6858000"/>
              <a:gd name="connsiteX71" fmla="*/ 1454178 w 13126719"/>
              <a:gd name="connsiteY71" fmla="*/ 6461548 h 6858000"/>
              <a:gd name="connsiteX72" fmla="*/ 1463556 w 13126719"/>
              <a:gd name="connsiteY72" fmla="*/ 6469515 h 6858000"/>
              <a:gd name="connsiteX73" fmla="*/ 1454178 w 13126719"/>
              <a:gd name="connsiteY73" fmla="*/ 6477582 h 6858000"/>
              <a:gd name="connsiteX74" fmla="*/ 1435624 w 13126719"/>
              <a:gd name="connsiteY74" fmla="*/ 6477582 h 6858000"/>
              <a:gd name="connsiteX75" fmla="*/ 1997565 w 13126719"/>
              <a:gd name="connsiteY75" fmla="*/ 6451061 h 6858000"/>
              <a:gd name="connsiteX76" fmla="*/ 2010674 w 13126719"/>
              <a:gd name="connsiteY76" fmla="*/ 6464876 h 6858000"/>
              <a:gd name="connsiteX77" fmla="*/ 1997565 w 13126719"/>
              <a:gd name="connsiteY77" fmla="*/ 6478691 h 6858000"/>
              <a:gd name="connsiteX78" fmla="*/ 1984556 w 13126719"/>
              <a:gd name="connsiteY78" fmla="*/ 6464876 h 6858000"/>
              <a:gd name="connsiteX79" fmla="*/ 1997565 w 13126719"/>
              <a:gd name="connsiteY79" fmla="*/ 6451061 h 6858000"/>
              <a:gd name="connsiteX80" fmla="*/ 2160216 w 13126719"/>
              <a:gd name="connsiteY80" fmla="*/ 6450960 h 6858000"/>
              <a:gd name="connsiteX81" fmla="*/ 2173325 w 13126719"/>
              <a:gd name="connsiteY81" fmla="*/ 6464876 h 6858000"/>
              <a:gd name="connsiteX82" fmla="*/ 2160216 w 13126719"/>
              <a:gd name="connsiteY82" fmla="*/ 6478792 h 6858000"/>
              <a:gd name="connsiteX83" fmla="*/ 2147107 w 13126719"/>
              <a:gd name="connsiteY83" fmla="*/ 6464876 h 6858000"/>
              <a:gd name="connsiteX84" fmla="*/ 2160216 w 13126719"/>
              <a:gd name="connsiteY84" fmla="*/ 6450960 h 6858000"/>
              <a:gd name="connsiteX85" fmla="*/ 1854682 w 13126719"/>
              <a:gd name="connsiteY85" fmla="*/ 6450960 h 6858000"/>
              <a:gd name="connsiteX86" fmla="*/ 1867791 w 13126719"/>
              <a:gd name="connsiteY86" fmla="*/ 6464876 h 6858000"/>
              <a:gd name="connsiteX87" fmla="*/ 1854682 w 13126719"/>
              <a:gd name="connsiteY87" fmla="*/ 6478792 h 6858000"/>
              <a:gd name="connsiteX88" fmla="*/ 1841573 w 13126719"/>
              <a:gd name="connsiteY88" fmla="*/ 6464876 h 6858000"/>
              <a:gd name="connsiteX89" fmla="*/ 1854682 w 13126719"/>
              <a:gd name="connsiteY89" fmla="*/ 6450960 h 6858000"/>
              <a:gd name="connsiteX90" fmla="*/ 1516036 w 13126719"/>
              <a:gd name="connsiteY90" fmla="*/ 6450960 h 6858000"/>
              <a:gd name="connsiteX91" fmla="*/ 1529145 w 13126719"/>
              <a:gd name="connsiteY91" fmla="*/ 6464876 h 6858000"/>
              <a:gd name="connsiteX92" fmla="*/ 1516036 w 13126719"/>
              <a:gd name="connsiteY92" fmla="*/ 6478792 h 6858000"/>
              <a:gd name="connsiteX93" fmla="*/ 1502927 w 13126719"/>
              <a:gd name="connsiteY93" fmla="*/ 6464876 h 6858000"/>
              <a:gd name="connsiteX94" fmla="*/ 1516036 w 13126719"/>
              <a:gd name="connsiteY94" fmla="*/ 6450960 h 6858000"/>
              <a:gd name="connsiteX95" fmla="*/ 2223220 w 13126719"/>
              <a:gd name="connsiteY95" fmla="*/ 6450153 h 6858000"/>
              <a:gd name="connsiteX96" fmla="*/ 2234616 w 13126719"/>
              <a:gd name="connsiteY96" fmla="*/ 6458926 h 6858000"/>
              <a:gd name="connsiteX97" fmla="*/ 2212027 w 13126719"/>
              <a:gd name="connsiteY97" fmla="*/ 6458926 h 6858000"/>
              <a:gd name="connsiteX98" fmla="*/ 2223220 w 13126719"/>
              <a:gd name="connsiteY98" fmla="*/ 6450153 h 6858000"/>
              <a:gd name="connsiteX99" fmla="*/ 1708479 w 13126719"/>
              <a:gd name="connsiteY99" fmla="*/ 6450153 h 6858000"/>
              <a:gd name="connsiteX100" fmla="*/ 1719874 w 13126719"/>
              <a:gd name="connsiteY100" fmla="*/ 6458926 h 6858000"/>
              <a:gd name="connsiteX101" fmla="*/ 1697285 w 13126719"/>
              <a:gd name="connsiteY101" fmla="*/ 6458926 h 6858000"/>
              <a:gd name="connsiteX102" fmla="*/ 1708479 w 13126719"/>
              <a:gd name="connsiteY102" fmla="*/ 6450153 h 6858000"/>
              <a:gd name="connsiteX103" fmla="*/ 1802783 w 13126719"/>
              <a:gd name="connsiteY103" fmla="*/ 6438859 h 6858000"/>
              <a:gd name="connsiteX104" fmla="*/ 1802783 w 13126719"/>
              <a:gd name="connsiteY104" fmla="*/ 6490893 h 6858000"/>
              <a:gd name="connsiteX105" fmla="*/ 1816800 w 13126719"/>
              <a:gd name="connsiteY105" fmla="*/ 6490893 h 6858000"/>
              <a:gd name="connsiteX106" fmla="*/ 1816800 w 13126719"/>
              <a:gd name="connsiteY106" fmla="*/ 6438859 h 6858000"/>
              <a:gd name="connsiteX107" fmla="*/ 2286364 w 13126719"/>
              <a:gd name="connsiteY107" fmla="*/ 6437851 h 6858000"/>
              <a:gd name="connsiteX108" fmla="*/ 2271338 w 13126719"/>
              <a:gd name="connsiteY108" fmla="*/ 6448136 h 6858000"/>
              <a:gd name="connsiteX109" fmla="*/ 2271338 w 13126719"/>
              <a:gd name="connsiteY109" fmla="*/ 6438859 h 6858000"/>
              <a:gd name="connsiteX110" fmla="*/ 2257321 w 13126719"/>
              <a:gd name="connsiteY110" fmla="*/ 6438859 h 6858000"/>
              <a:gd name="connsiteX111" fmla="*/ 2257321 w 13126719"/>
              <a:gd name="connsiteY111" fmla="*/ 6490893 h 6858000"/>
              <a:gd name="connsiteX112" fmla="*/ 2271338 w 13126719"/>
              <a:gd name="connsiteY112" fmla="*/ 6490893 h 6858000"/>
              <a:gd name="connsiteX113" fmla="*/ 2271338 w 13126719"/>
              <a:gd name="connsiteY113" fmla="*/ 6462557 h 6858000"/>
              <a:gd name="connsiteX114" fmla="*/ 2284750 w 13126719"/>
              <a:gd name="connsiteY114" fmla="*/ 6452674 h 6858000"/>
              <a:gd name="connsiteX115" fmla="*/ 2287271 w 13126719"/>
              <a:gd name="connsiteY115" fmla="*/ 6452674 h 6858000"/>
              <a:gd name="connsiteX116" fmla="*/ 2287271 w 13126719"/>
              <a:gd name="connsiteY116" fmla="*/ 6437851 h 6858000"/>
              <a:gd name="connsiteX117" fmla="*/ 1584990 w 13126719"/>
              <a:gd name="connsiteY117" fmla="*/ 6437851 h 6858000"/>
              <a:gd name="connsiteX118" fmla="*/ 1569965 w 13126719"/>
              <a:gd name="connsiteY118" fmla="*/ 6448136 h 6858000"/>
              <a:gd name="connsiteX119" fmla="*/ 1569965 w 13126719"/>
              <a:gd name="connsiteY119" fmla="*/ 6438859 h 6858000"/>
              <a:gd name="connsiteX120" fmla="*/ 1555948 w 13126719"/>
              <a:gd name="connsiteY120" fmla="*/ 6438859 h 6858000"/>
              <a:gd name="connsiteX121" fmla="*/ 1555948 w 13126719"/>
              <a:gd name="connsiteY121" fmla="*/ 6490893 h 6858000"/>
              <a:gd name="connsiteX122" fmla="*/ 1569965 w 13126719"/>
              <a:gd name="connsiteY122" fmla="*/ 6490893 h 6858000"/>
              <a:gd name="connsiteX123" fmla="*/ 1569965 w 13126719"/>
              <a:gd name="connsiteY123" fmla="*/ 6462557 h 6858000"/>
              <a:gd name="connsiteX124" fmla="*/ 1583377 w 13126719"/>
              <a:gd name="connsiteY124" fmla="*/ 6452674 h 6858000"/>
              <a:gd name="connsiteX125" fmla="*/ 1585898 w 13126719"/>
              <a:gd name="connsiteY125" fmla="*/ 6452674 h 6858000"/>
              <a:gd name="connsiteX126" fmla="*/ 1585898 w 13126719"/>
              <a:gd name="connsiteY126" fmla="*/ 6437851 h 6858000"/>
              <a:gd name="connsiteX127" fmla="*/ 2223220 w 13126719"/>
              <a:gd name="connsiteY127" fmla="*/ 6437447 h 6858000"/>
              <a:gd name="connsiteX128" fmla="*/ 2197304 w 13126719"/>
              <a:gd name="connsiteY128" fmla="*/ 6464876 h 6858000"/>
              <a:gd name="connsiteX129" fmla="*/ 2224430 w 13126719"/>
              <a:gd name="connsiteY129" fmla="*/ 6492405 h 6858000"/>
              <a:gd name="connsiteX130" fmla="*/ 2247422 w 13126719"/>
              <a:gd name="connsiteY130" fmla="*/ 6480607 h 6858000"/>
              <a:gd name="connsiteX131" fmla="*/ 2237943 w 13126719"/>
              <a:gd name="connsiteY131" fmla="*/ 6472540 h 6858000"/>
              <a:gd name="connsiteX132" fmla="*/ 2224430 w 13126719"/>
              <a:gd name="connsiteY132" fmla="*/ 6479699 h 6858000"/>
              <a:gd name="connsiteX133" fmla="*/ 2211825 w 13126719"/>
              <a:gd name="connsiteY133" fmla="*/ 6468909 h 6858000"/>
              <a:gd name="connsiteX134" fmla="*/ 2248834 w 13126719"/>
              <a:gd name="connsiteY134" fmla="*/ 6468909 h 6858000"/>
              <a:gd name="connsiteX135" fmla="*/ 2249237 w 13126719"/>
              <a:gd name="connsiteY135" fmla="*/ 6464271 h 6858000"/>
              <a:gd name="connsiteX136" fmla="*/ 2223220 w 13126719"/>
              <a:gd name="connsiteY136" fmla="*/ 6437447 h 6858000"/>
              <a:gd name="connsiteX137" fmla="*/ 2157090 w 13126719"/>
              <a:gd name="connsiteY137" fmla="*/ 6437447 h 6858000"/>
              <a:gd name="connsiteX138" fmla="*/ 2132585 w 13126719"/>
              <a:gd name="connsiteY138" fmla="*/ 6464876 h 6858000"/>
              <a:gd name="connsiteX139" fmla="*/ 2157090 w 13126719"/>
              <a:gd name="connsiteY139" fmla="*/ 6492405 h 6858000"/>
              <a:gd name="connsiteX140" fmla="*/ 2173325 w 13126719"/>
              <a:gd name="connsiteY140" fmla="*/ 6483430 h 6858000"/>
              <a:gd name="connsiteX141" fmla="*/ 2173325 w 13126719"/>
              <a:gd name="connsiteY141" fmla="*/ 6490893 h 6858000"/>
              <a:gd name="connsiteX142" fmla="*/ 2187342 w 13126719"/>
              <a:gd name="connsiteY142" fmla="*/ 6490893 h 6858000"/>
              <a:gd name="connsiteX143" fmla="*/ 2187342 w 13126719"/>
              <a:gd name="connsiteY143" fmla="*/ 6438859 h 6858000"/>
              <a:gd name="connsiteX144" fmla="*/ 2173325 w 13126719"/>
              <a:gd name="connsiteY144" fmla="*/ 6438859 h 6858000"/>
              <a:gd name="connsiteX145" fmla="*/ 2173325 w 13126719"/>
              <a:gd name="connsiteY145" fmla="*/ 6446422 h 6858000"/>
              <a:gd name="connsiteX146" fmla="*/ 2157090 w 13126719"/>
              <a:gd name="connsiteY146" fmla="*/ 6437447 h 6858000"/>
              <a:gd name="connsiteX147" fmla="*/ 1997565 w 13126719"/>
              <a:gd name="connsiteY147" fmla="*/ 6437447 h 6858000"/>
              <a:gd name="connsiteX148" fmla="*/ 1970035 w 13126719"/>
              <a:gd name="connsiteY148" fmla="*/ 6464876 h 6858000"/>
              <a:gd name="connsiteX149" fmla="*/ 1997565 w 13126719"/>
              <a:gd name="connsiteY149" fmla="*/ 6492304 h 6858000"/>
              <a:gd name="connsiteX150" fmla="*/ 2025195 w 13126719"/>
              <a:gd name="connsiteY150" fmla="*/ 6464876 h 6858000"/>
              <a:gd name="connsiteX151" fmla="*/ 1997565 w 13126719"/>
              <a:gd name="connsiteY151" fmla="*/ 6437447 h 6858000"/>
              <a:gd name="connsiteX152" fmla="*/ 1851556 w 13126719"/>
              <a:gd name="connsiteY152" fmla="*/ 6437447 h 6858000"/>
              <a:gd name="connsiteX153" fmla="*/ 1827052 w 13126719"/>
              <a:gd name="connsiteY153" fmla="*/ 6464876 h 6858000"/>
              <a:gd name="connsiteX154" fmla="*/ 1851556 w 13126719"/>
              <a:gd name="connsiteY154" fmla="*/ 6492405 h 6858000"/>
              <a:gd name="connsiteX155" fmla="*/ 1867791 w 13126719"/>
              <a:gd name="connsiteY155" fmla="*/ 6483430 h 6858000"/>
              <a:gd name="connsiteX156" fmla="*/ 1867791 w 13126719"/>
              <a:gd name="connsiteY156" fmla="*/ 6490893 h 6858000"/>
              <a:gd name="connsiteX157" fmla="*/ 1881808 w 13126719"/>
              <a:gd name="connsiteY157" fmla="*/ 6490893 h 6858000"/>
              <a:gd name="connsiteX158" fmla="*/ 1881808 w 13126719"/>
              <a:gd name="connsiteY158" fmla="*/ 6438859 h 6858000"/>
              <a:gd name="connsiteX159" fmla="*/ 1867791 w 13126719"/>
              <a:gd name="connsiteY159" fmla="*/ 6438859 h 6858000"/>
              <a:gd name="connsiteX160" fmla="*/ 1867791 w 13126719"/>
              <a:gd name="connsiteY160" fmla="*/ 6446422 h 6858000"/>
              <a:gd name="connsiteX161" fmla="*/ 1851556 w 13126719"/>
              <a:gd name="connsiteY161" fmla="*/ 6437447 h 6858000"/>
              <a:gd name="connsiteX162" fmla="*/ 1773731 w 13126719"/>
              <a:gd name="connsiteY162" fmla="*/ 6437447 h 6858000"/>
              <a:gd name="connsiteX163" fmla="*/ 1758102 w 13126719"/>
              <a:gd name="connsiteY163" fmla="*/ 6444809 h 6858000"/>
              <a:gd name="connsiteX164" fmla="*/ 1758102 w 13126719"/>
              <a:gd name="connsiteY164" fmla="*/ 6438859 h 6858000"/>
              <a:gd name="connsiteX165" fmla="*/ 1744085 w 13126719"/>
              <a:gd name="connsiteY165" fmla="*/ 6438859 h 6858000"/>
              <a:gd name="connsiteX166" fmla="*/ 1744085 w 13126719"/>
              <a:gd name="connsiteY166" fmla="*/ 6490893 h 6858000"/>
              <a:gd name="connsiteX167" fmla="*/ 1758102 w 13126719"/>
              <a:gd name="connsiteY167" fmla="*/ 6490893 h 6858000"/>
              <a:gd name="connsiteX168" fmla="*/ 1758102 w 13126719"/>
              <a:gd name="connsiteY168" fmla="*/ 6459733 h 6858000"/>
              <a:gd name="connsiteX169" fmla="*/ 1767682 w 13126719"/>
              <a:gd name="connsiteY169" fmla="*/ 6449750 h 6858000"/>
              <a:gd name="connsiteX170" fmla="*/ 1776656 w 13126719"/>
              <a:gd name="connsiteY170" fmla="*/ 6459229 h 6858000"/>
              <a:gd name="connsiteX171" fmla="*/ 1776656 w 13126719"/>
              <a:gd name="connsiteY171" fmla="*/ 6490893 h 6858000"/>
              <a:gd name="connsiteX172" fmla="*/ 1790673 w 13126719"/>
              <a:gd name="connsiteY172" fmla="*/ 6490893 h 6858000"/>
              <a:gd name="connsiteX173" fmla="*/ 1790673 w 13126719"/>
              <a:gd name="connsiteY173" fmla="*/ 6456708 h 6858000"/>
              <a:gd name="connsiteX174" fmla="*/ 1773731 w 13126719"/>
              <a:gd name="connsiteY174" fmla="*/ 6437447 h 6858000"/>
              <a:gd name="connsiteX175" fmla="*/ 1708479 w 13126719"/>
              <a:gd name="connsiteY175" fmla="*/ 6437447 h 6858000"/>
              <a:gd name="connsiteX176" fmla="*/ 1682563 w 13126719"/>
              <a:gd name="connsiteY176" fmla="*/ 6464876 h 6858000"/>
              <a:gd name="connsiteX177" fmla="*/ 1709689 w 13126719"/>
              <a:gd name="connsiteY177" fmla="*/ 6492405 h 6858000"/>
              <a:gd name="connsiteX178" fmla="*/ 1732681 w 13126719"/>
              <a:gd name="connsiteY178" fmla="*/ 6480607 h 6858000"/>
              <a:gd name="connsiteX179" fmla="*/ 1723200 w 13126719"/>
              <a:gd name="connsiteY179" fmla="*/ 6472540 h 6858000"/>
              <a:gd name="connsiteX180" fmla="*/ 1709689 w 13126719"/>
              <a:gd name="connsiteY180" fmla="*/ 6479699 h 6858000"/>
              <a:gd name="connsiteX181" fmla="*/ 1697084 w 13126719"/>
              <a:gd name="connsiteY181" fmla="*/ 6468909 h 6858000"/>
              <a:gd name="connsiteX182" fmla="*/ 1734091 w 13126719"/>
              <a:gd name="connsiteY182" fmla="*/ 6468909 h 6858000"/>
              <a:gd name="connsiteX183" fmla="*/ 1734496 w 13126719"/>
              <a:gd name="connsiteY183" fmla="*/ 6464271 h 6858000"/>
              <a:gd name="connsiteX184" fmla="*/ 1708479 w 13126719"/>
              <a:gd name="connsiteY184" fmla="*/ 6437447 h 6858000"/>
              <a:gd name="connsiteX185" fmla="*/ 1624123 w 13126719"/>
              <a:gd name="connsiteY185" fmla="*/ 6437447 h 6858000"/>
              <a:gd name="connsiteX186" fmla="*/ 1609097 w 13126719"/>
              <a:gd name="connsiteY186" fmla="*/ 6444809 h 6858000"/>
              <a:gd name="connsiteX187" fmla="*/ 1609097 w 13126719"/>
              <a:gd name="connsiteY187" fmla="*/ 6438859 h 6858000"/>
              <a:gd name="connsiteX188" fmla="*/ 1595081 w 13126719"/>
              <a:gd name="connsiteY188" fmla="*/ 6438859 h 6858000"/>
              <a:gd name="connsiteX189" fmla="*/ 1595081 w 13126719"/>
              <a:gd name="connsiteY189" fmla="*/ 6490893 h 6858000"/>
              <a:gd name="connsiteX190" fmla="*/ 1609097 w 13126719"/>
              <a:gd name="connsiteY190" fmla="*/ 6490893 h 6858000"/>
              <a:gd name="connsiteX191" fmla="*/ 1609097 w 13126719"/>
              <a:gd name="connsiteY191" fmla="*/ 6460036 h 6858000"/>
              <a:gd name="connsiteX192" fmla="*/ 1618072 w 13126719"/>
              <a:gd name="connsiteY192" fmla="*/ 6449750 h 6858000"/>
              <a:gd name="connsiteX193" fmla="*/ 1626644 w 13126719"/>
              <a:gd name="connsiteY193" fmla="*/ 6459632 h 6858000"/>
              <a:gd name="connsiteX194" fmla="*/ 1626644 w 13126719"/>
              <a:gd name="connsiteY194" fmla="*/ 6490893 h 6858000"/>
              <a:gd name="connsiteX195" fmla="*/ 1640560 w 13126719"/>
              <a:gd name="connsiteY195" fmla="*/ 6490893 h 6858000"/>
              <a:gd name="connsiteX196" fmla="*/ 1640560 w 13126719"/>
              <a:gd name="connsiteY196" fmla="*/ 6458523 h 6858000"/>
              <a:gd name="connsiteX197" fmla="*/ 1649636 w 13126719"/>
              <a:gd name="connsiteY197" fmla="*/ 6449750 h 6858000"/>
              <a:gd name="connsiteX198" fmla="*/ 1658207 w 13126719"/>
              <a:gd name="connsiteY198" fmla="*/ 6459632 h 6858000"/>
              <a:gd name="connsiteX199" fmla="*/ 1658207 w 13126719"/>
              <a:gd name="connsiteY199" fmla="*/ 6490893 h 6858000"/>
              <a:gd name="connsiteX200" fmla="*/ 1672224 w 13126719"/>
              <a:gd name="connsiteY200" fmla="*/ 6490893 h 6858000"/>
              <a:gd name="connsiteX201" fmla="*/ 1672224 w 13126719"/>
              <a:gd name="connsiteY201" fmla="*/ 6457010 h 6858000"/>
              <a:gd name="connsiteX202" fmla="*/ 1654274 w 13126719"/>
              <a:gd name="connsiteY202" fmla="*/ 6437447 h 6858000"/>
              <a:gd name="connsiteX203" fmla="*/ 1638241 w 13126719"/>
              <a:gd name="connsiteY203" fmla="*/ 6445716 h 6858000"/>
              <a:gd name="connsiteX204" fmla="*/ 1624123 w 13126719"/>
              <a:gd name="connsiteY204" fmla="*/ 6437447 h 6858000"/>
              <a:gd name="connsiteX205" fmla="*/ 1512910 w 13126719"/>
              <a:gd name="connsiteY205" fmla="*/ 6437447 h 6858000"/>
              <a:gd name="connsiteX206" fmla="*/ 1488406 w 13126719"/>
              <a:gd name="connsiteY206" fmla="*/ 6464876 h 6858000"/>
              <a:gd name="connsiteX207" fmla="*/ 1512910 w 13126719"/>
              <a:gd name="connsiteY207" fmla="*/ 6492405 h 6858000"/>
              <a:gd name="connsiteX208" fmla="*/ 1529145 w 13126719"/>
              <a:gd name="connsiteY208" fmla="*/ 6483430 h 6858000"/>
              <a:gd name="connsiteX209" fmla="*/ 1529145 w 13126719"/>
              <a:gd name="connsiteY209" fmla="*/ 6490893 h 6858000"/>
              <a:gd name="connsiteX210" fmla="*/ 1543162 w 13126719"/>
              <a:gd name="connsiteY210" fmla="*/ 6490893 h 6858000"/>
              <a:gd name="connsiteX211" fmla="*/ 1543162 w 13126719"/>
              <a:gd name="connsiteY211" fmla="*/ 6438859 h 6858000"/>
              <a:gd name="connsiteX212" fmla="*/ 1529145 w 13126719"/>
              <a:gd name="connsiteY212" fmla="*/ 6438859 h 6858000"/>
              <a:gd name="connsiteX213" fmla="*/ 1529145 w 13126719"/>
              <a:gd name="connsiteY213" fmla="*/ 6446422 h 6858000"/>
              <a:gd name="connsiteX214" fmla="*/ 1512910 w 13126719"/>
              <a:gd name="connsiteY214" fmla="*/ 6437447 h 6858000"/>
              <a:gd name="connsiteX215" fmla="*/ 1435624 w 13126719"/>
              <a:gd name="connsiteY215" fmla="*/ 6433615 h 6858000"/>
              <a:gd name="connsiteX216" fmla="*/ 1453170 w 13126719"/>
              <a:gd name="connsiteY216" fmla="*/ 6433615 h 6858000"/>
              <a:gd name="connsiteX217" fmla="*/ 1461842 w 13126719"/>
              <a:gd name="connsiteY217" fmla="*/ 6441078 h 6858000"/>
              <a:gd name="connsiteX218" fmla="*/ 1453170 w 13126719"/>
              <a:gd name="connsiteY218" fmla="*/ 6448439 h 6858000"/>
              <a:gd name="connsiteX219" fmla="*/ 1435624 w 13126719"/>
              <a:gd name="connsiteY219" fmla="*/ 6448439 h 6858000"/>
              <a:gd name="connsiteX220" fmla="*/ 2054728 w 13126719"/>
              <a:gd name="connsiteY220" fmla="*/ 6423632 h 6858000"/>
              <a:gd name="connsiteX221" fmla="*/ 2040711 w 13126719"/>
              <a:gd name="connsiteY221" fmla="*/ 6427666 h 6858000"/>
              <a:gd name="connsiteX222" fmla="*/ 2040711 w 13126719"/>
              <a:gd name="connsiteY222" fmla="*/ 6438859 h 6858000"/>
              <a:gd name="connsiteX223" fmla="*/ 2031938 w 13126719"/>
              <a:gd name="connsiteY223" fmla="*/ 6438859 h 6858000"/>
              <a:gd name="connsiteX224" fmla="*/ 2031938 w 13126719"/>
              <a:gd name="connsiteY224" fmla="*/ 6450758 h 6858000"/>
              <a:gd name="connsiteX225" fmla="*/ 2040711 w 13126719"/>
              <a:gd name="connsiteY225" fmla="*/ 6450758 h 6858000"/>
              <a:gd name="connsiteX226" fmla="*/ 2040711 w 13126719"/>
              <a:gd name="connsiteY226" fmla="*/ 6472943 h 6858000"/>
              <a:gd name="connsiteX227" fmla="*/ 2058762 w 13126719"/>
              <a:gd name="connsiteY227" fmla="*/ 6492103 h 6858000"/>
              <a:gd name="connsiteX228" fmla="*/ 2066728 w 13126719"/>
              <a:gd name="connsiteY228" fmla="*/ 6491195 h 6858000"/>
              <a:gd name="connsiteX229" fmla="*/ 2066728 w 13126719"/>
              <a:gd name="connsiteY229" fmla="*/ 6479296 h 6858000"/>
              <a:gd name="connsiteX230" fmla="*/ 2062796 w 13126719"/>
              <a:gd name="connsiteY230" fmla="*/ 6479699 h 6858000"/>
              <a:gd name="connsiteX231" fmla="*/ 2054728 w 13126719"/>
              <a:gd name="connsiteY231" fmla="*/ 6471733 h 6858000"/>
              <a:gd name="connsiteX232" fmla="*/ 2054728 w 13126719"/>
              <a:gd name="connsiteY232" fmla="*/ 6450758 h 6858000"/>
              <a:gd name="connsiteX233" fmla="*/ 2066728 w 13126719"/>
              <a:gd name="connsiteY233" fmla="*/ 6450758 h 6858000"/>
              <a:gd name="connsiteX234" fmla="*/ 2066728 w 13126719"/>
              <a:gd name="connsiteY234" fmla="*/ 6438859 h 6858000"/>
              <a:gd name="connsiteX235" fmla="*/ 2054728 w 13126719"/>
              <a:gd name="connsiteY235" fmla="*/ 6438859 h 6858000"/>
              <a:gd name="connsiteX236" fmla="*/ 2076710 w 13126719"/>
              <a:gd name="connsiteY236" fmla="*/ 6420305 h 6858000"/>
              <a:gd name="connsiteX237" fmla="*/ 2076710 w 13126719"/>
              <a:gd name="connsiteY237" fmla="*/ 6490893 h 6858000"/>
              <a:gd name="connsiteX238" fmla="*/ 2090727 w 13126719"/>
              <a:gd name="connsiteY238" fmla="*/ 6490893 h 6858000"/>
              <a:gd name="connsiteX239" fmla="*/ 2090727 w 13126719"/>
              <a:gd name="connsiteY239" fmla="*/ 6459733 h 6858000"/>
              <a:gd name="connsiteX240" fmla="*/ 2100307 w 13126719"/>
              <a:gd name="connsiteY240" fmla="*/ 6449750 h 6858000"/>
              <a:gd name="connsiteX241" fmla="*/ 2109282 w 13126719"/>
              <a:gd name="connsiteY241" fmla="*/ 6459229 h 6858000"/>
              <a:gd name="connsiteX242" fmla="*/ 2109282 w 13126719"/>
              <a:gd name="connsiteY242" fmla="*/ 6490893 h 6858000"/>
              <a:gd name="connsiteX243" fmla="*/ 2123299 w 13126719"/>
              <a:gd name="connsiteY243" fmla="*/ 6490893 h 6858000"/>
              <a:gd name="connsiteX244" fmla="*/ 2123299 w 13126719"/>
              <a:gd name="connsiteY244" fmla="*/ 6456708 h 6858000"/>
              <a:gd name="connsiteX245" fmla="*/ 2106357 w 13126719"/>
              <a:gd name="connsiteY245" fmla="*/ 6437447 h 6858000"/>
              <a:gd name="connsiteX246" fmla="*/ 2090727 w 13126719"/>
              <a:gd name="connsiteY246" fmla="*/ 6444809 h 6858000"/>
              <a:gd name="connsiteX247" fmla="*/ 2090727 w 13126719"/>
              <a:gd name="connsiteY247" fmla="*/ 6420305 h 6858000"/>
              <a:gd name="connsiteX248" fmla="*/ 1420497 w 13126719"/>
              <a:gd name="connsiteY248" fmla="*/ 6420305 h 6858000"/>
              <a:gd name="connsiteX249" fmla="*/ 1420497 w 13126719"/>
              <a:gd name="connsiteY249" fmla="*/ 6490893 h 6858000"/>
              <a:gd name="connsiteX250" fmla="*/ 1455388 w 13126719"/>
              <a:gd name="connsiteY250" fmla="*/ 6490893 h 6858000"/>
              <a:gd name="connsiteX251" fmla="*/ 1479288 w 13126719"/>
              <a:gd name="connsiteY251" fmla="*/ 6471229 h 6858000"/>
              <a:gd name="connsiteX252" fmla="*/ 1466985 w 13126719"/>
              <a:gd name="connsiteY252" fmla="*/ 6454691 h 6858000"/>
              <a:gd name="connsiteX253" fmla="*/ 1477473 w 13126719"/>
              <a:gd name="connsiteY253" fmla="*/ 6438960 h 6858000"/>
              <a:gd name="connsiteX254" fmla="*/ 1455288 w 13126719"/>
              <a:gd name="connsiteY254" fmla="*/ 6420305 h 6858000"/>
              <a:gd name="connsiteX255" fmla="*/ 1928981 w 13126719"/>
              <a:gd name="connsiteY255" fmla="*/ 6419094 h 6858000"/>
              <a:gd name="connsiteX256" fmla="*/ 1893081 w 13126719"/>
              <a:gd name="connsiteY256" fmla="*/ 6455800 h 6858000"/>
              <a:gd name="connsiteX257" fmla="*/ 1926762 w 13126719"/>
              <a:gd name="connsiteY257" fmla="*/ 6492405 h 6858000"/>
              <a:gd name="connsiteX258" fmla="*/ 1947334 w 13126719"/>
              <a:gd name="connsiteY258" fmla="*/ 6482624 h 6858000"/>
              <a:gd name="connsiteX259" fmla="*/ 1947334 w 13126719"/>
              <a:gd name="connsiteY259" fmla="*/ 6490893 h 6858000"/>
              <a:gd name="connsiteX260" fmla="*/ 1960947 w 13126719"/>
              <a:gd name="connsiteY260" fmla="*/ 6490893 h 6858000"/>
              <a:gd name="connsiteX261" fmla="*/ 1960947 w 13126719"/>
              <a:gd name="connsiteY261" fmla="*/ 6452977 h 6858000"/>
              <a:gd name="connsiteX262" fmla="*/ 1929283 w 13126719"/>
              <a:gd name="connsiteY262" fmla="*/ 6452977 h 6858000"/>
              <a:gd name="connsiteX263" fmla="*/ 1929283 w 13126719"/>
              <a:gd name="connsiteY263" fmla="*/ 6466489 h 6858000"/>
              <a:gd name="connsiteX264" fmla="*/ 1946023 w 13126719"/>
              <a:gd name="connsiteY264" fmla="*/ 6466489 h 6858000"/>
              <a:gd name="connsiteX265" fmla="*/ 1929183 w 13126719"/>
              <a:gd name="connsiteY265" fmla="*/ 6478086 h 6858000"/>
              <a:gd name="connsiteX266" fmla="*/ 1909115 w 13126719"/>
              <a:gd name="connsiteY266" fmla="*/ 6455800 h 6858000"/>
              <a:gd name="connsiteX267" fmla="*/ 1928981 w 13126719"/>
              <a:gd name="connsiteY267" fmla="*/ 6433414 h 6858000"/>
              <a:gd name="connsiteX268" fmla="*/ 1946729 w 13126719"/>
              <a:gd name="connsiteY268" fmla="*/ 6443699 h 6858000"/>
              <a:gd name="connsiteX269" fmla="*/ 1959435 w 13126719"/>
              <a:gd name="connsiteY269" fmla="*/ 6435229 h 6858000"/>
              <a:gd name="connsiteX270" fmla="*/ 1928981 w 13126719"/>
              <a:gd name="connsiteY270" fmla="*/ 6419094 h 6858000"/>
              <a:gd name="connsiteX271" fmla="*/ 1809842 w 13126719"/>
              <a:gd name="connsiteY271" fmla="*/ 6416674 h 6858000"/>
              <a:gd name="connsiteX272" fmla="*/ 1801472 w 13126719"/>
              <a:gd name="connsiteY272" fmla="*/ 6424943 h 6858000"/>
              <a:gd name="connsiteX273" fmla="*/ 1809842 w 13126719"/>
              <a:gd name="connsiteY273" fmla="*/ 6433313 h 6858000"/>
              <a:gd name="connsiteX274" fmla="*/ 1818212 w 13126719"/>
              <a:gd name="connsiteY274" fmla="*/ 6424943 h 6858000"/>
              <a:gd name="connsiteX275" fmla="*/ 1809842 w 13126719"/>
              <a:gd name="connsiteY275" fmla="*/ 6416674 h 6858000"/>
              <a:gd name="connsiteX276" fmla="*/ 12377120 w 13126719"/>
              <a:gd name="connsiteY276" fmla="*/ 652256 h 6858000"/>
              <a:gd name="connsiteX277" fmla="*/ 12400170 w 13126719"/>
              <a:gd name="connsiteY277" fmla="*/ 677002 h 6858000"/>
              <a:gd name="connsiteX278" fmla="*/ 12377120 w 13126719"/>
              <a:gd name="connsiteY278" fmla="*/ 701748 h 6858000"/>
              <a:gd name="connsiteX279" fmla="*/ 12354069 w 13126719"/>
              <a:gd name="connsiteY279" fmla="*/ 677002 h 6858000"/>
              <a:gd name="connsiteX280" fmla="*/ 12377120 w 13126719"/>
              <a:gd name="connsiteY280" fmla="*/ 652256 h 6858000"/>
              <a:gd name="connsiteX281" fmla="*/ 12151912 w 13126719"/>
              <a:gd name="connsiteY281" fmla="*/ 652256 h 6858000"/>
              <a:gd name="connsiteX282" fmla="*/ 12174962 w 13126719"/>
              <a:gd name="connsiteY282" fmla="*/ 677002 h 6858000"/>
              <a:gd name="connsiteX283" fmla="*/ 12151912 w 13126719"/>
              <a:gd name="connsiteY283" fmla="*/ 701748 h 6858000"/>
              <a:gd name="connsiteX284" fmla="*/ 12128862 w 13126719"/>
              <a:gd name="connsiteY284" fmla="*/ 677002 h 6858000"/>
              <a:gd name="connsiteX285" fmla="*/ 12151912 w 13126719"/>
              <a:gd name="connsiteY285" fmla="*/ 652256 h 6858000"/>
              <a:gd name="connsiteX286" fmla="*/ 12467147 w 13126719"/>
              <a:gd name="connsiteY286" fmla="*/ 651335 h 6858000"/>
              <a:gd name="connsiteX287" fmla="*/ 12487408 w 13126719"/>
              <a:gd name="connsiteY287" fmla="*/ 668498 h 6858000"/>
              <a:gd name="connsiteX288" fmla="*/ 12446578 w 13126719"/>
              <a:gd name="connsiteY288" fmla="*/ 668498 h 6858000"/>
              <a:gd name="connsiteX289" fmla="*/ 12467147 w 13126719"/>
              <a:gd name="connsiteY289" fmla="*/ 651335 h 6858000"/>
              <a:gd name="connsiteX290" fmla="*/ 12554999 w 13126719"/>
              <a:gd name="connsiteY290" fmla="*/ 636015 h 6858000"/>
              <a:gd name="connsiteX291" fmla="*/ 12533343 w 13126719"/>
              <a:gd name="connsiteY291" fmla="*/ 651783 h 6858000"/>
              <a:gd name="connsiteX292" fmla="*/ 12533343 w 13126719"/>
              <a:gd name="connsiteY292" fmla="*/ 637396 h 6858000"/>
              <a:gd name="connsiteX293" fmla="*/ 12515716 w 13126719"/>
              <a:gd name="connsiteY293" fmla="*/ 637396 h 6858000"/>
              <a:gd name="connsiteX294" fmla="*/ 12515716 w 13126719"/>
              <a:gd name="connsiteY294" fmla="*/ 716570 h 6858000"/>
              <a:gd name="connsiteX295" fmla="*/ 12515716 w 13126719"/>
              <a:gd name="connsiteY295" fmla="*/ 716595 h 6858000"/>
              <a:gd name="connsiteX296" fmla="*/ 12533343 w 13126719"/>
              <a:gd name="connsiteY296" fmla="*/ 716595 h 6858000"/>
              <a:gd name="connsiteX297" fmla="*/ 12533343 w 13126719"/>
              <a:gd name="connsiteY297" fmla="*/ 673447 h 6858000"/>
              <a:gd name="connsiteX298" fmla="*/ 12552837 w 13126719"/>
              <a:gd name="connsiteY298" fmla="*/ 654264 h 6858000"/>
              <a:gd name="connsiteX299" fmla="*/ 12556700 w 13126719"/>
              <a:gd name="connsiteY299" fmla="*/ 654264 h 6858000"/>
              <a:gd name="connsiteX300" fmla="*/ 12556700 w 13126719"/>
              <a:gd name="connsiteY300" fmla="*/ 636015 h 6858000"/>
              <a:gd name="connsiteX301" fmla="*/ 12373564 w 13126719"/>
              <a:gd name="connsiteY301" fmla="*/ 635260 h 6858000"/>
              <a:gd name="connsiteX302" fmla="*/ 12335829 w 13126719"/>
              <a:gd name="connsiteY302" fmla="*/ 677015 h 6858000"/>
              <a:gd name="connsiteX303" fmla="*/ 12373564 w 13126719"/>
              <a:gd name="connsiteY303" fmla="*/ 718769 h 6858000"/>
              <a:gd name="connsiteX304" fmla="*/ 12400170 w 13126719"/>
              <a:gd name="connsiteY304" fmla="*/ 703461 h 6858000"/>
              <a:gd name="connsiteX305" fmla="*/ 12400170 w 13126719"/>
              <a:gd name="connsiteY305" fmla="*/ 716608 h 6858000"/>
              <a:gd name="connsiteX306" fmla="*/ 12417810 w 13126719"/>
              <a:gd name="connsiteY306" fmla="*/ 716608 h 6858000"/>
              <a:gd name="connsiteX307" fmla="*/ 12417810 w 13126719"/>
              <a:gd name="connsiteY307" fmla="*/ 637434 h 6858000"/>
              <a:gd name="connsiteX308" fmla="*/ 12400170 w 13126719"/>
              <a:gd name="connsiteY308" fmla="*/ 637434 h 6858000"/>
              <a:gd name="connsiteX309" fmla="*/ 12400170 w 13126719"/>
              <a:gd name="connsiteY309" fmla="*/ 650568 h 6858000"/>
              <a:gd name="connsiteX310" fmla="*/ 12373564 w 13126719"/>
              <a:gd name="connsiteY310" fmla="*/ 635260 h 6858000"/>
              <a:gd name="connsiteX311" fmla="*/ 12151912 w 13126719"/>
              <a:gd name="connsiteY311" fmla="*/ 635248 h 6858000"/>
              <a:gd name="connsiteX312" fmla="*/ 12110608 w 13126719"/>
              <a:gd name="connsiteY312" fmla="*/ 677002 h 6858000"/>
              <a:gd name="connsiteX313" fmla="*/ 12151912 w 13126719"/>
              <a:gd name="connsiteY313" fmla="*/ 718756 h 6858000"/>
              <a:gd name="connsiteX314" fmla="*/ 12193216 w 13126719"/>
              <a:gd name="connsiteY314" fmla="*/ 677002 h 6858000"/>
              <a:gd name="connsiteX315" fmla="*/ 12151912 w 13126719"/>
              <a:gd name="connsiteY315" fmla="*/ 635248 h 6858000"/>
              <a:gd name="connsiteX316" fmla="*/ 12467159 w 13126719"/>
              <a:gd name="connsiteY316" fmla="*/ 635235 h 6858000"/>
              <a:gd name="connsiteX317" fmla="*/ 12428030 w 13126719"/>
              <a:gd name="connsiteY317" fmla="*/ 676989 h 6858000"/>
              <a:gd name="connsiteX318" fmla="*/ 12428017 w 13126719"/>
              <a:gd name="connsiteY318" fmla="*/ 677002 h 6858000"/>
              <a:gd name="connsiteX319" fmla="*/ 12468541 w 13126719"/>
              <a:gd name="connsiteY319" fmla="*/ 718756 h 6858000"/>
              <a:gd name="connsiteX320" fmla="*/ 12503040 w 13126719"/>
              <a:gd name="connsiteY320" fmla="*/ 700968 h 6858000"/>
              <a:gd name="connsiteX321" fmla="*/ 12490977 w 13126719"/>
              <a:gd name="connsiteY321" fmla="*/ 690762 h 6858000"/>
              <a:gd name="connsiteX322" fmla="*/ 12468554 w 13126719"/>
              <a:gd name="connsiteY322" fmla="*/ 702669 h 6858000"/>
              <a:gd name="connsiteX323" fmla="*/ 12446130 w 13126719"/>
              <a:gd name="connsiteY323" fmla="*/ 682718 h 6858000"/>
              <a:gd name="connsiteX324" fmla="*/ 12505368 w 13126719"/>
              <a:gd name="connsiteY324" fmla="*/ 682718 h 6858000"/>
              <a:gd name="connsiteX325" fmla="*/ 12505828 w 13126719"/>
              <a:gd name="connsiteY325" fmla="*/ 676222 h 6858000"/>
              <a:gd name="connsiteX326" fmla="*/ 12467159 w 13126719"/>
              <a:gd name="connsiteY326" fmla="*/ 635235 h 6858000"/>
              <a:gd name="connsiteX327" fmla="*/ 12228009 w 13126719"/>
              <a:gd name="connsiteY327" fmla="*/ 614517 h 6858000"/>
              <a:gd name="connsiteX328" fmla="*/ 12210369 w 13126719"/>
              <a:gd name="connsiteY328" fmla="*/ 619927 h 6858000"/>
              <a:gd name="connsiteX329" fmla="*/ 12210369 w 13126719"/>
              <a:gd name="connsiteY329" fmla="*/ 637396 h 6858000"/>
              <a:gd name="connsiteX330" fmla="*/ 12195058 w 13126719"/>
              <a:gd name="connsiteY330" fmla="*/ 637396 h 6858000"/>
              <a:gd name="connsiteX331" fmla="*/ 12195058 w 13126719"/>
              <a:gd name="connsiteY331" fmla="*/ 652551 h 6858000"/>
              <a:gd name="connsiteX332" fmla="*/ 12210369 w 13126719"/>
              <a:gd name="connsiteY332" fmla="*/ 652551 h 6858000"/>
              <a:gd name="connsiteX333" fmla="*/ 12210369 w 13126719"/>
              <a:gd name="connsiteY333" fmla="*/ 691363 h 6858000"/>
              <a:gd name="connsiteX334" fmla="*/ 12235888 w 13126719"/>
              <a:gd name="connsiteY334" fmla="*/ 718271 h 6858000"/>
              <a:gd name="connsiteX335" fmla="*/ 12247337 w 13126719"/>
              <a:gd name="connsiteY335" fmla="*/ 716877 h 6858000"/>
              <a:gd name="connsiteX336" fmla="*/ 12247350 w 13126719"/>
              <a:gd name="connsiteY336" fmla="*/ 716902 h 6858000"/>
              <a:gd name="connsiteX337" fmla="*/ 12247350 w 13126719"/>
              <a:gd name="connsiteY337" fmla="*/ 702055 h 6858000"/>
              <a:gd name="connsiteX338" fmla="*/ 12240698 w 13126719"/>
              <a:gd name="connsiteY338" fmla="*/ 702515 h 6858000"/>
              <a:gd name="connsiteX339" fmla="*/ 12228009 w 13126719"/>
              <a:gd name="connsiteY339" fmla="*/ 689675 h 6858000"/>
              <a:gd name="connsiteX340" fmla="*/ 12228009 w 13126719"/>
              <a:gd name="connsiteY340" fmla="*/ 652563 h 6858000"/>
              <a:gd name="connsiteX341" fmla="*/ 12247350 w 13126719"/>
              <a:gd name="connsiteY341" fmla="*/ 652563 h 6858000"/>
              <a:gd name="connsiteX342" fmla="*/ 12247350 w 13126719"/>
              <a:gd name="connsiteY342" fmla="*/ 637409 h 6858000"/>
              <a:gd name="connsiteX343" fmla="*/ 12228009 w 13126719"/>
              <a:gd name="connsiteY343" fmla="*/ 637409 h 6858000"/>
              <a:gd name="connsiteX344" fmla="*/ 12259118 w 13126719"/>
              <a:gd name="connsiteY344" fmla="*/ 608341 h 6858000"/>
              <a:gd name="connsiteX345" fmla="*/ 12259118 w 13126719"/>
              <a:gd name="connsiteY345" fmla="*/ 716595 h 6858000"/>
              <a:gd name="connsiteX346" fmla="*/ 12276732 w 13126719"/>
              <a:gd name="connsiteY346" fmla="*/ 716595 h 6858000"/>
              <a:gd name="connsiteX347" fmla="*/ 12276732 w 13126719"/>
              <a:gd name="connsiteY347" fmla="*/ 669585 h 6858000"/>
              <a:gd name="connsiteX348" fmla="*/ 12293130 w 13126719"/>
              <a:gd name="connsiteY348" fmla="*/ 650722 h 6858000"/>
              <a:gd name="connsiteX349" fmla="*/ 12308595 w 13126719"/>
              <a:gd name="connsiteY349" fmla="*/ 668191 h 6858000"/>
              <a:gd name="connsiteX350" fmla="*/ 12308595 w 13126719"/>
              <a:gd name="connsiteY350" fmla="*/ 716595 h 6858000"/>
              <a:gd name="connsiteX351" fmla="*/ 12326235 w 13126719"/>
              <a:gd name="connsiteY351" fmla="*/ 716595 h 6858000"/>
              <a:gd name="connsiteX352" fmla="*/ 12326235 w 13126719"/>
              <a:gd name="connsiteY352" fmla="*/ 665096 h 6858000"/>
              <a:gd name="connsiteX353" fmla="*/ 12300409 w 13126719"/>
              <a:gd name="connsiteY353" fmla="*/ 635248 h 6858000"/>
              <a:gd name="connsiteX354" fmla="*/ 12276745 w 13126719"/>
              <a:gd name="connsiteY354" fmla="*/ 647934 h 6858000"/>
              <a:gd name="connsiteX355" fmla="*/ 12276745 w 13126719"/>
              <a:gd name="connsiteY355" fmla="*/ 608341 h 6858000"/>
              <a:gd name="connsiteX356" fmla="*/ 12051371 w 13126719"/>
              <a:gd name="connsiteY356" fmla="*/ 606486 h 6858000"/>
              <a:gd name="connsiteX357" fmla="*/ 11996917 w 13126719"/>
              <a:gd name="connsiteY357" fmla="*/ 662628 h 6858000"/>
              <a:gd name="connsiteX358" fmla="*/ 12049043 w 13126719"/>
              <a:gd name="connsiteY358" fmla="*/ 718769 h 6858000"/>
              <a:gd name="connsiteX359" fmla="*/ 12082147 w 13126719"/>
              <a:gd name="connsiteY359" fmla="*/ 702681 h 6858000"/>
              <a:gd name="connsiteX360" fmla="*/ 12082147 w 13126719"/>
              <a:gd name="connsiteY360" fmla="*/ 716595 h 6858000"/>
              <a:gd name="connsiteX361" fmla="*/ 12100094 w 13126719"/>
              <a:gd name="connsiteY361" fmla="*/ 716595 h 6858000"/>
              <a:gd name="connsiteX362" fmla="*/ 12100094 w 13126719"/>
              <a:gd name="connsiteY362" fmla="*/ 659686 h 6858000"/>
              <a:gd name="connsiteX363" fmla="*/ 12053225 w 13126719"/>
              <a:gd name="connsiteY363" fmla="*/ 659686 h 6858000"/>
              <a:gd name="connsiteX364" fmla="*/ 12053225 w 13126719"/>
              <a:gd name="connsiteY364" fmla="*/ 677322 h 6858000"/>
              <a:gd name="connsiteX365" fmla="*/ 12080599 w 13126719"/>
              <a:gd name="connsiteY365" fmla="*/ 677322 h 6858000"/>
              <a:gd name="connsiteX366" fmla="*/ 12051358 w 13126719"/>
              <a:gd name="connsiteY366" fmla="*/ 699906 h 6858000"/>
              <a:gd name="connsiteX367" fmla="*/ 12017946 w 13126719"/>
              <a:gd name="connsiteY367" fmla="*/ 662640 h 6858000"/>
              <a:gd name="connsiteX368" fmla="*/ 12051358 w 13126719"/>
              <a:gd name="connsiteY368" fmla="*/ 625375 h 6858000"/>
              <a:gd name="connsiteX369" fmla="*/ 12080753 w 13126719"/>
              <a:gd name="connsiteY369" fmla="*/ 642230 h 6858000"/>
              <a:gd name="connsiteX370" fmla="*/ 12097458 w 13126719"/>
              <a:gd name="connsiteY370" fmla="*/ 631091 h 6858000"/>
              <a:gd name="connsiteX371" fmla="*/ 12051358 w 13126719"/>
              <a:gd name="connsiteY371" fmla="*/ 606499 h 6858000"/>
              <a:gd name="connsiteX372" fmla="*/ 11775457 w 13126719"/>
              <a:gd name="connsiteY372" fmla="*/ 601537 h 6858000"/>
              <a:gd name="connsiteX373" fmla="*/ 11775465 w 13126719"/>
              <a:gd name="connsiteY373" fmla="*/ 601542 h 6858000"/>
              <a:gd name="connsiteX374" fmla="*/ 11774012 w 13126719"/>
              <a:gd name="connsiteY374" fmla="*/ 602995 h 6858000"/>
              <a:gd name="connsiteX375" fmla="*/ 11850454 w 13126719"/>
              <a:gd name="connsiteY375" fmla="*/ 697054 h 6858000"/>
              <a:gd name="connsiteX376" fmla="*/ 11897629 w 13126719"/>
              <a:gd name="connsiteY376" fmla="*/ 725125 h 6858000"/>
              <a:gd name="connsiteX377" fmla="*/ 11869539 w 13126719"/>
              <a:gd name="connsiteY377" fmla="*/ 677961 h 6858000"/>
              <a:gd name="connsiteX378" fmla="*/ 11819668 w 13126719"/>
              <a:gd name="connsiteY378" fmla="*/ 633203 h 6858000"/>
              <a:gd name="connsiteX379" fmla="*/ 11775465 w 13126719"/>
              <a:gd name="connsiteY379" fmla="*/ 601542 h 6858000"/>
              <a:gd name="connsiteX380" fmla="*/ 11775470 w 13126719"/>
              <a:gd name="connsiteY380" fmla="*/ 601537 h 6858000"/>
              <a:gd name="connsiteX381" fmla="*/ 11671270 w 13126719"/>
              <a:gd name="connsiteY381" fmla="*/ 588557 h 6858000"/>
              <a:gd name="connsiteX382" fmla="*/ 11638946 w 13126719"/>
              <a:gd name="connsiteY382" fmla="*/ 600258 h 6858000"/>
              <a:gd name="connsiteX383" fmla="*/ 11671270 w 13126719"/>
              <a:gd name="connsiteY383" fmla="*/ 611960 h 6858000"/>
              <a:gd name="connsiteX384" fmla="*/ 11733911 w 13126719"/>
              <a:gd name="connsiteY384" fmla="*/ 604184 h 6858000"/>
              <a:gd name="connsiteX385" fmla="*/ 11646749 w 13126719"/>
              <a:gd name="connsiteY385" fmla="*/ 678997 h 6858000"/>
              <a:gd name="connsiteX386" fmla="*/ 11618352 w 13126719"/>
              <a:gd name="connsiteY386" fmla="*/ 725164 h 6858000"/>
              <a:gd name="connsiteX387" fmla="*/ 11665015 w 13126719"/>
              <a:gd name="connsiteY387" fmla="*/ 697067 h 6858000"/>
              <a:gd name="connsiteX388" fmla="*/ 11740626 w 13126719"/>
              <a:gd name="connsiteY388" fmla="*/ 610834 h 6858000"/>
              <a:gd name="connsiteX389" fmla="*/ 11732836 w 13126719"/>
              <a:gd name="connsiteY389" fmla="*/ 673511 h 6858000"/>
              <a:gd name="connsiteX390" fmla="*/ 11744540 w 13126719"/>
              <a:gd name="connsiteY390" fmla="*/ 705815 h 6858000"/>
              <a:gd name="connsiteX391" fmla="*/ 11756245 w 13126719"/>
              <a:gd name="connsiteY391" fmla="*/ 673511 h 6858000"/>
              <a:gd name="connsiteX392" fmla="*/ 11745436 w 13126719"/>
              <a:gd name="connsiteY392" fmla="*/ 600297 h 6858000"/>
              <a:gd name="connsiteX393" fmla="*/ 11745052 w 13126719"/>
              <a:gd name="connsiteY393" fmla="*/ 599708 h 6858000"/>
              <a:gd name="connsiteX394" fmla="*/ 11745039 w 13126719"/>
              <a:gd name="connsiteY394" fmla="*/ 599695 h 6858000"/>
              <a:gd name="connsiteX395" fmla="*/ 11744502 w 13126719"/>
              <a:gd name="connsiteY395" fmla="*/ 599363 h 6858000"/>
              <a:gd name="connsiteX396" fmla="*/ 11671270 w 13126719"/>
              <a:gd name="connsiteY396" fmla="*/ 588557 h 6858000"/>
              <a:gd name="connsiteX397" fmla="*/ 11858129 w 13126719"/>
              <a:gd name="connsiteY397" fmla="*/ 575551 h 6858000"/>
              <a:gd name="connsiteX398" fmla="*/ 11778515 w 13126719"/>
              <a:gd name="connsiteY398" fmla="*/ 586357 h 6858000"/>
              <a:gd name="connsiteX399" fmla="*/ 11778515 w 13126719"/>
              <a:gd name="connsiteY399" fmla="*/ 588147 h 6858000"/>
              <a:gd name="connsiteX400" fmla="*/ 11858129 w 13126719"/>
              <a:gd name="connsiteY400" fmla="*/ 598941 h 6858000"/>
              <a:gd name="connsiteX401" fmla="*/ 11893268 w 13126719"/>
              <a:gd name="connsiteY401" fmla="*/ 587252 h 6858000"/>
              <a:gd name="connsiteX402" fmla="*/ 11858129 w 13126719"/>
              <a:gd name="connsiteY402" fmla="*/ 575551 h 6858000"/>
              <a:gd name="connsiteX403" fmla="*/ 12023830 w 13126719"/>
              <a:gd name="connsiteY403" fmla="*/ 515163 h 6858000"/>
              <a:gd name="connsiteX404" fmla="*/ 12054773 w 13126719"/>
              <a:gd name="connsiteY404" fmla="*/ 515163 h 6858000"/>
              <a:gd name="connsiteX405" fmla="*/ 12071632 w 13126719"/>
              <a:gd name="connsiteY405" fmla="*/ 529396 h 6858000"/>
              <a:gd name="connsiteX406" fmla="*/ 12054773 w 13126719"/>
              <a:gd name="connsiteY406" fmla="*/ 543630 h 6858000"/>
              <a:gd name="connsiteX407" fmla="*/ 12054773 w 13126719"/>
              <a:gd name="connsiteY407" fmla="*/ 543617 h 6858000"/>
              <a:gd name="connsiteX408" fmla="*/ 12023830 w 13126719"/>
              <a:gd name="connsiteY408" fmla="*/ 543617 h 6858000"/>
              <a:gd name="connsiteX409" fmla="*/ 12605435 w 13126719"/>
              <a:gd name="connsiteY409" fmla="*/ 497527 h 6858000"/>
              <a:gd name="connsiteX410" fmla="*/ 12628485 w 13126719"/>
              <a:gd name="connsiteY410" fmla="*/ 522273 h 6858000"/>
              <a:gd name="connsiteX411" fmla="*/ 12605435 w 13126719"/>
              <a:gd name="connsiteY411" fmla="*/ 547019 h 6858000"/>
              <a:gd name="connsiteX412" fmla="*/ 12582385 w 13126719"/>
              <a:gd name="connsiteY412" fmla="*/ 522273 h 6858000"/>
              <a:gd name="connsiteX413" fmla="*/ 12605435 w 13126719"/>
              <a:gd name="connsiteY413" fmla="*/ 497527 h 6858000"/>
              <a:gd name="connsiteX414" fmla="*/ 12142638 w 13126719"/>
              <a:gd name="connsiteY414" fmla="*/ 497527 h 6858000"/>
              <a:gd name="connsiteX415" fmla="*/ 12165688 w 13126719"/>
              <a:gd name="connsiteY415" fmla="*/ 522273 h 6858000"/>
              <a:gd name="connsiteX416" fmla="*/ 12142638 w 13126719"/>
              <a:gd name="connsiteY416" fmla="*/ 547019 h 6858000"/>
              <a:gd name="connsiteX417" fmla="*/ 12119588 w 13126719"/>
              <a:gd name="connsiteY417" fmla="*/ 522273 h 6858000"/>
              <a:gd name="connsiteX418" fmla="*/ 12142638 w 13126719"/>
              <a:gd name="connsiteY418" fmla="*/ 497527 h 6858000"/>
              <a:gd name="connsiteX419" fmla="*/ 12407601 w 13126719"/>
              <a:gd name="connsiteY419" fmla="*/ 496606 h 6858000"/>
              <a:gd name="connsiteX420" fmla="*/ 12427863 w 13126719"/>
              <a:gd name="connsiteY420" fmla="*/ 513769 h 6858000"/>
              <a:gd name="connsiteX421" fmla="*/ 12387033 w 13126719"/>
              <a:gd name="connsiteY421" fmla="*/ 513769 h 6858000"/>
              <a:gd name="connsiteX422" fmla="*/ 12407601 w 13126719"/>
              <a:gd name="connsiteY422" fmla="*/ 496606 h 6858000"/>
              <a:gd name="connsiteX423" fmla="*/ 12536297 w 13126719"/>
              <a:gd name="connsiteY423" fmla="*/ 482693 h 6858000"/>
              <a:gd name="connsiteX424" fmla="*/ 12536297 w 13126719"/>
              <a:gd name="connsiteY424" fmla="*/ 561866 h 6858000"/>
              <a:gd name="connsiteX425" fmla="*/ 12553936 w 13126719"/>
              <a:gd name="connsiteY425" fmla="*/ 561866 h 6858000"/>
              <a:gd name="connsiteX426" fmla="*/ 12553936 w 13126719"/>
              <a:gd name="connsiteY426" fmla="*/ 482693 h 6858000"/>
              <a:gd name="connsiteX427" fmla="*/ 12236221 w 13126719"/>
              <a:gd name="connsiteY427" fmla="*/ 481299 h 6858000"/>
              <a:gd name="connsiteX428" fmla="*/ 12214565 w 13126719"/>
              <a:gd name="connsiteY428" fmla="*/ 497080 h 6858000"/>
              <a:gd name="connsiteX429" fmla="*/ 12214565 w 13126719"/>
              <a:gd name="connsiteY429" fmla="*/ 482693 h 6858000"/>
              <a:gd name="connsiteX430" fmla="*/ 12196925 w 13126719"/>
              <a:gd name="connsiteY430" fmla="*/ 482693 h 6858000"/>
              <a:gd name="connsiteX431" fmla="*/ 12196925 w 13126719"/>
              <a:gd name="connsiteY431" fmla="*/ 561866 h 6858000"/>
              <a:gd name="connsiteX432" fmla="*/ 12214565 w 13126719"/>
              <a:gd name="connsiteY432" fmla="*/ 561866 h 6858000"/>
              <a:gd name="connsiteX433" fmla="*/ 12214565 w 13126719"/>
              <a:gd name="connsiteY433" fmla="*/ 518718 h 6858000"/>
              <a:gd name="connsiteX434" fmla="*/ 12234059 w 13126719"/>
              <a:gd name="connsiteY434" fmla="*/ 499548 h 6858000"/>
              <a:gd name="connsiteX435" fmla="*/ 12237922 w 13126719"/>
              <a:gd name="connsiteY435" fmla="*/ 499548 h 6858000"/>
              <a:gd name="connsiteX436" fmla="*/ 12237922 w 13126719"/>
              <a:gd name="connsiteY436" fmla="*/ 481299 h 6858000"/>
              <a:gd name="connsiteX437" fmla="*/ 12601879 w 13126719"/>
              <a:gd name="connsiteY437" fmla="*/ 480531 h 6858000"/>
              <a:gd name="connsiteX438" fmla="*/ 12564131 w 13126719"/>
              <a:gd name="connsiteY438" fmla="*/ 522286 h 6858000"/>
              <a:gd name="connsiteX439" fmla="*/ 12601879 w 13126719"/>
              <a:gd name="connsiteY439" fmla="*/ 564040 h 6858000"/>
              <a:gd name="connsiteX440" fmla="*/ 12628485 w 13126719"/>
              <a:gd name="connsiteY440" fmla="*/ 548732 h 6858000"/>
              <a:gd name="connsiteX441" fmla="*/ 12628485 w 13126719"/>
              <a:gd name="connsiteY441" fmla="*/ 561879 h 6858000"/>
              <a:gd name="connsiteX442" fmla="*/ 12646112 w 13126719"/>
              <a:gd name="connsiteY442" fmla="*/ 561879 h 6858000"/>
              <a:gd name="connsiteX443" fmla="*/ 12646112 w 13126719"/>
              <a:gd name="connsiteY443" fmla="*/ 482705 h 6858000"/>
              <a:gd name="connsiteX444" fmla="*/ 12628485 w 13126719"/>
              <a:gd name="connsiteY444" fmla="*/ 482705 h 6858000"/>
              <a:gd name="connsiteX445" fmla="*/ 12628485 w 13126719"/>
              <a:gd name="connsiteY445" fmla="*/ 495839 h 6858000"/>
              <a:gd name="connsiteX446" fmla="*/ 12601879 w 13126719"/>
              <a:gd name="connsiteY446" fmla="*/ 480531 h 6858000"/>
              <a:gd name="connsiteX447" fmla="*/ 12139069 w 13126719"/>
              <a:gd name="connsiteY447" fmla="*/ 480531 h 6858000"/>
              <a:gd name="connsiteX448" fmla="*/ 12101321 w 13126719"/>
              <a:gd name="connsiteY448" fmla="*/ 522286 h 6858000"/>
              <a:gd name="connsiteX449" fmla="*/ 12139069 w 13126719"/>
              <a:gd name="connsiteY449" fmla="*/ 564040 h 6858000"/>
              <a:gd name="connsiteX450" fmla="*/ 12165675 w 13126719"/>
              <a:gd name="connsiteY450" fmla="*/ 548732 h 6858000"/>
              <a:gd name="connsiteX451" fmla="*/ 12165675 w 13126719"/>
              <a:gd name="connsiteY451" fmla="*/ 561879 h 6858000"/>
              <a:gd name="connsiteX452" fmla="*/ 12183302 w 13126719"/>
              <a:gd name="connsiteY452" fmla="*/ 561879 h 6858000"/>
              <a:gd name="connsiteX453" fmla="*/ 12183302 w 13126719"/>
              <a:gd name="connsiteY453" fmla="*/ 482705 h 6858000"/>
              <a:gd name="connsiteX454" fmla="*/ 12165675 w 13126719"/>
              <a:gd name="connsiteY454" fmla="*/ 482705 h 6858000"/>
              <a:gd name="connsiteX455" fmla="*/ 12165675 w 13126719"/>
              <a:gd name="connsiteY455" fmla="*/ 495839 h 6858000"/>
              <a:gd name="connsiteX456" fmla="*/ 12139069 w 13126719"/>
              <a:gd name="connsiteY456" fmla="*/ 480531 h 6858000"/>
              <a:gd name="connsiteX457" fmla="*/ 12497475 w 13126719"/>
              <a:gd name="connsiteY457" fmla="*/ 480518 h 6858000"/>
              <a:gd name="connsiteX458" fmla="*/ 12473810 w 13126719"/>
              <a:gd name="connsiteY458" fmla="*/ 493205 h 6858000"/>
              <a:gd name="connsiteX459" fmla="*/ 12473810 w 13126719"/>
              <a:gd name="connsiteY459" fmla="*/ 482693 h 6858000"/>
              <a:gd name="connsiteX460" fmla="*/ 12456184 w 13126719"/>
              <a:gd name="connsiteY460" fmla="*/ 482693 h 6858000"/>
              <a:gd name="connsiteX461" fmla="*/ 12456184 w 13126719"/>
              <a:gd name="connsiteY461" fmla="*/ 561866 h 6858000"/>
              <a:gd name="connsiteX462" fmla="*/ 12473798 w 13126719"/>
              <a:gd name="connsiteY462" fmla="*/ 561866 h 6858000"/>
              <a:gd name="connsiteX463" fmla="*/ 12473798 w 13126719"/>
              <a:gd name="connsiteY463" fmla="*/ 514856 h 6858000"/>
              <a:gd name="connsiteX464" fmla="*/ 12490196 w 13126719"/>
              <a:gd name="connsiteY464" fmla="*/ 495993 h 6858000"/>
              <a:gd name="connsiteX465" fmla="*/ 12505661 w 13126719"/>
              <a:gd name="connsiteY465" fmla="*/ 513462 h 6858000"/>
              <a:gd name="connsiteX466" fmla="*/ 12505661 w 13126719"/>
              <a:gd name="connsiteY466" fmla="*/ 561866 h 6858000"/>
              <a:gd name="connsiteX467" fmla="*/ 12523301 w 13126719"/>
              <a:gd name="connsiteY467" fmla="*/ 561866 h 6858000"/>
              <a:gd name="connsiteX468" fmla="*/ 12523301 w 13126719"/>
              <a:gd name="connsiteY468" fmla="*/ 510367 h 6858000"/>
              <a:gd name="connsiteX469" fmla="*/ 12497475 w 13126719"/>
              <a:gd name="connsiteY469" fmla="*/ 480518 h 6858000"/>
              <a:gd name="connsiteX470" fmla="*/ 12407614 w 13126719"/>
              <a:gd name="connsiteY470" fmla="*/ 480518 h 6858000"/>
              <a:gd name="connsiteX471" fmla="*/ 12368472 w 13126719"/>
              <a:gd name="connsiteY471" fmla="*/ 522273 h 6858000"/>
              <a:gd name="connsiteX472" fmla="*/ 12408996 w 13126719"/>
              <a:gd name="connsiteY472" fmla="*/ 564027 h 6858000"/>
              <a:gd name="connsiteX473" fmla="*/ 12443495 w 13126719"/>
              <a:gd name="connsiteY473" fmla="*/ 546239 h 6858000"/>
              <a:gd name="connsiteX474" fmla="*/ 12431432 w 13126719"/>
              <a:gd name="connsiteY474" fmla="*/ 536033 h 6858000"/>
              <a:gd name="connsiteX475" fmla="*/ 12409009 w 13126719"/>
              <a:gd name="connsiteY475" fmla="*/ 547939 h 6858000"/>
              <a:gd name="connsiteX476" fmla="*/ 12386585 w 13126719"/>
              <a:gd name="connsiteY476" fmla="*/ 527989 h 6858000"/>
              <a:gd name="connsiteX477" fmla="*/ 12445822 w 13126719"/>
              <a:gd name="connsiteY477" fmla="*/ 527989 h 6858000"/>
              <a:gd name="connsiteX478" fmla="*/ 12446283 w 13126719"/>
              <a:gd name="connsiteY478" fmla="*/ 521493 h 6858000"/>
              <a:gd name="connsiteX479" fmla="*/ 12407614 w 13126719"/>
              <a:gd name="connsiteY479" fmla="*/ 480518 h 6858000"/>
              <a:gd name="connsiteX480" fmla="*/ 12287272 w 13126719"/>
              <a:gd name="connsiteY480" fmla="*/ 480518 h 6858000"/>
              <a:gd name="connsiteX481" fmla="*/ 12264848 w 13126719"/>
              <a:gd name="connsiteY481" fmla="*/ 493205 h 6858000"/>
              <a:gd name="connsiteX482" fmla="*/ 12264848 w 13126719"/>
              <a:gd name="connsiteY482" fmla="*/ 482693 h 6858000"/>
              <a:gd name="connsiteX483" fmla="*/ 12247209 w 13126719"/>
              <a:gd name="connsiteY483" fmla="*/ 482693 h 6858000"/>
              <a:gd name="connsiteX484" fmla="*/ 12247209 w 13126719"/>
              <a:gd name="connsiteY484" fmla="*/ 561866 h 6858000"/>
              <a:gd name="connsiteX485" fmla="*/ 12264835 w 13126719"/>
              <a:gd name="connsiteY485" fmla="*/ 561866 h 6858000"/>
              <a:gd name="connsiteX486" fmla="*/ 12264835 w 13126719"/>
              <a:gd name="connsiteY486" fmla="*/ 514856 h 6858000"/>
              <a:gd name="connsiteX487" fmla="*/ 12279993 w 13126719"/>
              <a:gd name="connsiteY487" fmla="*/ 495993 h 6858000"/>
              <a:gd name="connsiteX488" fmla="*/ 12294230 w 13126719"/>
              <a:gd name="connsiteY488" fmla="*/ 513462 h 6858000"/>
              <a:gd name="connsiteX489" fmla="*/ 12294230 w 13126719"/>
              <a:gd name="connsiteY489" fmla="*/ 561866 h 6858000"/>
              <a:gd name="connsiteX490" fmla="*/ 12311857 w 13126719"/>
              <a:gd name="connsiteY490" fmla="*/ 561866 h 6858000"/>
              <a:gd name="connsiteX491" fmla="*/ 12311857 w 13126719"/>
              <a:gd name="connsiteY491" fmla="*/ 513155 h 6858000"/>
              <a:gd name="connsiteX492" fmla="*/ 12327015 w 13126719"/>
              <a:gd name="connsiteY492" fmla="*/ 495993 h 6858000"/>
              <a:gd name="connsiteX493" fmla="*/ 12341252 w 13126719"/>
              <a:gd name="connsiteY493" fmla="*/ 513462 h 6858000"/>
              <a:gd name="connsiteX494" fmla="*/ 12341252 w 13126719"/>
              <a:gd name="connsiteY494" fmla="*/ 561866 h 6858000"/>
              <a:gd name="connsiteX495" fmla="*/ 12358891 w 13126719"/>
              <a:gd name="connsiteY495" fmla="*/ 561866 h 6858000"/>
              <a:gd name="connsiteX496" fmla="*/ 12358891 w 13126719"/>
              <a:gd name="connsiteY496" fmla="*/ 510367 h 6858000"/>
              <a:gd name="connsiteX497" fmla="*/ 12332745 w 13126719"/>
              <a:gd name="connsiteY497" fmla="*/ 480518 h 6858000"/>
              <a:gd name="connsiteX498" fmla="*/ 12308928 w 13126719"/>
              <a:gd name="connsiteY498" fmla="*/ 494125 h 6858000"/>
              <a:gd name="connsiteX499" fmla="*/ 12287272 w 13126719"/>
              <a:gd name="connsiteY499" fmla="*/ 480518 h 6858000"/>
              <a:gd name="connsiteX500" fmla="*/ 12023830 w 13126719"/>
              <a:gd name="connsiteY500" fmla="*/ 471861 h 6858000"/>
              <a:gd name="connsiteX501" fmla="*/ 12053839 w 13126719"/>
              <a:gd name="connsiteY501" fmla="*/ 471861 h 6858000"/>
              <a:gd name="connsiteX502" fmla="*/ 12068997 w 13126719"/>
              <a:gd name="connsiteY502" fmla="*/ 484381 h 6858000"/>
              <a:gd name="connsiteX503" fmla="*/ 12053839 w 13126719"/>
              <a:gd name="connsiteY503" fmla="*/ 496913 h 6858000"/>
              <a:gd name="connsiteX504" fmla="*/ 12023830 w 13126719"/>
              <a:gd name="connsiteY504" fmla="*/ 496913 h 6858000"/>
              <a:gd name="connsiteX505" fmla="*/ 11759059 w 13126719"/>
              <a:gd name="connsiteY505" fmla="*/ 462794 h 6858000"/>
              <a:gd name="connsiteX506" fmla="*/ 11747367 w 13126719"/>
              <a:gd name="connsiteY506" fmla="*/ 494561 h 6858000"/>
              <a:gd name="connsiteX507" fmla="*/ 11758176 w 13126719"/>
              <a:gd name="connsiteY507" fmla="*/ 566535 h 6858000"/>
              <a:gd name="connsiteX508" fmla="*/ 11759954 w 13126719"/>
              <a:gd name="connsiteY508" fmla="*/ 566535 h 6858000"/>
              <a:gd name="connsiteX509" fmla="*/ 11770763 w 13126719"/>
              <a:gd name="connsiteY509" fmla="*/ 494561 h 6858000"/>
              <a:gd name="connsiteX510" fmla="*/ 11759059 w 13126719"/>
              <a:gd name="connsiteY510" fmla="*/ 462794 h 6858000"/>
              <a:gd name="connsiteX511" fmla="*/ 12003722 w 13126719"/>
              <a:gd name="connsiteY511" fmla="*/ 453624 h 6858000"/>
              <a:gd name="connsiteX512" fmla="*/ 12003722 w 13126719"/>
              <a:gd name="connsiteY512" fmla="*/ 561866 h 6858000"/>
              <a:gd name="connsiteX513" fmla="*/ 12057088 w 13126719"/>
              <a:gd name="connsiteY513" fmla="*/ 561866 h 6858000"/>
              <a:gd name="connsiteX514" fmla="*/ 12092661 w 13126719"/>
              <a:gd name="connsiteY514" fmla="*/ 531404 h 6858000"/>
              <a:gd name="connsiteX515" fmla="*/ 12073794 w 13126719"/>
              <a:gd name="connsiteY515" fmla="*/ 505584 h 6858000"/>
              <a:gd name="connsiteX516" fmla="*/ 12090039 w 13126719"/>
              <a:gd name="connsiteY516" fmla="*/ 481772 h 6858000"/>
              <a:gd name="connsiteX517" fmla="*/ 12056628 w 13126719"/>
              <a:gd name="connsiteY517" fmla="*/ 453624 h 6858000"/>
              <a:gd name="connsiteX518" fmla="*/ 12545110 w 13126719"/>
              <a:gd name="connsiteY518" fmla="*/ 450670 h 6858000"/>
              <a:gd name="connsiteX519" fmla="*/ 12534122 w 13126719"/>
              <a:gd name="connsiteY519" fmla="*/ 461655 h 6858000"/>
              <a:gd name="connsiteX520" fmla="*/ 12545110 w 13126719"/>
              <a:gd name="connsiteY520" fmla="*/ 472641 h 6858000"/>
              <a:gd name="connsiteX521" fmla="*/ 12556098 w 13126719"/>
              <a:gd name="connsiteY521" fmla="*/ 461655 h 6858000"/>
              <a:gd name="connsiteX522" fmla="*/ 12545110 w 13126719"/>
              <a:gd name="connsiteY522" fmla="*/ 450670 h 6858000"/>
              <a:gd name="connsiteX523" fmla="*/ 11897757 w 13126719"/>
              <a:gd name="connsiteY523" fmla="*/ 447346 h 6858000"/>
              <a:gd name="connsiteX524" fmla="*/ 11850582 w 13126719"/>
              <a:gd name="connsiteY524" fmla="*/ 475417 h 6858000"/>
              <a:gd name="connsiteX525" fmla="*/ 11774140 w 13126719"/>
              <a:gd name="connsiteY525" fmla="*/ 569476 h 6858000"/>
              <a:gd name="connsiteX526" fmla="*/ 11775598 w 13126719"/>
              <a:gd name="connsiteY526" fmla="*/ 570934 h 6858000"/>
              <a:gd name="connsiteX527" fmla="*/ 11869680 w 13126719"/>
              <a:gd name="connsiteY527" fmla="*/ 494510 h 6858000"/>
              <a:gd name="connsiteX528" fmla="*/ 11897757 w 13126719"/>
              <a:gd name="connsiteY528" fmla="*/ 447346 h 6858000"/>
              <a:gd name="connsiteX529" fmla="*/ 11618953 w 13126719"/>
              <a:gd name="connsiteY529" fmla="*/ 447282 h 6858000"/>
              <a:gd name="connsiteX530" fmla="*/ 11647030 w 13126719"/>
              <a:gd name="connsiteY530" fmla="*/ 494446 h 6858000"/>
              <a:gd name="connsiteX531" fmla="*/ 11741112 w 13126719"/>
              <a:gd name="connsiteY531" fmla="*/ 570870 h 6858000"/>
              <a:gd name="connsiteX532" fmla="*/ 11741112 w 13126719"/>
              <a:gd name="connsiteY532" fmla="*/ 570883 h 6858000"/>
              <a:gd name="connsiteX533" fmla="*/ 11742570 w 13126719"/>
              <a:gd name="connsiteY533" fmla="*/ 569425 h 6858000"/>
              <a:gd name="connsiteX534" fmla="*/ 11666128 w 13126719"/>
              <a:gd name="connsiteY534" fmla="*/ 475365 h 6858000"/>
              <a:gd name="connsiteX535" fmla="*/ 11618953 w 13126719"/>
              <a:gd name="connsiteY535" fmla="*/ 447282 h 6858000"/>
              <a:gd name="connsiteX536" fmla="*/ 934720 w 13126719"/>
              <a:gd name="connsiteY536" fmla="*/ 0 h 6858000"/>
              <a:gd name="connsiteX537" fmla="*/ 13126719 w 13126719"/>
              <a:gd name="connsiteY537" fmla="*/ 0 h 6858000"/>
              <a:gd name="connsiteX538" fmla="*/ 13126719 w 13126719"/>
              <a:gd name="connsiteY538" fmla="*/ 6858000 h 6858000"/>
              <a:gd name="connsiteX539" fmla="*/ 934720 w 13126719"/>
              <a:gd name="connsiteY539" fmla="*/ 6858000 h 6858000"/>
              <a:gd name="connsiteX540" fmla="*/ 934720 w 13126719"/>
              <a:gd name="connsiteY540" fmla="*/ 1376363 h 6858000"/>
              <a:gd name="connsiteX541" fmla="*/ 0 w 13126719"/>
              <a:gd name="connsiteY541" fmla="*/ 1376363 h 6858000"/>
              <a:gd name="connsiteX542" fmla="*/ 0 w 13126719"/>
              <a:gd name="connsiteY542" fmla="*/ 441325 h 6858000"/>
              <a:gd name="connsiteX543" fmla="*/ 934720 w 13126719"/>
              <a:gd name="connsiteY543" fmla="*/ 44132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Lst>
            <a:rect l="l" t="t" r="r" b="b"/>
            <a:pathLst>
              <a:path w="13126719" h="6858000">
                <a:moveTo>
                  <a:pt x="1627983" y="6562790"/>
                </a:moveTo>
                <a:cubicBezTo>
                  <a:pt x="1635973" y="6562790"/>
                  <a:pt x="1642510" y="6568497"/>
                  <a:pt x="1643963" y="6577940"/>
                </a:cubicBezTo>
                <a:lnTo>
                  <a:pt x="1611381" y="6577940"/>
                </a:lnTo>
                <a:cubicBezTo>
                  <a:pt x="1612938" y="6568705"/>
                  <a:pt x="1619371" y="6562790"/>
                  <a:pt x="1627983" y="6562790"/>
                </a:cubicBezTo>
                <a:close/>
                <a:moveTo>
                  <a:pt x="1504086" y="6562790"/>
                </a:moveTo>
                <a:cubicBezTo>
                  <a:pt x="1512076" y="6562790"/>
                  <a:pt x="1518613" y="6568497"/>
                  <a:pt x="1520066" y="6577940"/>
                </a:cubicBezTo>
                <a:lnTo>
                  <a:pt x="1487484" y="6577940"/>
                </a:lnTo>
                <a:cubicBezTo>
                  <a:pt x="1489041" y="6568705"/>
                  <a:pt x="1495474" y="6562790"/>
                  <a:pt x="1504086" y="6562790"/>
                </a:cubicBezTo>
                <a:close/>
                <a:moveTo>
                  <a:pt x="1540421" y="6556045"/>
                </a:moveTo>
                <a:lnTo>
                  <a:pt x="1540421" y="6608757"/>
                </a:lnTo>
                <a:lnTo>
                  <a:pt x="1549137" y="6608757"/>
                </a:lnTo>
                <a:lnTo>
                  <a:pt x="1549137" y="6556045"/>
                </a:lnTo>
                <a:close/>
                <a:moveTo>
                  <a:pt x="1627983" y="6554697"/>
                </a:moveTo>
                <a:cubicBezTo>
                  <a:pt x="1613249" y="6554697"/>
                  <a:pt x="1602250" y="6566318"/>
                  <a:pt x="1602250" y="6582401"/>
                </a:cubicBezTo>
                <a:cubicBezTo>
                  <a:pt x="1602250" y="6598381"/>
                  <a:pt x="1613456" y="6610106"/>
                  <a:pt x="1628502" y="6610106"/>
                </a:cubicBezTo>
                <a:cubicBezTo>
                  <a:pt x="1638256" y="6610106"/>
                  <a:pt x="1646765" y="6605437"/>
                  <a:pt x="1651123" y="6598485"/>
                </a:cubicBezTo>
                <a:lnTo>
                  <a:pt x="1645001" y="6593297"/>
                </a:lnTo>
                <a:cubicBezTo>
                  <a:pt x="1641680" y="6598692"/>
                  <a:pt x="1635766" y="6602013"/>
                  <a:pt x="1628502" y="6602013"/>
                </a:cubicBezTo>
                <a:cubicBezTo>
                  <a:pt x="1619267" y="6602013"/>
                  <a:pt x="1612419" y="6595268"/>
                  <a:pt x="1611277" y="6585203"/>
                </a:cubicBezTo>
                <a:lnTo>
                  <a:pt x="1652887" y="6585203"/>
                </a:lnTo>
                <a:cubicBezTo>
                  <a:pt x="1652991" y="6584165"/>
                  <a:pt x="1653094" y="6583024"/>
                  <a:pt x="1653094" y="6582090"/>
                </a:cubicBezTo>
                <a:cubicBezTo>
                  <a:pt x="1653094" y="6566629"/>
                  <a:pt x="1642510" y="6554697"/>
                  <a:pt x="1627983" y="6554697"/>
                </a:cubicBezTo>
                <a:close/>
                <a:moveTo>
                  <a:pt x="1504086" y="6554697"/>
                </a:moveTo>
                <a:cubicBezTo>
                  <a:pt x="1489352" y="6554697"/>
                  <a:pt x="1478353" y="6566318"/>
                  <a:pt x="1478353" y="6582401"/>
                </a:cubicBezTo>
                <a:cubicBezTo>
                  <a:pt x="1478353" y="6598381"/>
                  <a:pt x="1489559" y="6610106"/>
                  <a:pt x="1504605" y="6610106"/>
                </a:cubicBezTo>
                <a:cubicBezTo>
                  <a:pt x="1514359" y="6610106"/>
                  <a:pt x="1522868" y="6605437"/>
                  <a:pt x="1527226" y="6598485"/>
                </a:cubicBezTo>
                <a:lnTo>
                  <a:pt x="1521104" y="6593297"/>
                </a:lnTo>
                <a:cubicBezTo>
                  <a:pt x="1517783" y="6598692"/>
                  <a:pt x="1511869" y="6602013"/>
                  <a:pt x="1504605" y="6602013"/>
                </a:cubicBezTo>
                <a:cubicBezTo>
                  <a:pt x="1495370" y="6602013"/>
                  <a:pt x="1488522" y="6595268"/>
                  <a:pt x="1487380" y="6585203"/>
                </a:cubicBezTo>
                <a:lnTo>
                  <a:pt x="1528990" y="6585203"/>
                </a:lnTo>
                <a:cubicBezTo>
                  <a:pt x="1529094" y="6584165"/>
                  <a:pt x="1529197" y="6583024"/>
                  <a:pt x="1529197" y="6582090"/>
                </a:cubicBezTo>
                <a:cubicBezTo>
                  <a:pt x="1529197" y="6566629"/>
                  <a:pt x="1518613" y="6554697"/>
                  <a:pt x="1504086" y="6554697"/>
                </a:cubicBezTo>
                <a:close/>
                <a:moveTo>
                  <a:pt x="1578378" y="6541207"/>
                </a:moveTo>
                <a:lnTo>
                  <a:pt x="1569662" y="6544216"/>
                </a:lnTo>
                <a:lnTo>
                  <a:pt x="1569662" y="6556045"/>
                </a:lnTo>
                <a:lnTo>
                  <a:pt x="1559908" y="6556045"/>
                </a:lnTo>
                <a:lnTo>
                  <a:pt x="1559908" y="6563620"/>
                </a:lnTo>
                <a:lnTo>
                  <a:pt x="1569662" y="6563620"/>
                </a:lnTo>
                <a:lnTo>
                  <a:pt x="1569662" y="6593608"/>
                </a:lnTo>
                <a:cubicBezTo>
                  <a:pt x="1569662" y="6603881"/>
                  <a:pt x="1575265" y="6609899"/>
                  <a:pt x="1585019" y="6609899"/>
                </a:cubicBezTo>
                <a:cubicBezTo>
                  <a:pt x="1587821" y="6609899"/>
                  <a:pt x="1590311" y="6609484"/>
                  <a:pt x="1592075" y="6608757"/>
                </a:cubicBezTo>
                <a:lnTo>
                  <a:pt x="1592075" y="6600975"/>
                </a:lnTo>
                <a:cubicBezTo>
                  <a:pt x="1590519" y="6601598"/>
                  <a:pt x="1588755" y="6601909"/>
                  <a:pt x="1587094" y="6601909"/>
                </a:cubicBezTo>
                <a:cubicBezTo>
                  <a:pt x="1581283" y="6601909"/>
                  <a:pt x="1578378" y="6598692"/>
                  <a:pt x="1578378" y="6592778"/>
                </a:cubicBezTo>
                <a:lnTo>
                  <a:pt x="1578378" y="6563620"/>
                </a:lnTo>
                <a:lnTo>
                  <a:pt x="1592075" y="6563620"/>
                </a:lnTo>
                <a:lnTo>
                  <a:pt x="1592075" y="6556045"/>
                </a:lnTo>
                <a:lnTo>
                  <a:pt x="1578378" y="6556045"/>
                </a:lnTo>
                <a:close/>
                <a:moveTo>
                  <a:pt x="1444309" y="6534878"/>
                </a:moveTo>
                <a:cubicBezTo>
                  <a:pt x="1428641" y="6534878"/>
                  <a:pt x="1419094" y="6542867"/>
                  <a:pt x="1419094" y="6554800"/>
                </a:cubicBezTo>
                <a:cubicBezTo>
                  <a:pt x="1419094" y="6565799"/>
                  <a:pt x="1425009" y="6571921"/>
                  <a:pt x="1437772" y="6574723"/>
                </a:cubicBezTo>
                <a:lnTo>
                  <a:pt x="1446384" y="6576591"/>
                </a:lnTo>
                <a:cubicBezTo>
                  <a:pt x="1454997" y="6578562"/>
                  <a:pt x="1459666" y="6582401"/>
                  <a:pt x="1459666" y="6589354"/>
                </a:cubicBezTo>
                <a:cubicBezTo>
                  <a:pt x="1459666" y="6597032"/>
                  <a:pt x="1453544" y="6601701"/>
                  <a:pt x="1442441" y="6601701"/>
                </a:cubicBezTo>
                <a:cubicBezTo>
                  <a:pt x="1434763" y="6601701"/>
                  <a:pt x="1426980" y="6599107"/>
                  <a:pt x="1420339" y="6593815"/>
                </a:cubicBezTo>
                <a:lnTo>
                  <a:pt x="1420339" y="6603569"/>
                </a:lnTo>
                <a:cubicBezTo>
                  <a:pt x="1426462" y="6607720"/>
                  <a:pt x="1434555" y="6610003"/>
                  <a:pt x="1442441" y="6610003"/>
                </a:cubicBezTo>
                <a:cubicBezTo>
                  <a:pt x="1458835" y="6610003"/>
                  <a:pt x="1469005" y="6602117"/>
                  <a:pt x="1469005" y="6589042"/>
                </a:cubicBezTo>
                <a:cubicBezTo>
                  <a:pt x="1469005" y="6577732"/>
                  <a:pt x="1462675" y="6570780"/>
                  <a:pt x="1449186" y="6567771"/>
                </a:cubicBezTo>
                <a:lnTo>
                  <a:pt x="1440573" y="6565799"/>
                </a:lnTo>
                <a:cubicBezTo>
                  <a:pt x="1432065" y="6563828"/>
                  <a:pt x="1428537" y="6560196"/>
                  <a:pt x="1428537" y="6554178"/>
                </a:cubicBezTo>
                <a:cubicBezTo>
                  <a:pt x="1428537" y="6547433"/>
                  <a:pt x="1434451" y="6543179"/>
                  <a:pt x="1444309" y="6543179"/>
                </a:cubicBezTo>
                <a:cubicBezTo>
                  <a:pt x="1451884" y="6543179"/>
                  <a:pt x="1459458" y="6545669"/>
                  <a:pt x="1465684" y="6551065"/>
                </a:cubicBezTo>
                <a:lnTo>
                  <a:pt x="1465788" y="6541311"/>
                </a:lnTo>
                <a:cubicBezTo>
                  <a:pt x="1459355" y="6536849"/>
                  <a:pt x="1451156" y="6534878"/>
                  <a:pt x="1444309" y="6534878"/>
                </a:cubicBezTo>
                <a:close/>
                <a:moveTo>
                  <a:pt x="1544779" y="6534151"/>
                </a:moveTo>
                <a:cubicBezTo>
                  <a:pt x="1541355" y="6534151"/>
                  <a:pt x="1538760" y="6536849"/>
                  <a:pt x="1538760" y="6540170"/>
                </a:cubicBezTo>
                <a:cubicBezTo>
                  <a:pt x="1538760" y="6543594"/>
                  <a:pt x="1541355" y="6546188"/>
                  <a:pt x="1544779" y="6546188"/>
                </a:cubicBezTo>
                <a:cubicBezTo>
                  <a:pt x="1548203" y="6546188"/>
                  <a:pt x="1550797" y="6543594"/>
                  <a:pt x="1550797" y="6540170"/>
                </a:cubicBezTo>
                <a:cubicBezTo>
                  <a:pt x="1550797" y="6536849"/>
                  <a:pt x="1548203" y="6534151"/>
                  <a:pt x="1544779" y="6534151"/>
                </a:cubicBezTo>
                <a:close/>
                <a:moveTo>
                  <a:pt x="1435624" y="6461548"/>
                </a:moveTo>
                <a:lnTo>
                  <a:pt x="1454178" y="6461548"/>
                </a:lnTo>
                <a:cubicBezTo>
                  <a:pt x="1460128" y="6461548"/>
                  <a:pt x="1463556" y="6464573"/>
                  <a:pt x="1463556" y="6469515"/>
                </a:cubicBezTo>
                <a:cubicBezTo>
                  <a:pt x="1463556" y="6474657"/>
                  <a:pt x="1460128" y="6477582"/>
                  <a:pt x="1454178" y="6477582"/>
                </a:cubicBezTo>
                <a:lnTo>
                  <a:pt x="1435624" y="6477582"/>
                </a:lnTo>
                <a:close/>
                <a:moveTo>
                  <a:pt x="1997565" y="6451061"/>
                </a:moveTo>
                <a:cubicBezTo>
                  <a:pt x="2005229" y="6451061"/>
                  <a:pt x="2010674" y="6457010"/>
                  <a:pt x="2010674" y="6464876"/>
                </a:cubicBezTo>
                <a:cubicBezTo>
                  <a:pt x="2010674" y="6472741"/>
                  <a:pt x="2005229" y="6478691"/>
                  <a:pt x="1997565" y="6478691"/>
                </a:cubicBezTo>
                <a:cubicBezTo>
                  <a:pt x="1990002" y="6478691"/>
                  <a:pt x="1984556" y="6472741"/>
                  <a:pt x="1984556" y="6464876"/>
                </a:cubicBezTo>
                <a:cubicBezTo>
                  <a:pt x="1984556" y="6457010"/>
                  <a:pt x="1990002" y="6451061"/>
                  <a:pt x="1997565" y="6451061"/>
                </a:cubicBezTo>
                <a:close/>
                <a:moveTo>
                  <a:pt x="2160216" y="6450960"/>
                </a:moveTo>
                <a:cubicBezTo>
                  <a:pt x="2167779" y="6450960"/>
                  <a:pt x="2173325" y="6457010"/>
                  <a:pt x="2173325" y="6464876"/>
                </a:cubicBezTo>
                <a:cubicBezTo>
                  <a:pt x="2173325" y="6472741"/>
                  <a:pt x="2167779" y="6478792"/>
                  <a:pt x="2160216" y="6478792"/>
                </a:cubicBezTo>
                <a:cubicBezTo>
                  <a:pt x="2152653" y="6478792"/>
                  <a:pt x="2147107" y="6472741"/>
                  <a:pt x="2147107" y="6464876"/>
                </a:cubicBezTo>
                <a:cubicBezTo>
                  <a:pt x="2147107" y="6457010"/>
                  <a:pt x="2152653" y="6450960"/>
                  <a:pt x="2160216" y="6450960"/>
                </a:cubicBezTo>
                <a:close/>
                <a:moveTo>
                  <a:pt x="1854682" y="6450960"/>
                </a:moveTo>
                <a:cubicBezTo>
                  <a:pt x="1862245" y="6450960"/>
                  <a:pt x="1867791" y="6457010"/>
                  <a:pt x="1867791" y="6464876"/>
                </a:cubicBezTo>
                <a:cubicBezTo>
                  <a:pt x="1867791" y="6472741"/>
                  <a:pt x="1862245" y="6478792"/>
                  <a:pt x="1854682" y="6478792"/>
                </a:cubicBezTo>
                <a:cubicBezTo>
                  <a:pt x="1847119" y="6478792"/>
                  <a:pt x="1841573" y="6472741"/>
                  <a:pt x="1841573" y="6464876"/>
                </a:cubicBezTo>
                <a:cubicBezTo>
                  <a:pt x="1841573" y="6457010"/>
                  <a:pt x="1847119" y="6450960"/>
                  <a:pt x="1854682" y="6450960"/>
                </a:cubicBezTo>
                <a:close/>
                <a:moveTo>
                  <a:pt x="1516036" y="6450960"/>
                </a:moveTo>
                <a:cubicBezTo>
                  <a:pt x="1523599" y="6450960"/>
                  <a:pt x="1529145" y="6457010"/>
                  <a:pt x="1529145" y="6464876"/>
                </a:cubicBezTo>
                <a:cubicBezTo>
                  <a:pt x="1529145" y="6472741"/>
                  <a:pt x="1523599" y="6478792"/>
                  <a:pt x="1516036" y="6478792"/>
                </a:cubicBezTo>
                <a:cubicBezTo>
                  <a:pt x="1508473" y="6478792"/>
                  <a:pt x="1502927" y="6472741"/>
                  <a:pt x="1502927" y="6464876"/>
                </a:cubicBezTo>
                <a:cubicBezTo>
                  <a:pt x="1502927" y="6457010"/>
                  <a:pt x="1508473" y="6450960"/>
                  <a:pt x="1516036" y="6450960"/>
                </a:cubicBezTo>
                <a:close/>
                <a:moveTo>
                  <a:pt x="2223220" y="6450153"/>
                </a:moveTo>
                <a:cubicBezTo>
                  <a:pt x="2228767" y="6450153"/>
                  <a:pt x="2233103" y="6452977"/>
                  <a:pt x="2234616" y="6458926"/>
                </a:cubicBezTo>
                <a:lnTo>
                  <a:pt x="2212027" y="6458926"/>
                </a:lnTo>
                <a:cubicBezTo>
                  <a:pt x="2213539" y="6453380"/>
                  <a:pt x="2217573" y="6450153"/>
                  <a:pt x="2223220" y="6450153"/>
                </a:cubicBezTo>
                <a:close/>
                <a:moveTo>
                  <a:pt x="1708479" y="6450153"/>
                </a:moveTo>
                <a:cubicBezTo>
                  <a:pt x="1714025" y="6450153"/>
                  <a:pt x="1718361" y="6452977"/>
                  <a:pt x="1719874" y="6458926"/>
                </a:cubicBezTo>
                <a:lnTo>
                  <a:pt x="1697285" y="6458926"/>
                </a:lnTo>
                <a:cubicBezTo>
                  <a:pt x="1698798" y="6453380"/>
                  <a:pt x="1702832" y="6450153"/>
                  <a:pt x="1708479" y="6450153"/>
                </a:cubicBezTo>
                <a:close/>
                <a:moveTo>
                  <a:pt x="1802783" y="6438859"/>
                </a:moveTo>
                <a:lnTo>
                  <a:pt x="1802783" y="6490893"/>
                </a:lnTo>
                <a:lnTo>
                  <a:pt x="1816800" y="6490893"/>
                </a:lnTo>
                <a:lnTo>
                  <a:pt x="1816800" y="6438859"/>
                </a:lnTo>
                <a:close/>
                <a:moveTo>
                  <a:pt x="2286364" y="6437851"/>
                </a:moveTo>
                <a:cubicBezTo>
                  <a:pt x="2277792" y="6437851"/>
                  <a:pt x="2273053" y="6442288"/>
                  <a:pt x="2271338" y="6448136"/>
                </a:cubicBezTo>
                <a:lnTo>
                  <a:pt x="2271338" y="6438859"/>
                </a:lnTo>
                <a:lnTo>
                  <a:pt x="2257321" y="6438859"/>
                </a:lnTo>
                <a:lnTo>
                  <a:pt x="2257321" y="6490893"/>
                </a:lnTo>
                <a:lnTo>
                  <a:pt x="2271338" y="6490893"/>
                </a:lnTo>
                <a:lnTo>
                  <a:pt x="2271338" y="6462557"/>
                </a:lnTo>
                <a:cubicBezTo>
                  <a:pt x="2271338" y="6455599"/>
                  <a:pt x="2274263" y="6452674"/>
                  <a:pt x="2284750" y="6452674"/>
                </a:cubicBezTo>
                <a:lnTo>
                  <a:pt x="2287271" y="6452674"/>
                </a:lnTo>
                <a:lnTo>
                  <a:pt x="2287271" y="6437851"/>
                </a:lnTo>
                <a:close/>
                <a:moveTo>
                  <a:pt x="1584990" y="6437851"/>
                </a:moveTo>
                <a:cubicBezTo>
                  <a:pt x="1576419" y="6437851"/>
                  <a:pt x="1571679" y="6442288"/>
                  <a:pt x="1569965" y="6448136"/>
                </a:cubicBezTo>
                <a:lnTo>
                  <a:pt x="1569965" y="6438859"/>
                </a:lnTo>
                <a:lnTo>
                  <a:pt x="1555948" y="6438859"/>
                </a:lnTo>
                <a:lnTo>
                  <a:pt x="1555948" y="6490893"/>
                </a:lnTo>
                <a:lnTo>
                  <a:pt x="1569965" y="6490893"/>
                </a:lnTo>
                <a:lnTo>
                  <a:pt x="1569965" y="6462557"/>
                </a:lnTo>
                <a:cubicBezTo>
                  <a:pt x="1569965" y="6455599"/>
                  <a:pt x="1572889" y="6452674"/>
                  <a:pt x="1583377" y="6452674"/>
                </a:cubicBezTo>
                <a:lnTo>
                  <a:pt x="1585898" y="6452674"/>
                </a:lnTo>
                <a:lnTo>
                  <a:pt x="1585898" y="6437851"/>
                </a:lnTo>
                <a:close/>
                <a:moveTo>
                  <a:pt x="2223220" y="6437447"/>
                </a:moveTo>
                <a:cubicBezTo>
                  <a:pt x="2208195" y="6437447"/>
                  <a:pt x="2197304" y="6449044"/>
                  <a:pt x="2197304" y="6464876"/>
                </a:cubicBezTo>
                <a:cubicBezTo>
                  <a:pt x="2197304" y="6480708"/>
                  <a:pt x="2208699" y="6492405"/>
                  <a:pt x="2224430" y="6492405"/>
                </a:cubicBezTo>
                <a:cubicBezTo>
                  <a:pt x="2233809" y="6492405"/>
                  <a:pt x="2243187" y="6487565"/>
                  <a:pt x="2247422" y="6480607"/>
                </a:cubicBezTo>
                <a:lnTo>
                  <a:pt x="2237943" y="6472540"/>
                </a:lnTo>
                <a:cubicBezTo>
                  <a:pt x="2235321" y="6476977"/>
                  <a:pt x="2230077" y="6479699"/>
                  <a:pt x="2224430" y="6479699"/>
                </a:cubicBezTo>
                <a:cubicBezTo>
                  <a:pt x="2217472" y="6479699"/>
                  <a:pt x="2213136" y="6474960"/>
                  <a:pt x="2211825" y="6468909"/>
                </a:cubicBezTo>
                <a:lnTo>
                  <a:pt x="2248834" y="6468909"/>
                </a:lnTo>
                <a:cubicBezTo>
                  <a:pt x="2249036" y="6467498"/>
                  <a:pt x="2249237" y="6465783"/>
                  <a:pt x="2249237" y="6464271"/>
                </a:cubicBezTo>
                <a:cubicBezTo>
                  <a:pt x="2249237" y="6449548"/>
                  <a:pt x="2239254" y="6437447"/>
                  <a:pt x="2223220" y="6437447"/>
                </a:cubicBezTo>
                <a:close/>
                <a:moveTo>
                  <a:pt x="2157090" y="6437447"/>
                </a:moveTo>
                <a:cubicBezTo>
                  <a:pt x="2143879" y="6437447"/>
                  <a:pt x="2132585" y="6448943"/>
                  <a:pt x="2132585" y="6464876"/>
                </a:cubicBezTo>
                <a:cubicBezTo>
                  <a:pt x="2132585" y="6480909"/>
                  <a:pt x="2143879" y="6492405"/>
                  <a:pt x="2157090" y="6492405"/>
                </a:cubicBezTo>
                <a:cubicBezTo>
                  <a:pt x="2164754" y="6492405"/>
                  <a:pt x="2170098" y="6489178"/>
                  <a:pt x="2173325" y="6483430"/>
                </a:cubicBezTo>
                <a:lnTo>
                  <a:pt x="2173325" y="6490893"/>
                </a:lnTo>
                <a:lnTo>
                  <a:pt x="2187342" y="6490893"/>
                </a:lnTo>
                <a:lnTo>
                  <a:pt x="2187342" y="6438859"/>
                </a:lnTo>
                <a:lnTo>
                  <a:pt x="2173325" y="6438859"/>
                </a:lnTo>
                <a:lnTo>
                  <a:pt x="2173325" y="6446422"/>
                </a:lnTo>
                <a:cubicBezTo>
                  <a:pt x="2170098" y="6440674"/>
                  <a:pt x="2164754" y="6437447"/>
                  <a:pt x="2157090" y="6437447"/>
                </a:cubicBezTo>
                <a:close/>
                <a:moveTo>
                  <a:pt x="1997565" y="6437447"/>
                </a:moveTo>
                <a:cubicBezTo>
                  <a:pt x="1981934" y="6437447"/>
                  <a:pt x="1970035" y="6448943"/>
                  <a:pt x="1970035" y="6464876"/>
                </a:cubicBezTo>
                <a:cubicBezTo>
                  <a:pt x="1970035" y="6480809"/>
                  <a:pt x="1981934" y="6492304"/>
                  <a:pt x="1997565" y="6492304"/>
                </a:cubicBezTo>
                <a:cubicBezTo>
                  <a:pt x="2013296" y="6492304"/>
                  <a:pt x="2025195" y="6480809"/>
                  <a:pt x="2025195" y="6464876"/>
                </a:cubicBezTo>
                <a:cubicBezTo>
                  <a:pt x="2025195" y="6448943"/>
                  <a:pt x="2013296" y="6437447"/>
                  <a:pt x="1997565" y="6437447"/>
                </a:cubicBezTo>
                <a:close/>
                <a:moveTo>
                  <a:pt x="1851556" y="6437447"/>
                </a:moveTo>
                <a:cubicBezTo>
                  <a:pt x="1838346" y="6437447"/>
                  <a:pt x="1827052" y="6448943"/>
                  <a:pt x="1827052" y="6464876"/>
                </a:cubicBezTo>
                <a:cubicBezTo>
                  <a:pt x="1827052" y="6480909"/>
                  <a:pt x="1838346" y="6492405"/>
                  <a:pt x="1851556" y="6492405"/>
                </a:cubicBezTo>
                <a:cubicBezTo>
                  <a:pt x="1859220" y="6492405"/>
                  <a:pt x="1864564" y="6489178"/>
                  <a:pt x="1867791" y="6483430"/>
                </a:cubicBezTo>
                <a:lnTo>
                  <a:pt x="1867791" y="6490893"/>
                </a:lnTo>
                <a:lnTo>
                  <a:pt x="1881808" y="6490893"/>
                </a:lnTo>
                <a:lnTo>
                  <a:pt x="1881808" y="6438859"/>
                </a:lnTo>
                <a:lnTo>
                  <a:pt x="1867791" y="6438859"/>
                </a:lnTo>
                <a:lnTo>
                  <a:pt x="1867791" y="6446422"/>
                </a:lnTo>
                <a:cubicBezTo>
                  <a:pt x="1864564" y="6440674"/>
                  <a:pt x="1859220" y="6437447"/>
                  <a:pt x="1851556" y="6437447"/>
                </a:cubicBezTo>
                <a:close/>
                <a:moveTo>
                  <a:pt x="1773731" y="6437447"/>
                </a:moveTo>
                <a:cubicBezTo>
                  <a:pt x="1765564" y="6437447"/>
                  <a:pt x="1760421" y="6441178"/>
                  <a:pt x="1758102" y="6444809"/>
                </a:cubicBezTo>
                <a:lnTo>
                  <a:pt x="1758102" y="6438859"/>
                </a:lnTo>
                <a:lnTo>
                  <a:pt x="1744085" y="6438859"/>
                </a:lnTo>
                <a:lnTo>
                  <a:pt x="1744085" y="6490893"/>
                </a:lnTo>
                <a:lnTo>
                  <a:pt x="1758102" y="6490893"/>
                </a:lnTo>
                <a:lnTo>
                  <a:pt x="1758102" y="6459733"/>
                </a:lnTo>
                <a:cubicBezTo>
                  <a:pt x="1758102" y="6453077"/>
                  <a:pt x="1762034" y="6449750"/>
                  <a:pt x="1767682" y="6449750"/>
                </a:cubicBezTo>
                <a:cubicBezTo>
                  <a:pt x="1773530" y="6449750"/>
                  <a:pt x="1776656" y="6453582"/>
                  <a:pt x="1776656" y="6459229"/>
                </a:cubicBezTo>
                <a:lnTo>
                  <a:pt x="1776656" y="6490893"/>
                </a:lnTo>
                <a:lnTo>
                  <a:pt x="1790673" y="6490893"/>
                </a:lnTo>
                <a:lnTo>
                  <a:pt x="1790673" y="6456708"/>
                </a:lnTo>
                <a:cubicBezTo>
                  <a:pt x="1790673" y="6443195"/>
                  <a:pt x="1783110" y="6437447"/>
                  <a:pt x="1773731" y="6437447"/>
                </a:cubicBezTo>
                <a:close/>
                <a:moveTo>
                  <a:pt x="1708479" y="6437447"/>
                </a:moveTo>
                <a:cubicBezTo>
                  <a:pt x="1693453" y="6437447"/>
                  <a:pt x="1682563" y="6449044"/>
                  <a:pt x="1682563" y="6464876"/>
                </a:cubicBezTo>
                <a:cubicBezTo>
                  <a:pt x="1682563" y="6480708"/>
                  <a:pt x="1693958" y="6492405"/>
                  <a:pt x="1709689" y="6492405"/>
                </a:cubicBezTo>
                <a:cubicBezTo>
                  <a:pt x="1719067" y="6492405"/>
                  <a:pt x="1728445" y="6487565"/>
                  <a:pt x="1732681" y="6480607"/>
                </a:cubicBezTo>
                <a:lnTo>
                  <a:pt x="1723200" y="6472540"/>
                </a:lnTo>
                <a:cubicBezTo>
                  <a:pt x="1720580" y="6476977"/>
                  <a:pt x="1715336" y="6479699"/>
                  <a:pt x="1709689" y="6479699"/>
                </a:cubicBezTo>
                <a:cubicBezTo>
                  <a:pt x="1702731" y="6479699"/>
                  <a:pt x="1698395" y="6474960"/>
                  <a:pt x="1697084" y="6468909"/>
                </a:cubicBezTo>
                <a:lnTo>
                  <a:pt x="1734091" y="6468909"/>
                </a:lnTo>
                <a:cubicBezTo>
                  <a:pt x="1734294" y="6467498"/>
                  <a:pt x="1734496" y="6465783"/>
                  <a:pt x="1734496" y="6464271"/>
                </a:cubicBezTo>
                <a:cubicBezTo>
                  <a:pt x="1734496" y="6449548"/>
                  <a:pt x="1724513" y="6437447"/>
                  <a:pt x="1708479" y="6437447"/>
                </a:cubicBezTo>
                <a:close/>
                <a:moveTo>
                  <a:pt x="1624123" y="6437447"/>
                </a:moveTo>
                <a:cubicBezTo>
                  <a:pt x="1616156" y="6437447"/>
                  <a:pt x="1611518" y="6441078"/>
                  <a:pt x="1609097" y="6444809"/>
                </a:cubicBezTo>
                <a:lnTo>
                  <a:pt x="1609097" y="6438859"/>
                </a:lnTo>
                <a:lnTo>
                  <a:pt x="1595081" y="6438859"/>
                </a:lnTo>
                <a:lnTo>
                  <a:pt x="1595081" y="6490893"/>
                </a:lnTo>
                <a:lnTo>
                  <a:pt x="1609097" y="6490893"/>
                </a:lnTo>
                <a:lnTo>
                  <a:pt x="1609097" y="6460036"/>
                </a:lnTo>
                <a:cubicBezTo>
                  <a:pt x="1609097" y="6453077"/>
                  <a:pt x="1612627" y="6449750"/>
                  <a:pt x="1618072" y="6449750"/>
                </a:cubicBezTo>
                <a:cubicBezTo>
                  <a:pt x="1623820" y="6449750"/>
                  <a:pt x="1626644" y="6453683"/>
                  <a:pt x="1626644" y="6459632"/>
                </a:cubicBezTo>
                <a:lnTo>
                  <a:pt x="1626644" y="6490893"/>
                </a:lnTo>
                <a:lnTo>
                  <a:pt x="1640560" y="6490893"/>
                </a:lnTo>
                <a:lnTo>
                  <a:pt x="1640560" y="6458523"/>
                </a:lnTo>
                <a:cubicBezTo>
                  <a:pt x="1640560" y="6453178"/>
                  <a:pt x="1644291" y="6449750"/>
                  <a:pt x="1649636" y="6449750"/>
                </a:cubicBezTo>
                <a:cubicBezTo>
                  <a:pt x="1655283" y="6449750"/>
                  <a:pt x="1658207" y="6453582"/>
                  <a:pt x="1658207" y="6459632"/>
                </a:cubicBezTo>
                <a:lnTo>
                  <a:pt x="1658207" y="6490893"/>
                </a:lnTo>
                <a:lnTo>
                  <a:pt x="1672224" y="6490893"/>
                </a:lnTo>
                <a:lnTo>
                  <a:pt x="1672224" y="6457010"/>
                </a:lnTo>
                <a:cubicBezTo>
                  <a:pt x="1672224" y="6443296"/>
                  <a:pt x="1664863" y="6437447"/>
                  <a:pt x="1654274" y="6437447"/>
                </a:cubicBezTo>
                <a:cubicBezTo>
                  <a:pt x="1647518" y="6437447"/>
                  <a:pt x="1642072" y="6439968"/>
                  <a:pt x="1638241" y="6445716"/>
                </a:cubicBezTo>
                <a:cubicBezTo>
                  <a:pt x="1635316" y="6439968"/>
                  <a:pt x="1630072" y="6437447"/>
                  <a:pt x="1624123" y="6437447"/>
                </a:cubicBezTo>
                <a:close/>
                <a:moveTo>
                  <a:pt x="1512910" y="6437447"/>
                </a:moveTo>
                <a:cubicBezTo>
                  <a:pt x="1499700" y="6437447"/>
                  <a:pt x="1488406" y="6448943"/>
                  <a:pt x="1488406" y="6464876"/>
                </a:cubicBezTo>
                <a:cubicBezTo>
                  <a:pt x="1488406" y="6480909"/>
                  <a:pt x="1499700" y="6492405"/>
                  <a:pt x="1512910" y="6492405"/>
                </a:cubicBezTo>
                <a:cubicBezTo>
                  <a:pt x="1520574" y="6492405"/>
                  <a:pt x="1525918" y="6489178"/>
                  <a:pt x="1529145" y="6483430"/>
                </a:cubicBezTo>
                <a:lnTo>
                  <a:pt x="1529145" y="6490893"/>
                </a:lnTo>
                <a:lnTo>
                  <a:pt x="1543162" y="6490893"/>
                </a:lnTo>
                <a:lnTo>
                  <a:pt x="1543162" y="6438859"/>
                </a:lnTo>
                <a:lnTo>
                  <a:pt x="1529145" y="6438859"/>
                </a:lnTo>
                <a:lnTo>
                  <a:pt x="1529145" y="6446422"/>
                </a:lnTo>
                <a:cubicBezTo>
                  <a:pt x="1525918" y="6440674"/>
                  <a:pt x="1520574" y="6437447"/>
                  <a:pt x="1512910" y="6437447"/>
                </a:cubicBezTo>
                <a:close/>
                <a:moveTo>
                  <a:pt x="1435624" y="6433615"/>
                </a:moveTo>
                <a:lnTo>
                  <a:pt x="1453170" y="6433615"/>
                </a:lnTo>
                <a:cubicBezTo>
                  <a:pt x="1458716" y="6433615"/>
                  <a:pt x="1461842" y="6436338"/>
                  <a:pt x="1461842" y="6441078"/>
                </a:cubicBezTo>
                <a:cubicBezTo>
                  <a:pt x="1461842" y="6445716"/>
                  <a:pt x="1458716" y="6448439"/>
                  <a:pt x="1453170" y="6448439"/>
                </a:cubicBezTo>
                <a:lnTo>
                  <a:pt x="1435624" y="6448439"/>
                </a:lnTo>
                <a:close/>
                <a:moveTo>
                  <a:pt x="2054728" y="6423632"/>
                </a:moveTo>
                <a:lnTo>
                  <a:pt x="2040711" y="6427666"/>
                </a:lnTo>
                <a:lnTo>
                  <a:pt x="2040711" y="6438859"/>
                </a:lnTo>
                <a:lnTo>
                  <a:pt x="2031938" y="6438859"/>
                </a:lnTo>
                <a:lnTo>
                  <a:pt x="2031938" y="6450758"/>
                </a:lnTo>
                <a:lnTo>
                  <a:pt x="2040711" y="6450758"/>
                </a:lnTo>
                <a:lnTo>
                  <a:pt x="2040711" y="6472943"/>
                </a:lnTo>
                <a:cubicBezTo>
                  <a:pt x="2040711" y="6485246"/>
                  <a:pt x="2047367" y="6492103"/>
                  <a:pt x="2058762" y="6492103"/>
                </a:cubicBezTo>
                <a:cubicBezTo>
                  <a:pt x="2061888" y="6492103"/>
                  <a:pt x="2064611" y="6491800"/>
                  <a:pt x="2066728" y="6491195"/>
                </a:cubicBezTo>
                <a:lnTo>
                  <a:pt x="2066728" y="6479296"/>
                </a:lnTo>
                <a:cubicBezTo>
                  <a:pt x="2065417" y="6479498"/>
                  <a:pt x="2063905" y="6479699"/>
                  <a:pt x="2062796" y="6479699"/>
                </a:cubicBezTo>
                <a:cubicBezTo>
                  <a:pt x="2057249" y="6479699"/>
                  <a:pt x="2054728" y="6476876"/>
                  <a:pt x="2054728" y="6471733"/>
                </a:cubicBezTo>
                <a:lnTo>
                  <a:pt x="2054728" y="6450758"/>
                </a:lnTo>
                <a:lnTo>
                  <a:pt x="2066728" y="6450758"/>
                </a:lnTo>
                <a:lnTo>
                  <a:pt x="2066728" y="6438859"/>
                </a:lnTo>
                <a:lnTo>
                  <a:pt x="2054728" y="6438859"/>
                </a:lnTo>
                <a:close/>
                <a:moveTo>
                  <a:pt x="2076710" y="6420305"/>
                </a:moveTo>
                <a:lnTo>
                  <a:pt x="2076710" y="6490893"/>
                </a:lnTo>
                <a:lnTo>
                  <a:pt x="2090727" y="6490893"/>
                </a:lnTo>
                <a:lnTo>
                  <a:pt x="2090727" y="6459733"/>
                </a:lnTo>
                <a:cubicBezTo>
                  <a:pt x="2090727" y="6453077"/>
                  <a:pt x="2094660" y="6449750"/>
                  <a:pt x="2100307" y="6449750"/>
                </a:cubicBezTo>
                <a:cubicBezTo>
                  <a:pt x="2106156" y="6449750"/>
                  <a:pt x="2109282" y="6453582"/>
                  <a:pt x="2109282" y="6459229"/>
                </a:cubicBezTo>
                <a:lnTo>
                  <a:pt x="2109282" y="6490893"/>
                </a:lnTo>
                <a:lnTo>
                  <a:pt x="2123299" y="6490893"/>
                </a:lnTo>
                <a:lnTo>
                  <a:pt x="2123299" y="6456708"/>
                </a:lnTo>
                <a:cubicBezTo>
                  <a:pt x="2123299" y="6443195"/>
                  <a:pt x="2115836" y="6437447"/>
                  <a:pt x="2106357" y="6437447"/>
                </a:cubicBezTo>
                <a:cubicBezTo>
                  <a:pt x="2098189" y="6437447"/>
                  <a:pt x="2093046" y="6441178"/>
                  <a:pt x="2090727" y="6444809"/>
                </a:cubicBezTo>
                <a:lnTo>
                  <a:pt x="2090727" y="6420305"/>
                </a:lnTo>
                <a:close/>
                <a:moveTo>
                  <a:pt x="1420497" y="6420305"/>
                </a:moveTo>
                <a:lnTo>
                  <a:pt x="1420497" y="6490893"/>
                </a:lnTo>
                <a:lnTo>
                  <a:pt x="1455388" y="6490893"/>
                </a:lnTo>
                <a:cubicBezTo>
                  <a:pt x="1470414" y="6490893"/>
                  <a:pt x="1479288" y="6483430"/>
                  <a:pt x="1479288" y="6471229"/>
                </a:cubicBezTo>
                <a:cubicBezTo>
                  <a:pt x="1479288" y="6463262"/>
                  <a:pt x="1474951" y="6457414"/>
                  <a:pt x="1466985" y="6454691"/>
                </a:cubicBezTo>
                <a:cubicBezTo>
                  <a:pt x="1473439" y="6452170"/>
                  <a:pt x="1477473" y="6446321"/>
                  <a:pt x="1477473" y="6438960"/>
                </a:cubicBezTo>
                <a:cubicBezTo>
                  <a:pt x="1477473" y="6427162"/>
                  <a:pt x="1469204" y="6420305"/>
                  <a:pt x="1455288" y="6420305"/>
                </a:cubicBezTo>
                <a:close/>
                <a:moveTo>
                  <a:pt x="1928981" y="6419094"/>
                </a:moveTo>
                <a:cubicBezTo>
                  <a:pt x="1908510" y="6419094"/>
                  <a:pt x="1893081" y="6434523"/>
                  <a:pt x="1893081" y="6455800"/>
                </a:cubicBezTo>
                <a:cubicBezTo>
                  <a:pt x="1893081" y="6477077"/>
                  <a:pt x="1907804" y="6492405"/>
                  <a:pt x="1926762" y="6492405"/>
                </a:cubicBezTo>
                <a:cubicBezTo>
                  <a:pt x="1935737" y="6492405"/>
                  <a:pt x="1942998" y="6488674"/>
                  <a:pt x="1947334" y="6482624"/>
                </a:cubicBezTo>
                <a:lnTo>
                  <a:pt x="1947334" y="6490893"/>
                </a:lnTo>
                <a:lnTo>
                  <a:pt x="1960947" y="6490893"/>
                </a:lnTo>
                <a:lnTo>
                  <a:pt x="1960947" y="6452977"/>
                </a:lnTo>
                <a:lnTo>
                  <a:pt x="1929283" y="6452977"/>
                </a:lnTo>
                <a:lnTo>
                  <a:pt x="1929283" y="6466489"/>
                </a:lnTo>
                <a:lnTo>
                  <a:pt x="1946023" y="6466489"/>
                </a:lnTo>
                <a:cubicBezTo>
                  <a:pt x="1944006" y="6473246"/>
                  <a:pt x="1937351" y="6478086"/>
                  <a:pt x="1929183" y="6478086"/>
                </a:cubicBezTo>
                <a:cubicBezTo>
                  <a:pt x="1917586" y="6478086"/>
                  <a:pt x="1909115" y="6468506"/>
                  <a:pt x="1909115" y="6455800"/>
                </a:cubicBezTo>
                <a:cubicBezTo>
                  <a:pt x="1909115" y="6442994"/>
                  <a:pt x="1917485" y="6433414"/>
                  <a:pt x="1928981" y="6433414"/>
                </a:cubicBezTo>
                <a:cubicBezTo>
                  <a:pt x="1937653" y="6433414"/>
                  <a:pt x="1943603" y="6437851"/>
                  <a:pt x="1946729" y="6443699"/>
                </a:cubicBezTo>
                <a:lnTo>
                  <a:pt x="1959435" y="6435229"/>
                </a:lnTo>
                <a:cubicBezTo>
                  <a:pt x="1954191" y="6424943"/>
                  <a:pt x="1942594" y="6419094"/>
                  <a:pt x="1928981" y="6419094"/>
                </a:cubicBezTo>
                <a:close/>
                <a:moveTo>
                  <a:pt x="1809842" y="6416674"/>
                </a:moveTo>
                <a:cubicBezTo>
                  <a:pt x="1805203" y="6416674"/>
                  <a:pt x="1801472" y="6420405"/>
                  <a:pt x="1801472" y="6424943"/>
                </a:cubicBezTo>
                <a:cubicBezTo>
                  <a:pt x="1801472" y="6429582"/>
                  <a:pt x="1805203" y="6433313"/>
                  <a:pt x="1809842" y="6433313"/>
                </a:cubicBezTo>
                <a:cubicBezTo>
                  <a:pt x="1814481" y="6433313"/>
                  <a:pt x="1818212" y="6429582"/>
                  <a:pt x="1818212" y="6424943"/>
                </a:cubicBezTo>
                <a:cubicBezTo>
                  <a:pt x="1818212" y="6420405"/>
                  <a:pt x="1814481" y="6416674"/>
                  <a:pt x="1809842" y="6416674"/>
                </a:cubicBezTo>
                <a:close/>
                <a:moveTo>
                  <a:pt x="12377120" y="652256"/>
                </a:moveTo>
                <a:cubicBezTo>
                  <a:pt x="12390423" y="652256"/>
                  <a:pt x="12400170" y="662768"/>
                  <a:pt x="12400170" y="677002"/>
                </a:cubicBezTo>
                <a:cubicBezTo>
                  <a:pt x="12400170" y="691236"/>
                  <a:pt x="12390423" y="701748"/>
                  <a:pt x="12377120" y="701748"/>
                </a:cubicBezTo>
                <a:cubicBezTo>
                  <a:pt x="12363817" y="701748"/>
                  <a:pt x="12354069" y="691236"/>
                  <a:pt x="12354069" y="677002"/>
                </a:cubicBezTo>
                <a:cubicBezTo>
                  <a:pt x="12354069" y="662768"/>
                  <a:pt x="12363817" y="652256"/>
                  <a:pt x="12377120" y="652256"/>
                </a:cubicBezTo>
                <a:close/>
                <a:moveTo>
                  <a:pt x="12151912" y="652256"/>
                </a:moveTo>
                <a:cubicBezTo>
                  <a:pt x="12165215" y="652256"/>
                  <a:pt x="12174962" y="662768"/>
                  <a:pt x="12174962" y="677002"/>
                </a:cubicBezTo>
                <a:cubicBezTo>
                  <a:pt x="12174962" y="691236"/>
                  <a:pt x="12165215" y="701748"/>
                  <a:pt x="12151912" y="701748"/>
                </a:cubicBezTo>
                <a:cubicBezTo>
                  <a:pt x="12138609" y="701748"/>
                  <a:pt x="12128862" y="691236"/>
                  <a:pt x="12128862" y="677002"/>
                </a:cubicBezTo>
                <a:cubicBezTo>
                  <a:pt x="12128862" y="662768"/>
                  <a:pt x="12138609" y="652256"/>
                  <a:pt x="12151912" y="652256"/>
                </a:cubicBezTo>
                <a:close/>
                <a:moveTo>
                  <a:pt x="12467147" y="651335"/>
                </a:moveTo>
                <a:cubicBezTo>
                  <a:pt x="12477047" y="651335"/>
                  <a:pt x="12485093" y="657218"/>
                  <a:pt x="12487408" y="668498"/>
                </a:cubicBezTo>
                <a:lnTo>
                  <a:pt x="12446578" y="668498"/>
                </a:lnTo>
                <a:cubicBezTo>
                  <a:pt x="12449047" y="657832"/>
                  <a:pt x="12456632" y="651335"/>
                  <a:pt x="12467147" y="651335"/>
                </a:cubicBezTo>
                <a:close/>
                <a:moveTo>
                  <a:pt x="12554999" y="636015"/>
                </a:moveTo>
                <a:cubicBezTo>
                  <a:pt x="12543397" y="636015"/>
                  <a:pt x="12535824" y="642511"/>
                  <a:pt x="12533343" y="651783"/>
                </a:cubicBezTo>
                <a:lnTo>
                  <a:pt x="12533343" y="637396"/>
                </a:lnTo>
                <a:lnTo>
                  <a:pt x="12515716" y="637396"/>
                </a:lnTo>
                <a:lnTo>
                  <a:pt x="12515716" y="716570"/>
                </a:lnTo>
                <a:lnTo>
                  <a:pt x="12515716" y="716595"/>
                </a:lnTo>
                <a:lnTo>
                  <a:pt x="12533343" y="716595"/>
                </a:lnTo>
                <a:lnTo>
                  <a:pt x="12533343" y="673447"/>
                </a:lnTo>
                <a:cubicBezTo>
                  <a:pt x="12533343" y="660300"/>
                  <a:pt x="12538907" y="654264"/>
                  <a:pt x="12552837" y="654264"/>
                </a:cubicBezTo>
                <a:lnTo>
                  <a:pt x="12556700" y="654264"/>
                </a:lnTo>
                <a:lnTo>
                  <a:pt x="12556700" y="636015"/>
                </a:lnTo>
                <a:close/>
                <a:moveTo>
                  <a:pt x="12373564" y="635260"/>
                </a:moveTo>
                <a:cubicBezTo>
                  <a:pt x="12352841" y="635260"/>
                  <a:pt x="12335829" y="652729"/>
                  <a:pt x="12335829" y="677015"/>
                </a:cubicBezTo>
                <a:cubicBezTo>
                  <a:pt x="12335829" y="701300"/>
                  <a:pt x="12352841" y="718769"/>
                  <a:pt x="12373564" y="718769"/>
                </a:cubicBezTo>
                <a:cubicBezTo>
                  <a:pt x="12385780" y="718769"/>
                  <a:pt x="12394913" y="713513"/>
                  <a:pt x="12400170" y="703461"/>
                </a:cubicBezTo>
                <a:lnTo>
                  <a:pt x="12400170" y="716608"/>
                </a:lnTo>
                <a:lnTo>
                  <a:pt x="12417810" y="716608"/>
                </a:lnTo>
                <a:lnTo>
                  <a:pt x="12417810" y="637434"/>
                </a:lnTo>
                <a:lnTo>
                  <a:pt x="12400170" y="637434"/>
                </a:lnTo>
                <a:lnTo>
                  <a:pt x="12400170" y="650568"/>
                </a:lnTo>
                <a:cubicBezTo>
                  <a:pt x="12394913" y="640516"/>
                  <a:pt x="12385780" y="635260"/>
                  <a:pt x="12373564" y="635260"/>
                </a:cubicBezTo>
                <a:close/>
                <a:moveTo>
                  <a:pt x="12151912" y="635248"/>
                </a:moveTo>
                <a:cubicBezTo>
                  <a:pt x="12128401" y="635248"/>
                  <a:pt x="12110608" y="652717"/>
                  <a:pt x="12110608" y="677002"/>
                </a:cubicBezTo>
                <a:cubicBezTo>
                  <a:pt x="12110608" y="701287"/>
                  <a:pt x="12128401" y="718756"/>
                  <a:pt x="12151912" y="718756"/>
                </a:cubicBezTo>
                <a:cubicBezTo>
                  <a:pt x="12175423" y="718756"/>
                  <a:pt x="12193216" y="701287"/>
                  <a:pt x="12193216" y="677002"/>
                </a:cubicBezTo>
                <a:cubicBezTo>
                  <a:pt x="12193216" y="652717"/>
                  <a:pt x="12175423" y="635248"/>
                  <a:pt x="12151912" y="635248"/>
                </a:cubicBezTo>
                <a:close/>
                <a:moveTo>
                  <a:pt x="12467159" y="635235"/>
                </a:moveTo>
                <a:cubicBezTo>
                  <a:pt x="12443956" y="635235"/>
                  <a:pt x="12428030" y="652870"/>
                  <a:pt x="12428030" y="676989"/>
                </a:cubicBezTo>
                <a:lnTo>
                  <a:pt x="12428017" y="677002"/>
                </a:lnTo>
                <a:cubicBezTo>
                  <a:pt x="12428017" y="701121"/>
                  <a:pt x="12445183" y="718756"/>
                  <a:pt x="12468541" y="718756"/>
                </a:cubicBezTo>
                <a:cubicBezTo>
                  <a:pt x="12482931" y="718756"/>
                  <a:pt x="12496541" y="711646"/>
                  <a:pt x="12503040" y="700968"/>
                </a:cubicBezTo>
                <a:lnTo>
                  <a:pt x="12490977" y="690762"/>
                </a:lnTo>
                <a:cubicBezTo>
                  <a:pt x="12486487" y="698193"/>
                  <a:pt x="12478134" y="702669"/>
                  <a:pt x="12468554" y="702669"/>
                </a:cubicBezTo>
                <a:cubicBezTo>
                  <a:pt x="12456952" y="702669"/>
                  <a:pt x="12448292" y="694778"/>
                  <a:pt x="12446130" y="682718"/>
                </a:cubicBezTo>
                <a:lnTo>
                  <a:pt x="12505368" y="682718"/>
                </a:lnTo>
                <a:cubicBezTo>
                  <a:pt x="12505675" y="680711"/>
                  <a:pt x="12505828" y="678383"/>
                  <a:pt x="12505828" y="676222"/>
                </a:cubicBezTo>
                <a:cubicBezTo>
                  <a:pt x="12505828" y="653484"/>
                  <a:pt x="12490363" y="635235"/>
                  <a:pt x="12467159" y="635235"/>
                </a:cubicBezTo>
                <a:close/>
                <a:moveTo>
                  <a:pt x="12228009" y="614517"/>
                </a:moveTo>
                <a:lnTo>
                  <a:pt x="12210369" y="619927"/>
                </a:lnTo>
                <a:lnTo>
                  <a:pt x="12210369" y="637396"/>
                </a:lnTo>
                <a:lnTo>
                  <a:pt x="12195058" y="637396"/>
                </a:lnTo>
                <a:lnTo>
                  <a:pt x="12195058" y="652551"/>
                </a:lnTo>
                <a:lnTo>
                  <a:pt x="12210369" y="652551"/>
                </a:lnTo>
                <a:lnTo>
                  <a:pt x="12210369" y="691363"/>
                </a:lnTo>
                <a:cubicBezTo>
                  <a:pt x="12210369" y="708526"/>
                  <a:pt x="12219809" y="718271"/>
                  <a:pt x="12235888" y="718271"/>
                </a:cubicBezTo>
                <a:cubicBezTo>
                  <a:pt x="12240378" y="718271"/>
                  <a:pt x="12244395" y="717810"/>
                  <a:pt x="12247337" y="716877"/>
                </a:cubicBezTo>
                <a:lnTo>
                  <a:pt x="12247350" y="716902"/>
                </a:lnTo>
                <a:lnTo>
                  <a:pt x="12247350" y="702055"/>
                </a:lnTo>
                <a:cubicBezTo>
                  <a:pt x="12245341" y="702362"/>
                  <a:pt x="12242553" y="702515"/>
                  <a:pt x="12240698" y="702515"/>
                </a:cubicBezTo>
                <a:cubicBezTo>
                  <a:pt x="12232038" y="702515"/>
                  <a:pt x="12228009" y="698026"/>
                  <a:pt x="12228009" y="689675"/>
                </a:cubicBezTo>
                <a:lnTo>
                  <a:pt x="12228009" y="652563"/>
                </a:lnTo>
                <a:lnTo>
                  <a:pt x="12247350" y="652563"/>
                </a:lnTo>
                <a:lnTo>
                  <a:pt x="12247350" y="637409"/>
                </a:lnTo>
                <a:lnTo>
                  <a:pt x="12228009" y="637409"/>
                </a:lnTo>
                <a:close/>
                <a:moveTo>
                  <a:pt x="12259118" y="608341"/>
                </a:moveTo>
                <a:lnTo>
                  <a:pt x="12259118" y="716595"/>
                </a:lnTo>
                <a:lnTo>
                  <a:pt x="12276732" y="716595"/>
                </a:lnTo>
                <a:lnTo>
                  <a:pt x="12276732" y="669585"/>
                </a:lnTo>
                <a:cubicBezTo>
                  <a:pt x="12276732" y="657372"/>
                  <a:pt x="12283230" y="650722"/>
                  <a:pt x="12293130" y="650722"/>
                </a:cubicBezTo>
                <a:cubicBezTo>
                  <a:pt x="12303031" y="650722"/>
                  <a:pt x="12308595" y="657372"/>
                  <a:pt x="12308595" y="668191"/>
                </a:cubicBezTo>
                <a:lnTo>
                  <a:pt x="12308595" y="716595"/>
                </a:lnTo>
                <a:lnTo>
                  <a:pt x="12326235" y="716595"/>
                </a:lnTo>
                <a:lnTo>
                  <a:pt x="12326235" y="665096"/>
                </a:lnTo>
                <a:cubicBezTo>
                  <a:pt x="12326235" y="644685"/>
                  <a:pt x="12315247" y="635248"/>
                  <a:pt x="12300409" y="635248"/>
                </a:cubicBezTo>
                <a:cubicBezTo>
                  <a:pt x="12288193" y="635248"/>
                  <a:pt x="12280147" y="641284"/>
                  <a:pt x="12276745" y="647934"/>
                </a:cubicBezTo>
                <a:lnTo>
                  <a:pt x="12276745" y="608341"/>
                </a:lnTo>
                <a:close/>
                <a:moveTo>
                  <a:pt x="12051371" y="606486"/>
                </a:moveTo>
                <a:cubicBezTo>
                  <a:pt x="12020274" y="606486"/>
                  <a:pt x="11996917" y="629992"/>
                  <a:pt x="11996917" y="662628"/>
                </a:cubicBezTo>
                <a:cubicBezTo>
                  <a:pt x="11996917" y="695264"/>
                  <a:pt x="12020274" y="718769"/>
                  <a:pt x="12049043" y="718769"/>
                </a:cubicBezTo>
                <a:cubicBezTo>
                  <a:pt x="12062346" y="718769"/>
                  <a:pt x="12074869" y="712580"/>
                  <a:pt x="12082147" y="702681"/>
                </a:cubicBezTo>
                <a:lnTo>
                  <a:pt x="12082147" y="716595"/>
                </a:lnTo>
                <a:lnTo>
                  <a:pt x="12100094" y="716595"/>
                </a:lnTo>
                <a:lnTo>
                  <a:pt x="12100094" y="659686"/>
                </a:lnTo>
                <a:lnTo>
                  <a:pt x="12053225" y="659686"/>
                </a:lnTo>
                <a:lnTo>
                  <a:pt x="12053225" y="677322"/>
                </a:lnTo>
                <a:lnTo>
                  <a:pt x="12080599" y="677322"/>
                </a:lnTo>
                <a:cubicBezTo>
                  <a:pt x="12077964" y="690622"/>
                  <a:pt x="12066209" y="699906"/>
                  <a:pt x="12051358" y="699906"/>
                </a:cubicBezTo>
                <a:cubicBezTo>
                  <a:pt x="12031863" y="699906"/>
                  <a:pt x="12017946" y="684138"/>
                  <a:pt x="12017946" y="662640"/>
                </a:cubicBezTo>
                <a:cubicBezTo>
                  <a:pt x="12017946" y="641143"/>
                  <a:pt x="12031863" y="625375"/>
                  <a:pt x="12051358" y="625375"/>
                </a:cubicBezTo>
                <a:cubicBezTo>
                  <a:pt x="12065275" y="625375"/>
                  <a:pt x="12075329" y="632332"/>
                  <a:pt x="12080753" y="642230"/>
                </a:cubicBezTo>
                <a:lnTo>
                  <a:pt x="12097458" y="631091"/>
                </a:lnTo>
                <a:cubicBezTo>
                  <a:pt x="12089259" y="615630"/>
                  <a:pt x="12071939" y="606499"/>
                  <a:pt x="12051358" y="606499"/>
                </a:cubicBezTo>
                <a:close/>
                <a:moveTo>
                  <a:pt x="11775457" y="601537"/>
                </a:moveTo>
                <a:lnTo>
                  <a:pt x="11775465" y="601542"/>
                </a:lnTo>
                <a:lnTo>
                  <a:pt x="11774012" y="602995"/>
                </a:lnTo>
                <a:cubicBezTo>
                  <a:pt x="11791754" y="630631"/>
                  <a:pt x="11815265" y="661873"/>
                  <a:pt x="11850454" y="697054"/>
                </a:cubicBezTo>
                <a:cubicBezTo>
                  <a:pt x="11876076" y="722670"/>
                  <a:pt x="11889878" y="732888"/>
                  <a:pt x="11897629" y="725125"/>
                </a:cubicBezTo>
                <a:cubicBezTo>
                  <a:pt x="11905381" y="717376"/>
                  <a:pt x="11895161" y="703577"/>
                  <a:pt x="11869539" y="677961"/>
                </a:cubicBezTo>
                <a:cubicBezTo>
                  <a:pt x="11851944" y="660371"/>
                  <a:pt x="11835335" y="645696"/>
                  <a:pt x="11819668" y="633203"/>
                </a:cubicBezTo>
                <a:lnTo>
                  <a:pt x="11775465" y="601542"/>
                </a:lnTo>
                <a:lnTo>
                  <a:pt x="11775470" y="601537"/>
                </a:lnTo>
                <a:close/>
                <a:moveTo>
                  <a:pt x="11671270" y="588557"/>
                </a:moveTo>
                <a:cubicBezTo>
                  <a:pt x="11649269" y="588557"/>
                  <a:pt x="11638946" y="590756"/>
                  <a:pt x="11638946" y="600258"/>
                </a:cubicBezTo>
                <a:cubicBezTo>
                  <a:pt x="11638946" y="609760"/>
                  <a:pt x="11649256" y="611960"/>
                  <a:pt x="11671270" y="611960"/>
                </a:cubicBezTo>
                <a:cubicBezTo>
                  <a:pt x="11696214" y="611960"/>
                  <a:pt x="11716591" y="608724"/>
                  <a:pt x="11733911" y="604184"/>
                </a:cubicBezTo>
                <a:cubicBezTo>
                  <a:pt x="11708046" y="621794"/>
                  <a:pt x="11679316" y="646783"/>
                  <a:pt x="11646749" y="678997"/>
                </a:cubicBezTo>
                <a:cubicBezTo>
                  <a:pt x="11621191" y="704280"/>
                  <a:pt x="11610933" y="717823"/>
                  <a:pt x="11618352" y="725164"/>
                </a:cubicBezTo>
                <a:cubicBezTo>
                  <a:pt x="11625771" y="732504"/>
                  <a:pt x="11639458" y="722350"/>
                  <a:pt x="11665015" y="697067"/>
                </a:cubicBezTo>
                <a:cubicBezTo>
                  <a:pt x="11697583" y="664840"/>
                  <a:pt x="11722833" y="636424"/>
                  <a:pt x="11740626" y="610834"/>
                </a:cubicBezTo>
                <a:cubicBezTo>
                  <a:pt x="11736085" y="628150"/>
                  <a:pt x="11732836" y="648535"/>
                  <a:pt x="11732836" y="673511"/>
                </a:cubicBezTo>
                <a:cubicBezTo>
                  <a:pt x="11732836" y="695507"/>
                  <a:pt x="11735036" y="705815"/>
                  <a:pt x="11744540" y="705815"/>
                </a:cubicBezTo>
                <a:cubicBezTo>
                  <a:pt x="11754044" y="705815"/>
                  <a:pt x="11756245" y="695507"/>
                  <a:pt x="11756245" y="673511"/>
                </a:cubicBezTo>
                <a:cubicBezTo>
                  <a:pt x="11756245" y="643291"/>
                  <a:pt x="11751512" y="619773"/>
                  <a:pt x="11745436" y="600297"/>
                </a:cubicBezTo>
                <a:cubicBezTo>
                  <a:pt x="11745359" y="600028"/>
                  <a:pt x="11745218" y="599836"/>
                  <a:pt x="11745052" y="599708"/>
                </a:cubicBezTo>
                <a:lnTo>
                  <a:pt x="11745039" y="599695"/>
                </a:lnTo>
                <a:cubicBezTo>
                  <a:pt x="11744911" y="599555"/>
                  <a:pt x="11744732" y="599440"/>
                  <a:pt x="11744502" y="599363"/>
                </a:cubicBezTo>
                <a:cubicBezTo>
                  <a:pt x="11725008" y="593301"/>
                  <a:pt x="11701497" y="588557"/>
                  <a:pt x="11671270" y="588557"/>
                </a:cubicBezTo>
                <a:close/>
                <a:moveTo>
                  <a:pt x="11858129" y="575551"/>
                </a:moveTo>
                <a:cubicBezTo>
                  <a:pt x="11825268" y="575551"/>
                  <a:pt x="11799697" y="580295"/>
                  <a:pt x="11778515" y="586357"/>
                </a:cubicBezTo>
                <a:cubicBezTo>
                  <a:pt x="11777402" y="586677"/>
                  <a:pt x="11777402" y="587828"/>
                  <a:pt x="11778515" y="588147"/>
                </a:cubicBezTo>
                <a:cubicBezTo>
                  <a:pt x="11799697" y="594209"/>
                  <a:pt x="11825281" y="598941"/>
                  <a:pt x="11858129" y="598941"/>
                </a:cubicBezTo>
                <a:cubicBezTo>
                  <a:pt x="11882049" y="598941"/>
                  <a:pt x="11893268" y="596741"/>
                  <a:pt x="11893268" y="587252"/>
                </a:cubicBezTo>
                <a:cubicBezTo>
                  <a:pt x="11893268" y="577763"/>
                  <a:pt x="11882049" y="575551"/>
                  <a:pt x="11858129" y="575551"/>
                </a:cubicBezTo>
                <a:close/>
                <a:moveTo>
                  <a:pt x="12023830" y="515163"/>
                </a:moveTo>
                <a:lnTo>
                  <a:pt x="12054773" y="515163"/>
                </a:lnTo>
                <a:cubicBezTo>
                  <a:pt x="12065441" y="515163"/>
                  <a:pt x="12071632" y="520419"/>
                  <a:pt x="12071632" y="529396"/>
                </a:cubicBezTo>
                <a:cubicBezTo>
                  <a:pt x="12071632" y="538374"/>
                  <a:pt x="12065441" y="543630"/>
                  <a:pt x="12054773" y="543630"/>
                </a:cubicBezTo>
                <a:lnTo>
                  <a:pt x="12054773" y="543617"/>
                </a:lnTo>
                <a:lnTo>
                  <a:pt x="12023830" y="543617"/>
                </a:lnTo>
                <a:close/>
                <a:moveTo>
                  <a:pt x="12605435" y="497527"/>
                </a:moveTo>
                <a:cubicBezTo>
                  <a:pt x="12618738" y="497527"/>
                  <a:pt x="12628485" y="508039"/>
                  <a:pt x="12628485" y="522273"/>
                </a:cubicBezTo>
                <a:cubicBezTo>
                  <a:pt x="12628485" y="536507"/>
                  <a:pt x="12618738" y="547019"/>
                  <a:pt x="12605435" y="547019"/>
                </a:cubicBezTo>
                <a:cubicBezTo>
                  <a:pt x="12592132" y="547019"/>
                  <a:pt x="12582385" y="536507"/>
                  <a:pt x="12582385" y="522273"/>
                </a:cubicBezTo>
                <a:cubicBezTo>
                  <a:pt x="12582385" y="508039"/>
                  <a:pt x="12592132" y="497527"/>
                  <a:pt x="12605435" y="497527"/>
                </a:cubicBezTo>
                <a:close/>
                <a:moveTo>
                  <a:pt x="12142638" y="497527"/>
                </a:moveTo>
                <a:cubicBezTo>
                  <a:pt x="12155941" y="497527"/>
                  <a:pt x="12165688" y="508039"/>
                  <a:pt x="12165688" y="522273"/>
                </a:cubicBezTo>
                <a:cubicBezTo>
                  <a:pt x="12165688" y="536507"/>
                  <a:pt x="12155941" y="547019"/>
                  <a:pt x="12142638" y="547019"/>
                </a:cubicBezTo>
                <a:cubicBezTo>
                  <a:pt x="12129335" y="547019"/>
                  <a:pt x="12119588" y="536507"/>
                  <a:pt x="12119588" y="522273"/>
                </a:cubicBezTo>
                <a:cubicBezTo>
                  <a:pt x="12119588" y="508039"/>
                  <a:pt x="12129335" y="497527"/>
                  <a:pt x="12142638" y="497527"/>
                </a:cubicBezTo>
                <a:close/>
                <a:moveTo>
                  <a:pt x="12407601" y="496606"/>
                </a:moveTo>
                <a:cubicBezTo>
                  <a:pt x="12417502" y="496606"/>
                  <a:pt x="12425548" y="502489"/>
                  <a:pt x="12427863" y="513769"/>
                </a:cubicBezTo>
                <a:lnTo>
                  <a:pt x="12387033" y="513769"/>
                </a:lnTo>
                <a:cubicBezTo>
                  <a:pt x="12389501" y="503103"/>
                  <a:pt x="12397087" y="496606"/>
                  <a:pt x="12407601" y="496606"/>
                </a:cubicBezTo>
                <a:close/>
                <a:moveTo>
                  <a:pt x="12536297" y="482693"/>
                </a:moveTo>
                <a:lnTo>
                  <a:pt x="12536297" y="561866"/>
                </a:lnTo>
                <a:lnTo>
                  <a:pt x="12553936" y="561866"/>
                </a:lnTo>
                <a:lnTo>
                  <a:pt x="12553936" y="482693"/>
                </a:lnTo>
                <a:close/>
                <a:moveTo>
                  <a:pt x="12236221" y="481299"/>
                </a:moveTo>
                <a:cubicBezTo>
                  <a:pt x="12224619" y="481299"/>
                  <a:pt x="12217046" y="487795"/>
                  <a:pt x="12214565" y="497080"/>
                </a:cubicBezTo>
                <a:lnTo>
                  <a:pt x="12214565" y="482693"/>
                </a:lnTo>
                <a:lnTo>
                  <a:pt x="12196925" y="482693"/>
                </a:lnTo>
                <a:lnTo>
                  <a:pt x="12196925" y="561866"/>
                </a:lnTo>
                <a:lnTo>
                  <a:pt x="12214565" y="561866"/>
                </a:lnTo>
                <a:lnTo>
                  <a:pt x="12214565" y="518718"/>
                </a:lnTo>
                <a:cubicBezTo>
                  <a:pt x="12214565" y="505571"/>
                  <a:pt x="12220129" y="499548"/>
                  <a:pt x="12234059" y="499548"/>
                </a:cubicBezTo>
                <a:lnTo>
                  <a:pt x="12237922" y="499548"/>
                </a:lnTo>
                <a:lnTo>
                  <a:pt x="12237922" y="481299"/>
                </a:lnTo>
                <a:close/>
                <a:moveTo>
                  <a:pt x="12601879" y="480531"/>
                </a:moveTo>
                <a:cubicBezTo>
                  <a:pt x="12581157" y="480531"/>
                  <a:pt x="12564131" y="498000"/>
                  <a:pt x="12564131" y="522286"/>
                </a:cubicBezTo>
                <a:cubicBezTo>
                  <a:pt x="12564131" y="546571"/>
                  <a:pt x="12581144" y="564040"/>
                  <a:pt x="12601879" y="564040"/>
                </a:cubicBezTo>
                <a:cubicBezTo>
                  <a:pt x="12614095" y="564040"/>
                  <a:pt x="12623228" y="558784"/>
                  <a:pt x="12628485" y="548732"/>
                </a:cubicBezTo>
                <a:lnTo>
                  <a:pt x="12628485" y="561879"/>
                </a:lnTo>
                <a:lnTo>
                  <a:pt x="12646112" y="561879"/>
                </a:lnTo>
                <a:lnTo>
                  <a:pt x="12646112" y="482705"/>
                </a:lnTo>
                <a:lnTo>
                  <a:pt x="12628485" y="482705"/>
                </a:lnTo>
                <a:lnTo>
                  <a:pt x="12628485" y="495839"/>
                </a:lnTo>
                <a:cubicBezTo>
                  <a:pt x="12623228" y="485787"/>
                  <a:pt x="12614095" y="480531"/>
                  <a:pt x="12601879" y="480531"/>
                </a:cubicBezTo>
                <a:close/>
                <a:moveTo>
                  <a:pt x="12139069" y="480531"/>
                </a:moveTo>
                <a:cubicBezTo>
                  <a:pt x="12118347" y="480531"/>
                  <a:pt x="12101321" y="498000"/>
                  <a:pt x="12101321" y="522286"/>
                </a:cubicBezTo>
                <a:cubicBezTo>
                  <a:pt x="12101321" y="546571"/>
                  <a:pt x="12118334" y="564040"/>
                  <a:pt x="12139069" y="564040"/>
                </a:cubicBezTo>
                <a:cubicBezTo>
                  <a:pt x="12151285" y="564040"/>
                  <a:pt x="12160418" y="558784"/>
                  <a:pt x="12165675" y="548732"/>
                </a:cubicBezTo>
                <a:lnTo>
                  <a:pt x="12165675" y="561879"/>
                </a:lnTo>
                <a:lnTo>
                  <a:pt x="12183302" y="561879"/>
                </a:lnTo>
                <a:lnTo>
                  <a:pt x="12183302" y="482705"/>
                </a:lnTo>
                <a:lnTo>
                  <a:pt x="12165675" y="482705"/>
                </a:lnTo>
                <a:lnTo>
                  <a:pt x="12165675" y="495839"/>
                </a:lnTo>
                <a:cubicBezTo>
                  <a:pt x="12160418" y="485787"/>
                  <a:pt x="12151285" y="480531"/>
                  <a:pt x="12139069" y="480531"/>
                </a:cubicBezTo>
                <a:close/>
                <a:moveTo>
                  <a:pt x="12497475" y="480518"/>
                </a:moveTo>
                <a:cubicBezTo>
                  <a:pt x="12485259" y="480518"/>
                  <a:pt x="12477213" y="486555"/>
                  <a:pt x="12473810" y="493205"/>
                </a:cubicBezTo>
                <a:lnTo>
                  <a:pt x="12473810" y="482693"/>
                </a:lnTo>
                <a:lnTo>
                  <a:pt x="12456184" y="482693"/>
                </a:lnTo>
                <a:lnTo>
                  <a:pt x="12456184" y="561866"/>
                </a:lnTo>
                <a:lnTo>
                  <a:pt x="12473798" y="561866"/>
                </a:lnTo>
                <a:lnTo>
                  <a:pt x="12473798" y="514856"/>
                </a:lnTo>
                <a:cubicBezTo>
                  <a:pt x="12473798" y="502643"/>
                  <a:pt x="12480296" y="495993"/>
                  <a:pt x="12490196" y="495993"/>
                </a:cubicBezTo>
                <a:cubicBezTo>
                  <a:pt x="12500097" y="495993"/>
                  <a:pt x="12505661" y="502643"/>
                  <a:pt x="12505661" y="513462"/>
                </a:cubicBezTo>
                <a:lnTo>
                  <a:pt x="12505661" y="561866"/>
                </a:lnTo>
                <a:lnTo>
                  <a:pt x="12523301" y="561866"/>
                </a:lnTo>
                <a:lnTo>
                  <a:pt x="12523301" y="510367"/>
                </a:lnTo>
                <a:cubicBezTo>
                  <a:pt x="12523301" y="489956"/>
                  <a:pt x="12512313" y="480518"/>
                  <a:pt x="12497475" y="480518"/>
                </a:cubicBezTo>
                <a:close/>
                <a:moveTo>
                  <a:pt x="12407614" y="480518"/>
                </a:moveTo>
                <a:cubicBezTo>
                  <a:pt x="12384410" y="480518"/>
                  <a:pt x="12368472" y="498141"/>
                  <a:pt x="12368472" y="522273"/>
                </a:cubicBezTo>
                <a:cubicBezTo>
                  <a:pt x="12368472" y="546392"/>
                  <a:pt x="12385638" y="564027"/>
                  <a:pt x="12408996" y="564027"/>
                </a:cubicBezTo>
                <a:cubicBezTo>
                  <a:pt x="12423386" y="564027"/>
                  <a:pt x="12436996" y="556917"/>
                  <a:pt x="12443495" y="546239"/>
                </a:cubicBezTo>
                <a:lnTo>
                  <a:pt x="12431432" y="536033"/>
                </a:lnTo>
                <a:cubicBezTo>
                  <a:pt x="12426942" y="543451"/>
                  <a:pt x="12418589" y="547939"/>
                  <a:pt x="12409009" y="547939"/>
                </a:cubicBezTo>
                <a:cubicBezTo>
                  <a:pt x="12397407" y="547939"/>
                  <a:pt x="12388747" y="540049"/>
                  <a:pt x="12386585" y="527989"/>
                </a:cubicBezTo>
                <a:lnTo>
                  <a:pt x="12445822" y="527989"/>
                </a:lnTo>
                <a:cubicBezTo>
                  <a:pt x="12446130" y="525982"/>
                  <a:pt x="12446283" y="523654"/>
                  <a:pt x="12446283" y="521493"/>
                </a:cubicBezTo>
                <a:cubicBezTo>
                  <a:pt x="12446283" y="498755"/>
                  <a:pt x="12430818" y="480518"/>
                  <a:pt x="12407614" y="480518"/>
                </a:cubicBezTo>
                <a:close/>
                <a:moveTo>
                  <a:pt x="12287272" y="480518"/>
                </a:moveTo>
                <a:cubicBezTo>
                  <a:pt x="12275823" y="480518"/>
                  <a:pt x="12268251" y="486555"/>
                  <a:pt x="12264848" y="493205"/>
                </a:cubicBezTo>
                <a:lnTo>
                  <a:pt x="12264848" y="482693"/>
                </a:lnTo>
                <a:lnTo>
                  <a:pt x="12247209" y="482693"/>
                </a:lnTo>
                <a:lnTo>
                  <a:pt x="12247209" y="561866"/>
                </a:lnTo>
                <a:lnTo>
                  <a:pt x="12264835" y="561866"/>
                </a:lnTo>
                <a:lnTo>
                  <a:pt x="12264835" y="514856"/>
                </a:lnTo>
                <a:cubicBezTo>
                  <a:pt x="12264835" y="502643"/>
                  <a:pt x="12270873" y="495993"/>
                  <a:pt x="12279993" y="495993"/>
                </a:cubicBezTo>
                <a:cubicBezTo>
                  <a:pt x="12289114" y="495993"/>
                  <a:pt x="12294230" y="502643"/>
                  <a:pt x="12294230" y="513462"/>
                </a:cubicBezTo>
                <a:lnTo>
                  <a:pt x="12294230" y="561866"/>
                </a:lnTo>
                <a:lnTo>
                  <a:pt x="12311857" y="561866"/>
                </a:lnTo>
                <a:lnTo>
                  <a:pt x="12311857" y="513155"/>
                </a:lnTo>
                <a:cubicBezTo>
                  <a:pt x="12311857" y="502643"/>
                  <a:pt x="12317895" y="495993"/>
                  <a:pt x="12327015" y="495993"/>
                </a:cubicBezTo>
                <a:cubicBezTo>
                  <a:pt x="12336135" y="495993"/>
                  <a:pt x="12341252" y="502643"/>
                  <a:pt x="12341252" y="513462"/>
                </a:cubicBezTo>
                <a:lnTo>
                  <a:pt x="12341252" y="561866"/>
                </a:lnTo>
                <a:lnTo>
                  <a:pt x="12358891" y="561866"/>
                </a:lnTo>
                <a:lnTo>
                  <a:pt x="12358891" y="510367"/>
                </a:lnTo>
                <a:cubicBezTo>
                  <a:pt x="12358891" y="489956"/>
                  <a:pt x="12348377" y="480518"/>
                  <a:pt x="12332745" y="480518"/>
                </a:cubicBezTo>
                <a:cubicBezTo>
                  <a:pt x="12322231" y="480518"/>
                  <a:pt x="12314031" y="485161"/>
                  <a:pt x="12308928" y="494125"/>
                </a:cubicBezTo>
                <a:cubicBezTo>
                  <a:pt x="12304758" y="484841"/>
                  <a:pt x="12296865" y="480518"/>
                  <a:pt x="12287272" y="480518"/>
                </a:cubicBezTo>
                <a:close/>
                <a:moveTo>
                  <a:pt x="12023830" y="471861"/>
                </a:moveTo>
                <a:lnTo>
                  <a:pt x="12053839" y="471861"/>
                </a:lnTo>
                <a:cubicBezTo>
                  <a:pt x="12063433" y="471861"/>
                  <a:pt x="12068997" y="476503"/>
                  <a:pt x="12068997" y="484381"/>
                </a:cubicBezTo>
                <a:cubicBezTo>
                  <a:pt x="12068997" y="492258"/>
                  <a:pt x="12063433" y="496913"/>
                  <a:pt x="12053839" y="496913"/>
                </a:cubicBezTo>
                <a:lnTo>
                  <a:pt x="12023830" y="496913"/>
                </a:lnTo>
                <a:close/>
                <a:moveTo>
                  <a:pt x="11759059" y="462794"/>
                </a:moveTo>
                <a:cubicBezTo>
                  <a:pt x="11749567" y="462794"/>
                  <a:pt x="11747367" y="472936"/>
                  <a:pt x="11747367" y="494561"/>
                </a:cubicBezTo>
                <a:cubicBezTo>
                  <a:pt x="11747367" y="524269"/>
                  <a:pt x="11752100" y="547390"/>
                  <a:pt x="11758176" y="566535"/>
                </a:cubicBezTo>
                <a:cubicBezTo>
                  <a:pt x="11758496" y="567545"/>
                  <a:pt x="11759634" y="567545"/>
                  <a:pt x="11759954" y="566535"/>
                </a:cubicBezTo>
                <a:cubicBezTo>
                  <a:pt x="11766017" y="547378"/>
                  <a:pt x="11770763" y="524269"/>
                  <a:pt x="11770763" y="494561"/>
                </a:cubicBezTo>
                <a:cubicBezTo>
                  <a:pt x="11770763" y="472936"/>
                  <a:pt x="11768563" y="462794"/>
                  <a:pt x="11759059" y="462794"/>
                </a:cubicBezTo>
                <a:close/>
                <a:moveTo>
                  <a:pt x="12003722" y="453624"/>
                </a:moveTo>
                <a:lnTo>
                  <a:pt x="12003722" y="561866"/>
                </a:lnTo>
                <a:lnTo>
                  <a:pt x="12057088" y="561866"/>
                </a:lnTo>
                <a:cubicBezTo>
                  <a:pt x="12079512" y="561866"/>
                  <a:pt x="12092661" y="550574"/>
                  <a:pt x="12092661" y="531404"/>
                </a:cubicBezTo>
                <a:cubicBezTo>
                  <a:pt x="12092661" y="518257"/>
                  <a:pt x="12085396" y="509446"/>
                  <a:pt x="12073794" y="505584"/>
                </a:cubicBezTo>
                <a:cubicBezTo>
                  <a:pt x="12083848" y="501722"/>
                  <a:pt x="12090039" y="492744"/>
                  <a:pt x="12090039" y="481772"/>
                </a:cubicBezTo>
                <a:cubicBezTo>
                  <a:pt x="12090039" y="464136"/>
                  <a:pt x="12077670" y="453624"/>
                  <a:pt x="12056628" y="453624"/>
                </a:cubicBezTo>
                <a:close/>
                <a:moveTo>
                  <a:pt x="12545110" y="450670"/>
                </a:moveTo>
                <a:cubicBezTo>
                  <a:pt x="12539073" y="450670"/>
                  <a:pt x="12534122" y="455619"/>
                  <a:pt x="12534122" y="461655"/>
                </a:cubicBezTo>
                <a:cubicBezTo>
                  <a:pt x="12534122" y="467692"/>
                  <a:pt x="12539073" y="472641"/>
                  <a:pt x="12545110" y="472641"/>
                </a:cubicBezTo>
                <a:cubicBezTo>
                  <a:pt x="12551148" y="472641"/>
                  <a:pt x="12556098" y="467692"/>
                  <a:pt x="12556098" y="461655"/>
                </a:cubicBezTo>
                <a:cubicBezTo>
                  <a:pt x="12556098" y="455619"/>
                  <a:pt x="12551148" y="450670"/>
                  <a:pt x="12545110" y="450670"/>
                </a:cubicBezTo>
                <a:close/>
                <a:moveTo>
                  <a:pt x="11897757" y="447346"/>
                </a:moveTo>
                <a:cubicBezTo>
                  <a:pt x="11890006" y="439596"/>
                  <a:pt x="11876204" y="449814"/>
                  <a:pt x="11850582" y="475417"/>
                </a:cubicBezTo>
                <a:cubicBezTo>
                  <a:pt x="11815393" y="510598"/>
                  <a:pt x="11791869" y="541840"/>
                  <a:pt x="11774140" y="569476"/>
                </a:cubicBezTo>
                <a:cubicBezTo>
                  <a:pt x="11773206" y="570934"/>
                  <a:pt x="11774140" y="571868"/>
                  <a:pt x="11775598" y="570934"/>
                </a:cubicBezTo>
                <a:cubicBezTo>
                  <a:pt x="11803241" y="553196"/>
                  <a:pt x="11834490" y="529691"/>
                  <a:pt x="11869680" y="494510"/>
                </a:cubicBezTo>
                <a:cubicBezTo>
                  <a:pt x="11895301" y="468894"/>
                  <a:pt x="11905522" y="455096"/>
                  <a:pt x="11897757" y="447346"/>
                </a:cubicBezTo>
                <a:close/>
                <a:moveTo>
                  <a:pt x="11618953" y="447282"/>
                </a:moveTo>
                <a:cubicBezTo>
                  <a:pt x="11611201" y="455032"/>
                  <a:pt x="11621422" y="468830"/>
                  <a:pt x="11647030" y="494446"/>
                </a:cubicBezTo>
                <a:cubicBezTo>
                  <a:pt x="11682220" y="529627"/>
                  <a:pt x="11713470" y="553145"/>
                  <a:pt x="11741112" y="570870"/>
                </a:cubicBezTo>
                <a:lnTo>
                  <a:pt x="11741112" y="570883"/>
                </a:lnTo>
                <a:cubicBezTo>
                  <a:pt x="11742570" y="571816"/>
                  <a:pt x="11743504" y="570883"/>
                  <a:pt x="11742570" y="569425"/>
                </a:cubicBezTo>
                <a:cubicBezTo>
                  <a:pt x="11724828" y="541789"/>
                  <a:pt x="11701318" y="510547"/>
                  <a:pt x="11666128" y="475365"/>
                </a:cubicBezTo>
                <a:cubicBezTo>
                  <a:pt x="11640519" y="449750"/>
                  <a:pt x="11626705" y="439532"/>
                  <a:pt x="11618953" y="447282"/>
                </a:cubicBezTo>
                <a:close/>
                <a:moveTo>
                  <a:pt x="934720" y="0"/>
                </a:moveTo>
                <a:lnTo>
                  <a:pt x="13126719" y="0"/>
                </a:lnTo>
                <a:lnTo>
                  <a:pt x="13126719" y="6858000"/>
                </a:lnTo>
                <a:lnTo>
                  <a:pt x="934720" y="6858000"/>
                </a:lnTo>
                <a:lnTo>
                  <a:pt x="934720" y="1376363"/>
                </a:lnTo>
                <a:lnTo>
                  <a:pt x="0" y="1376363"/>
                </a:lnTo>
                <a:lnTo>
                  <a:pt x="0" y="441325"/>
                </a:lnTo>
                <a:lnTo>
                  <a:pt x="934720" y="441325"/>
                </a:ln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14" name="Freihandform 13">
            <a:extLst>
              <a:ext uri="{FF2B5EF4-FFF2-40B4-BE49-F238E27FC236}">
                <a16:creationId xmlns:a16="http://schemas.microsoft.com/office/drawing/2014/main" id="{BF856FC7-9FB9-F6AB-069C-54CD34911DF3}"/>
              </a:ext>
            </a:extLst>
          </p:cNvPr>
          <p:cNvSpPr/>
          <p:nvPr userDrawn="1"/>
        </p:nvSpPr>
        <p:spPr>
          <a:xfrm>
            <a:off x="2" y="0"/>
            <a:ext cx="12193199" cy="6858000"/>
          </a:xfrm>
          <a:custGeom>
            <a:avLst/>
            <a:gdLst>
              <a:gd name="connsiteX0" fmla="*/ 693263 w 12193199"/>
              <a:gd name="connsiteY0" fmla="*/ 6562790 h 6858000"/>
              <a:gd name="connsiteX1" fmla="*/ 709243 w 12193199"/>
              <a:gd name="connsiteY1" fmla="*/ 6577940 h 6858000"/>
              <a:gd name="connsiteX2" fmla="*/ 676661 w 12193199"/>
              <a:gd name="connsiteY2" fmla="*/ 6577940 h 6858000"/>
              <a:gd name="connsiteX3" fmla="*/ 693263 w 12193199"/>
              <a:gd name="connsiteY3" fmla="*/ 6562790 h 6858000"/>
              <a:gd name="connsiteX4" fmla="*/ 569366 w 12193199"/>
              <a:gd name="connsiteY4" fmla="*/ 6562790 h 6858000"/>
              <a:gd name="connsiteX5" fmla="*/ 585346 w 12193199"/>
              <a:gd name="connsiteY5" fmla="*/ 6577940 h 6858000"/>
              <a:gd name="connsiteX6" fmla="*/ 552764 w 12193199"/>
              <a:gd name="connsiteY6" fmla="*/ 6577940 h 6858000"/>
              <a:gd name="connsiteX7" fmla="*/ 569366 w 12193199"/>
              <a:gd name="connsiteY7" fmla="*/ 6562790 h 6858000"/>
              <a:gd name="connsiteX8" fmla="*/ 605701 w 12193199"/>
              <a:gd name="connsiteY8" fmla="*/ 6556045 h 6858000"/>
              <a:gd name="connsiteX9" fmla="*/ 605701 w 12193199"/>
              <a:gd name="connsiteY9" fmla="*/ 6608757 h 6858000"/>
              <a:gd name="connsiteX10" fmla="*/ 614417 w 12193199"/>
              <a:gd name="connsiteY10" fmla="*/ 6608757 h 6858000"/>
              <a:gd name="connsiteX11" fmla="*/ 614417 w 12193199"/>
              <a:gd name="connsiteY11" fmla="*/ 6556045 h 6858000"/>
              <a:gd name="connsiteX12" fmla="*/ 693263 w 12193199"/>
              <a:gd name="connsiteY12" fmla="*/ 6554697 h 6858000"/>
              <a:gd name="connsiteX13" fmla="*/ 667530 w 12193199"/>
              <a:gd name="connsiteY13" fmla="*/ 6582401 h 6858000"/>
              <a:gd name="connsiteX14" fmla="*/ 693781 w 12193199"/>
              <a:gd name="connsiteY14" fmla="*/ 6610106 h 6858000"/>
              <a:gd name="connsiteX15" fmla="*/ 716403 w 12193199"/>
              <a:gd name="connsiteY15" fmla="*/ 6598485 h 6858000"/>
              <a:gd name="connsiteX16" fmla="*/ 710280 w 12193199"/>
              <a:gd name="connsiteY16" fmla="*/ 6593297 h 6858000"/>
              <a:gd name="connsiteX17" fmla="*/ 693781 w 12193199"/>
              <a:gd name="connsiteY17" fmla="*/ 6602013 h 6858000"/>
              <a:gd name="connsiteX18" fmla="*/ 676557 w 12193199"/>
              <a:gd name="connsiteY18" fmla="*/ 6585203 h 6858000"/>
              <a:gd name="connsiteX19" fmla="*/ 718166 w 12193199"/>
              <a:gd name="connsiteY19" fmla="*/ 6585203 h 6858000"/>
              <a:gd name="connsiteX20" fmla="*/ 718374 w 12193199"/>
              <a:gd name="connsiteY20" fmla="*/ 6582090 h 6858000"/>
              <a:gd name="connsiteX21" fmla="*/ 693263 w 12193199"/>
              <a:gd name="connsiteY21" fmla="*/ 6554697 h 6858000"/>
              <a:gd name="connsiteX22" fmla="*/ 569366 w 12193199"/>
              <a:gd name="connsiteY22" fmla="*/ 6554697 h 6858000"/>
              <a:gd name="connsiteX23" fmla="*/ 543633 w 12193199"/>
              <a:gd name="connsiteY23" fmla="*/ 6582401 h 6858000"/>
              <a:gd name="connsiteX24" fmla="*/ 569885 w 12193199"/>
              <a:gd name="connsiteY24" fmla="*/ 6610106 h 6858000"/>
              <a:gd name="connsiteX25" fmla="*/ 592506 w 12193199"/>
              <a:gd name="connsiteY25" fmla="*/ 6598485 h 6858000"/>
              <a:gd name="connsiteX26" fmla="*/ 586384 w 12193199"/>
              <a:gd name="connsiteY26" fmla="*/ 6593297 h 6858000"/>
              <a:gd name="connsiteX27" fmla="*/ 569885 w 12193199"/>
              <a:gd name="connsiteY27" fmla="*/ 6602013 h 6858000"/>
              <a:gd name="connsiteX28" fmla="*/ 552660 w 12193199"/>
              <a:gd name="connsiteY28" fmla="*/ 6585203 h 6858000"/>
              <a:gd name="connsiteX29" fmla="*/ 594270 w 12193199"/>
              <a:gd name="connsiteY29" fmla="*/ 6585203 h 6858000"/>
              <a:gd name="connsiteX30" fmla="*/ 594477 w 12193199"/>
              <a:gd name="connsiteY30" fmla="*/ 6582090 h 6858000"/>
              <a:gd name="connsiteX31" fmla="*/ 569366 w 12193199"/>
              <a:gd name="connsiteY31" fmla="*/ 6554697 h 6858000"/>
              <a:gd name="connsiteX32" fmla="*/ 643658 w 12193199"/>
              <a:gd name="connsiteY32" fmla="*/ 6541207 h 6858000"/>
              <a:gd name="connsiteX33" fmla="*/ 634942 w 12193199"/>
              <a:gd name="connsiteY33" fmla="*/ 6544216 h 6858000"/>
              <a:gd name="connsiteX34" fmla="*/ 634942 w 12193199"/>
              <a:gd name="connsiteY34" fmla="*/ 6556045 h 6858000"/>
              <a:gd name="connsiteX35" fmla="*/ 625188 w 12193199"/>
              <a:gd name="connsiteY35" fmla="*/ 6556045 h 6858000"/>
              <a:gd name="connsiteX36" fmla="*/ 625188 w 12193199"/>
              <a:gd name="connsiteY36" fmla="*/ 6563620 h 6858000"/>
              <a:gd name="connsiteX37" fmla="*/ 634942 w 12193199"/>
              <a:gd name="connsiteY37" fmla="*/ 6563620 h 6858000"/>
              <a:gd name="connsiteX38" fmla="*/ 634942 w 12193199"/>
              <a:gd name="connsiteY38" fmla="*/ 6593608 h 6858000"/>
              <a:gd name="connsiteX39" fmla="*/ 650299 w 12193199"/>
              <a:gd name="connsiteY39" fmla="*/ 6609899 h 6858000"/>
              <a:gd name="connsiteX40" fmla="*/ 657355 w 12193199"/>
              <a:gd name="connsiteY40" fmla="*/ 6608757 h 6858000"/>
              <a:gd name="connsiteX41" fmla="*/ 657355 w 12193199"/>
              <a:gd name="connsiteY41" fmla="*/ 6600975 h 6858000"/>
              <a:gd name="connsiteX42" fmla="*/ 652374 w 12193199"/>
              <a:gd name="connsiteY42" fmla="*/ 6601909 h 6858000"/>
              <a:gd name="connsiteX43" fmla="*/ 643658 w 12193199"/>
              <a:gd name="connsiteY43" fmla="*/ 6592778 h 6858000"/>
              <a:gd name="connsiteX44" fmla="*/ 643658 w 12193199"/>
              <a:gd name="connsiteY44" fmla="*/ 6563620 h 6858000"/>
              <a:gd name="connsiteX45" fmla="*/ 657355 w 12193199"/>
              <a:gd name="connsiteY45" fmla="*/ 6563620 h 6858000"/>
              <a:gd name="connsiteX46" fmla="*/ 657355 w 12193199"/>
              <a:gd name="connsiteY46" fmla="*/ 6556045 h 6858000"/>
              <a:gd name="connsiteX47" fmla="*/ 643658 w 12193199"/>
              <a:gd name="connsiteY47" fmla="*/ 6556045 h 6858000"/>
              <a:gd name="connsiteX48" fmla="*/ 509589 w 12193199"/>
              <a:gd name="connsiteY48" fmla="*/ 6534878 h 6858000"/>
              <a:gd name="connsiteX49" fmla="*/ 484374 w 12193199"/>
              <a:gd name="connsiteY49" fmla="*/ 6554800 h 6858000"/>
              <a:gd name="connsiteX50" fmla="*/ 503052 w 12193199"/>
              <a:gd name="connsiteY50" fmla="*/ 6574723 h 6858000"/>
              <a:gd name="connsiteX51" fmla="*/ 511663 w 12193199"/>
              <a:gd name="connsiteY51" fmla="*/ 6576591 h 6858000"/>
              <a:gd name="connsiteX52" fmla="*/ 524946 w 12193199"/>
              <a:gd name="connsiteY52" fmla="*/ 6589354 h 6858000"/>
              <a:gd name="connsiteX53" fmla="*/ 507721 w 12193199"/>
              <a:gd name="connsiteY53" fmla="*/ 6601701 h 6858000"/>
              <a:gd name="connsiteX54" fmla="*/ 485619 w 12193199"/>
              <a:gd name="connsiteY54" fmla="*/ 6593815 h 6858000"/>
              <a:gd name="connsiteX55" fmla="*/ 485619 w 12193199"/>
              <a:gd name="connsiteY55" fmla="*/ 6603569 h 6858000"/>
              <a:gd name="connsiteX56" fmla="*/ 507721 w 12193199"/>
              <a:gd name="connsiteY56" fmla="*/ 6610003 h 6858000"/>
              <a:gd name="connsiteX57" fmla="*/ 534285 w 12193199"/>
              <a:gd name="connsiteY57" fmla="*/ 6589042 h 6858000"/>
              <a:gd name="connsiteX58" fmla="*/ 514466 w 12193199"/>
              <a:gd name="connsiteY58" fmla="*/ 6567771 h 6858000"/>
              <a:gd name="connsiteX59" fmla="*/ 505853 w 12193199"/>
              <a:gd name="connsiteY59" fmla="*/ 6565799 h 6858000"/>
              <a:gd name="connsiteX60" fmla="*/ 493817 w 12193199"/>
              <a:gd name="connsiteY60" fmla="*/ 6554178 h 6858000"/>
              <a:gd name="connsiteX61" fmla="*/ 509589 w 12193199"/>
              <a:gd name="connsiteY61" fmla="*/ 6543179 h 6858000"/>
              <a:gd name="connsiteX62" fmla="*/ 530964 w 12193199"/>
              <a:gd name="connsiteY62" fmla="*/ 6551065 h 6858000"/>
              <a:gd name="connsiteX63" fmla="*/ 531068 w 12193199"/>
              <a:gd name="connsiteY63" fmla="*/ 6541311 h 6858000"/>
              <a:gd name="connsiteX64" fmla="*/ 509589 w 12193199"/>
              <a:gd name="connsiteY64" fmla="*/ 6534878 h 6858000"/>
              <a:gd name="connsiteX65" fmla="*/ 610059 w 12193199"/>
              <a:gd name="connsiteY65" fmla="*/ 6534151 h 6858000"/>
              <a:gd name="connsiteX66" fmla="*/ 604040 w 12193199"/>
              <a:gd name="connsiteY66" fmla="*/ 6540170 h 6858000"/>
              <a:gd name="connsiteX67" fmla="*/ 610059 w 12193199"/>
              <a:gd name="connsiteY67" fmla="*/ 6546188 h 6858000"/>
              <a:gd name="connsiteX68" fmla="*/ 616077 w 12193199"/>
              <a:gd name="connsiteY68" fmla="*/ 6540170 h 6858000"/>
              <a:gd name="connsiteX69" fmla="*/ 610059 w 12193199"/>
              <a:gd name="connsiteY69" fmla="*/ 6534151 h 6858000"/>
              <a:gd name="connsiteX70" fmla="*/ 500904 w 12193199"/>
              <a:gd name="connsiteY70" fmla="*/ 6461548 h 6858000"/>
              <a:gd name="connsiteX71" fmla="*/ 519458 w 12193199"/>
              <a:gd name="connsiteY71" fmla="*/ 6461548 h 6858000"/>
              <a:gd name="connsiteX72" fmla="*/ 528836 w 12193199"/>
              <a:gd name="connsiteY72" fmla="*/ 6469515 h 6858000"/>
              <a:gd name="connsiteX73" fmla="*/ 519458 w 12193199"/>
              <a:gd name="connsiteY73" fmla="*/ 6477582 h 6858000"/>
              <a:gd name="connsiteX74" fmla="*/ 500904 w 12193199"/>
              <a:gd name="connsiteY74" fmla="*/ 6477582 h 6858000"/>
              <a:gd name="connsiteX75" fmla="*/ 1062845 w 12193199"/>
              <a:gd name="connsiteY75" fmla="*/ 6451061 h 6858000"/>
              <a:gd name="connsiteX76" fmla="*/ 1075953 w 12193199"/>
              <a:gd name="connsiteY76" fmla="*/ 6464876 h 6858000"/>
              <a:gd name="connsiteX77" fmla="*/ 1062845 w 12193199"/>
              <a:gd name="connsiteY77" fmla="*/ 6478691 h 6858000"/>
              <a:gd name="connsiteX78" fmla="*/ 1049836 w 12193199"/>
              <a:gd name="connsiteY78" fmla="*/ 6464876 h 6858000"/>
              <a:gd name="connsiteX79" fmla="*/ 1062845 w 12193199"/>
              <a:gd name="connsiteY79" fmla="*/ 6451061 h 6858000"/>
              <a:gd name="connsiteX80" fmla="*/ 1225496 w 12193199"/>
              <a:gd name="connsiteY80" fmla="*/ 6450960 h 6858000"/>
              <a:gd name="connsiteX81" fmla="*/ 1238605 w 12193199"/>
              <a:gd name="connsiteY81" fmla="*/ 6464876 h 6858000"/>
              <a:gd name="connsiteX82" fmla="*/ 1225496 w 12193199"/>
              <a:gd name="connsiteY82" fmla="*/ 6478792 h 6858000"/>
              <a:gd name="connsiteX83" fmla="*/ 1212387 w 12193199"/>
              <a:gd name="connsiteY83" fmla="*/ 6464876 h 6858000"/>
              <a:gd name="connsiteX84" fmla="*/ 1225496 w 12193199"/>
              <a:gd name="connsiteY84" fmla="*/ 6450960 h 6858000"/>
              <a:gd name="connsiteX85" fmla="*/ 919962 w 12193199"/>
              <a:gd name="connsiteY85" fmla="*/ 6450960 h 6858000"/>
              <a:gd name="connsiteX86" fmla="*/ 933071 w 12193199"/>
              <a:gd name="connsiteY86" fmla="*/ 6464876 h 6858000"/>
              <a:gd name="connsiteX87" fmla="*/ 919962 w 12193199"/>
              <a:gd name="connsiteY87" fmla="*/ 6478792 h 6858000"/>
              <a:gd name="connsiteX88" fmla="*/ 906852 w 12193199"/>
              <a:gd name="connsiteY88" fmla="*/ 6464876 h 6858000"/>
              <a:gd name="connsiteX89" fmla="*/ 919962 w 12193199"/>
              <a:gd name="connsiteY89" fmla="*/ 6450960 h 6858000"/>
              <a:gd name="connsiteX90" fmla="*/ 581316 w 12193199"/>
              <a:gd name="connsiteY90" fmla="*/ 6450960 h 6858000"/>
              <a:gd name="connsiteX91" fmla="*/ 594425 w 12193199"/>
              <a:gd name="connsiteY91" fmla="*/ 6464876 h 6858000"/>
              <a:gd name="connsiteX92" fmla="*/ 581316 w 12193199"/>
              <a:gd name="connsiteY92" fmla="*/ 6478792 h 6858000"/>
              <a:gd name="connsiteX93" fmla="*/ 568206 w 12193199"/>
              <a:gd name="connsiteY93" fmla="*/ 6464876 h 6858000"/>
              <a:gd name="connsiteX94" fmla="*/ 581316 w 12193199"/>
              <a:gd name="connsiteY94" fmla="*/ 6450960 h 6858000"/>
              <a:gd name="connsiteX95" fmla="*/ 1288500 w 12193199"/>
              <a:gd name="connsiteY95" fmla="*/ 6450153 h 6858000"/>
              <a:gd name="connsiteX96" fmla="*/ 1299896 w 12193199"/>
              <a:gd name="connsiteY96" fmla="*/ 6458926 h 6858000"/>
              <a:gd name="connsiteX97" fmla="*/ 1277307 w 12193199"/>
              <a:gd name="connsiteY97" fmla="*/ 6458926 h 6858000"/>
              <a:gd name="connsiteX98" fmla="*/ 1288500 w 12193199"/>
              <a:gd name="connsiteY98" fmla="*/ 6450153 h 6858000"/>
              <a:gd name="connsiteX99" fmla="*/ 773758 w 12193199"/>
              <a:gd name="connsiteY99" fmla="*/ 6450153 h 6858000"/>
              <a:gd name="connsiteX100" fmla="*/ 785154 w 12193199"/>
              <a:gd name="connsiteY100" fmla="*/ 6458926 h 6858000"/>
              <a:gd name="connsiteX101" fmla="*/ 762565 w 12193199"/>
              <a:gd name="connsiteY101" fmla="*/ 6458926 h 6858000"/>
              <a:gd name="connsiteX102" fmla="*/ 773758 w 12193199"/>
              <a:gd name="connsiteY102" fmla="*/ 6450153 h 6858000"/>
              <a:gd name="connsiteX103" fmla="*/ 868063 w 12193199"/>
              <a:gd name="connsiteY103" fmla="*/ 6438859 h 6858000"/>
              <a:gd name="connsiteX104" fmla="*/ 868063 w 12193199"/>
              <a:gd name="connsiteY104" fmla="*/ 6490893 h 6858000"/>
              <a:gd name="connsiteX105" fmla="*/ 882080 w 12193199"/>
              <a:gd name="connsiteY105" fmla="*/ 6490893 h 6858000"/>
              <a:gd name="connsiteX106" fmla="*/ 882080 w 12193199"/>
              <a:gd name="connsiteY106" fmla="*/ 6438859 h 6858000"/>
              <a:gd name="connsiteX107" fmla="*/ 1351643 w 12193199"/>
              <a:gd name="connsiteY107" fmla="*/ 6437851 h 6858000"/>
              <a:gd name="connsiteX108" fmla="*/ 1336617 w 12193199"/>
              <a:gd name="connsiteY108" fmla="*/ 6448136 h 6858000"/>
              <a:gd name="connsiteX109" fmla="*/ 1336617 w 12193199"/>
              <a:gd name="connsiteY109" fmla="*/ 6438859 h 6858000"/>
              <a:gd name="connsiteX110" fmla="*/ 1322601 w 12193199"/>
              <a:gd name="connsiteY110" fmla="*/ 6438859 h 6858000"/>
              <a:gd name="connsiteX111" fmla="*/ 1322601 w 12193199"/>
              <a:gd name="connsiteY111" fmla="*/ 6490893 h 6858000"/>
              <a:gd name="connsiteX112" fmla="*/ 1336617 w 12193199"/>
              <a:gd name="connsiteY112" fmla="*/ 6490893 h 6858000"/>
              <a:gd name="connsiteX113" fmla="*/ 1336617 w 12193199"/>
              <a:gd name="connsiteY113" fmla="*/ 6462557 h 6858000"/>
              <a:gd name="connsiteX114" fmla="*/ 1350030 w 12193199"/>
              <a:gd name="connsiteY114" fmla="*/ 6452674 h 6858000"/>
              <a:gd name="connsiteX115" fmla="*/ 1352550 w 12193199"/>
              <a:gd name="connsiteY115" fmla="*/ 6452674 h 6858000"/>
              <a:gd name="connsiteX116" fmla="*/ 1352550 w 12193199"/>
              <a:gd name="connsiteY116" fmla="*/ 6437851 h 6858000"/>
              <a:gd name="connsiteX117" fmla="*/ 650270 w 12193199"/>
              <a:gd name="connsiteY117" fmla="*/ 6437851 h 6858000"/>
              <a:gd name="connsiteX118" fmla="*/ 635245 w 12193199"/>
              <a:gd name="connsiteY118" fmla="*/ 6448136 h 6858000"/>
              <a:gd name="connsiteX119" fmla="*/ 635245 w 12193199"/>
              <a:gd name="connsiteY119" fmla="*/ 6438859 h 6858000"/>
              <a:gd name="connsiteX120" fmla="*/ 621228 w 12193199"/>
              <a:gd name="connsiteY120" fmla="*/ 6438859 h 6858000"/>
              <a:gd name="connsiteX121" fmla="*/ 621228 w 12193199"/>
              <a:gd name="connsiteY121" fmla="*/ 6490893 h 6858000"/>
              <a:gd name="connsiteX122" fmla="*/ 635245 w 12193199"/>
              <a:gd name="connsiteY122" fmla="*/ 6490893 h 6858000"/>
              <a:gd name="connsiteX123" fmla="*/ 635245 w 12193199"/>
              <a:gd name="connsiteY123" fmla="*/ 6462557 h 6858000"/>
              <a:gd name="connsiteX124" fmla="*/ 648657 w 12193199"/>
              <a:gd name="connsiteY124" fmla="*/ 6452674 h 6858000"/>
              <a:gd name="connsiteX125" fmla="*/ 651178 w 12193199"/>
              <a:gd name="connsiteY125" fmla="*/ 6452674 h 6858000"/>
              <a:gd name="connsiteX126" fmla="*/ 651178 w 12193199"/>
              <a:gd name="connsiteY126" fmla="*/ 6437851 h 6858000"/>
              <a:gd name="connsiteX127" fmla="*/ 1288500 w 12193199"/>
              <a:gd name="connsiteY127" fmla="*/ 6437447 h 6858000"/>
              <a:gd name="connsiteX128" fmla="*/ 1262584 w 12193199"/>
              <a:gd name="connsiteY128" fmla="*/ 6464876 h 6858000"/>
              <a:gd name="connsiteX129" fmla="*/ 1289709 w 12193199"/>
              <a:gd name="connsiteY129" fmla="*/ 6492405 h 6858000"/>
              <a:gd name="connsiteX130" fmla="*/ 1312702 w 12193199"/>
              <a:gd name="connsiteY130" fmla="*/ 6480607 h 6858000"/>
              <a:gd name="connsiteX131" fmla="*/ 1303223 w 12193199"/>
              <a:gd name="connsiteY131" fmla="*/ 6472540 h 6858000"/>
              <a:gd name="connsiteX132" fmla="*/ 1289709 w 12193199"/>
              <a:gd name="connsiteY132" fmla="*/ 6479699 h 6858000"/>
              <a:gd name="connsiteX133" fmla="*/ 1277105 w 12193199"/>
              <a:gd name="connsiteY133" fmla="*/ 6468909 h 6858000"/>
              <a:gd name="connsiteX134" fmla="*/ 1314114 w 12193199"/>
              <a:gd name="connsiteY134" fmla="*/ 6468909 h 6858000"/>
              <a:gd name="connsiteX135" fmla="*/ 1314517 w 12193199"/>
              <a:gd name="connsiteY135" fmla="*/ 6464271 h 6858000"/>
              <a:gd name="connsiteX136" fmla="*/ 1288500 w 12193199"/>
              <a:gd name="connsiteY136" fmla="*/ 6437447 h 6858000"/>
              <a:gd name="connsiteX137" fmla="*/ 1222370 w 12193199"/>
              <a:gd name="connsiteY137" fmla="*/ 6437447 h 6858000"/>
              <a:gd name="connsiteX138" fmla="*/ 1197864 w 12193199"/>
              <a:gd name="connsiteY138" fmla="*/ 6464876 h 6858000"/>
              <a:gd name="connsiteX139" fmla="*/ 1222370 w 12193199"/>
              <a:gd name="connsiteY139" fmla="*/ 6492405 h 6858000"/>
              <a:gd name="connsiteX140" fmla="*/ 1238605 w 12193199"/>
              <a:gd name="connsiteY140" fmla="*/ 6483430 h 6858000"/>
              <a:gd name="connsiteX141" fmla="*/ 1238605 w 12193199"/>
              <a:gd name="connsiteY141" fmla="*/ 6490893 h 6858000"/>
              <a:gd name="connsiteX142" fmla="*/ 1252622 w 12193199"/>
              <a:gd name="connsiteY142" fmla="*/ 6490893 h 6858000"/>
              <a:gd name="connsiteX143" fmla="*/ 1252622 w 12193199"/>
              <a:gd name="connsiteY143" fmla="*/ 6438859 h 6858000"/>
              <a:gd name="connsiteX144" fmla="*/ 1238605 w 12193199"/>
              <a:gd name="connsiteY144" fmla="*/ 6438859 h 6858000"/>
              <a:gd name="connsiteX145" fmla="*/ 1238605 w 12193199"/>
              <a:gd name="connsiteY145" fmla="*/ 6446422 h 6858000"/>
              <a:gd name="connsiteX146" fmla="*/ 1222370 w 12193199"/>
              <a:gd name="connsiteY146" fmla="*/ 6437447 h 6858000"/>
              <a:gd name="connsiteX147" fmla="*/ 1062845 w 12193199"/>
              <a:gd name="connsiteY147" fmla="*/ 6437447 h 6858000"/>
              <a:gd name="connsiteX148" fmla="*/ 1035315 w 12193199"/>
              <a:gd name="connsiteY148" fmla="*/ 6464876 h 6858000"/>
              <a:gd name="connsiteX149" fmla="*/ 1062845 w 12193199"/>
              <a:gd name="connsiteY149" fmla="*/ 6492304 h 6858000"/>
              <a:gd name="connsiteX150" fmla="*/ 1090475 w 12193199"/>
              <a:gd name="connsiteY150" fmla="*/ 6464876 h 6858000"/>
              <a:gd name="connsiteX151" fmla="*/ 1062845 w 12193199"/>
              <a:gd name="connsiteY151" fmla="*/ 6437447 h 6858000"/>
              <a:gd name="connsiteX152" fmla="*/ 916836 w 12193199"/>
              <a:gd name="connsiteY152" fmla="*/ 6437447 h 6858000"/>
              <a:gd name="connsiteX153" fmla="*/ 892332 w 12193199"/>
              <a:gd name="connsiteY153" fmla="*/ 6464876 h 6858000"/>
              <a:gd name="connsiteX154" fmla="*/ 916836 w 12193199"/>
              <a:gd name="connsiteY154" fmla="*/ 6492405 h 6858000"/>
              <a:gd name="connsiteX155" fmla="*/ 933071 w 12193199"/>
              <a:gd name="connsiteY155" fmla="*/ 6483430 h 6858000"/>
              <a:gd name="connsiteX156" fmla="*/ 933071 w 12193199"/>
              <a:gd name="connsiteY156" fmla="*/ 6490893 h 6858000"/>
              <a:gd name="connsiteX157" fmla="*/ 947087 w 12193199"/>
              <a:gd name="connsiteY157" fmla="*/ 6490893 h 6858000"/>
              <a:gd name="connsiteX158" fmla="*/ 947087 w 12193199"/>
              <a:gd name="connsiteY158" fmla="*/ 6438859 h 6858000"/>
              <a:gd name="connsiteX159" fmla="*/ 933071 w 12193199"/>
              <a:gd name="connsiteY159" fmla="*/ 6438859 h 6858000"/>
              <a:gd name="connsiteX160" fmla="*/ 933071 w 12193199"/>
              <a:gd name="connsiteY160" fmla="*/ 6446422 h 6858000"/>
              <a:gd name="connsiteX161" fmla="*/ 916836 w 12193199"/>
              <a:gd name="connsiteY161" fmla="*/ 6437447 h 6858000"/>
              <a:gd name="connsiteX162" fmla="*/ 839011 w 12193199"/>
              <a:gd name="connsiteY162" fmla="*/ 6437447 h 6858000"/>
              <a:gd name="connsiteX163" fmla="*/ 823382 w 12193199"/>
              <a:gd name="connsiteY163" fmla="*/ 6444809 h 6858000"/>
              <a:gd name="connsiteX164" fmla="*/ 823382 w 12193199"/>
              <a:gd name="connsiteY164" fmla="*/ 6438859 h 6858000"/>
              <a:gd name="connsiteX165" fmla="*/ 809364 w 12193199"/>
              <a:gd name="connsiteY165" fmla="*/ 6438859 h 6858000"/>
              <a:gd name="connsiteX166" fmla="*/ 809364 w 12193199"/>
              <a:gd name="connsiteY166" fmla="*/ 6490893 h 6858000"/>
              <a:gd name="connsiteX167" fmla="*/ 823382 w 12193199"/>
              <a:gd name="connsiteY167" fmla="*/ 6490893 h 6858000"/>
              <a:gd name="connsiteX168" fmla="*/ 823382 w 12193199"/>
              <a:gd name="connsiteY168" fmla="*/ 6459733 h 6858000"/>
              <a:gd name="connsiteX169" fmla="*/ 832961 w 12193199"/>
              <a:gd name="connsiteY169" fmla="*/ 6449750 h 6858000"/>
              <a:gd name="connsiteX170" fmla="*/ 841936 w 12193199"/>
              <a:gd name="connsiteY170" fmla="*/ 6459229 h 6858000"/>
              <a:gd name="connsiteX171" fmla="*/ 841936 w 12193199"/>
              <a:gd name="connsiteY171" fmla="*/ 6490893 h 6858000"/>
              <a:gd name="connsiteX172" fmla="*/ 855953 w 12193199"/>
              <a:gd name="connsiteY172" fmla="*/ 6490893 h 6858000"/>
              <a:gd name="connsiteX173" fmla="*/ 855953 w 12193199"/>
              <a:gd name="connsiteY173" fmla="*/ 6456708 h 6858000"/>
              <a:gd name="connsiteX174" fmla="*/ 839011 w 12193199"/>
              <a:gd name="connsiteY174" fmla="*/ 6437447 h 6858000"/>
              <a:gd name="connsiteX175" fmla="*/ 773758 w 12193199"/>
              <a:gd name="connsiteY175" fmla="*/ 6437447 h 6858000"/>
              <a:gd name="connsiteX176" fmla="*/ 747843 w 12193199"/>
              <a:gd name="connsiteY176" fmla="*/ 6464876 h 6858000"/>
              <a:gd name="connsiteX177" fmla="*/ 774969 w 12193199"/>
              <a:gd name="connsiteY177" fmla="*/ 6492405 h 6858000"/>
              <a:gd name="connsiteX178" fmla="*/ 797961 w 12193199"/>
              <a:gd name="connsiteY178" fmla="*/ 6480607 h 6858000"/>
              <a:gd name="connsiteX179" fmla="*/ 788481 w 12193199"/>
              <a:gd name="connsiteY179" fmla="*/ 6472540 h 6858000"/>
              <a:gd name="connsiteX180" fmla="*/ 774969 w 12193199"/>
              <a:gd name="connsiteY180" fmla="*/ 6479699 h 6858000"/>
              <a:gd name="connsiteX181" fmla="*/ 762364 w 12193199"/>
              <a:gd name="connsiteY181" fmla="*/ 6468909 h 6858000"/>
              <a:gd name="connsiteX182" fmla="*/ 799372 w 12193199"/>
              <a:gd name="connsiteY182" fmla="*/ 6468909 h 6858000"/>
              <a:gd name="connsiteX183" fmla="*/ 799776 w 12193199"/>
              <a:gd name="connsiteY183" fmla="*/ 6464271 h 6858000"/>
              <a:gd name="connsiteX184" fmla="*/ 773758 w 12193199"/>
              <a:gd name="connsiteY184" fmla="*/ 6437447 h 6858000"/>
              <a:gd name="connsiteX185" fmla="*/ 689403 w 12193199"/>
              <a:gd name="connsiteY185" fmla="*/ 6437447 h 6858000"/>
              <a:gd name="connsiteX186" fmla="*/ 674377 w 12193199"/>
              <a:gd name="connsiteY186" fmla="*/ 6444809 h 6858000"/>
              <a:gd name="connsiteX187" fmla="*/ 674377 w 12193199"/>
              <a:gd name="connsiteY187" fmla="*/ 6438859 h 6858000"/>
              <a:gd name="connsiteX188" fmla="*/ 660361 w 12193199"/>
              <a:gd name="connsiteY188" fmla="*/ 6438859 h 6858000"/>
              <a:gd name="connsiteX189" fmla="*/ 660361 w 12193199"/>
              <a:gd name="connsiteY189" fmla="*/ 6490893 h 6858000"/>
              <a:gd name="connsiteX190" fmla="*/ 674377 w 12193199"/>
              <a:gd name="connsiteY190" fmla="*/ 6490893 h 6858000"/>
              <a:gd name="connsiteX191" fmla="*/ 674377 w 12193199"/>
              <a:gd name="connsiteY191" fmla="*/ 6460036 h 6858000"/>
              <a:gd name="connsiteX192" fmla="*/ 683352 w 12193199"/>
              <a:gd name="connsiteY192" fmla="*/ 6449750 h 6858000"/>
              <a:gd name="connsiteX193" fmla="*/ 691923 w 12193199"/>
              <a:gd name="connsiteY193" fmla="*/ 6459632 h 6858000"/>
              <a:gd name="connsiteX194" fmla="*/ 691923 w 12193199"/>
              <a:gd name="connsiteY194" fmla="*/ 6490893 h 6858000"/>
              <a:gd name="connsiteX195" fmla="*/ 705840 w 12193199"/>
              <a:gd name="connsiteY195" fmla="*/ 6490893 h 6858000"/>
              <a:gd name="connsiteX196" fmla="*/ 705840 w 12193199"/>
              <a:gd name="connsiteY196" fmla="*/ 6458523 h 6858000"/>
              <a:gd name="connsiteX197" fmla="*/ 714916 w 12193199"/>
              <a:gd name="connsiteY197" fmla="*/ 6449750 h 6858000"/>
              <a:gd name="connsiteX198" fmla="*/ 723487 w 12193199"/>
              <a:gd name="connsiteY198" fmla="*/ 6459632 h 6858000"/>
              <a:gd name="connsiteX199" fmla="*/ 723487 w 12193199"/>
              <a:gd name="connsiteY199" fmla="*/ 6490893 h 6858000"/>
              <a:gd name="connsiteX200" fmla="*/ 737504 w 12193199"/>
              <a:gd name="connsiteY200" fmla="*/ 6490893 h 6858000"/>
              <a:gd name="connsiteX201" fmla="*/ 737504 w 12193199"/>
              <a:gd name="connsiteY201" fmla="*/ 6457010 h 6858000"/>
              <a:gd name="connsiteX202" fmla="*/ 719554 w 12193199"/>
              <a:gd name="connsiteY202" fmla="*/ 6437447 h 6858000"/>
              <a:gd name="connsiteX203" fmla="*/ 703521 w 12193199"/>
              <a:gd name="connsiteY203" fmla="*/ 6445716 h 6858000"/>
              <a:gd name="connsiteX204" fmla="*/ 689403 w 12193199"/>
              <a:gd name="connsiteY204" fmla="*/ 6437447 h 6858000"/>
              <a:gd name="connsiteX205" fmla="*/ 578190 w 12193199"/>
              <a:gd name="connsiteY205" fmla="*/ 6437447 h 6858000"/>
              <a:gd name="connsiteX206" fmla="*/ 553686 w 12193199"/>
              <a:gd name="connsiteY206" fmla="*/ 6464876 h 6858000"/>
              <a:gd name="connsiteX207" fmla="*/ 578190 w 12193199"/>
              <a:gd name="connsiteY207" fmla="*/ 6492405 h 6858000"/>
              <a:gd name="connsiteX208" fmla="*/ 594425 w 12193199"/>
              <a:gd name="connsiteY208" fmla="*/ 6483430 h 6858000"/>
              <a:gd name="connsiteX209" fmla="*/ 594425 w 12193199"/>
              <a:gd name="connsiteY209" fmla="*/ 6490893 h 6858000"/>
              <a:gd name="connsiteX210" fmla="*/ 608442 w 12193199"/>
              <a:gd name="connsiteY210" fmla="*/ 6490893 h 6858000"/>
              <a:gd name="connsiteX211" fmla="*/ 608442 w 12193199"/>
              <a:gd name="connsiteY211" fmla="*/ 6438859 h 6858000"/>
              <a:gd name="connsiteX212" fmla="*/ 594425 w 12193199"/>
              <a:gd name="connsiteY212" fmla="*/ 6438859 h 6858000"/>
              <a:gd name="connsiteX213" fmla="*/ 594425 w 12193199"/>
              <a:gd name="connsiteY213" fmla="*/ 6446422 h 6858000"/>
              <a:gd name="connsiteX214" fmla="*/ 578190 w 12193199"/>
              <a:gd name="connsiteY214" fmla="*/ 6437447 h 6858000"/>
              <a:gd name="connsiteX215" fmla="*/ 500904 w 12193199"/>
              <a:gd name="connsiteY215" fmla="*/ 6433615 h 6858000"/>
              <a:gd name="connsiteX216" fmla="*/ 518450 w 12193199"/>
              <a:gd name="connsiteY216" fmla="*/ 6433615 h 6858000"/>
              <a:gd name="connsiteX217" fmla="*/ 527122 w 12193199"/>
              <a:gd name="connsiteY217" fmla="*/ 6441078 h 6858000"/>
              <a:gd name="connsiteX218" fmla="*/ 518450 w 12193199"/>
              <a:gd name="connsiteY218" fmla="*/ 6448439 h 6858000"/>
              <a:gd name="connsiteX219" fmla="*/ 500904 w 12193199"/>
              <a:gd name="connsiteY219" fmla="*/ 6448439 h 6858000"/>
              <a:gd name="connsiteX220" fmla="*/ 1120008 w 12193199"/>
              <a:gd name="connsiteY220" fmla="*/ 6423632 h 6858000"/>
              <a:gd name="connsiteX221" fmla="*/ 1105991 w 12193199"/>
              <a:gd name="connsiteY221" fmla="*/ 6427666 h 6858000"/>
              <a:gd name="connsiteX222" fmla="*/ 1105991 w 12193199"/>
              <a:gd name="connsiteY222" fmla="*/ 6438859 h 6858000"/>
              <a:gd name="connsiteX223" fmla="*/ 1097218 w 12193199"/>
              <a:gd name="connsiteY223" fmla="*/ 6438859 h 6858000"/>
              <a:gd name="connsiteX224" fmla="*/ 1097218 w 12193199"/>
              <a:gd name="connsiteY224" fmla="*/ 6450758 h 6858000"/>
              <a:gd name="connsiteX225" fmla="*/ 1105991 w 12193199"/>
              <a:gd name="connsiteY225" fmla="*/ 6450758 h 6858000"/>
              <a:gd name="connsiteX226" fmla="*/ 1105991 w 12193199"/>
              <a:gd name="connsiteY226" fmla="*/ 6472943 h 6858000"/>
              <a:gd name="connsiteX227" fmla="*/ 1124042 w 12193199"/>
              <a:gd name="connsiteY227" fmla="*/ 6492103 h 6858000"/>
              <a:gd name="connsiteX228" fmla="*/ 1132008 w 12193199"/>
              <a:gd name="connsiteY228" fmla="*/ 6491195 h 6858000"/>
              <a:gd name="connsiteX229" fmla="*/ 1132008 w 12193199"/>
              <a:gd name="connsiteY229" fmla="*/ 6479296 h 6858000"/>
              <a:gd name="connsiteX230" fmla="*/ 1128076 w 12193199"/>
              <a:gd name="connsiteY230" fmla="*/ 6479699 h 6858000"/>
              <a:gd name="connsiteX231" fmla="*/ 1120008 w 12193199"/>
              <a:gd name="connsiteY231" fmla="*/ 6471733 h 6858000"/>
              <a:gd name="connsiteX232" fmla="*/ 1120008 w 12193199"/>
              <a:gd name="connsiteY232" fmla="*/ 6450758 h 6858000"/>
              <a:gd name="connsiteX233" fmla="*/ 1132008 w 12193199"/>
              <a:gd name="connsiteY233" fmla="*/ 6450758 h 6858000"/>
              <a:gd name="connsiteX234" fmla="*/ 1132008 w 12193199"/>
              <a:gd name="connsiteY234" fmla="*/ 6438859 h 6858000"/>
              <a:gd name="connsiteX235" fmla="*/ 1120008 w 12193199"/>
              <a:gd name="connsiteY235" fmla="*/ 6438859 h 6858000"/>
              <a:gd name="connsiteX236" fmla="*/ 1141990 w 12193199"/>
              <a:gd name="connsiteY236" fmla="*/ 6420305 h 6858000"/>
              <a:gd name="connsiteX237" fmla="*/ 1141990 w 12193199"/>
              <a:gd name="connsiteY237" fmla="*/ 6490893 h 6858000"/>
              <a:gd name="connsiteX238" fmla="*/ 1156007 w 12193199"/>
              <a:gd name="connsiteY238" fmla="*/ 6490893 h 6858000"/>
              <a:gd name="connsiteX239" fmla="*/ 1156007 w 12193199"/>
              <a:gd name="connsiteY239" fmla="*/ 6459733 h 6858000"/>
              <a:gd name="connsiteX240" fmla="*/ 1165587 w 12193199"/>
              <a:gd name="connsiteY240" fmla="*/ 6449750 h 6858000"/>
              <a:gd name="connsiteX241" fmla="*/ 1174562 w 12193199"/>
              <a:gd name="connsiteY241" fmla="*/ 6459229 h 6858000"/>
              <a:gd name="connsiteX242" fmla="*/ 1174562 w 12193199"/>
              <a:gd name="connsiteY242" fmla="*/ 6490893 h 6858000"/>
              <a:gd name="connsiteX243" fmla="*/ 1188579 w 12193199"/>
              <a:gd name="connsiteY243" fmla="*/ 6490893 h 6858000"/>
              <a:gd name="connsiteX244" fmla="*/ 1188579 w 12193199"/>
              <a:gd name="connsiteY244" fmla="*/ 6456708 h 6858000"/>
              <a:gd name="connsiteX245" fmla="*/ 1171637 w 12193199"/>
              <a:gd name="connsiteY245" fmla="*/ 6437447 h 6858000"/>
              <a:gd name="connsiteX246" fmla="*/ 1156007 w 12193199"/>
              <a:gd name="connsiteY246" fmla="*/ 6444809 h 6858000"/>
              <a:gd name="connsiteX247" fmla="*/ 1156007 w 12193199"/>
              <a:gd name="connsiteY247" fmla="*/ 6420305 h 6858000"/>
              <a:gd name="connsiteX248" fmla="*/ 485777 w 12193199"/>
              <a:gd name="connsiteY248" fmla="*/ 6420305 h 6858000"/>
              <a:gd name="connsiteX249" fmla="*/ 485777 w 12193199"/>
              <a:gd name="connsiteY249" fmla="*/ 6490893 h 6858000"/>
              <a:gd name="connsiteX250" fmla="*/ 520668 w 12193199"/>
              <a:gd name="connsiteY250" fmla="*/ 6490893 h 6858000"/>
              <a:gd name="connsiteX251" fmla="*/ 544568 w 12193199"/>
              <a:gd name="connsiteY251" fmla="*/ 6471229 h 6858000"/>
              <a:gd name="connsiteX252" fmla="*/ 532265 w 12193199"/>
              <a:gd name="connsiteY252" fmla="*/ 6454691 h 6858000"/>
              <a:gd name="connsiteX253" fmla="*/ 542753 w 12193199"/>
              <a:gd name="connsiteY253" fmla="*/ 6438960 h 6858000"/>
              <a:gd name="connsiteX254" fmla="*/ 520568 w 12193199"/>
              <a:gd name="connsiteY254" fmla="*/ 6420305 h 6858000"/>
              <a:gd name="connsiteX255" fmla="*/ 994261 w 12193199"/>
              <a:gd name="connsiteY255" fmla="*/ 6419094 h 6858000"/>
              <a:gd name="connsiteX256" fmla="*/ 958361 w 12193199"/>
              <a:gd name="connsiteY256" fmla="*/ 6455800 h 6858000"/>
              <a:gd name="connsiteX257" fmla="*/ 992042 w 12193199"/>
              <a:gd name="connsiteY257" fmla="*/ 6492405 h 6858000"/>
              <a:gd name="connsiteX258" fmla="*/ 1012614 w 12193199"/>
              <a:gd name="connsiteY258" fmla="*/ 6482624 h 6858000"/>
              <a:gd name="connsiteX259" fmla="*/ 1012614 w 12193199"/>
              <a:gd name="connsiteY259" fmla="*/ 6490893 h 6858000"/>
              <a:gd name="connsiteX260" fmla="*/ 1026226 w 12193199"/>
              <a:gd name="connsiteY260" fmla="*/ 6490893 h 6858000"/>
              <a:gd name="connsiteX261" fmla="*/ 1026226 w 12193199"/>
              <a:gd name="connsiteY261" fmla="*/ 6452977 h 6858000"/>
              <a:gd name="connsiteX262" fmla="*/ 994563 w 12193199"/>
              <a:gd name="connsiteY262" fmla="*/ 6452977 h 6858000"/>
              <a:gd name="connsiteX263" fmla="*/ 994563 w 12193199"/>
              <a:gd name="connsiteY263" fmla="*/ 6466489 h 6858000"/>
              <a:gd name="connsiteX264" fmla="*/ 1011303 w 12193199"/>
              <a:gd name="connsiteY264" fmla="*/ 6466489 h 6858000"/>
              <a:gd name="connsiteX265" fmla="*/ 994463 w 12193199"/>
              <a:gd name="connsiteY265" fmla="*/ 6478086 h 6858000"/>
              <a:gd name="connsiteX266" fmla="*/ 974395 w 12193199"/>
              <a:gd name="connsiteY266" fmla="*/ 6455800 h 6858000"/>
              <a:gd name="connsiteX267" fmla="*/ 994261 w 12193199"/>
              <a:gd name="connsiteY267" fmla="*/ 6433414 h 6858000"/>
              <a:gd name="connsiteX268" fmla="*/ 1012008 w 12193199"/>
              <a:gd name="connsiteY268" fmla="*/ 6443699 h 6858000"/>
              <a:gd name="connsiteX269" fmla="*/ 1024715 w 12193199"/>
              <a:gd name="connsiteY269" fmla="*/ 6435229 h 6858000"/>
              <a:gd name="connsiteX270" fmla="*/ 994261 w 12193199"/>
              <a:gd name="connsiteY270" fmla="*/ 6419094 h 6858000"/>
              <a:gd name="connsiteX271" fmla="*/ 875121 w 12193199"/>
              <a:gd name="connsiteY271" fmla="*/ 6416674 h 6858000"/>
              <a:gd name="connsiteX272" fmla="*/ 866752 w 12193199"/>
              <a:gd name="connsiteY272" fmla="*/ 6424943 h 6858000"/>
              <a:gd name="connsiteX273" fmla="*/ 875121 w 12193199"/>
              <a:gd name="connsiteY273" fmla="*/ 6433313 h 6858000"/>
              <a:gd name="connsiteX274" fmla="*/ 883492 w 12193199"/>
              <a:gd name="connsiteY274" fmla="*/ 6424943 h 6858000"/>
              <a:gd name="connsiteX275" fmla="*/ 875121 w 12193199"/>
              <a:gd name="connsiteY275" fmla="*/ 6416674 h 6858000"/>
              <a:gd name="connsiteX276" fmla="*/ 11442400 w 12193199"/>
              <a:gd name="connsiteY276" fmla="*/ 652256 h 6858000"/>
              <a:gd name="connsiteX277" fmla="*/ 11465450 w 12193199"/>
              <a:gd name="connsiteY277" fmla="*/ 677002 h 6858000"/>
              <a:gd name="connsiteX278" fmla="*/ 11442400 w 12193199"/>
              <a:gd name="connsiteY278" fmla="*/ 701748 h 6858000"/>
              <a:gd name="connsiteX279" fmla="*/ 11419349 w 12193199"/>
              <a:gd name="connsiteY279" fmla="*/ 677002 h 6858000"/>
              <a:gd name="connsiteX280" fmla="*/ 11442400 w 12193199"/>
              <a:gd name="connsiteY280" fmla="*/ 652256 h 6858000"/>
              <a:gd name="connsiteX281" fmla="*/ 11217192 w 12193199"/>
              <a:gd name="connsiteY281" fmla="*/ 652256 h 6858000"/>
              <a:gd name="connsiteX282" fmla="*/ 11240242 w 12193199"/>
              <a:gd name="connsiteY282" fmla="*/ 677002 h 6858000"/>
              <a:gd name="connsiteX283" fmla="*/ 11217192 w 12193199"/>
              <a:gd name="connsiteY283" fmla="*/ 701748 h 6858000"/>
              <a:gd name="connsiteX284" fmla="*/ 11194142 w 12193199"/>
              <a:gd name="connsiteY284" fmla="*/ 677002 h 6858000"/>
              <a:gd name="connsiteX285" fmla="*/ 11217192 w 12193199"/>
              <a:gd name="connsiteY285" fmla="*/ 652256 h 6858000"/>
              <a:gd name="connsiteX286" fmla="*/ 11532427 w 12193199"/>
              <a:gd name="connsiteY286" fmla="*/ 651335 h 6858000"/>
              <a:gd name="connsiteX287" fmla="*/ 11552688 w 12193199"/>
              <a:gd name="connsiteY287" fmla="*/ 668498 h 6858000"/>
              <a:gd name="connsiteX288" fmla="*/ 11511858 w 12193199"/>
              <a:gd name="connsiteY288" fmla="*/ 668498 h 6858000"/>
              <a:gd name="connsiteX289" fmla="*/ 11532427 w 12193199"/>
              <a:gd name="connsiteY289" fmla="*/ 651335 h 6858000"/>
              <a:gd name="connsiteX290" fmla="*/ 11620279 w 12193199"/>
              <a:gd name="connsiteY290" fmla="*/ 636015 h 6858000"/>
              <a:gd name="connsiteX291" fmla="*/ 11598623 w 12193199"/>
              <a:gd name="connsiteY291" fmla="*/ 651783 h 6858000"/>
              <a:gd name="connsiteX292" fmla="*/ 11598623 w 12193199"/>
              <a:gd name="connsiteY292" fmla="*/ 637396 h 6858000"/>
              <a:gd name="connsiteX293" fmla="*/ 11580996 w 12193199"/>
              <a:gd name="connsiteY293" fmla="*/ 637396 h 6858000"/>
              <a:gd name="connsiteX294" fmla="*/ 11580996 w 12193199"/>
              <a:gd name="connsiteY294" fmla="*/ 716570 h 6858000"/>
              <a:gd name="connsiteX295" fmla="*/ 11580996 w 12193199"/>
              <a:gd name="connsiteY295" fmla="*/ 716595 h 6858000"/>
              <a:gd name="connsiteX296" fmla="*/ 11598623 w 12193199"/>
              <a:gd name="connsiteY296" fmla="*/ 716595 h 6858000"/>
              <a:gd name="connsiteX297" fmla="*/ 11598623 w 12193199"/>
              <a:gd name="connsiteY297" fmla="*/ 673447 h 6858000"/>
              <a:gd name="connsiteX298" fmla="*/ 11618117 w 12193199"/>
              <a:gd name="connsiteY298" fmla="*/ 654264 h 6858000"/>
              <a:gd name="connsiteX299" fmla="*/ 11621980 w 12193199"/>
              <a:gd name="connsiteY299" fmla="*/ 654264 h 6858000"/>
              <a:gd name="connsiteX300" fmla="*/ 11621980 w 12193199"/>
              <a:gd name="connsiteY300" fmla="*/ 636015 h 6858000"/>
              <a:gd name="connsiteX301" fmla="*/ 11438844 w 12193199"/>
              <a:gd name="connsiteY301" fmla="*/ 635260 h 6858000"/>
              <a:gd name="connsiteX302" fmla="*/ 11401109 w 12193199"/>
              <a:gd name="connsiteY302" fmla="*/ 677015 h 6858000"/>
              <a:gd name="connsiteX303" fmla="*/ 11438844 w 12193199"/>
              <a:gd name="connsiteY303" fmla="*/ 718769 h 6858000"/>
              <a:gd name="connsiteX304" fmla="*/ 11465450 w 12193199"/>
              <a:gd name="connsiteY304" fmla="*/ 703461 h 6858000"/>
              <a:gd name="connsiteX305" fmla="*/ 11465450 w 12193199"/>
              <a:gd name="connsiteY305" fmla="*/ 716608 h 6858000"/>
              <a:gd name="connsiteX306" fmla="*/ 11483090 w 12193199"/>
              <a:gd name="connsiteY306" fmla="*/ 716608 h 6858000"/>
              <a:gd name="connsiteX307" fmla="*/ 11483090 w 12193199"/>
              <a:gd name="connsiteY307" fmla="*/ 637434 h 6858000"/>
              <a:gd name="connsiteX308" fmla="*/ 11465450 w 12193199"/>
              <a:gd name="connsiteY308" fmla="*/ 637434 h 6858000"/>
              <a:gd name="connsiteX309" fmla="*/ 11465450 w 12193199"/>
              <a:gd name="connsiteY309" fmla="*/ 650568 h 6858000"/>
              <a:gd name="connsiteX310" fmla="*/ 11438844 w 12193199"/>
              <a:gd name="connsiteY310" fmla="*/ 635260 h 6858000"/>
              <a:gd name="connsiteX311" fmla="*/ 11217192 w 12193199"/>
              <a:gd name="connsiteY311" fmla="*/ 635248 h 6858000"/>
              <a:gd name="connsiteX312" fmla="*/ 11175888 w 12193199"/>
              <a:gd name="connsiteY312" fmla="*/ 677002 h 6858000"/>
              <a:gd name="connsiteX313" fmla="*/ 11217192 w 12193199"/>
              <a:gd name="connsiteY313" fmla="*/ 718756 h 6858000"/>
              <a:gd name="connsiteX314" fmla="*/ 11258496 w 12193199"/>
              <a:gd name="connsiteY314" fmla="*/ 677002 h 6858000"/>
              <a:gd name="connsiteX315" fmla="*/ 11217192 w 12193199"/>
              <a:gd name="connsiteY315" fmla="*/ 635248 h 6858000"/>
              <a:gd name="connsiteX316" fmla="*/ 11532439 w 12193199"/>
              <a:gd name="connsiteY316" fmla="*/ 635235 h 6858000"/>
              <a:gd name="connsiteX317" fmla="*/ 11493310 w 12193199"/>
              <a:gd name="connsiteY317" fmla="*/ 676989 h 6858000"/>
              <a:gd name="connsiteX318" fmla="*/ 11493297 w 12193199"/>
              <a:gd name="connsiteY318" fmla="*/ 677002 h 6858000"/>
              <a:gd name="connsiteX319" fmla="*/ 11533821 w 12193199"/>
              <a:gd name="connsiteY319" fmla="*/ 718756 h 6858000"/>
              <a:gd name="connsiteX320" fmla="*/ 11568320 w 12193199"/>
              <a:gd name="connsiteY320" fmla="*/ 700968 h 6858000"/>
              <a:gd name="connsiteX321" fmla="*/ 11556257 w 12193199"/>
              <a:gd name="connsiteY321" fmla="*/ 690762 h 6858000"/>
              <a:gd name="connsiteX322" fmla="*/ 11533834 w 12193199"/>
              <a:gd name="connsiteY322" fmla="*/ 702669 h 6858000"/>
              <a:gd name="connsiteX323" fmla="*/ 11511410 w 12193199"/>
              <a:gd name="connsiteY323" fmla="*/ 682718 h 6858000"/>
              <a:gd name="connsiteX324" fmla="*/ 11570648 w 12193199"/>
              <a:gd name="connsiteY324" fmla="*/ 682718 h 6858000"/>
              <a:gd name="connsiteX325" fmla="*/ 11571108 w 12193199"/>
              <a:gd name="connsiteY325" fmla="*/ 676222 h 6858000"/>
              <a:gd name="connsiteX326" fmla="*/ 11532439 w 12193199"/>
              <a:gd name="connsiteY326" fmla="*/ 635235 h 6858000"/>
              <a:gd name="connsiteX327" fmla="*/ 11293289 w 12193199"/>
              <a:gd name="connsiteY327" fmla="*/ 614517 h 6858000"/>
              <a:gd name="connsiteX328" fmla="*/ 11275649 w 12193199"/>
              <a:gd name="connsiteY328" fmla="*/ 619927 h 6858000"/>
              <a:gd name="connsiteX329" fmla="*/ 11275649 w 12193199"/>
              <a:gd name="connsiteY329" fmla="*/ 637396 h 6858000"/>
              <a:gd name="connsiteX330" fmla="*/ 11260338 w 12193199"/>
              <a:gd name="connsiteY330" fmla="*/ 637396 h 6858000"/>
              <a:gd name="connsiteX331" fmla="*/ 11260338 w 12193199"/>
              <a:gd name="connsiteY331" fmla="*/ 652551 h 6858000"/>
              <a:gd name="connsiteX332" fmla="*/ 11275649 w 12193199"/>
              <a:gd name="connsiteY332" fmla="*/ 652551 h 6858000"/>
              <a:gd name="connsiteX333" fmla="*/ 11275649 w 12193199"/>
              <a:gd name="connsiteY333" fmla="*/ 691363 h 6858000"/>
              <a:gd name="connsiteX334" fmla="*/ 11301168 w 12193199"/>
              <a:gd name="connsiteY334" fmla="*/ 718271 h 6858000"/>
              <a:gd name="connsiteX335" fmla="*/ 11312617 w 12193199"/>
              <a:gd name="connsiteY335" fmla="*/ 716877 h 6858000"/>
              <a:gd name="connsiteX336" fmla="*/ 11312630 w 12193199"/>
              <a:gd name="connsiteY336" fmla="*/ 716902 h 6858000"/>
              <a:gd name="connsiteX337" fmla="*/ 11312630 w 12193199"/>
              <a:gd name="connsiteY337" fmla="*/ 702055 h 6858000"/>
              <a:gd name="connsiteX338" fmla="*/ 11305978 w 12193199"/>
              <a:gd name="connsiteY338" fmla="*/ 702515 h 6858000"/>
              <a:gd name="connsiteX339" fmla="*/ 11293289 w 12193199"/>
              <a:gd name="connsiteY339" fmla="*/ 689675 h 6858000"/>
              <a:gd name="connsiteX340" fmla="*/ 11293289 w 12193199"/>
              <a:gd name="connsiteY340" fmla="*/ 652563 h 6858000"/>
              <a:gd name="connsiteX341" fmla="*/ 11312630 w 12193199"/>
              <a:gd name="connsiteY341" fmla="*/ 652563 h 6858000"/>
              <a:gd name="connsiteX342" fmla="*/ 11312630 w 12193199"/>
              <a:gd name="connsiteY342" fmla="*/ 637409 h 6858000"/>
              <a:gd name="connsiteX343" fmla="*/ 11293289 w 12193199"/>
              <a:gd name="connsiteY343" fmla="*/ 637409 h 6858000"/>
              <a:gd name="connsiteX344" fmla="*/ 11324398 w 12193199"/>
              <a:gd name="connsiteY344" fmla="*/ 608341 h 6858000"/>
              <a:gd name="connsiteX345" fmla="*/ 11324398 w 12193199"/>
              <a:gd name="connsiteY345" fmla="*/ 716595 h 6858000"/>
              <a:gd name="connsiteX346" fmla="*/ 11342012 w 12193199"/>
              <a:gd name="connsiteY346" fmla="*/ 716595 h 6858000"/>
              <a:gd name="connsiteX347" fmla="*/ 11342012 w 12193199"/>
              <a:gd name="connsiteY347" fmla="*/ 669585 h 6858000"/>
              <a:gd name="connsiteX348" fmla="*/ 11358410 w 12193199"/>
              <a:gd name="connsiteY348" fmla="*/ 650722 h 6858000"/>
              <a:gd name="connsiteX349" fmla="*/ 11373875 w 12193199"/>
              <a:gd name="connsiteY349" fmla="*/ 668191 h 6858000"/>
              <a:gd name="connsiteX350" fmla="*/ 11373875 w 12193199"/>
              <a:gd name="connsiteY350" fmla="*/ 716595 h 6858000"/>
              <a:gd name="connsiteX351" fmla="*/ 11391515 w 12193199"/>
              <a:gd name="connsiteY351" fmla="*/ 716595 h 6858000"/>
              <a:gd name="connsiteX352" fmla="*/ 11391515 w 12193199"/>
              <a:gd name="connsiteY352" fmla="*/ 665096 h 6858000"/>
              <a:gd name="connsiteX353" fmla="*/ 11365689 w 12193199"/>
              <a:gd name="connsiteY353" fmla="*/ 635248 h 6858000"/>
              <a:gd name="connsiteX354" fmla="*/ 11342025 w 12193199"/>
              <a:gd name="connsiteY354" fmla="*/ 647934 h 6858000"/>
              <a:gd name="connsiteX355" fmla="*/ 11342025 w 12193199"/>
              <a:gd name="connsiteY355" fmla="*/ 608341 h 6858000"/>
              <a:gd name="connsiteX356" fmla="*/ 11116651 w 12193199"/>
              <a:gd name="connsiteY356" fmla="*/ 606486 h 6858000"/>
              <a:gd name="connsiteX357" fmla="*/ 11062197 w 12193199"/>
              <a:gd name="connsiteY357" fmla="*/ 662628 h 6858000"/>
              <a:gd name="connsiteX358" fmla="*/ 11114323 w 12193199"/>
              <a:gd name="connsiteY358" fmla="*/ 718769 h 6858000"/>
              <a:gd name="connsiteX359" fmla="*/ 11147427 w 12193199"/>
              <a:gd name="connsiteY359" fmla="*/ 702681 h 6858000"/>
              <a:gd name="connsiteX360" fmla="*/ 11147427 w 12193199"/>
              <a:gd name="connsiteY360" fmla="*/ 716595 h 6858000"/>
              <a:gd name="connsiteX361" fmla="*/ 11165374 w 12193199"/>
              <a:gd name="connsiteY361" fmla="*/ 716595 h 6858000"/>
              <a:gd name="connsiteX362" fmla="*/ 11165374 w 12193199"/>
              <a:gd name="connsiteY362" fmla="*/ 659686 h 6858000"/>
              <a:gd name="connsiteX363" fmla="*/ 11118505 w 12193199"/>
              <a:gd name="connsiteY363" fmla="*/ 659686 h 6858000"/>
              <a:gd name="connsiteX364" fmla="*/ 11118505 w 12193199"/>
              <a:gd name="connsiteY364" fmla="*/ 677322 h 6858000"/>
              <a:gd name="connsiteX365" fmla="*/ 11145879 w 12193199"/>
              <a:gd name="connsiteY365" fmla="*/ 677322 h 6858000"/>
              <a:gd name="connsiteX366" fmla="*/ 11116638 w 12193199"/>
              <a:gd name="connsiteY366" fmla="*/ 699906 h 6858000"/>
              <a:gd name="connsiteX367" fmla="*/ 11083226 w 12193199"/>
              <a:gd name="connsiteY367" fmla="*/ 662640 h 6858000"/>
              <a:gd name="connsiteX368" fmla="*/ 11116638 w 12193199"/>
              <a:gd name="connsiteY368" fmla="*/ 625375 h 6858000"/>
              <a:gd name="connsiteX369" fmla="*/ 11146033 w 12193199"/>
              <a:gd name="connsiteY369" fmla="*/ 642230 h 6858000"/>
              <a:gd name="connsiteX370" fmla="*/ 11162738 w 12193199"/>
              <a:gd name="connsiteY370" fmla="*/ 631091 h 6858000"/>
              <a:gd name="connsiteX371" fmla="*/ 11116638 w 12193199"/>
              <a:gd name="connsiteY371" fmla="*/ 606499 h 6858000"/>
              <a:gd name="connsiteX372" fmla="*/ 10840737 w 12193199"/>
              <a:gd name="connsiteY372" fmla="*/ 601537 h 6858000"/>
              <a:gd name="connsiteX373" fmla="*/ 10840745 w 12193199"/>
              <a:gd name="connsiteY373" fmla="*/ 601542 h 6858000"/>
              <a:gd name="connsiteX374" fmla="*/ 10839292 w 12193199"/>
              <a:gd name="connsiteY374" fmla="*/ 602995 h 6858000"/>
              <a:gd name="connsiteX375" fmla="*/ 10915734 w 12193199"/>
              <a:gd name="connsiteY375" fmla="*/ 697054 h 6858000"/>
              <a:gd name="connsiteX376" fmla="*/ 10962909 w 12193199"/>
              <a:gd name="connsiteY376" fmla="*/ 725125 h 6858000"/>
              <a:gd name="connsiteX377" fmla="*/ 10934819 w 12193199"/>
              <a:gd name="connsiteY377" fmla="*/ 677961 h 6858000"/>
              <a:gd name="connsiteX378" fmla="*/ 10884948 w 12193199"/>
              <a:gd name="connsiteY378" fmla="*/ 633203 h 6858000"/>
              <a:gd name="connsiteX379" fmla="*/ 10840745 w 12193199"/>
              <a:gd name="connsiteY379" fmla="*/ 601542 h 6858000"/>
              <a:gd name="connsiteX380" fmla="*/ 10840750 w 12193199"/>
              <a:gd name="connsiteY380" fmla="*/ 601537 h 6858000"/>
              <a:gd name="connsiteX381" fmla="*/ 10736550 w 12193199"/>
              <a:gd name="connsiteY381" fmla="*/ 588557 h 6858000"/>
              <a:gd name="connsiteX382" fmla="*/ 10704226 w 12193199"/>
              <a:gd name="connsiteY382" fmla="*/ 600258 h 6858000"/>
              <a:gd name="connsiteX383" fmla="*/ 10736550 w 12193199"/>
              <a:gd name="connsiteY383" fmla="*/ 611960 h 6858000"/>
              <a:gd name="connsiteX384" fmla="*/ 10799191 w 12193199"/>
              <a:gd name="connsiteY384" fmla="*/ 604184 h 6858000"/>
              <a:gd name="connsiteX385" fmla="*/ 10712029 w 12193199"/>
              <a:gd name="connsiteY385" fmla="*/ 678997 h 6858000"/>
              <a:gd name="connsiteX386" fmla="*/ 10683632 w 12193199"/>
              <a:gd name="connsiteY386" fmla="*/ 725164 h 6858000"/>
              <a:gd name="connsiteX387" fmla="*/ 10730295 w 12193199"/>
              <a:gd name="connsiteY387" fmla="*/ 697067 h 6858000"/>
              <a:gd name="connsiteX388" fmla="*/ 10805906 w 12193199"/>
              <a:gd name="connsiteY388" fmla="*/ 610834 h 6858000"/>
              <a:gd name="connsiteX389" fmla="*/ 10798116 w 12193199"/>
              <a:gd name="connsiteY389" fmla="*/ 673511 h 6858000"/>
              <a:gd name="connsiteX390" fmla="*/ 10809820 w 12193199"/>
              <a:gd name="connsiteY390" fmla="*/ 705815 h 6858000"/>
              <a:gd name="connsiteX391" fmla="*/ 10821525 w 12193199"/>
              <a:gd name="connsiteY391" fmla="*/ 673511 h 6858000"/>
              <a:gd name="connsiteX392" fmla="*/ 10810716 w 12193199"/>
              <a:gd name="connsiteY392" fmla="*/ 600297 h 6858000"/>
              <a:gd name="connsiteX393" fmla="*/ 10810332 w 12193199"/>
              <a:gd name="connsiteY393" fmla="*/ 599708 h 6858000"/>
              <a:gd name="connsiteX394" fmla="*/ 10810319 w 12193199"/>
              <a:gd name="connsiteY394" fmla="*/ 599695 h 6858000"/>
              <a:gd name="connsiteX395" fmla="*/ 10809782 w 12193199"/>
              <a:gd name="connsiteY395" fmla="*/ 599363 h 6858000"/>
              <a:gd name="connsiteX396" fmla="*/ 10736550 w 12193199"/>
              <a:gd name="connsiteY396" fmla="*/ 588557 h 6858000"/>
              <a:gd name="connsiteX397" fmla="*/ 10923409 w 12193199"/>
              <a:gd name="connsiteY397" fmla="*/ 575551 h 6858000"/>
              <a:gd name="connsiteX398" fmla="*/ 10843795 w 12193199"/>
              <a:gd name="connsiteY398" fmla="*/ 586357 h 6858000"/>
              <a:gd name="connsiteX399" fmla="*/ 10843795 w 12193199"/>
              <a:gd name="connsiteY399" fmla="*/ 588147 h 6858000"/>
              <a:gd name="connsiteX400" fmla="*/ 10923409 w 12193199"/>
              <a:gd name="connsiteY400" fmla="*/ 598941 h 6858000"/>
              <a:gd name="connsiteX401" fmla="*/ 10958548 w 12193199"/>
              <a:gd name="connsiteY401" fmla="*/ 587252 h 6858000"/>
              <a:gd name="connsiteX402" fmla="*/ 10923409 w 12193199"/>
              <a:gd name="connsiteY402" fmla="*/ 575551 h 6858000"/>
              <a:gd name="connsiteX403" fmla="*/ 11089110 w 12193199"/>
              <a:gd name="connsiteY403" fmla="*/ 515163 h 6858000"/>
              <a:gd name="connsiteX404" fmla="*/ 11120053 w 12193199"/>
              <a:gd name="connsiteY404" fmla="*/ 515163 h 6858000"/>
              <a:gd name="connsiteX405" fmla="*/ 11136912 w 12193199"/>
              <a:gd name="connsiteY405" fmla="*/ 529396 h 6858000"/>
              <a:gd name="connsiteX406" fmla="*/ 11120053 w 12193199"/>
              <a:gd name="connsiteY406" fmla="*/ 543630 h 6858000"/>
              <a:gd name="connsiteX407" fmla="*/ 11120053 w 12193199"/>
              <a:gd name="connsiteY407" fmla="*/ 543617 h 6858000"/>
              <a:gd name="connsiteX408" fmla="*/ 11089110 w 12193199"/>
              <a:gd name="connsiteY408" fmla="*/ 543617 h 6858000"/>
              <a:gd name="connsiteX409" fmla="*/ 11670715 w 12193199"/>
              <a:gd name="connsiteY409" fmla="*/ 497527 h 6858000"/>
              <a:gd name="connsiteX410" fmla="*/ 11693765 w 12193199"/>
              <a:gd name="connsiteY410" fmla="*/ 522273 h 6858000"/>
              <a:gd name="connsiteX411" fmla="*/ 11670715 w 12193199"/>
              <a:gd name="connsiteY411" fmla="*/ 547019 h 6858000"/>
              <a:gd name="connsiteX412" fmla="*/ 11647665 w 12193199"/>
              <a:gd name="connsiteY412" fmla="*/ 522273 h 6858000"/>
              <a:gd name="connsiteX413" fmla="*/ 11670715 w 12193199"/>
              <a:gd name="connsiteY413" fmla="*/ 497527 h 6858000"/>
              <a:gd name="connsiteX414" fmla="*/ 11207918 w 12193199"/>
              <a:gd name="connsiteY414" fmla="*/ 497527 h 6858000"/>
              <a:gd name="connsiteX415" fmla="*/ 11230968 w 12193199"/>
              <a:gd name="connsiteY415" fmla="*/ 522273 h 6858000"/>
              <a:gd name="connsiteX416" fmla="*/ 11207918 w 12193199"/>
              <a:gd name="connsiteY416" fmla="*/ 547019 h 6858000"/>
              <a:gd name="connsiteX417" fmla="*/ 11184868 w 12193199"/>
              <a:gd name="connsiteY417" fmla="*/ 522273 h 6858000"/>
              <a:gd name="connsiteX418" fmla="*/ 11207918 w 12193199"/>
              <a:gd name="connsiteY418" fmla="*/ 497527 h 6858000"/>
              <a:gd name="connsiteX419" fmla="*/ 11472881 w 12193199"/>
              <a:gd name="connsiteY419" fmla="*/ 496606 h 6858000"/>
              <a:gd name="connsiteX420" fmla="*/ 11493143 w 12193199"/>
              <a:gd name="connsiteY420" fmla="*/ 513769 h 6858000"/>
              <a:gd name="connsiteX421" fmla="*/ 11452313 w 12193199"/>
              <a:gd name="connsiteY421" fmla="*/ 513769 h 6858000"/>
              <a:gd name="connsiteX422" fmla="*/ 11472881 w 12193199"/>
              <a:gd name="connsiteY422" fmla="*/ 496606 h 6858000"/>
              <a:gd name="connsiteX423" fmla="*/ 11601577 w 12193199"/>
              <a:gd name="connsiteY423" fmla="*/ 482693 h 6858000"/>
              <a:gd name="connsiteX424" fmla="*/ 11601577 w 12193199"/>
              <a:gd name="connsiteY424" fmla="*/ 561866 h 6858000"/>
              <a:gd name="connsiteX425" fmla="*/ 11619216 w 12193199"/>
              <a:gd name="connsiteY425" fmla="*/ 561866 h 6858000"/>
              <a:gd name="connsiteX426" fmla="*/ 11619216 w 12193199"/>
              <a:gd name="connsiteY426" fmla="*/ 482693 h 6858000"/>
              <a:gd name="connsiteX427" fmla="*/ 11301501 w 12193199"/>
              <a:gd name="connsiteY427" fmla="*/ 481299 h 6858000"/>
              <a:gd name="connsiteX428" fmla="*/ 11279845 w 12193199"/>
              <a:gd name="connsiteY428" fmla="*/ 497080 h 6858000"/>
              <a:gd name="connsiteX429" fmla="*/ 11279845 w 12193199"/>
              <a:gd name="connsiteY429" fmla="*/ 482693 h 6858000"/>
              <a:gd name="connsiteX430" fmla="*/ 11262205 w 12193199"/>
              <a:gd name="connsiteY430" fmla="*/ 482693 h 6858000"/>
              <a:gd name="connsiteX431" fmla="*/ 11262205 w 12193199"/>
              <a:gd name="connsiteY431" fmla="*/ 561866 h 6858000"/>
              <a:gd name="connsiteX432" fmla="*/ 11279845 w 12193199"/>
              <a:gd name="connsiteY432" fmla="*/ 561866 h 6858000"/>
              <a:gd name="connsiteX433" fmla="*/ 11279845 w 12193199"/>
              <a:gd name="connsiteY433" fmla="*/ 518718 h 6858000"/>
              <a:gd name="connsiteX434" fmla="*/ 11299339 w 12193199"/>
              <a:gd name="connsiteY434" fmla="*/ 499548 h 6858000"/>
              <a:gd name="connsiteX435" fmla="*/ 11303202 w 12193199"/>
              <a:gd name="connsiteY435" fmla="*/ 499548 h 6858000"/>
              <a:gd name="connsiteX436" fmla="*/ 11303202 w 12193199"/>
              <a:gd name="connsiteY436" fmla="*/ 481299 h 6858000"/>
              <a:gd name="connsiteX437" fmla="*/ 11667159 w 12193199"/>
              <a:gd name="connsiteY437" fmla="*/ 480531 h 6858000"/>
              <a:gd name="connsiteX438" fmla="*/ 11629411 w 12193199"/>
              <a:gd name="connsiteY438" fmla="*/ 522286 h 6858000"/>
              <a:gd name="connsiteX439" fmla="*/ 11667159 w 12193199"/>
              <a:gd name="connsiteY439" fmla="*/ 564040 h 6858000"/>
              <a:gd name="connsiteX440" fmla="*/ 11693765 w 12193199"/>
              <a:gd name="connsiteY440" fmla="*/ 548732 h 6858000"/>
              <a:gd name="connsiteX441" fmla="*/ 11693765 w 12193199"/>
              <a:gd name="connsiteY441" fmla="*/ 561879 h 6858000"/>
              <a:gd name="connsiteX442" fmla="*/ 11711392 w 12193199"/>
              <a:gd name="connsiteY442" fmla="*/ 561879 h 6858000"/>
              <a:gd name="connsiteX443" fmla="*/ 11711392 w 12193199"/>
              <a:gd name="connsiteY443" fmla="*/ 482705 h 6858000"/>
              <a:gd name="connsiteX444" fmla="*/ 11693765 w 12193199"/>
              <a:gd name="connsiteY444" fmla="*/ 482705 h 6858000"/>
              <a:gd name="connsiteX445" fmla="*/ 11693765 w 12193199"/>
              <a:gd name="connsiteY445" fmla="*/ 495839 h 6858000"/>
              <a:gd name="connsiteX446" fmla="*/ 11667159 w 12193199"/>
              <a:gd name="connsiteY446" fmla="*/ 480531 h 6858000"/>
              <a:gd name="connsiteX447" fmla="*/ 11204349 w 12193199"/>
              <a:gd name="connsiteY447" fmla="*/ 480531 h 6858000"/>
              <a:gd name="connsiteX448" fmla="*/ 11166601 w 12193199"/>
              <a:gd name="connsiteY448" fmla="*/ 522286 h 6858000"/>
              <a:gd name="connsiteX449" fmla="*/ 11204349 w 12193199"/>
              <a:gd name="connsiteY449" fmla="*/ 564040 h 6858000"/>
              <a:gd name="connsiteX450" fmla="*/ 11230955 w 12193199"/>
              <a:gd name="connsiteY450" fmla="*/ 548732 h 6858000"/>
              <a:gd name="connsiteX451" fmla="*/ 11230955 w 12193199"/>
              <a:gd name="connsiteY451" fmla="*/ 561879 h 6858000"/>
              <a:gd name="connsiteX452" fmla="*/ 11248582 w 12193199"/>
              <a:gd name="connsiteY452" fmla="*/ 561879 h 6858000"/>
              <a:gd name="connsiteX453" fmla="*/ 11248582 w 12193199"/>
              <a:gd name="connsiteY453" fmla="*/ 482705 h 6858000"/>
              <a:gd name="connsiteX454" fmla="*/ 11230955 w 12193199"/>
              <a:gd name="connsiteY454" fmla="*/ 482705 h 6858000"/>
              <a:gd name="connsiteX455" fmla="*/ 11230955 w 12193199"/>
              <a:gd name="connsiteY455" fmla="*/ 495839 h 6858000"/>
              <a:gd name="connsiteX456" fmla="*/ 11204349 w 12193199"/>
              <a:gd name="connsiteY456" fmla="*/ 480531 h 6858000"/>
              <a:gd name="connsiteX457" fmla="*/ 11562755 w 12193199"/>
              <a:gd name="connsiteY457" fmla="*/ 480518 h 6858000"/>
              <a:gd name="connsiteX458" fmla="*/ 11539090 w 12193199"/>
              <a:gd name="connsiteY458" fmla="*/ 493205 h 6858000"/>
              <a:gd name="connsiteX459" fmla="*/ 11539090 w 12193199"/>
              <a:gd name="connsiteY459" fmla="*/ 482693 h 6858000"/>
              <a:gd name="connsiteX460" fmla="*/ 11521464 w 12193199"/>
              <a:gd name="connsiteY460" fmla="*/ 482693 h 6858000"/>
              <a:gd name="connsiteX461" fmla="*/ 11521464 w 12193199"/>
              <a:gd name="connsiteY461" fmla="*/ 561866 h 6858000"/>
              <a:gd name="connsiteX462" fmla="*/ 11539078 w 12193199"/>
              <a:gd name="connsiteY462" fmla="*/ 561866 h 6858000"/>
              <a:gd name="connsiteX463" fmla="*/ 11539078 w 12193199"/>
              <a:gd name="connsiteY463" fmla="*/ 514856 h 6858000"/>
              <a:gd name="connsiteX464" fmla="*/ 11555476 w 12193199"/>
              <a:gd name="connsiteY464" fmla="*/ 495993 h 6858000"/>
              <a:gd name="connsiteX465" fmla="*/ 11570941 w 12193199"/>
              <a:gd name="connsiteY465" fmla="*/ 513462 h 6858000"/>
              <a:gd name="connsiteX466" fmla="*/ 11570941 w 12193199"/>
              <a:gd name="connsiteY466" fmla="*/ 561866 h 6858000"/>
              <a:gd name="connsiteX467" fmla="*/ 11588581 w 12193199"/>
              <a:gd name="connsiteY467" fmla="*/ 561866 h 6858000"/>
              <a:gd name="connsiteX468" fmla="*/ 11588581 w 12193199"/>
              <a:gd name="connsiteY468" fmla="*/ 510367 h 6858000"/>
              <a:gd name="connsiteX469" fmla="*/ 11562755 w 12193199"/>
              <a:gd name="connsiteY469" fmla="*/ 480518 h 6858000"/>
              <a:gd name="connsiteX470" fmla="*/ 11472894 w 12193199"/>
              <a:gd name="connsiteY470" fmla="*/ 480518 h 6858000"/>
              <a:gd name="connsiteX471" fmla="*/ 11433752 w 12193199"/>
              <a:gd name="connsiteY471" fmla="*/ 522273 h 6858000"/>
              <a:gd name="connsiteX472" fmla="*/ 11474276 w 12193199"/>
              <a:gd name="connsiteY472" fmla="*/ 564027 h 6858000"/>
              <a:gd name="connsiteX473" fmla="*/ 11508775 w 12193199"/>
              <a:gd name="connsiteY473" fmla="*/ 546239 h 6858000"/>
              <a:gd name="connsiteX474" fmla="*/ 11496712 w 12193199"/>
              <a:gd name="connsiteY474" fmla="*/ 536033 h 6858000"/>
              <a:gd name="connsiteX475" fmla="*/ 11474289 w 12193199"/>
              <a:gd name="connsiteY475" fmla="*/ 547939 h 6858000"/>
              <a:gd name="connsiteX476" fmla="*/ 11451865 w 12193199"/>
              <a:gd name="connsiteY476" fmla="*/ 527989 h 6858000"/>
              <a:gd name="connsiteX477" fmla="*/ 11511102 w 12193199"/>
              <a:gd name="connsiteY477" fmla="*/ 527989 h 6858000"/>
              <a:gd name="connsiteX478" fmla="*/ 11511563 w 12193199"/>
              <a:gd name="connsiteY478" fmla="*/ 521493 h 6858000"/>
              <a:gd name="connsiteX479" fmla="*/ 11472894 w 12193199"/>
              <a:gd name="connsiteY479" fmla="*/ 480518 h 6858000"/>
              <a:gd name="connsiteX480" fmla="*/ 11352552 w 12193199"/>
              <a:gd name="connsiteY480" fmla="*/ 480518 h 6858000"/>
              <a:gd name="connsiteX481" fmla="*/ 11330128 w 12193199"/>
              <a:gd name="connsiteY481" fmla="*/ 493205 h 6858000"/>
              <a:gd name="connsiteX482" fmla="*/ 11330128 w 12193199"/>
              <a:gd name="connsiteY482" fmla="*/ 482693 h 6858000"/>
              <a:gd name="connsiteX483" fmla="*/ 11312489 w 12193199"/>
              <a:gd name="connsiteY483" fmla="*/ 482693 h 6858000"/>
              <a:gd name="connsiteX484" fmla="*/ 11312489 w 12193199"/>
              <a:gd name="connsiteY484" fmla="*/ 561866 h 6858000"/>
              <a:gd name="connsiteX485" fmla="*/ 11330115 w 12193199"/>
              <a:gd name="connsiteY485" fmla="*/ 561866 h 6858000"/>
              <a:gd name="connsiteX486" fmla="*/ 11330115 w 12193199"/>
              <a:gd name="connsiteY486" fmla="*/ 514856 h 6858000"/>
              <a:gd name="connsiteX487" fmla="*/ 11345273 w 12193199"/>
              <a:gd name="connsiteY487" fmla="*/ 495993 h 6858000"/>
              <a:gd name="connsiteX488" fmla="*/ 11359510 w 12193199"/>
              <a:gd name="connsiteY488" fmla="*/ 513462 h 6858000"/>
              <a:gd name="connsiteX489" fmla="*/ 11359510 w 12193199"/>
              <a:gd name="connsiteY489" fmla="*/ 561866 h 6858000"/>
              <a:gd name="connsiteX490" fmla="*/ 11377137 w 12193199"/>
              <a:gd name="connsiteY490" fmla="*/ 561866 h 6858000"/>
              <a:gd name="connsiteX491" fmla="*/ 11377137 w 12193199"/>
              <a:gd name="connsiteY491" fmla="*/ 513155 h 6858000"/>
              <a:gd name="connsiteX492" fmla="*/ 11392295 w 12193199"/>
              <a:gd name="connsiteY492" fmla="*/ 495993 h 6858000"/>
              <a:gd name="connsiteX493" fmla="*/ 11406532 w 12193199"/>
              <a:gd name="connsiteY493" fmla="*/ 513462 h 6858000"/>
              <a:gd name="connsiteX494" fmla="*/ 11406532 w 12193199"/>
              <a:gd name="connsiteY494" fmla="*/ 561866 h 6858000"/>
              <a:gd name="connsiteX495" fmla="*/ 11424171 w 12193199"/>
              <a:gd name="connsiteY495" fmla="*/ 561866 h 6858000"/>
              <a:gd name="connsiteX496" fmla="*/ 11424171 w 12193199"/>
              <a:gd name="connsiteY496" fmla="*/ 510367 h 6858000"/>
              <a:gd name="connsiteX497" fmla="*/ 11398025 w 12193199"/>
              <a:gd name="connsiteY497" fmla="*/ 480518 h 6858000"/>
              <a:gd name="connsiteX498" fmla="*/ 11374208 w 12193199"/>
              <a:gd name="connsiteY498" fmla="*/ 494125 h 6858000"/>
              <a:gd name="connsiteX499" fmla="*/ 11352552 w 12193199"/>
              <a:gd name="connsiteY499" fmla="*/ 480518 h 6858000"/>
              <a:gd name="connsiteX500" fmla="*/ 11089110 w 12193199"/>
              <a:gd name="connsiteY500" fmla="*/ 471861 h 6858000"/>
              <a:gd name="connsiteX501" fmla="*/ 11119119 w 12193199"/>
              <a:gd name="connsiteY501" fmla="*/ 471861 h 6858000"/>
              <a:gd name="connsiteX502" fmla="*/ 11134277 w 12193199"/>
              <a:gd name="connsiteY502" fmla="*/ 484381 h 6858000"/>
              <a:gd name="connsiteX503" fmla="*/ 11119119 w 12193199"/>
              <a:gd name="connsiteY503" fmla="*/ 496913 h 6858000"/>
              <a:gd name="connsiteX504" fmla="*/ 11089110 w 12193199"/>
              <a:gd name="connsiteY504" fmla="*/ 496913 h 6858000"/>
              <a:gd name="connsiteX505" fmla="*/ 10824339 w 12193199"/>
              <a:gd name="connsiteY505" fmla="*/ 462794 h 6858000"/>
              <a:gd name="connsiteX506" fmla="*/ 10812647 w 12193199"/>
              <a:gd name="connsiteY506" fmla="*/ 494561 h 6858000"/>
              <a:gd name="connsiteX507" fmla="*/ 10823456 w 12193199"/>
              <a:gd name="connsiteY507" fmla="*/ 566535 h 6858000"/>
              <a:gd name="connsiteX508" fmla="*/ 10825234 w 12193199"/>
              <a:gd name="connsiteY508" fmla="*/ 566535 h 6858000"/>
              <a:gd name="connsiteX509" fmla="*/ 10836043 w 12193199"/>
              <a:gd name="connsiteY509" fmla="*/ 494561 h 6858000"/>
              <a:gd name="connsiteX510" fmla="*/ 10824339 w 12193199"/>
              <a:gd name="connsiteY510" fmla="*/ 462794 h 6858000"/>
              <a:gd name="connsiteX511" fmla="*/ 11069002 w 12193199"/>
              <a:gd name="connsiteY511" fmla="*/ 453624 h 6858000"/>
              <a:gd name="connsiteX512" fmla="*/ 11069002 w 12193199"/>
              <a:gd name="connsiteY512" fmla="*/ 561866 h 6858000"/>
              <a:gd name="connsiteX513" fmla="*/ 11122368 w 12193199"/>
              <a:gd name="connsiteY513" fmla="*/ 561866 h 6858000"/>
              <a:gd name="connsiteX514" fmla="*/ 11157941 w 12193199"/>
              <a:gd name="connsiteY514" fmla="*/ 531404 h 6858000"/>
              <a:gd name="connsiteX515" fmla="*/ 11139074 w 12193199"/>
              <a:gd name="connsiteY515" fmla="*/ 505584 h 6858000"/>
              <a:gd name="connsiteX516" fmla="*/ 11155319 w 12193199"/>
              <a:gd name="connsiteY516" fmla="*/ 481772 h 6858000"/>
              <a:gd name="connsiteX517" fmla="*/ 11121908 w 12193199"/>
              <a:gd name="connsiteY517" fmla="*/ 453624 h 6858000"/>
              <a:gd name="connsiteX518" fmla="*/ 11610390 w 12193199"/>
              <a:gd name="connsiteY518" fmla="*/ 450670 h 6858000"/>
              <a:gd name="connsiteX519" fmla="*/ 11599402 w 12193199"/>
              <a:gd name="connsiteY519" fmla="*/ 461655 h 6858000"/>
              <a:gd name="connsiteX520" fmla="*/ 11610390 w 12193199"/>
              <a:gd name="connsiteY520" fmla="*/ 472641 h 6858000"/>
              <a:gd name="connsiteX521" fmla="*/ 11621378 w 12193199"/>
              <a:gd name="connsiteY521" fmla="*/ 461655 h 6858000"/>
              <a:gd name="connsiteX522" fmla="*/ 11610390 w 12193199"/>
              <a:gd name="connsiteY522" fmla="*/ 450670 h 6858000"/>
              <a:gd name="connsiteX523" fmla="*/ 10963037 w 12193199"/>
              <a:gd name="connsiteY523" fmla="*/ 447346 h 6858000"/>
              <a:gd name="connsiteX524" fmla="*/ 10915862 w 12193199"/>
              <a:gd name="connsiteY524" fmla="*/ 475417 h 6858000"/>
              <a:gd name="connsiteX525" fmla="*/ 10839420 w 12193199"/>
              <a:gd name="connsiteY525" fmla="*/ 569476 h 6858000"/>
              <a:gd name="connsiteX526" fmla="*/ 10840878 w 12193199"/>
              <a:gd name="connsiteY526" fmla="*/ 570934 h 6858000"/>
              <a:gd name="connsiteX527" fmla="*/ 10934960 w 12193199"/>
              <a:gd name="connsiteY527" fmla="*/ 494510 h 6858000"/>
              <a:gd name="connsiteX528" fmla="*/ 10963037 w 12193199"/>
              <a:gd name="connsiteY528" fmla="*/ 447346 h 6858000"/>
              <a:gd name="connsiteX529" fmla="*/ 10684233 w 12193199"/>
              <a:gd name="connsiteY529" fmla="*/ 447282 h 6858000"/>
              <a:gd name="connsiteX530" fmla="*/ 10712310 w 12193199"/>
              <a:gd name="connsiteY530" fmla="*/ 494446 h 6858000"/>
              <a:gd name="connsiteX531" fmla="*/ 10806392 w 12193199"/>
              <a:gd name="connsiteY531" fmla="*/ 570870 h 6858000"/>
              <a:gd name="connsiteX532" fmla="*/ 10806392 w 12193199"/>
              <a:gd name="connsiteY532" fmla="*/ 570883 h 6858000"/>
              <a:gd name="connsiteX533" fmla="*/ 10807850 w 12193199"/>
              <a:gd name="connsiteY533" fmla="*/ 569425 h 6858000"/>
              <a:gd name="connsiteX534" fmla="*/ 10731408 w 12193199"/>
              <a:gd name="connsiteY534" fmla="*/ 475365 h 6858000"/>
              <a:gd name="connsiteX535" fmla="*/ 10684233 w 12193199"/>
              <a:gd name="connsiteY535" fmla="*/ 447282 h 6858000"/>
              <a:gd name="connsiteX536" fmla="*/ 0 w 12193199"/>
              <a:gd name="connsiteY536" fmla="*/ 0 h 6858000"/>
              <a:gd name="connsiteX537" fmla="*/ 12193199 w 12193199"/>
              <a:gd name="connsiteY537" fmla="*/ 0 h 6858000"/>
              <a:gd name="connsiteX538" fmla="*/ 12193199 w 12193199"/>
              <a:gd name="connsiteY538" fmla="*/ 6858000 h 6858000"/>
              <a:gd name="connsiteX539" fmla="*/ 0 w 12193199"/>
              <a:gd name="connsiteY53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Lst>
            <a:rect l="l" t="t" r="r" b="b"/>
            <a:pathLst>
              <a:path w="12193199" h="6858000">
                <a:moveTo>
                  <a:pt x="693263" y="6562790"/>
                </a:moveTo>
                <a:cubicBezTo>
                  <a:pt x="701253" y="6562790"/>
                  <a:pt x="707790" y="6568497"/>
                  <a:pt x="709243" y="6577940"/>
                </a:cubicBezTo>
                <a:lnTo>
                  <a:pt x="676661" y="6577940"/>
                </a:lnTo>
                <a:cubicBezTo>
                  <a:pt x="678217" y="6568705"/>
                  <a:pt x="684651" y="6562790"/>
                  <a:pt x="693263" y="6562790"/>
                </a:cubicBezTo>
                <a:close/>
                <a:moveTo>
                  <a:pt x="569366" y="6562790"/>
                </a:moveTo>
                <a:cubicBezTo>
                  <a:pt x="577356" y="6562790"/>
                  <a:pt x="583893" y="6568497"/>
                  <a:pt x="585346" y="6577940"/>
                </a:cubicBezTo>
                <a:lnTo>
                  <a:pt x="552764" y="6577940"/>
                </a:lnTo>
                <a:cubicBezTo>
                  <a:pt x="554321" y="6568705"/>
                  <a:pt x="560754" y="6562790"/>
                  <a:pt x="569366" y="6562790"/>
                </a:cubicBezTo>
                <a:close/>
                <a:moveTo>
                  <a:pt x="605701" y="6556045"/>
                </a:moveTo>
                <a:lnTo>
                  <a:pt x="605701" y="6608757"/>
                </a:lnTo>
                <a:lnTo>
                  <a:pt x="614417" y="6608757"/>
                </a:lnTo>
                <a:lnTo>
                  <a:pt x="614417" y="6556045"/>
                </a:lnTo>
                <a:close/>
                <a:moveTo>
                  <a:pt x="693263" y="6554697"/>
                </a:moveTo>
                <a:cubicBezTo>
                  <a:pt x="678529" y="6554697"/>
                  <a:pt x="667530" y="6566318"/>
                  <a:pt x="667530" y="6582401"/>
                </a:cubicBezTo>
                <a:cubicBezTo>
                  <a:pt x="667530" y="6598381"/>
                  <a:pt x="678736" y="6610106"/>
                  <a:pt x="693781" y="6610106"/>
                </a:cubicBezTo>
                <a:cubicBezTo>
                  <a:pt x="703535" y="6610106"/>
                  <a:pt x="712045" y="6605437"/>
                  <a:pt x="716403" y="6598485"/>
                </a:cubicBezTo>
                <a:lnTo>
                  <a:pt x="710280" y="6593297"/>
                </a:lnTo>
                <a:cubicBezTo>
                  <a:pt x="706959" y="6598692"/>
                  <a:pt x="701046" y="6602013"/>
                  <a:pt x="693781" y="6602013"/>
                </a:cubicBezTo>
                <a:cubicBezTo>
                  <a:pt x="684547" y="6602013"/>
                  <a:pt x="677699" y="6595268"/>
                  <a:pt x="676557" y="6585203"/>
                </a:cubicBezTo>
                <a:lnTo>
                  <a:pt x="718166" y="6585203"/>
                </a:lnTo>
                <a:cubicBezTo>
                  <a:pt x="718271" y="6584165"/>
                  <a:pt x="718374" y="6583024"/>
                  <a:pt x="718374" y="6582090"/>
                </a:cubicBezTo>
                <a:cubicBezTo>
                  <a:pt x="718374" y="6566629"/>
                  <a:pt x="707790" y="6554697"/>
                  <a:pt x="693263" y="6554697"/>
                </a:cubicBezTo>
                <a:close/>
                <a:moveTo>
                  <a:pt x="569366" y="6554697"/>
                </a:moveTo>
                <a:cubicBezTo>
                  <a:pt x="554631" y="6554697"/>
                  <a:pt x="543633" y="6566318"/>
                  <a:pt x="543633" y="6582401"/>
                </a:cubicBezTo>
                <a:cubicBezTo>
                  <a:pt x="543633" y="6598381"/>
                  <a:pt x="554839" y="6610106"/>
                  <a:pt x="569885" y="6610106"/>
                </a:cubicBezTo>
                <a:cubicBezTo>
                  <a:pt x="579639" y="6610106"/>
                  <a:pt x="588148" y="6605437"/>
                  <a:pt x="592506" y="6598485"/>
                </a:cubicBezTo>
                <a:lnTo>
                  <a:pt x="586384" y="6593297"/>
                </a:lnTo>
                <a:cubicBezTo>
                  <a:pt x="583063" y="6598692"/>
                  <a:pt x="577148" y="6602013"/>
                  <a:pt x="569885" y="6602013"/>
                </a:cubicBezTo>
                <a:cubicBezTo>
                  <a:pt x="560650" y="6602013"/>
                  <a:pt x="553802" y="6595268"/>
                  <a:pt x="552660" y="6585203"/>
                </a:cubicBezTo>
                <a:lnTo>
                  <a:pt x="594270" y="6585203"/>
                </a:lnTo>
                <a:cubicBezTo>
                  <a:pt x="594374" y="6584165"/>
                  <a:pt x="594477" y="6583024"/>
                  <a:pt x="594477" y="6582090"/>
                </a:cubicBezTo>
                <a:cubicBezTo>
                  <a:pt x="594477" y="6566629"/>
                  <a:pt x="583893" y="6554697"/>
                  <a:pt x="569366" y="6554697"/>
                </a:cubicBezTo>
                <a:close/>
                <a:moveTo>
                  <a:pt x="643658" y="6541207"/>
                </a:moveTo>
                <a:lnTo>
                  <a:pt x="634942" y="6544216"/>
                </a:lnTo>
                <a:lnTo>
                  <a:pt x="634942" y="6556045"/>
                </a:lnTo>
                <a:lnTo>
                  <a:pt x="625188" y="6556045"/>
                </a:lnTo>
                <a:lnTo>
                  <a:pt x="625188" y="6563620"/>
                </a:lnTo>
                <a:lnTo>
                  <a:pt x="634942" y="6563620"/>
                </a:lnTo>
                <a:lnTo>
                  <a:pt x="634942" y="6593608"/>
                </a:lnTo>
                <a:cubicBezTo>
                  <a:pt x="634942" y="6603881"/>
                  <a:pt x="640545" y="6609899"/>
                  <a:pt x="650299" y="6609899"/>
                </a:cubicBezTo>
                <a:cubicBezTo>
                  <a:pt x="653101" y="6609899"/>
                  <a:pt x="655591" y="6609484"/>
                  <a:pt x="657355" y="6608757"/>
                </a:cubicBezTo>
                <a:lnTo>
                  <a:pt x="657355" y="6600975"/>
                </a:lnTo>
                <a:cubicBezTo>
                  <a:pt x="655799" y="6601598"/>
                  <a:pt x="654035" y="6601909"/>
                  <a:pt x="652374" y="6601909"/>
                </a:cubicBezTo>
                <a:cubicBezTo>
                  <a:pt x="646563" y="6601909"/>
                  <a:pt x="643658" y="6598692"/>
                  <a:pt x="643658" y="6592778"/>
                </a:cubicBezTo>
                <a:lnTo>
                  <a:pt x="643658" y="6563620"/>
                </a:lnTo>
                <a:lnTo>
                  <a:pt x="657355" y="6563620"/>
                </a:lnTo>
                <a:lnTo>
                  <a:pt x="657355" y="6556045"/>
                </a:lnTo>
                <a:lnTo>
                  <a:pt x="643658" y="6556045"/>
                </a:lnTo>
                <a:close/>
                <a:moveTo>
                  <a:pt x="509589" y="6534878"/>
                </a:moveTo>
                <a:cubicBezTo>
                  <a:pt x="493921" y="6534878"/>
                  <a:pt x="484374" y="6542867"/>
                  <a:pt x="484374" y="6554800"/>
                </a:cubicBezTo>
                <a:cubicBezTo>
                  <a:pt x="484374" y="6565799"/>
                  <a:pt x="490289" y="6571921"/>
                  <a:pt x="503052" y="6574723"/>
                </a:cubicBezTo>
                <a:lnTo>
                  <a:pt x="511663" y="6576591"/>
                </a:lnTo>
                <a:cubicBezTo>
                  <a:pt x="520277" y="6578562"/>
                  <a:pt x="524946" y="6582401"/>
                  <a:pt x="524946" y="6589354"/>
                </a:cubicBezTo>
                <a:cubicBezTo>
                  <a:pt x="524946" y="6597032"/>
                  <a:pt x="518824" y="6601701"/>
                  <a:pt x="507721" y="6601701"/>
                </a:cubicBezTo>
                <a:cubicBezTo>
                  <a:pt x="500043" y="6601701"/>
                  <a:pt x="492260" y="6599107"/>
                  <a:pt x="485619" y="6593815"/>
                </a:cubicBezTo>
                <a:lnTo>
                  <a:pt x="485619" y="6603569"/>
                </a:lnTo>
                <a:cubicBezTo>
                  <a:pt x="491742" y="6607720"/>
                  <a:pt x="499835" y="6610003"/>
                  <a:pt x="507721" y="6610003"/>
                </a:cubicBezTo>
                <a:cubicBezTo>
                  <a:pt x="524116" y="6610003"/>
                  <a:pt x="534285" y="6602117"/>
                  <a:pt x="534285" y="6589042"/>
                </a:cubicBezTo>
                <a:cubicBezTo>
                  <a:pt x="534285" y="6577732"/>
                  <a:pt x="527955" y="6570780"/>
                  <a:pt x="514466" y="6567771"/>
                </a:cubicBezTo>
                <a:lnTo>
                  <a:pt x="505853" y="6565799"/>
                </a:lnTo>
                <a:cubicBezTo>
                  <a:pt x="497345" y="6563828"/>
                  <a:pt x="493817" y="6560196"/>
                  <a:pt x="493817" y="6554178"/>
                </a:cubicBezTo>
                <a:cubicBezTo>
                  <a:pt x="493817" y="6547433"/>
                  <a:pt x="499731" y="6543179"/>
                  <a:pt x="509589" y="6543179"/>
                </a:cubicBezTo>
                <a:cubicBezTo>
                  <a:pt x="517164" y="6543179"/>
                  <a:pt x="524738" y="6545669"/>
                  <a:pt x="530964" y="6551065"/>
                </a:cubicBezTo>
                <a:lnTo>
                  <a:pt x="531068" y="6541311"/>
                </a:lnTo>
                <a:cubicBezTo>
                  <a:pt x="524635" y="6536849"/>
                  <a:pt x="516437" y="6534878"/>
                  <a:pt x="509589" y="6534878"/>
                </a:cubicBezTo>
                <a:close/>
                <a:moveTo>
                  <a:pt x="610059" y="6534151"/>
                </a:moveTo>
                <a:cubicBezTo>
                  <a:pt x="606635" y="6534151"/>
                  <a:pt x="604040" y="6536849"/>
                  <a:pt x="604040" y="6540170"/>
                </a:cubicBezTo>
                <a:cubicBezTo>
                  <a:pt x="604040" y="6543594"/>
                  <a:pt x="606635" y="6546188"/>
                  <a:pt x="610059" y="6546188"/>
                </a:cubicBezTo>
                <a:cubicBezTo>
                  <a:pt x="613483" y="6546188"/>
                  <a:pt x="616077" y="6543594"/>
                  <a:pt x="616077" y="6540170"/>
                </a:cubicBezTo>
                <a:cubicBezTo>
                  <a:pt x="616077" y="6536849"/>
                  <a:pt x="613483" y="6534151"/>
                  <a:pt x="610059" y="6534151"/>
                </a:cubicBezTo>
                <a:close/>
                <a:moveTo>
                  <a:pt x="500904" y="6461548"/>
                </a:moveTo>
                <a:lnTo>
                  <a:pt x="519458" y="6461548"/>
                </a:lnTo>
                <a:cubicBezTo>
                  <a:pt x="525408" y="6461548"/>
                  <a:pt x="528836" y="6464573"/>
                  <a:pt x="528836" y="6469515"/>
                </a:cubicBezTo>
                <a:cubicBezTo>
                  <a:pt x="528836" y="6474657"/>
                  <a:pt x="525408" y="6477582"/>
                  <a:pt x="519458" y="6477582"/>
                </a:cubicBezTo>
                <a:lnTo>
                  <a:pt x="500904" y="6477582"/>
                </a:lnTo>
                <a:close/>
                <a:moveTo>
                  <a:pt x="1062845" y="6451061"/>
                </a:moveTo>
                <a:cubicBezTo>
                  <a:pt x="1070509" y="6451061"/>
                  <a:pt x="1075953" y="6457010"/>
                  <a:pt x="1075953" y="6464876"/>
                </a:cubicBezTo>
                <a:cubicBezTo>
                  <a:pt x="1075953" y="6472741"/>
                  <a:pt x="1070509" y="6478691"/>
                  <a:pt x="1062845" y="6478691"/>
                </a:cubicBezTo>
                <a:cubicBezTo>
                  <a:pt x="1055282" y="6478691"/>
                  <a:pt x="1049836" y="6472741"/>
                  <a:pt x="1049836" y="6464876"/>
                </a:cubicBezTo>
                <a:cubicBezTo>
                  <a:pt x="1049836" y="6457010"/>
                  <a:pt x="1055282" y="6451061"/>
                  <a:pt x="1062845" y="6451061"/>
                </a:cubicBezTo>
                <a:close/>
                <a:moveTo>
                  <a:pt x="1225496" y="6450960"/>
                </a:moveTo>
                <a:cubicBezTo>
                  <a:pt x="1233059" y="6450960"/>
                  <a:pt x="1238605" y="6457010"/>
                  <a:pt x="1238605" y="6464876"/>
                </a:cubicBezTo>
                <a:cubicBezTo>
                  <a:pt x="1238605" y="6472741"/>
                  <a:pt x="1233059" y="6478792"/>
                  <a:pt x="1225496" y="6478792"/>
                </a:cubicBezTo>
                <a:cubicBezTo>
                  <a:pt x="1217933" y="6478792"/>
                  <a:pt x="1212387" y="6472741"/>
                  <a:pt x="1212387" y="6464876"/>
                </a:cubicBezTo>
                <a:cubicBezTo>
                  <a:pt x="1212387" y="6457010"/>
                  <a:pt x="1217933" y="6450960"/>
                  <a:pt x="1225496" y="6450960"/>
                </a:cubicBezTo>
                <a:close/>
                <a:moveTo>
                  <a:pt x="919962" y="6450960"/>
                </a:moveTo>
                <a:cubicBezTo>
                  <a:pt x="927525" y="6450960"/>
                  <a:pt x="933071" y="6457010"/>
                  <a:pt x="933071" y="6464876"/>
                </a:cubicBezTo>
                <a:cubicBezTo>
                  <a:pt x="933071" y="6472741"/>
                  <a:pt x="927525" y="6478792"/>
                  <a:pt x="919962" y="6478792"/>
                </a:cubicBezTo>
                <a:cubicBezTo>
                  <a:pt x="912398" y="6478792"/>
                  <a:pt x="906852" y="6472741"/>
                  <a:pt x="906852" y="6464876"/>
                </a:cubicBezTo>
                <a:cubicBezTo>
                  <a:pt x="906852" y="6457010"/>
                  <a:pt x="912398" y="6450960"/>
                  <a:pt x="919962" y="6450960"/>
                </a:cubicBezTo>
                <a:close/>
                <a:moveTo>
                  <a:pt x="581316" y="6450960"/>
                </a:moveTo>
                <a:cubicBezTo>
                  <a:pt x="588879" y="6450960"/>
                  <a:pt x="594425" y="6457010"/>
                  <a:pt x="594425" y="6464876"/>
                </a:cubicBezTo>
                <a:cubicBezTo>
                  <a:pt x="594425" y="6472741"/>
                  <a:pt x="588879" y="6478792"/>
                  <a:pt x="581316" y="6478792"/>
                </a:cubicBezTo>
                <a:cubicBezTo>
                  <a:pt x="573752" y="6478792"/>
                  <a:pt x="568206" y="6472741"/>
                  <a:pt x="568206" y="6464876"/>
                </a:cubicBezTo>
                <a:cubicBezTo>
                  <a:pt x="568206" y="6457010"/>
                  <a:pt x="573752" y="6450960"/>
                  <a:pt x="581316" y="6450960"/>
                </a:cubicBezTo>
                <a:close/>
                <a:moveTo>
                  <a:pt x="1288500" y="6450153"/>
                </a:moveTo>
                <a:cubicBezTo>
                  <a:pt x="1294046" y="6450153"/>
                  <a:pt x="1298383" y="6452977"/>
                  <a:pt x="1299896" y="6458926"/>
                </a:cubicBezTo>
                <a:lnTo>
                  <a:pt x="1277307" y="6458926"/>
                </a:lnTo>
                <a:cubicBezTo>
                  <a:pt x="1278819" y="6453380"/>
                  <a:pt x="1282853" y="6450153"/>
                  <a:pt x="1288500" y="6450153"/>
                </a:cubicBezTo>
                <a:close/>
                <a:moveTo>
                  <a:pt x="773758" y="6450153"/>
                </a:moveTo>
                <a:cubicBezTo>
                  <a:pt x="779304" y="6450153"/>
                  <a:pt x="783641" y="6452977"/>
                  <a:pt x="785154" y="6458926"/>
                </a:cubicBezTo>
                <a:lnTo>
                  <a:pt x="762565" y="6458926"/>
                </a:lnTo>
                <a:cubicBezTo>
                  <a:pt x="764078" y="6453380"/>
                  <a:pt x="768111" y="6450153"/>
                  <a:pt x="773758" y="6450153"/>
                </a:cubicBezTo>
                <a:close/>
                <a:moveTo>
                  <a:pt x="868063" y="6438859"/>
                </a:moveTo>
                <a:lnTo>
                  <a:pt x="868063" y="6490893"/>
                </a:lnTo>
                <a:lnTo>
                  <a:pt x="882080" y="6490893"/>
                </a:lnTo>
                <a:lnTo>
                  <a:pt x="882080" y="6438859"/>
                </a:lnTo>
                <a:close/>
                <a:moveTo>
                  <a:pt x="1351643" y="6437851"/>
                </a:moveTo>
                <a:cubicBezTo>
                  <a:pt x="1343072" y="6437851"/>
                  <a:pt x="1338332" y="6442288"/>
                  <a:pt x="1336617" y="6448136"/>
                </a:cubicBezTo>
                <a:lnTo>
                  <a:pt x="1336617" y="6438859"/>
                </a:lnTo>
                <a:lnTo>
                  <a:pt x="1322601" y="6438859"/>
                </a:lnTo>
                <a:lnTo>
                  <a:pt x="1322601" y="6490893"/>
                </a:lnTo>
                <a:lnTo>
                  <a:pt x="1336617" y="6490893"/>
                </a:lnTo>
                <a:lnTo>
                  <a:pt x="1336617" y="6462557"/>
                </a:lnTo>
                <a:cubicBezTo>
                  <a:pt x="1336617" y="6455599"/>
                  <a:pt x="1339543" y="6452674"/>
                  <a:pt x="1350030" y="6452674"/>
                </a:cubicBezTo>
                <a:lnTo>
                  <a:pt x="1352550" y="6452674"/>
                </a:lnTo>
                <a:lnTo>
                  <a:pt x="1352550" y="6437851"/>
                </a:lnTo>
                <a:close/>
                <a:moveTo>
                  <a:pt x="650270" y="6437851"/>
                </a:moveTo>
                <a:cubicBezTo>
                  <a:pt x="641699" y="6437851"/>
                  <a:pt x="636959" y="6442288"/>
                  <a:pt x="635245" y="6448136"/>
                </a:cubicBezTo>
                <a:lnTo>
                  <a:pt x="635245" y="6438859"/>
                </a:lnTo>
                <a:lnTo>
                  <a:pt x="621228" y="6438859"/>
                </a:lnTo>
                <a:lnTo>
                  <a:pt x="621228" y="6490893"/>
                </a:lnTo>
                <a:lnTo>
                  <a:pt x="635245" y="6490893"/>
                </a:lnTo>
                <a:lnTo>
                  <a:pt x="635245" y="6462557"/>
                </a:lnTo>
                <a:cubicBezTo>
                  <a:pt x="635245" y="6455599"/>
                  <a:pt x="638169" y="6452674"/>
                  <a:pt x="648657" y="6452674"/>
                </a:cubicBezTo>
                <a:lnTo>
                  <a:pt x="651178" y="6452674"/>
                </a:lnTo>
                <a:lnTo>
                  <a:pt x="651178" y="6437851"/>
                </a:lnTo>
                <a:close/>
                <a:moveTo>
                  <a:pt x="1288500" y="6437447"/>
                </a:moveTo>
                <a:cubicBezTo>
                  <a:pt x="1273475" y="6437447"/>
                  <a:pt x="1262584" y="6449044"/>
                  <a:pt x="1262584" y="6464876"/>
                </a:cubicBezTo>
                <a:cubicBezTo>
                  <a:pt x="1262584" y="6480708"/>
                  <a:pt x="1273979" y="6492405"/>
                  <a:pt x="1289709" y="6492405"/>
                </a:cubicBezTo>
                <a:cubicBezTo>
                  <a:pt x="1299089" y="6492405"/>
                  <a:pt x="1308467" y="6487565"/>
                  <a:pt x="1312702" y="6480607"/>
                </a:cubicBezTo>
                <a:lnTo>
                  <a:pt x="1303223" y="6472540"/>
                </a:lnTo>
                <a:cubicBezTo>
                  <a:pt x="1300601" y="6476977"/>
                  <a:pt x="1295356" y="6479699"/>
                  <a:pt x="1289709" y="6479699"/>
                </a:cubicBezTo>
                <a:cubicBezTo>
                  <a:pt x="1282752" y="6479699"/>
                  <a:pt x="1278416" y="6474960"/>
                  <a:pt x="1277105" y="6468909"/>
                </a:cubicBezTo>
                <a:lnTo>
                  <a:pt x="1314114" y="6468909"/>
                </a:lnTo>
                <a:cubicBezTo>
                  <a:pt x="1314316" y="6467498"/>
                  <a:pt x="1314517" y="6465783"/>
                  <a:pt x="1314517" y="6464271"/>
                </a:cubicBezTo>
                <a:cubicBezTo>
                  <a:pt x="1314517" y="6449548"/>
                  <a:pt x="1304534" y="6437447"/>
                  <a:pt x="1288500" y="6437447"/>
                </a:cubicBezTo>
                <a:close/>
                <a:moveTo>
                  <a:pt x="1222370" y="6437447"/>
                </a:moveTo>
                <a:cubicBezTo>
                  <a:pt x="1209159" y="6437447"/>
                  <a:pt x="1197864" y="6448943"/>
                  <a:pt x="1197864" y="6464876"/>
                </a:cubicBezTo>
                <a:cubicBezTo>
                  <a:pt x="1197864" y="6480909"/>
                  <a:pt x="1209159" y="6492405"/>
                  <a:pt x="1222370" y="6492405"/>
                </a:cubicBezTo>
                <a:cubicBezTo>
                  <a:pt x="1230034" y="6492405"/>
                  <a:pt x="1235378" y="6489178"/>
                  <a:pt x="1238605" y="6483430"/>
                </a:cubicBezTo>
                <a:lnTo>
                  <a:pt x="1238605" y="6490893"/>
                </a:lnTo>
                <a:lnTo>
                  <a:pt x="1252622" y="6490893"/>
                </a:lnTo>
                <a:lnTo>
                  <a:pt x="1252622" y="6438859"/>
                </a:lnTo>
                <a:lnTo>
                  <a:pt x="1238605" y="6438859"/>
                </a:lnTo>
                <a:lnTo>
                  <a:pt x="1238605" y="6446422"/>
                </a:lnTo>
                <a:cubicBezTo>
                  <a:pt x="1235378" y="6440674"/>
                  <a:pt x="1230034" y="6437447"/>
                  <a:pt x="1222370" y="6437447"/>
                </a:cubicBezTo>
                <a:close/>
                <a:moveTo>
                  <a:pt x="1062845" y="6437447"/>
                </a:moveTo>
                <a:cubicBezTo>
                  <a:pt x="1047213" y="6437447"/>
                  <a:pt x="1035315" y="6448943"/>
                  <a:pt x="1035315" y="6464876"/>
                </a:cubicBezTo>
                <a:cubicBezTo>
                  <a:pt x="1035315" y="6480809"/>
                  <a:pt x="1047213" y="6492304"/>
                  <a:pt x="1062845" y="6492304"/>
                </a:cubicBezTo>
                <a:cubicBezTo>
                  <a:pt x="1078576" y="6492304"/>
                  <a:pt x="1090475" y="6480809"/>
                  <a:pt x="1090475" y="6464876"/>
                </a:cubicBezTo>
                <a:cubicBezTo>
                  <a:pt x="1090475" y="6448943"/>
                  <a:pt x="1078576" y="6437447"/>
                  <a:pt x="1062845" y="6437447"/>
                </a:cubicBezTo>
                <a:close/>
                <a:moveTo>
                  <a:pt x="916836" y="6437447"/>
                </a:moveTo>
                <a:cubicBezTo>
                  <a:pt x="903626" y="6437447"/>
                  <a:pt x="892332" y="6448943"/>
                  <a:pt x="892332" y="6464876"/>
                </a:cubicBezTo>
                <a:cubicBezTo>
                  <a:pt x="892332" y="6480909"/>
                  <a:pt x="903626" y="6492405"/>
                  <a:pt x="916836" y="6492405"/>
                </a:cubicBezTo>
                <a:cubicBezTo>
                  <a:pt x="924500" y="6492405"/>
                  <a:pt x="929844" y="6489178"/>
                  <a:pt x="933071" y="6483430"/>
                </a:cubicBezTo>
                <a:lnTo>
                  <a:pt x="933071" y="6490893"/>
                </a:lnTo>
                <a:lnTo>
                  <a:pt x="947087" y="6490893"/>
                </a:lnTo>
                <a:lnTo>
                  <a:pt x="947087" y="6438859"/>
                </a:lnTo>
                <a:lnTo>
                  <a:pt x="933071" y="6438859"/>
                </a:lnTo>
                <a:lnTo>
                  <a:pt x="933071" y="6446422"/>
                </a:lnTo>
                <a:cubicBezTo>
                  <a:pt x="929844" y="6440674"/>
                  <a:pt x="924500" y="6437447"/>
                  <a:pt x="916836" y="6437447"/>
                </a:cubicBezTo>
                <a:close/>
                <a:moveTo>
                  <a:pt x="839011" y="6437447"/>
                </a:moveTo>
                <a:cubicBezTo>
                  <a:pt x="830843" y="6437447"/>
                  <a:pt x="825700" y="6441178"/>
                  <a:pt x="823382" y="6444809"/>
                </a:cubicBezTo>
                <a:lnTo>
                  <a:pt x="823382" y="6438859"/>
                </a:lnTo>
                <a:lnTo>
                  <a:pt x="809364" y="6438859"/>
                </a:lnTo>
                <a:lnTo>
                  <a:pt x="809364" y="6490893"/>
                </a:lnTo>
                <a:lnTo>
                  <a:pt x="823382" y="6490893"/>
                </a:lnTo>
                <a:lnTo>
                  <a:pt x="823382" y="6459733"/>
                </a:lnTo>
                <a:cubicBezTo>
                  <a:pt x="823382" y="6453077"/>
                  <a:pt x="827314" y="6449750"/>
                  <a:pt x="832961" y="6449750"/>
                </a:cubicBezTo>
                <a:cubicBezTo>
                  <a:pt x="838810" y="6449750"/>
                  <a:pt x="841936" y="6453582"/>
                  <a:pt x="841936" y="6459229"/>
                </a:cubicBezTo>
                <a:lnTo>
                  <a:pt x="841936" y="6490893"/>
                </a:lnTo>
                <a:lnTo>
                  <a:pt x="855953" y="6490893"/>
                </a:lnTo>
                <a:lnTo>
                  <a:pt x="855953" y="6456708"/>
                </a:lnTo>
                <a:cubicBezTo>
                  <a:pt x="855953" y="6443195"/>
                  <a:pt x="848390" y="6437447"/>
                  <a:pt x="839011" y="6437447"/>
                </a:cubicBezTo>
                <a:close/>
                <a:moveTo>
                  <a:pt x="773758" y="6437447"/>
                </a:moveTo>
                <a:cubicBezTo>
                  <a:pt x="758732" y="6437447"/>
                  <a:pt x="747843" y="6449044"/>
                  <a:pt x="747843" y="6464876"/>
                </a:cubicBezTo>
                <a:cubicBezTo>
                  <a:pt x="747843" y="6480708"/>
                  <a:pt x="759238" y="6492405"/>
                  <a:pt x="774969" y="6492405"/>
                </a:cubicBezTo>
                <a:cubicBezTo>
                  <a:pt x="784347" y="6492405"/>
                  <a:pt x="793725" y="6487565"/>
                  <a:pt x="797961" y="6480607"/>
                </a:cubicBezTo>
                <a:lnTo>
                  <a:pt x="788481" y="6472540"/>
                </a:lnTo>
                <a:cubicBezTo>
                  <a:pt x="785860" y="6476977"/>
                  <a:pt x="780616" y="6479699"/>
                  <a:pt x="774969" y="6479699"/>
                </a:cubicBezTo>
                <a:cubicBezTo>
                  <a:pt x="768011" y="6479699"/>
                  <a:pt x="763675" y="6474960"/>
                  <a:pt x="762364" y="6468909"/>
                </a:cubicBezTo>
                <a:lnTo>
                  <a:pt x="799372" y="6468909"/>
                </a:lnTo>
                <a:cubicBezTo>
                  <a:pt x="799574" y="6467498"/>
                  <a:pt x="799776" y="6465783"/>
                  <a:pt x="799776" y="6464271"/>
                </a:cubicBezTo>
                <a:cubicBezTo>
                  <a:pt x="799776" y="6449548"/>
                  <a:pt x="789793" y="6437447"/>
                  <a:pt x="773758" y="6437447"/>
                </a:cubicBezTo>
                <a:close/>
                <a:moveTo>
                  <a:pt x="689403" y="6437447"/>
                </a:moveTo>
                <a:cubicBezTo>
                  <a:pt x="681436" y="6437447"/>
                  <a:pt x="676798" y="6441078"/>
                  <a:pt x="674377" y="6444809"/>
                </a:cubicBezTo>
                <a:lnTo>
                  <a:pt x="674377" y="6438859"/>
                </a:lnTo>
                <a:lnTo>
                  <a:pt x="660361" y="6438859"/>
                </a:lnTo>
                <a:lnTo>
                  <a:pt x="660361" y="6490893"/>
                </a:lnTo>
                <a:lnTo>
                  <a:pt x="674377" y="6490893"/>
                </a:lnTo>
                <a:lnTo>
                  <a:pt x="674377" y="6460036"/>
                </a:lnTo>
                <a:cubicBezTo>
                  <a:pt x="674377" y="6453077"/>
                  <a:pt x="677907" y="6449750"/>
                  <a:pt x="683352" y="6449750"/>
                </a:cubicBezTo>
                <a:cubicBezTo>
                  <a:pt x="689100" y="6449750"/>
                  <a:pt x="691923" y="6453683"/>
                  <a:pt x="691923" y="6459632"/>
                </a:cubicBezTo>
                <a:lnTo>
                  <a:pt x="691923" y="6490893"/>
                </a:lnTo>
                <a:lnTo>
                  <a:pt x="705840" y="6490893"/>
                </a:lnTo>
                <a:lnTo>
                  <a:pt x="705840" y="6458523"/>
                </a:lnTo>
                <a:cubicBezTo>
                  <a:pt x="705840" y="6453178"/>
                  <a:pt x="709571" y="6449750"/>
                  <a:pt x="714916" y="6449750"/>
                </a:cubicBezTo>
                <a:cubicBezTo>
                  <a:pt x="720562" y="6449750"/>
                  <a:pt x="723487" y="6453582"/>
                  <a:pt x="723487" y="6459632"/>
                </a:cubicBezTo>
                <a:lnTo>
                  <a:pt x="723487" y="6490893"/>
                </a:lnTo>
                <a:lnTo>
                  <a:pt x="737504" y="6490893"/>
                </a:lnTo>
                <a:lnTo>
                  <a:pt x="737504" y="6457010"/>
                </a:lnTo>
                <a:cubicBezTo>
                  <a:pt x="737504" y="6443296"/>
                  <a:pt x="730143" y="6437447"/>
                  <a:pt x="719554" y="6437447"/>
                </a:cubicBezTo>
                <a:cubicBezTo>
                  <a:pt x="712798" y="6437447"/>
                  <a:pt x="707352" y="6439968"/>
                  <a:pt x="703521" y="6445716"/>
                </a:cubicBezTo>
                <a:cubicBezTo>
                  <a:pt x="700596" y="6439968"/>
                  <a:pt x="695351" y="6437447"/>
                  <a:pt x="689403" y="6437447"/>
                </a:cubicBezTo>
                <a:close/>
                <a:moveTo>
                  <a:pt x="578190" y="6437447"/>
                </a:moveTo>
                <a:cubicBezTo>
                  <a:pt x="564980" y="6437447"/>
                  <a:pt x="553686" y="6448943"/>
                  <a:pt x="553686" y="6464876"/>
                </a:cubicBezTo>
                <a:cubicBezTo>
                  <a:pt x="553686" y="6480909"/>
                  <a:pt x="564980" y="6492405"/>
                  <a:pt x="578190" y="6492405"/>
                </a:cubicBezTo>
                <a:cubicBezTo>
                  <a:pt x="585854" y="6492405"/>
                  <a:pt x="591198" y="6489178"/>
                  <a:pt x="594425" y="6483430"/>
                </a:cubicBezTo>
                <a:lnTo>
                  <a:pt x="594425" y="6490893"/>
                </a:lnTo>
                <a:lnTo>
                  <a:pt x="608442" y="6490893"/>
                </a:lnTo>
                <a:lnTo>
                  <a:pt x="608442" y="6438859"/>
                </a:lnTo>
                <a:lnTo>
                  <a:pt x="594425" y="6438859"/>
                </a:lnTo>
                <a:lnTo>
                  <a:pt x="594425" y="6446422"/>
                </a:lnTo>
                <a:cubicBezTo>
                  <a:pt x="591198" y="6440674"/>
                  <a:pt x="585854" y="6437447"/>
                  <a:pt x="578190" y="6437447"/>
                </a:cubicBezTo>
                <a:close/>
                <a:moveTo>
                  <a:pt x="500904" y="6433615"/>
                </a:moveTo>
                <a:lnTo>
                  <a:pt x="518450" y="6433615"/>
                </a:lnTo>
                <a:cubicBezTo>
                  <a:pt x="523996" y="6433615"/>
                  <a:pt x="527122" y="6436338"/>
                  <a:pt x="527122" y="6441078"/>
                </a:cubicBezTo>
                <a:cubicBezTo>
                  <a:pt x="527122" y="6445716"/>
                  <a:pt x="523996" y="6448439"/>
                  <a:pt x="518450" y="6448439"/>
                </a:cubicBezTo>
                <a:lnTo>
                  <a:pt x="500904" y="6448439"/>
                </a:lnTo>
                <a:close/>
                <a:moveTo>
                  <a:pt x="1120008" y="6423632"/>
                </a:moveTo>
                <a:lnTo>
                  <a:pt x="1105991" y="6427666"/>
                </a:lnTo>
                <a:lnTo>
                  <a:pt x="1105991" y="6438859"/>
                </a:lnTo>
                <a:lnTo>
                  <a:pt x="1097218" y="6438859"/>
                </a:lnTo>
                <a:lnTo>
                  <a:pt x="1097218" y="6450758"/>
                </a:lnTo>
                <a:lnTo>
                  <a:pt x="1105991" y="6450758"/>
                </a:lnTo>
                <a:lnTo>
                  <a:pt x="1105991" y="6472943"/>
                </a:lnTo>
                <a:cubicBezTo>
                  <a:pt x="1105991" y="6485246"/>
                  <a:pt x="1112647" y="6492103"/>
                  <a:pt x="1124042" y="6492103"/>
                </a:cubicBezTo>
                <a:cubicBezTo>
                  <a:pt x="1127168" y="6492103"/>
                  <a:pt x="1129891" y="6491800"/>
                  <a:pt x="1132008" y="6491195"/>
                </a:cubicBezTo>
                <a:lnTo>
                  <a:pt x="1132008" y="6479296"/>
                </a:lnTo>
                <a:cubicBezTo>
                  <a:pt x="1130697" y="6479498"/>
                  <a:pt x="1129185" y="6479699"/>
                  <a:pt x="1128076" y="6479699"/>
                </a:cubicBezTo>
                <a:cubicBezTo>
                  <a:pt x="1122529" y="6479699"/>
                  <a:pt x="1120008" y="6476876"/>
                  <a:pt x="1120008" y="6471733"/>
                </a:cubicBezTo>
                <a:lnTo>
                  <a:pt x="1120008" y="6450758"/>
                </a:lnTo>
                <a:lnTo>
                  <a:pt x="1132008" y="6450758"/>
                </a:lnTo>
                <a:lnTo>
                  <a:pt x="1132008" y="6438859"/>
                </a:lnTo>
                <a:lnTo>
                  <a:pt x="1120008" y="6438859"/>
                </a:lnTo>
                <a:close/>
                <a:moveTo>
                  <a:pt x="1141990" y="6420305"/>
                </a:moveTo>
                <a:lnTo>
                  <a:pt x="1141990" y="6490893"/>
                </a:lnTo>
                <a:lnTo>
                  <a:pt x="1156007" y="6490893"/>
                </a:lnTo>
                <a:lnTo>
                  <a:pt x="1156007" y="6459733"/>
                </a:lnTo>
                <a:cubicBezTo>
                  <a:pt x="1156007" y="6453077"/>
                  <a:pt x="1159940" y="6449750"/>
                  <a:pt x="1165587" y="6449750"/>
                </a:cubicBezTo>
                <a:cubicBezTo>
                  <a:pt x="1171436" y="6449750"/>
                  <a:pt x="1174562" y="6453582"/>
                  <a:pt x="1174562" y="6459229"/>
                </a:cubicBezTo>
                <a:lnTo>
                  <a:pt x="1174562" y="6490893"/>
                </a:lnTo>
                <a:lnTo>
                  <a:pt x="1188579" y="6490893"/>
                </a:lnTo>
                <a:lnTo>
                  <a:pt x="1188579" y="6456708"/>
                </a:lnTo>
                <a:cubicBezTo>
                  <a:pt x="1188579" y="6443195"/>
                  <a:pt x="1181115" y="6437447"/>
                  <a:pt x="1171637" y="6437447"/>
                </a:cubicBezTo>
                <a:cubicBezTo>
                  <a:pt x="1163469" y="6437447"/>
                  <a:pt x="1158326" y="6441178"/>
                  <a:pt x="1156007" y="6444809"/>
                </a:cubicBezTo>
                <a:lnTo>
                  <a:pt x="1156007" y="6420305"/>
                </a:lnTo>
                <a:close/>
                <a:moveTo>
                  <a:pt x="485777" y="6420305"/>
                </a:moveTo>
                <a:lnTo>
                  <a:pt x="485777" y="6490893"/>
                </a:lnTo>
                <a:lnTo>
                  <a:pt x="520668" y="6490893"/>
                </a:lnTo>
                <a:cubicBezTo>
                  <a:pt x="535694" y="6490893"/>
                  <a:pt x="544568" y="6483430"/>
                  <a:pt x="544568" y="6471229"/>
                </a:cubicBezTo>
                <a:cubicBezTo>
                  <a:pt x="544568" y="6463262"/>
                  <a:pt x="540231" y="6457414"/>
                  <a:pt x="532265" y="6454691"/>
                </a:cubicBezTo>
                <a:cubicBezTo>
                  <a:pt x="538719" y="6452170"/>
                  <a:pt x="542753" y="6446321"/>
                  <a:pt x="542753" y="6438960"/>
                </a:cubicBezTo>
                <a:cubicBezTo>
                  <a:pt x="542753" y="6427162"/>
                  <a:pt x="534484" y="6420305"/>
                  <a:pt x="520568" y="6420305"/>
                </a:cubicBezTo>
                <a:close/>
                <a:moveTo>
                  <a:pt x="994261" y="6419094"/>
                </a:moveTo>
                <a:cubicBezTo>
                  <a:pt x="973790" y="6419094"/>
                  <a:pt x="958361" y="6434523"/>
                  <a:pt x="958361" y="6455800"/>
                </a:cubicBezTo>
                <a:cubicBezTo>
                  <a:pt x="958361" y="6477077"/>
                  <a:pt x="973084" y="6492405"/>
                  <a:pt x="992042" y="6492405"/>
                </a:cubicBezTo>
                <a:cubicBezTo>
                  <a:pt x="1001017" y="6492405"/>
                  <a:pt x="1008278" y="6488674"/>
                  <a:pt x="1012614" y="6482624"/>
                </a:cubicBezTo>
                <a:lnTo>
                  <a:pt x="1012614" y="6490893"/>
                </a:lnTo>
                <a:lnTo>
                  <a:pt x="1026226" y="6490893"/>
                </a:lnTo>
                <a:lnTo>
                  <a:pt x="1026226" y="6452977"/>
                </a:lnTo>
                <a:lnTo>
                  <a:pt x="994563" y="6452977"/>
                </a:lnTo>
                <a:lnTo>
                  <a:pt x="994563" y="6466489"/>
                </a:lnTo>
                <a:lnTo>
                  <a:pt x="1011303" y="6466489"/>
                </a:lnTo>
                <a:cubicBezTo>
                  <a:pt x="1009285" y="6473246"/>
                  <a:pt x="1002631" y="6478086"/>
                  <a:pt x="994463" y="6478086"/>
                </a:cubicBezTo>
                <a:cubicBezTo>
                  <a:pt x="982866" y="6478086"/>
                  <a:pt x="974395" y="6468506"/>
                  <a:pt x="974395" y="6455800"/>
                </a:cubicBezTo>
                <a:cubicBezTo>
                  <a:pt x="974395" y="6442994"/>
                  <a:pt x="982764" y="6433414"/>
                  <a:pt x="994261" y="6433414"/>
                </a:cubicBezTo>
                <a:cubicBezTo>
                  <a:pt x="1002933" y="6433414"/>
                  <a:pt x="1008882" y="6437851"/>
                  <a:pt x="1012008" y="6443699"/>
                </a:cubicBezTo>
                <a:lnTo>
                  <a:pt x="1024715" y="6435229"/>
                </a:lnTo>
                <a:cubicBezTo>
                  <a:pt x="1019471" y="6424943"/>
                  <a:pt x="1007874" y="6419094"/>
                  <a:pt x="994261" y="6419094"/>
                </a:cubicBezTo>
                <a:close/>
                <a:moveTo>
                  <a:pt x="875121" y="6416674"/>
                </a:moveTo>
                <a:cubicBezTo>
                  <a:pt x="870482" y="6416674"/>
                  <a:pt x="866752" y="6420405"/>
                  <a:pt x="866752" y="6424943"/>
                </a:cubicBezTo>
                <a:cubicBezTo>
                  <a:pt x="866752" y="6429582"/>
                  <a:pt x="870482" y="6433313"/>
                  <a:pt x="875121" y="6433313"/>
                </a:cubicBezTo>
                <a:cubicBezTo>
                  <a:pt x="879761" y="6433313"/>
                  <a:pt x="883492" y="6429582"/>
                  <a:pt x="883492" y="6424943"/>
                </a:cubicBezTo>
                <a:cubicBezTo>
                  <a:pt x="883492" y="6420405"/>
                  <a:pt x="879761" y="6416674"/>
                  <a:pt x="875121" y="6416674"/>
                </a:cubicBezTo>
                <a:close/>
                <a:moveTo>
                  <a:pt x="11442400" y="652256"/>
                </a:moveTo>
                <a:cubicBezTo>
                  <a:pt x="11455703" y="652256"/>
                  <a:pt x="11465450" y="662768"/>
                  <a:pt x="11465450" y="677002"/>
                </a:cubicBezTo>
                <a:cubicBezTo>
                  <a:pt x="11465450" y="691236"/>
                  <a:pt x="11455703" y="701748"/>
                  <a:pt x="11442400" y="701748"/>
                </a:cubicBezTo>
                <a:cubicBezTo>
                  <a:pt x="11429097" y="701748"/>
                  <a:pt x="11419349" y="691236"/>
                  <a:pt x="11419349" y="677002"/>
                </a:cubicBezTo>
                <a:cubicBezTo>
                  <a:pt x="11419349" y="662768"/>
                  <a:pt x="11429097" y="652256"/>
                  <a:pt x="11442400" y="652256"/>
                </a:cubicBezTo>
                <a:close/>
                <a:moveTo>
                  <a:pt x="11217192" y="652256"/>
                </a:moveTo>
                <a:cubicBezTo>
                  <a:pt x="11230495" y="652256"/>
                  <a:pt x="11240242" y="662768"/>
                  <a:pt x="11240242" y="677002"/>
                </a:cubicBezTo>
                <a:cubicBezTo>
                  <a:pt x="11240242" y="691236"/>
                  <a:pt x="11230495" y="701748"/>
                  <a:pt x="11217192" y="701748"/>
                </a:cubicBezTo>
                <a:cubicBezTo>
                  <a:pt x="11203889" y="701748"/>
                  <a:pt x="11194142" y="691236"/>
                  <a:pt x="11194142" y="677002"/>
                </a:cubicBezTo>
                <a:cubicBezTo>
                  <a:pt x="11194142" y="662768"/>
                  <a:pt x="11203889" y="652256"/>
                  <a:pt x="11217192" y="652256"/>
                </a:cubicBezTo>
                <a:close/>
                <a:moveTo>
                  <a:pt x="11532427" y="651335"/>
                </a:moveTo>
                <a:cubicBezTo>
                  <a:pt x="11542327" y="651335"/>
                  <a:pt x="11550373" y="657218"/>
                  <a:pt x="11552688" y="668498"/>
                </a:cubicBezTo>
                <a:lnTo>
                  <a:pt x="11511858" y="668498"/>
                </a:lnTo>
                <a:cubicBezTo>
                  <a:pt x="11514327" y="657832"/>
                  <a:pt x="11521912" y="651335"/>
                  <a:pt x="11532427" y="651335"/>
                </a:cubicBezTo>
                <a:close/>
                <a:moveTo>
                  <a:pt x="11620279" y="636015"/>
                </a:moveTo>
                <a:cubicBezTo>
                  <a:pt x="11608677" y="636015"/>
                  <a:pt x="11601104" y="642511"/>
                  <a:pt x="11598623" y="651783"/>
                </a:cubicBezTo>
                <a:lnTo>
                  <a:pt x="11598623" y="637396"/>
                </a:lnTo>
                <a:lnTo>
                  <a:pt x="11580996" y="637396"/>
                </a:lnTo>
                <a:lnTo>
                  <a:pt x="11580996" y="716570"/>
                </a:lnTo>
                <a:lnTo>
                  <a:pt x="11580996" y="716595"/>
                </a:lnTo>
                <a:lnTo>
                  <a:pt x="11598623" y="716595"/>
                </a:lnTo>
                <a:lnTo>
                  <a:pt x="11598623" y="673447"/>
                </a:lnTo>
                <a:cubicBezTo>
                  <a:pt x="11598623" y="660300"/>
                  <a:pt x="11604187" y="654264"/>
                  <a:pt x="11618117" y="654264"/>
                </a:cubicBezTo>
                <a:lnTo>
                  <a:pt x="11621980" y="654264"/>
                </a:lnTo>
                <a:lnTo>
                  <a:pt x="11621980" y="636015"/>
                </a:lnTo>
                <a:close/>
                <a:moveTo>
                  <a:pt x="11438844" y="635260"/>
                </a:moveTo>
                <a:cubicBezTo>
                  <a:pt x="11418121" y="635260"/>
                  <a:pt x="11401109" y="652729"/>
                  <a:pt x="11401109" y="677015"/>
                </a:cubicBezTo>
                <a:cubicBezTo>
                  <a:pt x="11401109" y="701300"/>
                  <a:pt x="11418121" y="718769"/>
                  <a:pt x="11438844" y="718769"/>
                </a:cubicBezTo>
                <a:cubicBezTo>
                  <a:pt x="11451060" y="718769"/>
                  <a:pt x="11460193" y="713513"/>
                  <a:pt x="11465450" y="703461"/>
                </a:cubicBezTo>
                <a:lnTo>
                  <a:pt x="11465450" y="716608"/>
                </a:lnTo>
                <a:lnTo>
                  <a:pt x="11483090" y="716608"/>
                </a:lnTo>
                <a:lnTo>
                  <a:pt x="11483090" y="637434"/>
                </a:lnTo>
                <a:lnTo>
                  <a:pt x="11465450" y="637434"/>
                </a:lnTo>
                <a:lnTo>
                  <a:pt x="11465450" y="650568"/>
                </a:lnTo>
                <a:cubicBezTo>
                  <a:pt x="11460193" y="640516"/>
                  <a:pt x="11451060" y="635260"/>
                  <a:pt x="11438844" y="635260"/>
                </a:cubicBezTo>
                <a:close/>
                <a:moveTo>
                  <a:pt x="11217192" y="635248"/>
                </a:moveTo>
                <a:cubicBezTo>
                  <a:pt x="11193681" y="635248"/>
                  <a:pt x="11175888" y="652717"/>
                  <a:pt x="11175888" y="677002"/>
                </a:cubicBezTo>
                <a:cubicBezTo>
                  <a:pt x="11175888" y="701287"/>
                  <a:pt x="11193681" y="718756"/>
                  <a:pt x="11217192" y="718756"/>
                </a:cubicBezTo>
                <a:cubicBezTo>
                  <a:pt x="11240703" y="718756"/>
                  <a:pt x="11258496" y="701287"/>
                  <a:pt x="11258496" y="677002"/>
                </a:cubicBezTo>
                <a:cubicBezTo>
                  <a:pt x="11258496" y="652717"/>
                  <a:pt x="11240703" y="635248"/>
                  <a:pt x="11217192" y="635248"/>
                </a:cubicBezTo>
                <a:close/>
                <a:moveTo>
                  <a:pt x="11532439" y="635235"/>
                </a:moveTo>
                <a:cubicBezTo>
                  <a:pt x="11509236" y="635235"/>
                  <a:pt x="11493310" y="652870"/>
                  <a:pt x="11493310" y="676989"/>
                </a:cubicBezTo>
                <a:lnTo>
                  <a:pt x="11493297" y="677002"/>
                </a:lnTo>
                <a:cubicBezTo>
                  <a:pt x="11493297" y="701121"/>
                  <a:pt x="11510463" y="718756"/>
                  <a:pt x="11533821" y="718756"/>
                </a:cubicBezTo>
                <a:cubicBezTo>
                  <a:pt x="11548211" y="718756"/>
                  <a:pt x="11561821" y="711646"/>
                  <a:pt x="11568320" y="700968"/>
                </a:cubicBezTo>
                <a:lnTo>
                  <a:pt x="11556257" y="690762"/>
                </a:lnTo>
                <a:cubicBezTo>
                  <a:pt x="11551767" y="698193"/>
                  <a:pt x="11543414" y="702669"/>
                  <a:pt x="11533834" y="702669"/>
                </a:cubicBezTo>
                <a:cubicBezTo>
                  <a:pt x="11522232" y="702669"/>
                  <a:pt x="11513572" y="694778"/>
                  <a:pt x="11511410" y="682718"/>
                </a:cubicBezTo>
                <a:lnTo>
                  <a:pt x="11570648" y="682718"/>
                </a:lnTo>
                <a:cubicBezTo>
                  <a:pt x="11570955" y="680711"/>
                  <a:pt x="11571108" y="678383"/>
                  <a:pt x="11571108" y="676222"/>
                </a:cubicBezTo>
                <a:cubicBezTo>
                  <a:pt x="11571108" y="653484"/>
                  <a:pt x="11555643" y="635235"/>
                  <a:pt x="11532439" y="635235"/>
                </a:cubicBezTo>
                <a:close/>
                <a:moveTo>
                  <a:pt x="11293289" y="614517"/>
                </a:moveTo>
                <a:lnTo>
                  <a:pt x="11275649" y="619927"/>
                </a:lnTo>
                <a:lnTo>
                  <a:pt x="11275649" y="637396"/>
                </a:lnTo>
                <a:lnTo>
                  <a:pt x="11260338" y="637396"/>
                </a:lnTo>
                <a:lnTo>
                  <a:pt x="11260338" y="652551"/>
                </a:lnTo>
                <a:lnTo>
                  <a:pt x="11275649" y="652551"/>
                </a:lnTo>
                <a:lnTo>
                  <a:pt x="11275649" y="691363"/>
                </a:lnTo>
                <a:cubicBezTo>
                  <a:pt x="11275649" y="708526"/>
                  <a:pt x="11285089" y="718271"/>
                  <a:pt x="11301168" y="718271"/>
                </a:cubicBezTo>
                <a:cubicBezTo>
                  <a:pt x="11305658" y="718271"/>
                  <a:pt x="11309675" y="717810"/>
                  <a:pt x="11312617" y="716877"/>
                </a:cubicBezTo>
                <a:lnTo>
                  <a:pt x="11312630" y="716902"/>
                </a:lnTo>
                <a:lnTo>
                  <a:pt x="11312630" y="702055"/>
                </a:lnTo>
                <a:cubicBezTo>
                  <a:pt x="11310621" y="702362"/>
                  <a:pt x="11307833" y="702515"/>
                  <a:pt x="11305978" y="702515"/>
                </a:cubicBezTo>
                <a:cubicBezTo>
                  <a:pt x="11297318" y="702515"/>
                  <a:pt x="11293289" y="698026"/>
                  <a:pt x="11293289" y="689675"/>
                </a:cubicBezTo>
                <a:lnTo>
                  <a:pt x="11293289" y="652563"/>
                </a:lnTo>
                <a:lnTo>
                  <a:pt x="11312630" y="652563"/>
                </a:lnTo>
                <a:lnTo>
                  <a:pt x="11312630" y="637409"/>
                </a:lnTo>
                <a:lnTo>
                  <a:pt x="11293289" y="637409"/>
                </a:lnTo>
                <a:close/>
                <a:moveTo>
                  <a:pt x="11324398" y="608341"/>
                </a:moveTo>
                <a:lnTo>
                  <a:pt x="11324398" y="716595"/>
                </a:lnTo>
                <a:lnTo>
                  <a:pt x="11342012" y="716595"/>
                </a:lnTo>
                <a:lnTo>
                  <a:pt x="11342012" y="669585"/>
                </a:lnTo>
                <a:cubicBezTo>
                  <a:pt x="11342012" y="657372"/>
                  <a:pt x="11348510" y="650722"/>
                  <a:pt x="11358410" y="650722"/>
                </a:cubicBezTo>
                <a:cubicBezTo>
                  <a:pt x="11368311" y="650722"/>
                  <a:pt x="11373875" y="657372"/>
                  <a:pt x="11373875" y="668191"/>
                </a:cubicBezTo>
                <a:lnTo>
                  <a:pt x="11373875" y="716595"/>
                </a:lnTo>
                <a:lnTo>
                  <a:pt x="11391515" y="716595"/>
                </a:lnTo>
                <a:lnTo>
                  <a:pt x="11391515" y="665096"/>
                </a:lnTo>
                <a:cubicBezTo>
                  <a:pt x="11391515" y="644685"/>
                  <a:pt x="11380527" y="635248"/>
                  <a:pt x="11365689" y="635248"/>
                </a:cubicBezTo>
                <a:cubicBezTo>
                  <a:pt x="11353473" y="635248"/>
                  <a:pt x="11345427" y="641284"/>
                  <a:pt x="11342025" y="647934"/>
                </a:cubicBezTo>
                <a:lnTo>
                  <a:pt x="11342025" y="608341"/>
                </a:lnTo>
                <a:close/>
                <a:moveTo>
                  <a:pt x="11116651" y="606486"/>
                </a:moveTo>
                <a:cubicBezTo>
                  <a:pt x="11085554" y="606486"/>
                  <a:pt x="11062197" y="629992"/>
                  <a:pt x="11062197" y="662628"/>
                </a:cubicBezTo>
                <a:cubicBezTo>
                  <a:pt x="11062197" y="695264"/>
                  <a:pt x="11085554" y="718769"/>
                  <a:pt x="11114323" y="718769"/>
                </a:cubicBezTo>
                <a:cubicBezTo>
                  <a:pt x="11127626" y="718769"/>
                  <a:pt x="11140149" y="712580"/>
                  <a:pt x="11147427" y="702681"/>
                </a:cubicBezTo>
                <a:lnTo>
                  <a:pt x="11147427" y="716595"/>
                </a:lnTo>
                <a:lnTo>
                  <a:pt x="11165374" y="716595"/>
                </a:lnTo>
                <a:lnTo>
                  <a:pt x="11165374" y="659686"/>
                </a:lnTo>
                <a:lnTo>
                  <a:pt x="11118505" y="659686"/>
                </a:lnTo>
                <a:lnTo>
                  <a:pt x="11118505" y="677322"/>
                </a:lnTo>
                <a:lnTo>
                  <a:pt x="11145879" y="677322"/>
                </a:lnTo>
                <a:cubicBezTo>
                  <a:pt x="11143244" y="690622"/>
                  <a:pt x="11131489" y="699906"/>
                  <a:pt x="11116638" y="699906"/>
                </a:cubicBezTo>
                <a:cubicBezTo>
                  <a:pt x="11097143" y="699906"/>
                  <a:pt x="11083226" y="684138"/>
                  <a:pt x="11083226" y="662640"/>
                </a:cubicBezTo>
                <a:cubicBezTo>
                  <a:pt x="11083226" y="641143"/>
                  <a:pt x="11097143" y="625375"/>
                  <a:pt x="11116638" y="625375"/>
                </a:cubicBezTo>
                <a:cubicBezTo>
                  <a:pt x="11130555" y="625375"/>
                  <a:pt x="11140609" y="632332"/>
                  <a:pt x="11146033" y="642230"/>
                </a:cubicBezTo>
                <a:lnTo>
                  <a:pt x="11162738" y="631091"/>
                </a:lnTo>
                <a:cubicBezTo>
                  <a:pt x="11154539" y="615630"/>
                  <a:pt x="11137219" y="606499"/>
                  <a:pt x="11116638" y="606499"/>
                </a:cubicBezTo>
                <a:close/>
                <a:moveTo>
                  <a:pt x="10840737" y="601537"/>
                </a:moveTo>
                <a:lnTo>
                  <a:pt x="10840745" y="601542"/>
                </a:lnTo>
                <a:lnTo>
                  <a:pt x="10839292" y="602995"/>
                </a:lnTo>
                <a:cubicBezTo>
                  <a:pt x="10857034" y="630631"/>
                  <a:pt x="10880545" y="661873"/>
                  <a:pt x="10915734" y="697054"/>
                </a:cubicBezTo>
                <a:cubicBezTo>
                  <a:pt x="10941356" y="722670"/>
                  <a:pt x="10955158" y="732888"/>
                  <a:pt x="10962909" y="725125"/>
                </a:cubicBezTo>
                <a:cubicBezTo>
                  <a:pt x="10970661" y="717376"/>
                  <a:pt x="10960441" y="703577"/>
                  <a:pt x="10934819" y="677961"/>
                </a:cubicBezTo>
                <a:cubicBezTo>
                  <a:pt x="10917224" y="660371"/>
                  <a:pt x="10900615" y="645696"/>
                  <a:pt x="10884948" y="633203"/>
                </a:cubicBezTo>
                <a:lnTo>
                  <a:pt x="10840745" y="601542"/>
                </a:lnTo>
                <a:lnTo>
                  <a:pt x="10840750" y="601537"/>
                </a:lnTo>
                <a:close/>
                <a:moveTo>
                  <a:pt x="10736550" y="588557"/>
                </a:moveTo>
                <a:cubicBezTo>
                  <a:pt x="10714549" y="588557"/>
                  <a:pt x="10704226" y="590756"/>
                  <a:pt x="10704226" y="600258"/>
                </a:cubicBezTo>
                <a:cubicBezTo>
                  <a:pt x="10704226" y="609760"/>
                  <a:pt x="10714536" y="611960"/>
                  <a:pt x="10736550" y="611960"/>
                </a:cubicBezTo>
                <a:cubicBezTo>
                  <a:pt x="10761494" y="611960"/>
                  <a:pt x="10781871" y="608724"/>
                  <a:pt x="10799191" y="604184"/>
                </a:cubicBezTo>
                <a:cubicBezTo>
                  <a:pt x="10773326" y="621794"/>
                  <a:pt x="10744596" y="646783"/>
                  <a:pt x="10712029" y="678997"/>
                </a:cubicBezTo>
                <a:cubicBezTo>
                  <a:pt x="10686471" y="704280"/>
                  <a:pt x="10676213" y="717823"/>
                  <a:pt x="10683632" y="725164"/>
                </a:cubicBezTo>
                <a:cubicBezTo>
                  <a:pt x="10691051" y="732504"/>
                  <a:pt x="10704738" y="722350"/>
                  <a:pt x="10730295" y="697067"/>
                </a:cubicBezTo>
                <a:cubicBezTo>
                  <a:pt x="10762863" y="664840"/>
                  <a:pt x="10788113" y="636424"/>
                  <a:pt x="10805906" y="610834"/>
                </a:cubicBezTo>
                <a:cubicBezTo>
                  <a:pt x="10801365" y="628150"/>
                  <a:pt x="10798116" y="648535"/>
                  <a:pt x="10798116" y="673511"/>
                </a:cubicBezTo>
                <a:cubicBezTo>
                  <a:pt x="10798116" y="695507"/>
                  <a:pt x="10800316" y="705815"/>
                  <a:pt x="10809820" y="705815"/>
                </a:cubicBezTo>
                <a:cubicBezTo>
                  <a:pt x="10819324" y="705815"/>
                  <a:pt x="10821525" y="695507"/>
                  <a:pt x="10821525" y="673511"/>
                </a:cubicBezTo>
                <a:cubicBezTo>
                  <a:pt x="10821525" y="643291"/>
                  <a:pt x="10816792" y="619773"/>
                  <a:pt x="10810716" y="600297"/>
                </a:cubicBezTo>
                <a:cubicBezTo>
                  <a:pt x="10810639" y="600028"/>
                  <a:pt x="10810498" y="599836"/>
                  <a:pt x="10810332" y="599708"/>
                </a:cubicBezTo>
                <a:lnTo>
                  <a:pt x="10810319" y="599695"/>
                </a:lnTo>
                <a:cubicBezTo>
                  <a:pt x="10810191" y="599555"/>
                  <a:pt x="10810012" y="599440"/>
                  <a:pt x="10809782" y="599363"/>
                </a:cubicBezTo>
                <a:cubicBezTo>
                  <a:pt x="10790288" y="593301"/>
                  <a:pt x="10766777" y="588557"/>
                  <a:pt x="10736550" y="588557"/>
                </a:cubicBezTo>
                <a:close/>
                <a:moveTo>
                  <a:pt x="10923409" y="575551"/>
                </a:moveTo>
                <a:cubicBezTo>
                  <a:pt x="10890548" y="575551"/>
                  <a:pt x="10864977" y="580295"/>
                  <a:pt x="10843795" y="586357"/>
                </a:cubicBezTo>
                <a:cubicBezTo>
                  <a:pt x="10842682" y="586677"/>
                  <a:pt x="10842682" y="587828"/>
                  <a:pt x="10843795" y="588147"/>
                </a:cubicBezTo>
                <a:cubicBezTo>
                  <a:pt x="10864977" y="594209"/>
                  <a:pt x="10890561" y="598941"/>
                  <a:pt x="10923409" y="598941"/>
                </a:cubicBezTo>
                <a:cubicBezTo>
                  <a:pt x="10947329" y="598941"/>
                  <a:pt x="10958548" y="596741"/>
                  <a:pt x="10958548" y="587252"/>
                </a:cubicBezTo>
                <a:cubicBezTo>
                  <a:pt x="10958548" y="577763"/>
                  <a:pt x="10947329" y="575551"/>
                  <a:pt x="10923409" y="575551"/>
                </a:cubicBezTo>
                <a:close/>
                <a:moveTo>
                  <a:pt x="11089110" y="515163"/>
                </a:moveTo>
                <a:lnTo>
                  <a:pt x="11120053" y="515163"/>
                </a:lnTo>
                <a:cubicBezTo>
                  <a:pt x="11130721" y="515163"/>
                  <a:pt x="11136912" y="520419"/>
                  <a:pt x="11136912" y="529396"/>
                </a:cubicBezTo>
                <a:cubicBezTo>
                  <a:pt x="11136912" y="538374"/>
                  <a:pt x="11130721" y="543630"/>
                  <a:pt x="11120053" y="543630"/>
                </a:cubicBezTo>
                <a:lnTo>
                  <a:pt x="11120053" y="543617"/>
                </a:lnTo>
                <a:lnTo>
                  <a:pt x="11089110" y="543617"/>
                </a:lnTo>
                <a:close/>
                <a:moveTo>
                  <a:pt x="11670715" y="497527"/>
                </a:moveTo>
                <a:cubicBezTo>
                  <a:pt x="11684018" y="497527"/>
                  <a:pt x="11693765" y="508039"/>
                  <a:pt x="11693765" y="522273"/>
                </a:cubicBezTo>
                <a:cubicBezTo>
                  <a:pt x="11693765" y="536507"/>
                  <a:pt x="11684018" y="547019"/>
                  <a:pt x="11670715" y="547019"/>
                </a:cubicBezTo>
                <a:cubicBezTo>
                  <a:pt x="11657412" y="547019"/>
                  <a:pt x="11647665" y="536507"/>
                  <a:pt x="11647665" y="522273"/>
                </a:cubicBezTo>
                <a:cubicBezTo>
                  <a:pt x="11647665" y="508039"/>
                  <a:pt x="11657412" y="497527"/>
                  <a:pt x="11670715" y="497527"/>
                </a:cubicBezTo>
                <a:close/>
                <a:moveTo>
                  <a:pt x="11207918" y="497527"/>
                </a:moveTo>
                <a:cubicBezTo>
                  <a:pt x="11221221" y="497527"/>
                  <a:pt x="11230968" y="508039"/>
                  <a:pt x="11230968" y="522273"/>
                </a:cubicBezTo>
                <a:cubicBezTo>
                  <a:pt x="11230968" y="536507"/>
                  <a:pt x="11221221" y="547019"/>
                  <a:pt x="11207918" y="547019"/>
                </a:cubicBezTo>
                <a:cubicBezTo>
                  <a:pt x="11194615" y="547019"/>
                  <a:pt x="11184868" y="536507"/>
                  <a:pt x="11184868" y="522273"/>
                </a:cubicBezTo>
                <a:cubicBezTo>
                  <a:pt x="11184868" y="508039"/>
                  <a:pt x="11194615" y="497527"/>
                  <a:pt x="11207918" y="497527"/>
                </a:cubicBezTo>
                <a:close/>
                <a:moveTo>
                  <a:pt x="11472881" y="496606"/>
                </a:moveTo>
                <a:cubicBezTo>
                  <a:pt x="11482782" y="496606"/>
                  <a:pt x="11490828" y="502489"/>
                  <a:pt x="11493143" y="513769"/>
                </a:cubicBezTo>
                <a:lnTo>
                  <a:pt x="11452313" y="513769"/>
                </a:lnTo>
                <a:cubicBezTo>
                  <a:pt x="11454781" y="503103"/>
                  <a:pt x="11462367" y="496606"/>
                  <a:pt x="11472881" y="496606"/>
                </a:cubicBezTo>
                <a:close/>
                <a:moveTo>
                  <a:pt x="11601577" y="482693"/>
                </a:moveTo>
                <a:lnTo>
                  <a:pt x="11601577" y="561866"/>
                </a:lnTo>
                <a:lnTo>
                  <a:pt x="11619216" y="561866"/>
                </a:lnTo>
                <a:lnTo>
                  <a:pt x="11619216" y="482693"/>
                </a:lnTo>
                <a:close/>
                <a:moveTo>
                  <a:pt x="11301501" y="481299"/>
                </a:moveTo>
                <a:cubicBezTo>
                  <a:pt x="11289899" y="481299"/>
                  <a:pt x="11282326" y="487795"/>
                  <a:pt x="11279845" y="497080"/>
                </a:cubicBezTo>
                <a:lnTo>
                  <a:pt x="11279845" y="482693"/>
                </a:lnTo>
                <a:lnTo>
                  <a:pt x="11262205" y="482693"/>
                </a:lnTo>
                <a:lnTo>
                  <a:pt x="11262205" y="561866"/>
                </a:lnTo>
                <a:lnTo>
                  <a:pt x="11279845" y="561866"/>
                </a:lnTo>
                <a:lnTo>
                  <a:pt x="11279845" y="518718"/>
                </a:lnTo>
                <a:cubicBezTo>
                  <a:pt x="11279845" y="505571"/>
                  <a:pt x="11285409" y="499548"/>
                  <a:pt x="11299339" y="499548"/>
                </a:cubicBezTo>
                <a:lnTo>
                  <a:pt x="11303202" y="499548"/>
                </a:lnTo>
                <a:lnTo>
                  <a:pt x="11303202" y="481299"/>
                </a:lnTo>
                <a:close/>
                <a:moveTo>
                  <a:pt x="11667159" y="480531"/>
                </a:moveTo>
                <a:cubicBezTo>
                  <a:pt x="11646437" y="480531"/>
                  <a:pt x="11629411" y="498000"/>
                  <a:pt x="11629411" y="522286"/>
                </a:cubicBezTo>
                <a:cubicBezTo>
                  <a:pt x="11629411" y="546571"/>
                  <a:pt x="11646424" y="564040"/>
                  <a:pt x="11667159" y="564040"/>
                </a:cubicBezTo>
                <a:cubicBezTo>
                  <a:pt x="11679375" y="564040"/>
                  <a:pt x="11688508" y="558784"/>
                  <a:pt x="11693765" y="548732"/>
                </a:cubicBezTo>
                <a:lnTo>
                  <a:pt x="11693765" y="561879"/>
                </a:lnTo>
                <a:lnTo>
                  <a:pt x="11711392" y="561879"/>
                </a:lnTo>
                <a:lnTo>
                  <a:pt x="11711392" y="482705"/>
                </a:lnTo>
                <a:lnTo>
                  <a:pt x="11693765" y="482705"/>
                </a:lnTo>
                <a:lnTo>
                  <a:pt x="11693765" y="495839"/>
                </a:lnTo>
                <a:cubicBezTo>
                  <a:pt x="11688508" y="485787"/>
                  <a:pt x="11679375" y="480531"/>
                  <a:pt x="11667159" y="480531"/>
                </a:cubicBezTo>
                <a:close/>
                <a:moveTo>
                  <a:pt x="11204349" y="480531"/>
                </a:moveTo>
                <a:cubicBezTo>
                  <a:pt x="11183627" y="480531"/>
                  <a:pt x="11166601" y="498000"/>
                  <a:pt x="11166601" y="522286"/>
                </a:cubicBezTo>
                <a:cubicBezTo>
                  <a:pt x="11166601" y="546571"/>
                  <a:pt x="11183614" y="564040"/>
                  <a:pt x="11204349" y="564040"/>
                </a:cubicBezTo>
                <a:cubicBezTo>
                  <a:pt x="11216565" y="564040"/>
                  <a:pt x="11225698" y="558784"/>
                  <a:pt x="11230955" y="548732"/>
                </a:cubicBezTo>
                <a:lnTo>
                  <a:pt x="11230955" y="561879"/>
                </a:lnTo>
                <a:lnTo>
                  <a:pt x="11248582" y="561879"/>
                </a:lnTo>
                <a:lnTo>
                  <a:pt x="11248582" y="482705"/>
                </a:lnTo>
                <a:lnTo>
                  <a:pt x="11230955" y="482705"/>
                </a:lnTo>
                <a:lnTo>
                  <a:pt x="11230955" y="495839"/>
                </a:lnTo>
                <a:cubicBezTo>
                  <a:pt x="11225698" y="485787"/>
                  <a:pt x="11216565" y="480531"/>
                  <a:pt x="11204349" y="480531"/>
                </a:cubicBezTo>
                <a:close/>
                <a:moveTo>
                  <a:pt x="11562755" y="480518"/>
                </a:moveTo>
                <a:cubicBezTo>
                  <a:pt x="11550539" y="480518"/>
                  <a:pt x="11542493" y="486555"/>
                  <a:pt x="11539090" y="493205"/>
                </a:cubicBezTo>
                <a:lnTo>
                  <a:pt x="11539090" y="482693"/>
                </a:lnTo>
                <a:lnTo>
                  <a:pt x="11521464" y="482693"/>
                </a:lnTo>
                <a:lnTo>
                  <a:pt x="11521464" y="561866"/>
                </a:lnTo>
                <a:lnTo>
                  <a:pt x="11539078" y="561866"/>
                </a:lnTo>
                <a:lnTo>
                  <a:pt x="11539078" y="514856"/>
                </a:lnTo>
                <a:cubicBezTo>
                  <a:pt x="11539078" y="502643"/>
                  <a:pt x="11545576" y="495993"/>
                  <a:pt x="11555476" y="495993"/>
                </a:cubicBezTo>
                <a:cubicBezTo>
                  <a:pt x="11565377" y="495993"/>
                  <a:pt x="11570941" y="502643"/>
                  <a:pt x="11570941" y="513462"/>
                </a:cubicBezTo>
                <a:lnTo>
                  <a:pt x="11570941" y="561866"/>
                </a:lnTo>
                <a:lnTo>
                  <a:pt x="11588581" y="561866"/>
                </a:lnTo>
                <a:lnTo>
                  <a:pt x="11588581" y="510367"/>
                </a:lnTo>
                <a:cubicBezTo>
                  <a:pt x="11588581" y="489956"/>
                  <a:pt x="11577593" y="480518"/>
                  <a:pt x="11562755" y="480518"/>
                </a:cubicBezTo>
                <a:close/>
                <a:moveTo>
                  <a:pt x="11472894" y="480518"/>
                </a:moveTo>
                <a:cubicBezTo>
                  <a:pt x="11449690" y="480518"/>
                  <a:pt x="11433752" y="498141"/>
                  <a:pt x="11433752" y="522273"/>
                </a:cubicBezTo>
                <a:cubicBezTo>
                  <a:pt x="11433752" y="546392"/>
                  <a:pt x="11450918" y="564027"/>
                  <a:pt x="11474276" y="564027"/>
                </a:cubicBezTo>
                <a:cubicBezTo>
                  <a:pt x="11488666" y="564027"/>
                  <a:pt x="11502276" y="556917"/>
                  <a:pt x="11508775" y="546239"/>
                </a:cubicBezTo>
                <a:lnTo>
                  <a:pt x="11496712" y="536033"/>
                </a:lnTo>
                <a:cubicBezTo>
                  <a:pt x="11492222" y="543451"/>
                  <a:pt x="11483869" y="547939"/>
                  <a:pt x="11474289" y="547939"/>
                </a:cubicBezTo>
                <a:cubicBezTo>
                  <a:pt x="11462687" y="547939"/>
                  <a:pt x="11454027" y="540049"/>
                  <a:pt x="11451865" y="527989"/>
                </a:cubicBezTo>
                <a:lnTo>
                  <a:pt x="11511102" y="527989"/>
                </a:lnTo>
                <a:cubicBezTo>
                  <a:pt x="11511410" y="525982"/>
                  <a:pt x="11511563" y="523654"/>
                  <a:pt x="11511563" y="521493"/>
                </a:cubicBezTo>
                <a:cubicBezTo>
                  <a:pt x="11511563" y="498755"/>
                  <a:pt x="11496098" y="480518"/>
                  <a:pt x="11472894" y="480518"/>
                </a:cubicBezTo>
                <a:close/>
                <a:moveTo>
                  <a:pt x="11352552" y="480518"/>
                </a:moveTo>
                <a:cubicBezTo>
                  <a:pt x="11341103" y="480518"/>
                  <a:pt x="11333531" y="486555"/>
                  <a:pt x="11330128" y="493205"/>
                </a:cubicBezTo>
                <a:lnTo>
                  <a:pt x="11330128" y="482693"/>
                </a:lnTo>
                <a:lnTo>
                  <a:pt x="11312489" y="482693"/>
                </a:lnTo>
                <a:lnTo>
                  <a:pt x="11312489" y="561866"/>
                </a:lnTo>
                <a:lnTo>
                  <a:pt x="11330115" y="561866"/>
                </a:lnTo>
                <a:lnTo>
                  <a:pt x="11330115" y="514856"/>
                </a:lnTo>
                <a:cubicBezTo>
                  <a:pt x="11330115" y="502643"/>
                  <a:pt x="11336153" y="495993"/>
                  <a:pt x="11345273" y="495993"/>
                </a:cubicBezTo>
                <a:cubicBezTo>
                  <a:pt x="11354394" y="495993"/>
                  <a:pt x="11359510" y="502643"/>
                  <a:pt x="11359510" y="513462"/>
                </a:cubicBezTo>
                <a:lnTo>
                  <a:pt x="11359510" y="561866"/>
                </a:lnTo>
                <a:lnTo>
                  <a:pt x="11377137" y="561866"/>
                </a:lnTo>
                <a:lnTo>
                  <a:pt x="11377137" y="513155"/>
                </a:lnTo>
                <a:cubicBezTo>
                  <a:pt x="11377137" y="502643"/>
                  <a:pt x="11383175" y="495993"/>
                  <a:pt x="11392295" y="495993"/>
                </a:cubicBezTo>
                <a:cubicBezTo>
                  <a:pt x="11401415" y="495993"/>
                  <a:pt x="11406532" y="502643"/>
                  <a:pt x="11406532" y="513462"/>
                </a:cubicBezTo>
                <a:lnTo>
                  <a:pt x="11406532" y="561866"/>
                </a:lnTo>
                <a:lnTo>
                  <a:pt x="11424171" y="561866"/>
                </a:lnTo>
                <a:lnTo>
                  <a:pt x="11424171" y="510367"/>
                </a:lnTo>
                <a:cubicBezTo>
                  <a:pt x="11424171" y="489956"/>
                  <a:pt x="11413657" y="480518"/>
                  <a:pt x="11398025" y="480518"/>
                </a:cubicBezTo>
                <a:cubicBezTo>
                  <a:pt x="11387511" y="480518"/>
                  <a:pt x="11379311" y="485161"/>
                  <a:pt x="11374208" y="494125"/>
                </a:cubicBezTo>
                <a:cubicBezTo>
                  <a:pt x="11370038" y="484841"/>
                  <a:pt x="11362145" y="480518"/>
                  <a:pt x="11352552" y="480518"/>
                </a:cubicBezTo>
                <a:close/>
                <a:moveTo>
                  <a:pt x="11089110" y="471861"/>
                </a:moveTo>
                <a:lnTo>
                  <a:pt x="11119119" y="471861"/>
                </a:lnTo>
                <a:cubicBezTo>
                  <a:pt x="11128713" y="471861"/>
                  <a:pt x="11134277" y="476503"/>
                  <a:pt x="11134277" y="484381"/>
                </a:cubicBezTo>
                <a:cubicBezTo>
                  <a:pt x="11134277" y="492258"/>
                  <a:pt x="11128713" y="496913"/>
                  <a:pt x="11119119" y="496913"/>
                </a:cubicBezTo>
                <a:lnTo>
                  <a:pt x="11089110" y="496913"/>
                </a:lnTo>
                <a:close/>
                <a:moveTo>
                  <a:pt x="10824339" y="462794"/>
                </a:moveTo>
                <a:cubicBezTo>
                  <a:pt x="10814847" y="462794"/>
                  <a:pt x="10812647" y="472936"/>
                  <a:pt x="10812647" y="494561"/>
                </a:cubicBezTo>
                <a:cubicBezTo>
                  <a:pt x="10812647" y="524269"/>
                  <a:pt x="10817380" y="547390"/>
                  <a:pt x="10823456" y="566535"/>
                </a:cubicBezTo>
                <a:cubicBezTo>
                  <a:pt x="10823776" y="567545"/>
                  <a:pt x="10824914" y="567545"/>
                  <a:pt x="10825234" y="566535"/>
                </a:cubicBezTo>
                <a:cubicBezTo>
                  <a:pt x="10831297" y="547378"/>
                  <a:pt x="10836043" y="524269"/>
                  <a:pt x="10836043" y="494561"/>
                </a:cubicBezTo>
                <a:cubicBezTo>
                  <a:pt x="10836043" y="472936"/>
                  <a:pt x="10833843" y="462794"/>
                  <a:pt x="10824339" y="462794"/>
                </a:cubicBezTo>
                <a:close/>
                <a:moveTo>
                  <a:pt x="11069002" y="453624"/>
                </a:moveTo>
                <a:lnTo>
                  <a:pt x="11069002" y="561866"/>
                </a:lnTo>
                <a:lnTo>
                  <a:pt x="11122368" y="561866"/>
                </a:lnTo>
                <a:cubicBezTo>
                  <a:pt x="11144792" y="561866"/>
                  <a:pt x="11157941" y="550574"/>
                  <a:pt x="11157941" y="531404"/>
                </a:cubicBezTo>
                <a:cubicBezTo>
                  <a:pt x="11157941" y="518257"/>
                  <a:pt x="11150676" y="509446"/>
                  <a:pt x="11139074" y="505584"/>
                </a:cubicBezTo>
                <a:cubicBezTo>
                  <a:pt x="11149128" y="501722"/>
                  <a:pt x="11155319" y="492744"/>
                  <a:pt x="11155319" y="481772"/>
                </a:cubicBezTo>
                <a:cubicBezTo>
                  <a:pt x="11155319" y="464136"/>
                  <a:pt x="11142950" y="453624"/>
                  <a:pt x="11121908" y="453624"/>
                </a:cubicBezTo>
                <a:close/>
                <a:moveTo>
                  <a:pt x="11610390" y="450670"/>
                </a:moveTo>
                <a:cubicBezTo>
                  <a:pt x="11604353" y="450670"/>
                  <a:pt x="11599402" y="455619"/>
                  <a:pt x="11599402" y="461655"/>
                </a:cubicBezTo>
                <a:cubicBezTo>
                  <a:pt x="11599402" y="467692"/>
                  <a:pt x="11604353" y="472641"/>
                  <a:pt x="11610390" y="472641"/>
                </a:cubicBezTo>
                <a:cubicBezTo>
                  <a:pt x="11616428" y="472641"/>
                  <a:pt x="11621378" y="467692"/>
                  <a:pt x="11621378" y="461655"/>
                </a:cubicBezTo>
                <a:cubicBezTo>
                  <a:pt x="11621378" y="455619"/>
                  <a:pt x="11616428" y="450670"/>
                  <a:pt x="11610390" y="450670"/>
                </a:cubicBezTo>
                <a:close/>
                <a:moveTo>
                  <a:pt x="10963037" y="447346"/>
                </a:moveTo>
                <a:cubicBezTo>
                  <a:pt x="10955286" y="439596"/>
                  <a:pt x="10941484" y="449814"/>
                  <a:pt x="10915862" y="475417"/>
                </a:cubicBezTo>
                <a:cubicBezTo>
                  <a:pt x="10880673" y="510598"/>
                  <a:pt x="10857149" y="541840"/>
                  <a:pt x="10839420" y="569476"/>
                </a:cubicBezTo>
                <a:cubicBezTo>
                  <a:pt x="10838486" y="570934"/>
                  <a:pt x="10839420" y="571868"/>
                  <a:pt x="10840878" y="570934"/>
                </a:cubicBezTo>
                <a:cubicBezTo>
                  <a:pt x="10868521" y="553196"/>
                  <a:pt x="10899770" y="529691"/>
                  <a:pt x="10934960" y="494510"/>
                </a:cubicBezTo>
                <a:cubicBezTo>
                  <a:pt x="10960581" y="468894"/>
                  <a:pt x="10970802" y="455096"/>
                  <a:pt x="10963037" y="447346"/>
                </a:cubicBezTo>
                <a:close/>
                <a:moveTo>
                  <a:pt x="10684233" y="447282"/>
                </a:moveTo>
                <a:cubicBezTo>
                  <a:pt x="10676481" y="455032"/>
                  <a:pt x="10686702" y="468830"/>
                  <a:pt x="10712310" y="494446"/>
                </a:cubicBezTo>
                <a:cubicBezTo>
                  <a:pt x="10747500" y="529627"/>
                  <a:pt x="10778750" y="553145"/>
                  <a:pt x="10806392" y="570870"/>
                </a:cubicBezTo>
                <a:lnTo>
                  <a:pt x="10806392" y="570883"/>
                </a:lnTo>
                <a:cubicBezTo>
                  <a:pt x="10807850" y="571816"/>
                  <a:pt x="10808784" y="570883"/>
                  <a:pt x="10807850" y="569425"/>
                </a:cubicBezTo>
                <a:cubicBezTo>
                  <a:pt x="10790108" y="541789"/>
                  <a:pt x="10766598" y="510547"/>
                  <a:pt x="10731408" y="475365"/>
                </a:cubicBezTo>
                <a:cubicBezTo>
                  <a:pt x="10705799" y="449750"/>
                  <a:pt x="10691985" y="439532"/>
                  <a:pt x="10684233" y="447282"/>
                </a:cubicBezTo>
                <a:close/>
                <a:moveTo>
                  <a:pt x="0" y="0"/>
                </a:moveTo>
                <a:lnTo>
                  <a:pt x="12193199" y="0"/>
                </a:lnTo>
                <a:lnTo>
                  <a:pt x="12193199" y="6858000"/>
                </a:lnTo>
                <a:lnTo>
                  <a:pt x="0" y="6858000"/>
                </a:lnTo>
                <a:close/>
              </a:path>
            </a:pathLst>
          </a:custGeom>
          <a:gradFill>
            <a:gsLst>
              <a:gs pos="0">
                <a:srgbClr val="000000">
                  <a:alpha val="64000"/>
                </a:srgbClr>
              </a:gs>
              <a:gs pos="39000">
                <a:srgbClr val="000000">
                  <a:alpha val="0"/>
                </a:srgbClr>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de-DE" dirty="0">
              <a:latin typeface="BarmeniaGothaer Offc" panose="020B0503020204020204" pitchFamily="34" charset="0"/>
            </a:endParaRPr>
          </a:p>
        </p:txBody>
      </p:sp>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p:txBody>
          <a:bodyPr/>
          <a:lstStyle>
            <a:lvl1pPr>
              <a:defRPr>
                <a:solidFill>
                  <a:schemeClr val="bg1"/>
                </a:solidFill>
              </a:defRPr>
            </a:lvl1p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lvl1pPr>
              <a:defRPr>
                <a:solidFill>
                  <a:schemeClr val="bg1"/>
                </a:solidFill>
              </a:defRPr>
            </a:lvl1pPr>
          </a:lstStyle>
          <a:p>
            <a:fld id="{D7E5C817-9893-B442-9A3F-CFB12E34517B}"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lvl1pPr>
              <a:defRPr>
                <a:solidFill>
                  <a:schemeClr val="bg1"/>
                </a:solidFill>
              </a:defRPr>
            </a:lvl1p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a:p>
        </p:txBody>
      </p:sp>
    </p:spTree>
    <p:extLst>
      <p:ext uri="{BB962C8B-B14F-4D97-AF65-F5344CB8AC3E}">
        <p14:creationId xmlns:p14="http://schemas.microsoft.com/office/powerpoint/2010/main" val="378619993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Bilder">
    <p:spTree>
      <p:nvGrpSpPr>
        <p:cNvPr id="1" name=""/>
        <p:cNvGrpSpPr/>
        <p:nvPr/>
      </p:nvGrpSpPr>
      <p:grpSpPr>
        <a:xfrm>
          <a:off x="0" y="0"/>
          <a:ext cx="0" cy="0"/>
          <a:chOff x="0" y="0"/>
          <a:chExt cx="0" cy="0"/>
        </a:xfrm>
      </p:grpSpPr>
      <p:sp>
        <p:nvSpPr>
          <p:cNvPr id="8" name="Bildplatzhalter 16">
            <a:extLst>
              <a:ext uri="{FF2B5EF4-FFF2-40B4-BE49-F238E27FC236}">
                <a16:creationId xmlns:a16="http://schemas.microsoft.com/office/drawing/2014/main" id="{D831C25A-9D7C-BEC6-C6D6-9B9DBB2D49B9}"/>
              </a:ext>
            </a:extLst>
          </p:cNvPr>
          <p:cNvSpPr>
            <a:spLocks noGrp="1"/>
          </p:cNvSpPr>
          <p:nvPr>
            <p:ph type="pic" sz="quarter" idx="14"/>
          </p:nvPr>
        </p:nvSpPr>
        <p:spPr>
          <a:xfrm>
            <a:off x="479425" y="2079638"/>
            <a:ext cx="5363998" cy="3017694"/>
          </a:xfrm>
          <a:prstGeom prst="rect">
            <a:avLst/>
          </a:pr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9" name="Bildplatzhalter 16">
            <a:extLst>
              <a:ext uri="{FF2B5EF4-FFF2-40B4-BE49-F238E27FC236}">
                <a16:creationId xmlns:a16="http://schemas.microsoft.com/office/drawing/2014/main" id="{263CACDA-8AB4-D59D-557F-612A1420A847}"/>
              </a:ext>
            </a:extLst>
          </p:cNvPr>
          <p:cNvSpPr>
            <a:spLocks noGrp="1"/>
          </p:cNvSpPr>
          <p:nvPr>
            <p:ph type="pic" sz="quarter" idx="15"/>
          </p:nvPr>
        </p:nvSpPr>
        <p:spPr>
          <a:xfrm>
            <a:off x="6348000" y="2079638"/>
            <a:ext cx="5378063" cy="3017694"/>
          </a:xfrm>
          <a:prstGeom prst="rect">
            <a:avLst/>
          </a:pr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a:xfrm>
            <a:off x="479425" y="387560"/>
            <a:ext cx="8424863" cy="1461759"/>
          </a:xfrm>
        </p:spPr>
        <p:txBody>
          <a:bodyPr>
            <a:noAutofit/>
          </a:body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11705655-C0EC-6846-ACDD-4D89AA943090}"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7" name="Textplatzhalter 9">
            <a:extLst>
              <a:ext uri="{FF2B5EF4-FFF2-40B4-BE49-F238E27FC236}">
                <a16:creationId xmlns:a16="http://schemas.microsoft.com/office/drawing/2014/main" id="{F6D49196-B8B2-8F28-EB73-CD03DB7D9432}"/>
              </a:ext>
            </a:extLst>
          </p:cNvPr>
          <p:cNvSpPr>
            <a:spLocks noGrp="1"/>
          </p:cNvSpPr>
          <p:nvPr>
            <p:ph type="body" sz="quarter" idx="20"/>
          </p:nvPr>
        </p:nvSpPr>
        <p:spPr>
          <a:xfrm>
            <a:off x="6362064" y="5283386"/>
            <a:ext cx="5363999" cy="66656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1" name="Textplatzhalter 9">
            <a:extLst>
              <a:ext uri="{FF2B5EF4-FFF2-40B4-BE49-F238E27FC236}">
                <a16:creationId xmlns:a16="http://schemas.microsoft.com/office/drawing/2014/main" id="{DC58B89A-074B-592A-CE90-AB3B804086DA}"/>
              </a:ext>
            </a:extLst>
          </p:cNvPr>
          <p:cNvSpPr>
            <a:spLocks noGrp="1"/>
          </p:cNvSpPr>
          <p:nvPr>
            <p:ph type="body" sz="quarter" idx="21"/>
          </p:nvPr>
        </p:nvSpPr>
        <p:spPr>
          <a:xfrm>
            <a:off x="479423" y="5283386"/>
            <a:ext cx="5363999" cy="66656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grpSp>
        <p:nvGrpSpPr>
          <p:cNvPr id="3" name="Gruppieren 2">
            <a:extLst>
              <a:ext uri="{FF2B5EF4-FFF2-40B4-BE49-F238E27FC236}">
                <a16:creationId xmlns:a16="http://schemas.microsoft.com/office/drawing/2014/main" id="{44903E8A-C1CD-0A84-6BC0-9FF50583E2B8}"/>
              </a:ext>
            </a:extLst>
          </p:cNvPr>
          <p:cNvGrpSpPr/>
          <p:nvPr userDrawn="1"/>
        </p:nvGrpSpPr>
        <p:grpSpPr>
          <a:xfrm>
            <a:off x="10681275" y="444748"/>
            <a:ext cx="1030118" cy="282917"/>
            <a:chOff x="10681275" y="444748"/>
            <a:chExt cx="1030118" cy="282917"/>
          </a:xfrm>
          <a:solidFill>
            <a:schemeClr val="tx1"/>
          </a:solidFill>
        </p:grpSpPr>
        <p:sp>
          <p:nvSpPr>
            <p:cNvPr id="10" name="Freihandform 9">
              <a:extLst>
                <a:ext uri="{FF2B5EF4-FFF2-40B4-BE49-F238E27FC236}">
                  <a16:creationId xmlns:a16="http://schemas.microsoft.com/office/drawing/2014/main" id="{1FE08F83-D353-3384-9205-080F961F2F54}"/>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DA8B0D13-9C9C-3D7B-59B5-8F4DC46C4F4D}"/>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97D9226D-636E-AC5D-983D-D43DD7451C0D}"/>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5" name="Textplatzhalter 10">
            <a:extLst>
              <a:ext uri="{FF2B5EF4-FFF2-40B4-BE49-F238E27FC236}">
                <a16:creationId xmlns:a16="http://schemas.microsoft.com/office/drawing/2014/main" id="{FD4F8531-6F02-06E2-6124-1B9E13F1072A}"/>
              </a:ext>
            </a:extLst>
          </p:cNvPr>
          <p:cNvSpPr>
            <a:spLocks noGrp="1"/>
          </p:cNvSpPr>
          <p:nvPr>
            <p:ph type="body" sz="quarter" idx="13" hasCustomPrompt="1"/>
          </p:nvPr>
        </p:nvSpPr>
        <p:spPr>
          <a:xfrm>
            <a:off x="479425" y="6054737"/>
            <a:ext cx="1123315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30481942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F5DF58-CEAA-DF01-9BDE-F4159E68E842}"/>
              </a:ext>
            </a:extLst>
          </p:cNvPr>
          <p:cNvSpPr>
            <a:spLocks noGrp="1"/>
          </p:cNvSpPr>
          <p:nvPr>
            <p:ph type="title"/>
          </p:nvPr>
        </p:nvSpPr>
        <p:spPr>
          <a:xfrm>
            <a:off x="479425" y="387560"/>
            <a:ext cx="8496300" cy="1461759"/>
          </a:xfrm>
        </p:spPr>
        <p:txBody>
          <a:bodyPr>
            <a:noAutofit/>
          </a:bodyPr>
          <a:lstStyle/>
          <a:p>
            <a:r>
              <a:rPr lang="de-DE"/>
              <a:t>Mastertitelformat bearbeiten</a:t>
            </a:r>
            <a:endParaRPr lang="de-DE" dirty="0"/>
          </a:p>
        </p:txBody>
      </p:sp>
      <p:sp>
        <p:nvSpPr>
          <p:cNvPr id="4" name="Datumsplatzhalter 3">
            <a:extLst>
              <a:ext uri="{FF2B5EF4-FFF2-40B4-BE49-F238E27FC236}">
                <a16:creationId xmlns:a16="http://schemas.microsoft.com/office/drawing/2014/main" id="{608CE805-A5F6-640D-ABEC-1BB658929E1A}"/>
              </a:ext>
            </a:extLst>
          </p:cNvPr>
          <p:cNvSpPr>
            <a:spLocks noGrp="1"/>
          </p:cNvSpPr>
          <p:nvPr>
            <p:ph type="dt" sz="half" idx="10"/>
          </p:nvPr>
        </p:nvSpPr>
        <p:spPr/>
        <p:txBody>
          <a:bodyPr/>
          <a:lstStyle/>
          <a:p>
            <a:fld id="{9F421E09-5732-4141-B461-B96B6364632D}" type="datetime1">
              <a:t>22.06.2026</a:t>
            </a:fld>
            <a:endParaRPr lang="de-DE"/>
          </a:p>
        </p:txBody>
      </p:sp>
      <p:sp>
        <p:nvSpPr>
          <p:cNvPr id="5" name="Fußzeilenplatzhalter 4">
            <a:extLst>
              <a:ext uri="{FF2B5EF4-FFF2-40B4-BE49-F238E27FC236}">
                <a16:creationId xmlns:a16="http://schemas.microsoft.com/office/drawing/2014/main" id="{4E3819CB-6853-8D4C-5ADE-9CBC786BA2F9}"/>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93673059-96FB-1895-0484-E6075F6DADCF}"/>
              </a:ext>
            </a:extLst>
          </p:cNvPr>
          <p:cNvSpPr>
            <a:spLocks noGrp="1"/>
          </p:cNvSpPr>
          <p:nvPr>
            <p:ph type="sldNum" sz="quarter" idx="12"/>
          </p:nvPr>
        </p:nvSpPr>
        <p:spPr/>
        <p:txBody>
          <a:bodyPr/>
          <a:lstStyle/>
          <a:p>
            <a:fld id="{D188B27D-4802-6948-A101-6CF6A7142FF4}" type="slidenum">
              <a:rPr lang="de-DE" smtClean="0"/>
              <a:t>‹Nr.›</a:t>
            </a:fld>
            <a:endParaRPr lang="de-DE"/>
          </a:p>
        </p:txBody>
      </p:sp>
      <p:sp>
        <p:nvSpPr>
          <p:cNvPr id="8" name="Bildplatzhalter 16">
            <a:extLst>
              <a:ext uri="{FF2B5EF4-FFF2-40B4-BE49-F238E27FC236}">
                <a16:creationId xmlns:a16="http://schemas.microsoft.com/office/drawing/2014/main" id="{D831C25A-9D7C-BEC6-C6D6-9B9DBB2D49B9}"/>
              </a:ext>
            </a:extLst>
          </p:cNvPr>
          <p:cNvSpPr>
            <a:spLocks noGrp="1"/>
          </p:cNvSpPr>
          <p:nvPr>
            <p:ph type="pic" sz="quarter" idx="14"/>
          </p:nvPr>
        </p:nvSpPr>
        <p:spPr>
          <a:xfrm>
            <a:off x="479423" y="2470566"/>
            <a:ext cx="3405600" cy="2626766"/>
          </a:xfrm>
          <a:prstGeom prst="rect">
            <a:avLst/>
          </a:pr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13" name="Bildplatzhalter 16">
            <a:extLst>
              <a:ext uri="{FF2B5EF4-FFF2-40B4-BE49-F238E27FC236}">
                <a16:creationId xmlns:a16="http://schemas.microsoft.com/office/drawing/2014/main" id="{E12015D1-E9E7-E831-6277-608D32E51475}"/>
              </a:ext>
            </a:extLst>
          </p:cNvPr>
          <p:cNvSpPr>
            <a:spLocks noGrp="1"/>
          </p:cNvSpPr>
          <p:nvPr>
            <p:ph type="pic" sz="quarter" idx="16"/>
          </p:nvPr>
        </p:nvSpPr>
        <p:spPr>
          <a:xfrm>
            <a:off x="4393198" y="2470566"/>
            <a:ext cx="3405600" cy="2626766"/>
          </a:xfrm>
          <a:prstGeom prst="rect">
            <a:avLst/>
          </a:pr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15" name="Bildplatzhalter 16">
            <a:extLst>
              <a:ext uri="{FF2B5EF4-FFF2-40B4-BE49-F238E27FC236}">
                <a16:creationId xmlns:a16="http://schemas.microsoft.com/office/drawing/2014/main" id="{CE79B182-5F2A-908D-67D2-2C76D89298B9}"/>
              </a:ext>
            </a:extLst>
          </p:cNvPr>
          <p:cNvSpPr>
            <a:spLocks noGrp="1"/>
          </p:cNvSpPr>
          <p:nvPr>
            <p:ph type="pic" sz="quarter" idx="18"/>
          </p:nvPr>
        </p:nvSpPr>
        <p:spPr>
          <a:xfrm>
            <a:off x="8306974" y="2470566"/>
            <a:ext cx="3405600" cy="2626766"/>
          </a:xfrm>
          <a:prstGeom prst="rect">
            <a:avLst/>
          </a:pr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16" name="Textplatzhalter 9">
            <a:extLst>
              <a:ext uri="{FF2B5EF4-FFF2-40B4-BE49-F238E27FC236}">
                <a16:creationId xmlns:a16="http://schemas.microsoft.com/office/drawing/2014/main" id="{6F511007-6EF0-6C40-E171-E952751F1488}"/>
              </a:ext>
            </a:extLst>
          </p:cNvPr>
          <p:cNvSpPr>
            <a:spLocks noGrp="1"/>
          </p:cNvSpPr>
          <p:nvPr>
            <p:ph type="body" sz="quarter" idx="19"/>
          </p:nvPr>
        </p:nvSpPr>
        <p:spPr>
          <a:xfrm>
            <a:off x="8306974" y="5260769"/>
            <a:ext cx="3405600" cy="68918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7" name="Textplatzhalter 9">
            <a:extLst>
              <a:ext uri="{FF2B5EF4-FFF2-40B4-BE49-F238E27FC236}">
                <a16:creationId xmlns:a16="http://schemas.microsoft.com/office/drawing/2014/main" id="{3A0728CE-397B-46A2-13EF-BF0D46DD87A9}"/>
              </a:ext>
            </a:extLst>
          </p:cNvPr>
          <p:cNvSpPr>
            <a:spLocks noGrp="1"/>
          </p:cNvSpPr>
          <p:nvPr>
            <p:ph type="body" sz="quarter" idx="20"/>
          </p:nvPr>
        </p:nvSpPr>
        <p:spPr>
          <a:xfrm>
            <a:off x="4399754" y="5260769"/>
            <a:ext cx="3405600" cy="68918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8" name="Textplatzhalter 9">
            <a:extLst>
              <a:ext uri="{FF2B5EF4-FFF2-40B4-BE49-F238E27FC236}">
                <a16:creationId xmlns:a16="http://schemas.microsoft.com/office/drawing/2014/main" id="{1B5FD57E-669D-F1FC-B30C-2B72861D4293}"/>
              </a:ext>
            </a:extLst>
          </p:cNvPr>
          <p:cNvSpPr>
            <a:spLocks noGrp="1"/>
          </p:cNvSpPr>
          <p:nvPr>
            <p:ph type="body" sz="quarter" idx="21"/>
          </p:nvPr>
        </p:nvSpPr>
        <p:spPr>
          <a:xfrm>
            <a:off x="479423" y="5260769"/>
            <a:ext cx="3405600" cy="68918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Textplatzhalter 2">
            <a:extLst>
              <a:ext uri="{FF2B5EF4-FFF2-40B4-BE49-F238E27FC236}">
                <a16:creationId xmlns:a16="http://schemas.microsoft.com/office/drawing/2014/main" id="{43A9D08B-7230-1B36-DD0A-5F20B02F4607}"/>
              </a:ext>
            </a:extLst>
          </p:cNvPr>
          <p:cNvSpPr>
            <a:spLocks noGrp="1"/>
          </p:cNvSpPr>
          <p:nvPr>
            <p:ph type="body" idx="13"/>
          </p:nvPr>
        </p:nvSpPr>
        <p:spPr>
          <a:xfrm>
            <a:off x="479424" y="2034711"/>
            <a:ext cx="3405599" cy="250463"/>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10" name="Textplatzhalter 2">
            <a:extLst>
              <a:ext uri="{FF2B5EF4-FFF2-40B4-BE49-F238E27FC236}">
                <a16:creationId xmlns:a16="http://schemas.microsoft.com/office/drawing/2014/main" id="{5B382B25-DAD6-2011-ACEC-0D6AEEDE37C5}"/>
              </a:ext>
            </a:extLst>
          </p:cNvPr>
          <p:cNvSpPr>
            <a:spLocks noGrp="1"/>
          </p:cNvSpPr>
          <p:nvPr>
            <p:ph type="body" idx="22"/>
          </p:nvPr>
        </p:nvSpPr>
        <p:spPr>
          <a:xfrm>
            <a:off x="4393199" y="2034711"/>
            <a:ext cx="3418710" cy="250463"/>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11" name="Textplatzhalter 2">
            <a:extLst>
              <a:ext uri="{FF2B5EF4-FFF2-40B4-BE49-F238E27FC236}">
                <a16:creationId xmlns:a16="http://schemas.microsoft.com/office/drawing/2014/main" id="{86EABECA-9B64-6176-0122-A19CBE60495E}"/>
              </a:ext>
            </a:extLst>
          </p:cNvPr>
          <p:cNvSpPr>
            <a:spLocks noGrp="1"/>
          </p:cNvSpPr>
          <p:nvPr>
            <p:ph type="body" idx="23"/>
          </p:nvPr>
        </p:nvSpPr>
        <p:spPr>
          <a:xfrm>
            <a:off x="8295097" y="2034711"/>
            <a:ext cx="3418710" cy="250463"/>
          </a:xfrm>
        </p:spPr>
        <p:txBody>
          <a:bodyPr anchor="t"/>
          <a:lstStyle>
            <a:lvl1pPr marL="0" indent="0">
              <a:lnSpc>
                <a:spcPct val="100000"/>
              </a:lnSpc>
              <a:buNone/>
              <a:defRPr sz="1800" b="0">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grpSp>
        <p:nvGrpSpPr>
          <p:cNvPr id="7" name="Gruppieren 6">
            <a:extLst>
              <a:ext uri="{FF2B5EF4-FFF2-40B4-BE49-F238E27FC236}">
                <a16:creationId xmlns:a16="http://schemas.microsoft.com/office/drawing/2014/main" id="{5DA0413D-F00B-1D6D-2BB8-651F30109CAB}"/>
              </a:ext>
            </a:extLst>
          </p:cNvPr>
          <p:cNvGrpSpPr/>
          <p:nvPr userDrawn="1"/>
        </p:nvGrpSpPr>
        <p:grpSpPr>
          <a:xfrm>
            <a:off x="10681275" y="444748"/>
            <a:ext cx="1030118" cy="282917"/>
            <a:chOff x="10681275" y="444748"/>
            <a:chExt cx="1030118" cy="282917"/>
          </a:xfrm>
          <a:solidFill>
            <a:schemeClr val="tx1"/>
          </a:solidFill>
        </p:grpSpPr>
        <p:sp>
          <p:nvSpPr>
            <p:cNvPr id="9" name="Freihandform 8">
              <a:extLst>
                <a:ext uri="{FF2B5EF4-FFF2-40B4-BE49-F238E27FC236}">
                  <a16:creationId xmlns:a16="http://schemas.microsoft.com/office/drawing/2014/main" id="{FCC252CC-B5B1-B875-D3BB-54E5FE225CC1}"/>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18510B5D-F5FE-457D-574D-1AF88EB7F6FC}"/>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4" name="Freihandform 13">
              <a:extLst>
                <a:ext uri="{FF2B5EF4-FFF2-40B4-BE49-F238E27FC236}">
                  <a16:creationId xmlns:a16="http://schemas.microsoft.com/office/drawing/2014/main" id="{8B688A61-8263-5275-1AF2-993C9A4C15BE}"/>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20" name="Textplatzhalter 10">
            <a:extLst>
              <a:ext uri="{FF2B5EF4-FFF2-40B4-BE49-F238E27FC236}">
                <a16:creationId xmlns:a16="http://schemas.microsoft.com/office/drawing/2014/main" id="{B3C09B4E-78CA-AC68-4713-559A4DECB60B}"/>
              </a:ext>
            </a:extLst>
          </p:cNvPr>
          <p:cNvSpPr>
            <a:spLocks noGrp="1"/>
          </p:cNvSpPr>
          <p:nvPr>
            <p:ph type="body" sz="quarter" idx="24" hasCustomPrompt="1"/>
          </p:nvPr>
        </p:nvSpPr>
        <p:spPr>
          <a:xfrm>
            <a:off x="479425" y="6054737"/>
            <a:ext cx="1123315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28831796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Statement Bild blau">
    <p:bg>
      <p:bgPr>
        <a:solidFill>
          <a:schemeClr val="tx1"/>
        </a:solidFill>
        <a:effectLst/>
      </p:bgPr>
    </p:bg>
    <p:spTree>
      <p:nvGrpSpPr>
        <p:cNvPr id="1" name=""/>
        <p:cNvGrpSpPr/>
        <p:nvPr/>
      </p:nvGrpSpPr>
      <p:grpSpPr>
        <a:xfrm>
          <a:off x="0" y="0"/>
          <a:ext cx="0" cy="0"/>
          <a:chOff x="0" y="0"/>
          <a:chExt cx="0" cy="0"/>
        </a:xfrm>
      </p:grpSpPr>
      <p:sp>
        <p:nvSpPr>
          <p:cNvPr id="20" name="Rechteck 19">
            <a:extLst>
              <a:ext uri="{FF2B5EF4-FFF2-40B4-BE49-F238E27FC236}">
                <a16:creationId xmlns:a16="http://schemas.microsoft.com/office/drawing/2014/main" id="{C8B70C6D-B3B6-D5D4-A9F9-4BFF51AE96F9}"/>
              </a:ext>
            </a:extLst>
          </p:cNvPr>
          <p:cNvSpPr/>
          <p:nvPr userDrawn="1"/>
        </p:nvSpPr>
        <p:spPr>
          <a:xfrm>
            <a:off x="10409035" y="0"/>
            <a:ext cx="1782965" cy="1127531"/>
          </a:xfrm>
          <a:prstGeom prst="rect">
            <a:avLst/>
          </a:prstGeom>
          <a:solidFill>
            <a:schemeClr val="bg1"/>
          </a:solidFill>
        </p:spPr>
        <p:txBody>
          <a:bodyPr vert="horz" lIns="251999" tIns="251999" rIns="251999" bIns="251999" rtlCol="0" anchor="ctr">
            <a:noAutofit/>
          </a:bodyPr>
          <a:lstStyle/>
          <a:p>
            <a:pPr algn="l"/>
            <a:endParaRPr lang="de-DE" sz="1400" dirty="0" err="1">
              <a:solidFill>
                <a:schemeClr val="bg1"/>
              </a:solidFill>
              <a:latin typeface="BarmeniaGothaer Offc" panose="020B0503020204020204" pitchFamily="34" charset="0"/>
            </a:endParaRPr>
          </a:p>
        </p:txBody>
      </p:sp>
      <p:sp>
        <p:nvSpPr>
          <p:cNvPr id="19" name="Freihandform 18">
            <a:extLst>
              <a:ext uri="{FF2B5EF4-FFF2-40B4-BE49-F238E27FC236}">
                <a16:creationId xmlns:a16="http://schemas.microsoft.com/office/drawing/2014/main" id="{A35CC364-9337-60E2-1550-4A6330B3C045}"/>
              </a:ext>
            </a:extLst>
          </p:cNvPr>
          <p:cNvSpPr/>
          <p:nvPr userDrawn="1"/>
        </p:nvSpPr>
        <p:spPr>
          <a:xfrm rot="21421220">
            <a:off x="6021668" y="-168105"/>
            <a:ext cx="6312646" cy="5968515"/>
          </a:xfrm>
          <a:custGeom>
            <a:avLst/>
            <a:gdLst>
              <a:gd name="connsiteX0" fmla="*/ 5530154 w 6312646"/>
              <a:gd name="connsiteY0" fmla="*/ 940994 h 5968515"/>
              <a:gd name="connsiteX1" fmla="*/ 5551887 w 6312646"/>
              <a:gd name="connsiteY1" fmla="*/ 966905 h 5968515"/>
              <a:gd name="connsiteX2" fmla="*/ 5527582 w 6312646"/>
              <a:gd name="connsiteY2" fmla="*/ 990419 h 5968515"/>
              <a:gd name="connsiteX3" fmla="*/ 5505848 w 6312646"/>
              <a:gd name="connsiteY3" fmla="*/ 964508 h 5968515"/>
              <a:gd name="connsiteX4" fmla="*/ 5530154 w 6312646"/>
              <a:gd name="connsiteY4" fmla="*/ 940994 h 5968515"/>
              <a:gd name="connsiteX5" fmla="*/ 5305251 w 6312646"/>
              <a:gd name="connsiteY5" fmla="*/ 929288 h 5968515"/>
              <a:gd name="connsiteX6" fmla="*/ 5326983 w 6312646"/>
              <a:gd name="connsiteY6" fmla="*/ 955198 h 5968515"/>
              <a:gd name="connsiteX7" fmla="*/ 5302678 w 6312646"/>
              <a:gd name="connsiteY7" fmla="*/ 978712 h 5968515"/>
              <a:gd name="connsiteX8" fmla="*/ 5280946 w 6312646"/>
              <a:gd name="connsiteY8" fmla="*/ 952802 h 5968515"/>
              <a:gd name="connsiteX9" fmla="*/ 5305251 w 6312646"/>
              <a:gd name="connsiteY9" fmla="*/ 929288 h 5968515"/>
              <a:gd name="connsiteX10" fmla="*/ 5620107 w 6312646"/>
              <a:gd name="connsiteY10" fmla="*/ 944754 h 5968515"/>
              <a:gd name="connsiteX11" fmla="*/ 5639449 w 6312646"/>
              <a:gd name="connsiteY11" fmla="*/ 962947 h 5968515"/>
              <a:gd name="connsiteX12" fmla="*/ 5598674 w 6312646"/>
              <a:gd name="connsiteY12" fmla="*/ 960824 h 5968515"/>
              <a:gd name="connsiteX13" fmla="*/ 5620107 w 6312646"/>
              <a:gd name="connsiteY13" fmla="*/ 944754 h 5968515"/>
              <a:gd name="connsiteX14" fmla="*/ 5708637 w 6312646"/>
              <a:gd name="connsiteY14" fmla="*/ 934021 h 5968515"/>
              <a:gd name="connsiteX15" fmla="*/ 5686191 w 6312646"/>
              <a:gd name="connsiteY15" fmla="*/ 948643 h 5968515"/>
              <a:gd name="connsiteX16" fmla="*/ 5686939 w 6312646"/>
              <a:gd name="connsiteY16" fmla="*/ 934275 h 5968515"/>
              <a:gd name="connsiteX17" fmla="*/ 5669335 w 6312646"/>
              <a:gd name="connsiteY17" fmla="*/ 933359 h 5968515"/>
              <a:gd name="connsiteX18" fmla="*/ 5665220 w 6312646"/>
              <a:gd name="connsiteY18" fmla="*/ 1012425 h 5968515"/>
              <a:gd name="connsiteX19" fmla="*/ 5665219 w 6312646"/>
              <a:gd name="connsiteY19" fmla="*/ 1012451 h 5968515"/>
              <a:gd name="connsiteX20" fmla="*/ 5682822 w 6312646"/>
              <a:gd name="connsiteY20" fmla="*/ 1013367 h 5968515"/>
              <a:gd name="connsiteX21" fmla="*/ 5685065 w 6312646"/>
              <a:gd name="connsiteY21" fmla="*/ 970277 h 5968515"/>
              <a:gd name="connsiteX22" fmla="*/ 5705529 w 6312646"/>
              <a:gd name="connsiteY22" fmla="*/ 952133 h 5968515"/>
              <a:gd name="connsiteX23" fmla="*/ 5709387 w 6312646"/>
              <a:gd name="connsiteY23" fmla="*/ 952334 h 5968515"/>
              <a:gd name="connsiteX24" fmla="*/ 5710336 w 6312646"/>
              <a:gd name="connsiteY24" fmla="*/ 934110 h 5968515"/>
              <a:gd name="connsiteX25" fmla="*/ 5527487 w 6312646"/>
              <a:gd name="connsiteY25" fmla="*/ 923836 h 5968515"/>
              <a:gd name="connsiteX26" fmla="*/ 5487632 w 6312646"/>
              <a:gd name="connsiteY26" fmla="*/ 963573 h 5968515"/>
              <a:gd name="connsiteX27" fmla="*/ 5523146 w 6312646"/>
              <a:gd name="connsiteY27" fmla="*/ 1007232 h 5968515"/>
              <a:gd name="connsiteX28" fmla="*/ 5550511 w 6312646"/>
              <a:gd name="connsiteY28" fmla="*/ 993328 h 5968515"/>
              <a:gd name="connsiteX29" fmla="*/ 5549828 w 6312646"/>
              <a:gd name="connsiteY29" fmla="*/ 1006457 h 5968515"/>
              <a:gd name="connsiteX30" fmla="*/ 5567444 w 6312646"/>
              <a:gd name="connsiteY30" fmla="*/ 1007374 h 5968515"/>
              <a:gd name="connsiteX31" fmla="*/ 5571560 w 6312646"/>
              <a:gd name="connsiteY31" fmla="*/ 928308 h 5968515"/>
              <a:gd name="connsiteX32" fmla="*/ 5553944 w 6312646"/>
              <a:gd name="connsiteY32" fmla="*/ 927391 h 5968515"/>
              <a:gd name="connsiteX33" fmla="*/ 5553261 w 6312646"/>
              <a:gd name="connsiteY33" fmla="*/ 940507 h 5968515"/>
              <a:gd name="connsiteX34" fmla="*/ 5527487 w 6312646"/>
              <a:gd name="connsiteY34" fmla="*/ 923836 h 5968515"/>
              <a:gd name="connsiteX35" fmla="*/ 5306135 w 6312646"/>
              <a:gd name="connsiteY35" fmla="*/ 912302 h 5968515"/>
              <a:gd name="connsiteX36" fmla="*/ 5262716 w 6312646"/>
              <a:gd name="connsiteY36" fmla="*/ 951853 h 5968515"/>
              <a:gd name="connsiteX37" fmla="*/ 5301794 w 6312646"/>
              <a:gd name="connsiteY37" fmla="*/ 995698 h 5968515"/>
              <a:gd name="connsiteX38" fmla="*/ 5345213 w 6312646"/>
              <a:gd name="connsiteY38" fmla="*/ 956147 h 5968515"/>
              <a:gd name="connsiteX39" fmla="*/ 5306135 w 6312646"/>
              <a:gd name="connsiteY39" fmla="*/ 912302 h 5968515"/>
              <a:gd name="connsiteX40" fmla="*/ 5620956 w 6312646"/>
              <a:gd name="connsiteY40" fmla="*/ 928676 h 5968515"/>
              <a:gd name="connsiteX41" fmla="*/ 5579710 w 6312646"/>
              <a:gd name="connsiteY41" fmla="*/ 968340 h 5968515"/>
              <a:gd name="connsiteX42" fmla="*/ 5579696 w 6312646"/>
              <a:gd name="connsiteY42" fmla="*/ 968352 h 5968515"/>
              <a:gd name="connsiteX43" fmla="*/ 5617995 w 6312646"/>
              <a:gd name="connsiteY43" fmla="*/ 1012157 h 5968515"/>
              <a:gd name="connsiteX44" fmla="*/ 5653372 w 6312646"/>
              <a:gd name="connsiteY44" fmla="*/ 996185 h 5968515"/>
              <a:gd name="connsiteX45" fmla="*/ 5641856 w 6312646"/>
              <a:gd name="connsiteY45" fmla="*/ 985367 h 5968515"/>
              <a:gd name="connsiteX46" fmla="*/ 5618844 w 6312646"/>
              <a:gd name="connsiteY46" fmla="*/ 996091 h 5968515"/>
              <a:gd name="connsiteX47" fmla="*/ 5597488 w 6312646"/>
              <a:gd name="connsiteY47" fmla="*/ 975002 h 5968515"/>
              <a:gd name="connsiteX48" fmla="*/ 5656645 w 6312646"/>
              <a:gd name="connsiteY48" fmla="*/ 978082 h 5968515"/>
              <a:gd name="connsiteX49" fmla="*/ 5657443 w 6312646"/>
              <a:gd name="connsiteY49" fmla="*/ 971618 h 5968515"/>
              <a:gd name="connsiteX50" fmla="*/ 5620956 w 6312646"/>
              <a:gd name="connsiteY50" fmla="*/ 928676 h 5968515"/>
              <a:gd name="connsiteX51" fmla="*/ 5383207 w 6312646"/>
              <a:gd name="connsiteY51" fmla="*/ 895555 h 5968515"/>
              <a:gd name="connsiteX52" fmla="*/ 5365309 w 6312646"/>
              <a:gd name="connsiteY52" fmla="*/ 900041 h 5968515"/>
              <a:gd name="connsiteX53" fmla="*/ 5364401 w 6312646"/>
              <a:gd name="connsiteY53" fmla="*/ 917486 h 5968515"/>
              <a:gd name="connsiteX54" fmla="*/ 5349111 w 6312646"/>
              <a:gd name="connsiteY54" fmla="*/ 916690 h 5968515"/>
              <a:gd name="connsiteX55" fmla="*/ 5348323 w 6312646"/>
              <a:gd name="connsiteY55" fmla="*/ 931824 h 5968515"/>
              <a:gd name="connsiteX56" fmla="*/ 5363613 w 6312646"/>
              <a:gd name="connsiteY56" fmla="*/ 932620 h 5968515"/>
              <a:gd name="connsiteX57" fmla="*/ 5361596 w 6312646"/>
              <a:gd name="connsiteY57" fmla="*/ 971381 h 5968515"/>
              <a:gd name="connsiteX58" fmla="*/ 5385682 w 6312646"/>
              <a:gd name="connsiteY58" fmla="*/ 999578 h 5968515"/>
              <a:gd name="connsiteX59" fmla="*/ 5397188 w 6312646"/>
              <a:gd name="connsiteY59" fmla="*/ 998781 h 5968515"/>
              <a:gd name="connsiteX60" fmla="*/ 5397199 w 6312646"/>
              <a:gd name="connsiteY60" fmla="*/ 998807 h 5968515"/>
              <a:gd name="connsiteX61" fmla="*/ 5397971 w 6312646"/>
              <a:gd name="connsiteY61" fmla="*/ 983980 h 5968515"/>
              <a:gd name="connsiteX62" fmla="*/ 5391304 w 6312646"/>
              <a:gd name="connsiteY62" fmla="*/ 984094 h 5968515"/>
              <a:gd name="connsiteX63" fmla="*/ 5379300 w 6312646"/>
              <a:gd name="connsiteY63" fmla="*/ 970612 h 5968515"/>
              <a:gd name="connsiteX64" fmla="*/ 5381229 w 6312646"/>
              <a:gd name="connsiteY64" fmla="*/ 933550 h 5968515"/>
              <a:gd name="connsiteX65" fmla="*/ 5400544 w 6312646"/>
              <a:gd name="connsiteY65" fmla="*/ 934555 h 5968515"/>
              <a:gd name="connsiteX66" fmla="*/ 5401332 w 6312646"/>
              <a:gd name="connsiteY66" fmla="*/ 919421 h 5968515"/>
              <a:gd name="connsiteX67" fmla="*/ 5382017 w 6312646"/>
              <a:gd name="connsiteY67" fmla="*/ 918416 h 5968515"/>
              <a:gd name="connsiteX68" fmla="*/ 5414595 w 6312646"/>
              <a:gd name="connsiteY68" fmla="*/ 891004 h 5968515"/>
              <a:gd name="connsiteX69" fmla="*/ 5408967 w 6312646"/>
              <a:gd name="connsiteY69" fmla="*/ 999112 h 5968515"/>
              <a:gd name="connsiteX70" fmla="*/ 5426558 w 6312646"/>
              <a:gd name="connsiteY70" fmla="*/ 1000028 h 5968515"/>
              <a:gd name="connsiteX71" fmla="*/ 5429001 w 6312646"/>
              <a:gd name="connsiteY71" fmla="*/ 953081 h 5968515"/>
              <a:gd name="connsiteX72" fmla="*/ 5446358 w 6312646"/>
              <a:gd name="connsiteY72" fmla="*/ 935096 h 5968515"/>
              <a:gd name="connsiteX73" fmla="*/ 5460894 w 6312646"/>
              <a:gd name="connsiteY73" fmla="*/ 953345 h 5968515"/>
              <a:gd name="connsiteX74" fmla="*/ 5458378 w 6312646"/>
              <a:gd name="connsiteY74" fmla="*/ 1001684 h 5968515"/>
              <a:gd name="connsiteX75" fmla="*/ 5475994 w 6312646"/>
              <a:gd name="connsiteY75" fmla="*/ 1002601 h 5968515"/>
              <a:gd name="connsiteX76" fmla="*/ 5478671 w 6312646"/>
              <a:gd name="connsiteY76" fmla="*/ 951172 h 5968515"/>
              <a:gd name="connsiteX77" fmla="*/ 5454431 w 6312646"/>
              <a:gd name="connsiteY77" fmla="*/ 920021 h 5968515"/>
              <a:gd name="connsiteX78" fmla="*/ 5430140 w 6312646"/>
              <a:gd name="connsiteY78" fmla="*/ 931460 h 5968515"/>
              <a:gd name="connsiteX79" fmla="*/ 5432198 w 6312646"/>
              <a:gd name="connsiteY79" fmla="*/ 891920 h 5968515"/>
              <a:gd name="connsiteX80" fmla="*/ 5207225 w 6312646"/>
              <a:gd name="connsiteY80" fmla="*/ 878353 h 5968515"/>
              <a:gd name="connsiteX81" fmla="*/ 5149926 w 6312646"/>
              <a:gd name="connsiteY81" fmla="*/ 931588 h 5968515"/>
              <a:gd name="connsiteX82" fmla="*/ 5199063 w 6312646"/>
              <a:gd name="connsiteY82" fmla="*/ 990363 h 5968515"/>
              <a:gd name="connsiteX83" fmla="*/ 5232959 w 6312646"/>
              <a:gd name="connsiteY83" fmla="*/ 976018 h 5968515"/>
              <a:gd name="connsiteX84" fmla="*/ 5232236 w 6312646"/>
              <a:gd name="connsiteY84" fmla="*/ 989913 h 5968515"/>
              <a:gd name="connsiteX85" fmla="*/ 5250158 w 6312646"/>
              <a:gd name="connsiteY85" fmla="*/ 990846 h 5968515"/>
              <a:gd name="connsiteX86" fmla="*/ 5253117 w 6312646"/>
              <a:gd name="connsiteY86" fmla="*/ 934014 h 5968515"/>
              <a:gd name="connsiteX87" fmla="*/ 5206311 w 6312646"/>
              <a:gd name="connsiteY87" fmla="*/ 931578 h 5968515"/>
              <a:gd name="connsiteX88" fmla="*/ 5205394 w 6312646"/>
              <a:gd name="connsiteY88" fmla="*/ 949189 h 5968515"/>
              <a:gd name="connsiteX89" fmla="*/ 5232731 w 6312646"/>
              <a:gd name="connsiteY89" fmla="*/ 950612 h 5968515"/>
              <a:gd name="connsiteX90" fmla="*/ 5202356 w 6312646"/>
              <a:gd name="connsiteY90" fmla="*/ 971646 h 5968515"/>
              <a:gd name="connsiteX91" fmla="*/ 5170926 w 6312646"/>
              <a:gd name="connsiteY91" fmla="*/ 932694 h 5968515"/>
              <a:gd name="connsiteX92" fmla="*/ 5206230 w 6312646"/>
              <a:gd name="connsiteY92" fmla="*/ 897216 h 5968515"/>
              <a:gd name="connsiteX93" fmla="*/ 5234709 w 6312646"/>
              <a:gd name="connsiteY93" fmla="*/ 915576 h 5968515"/>
              <a:gd name="connsiteX94" fmla="*/ 5251971 w 6312646"/>
              <a:gd name="connsiteY94" fmla="*/ 905321 h 5968515"/>
              <a:gd name="connsiteX95" fmla="*/ 5207211 w 6312646"/>
              <a:gd name="connsiteY95" fmla="*/ 878365 h 5968515"/>
              <a:gd name="connsiteX96" fmla="*/ 4931941 w 6312646"/>
              <a:gd name="connsiteY96" fmla="*/ 859068 h 5968515"/>
              <a:gd name="connsiteX97" fmla="*/ 4931949 w 6312646"/>
              <a:gd name="connsiteY97" fmla="*/ 859074 h 5968515"/>
              <a:gd name="connsiteX98" fmla="*/ 4930422 w 6312646"/>
              <a:gd name="connsiteY98" fmla="*/ 860449 h 5968515"/>
              <a:gd name="connsiteX99" fmla="*/ 5001872 w 6312646"/>
              <a:gd name="connsiteY99" fmla="*/ 958355 h 5968515"/>
              <a:gd name="connsiteX100" fmla="*/ 5047524 w 6312646"/>
              <a:gd name="connsiteY100" fmla="*/ 988840 h 5968515"/>
              <a:gd name="connsiteX101" fmla="*/ 5021923 w 6312646"/>
              <a:gd name="connsiteY101" fmla="*/ 940280 h 5968515"/>
              <a:gd name="connsiteX102" fmla="*/ 4974446 w 6312646"/>
              <a:gd name="connsiteY102" fmla="*/ 892989 h 5968515"/>
              <a:gd name="connsiteX103" fmla="*/ 4931949 w 6312646"/>
              <a:gd name="connsiteY103" fmla="*/ 859074 h 5968515"/>
              <a:gd name="connsiteX104" fmla="*/ 4931954 w 6312646"/>
              <a:gd name="connsiteY104" fmla="*/ 859069 h 5968515"/>
              <a:gd name="connsiteX105" fmla="*/ 4828570 w 6312646"/>
              <a:gd name="connsiteY105" fmla="*/ 840690 h 5968515"/>
              <a:gd name="connsiteX106" fmla="*/ 4795681 w 6312646"/>
              <a:gd name="connsiteY106" fmla="*/ 850695 h 5968515"/>
              <a:gd name="connsiteX107" fmla="*/ 4827353 w 6312646"/>
              <a:gd name="connsiteY107" fmla="*/ 864061 h 5968515"/>
              <a:gd name="connsiteX108" fmla="*/ 4890314 w 6312646"/>
              <a:gd name="connsiteY108" fmla="*/ 859552 h 5968515"/>
              <a:gd name="connsiteX109" fmla="*/ 4799381 w 6312646"/>
              <a:gd name="connsiteY109" fmla="*/ 929733 h 5968515"/>
              <a:gd name="connsiteX110" fmla="*/ 4768622 w 6312646"/>
              <a:gd name="connsiteY110" fmla="*/ 974361 h 5968515"/>
              <a:gd name="connsiteX111" fmla="*/ 4816683 w 6312646"/>
              <a:gd name="connsiteY111" fmla="*/ 948728 h 5968515"/>
              <a:gd name="connsiteX112" fmla="*/ 4896674 w 6312646"/>
              <a:gd name="connsiteY112" fmla="*/ 866542 h 5968515"/>
              <a:gd name="connsiteX113" fmla="*/ 4885637 w 6312646"/>
              <a:gd name="connsiteY113" fmla="*/ 928729 h 5968515"/>
              <a:gd name="connsiteX114" fmla="*/ 4895645 w 6312646"/>
              <a:gd name="connsiteY114" fmla="*/ 961598 h 5968515"/>
              <a:gd name="connsiteX115" fmla="*/ 4909014 w 6312646"/>
              <a:gd name="connsiteY115" fmla="*/ 929946 h 5968515"/>
              <a:gd name="connsiteX116" fmla="*/ 4902025 w 6312646"/>
              <a:gd name="connsiteY116" fmla="*/ 856269 h 5968515"/>
              <a:gd name="connsiteX117" fmla="*/ 4901672 w 6312646"/>
              <a:gd name="connsiteY117" fmla="*/ 855661 h 5968515"/>
              <a:gd name="connsiteX118" fmla="*/ 4901660 w 6312646"/>
              <a:gd name="connsiteY118" fmla="*/ 855648 h 5968515"/>
              <a:gd name="connsiteX119" fmla="*/ 4901141 w 6312646"/>
              <a:gd name="connsiteY119" fmla="*/ 855288 h 5968515"/>
              <a:gd name="connsiteX120" fmla="*/ 4828570 w 6312646"/>
              <a:gd name="connsiteY120" fmla="*/ 840690 h 5968515"/>
              <a:gd name="connsiteX121" fmla="*/ 5015852 w 6312646"/>
              <a:gd name="connsiteY121" fmla="*/ 837414 h 5968515"/>
              <a:gd name="connsiteX122" fmla="*/ 4935784 w 6312646"/>
              <a:gd name="connsiteY122" fmla="*/ 844068 h 5968515"/>
              <a:gd name="connsiteX123" fmla="*/ 4935691 w 6312646"/>
              <a:gd name="connsiteY123" fmla="*/ 845856 h 5968515"/>
              <a:gd name="connsiteX124" fmla="*/ 5014636 w 6312646"/>
              <a:gd name="connsiteY124" fmla="*/ 860773 h 5968515"/>
              <a:gd name="connsiteX125" fmla="*/ 5050335 w 6312646"/>
              <a:gd name="connsiteY125" fmla="*/ 850927 h 5968515"/>
              <a:gd name="connsiteX126" fmla="*/ 5015852 w 6312646"/>
              <a:gd name="connsiteY126" fmla="*/ 837414 h 5968515"/>
              <a:gd name="connsiteX127" fmla="*/ 5184468 w 6312646"/>
              <a:gd name="connsiteY127" fmla="*/ 785721 h 5968515"/>
              <a:gd name="connsiteX128" fmla="*/ 5215369 w 6312646"/>
              <a:gd name="connsiteY128" fmla="*/ 787330 h 5968515"/>
              <a:gd name="connsiteX129" fmla="*/ 5231466 w 6312646"/>
              <a:gd name="connsiteY129" fmla="*/ 802421 h 5968515"/>
              <a:gd name="connsiteX130" fmla="*/ 5213890 w 6312646"/>
              <a:gd name="connsiteY130" fmla="*/ 815759 h 5968515"/>
              <a:gd name="connsiteX131" fmla="*/ 5213890 w 6312646"/>
              <a:gd name="connsiteY131" fmla="*/ 815746 h 5968515"/>
              <a:gd name="connsiteX132" fmla="*/ 5182989 w 6312646"/>
              <a:gd name="connsiteY132" fmla="*/ 814137 h 5968515"/>
              <a:gd name="connsiteX133" fmla="*/ 5766204 w 6312646"/>
              <a:gd name="connsiteY133" fmla="*/ 798343 h 5968515"/>
              <a:gd name="connsiteX134" fmla="*/ 5787936 w 6312646"/>
              <a:gd name="connsiteY134" fmla="*/ 824253 h 5968515"/>
              <a:gd name="connsiteX135" fmla="*/ 5763631 w 6312646"/>
              <a:gd name="connsiteY135" fmla="*/ 847767 h 5968515"/>
              <a:gd name="connsiteX136" fmla="*/ 5741899 w 6312646"/>
              <a:gd name="connsiteY136" fmla="*/ 821857 h 5968515"/>
              <a:gd name="connsiteX137" fmla="*/ 5766204 w 6312646"/>
              <a:gd name="connsiteY137" fmla="*/ 798343 h 5968515"/>
              <a:gd name="connsiteX138" fmla="*/ 5304032 w 6312646"/>
              <a:gd name="connsiteY138" fmla="*/ 774286 h 5968515"/>
              <a:gd name="connsiteX139" fmla="*/ 5325765 w 6312646"/>
              <a:gd name="connsiteY139" fmla="*/ 800196 h 5968515"/>
              <a:gd name="connsiteX140" fmla="*/ 5301460 w 6312646"/>
              <a:gd name="connsiteY140" fmla="*/ 823710 h 5968515"/>
              <a:gd name="connsiteX141" fmla="*/ 5279727 w 6312646"/>
              <a:gd name="connsiteY141" fmla="*/ 797800 h 5968515"/>
              <a:gd name="connsiteX142" fmla="*/ 5304032 w 6312646"/>
              <a:gd name="connsiteY142" fmla="*/ 774286 h 5968515"/>
              <a:gd name="connsiteX143" fmla="*/ 5568685 w 6312646"/>
              <a:gd name="connsiteY143" fmla="*/ 787139 h 5968515"/>
              <a:gd name="connsiteX144" fmla="*/ 5588028 w 6312646"/>
              <a:gd name="connsiteY144" fmla="*/ 805332 h 5968515"/>
              <a:gd name="connsiteX145" fmla="*/ 5547253 w 6312646"/>
              <a:gd name="connsiteY145" fmla="*/ 803209 h 5968515"/>
              <a:gd name="connsiteX146" fmla="*/ 5568685 w 6312646"/>
              <a:gd name="connsiteY146" fmla="*/ 787139 h 5968515"/>
              <a:gd name="connsiteX147" fmla="*/ 5697930 w 6312646"/>
              <a:gd name="connsiteY147" fmla="*/ 779934 h 5968515"/>
              <a:gd name="connsiteX148" fmla="*/ 5693815 w 6312646"/>
              <a:gd name="connsiteY148" fmla="*/ 859001 h 5968515"/>
              <a:gd name="connsiteX149" fmla="*/ 5711430 w 6312646"/>
              <a:gd name="connsiteY149" fmla="*/ 859918 h 5968515"/>
              <a:gd name="connsiteX150" fmla="*/ 5715545 w 6312646"/>
              <a:gd name="connsiteY150" fmla="*/ 780851 h 5968515"/>
              <a:gd name="connsiteX151" fmla="*/ 5398332 w 6312646"/>
              <a:gd name="connsiteY151" fmla="*/ 762944 h 5968515"/>
              <a:gd name="connsiteX152" fmla="*/ 5375885 w 6312646"/>
              <a:gd name="connsiteY152" fmla="*/ 777578 h 5968515"/>
              <a:gd name="connsiteX153" fmla="*/ 5376633 w 6312646"/>
              <a:gd name="connsiteY153" fmla="*/ 763210 h 5968515"/>
              <a:gd name="connsiteX154" fmla="*/ 5359017 w 6312646"/>
              <a:gd name="connsiteY154" fmla="*/ 762293 h 5968515"/>
              <a:gd name="connsiteX155" fmla="*/ 5354902 w 6312646"/>
              <a:gd name="connsiteY155" fmla="*/ 841360 h 5968515"/>
              <a:gd name="connsiteX156" fmla="*/ 5372518 w 6312646"/>
              <a:gd name="connsiteY156" fmla="*/ 842277 h 5968515"/>
              <a:gd name="connsiteX157" fmla="*/ 5374761 w 6312646"/>
              <a:gd name="connsiteY157" fmla="*/ 799186 h 5968515"/>
              <a:gd name="connsiteX158" fmla="*/ 5395225 w 6312646"/>
              <a:gd name="connsiteY158" fmla="*/ 781056 h 5968515"/>
              <a:gd name="connsiteX159" fmla="*/ 5399083 w 6312646"/>
              <a:gd name="connsiteY159" fmla="*/ 781256 h 5968515"/>
              <a:gd name="connsiteX160" fmla="*/ 5400031 w 6312646"/>
              <a:gd name="connsiteY160" fmla="*/ 763032 h 5968515"/>
              <a:gd name="connsiteX161" fmla="*/ 5763536 w 6312646"/>
              <a:gd name="connsiteY161" fmla="*/ 781185 h 5968515"/>
              <a:gd name="connsiteX162" fmla="*/ 5723669 w 6312646"/>
              <a:gd name="connsiteY162" fmla="*/ 820921 h 5968515"/>
              <a:gd name="connsiteX163" fmla="*/ 5759195 w 6312646"/>
              <a:gd name="connsiteY163" fmla="*/ 864581 h 5968515"/>
              <a:gd name="connsiteX164" fmla="*/ 5786561 w 6312646"/>
              <a:gd name="connsiteY164" fmla="*/ 850677 h 5968515"/>
              <a:gd name="connsiteX165" fmla="*/ 5785877 w 6312646"/>
              <a:gd name="connsiteY165" fmla="*/ 863806 h 5968515"/>
              <a:gd name="connsiteX166" fmla="*/ 5803481 w 6312646"/>
              <a:gd name="connsiteY166" fmla="*/ 864722 h 5968515"/>
              <a:gd name="connsiteX167" fmla="*/ 5807596 w 6312646"/>
              <a:gd name="connsiteY167" fmla="*/ 785655 h 5968515"/>
              <a:gd name="connsiteX168" fmla="*/ 5789993 w 6312646"/>
              <a:gd name="connsiteY168" fmla="*/ 784739 h 5968515"/>
              <a:gd name="connsiteX169" fmla="*/ 5789310 w 6312646"/>
              <a:gd name="connsiteY169" fmla="*/ 797855 h 5968515"/>
              <a:gd name="connsiteX170" fmla="*/ 5763536 w 6312646"/>
              <a:gd name="connsiteY170" fmla="*/ 781185 h 5968515"/>
              <a:gd name="connsiteX171" fmla="*/ 5301352 w 6312646"/>
              <a:gd name="connsiteY171" fmla="*/ 757127 h 5968515"/>
              <a:gd name="connsiteX172" fmla="*/ 5261484 w 6312646"/>
              <a:gd name="connsiteY172" fmla="*/ 796863 h 5968515"/>
              <a:gd name="connsiteX173" fmla="*/ 5297011 w 6312646"/>
              <a:gd name="connsiteY173" fmla="*/ 840523 h 5968515"/>
              <a:gd name="connsiteX174" fmla="*/ 5324377 w 6312646"/>
              <a:gd name="connsiteY174" fmla="*/ 826619 h 5968515"/>
              <a:gd name="connsiteX175" fmla="*/ 5323693 w 6312646"/>
              <a:gd name="connsiteY175" fmla="*/ 839748 h 5968515"/>
              <a:gd name="connsiteX176" fmla="*/ 5341296 w 6312646"/>
              <a:gd name="connsiteY176" fmla="*/ 840664 h 5968515"/>
              <a:gd name="connsiteX177" fmla="*/ 5345412 w 6312646"/>
              <a:gd name="connsiteY177" fmla="*/ 761598 h 5968515"/>
              <a:gd name="connsiteX178" fmla="*/ 5327809 w 6312646"/>
              <a:gd name="connsiteY178" fmla="*/ 760681 h 5968515"/>
              <a:gd name="connsiteX179" fmla="*/ 5327126 w 6312646"/>
              <a:gd name="connsiteY179" fmla="*/ 773797 h 5968515"/>
              <a:gd name="connsiteX180" fmla="*/ 5301352 w 6312646"/>
              <a:gd name="connsiteY180" fmla="*/ 757127 h 5968515"/>
              <a:gd name="connsiteX181" fmla="*/ 5659274 w 6312646"/>
              <a:gd name="connsiteY181" fmla="*/ 775745 h 5968515"/>
              <a:gd name="connsiteX182" fmla="*/ 5634981 w 6312646"/>
              <a:gd name="connsiteY182" fmla="*/ 787184 h 5968515"/>
              <a:gd name="connsiteX183" fmla="*/ 5635528 w 6312646"/>
              <a:gd name="connsiteY183" fmla="*/ 776686 h 5968515"/>
              <a:gd name="connsiteX184" fmla="*/ 5617926 w 6312646"/>
              <a:gd name="connsiteY184" fmla="*/ 775770 h 5968515"/>
              <a:gd name="connsiteX185" fmla="*/ 5613810 w 6312646"/>
              <a:gd name="connsiteY185" fmla="*/ 854836 h 5968515"/>
              <a:gd name="connsiteX186" fmla="*/ 5631400 w 6312646"/>
              <a:gd name="connsiteY186" fmla="*/ 855752 h 5968515"/>
              <a:gd name="connsiteX187" fmla="*/ 5633844 w 6312646"/>
              <a:gd name="connsiteY187" fmla="*/ 808805 h 5968515"/>
              <a:gd name="connsiteX188" fmla="*/ 5651200 w 6312646"/>
              <a:gd name="connsiteY188" fmla="*/ 790820 h 5968515"/>
              <a:gd name="connsiteX189" fmla="*/ 5665736 w 6312646"/>
              <a:gd name="connsiteY189" fmla="*/ 809069 h 5968515"/>
              <a:gd name="connsiteX190" fmla="*/ 5663220 w 6312646"/>
              <a:gd name="connsiteY190" fmla="*/ 857408 h 5968515"/>
              <a:gd name="connsiteX191" fmla="*/ 5680836 w 6312646"/>
              <a:gd name="connsiteY191" fmla="*/ 858325 h 5968515"/>
              <a:gd name="connsiteX192" fmla="*/ 5683513 w 6312646"/>
              <a:gd name="connsiteY192" fmla="*/ 806895 h 5968515"/>
              <a:gd name="connsiteX193" fmla="*/ 5659274 w 6312646"/>
              <a:gd name="connsiteY193" fmla="*/ 775745 h 5968515"/>
              <a:gd name="connsiteX194" fmla="*/ 5569534 w 6312646"/>
              <a:gd name="connsiteY194" fmla="*/ 771074 h 5968515"/>
              <a:gd name="connsiteX195" fmla="*/ 5528275 w 6312646"/>
              <a:gd name="connsiteY195" fmla="*/ 810737 h 5968515"/>
              <a:gd name="connsiteX196" fmla="*/ 5566573 w 6312646"/>
              <a:gd name="connsiteY196" fmla="*/ 854542 h 5968515"/>
              <a:gd name="connsiteX197" fmla="*/ 5601951 w 6312646"/>
              <a:gd name="connsiteY197" fmla="*/ 838570 h 5968515"/>
              <a:gd name="connsiteX198" fmla="*/ 5590434 w 6312646"/>
              <a:gd name="connsiteY198" fmla="*/ 827752 h 5968515"/>
              <a:gd name="connsiteX199" fmla="*/ 5567423 w 6312646"/>
              <a:gd name="connsiteY199" fmla="*/ 838476 h 5968515"/>
              <a:gd name="connsiteX200" fmla="*/ 5546066 w 6312646"/>
              <a:gd name="connsiteY200" fmla="*/ 817387 h 5968515"/>
              <a:gd name="connsiteX201" fmla="*/ 5605223 w 6312646"/>
              <a:gd name="connsiteY201" fmla="*/ 820467 h 5968515"/>
              <a:gd name="connsiteX202" fmla="*/ 5606021 w 6312646"/>
              <a:gd name="connsiteY202" fmla="*/ 814003 h 5968515"/>
              <a:gd name="connsiteX203" fmla="*/ 5569534 w 6312646"/>
              <a:gd name="connsiteY203" fmla="*/ 771074 h 5968515"/>
              <a:gd name="connsiteX204" fmla="*/ 5449355 w 6312646"/>
              <a:gd name="connsiteY204" fmla="*/ 764818 h 5968515"/>
              <a:gd name="connsiteX205" fmla="*/ 5426302 w 6312646"/>
              <a:gd name="connsiteY205" fmla="*/ 776322 h 5968515"/>
              <a:gd name="connsiteX206" fmla="*/ 5426848 w 6312646"/>
              <a:gd name="connsiteY206" fmla="*/ 765824 h 5968515"/>
              <a:gd name="connsiteX207" fmla="*/ 5409233 w 6312646"/>
              <a:gd name="connsiteY207" fmla="*/ 764907 h 5968515"/>
              <a:gd name="connsiteX208" fmla="*/ 5405118 w 6312646"/>
              <a:gd name="connsiteY208" fmla="*/ 843973 h 5968515"/>
              <a:gd name="connsiteX209" fmla="*/ 5422720 w 6312646"/>
              <a:gd name="connsiteY209" fmla="*/ 844890 h 5968515"/>
              <a:gd name="connsiteX210" fmla="*/ 5425163 w 6312646"/>
              <a:gd name="connsiteY210" fmla="*/ 797943 h 5968515"/>
              <a:gd name="connsiteX211" fmla="*/ 5441281 w 6312646"/>
              <a:gd name="connsiteY211" fmla="*/ 779893 h 5968515"/>
              <a:gd name="connsiteX212" fmla="*/ 5454591 w 6312646"/>
              <a:gd name="connsiteY212" fmla="*/ 798079 h 5968515"/>
              <a:gd name="connsiteX213" fmla="*/ 5452075 w 6312646"/>
              <a:gd name="connsiteY213" fmla="*/ 846418 h 5968515"/>
              <a:gd name="connsiteX214" fmla="*/ 5469678 w 6312646"/>
              <a:gd name="connsiteY214" fmla="*/ 847334 h 5968515"/>
              <a:gd name="connsiteX215" fmla="*/ 5472210 w 6312646"/>
              <a:gd name="connsiteY215" fmla="*/ 798688 h 5968515"/>
              <a:gd name="connsiteX216" fmla="*/ 5488240 w 6312646"/>
              <a:gd name="connsiteY216" fmla="*/ 782337 h 5968515"/>
              <a:gd name="connsiteX217" fmla="*/ 5501550 w 6312646"/>
              <a:gd name="connsiteY217" fmla="*/ 800523 h 5968515"/>
              <a:gd name="connsiteX218" fmla="*/ 5499033 w 6312646"/>
              <a:gd name="connsiteY218" fmla="*/ 848862 h 5968515"/>
              <a:gd name="connsiteX219" fmla="*/ 5516649 w 6312646"/>
              <a:gd name="connsiteY219" fmla="*/ 849779 h 5968515"/>
              <a:gd name="connsiteX220" fmla="*/ 5519326 w 6312646"/>
              <a:gd name="connsiteY220" fmla="*/ 798349 h 5968515"/>
              <a:gd name="connsiteX221" fmla="*/ 5494766 w 6312646"/>
              <a:gd name="connsiteY221" fmla="*/ 767182 h 5968515"/>
              <a:gd name="connsiteX222" fmla="*/ 5470274 w 6312646"/>
              <a:gd name="connsiteY222" fmla="*/ 779533 h 5968515"/>
              <a:gd name="connsiteX223" fmla="*/ 5449355 w 6312646"/>
              <a:gd name="connsiteY223" fmla="*/ 764818 h 5968515"/>
              <a:gd name="connsiteX224" fmla="*/ 5186719 w 6312646"/>
              <a:gd name="connsiteY224" fmla="*/ 742478 h 5968515"/>
              <a:gd name="connsiteX225" fmla="*/ 5216688 w 6312646"/>
              <a:gd name="connsiteY225" fmla="*/ 744038 h 5968515"/>
              <a:gd name="connsiteX226" fmla="*/ 5231174 w 6312646"/>
              <a:gd name="connsiteY226" fmla="*/ 757329 h 5968515"/>
              <a:gd name="connsiteX227" fmla="*/ 5215385 w 6312646"/>
              <a:gd name="connsiteY227" fmla="*/ 769057 h 5968515"/>
              <a:gd name="connsiteX228" fmla="*/ 5185417 w 6312646"/>
              <a:gd name="connsiteY228" fmla="*/ 767497 h 5968515"/>
              <a:gd name="connsiteX229" fmla="*/ 4922777 w 6312646"/>
              <a:gd name="connsiteY229" fmla="*/ 719661 h 5968515"/>
              <a:gd name="connsiteX230" fmla="*/ 4909450 w 6312646"/>
              <a:gd name="connsiteY230" fmla="*/ 750777 h 5968515"/>
              <a:gd name="connsiteX231" fmla="*/ 4916503 w 6312646"/>
              <a:gd name="connsiteY231" fmla="*/ 823215 h 5968515"/>
              <a:gd name="connsiteX232" fmla="*/ 4918279 w 6312646"/>
              <a:gd name="connsiteY232" fmla="*/ 823307 h 5968515"/>
              <a:gd name="connsiteX233" fmla="*/ 4932814 w 6312646"/>
              <a:gd name="connsiteY233" fmla="*/ 751993 h 5968515"/>
              <a:gd name="connsiteX234" fmla="*/ 4922777 w 6312646"/>
              <a:gd name="connsiteY234" fmla="*/ 719661 h 5968515"/>
              <a:gd name="connsiteX235" fmla="*/ 5167586 w 6312646"/>
              <a:gd name="connsiteY235" fmla="*/ 723221 h 5968515"/>
              <a:gd name="connsiteX236" fmla="*/ 5161960 w 6312646"/>
              <a:gd name="connsiteY236" fmla="*/ 831317 h 5968515"/>
              <a:gd name="connsiteX237" fmla="*/ 5215254 w 6312646"/>
              <a:gd name="connsiteY237" fmla="*/ 834091 h 5968515"/>
              <a:gd name="connsiteX238" fmla="*/ 5252362 w 6312646"/>
              <a:gd name="connsiteY238" fmla="*/ 805519 h 5968515"/>
              <a:gd name="connsiteX239" fmla="*/ 5234863 w 6312646"/>
              <a:gd name="connsiteY239" fmla="*/ 778753 h 5968515"/>
              <a:gd name="connsiteX240" fmla="*/ 5252323 w 6312646"/>
              <a:gd name="connsiteY240" fmla="*/ 755817 h 5968515"/>
              <a:gd name="connsiteX241" fmla="*/ 5220421 w 6312646"/>
              <a:gd name="connsiteY241" fmla="*/ 725971 h 5968515"/>
              <a:gd name="connsiteX242" fmla="*/ 5708396 w 6312646"/>
              <a:gd name="connsiteY242" fmla="*/ 748413 h 5968515"/>
              <a:gd name="connsiteX243" fmla="*/ 5696852 w 6312646"/>
              <a:gd name="connsiteY243" fmla="*/ 758812 h 5968515"/>
              <a:gd name="connsiteX244" fmla="*/ 5707254 w 6312646"/>
              <a:gd name="connsiteY244" fmla="*/ 770354 h 5968515"/>
              <a:gd name="connsiteX245" fmla="*/ 5718798 w 6312646"/>
              <a:gd name="connsiteY245" fmla="*/ 759955 h 5968515"/>
              <a:gd name="connsiteX246" fmla="*/ 5708396 w 6312646"/>
              <a:gd name="connsiteY246" fmla="*/ 748413 h 5968515"/>
              <a:gd name="connsiteX247" fmla="*/ 5062091 w 6312646"/>
              <a:gd name="connsiteY247" fmla="*/ 711443 h 5968515"/>
              <a:gd name="connsiteX248" fmla="*/ 5013521 w 6312646"/>
              <a:gd name="connsiteY248" fmla="*/ 737023 h 5968515"/>
              <a:gd name="connsiteX249" fmla="*/ 4932293 w 6312646"/>
              <a:gd name="connsiteY249" fmla="*/ 826982 h 5968515"/>
              <a:gd name="connsiteX250" fmla="*/ 4933673 w 6312646"/>
              <a:gd name="connsiteY250" fmla="*/ 828514 h 5968515"/>
              <a:gd name="connsiteX251" fmla="*/ 5031600 w 6312646"/>
              <a:gd name="connsiteY251" fmla="*/ 757083 h 5968515"/>
              <a:gd name="connsiteX252" fmla="*/ 5062091 w 6312646"/>
              <a:gd name="connsiteY252" fmla="*/ 711443 h 5968515"/>
              <a:gd name="connsiteX253" fmla="*/ 4783667 w 6312646"/>
              <a:gd name="connsiteY253" fmla="*/ 696886 h 5968515"/>
              <a:gd name="connsiteX254" fmla="*/ 4809255 w 6312646"/>
              <a:gd name="connsiteY254" fmla="*/ 745446 h 5968515"/>
              <a:gd name="connsiteX255" fmla="*/ 4899237 w 6312646"/>
              <a:gd name="connsiteY255" fmla="*/ 826657 h 5968515"/>
              <a:gd name="connsiteX256" fmla="*/ 4899236 w 6312646"/>
              <a:gd name="connsiteY256" fmla="*/ 826670 h 5968515"/>
              <a:gd name="connsiteX257" fmla="*/ 4900768 w 6312646"/>
              <a:gd name="connsiteY257" fmla="*/ 825290 h 5968515"/>
              <a:gd name="connsiteX258" fmla="*/ 4829319 w 6312646"/>
              <a:gd name="connsiteY258" fmla="*/ 727384 h 5968515"/>
              <a:gd name="connsiteX259" fmla="*/ 4783667 w 6312646"/>
              <a:gd name="connsiteY259" fmla="*/ 696886 h 5968515"/>
              <a:gd name="connsiteX260" fmla="*/ 6312646 w 6312646"/>
              <a:gd name="connsiteY260" fmla="*/ 328585 h 5968515"/>
              <a:gd name="connsiteX261" fmla="*/ 6019077 w 6312646"/>
              <a:gd name="connsiteY261" fmla="*/ 5968515 h 5968515"/>
              <a:gd name="connsiteX262" fmla="*/ 273146 w 6312646"/>
              <a:gd name="connsiteY262" fmla="*/ 5968515 h 5968515"/>
              <a:gd name="connsiteX263" fmla="*/ 0 w 6312646"/>
              <a:gd name="connsiteY263" fmla="*/ 5695369 h 5968515"/>
              <a:gd name="connsiteX264" fmla="*/ 0 w 6312646"/>
              <a:gd name="connsiteY264" fmla="*/ 0 h 5968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6312646" h="5968515">
                <a:moveTo>
                  <a:pt x="5530154" y="940994"/>
                </a:moveTo>
                <a:cubicBezTo>
                  <a:pt x="5543439" y="941686"/>
                  <a:pt x="5552627" y="952690"/>
                  <a:pt x="5551887" y="966905"/>
                </a:cubicBezTo>
                <a:cubicBezTo>
                  <a:pt x="5551147" y="981119"/>
                  <a:pt x="5540867" y="991110"/>
                  <a:pt x="5527582" y="990419"/>
                </a:cubicBezTo>
                <a:cubicBezTo>
                  <a:pt x="5514297" y="989727"/>
                  <a:pt x="5505108" y="978723"/>
                  <a:pt x="5505848" y="964508"/>
                </a:cubicBezTo>
                <a:cubicBezTo>
                  <a:pt x="5506588" y="950294"/>
                  <a:pt x="5516869" y="940303"/>
                  <a:pt x="5530154" y="940994"/>
                </a:cubicBezTo>
                <a:close/>
                <a:moveTo>
                  <a:pt x="5305251" y="929288"/>
                </a:moveTo>
                <a:cubicBezTo>
                  <a:pt x="5318536" y="929979"/>
                  <a:pt x="5327723" y="940984"/>
                  <a:pt x="5326983" y="955198"/>
                </a:cubicBezTo>
                <a:cubicBezTo>
                  <a:pt x="5326243" y="969412"/>
                  <a:pt x="5315963" y="979404"/>
                  <a:pt x="5302678" y="978712"/>
                </a:cubicBezTo>
                <a:cubicBezTo>
                  <a:pt x="5289393" y="978021"/>
                  <a:pt x="5280206" y="967016"/>
                  <a:pt x="5280946" y="952802"/>
                </a:cubicBezTo>
                <a:cubicBezTo>
                  <a:pt x="5281686" y="938587"/>
                  <a:pt x="5291966" y="928596"/>
                  <a:pt x="5305251" y="929288"/>
                </a:cubicBezTo>
                <a:close/>
                <a:moveTo>
                  <a:pt x="5620107" y="944754"/>
                </a:moveTo>
                <a:cubicBezTo>
                  <a:pt x="5629994" y="945269"/>
                  <a:pt x="5637723" y="951562"/>
                  <a:pt x="5639449" y="962947"/>
                </a:cubicBezTo>
                <a:lnTo>
                  <a:pt x="5598674" y="960824"/>
                </a:lnTo>
                <a:cubicBezTo>
                  <a:pt x="5601694" y="950301"/>
                  <a:pt x="5609607" y="944208"/>
                  <a:pt x="5620107" y="944754"/>
                </a:cubicBezTo>
                <a:close/>
                <a:moveTo>
                  <a:pt x="5708637" y="934021"/>
                </a:moveTo>
                <a:cubicBezTo>
                  <a:pt x="5697051" y="933418"/>
                  <a:pt x="5689150" y="939512"/>
                  <a:pt x="5686191" y="948643"/>
                </a:cubicBezTo>
                <a:lnTo>
                  <a:pt x="5686939" y="934275"/>
                </a:lnTo>
                <a:lnTo>
                  <a:pt x="5669335" y="933359"/>
                </a:lnTo>
                <a:lnTo>
                  <a:pt x="5665220" y="1012425"/>
                </a:lnTo>
                <a:lnTo>
                  <a:pt x="5665219" y="1012451"/>
                </a:lnTo>
                <a:lnTo>
                  <a:pt x="5682822" y="1013367"/>
                </a:lnTo>
                <a:lnTo>
                  <a:pt x="5685065" y="970277"/>
                </a:lnTo>
                <a:cubicBezTo>
                  <a:pt x="5685748" y="957148"/>
                  <a:pt x="5691618" y="951409"/>
                  <a:pt x="5705529" y="952133"/>
                </a:cubicBezTo>
                <a:lnTo>
                  <a:pt x="5709387" y="952334"/>
                </a:lnTo>
                <a:lnTo>
                  <a:pt x="5710336" y="934110"/>
                </a:lnTo>
                <a:close/>
                <a:moveTo>
                  <a:pt x="5527487" y="923836"/>
                </a:moveTo>
                <a:cubicBezTo>
                  <a:pt x="5506792" y="922759"/>
                  <a:pt x="5488895" y="939320"/>
                  <a:pt x="5487632" y="963573"/>
                </a:cubicBezTo>
                <a:cubicBezTo>
                  <a:pt x="5486370" y="987825"/>
                  <a:pt x="5502451" y="1006155"/>
                  <a:pt x="5523146" y="1007232"/>
                </a:cubicBezTo>
                <a:cubicBezTo>
                  <a:pt x="5535345" y="1007867"/>
                  <a:pt x="5544739" y="1003093"/>
                  <a:pt x="5550511" y="993328"/>
                </a:cubicBezTo>
                <a:lnTo>
                  <a:pt x="5549828" y="1006457"/>
                </a:lnTo>
                <a:lnTo>
                  <a:pt x="5567444" y="1007374"/>
                </a:lnTo>
                <a:lnTo>
                  <a:pt x="5571560" y="928308"/>
                </a:lnTo>
                <a:lnTo>
                  <a:pt x="5553944" y="927391"/>
                </a:lnTo>
                <a:lnTo>
                  <a:pt x="5553261" y="940507"/>
                </a:lnTo>
                <a:cubicBezTo>
                  <a:pt x="5548534" y="930195"/>
                  <a:pt x="5539686" y="924471"/>
                  <a:pt x="5527487" y="923836"/>
                </a:cubicBezTo>
                <a:close/>
                <a:moveTo>
                  <a:pt x="5306135" y="912302"/>
                </a:moveTo>
                <a:cubicBezTo>
                  <a:pt x="5282656" y="911080"/>
                  <a:pt x="5263979" y="927600"/>
                  <a:pt x="5262716" y="951853"/>
                </a:cubicBezTo>
                <a:cubicBezTo>
                  <a:pt x="5261454" y="976105"/>
                  <a:pt x="5278315" y="994476"/>
                  <a:pt x="5301794" y="995698"/>
                </a:cubicBezTo>
                <a:cubicBezTo>
                  <a:pt x="5325273" y="996920"/>
                  <a:pt x="5343950" y="980399"/>
                  <a:pt x="5345213" y="956147"/>
                </a:cubicBezTo>
                <a:cubicBezTo>
                  <a:pt x="5346475" y="931894"/>
                  <a:pt x="5329614" y="913524"/>
                  <a:pt x="5306135" y="912302"/>
                </a:cubicBezTo>
                <a:close/>
                <a:moveTo>
                  <a:pt x="5620956" y="928676"/>
                </a:moveTo>
                <a:cubicBezTo>
                  <a:pt x="5597785" y="927470"/>
                  <a:pt x="5580964" y="944254"/>
                  <a:pt x="5579710" y="968340"/>
                </a:cubicBezTo>
                <a:lnTo>
                  <a:pt x="5579696" y="968352"/>
                </a:lnTo>
                <a:cubicBezTo>
                  <a:pt x="5578442" y="992439"/>
                  <a:pt x="5594669" y="1010943"/>
                  <a:pt x="5617995" y="1012157"/>
                </a:cubicBezTo>
                <a:cubicBezTo>
                  <a:pt x="5632365" y="1012905"/>
                  <a:pt x="5646327" y="1006511"/>
                  <a:pt x="5653372" y="996185"/>
                </a:cubicBezTo>
                <a:lnTo>
                  <a:pt x="5641856" y="985367"/>
                </a:lnTo>
                <a:cubicBezTo>
                  <a:pt x="5636986" y="992553"/>
                  <a:pt x="5628411" y="996589"/>
                  <a:pt x="5618844" y="996091"/>
                </a:cubicBezTo>
                <a:cubicBezTo>
                  <a:pt x="5607258" y="995488"/>
                  <a:pt x="5599020" y="987158"/>
                  <a:pt x="5597488" y="975002"/>
                </a:cubicBezTo>
                <a:lnTo>
                  <a:pt x="5656645" y="978082"/>
                </a:lnTo>
                <a:cubicBezTo>
                  <a:pt x="5657056" y="976093"/>
                  <a:pt x="5657330" y="973776"/>
                  <a:pt x="5657443" y="971618"/>
                </a:cubicBezTo>
                <a:cubicBezTo>
                  <a:pt x="5658624" y="948911"/>
                  <a:pt x="5644129" y="929882"/>
                  <a:pt x="5620956" y="928676"/>
                </a:cubicBezTo>
                <a:close/>
                <a:moveTo>
                  <a:pt x="5383207" y="895555"/>
                </a:moveTo>
                <a:lnTo>
                  <a:pt x="5365309" y="900041"/>
                </a:lnTo>
                <a:lnTo>
                  <a:pt x="5364401" y="917486"/>
                </a:lnTo>
                <a:lnTo>
                  <a:pt x="5349111" y="916690"/>
                </a:lnTo>
                <a:lnTo>
                  <a:pt x="5348323" y="931824"/>
                </a:lnTo>
                <a:lnTo>
                  <a:pt x="5363613" y="932620"/>
                </a:lnTo>
                <a:lnTo>
                  <a:pt x="5361596" y="971381"/>
                </a:lnTo>
                <a:cubicBezTo>
                  <a:pt x="5360704" y="988520"/>
                  <a:pt x="5369624" y="998742"/>
                  <a:pt x="5385682" y="999578"/>
                </a:cubicBezTo>
                <a:cubicBezTo>
                  <a:pt x="5390166" y="999811"/>
                  <a:pt x="5394201" y="999560"/>
                  <a:pt x="5397188" y="998781"/>
                </a:cubicBezTo>
                <a:lnTo>
                  <a:pt x="5397199" y="998807"/>
                </a:lnTo>
                <a:lnTo>
                  <a:pt x="5397971" y="983980"/>
                </a:lnTo>
                <a:cubicBezTo>
                  <a:pt x="5395949" y="984182"/>
                  <a:pt x="5393157" y="984190"/>
                  <a:pt x="5391304" y="984094"/>
                </a:cubicBezTo>
                <a:cubicBezTo>
                  <a:pt x="5382656" y="983644"/>
                  <a:pt x="5378866" y="978951"/>
                  <a:pt x="5379300" y="970612"/>
                </a:cubicBezTo>
                <a:lnTo>
                  <a:pt x="5381229" y="933550"/>
                </a:lnTo>
                <a:lnTo>
                  <a:pt x="5400544" y="934555"/>
                </a:lnTo>
                <a:lnTo>
                  <a:pt x="5401332" y="919421"/>
                </a:lnTo>
                <a:lnTo>
                  <a:pt x="5382017" y="918416"/>
                </a:lnTo>
                <a:close/>
                <a:moveTo>
                  <a:pt x="5414595" y="891004"/>
                </a:moveTo>
                <a:lnTo>
                  <a:pt x="5408967" y="999112"/>
                </a:lnTo>
                <a:lnTo>
                  <a:pt x="5426558" y="1000028"/>
                </a:lnTo>
                <a:lnTo>
                  <a:pt x="5429001" y="953081"/>
                </a:lnTo>
                <a:cubicBezTo>
                  <a:pt x="5429636" y="940884"/>
                  <a:pt x="5436471" y="934581"/>
                  <a:pt x="5446358" y="935096"/>
                </a:cubicBezTo>
                <a:cubicBezTo>
                  <a:pt x="5456245" y="935610"/>
                  <a:pt x="5461456" y="942541"/>
                  <a:pt x="5460894" y="953345"/>
                </a:cubicBezTo>
                <a:lnTo>
                  <a:pt x="5458378" y="1001684"/>
                </a:lnTo>
                <a:lnTo>
                  <a:pt x="5475994" y="1002601"/>
                </a:lnTo>
                <a:lnTo>
                  <a:pt x="5478671" y="951172"/>
                </a:lnTo>
                <a:cubicBezTo>
                  <a:pt x="5479732" y="930789"/>
                  <a:pt x="5469249" y="920792"/>
                  <a:pt x="5454431" y="920021"/>
                </a:cubicBezTo>
                <a:cubicBezTo>
                  <a:pt x="5442232" y="919386"/>
                  <a:pt x="5433883" y="924996"/>
                  <a:pt x="5430140" y="931460"/>
                </a:cubicBezTo>
                <a:lnTo>
                  <a:pt x="5432198" y="891920"/>
                </a:lnTo>
                <a:close/>
                <a:moveTo>
                  <a:pt x="5207225" y="878353"/>
                </a:moveTo>
                <a:cubicBezTo>
                  <a:pt x="5176170" y="876737"/>
                  <a:pt x="5151623" y="898996"/>
                  <a:pt x="5149926" y="931588"/>
                </a:cubicBezTo>
                <a:cubicBezTo>
                  <a:pt x="5148230" y="964180"/>
                  <a:pt x="5170333" y="988868"/>
                  <a:pt x="5199063" y="990363"/>
                </a:cubicBezTo>
                <a:cubicBezTo>
                  <a:pt x="5212348" y="991055"/>
                  <a:pt x="5225176" y="985525"/>
                  <a:pt x="5232959" y="976018"/>
                </a:cubicBezTo>
                <a:lnTo>
                  <a:pt x="5232236" y="989913"/>
                </a:lnTo>
                <a:lnTo>
                  <a:pt x="5250158" y="990846"/>
                </a:lnTo>
                <a:lnTo>
                  <a:pt x="5253117" y="934014"/>
                </a:lnTo>
                <a:lnTo>
                  <a:pt x="5206311" y="931578"/>
                </a:lnTo>
                <a:lnTo>
                  <a:pt x="5205394" y="949189"/>
                </a:lnTo>
                <a:lnTo>
                  <a:pt x="5232731" y="950612"/>
                </a:lnTo>
                <a:cubicBezTo>
                  <a:pt x="5229408" y="963757"/>
                  <a:pt x="5217187" y="972418"/>
                  <a:pt x="5202356" y="971646"/>
                </a:cubicBezTo>
                <a:cubicBezTo>
                  <a:pt x="5182887" y="970633"/>
                  <a:pt x="5169809" y="954162"/>
                  <a:pt x="5170926" y="932694"/>
                </a:cubicBezTo>
                <a:cubicBezTo>
                  <a:pt x="5172044" y="911226"/>
                  <a:pt x="5186761" y="896202"/>
                  <a:pt x="5206230" y="897216"/>
                </a:cubicBezTo>
                <a:cubicBezTo>
                  <a:pt x="5220128" y="897939"/>
                  <a:pt x="5229807" y="905409"/>
                  <a:pt x="5234709" y="915576"/>
                </a:cubicBezTo>
                <a:lnTo>
                  <a:pt x="5251971" y="905321"/>
                </a:lnTo>
                <a:cubicBezTo>
                  <a:pt x="5244586" y="889454"/>
                  <a:pt x="5227764" y="879435"/>
                  <a:pt x="5207211" y="878365"/>
                </a:cubicBezTo>
                <a:close/>
                <a:moveTo>
                  <a:pt x="4931941" y="859068"/>
                </a:moveTo>
                <a:lnTo>
                  <a:pt x="4931949" y="859074"/>
                </a:lnTo>
                <a:lnTo>
                  <a:pt x="4930422" y="860449"/>
                </a:lnTo>
                <a:cubicBezTo>
                  <a:pt x="4946704" y="888970"/>
                  <a:pt x="4968559" y="921392"/>
                  <a:pt x="5001872" y="958355"/>
                </a:cubicBezTo>
                <a:cubicBezTo>
                  <a:pt x="5026127" y="985268"/>
                  <a:pt x="5039380" y="996189"/>
                  <a:pt x="5047524" y="988840"/>
                </a:cubicBezTo>
                <a:cubicBezTo>
                  <a:pt x="5055668" y="981504"/>
                  <a:pt x="5046179" y="967192"/>
                  <a:pt x="5021923" y="940280"/>
                </a:cubicBezTo>
                <a:cubicBezTo>
                  <a:pt x="5005267" y="921798"/>
                  <a:pt x="4989443" y="906280"/>
                  <a:pt x="4974446" y="892989"/>
                </a:cubicBezTo>
                <a:lnTo>
                  <a:pt x="4931949" y="859074"/>
                </a:lnTo>
                <a:lnTo>
                  <a:pt x="4931954" y="859069"/>
                </a:lnTo>
                <a:close/>
                <a:moveTo>
                  <a:pt x="4828570" y="840690"/>
                </a:moveTo>
                <a:cubicBezTo>
                  <a:pt x="4806599" y="839546"/>
                  <a:pt x="4796175" y="841206"/>
                  <a:pt x="4795681" y="850695"/>
                </a:cubicBezTo>
                <a:cubicBezTo>
                  <a:pt x="4795187" y="860184"/>
                  <a:pt x="4805369" y="862917"/>
                  <a:pt x="4827353" y="864061"/>
                </a:cubicBezTo>
                <a:cubicBezTo>
                  <a:pt x="4852264" y="865357"/>
                  <a:pt x="4872781" y="863186"/>
                  <a:pt x="4890314" y="859552"/>
                </a:cubicBezTo>
                <a:cubicBezTo>
                  <a:pt x="4863568" y="875794"/>
                  <a:pt x="4833578" y="899255"/>
                  <a:pt x="4799381" y="929733"/>
                </a:cubicBezTo>
                <a:cubicBezTo>
                  <a:pt x="4772543" y="953653"/>
                  <a:pt x="4761595" y="966645"/>
                  <a:pt x="4768622" y="974361"/>
                </a:cubicBezTo>
                <a:cubicBezTo>
                  <a:pt x="4775650" y="982077"/>
                  <a:pt x="4789846" y="972649"/>
                  <a:pt x="4816683" y="948728"/>
                </a:cubicBezTo>
                <a:cubicBezTo>
                  <a:pt x="4850882" y="918238"/>
                  <a:pt x="4877575" y="891173"/>
                  <a:pt x="4896674" y="866542"/>
                </a:cubicBezTo>
                <a:cubicBezTo>
                  <a:pt x="4891239" y="883598"/>
                  <a:pt x="4886935" y="903787"/>
                  <a:pt x="4885637" y="928729"/>
                </a:cubicBezTo>
                <a:cubicBezTo>
                  <a:pt x="4884493" y="950696"/>
                  <a:pt x="4886154" y="961104"/>
                  <a:pt x="4895645" y="961598"/>
                </a:cubicBezTo>
                <a:cubicBezTo>
                  <a:pt x="4905137" y="962092"/>
                  <a:pt x="4907870" y="951913"/>
                  <a:pt x="4909014" y="929946"/>
                </a:cubicBezTo>
                <a:cubicBezTo>
                  <a:pt x="4910585" y="899767"/>
                  <a:pt x="4907081" y="876035"/>
                  <a:pt x="4902025" y="856269"/>
                </a:cubicBezTo>
                <a:cubicBezTo>
                  <a:pt x="4901962" y="855997"/>
                  <a:pt x="4901831" y="855798"/>
                  <a:pt x="4901672" y="855661"/>
                </a:cubicBezTo>
                <a:lnTo>
                  <a:pt x="4901660" y="855648"/>
                </a:lnTo>
                <a:cubicBezTo>
                  <a:pt x="4901540" y="855501"/>
                  <a:pt x="4901367" y="855376"/>
                  <a:pt x="4901141" y="855288"/>
                </a:cubicBezTo>
                <a:cubicBezTo>
                  <a:pt x="4881989" y="848221"/>
                  <a:pt x="4858756" y="842261"/>
                  <a:pt x="4828570" y="840690"/>
                </a:cubicBezTo>
                <a:close/>
                <a:moveTo>
                  <a:pt x="5015852" y="837414"/>
                </a:moveTo>
                <a:cubicBezTo>
                  <a:pt x="4983036" y="835706"/>
                  <a:pt x="4957253" y="839115"/>
                  <a:pt x="4935784" y="844068"/>
                </a:cubicBezTo>
                <a:cubicBezTo>
                  <a:pt x="4934656" y="844329"/>
                  <a:pt x="4934596" y="845478"/>
                  <a:pt x="4935691" y="845856"/>
                </a:cubicBezTo>
                <a:cubicBezTo>
                  <a:pt x="4956529" y="853010"/>
                  <a:pt x="4981833" y="859065"/>
                  <a:pt x="5014636" y="860773"/>
                </a:cubicBezTo>
                <a:cubicBezTo>
                  <a:pt x="5038524" y="862016"/>
                  <a:pt x="5049842" y="860403"/>
                  <a:pt x="5050335" y="850927"/>
                </a:cubicBezTo>
                <a:cubicBezTo>
                  <a:pt x="5050829" y="841450"/>
                  <a:pt x="5039740" y="838658"/>
                  <a:pt x="5015852" y="837414"/>
                </a:cubicBezTo>
                <a:close/>
                <a:moveTo>
                  <a:pt x="5184468" y="785721"/>
                </a:moveTo>
                <a:lnTo>
                  <a:pt x="5215369" y="787330"/>
                </a:lnTo>
                <a:cubicBezTo>
                  <a:pt x="5226023" y="787884"/>
                  <a:pt x="5231932" y="793455"/>
                  <a:pt x="5231466" y="802421"/>
                </a:cubicBezTo>
                <a:cubicBezTo>
                  <a:pt x="5230999" y="811386"/>
                  <a:pt x="5224543" y="816313"/>
                  <a:pt x="5213890" y="815759"/>
                </a:cubicBezTo>
                <a:lnTo>
                  <a:pt x="5213890" y="815746"/>
                </a:lnTo>
                <a:lnTo>
                  <a:pt x="5182989" y="814137"/>
                </a:lnTo>
                <a:close/>
                <a:moveTo>
                  <a:pt x="5766204" y="798343"/>
                </a:moveTo>
                <a:cubicBezTo>
                  <a:pt x="5779489" y="799034"/>
                  <a:pt x="5788676" y="810039"/>
                  <a:pt x="5787936" y="824253"/>
                </a:cubicBezTo>
                <a:cubicBezTo>
                  <a:pt x="5787196" y="838467"/>
                  <a:pt x="5776916" y="848459"/>
                  <a:pt x="5763631" y="847767"/>
                </a:cubicBezTo>
                <a:cubicBezTo>
                  <a:pt x="5750346" y="847076"/>
                  <a:pt x="5741159" y="836071"/>
                  <a:pt x="5741899" y="821857"/>
                </a:cubicBezTo>
                <a:cubicBezTo>
                  <a:pt x="5742638" y="807642"/>
                  <a:pt x="5752919" y="797651"/>
                  <a:pt x="5766204" y="798343"/>
                </a:cubicBezTo>
                <a:close/>
                <a:moveTo>
                  <a:pt x="5304032" y="774286"/>
                </a:moveTo>
                <a:cubicBezTo>
                  <a:pt x="5317317" y="774977"/>
                  <a:pt x="5326505" y="785982"/>
                  <a:pt x="5325765" y="800196"/>
                </a:cubicBezTo>
                <a:cubicBezTo>
                  <a:pt x="5325025" y="814410"/>
                  <a:pt x="5314745" y="824402"/>
                  <a:pt x="5301460" y="823710"/>
                </a:cubicBezTo>
                <a:cubicBezTo>
                  <a:pt x="5288175" y="823019"/>
                  <a:pt x="5278987" y="812014"/>
                  <a:pt x="5279727" y="797800"/>
                </a:cubicBezTo>
                <a:cubicBezTo>
                  <a:pt x="5280467" y="783585"/>
                  <a:pt x="5290747" y="773594"/>
                  <a:pt x="5304032" y="774286"/>
                </a:cubicBezTo>
                <a:close/>
                <a:moveTo>
                  <a:pt x="5568685" y="787139"/>
                </a:moveTo>
                <a:cubicBezTo>
                  <a:pt x="5578573" y="787654"/>
                  <a:pt x="5586302" y="793947"/>
                  <a:pt x="5588028" y="805332"/>
                </a:cubicBezTo>
                <a:lnTo>
                  <a:pt x="5547253" y="803209"/>
                </a:lnTo>
                <a:cubicBezTo>
                  <a:pt x="5550272" y="792686"/>
                  <a:pt x="5558185" y="786593"/>
                  <a:pt x="5568685" y="787139"/>
                </a:cubicBezTo>
                <a:close/>
                <a:moveTo>
                  <a:pt x="5697930" y="779934"/>
                </a:moveTo>
                <a:lnTo>
                  <a:pt x="5693815" y="859001"/>
                </a:lnTo>
                <a:lnTo>
                  <a:pt x="5711430" y="859918"/>
                </a:lnTo>
                <a:lnTo>
                  <a:pt x="5715545" y="780851"/>
                </a:lnTo>
                <a:close/>
                <a:moveTo>
                  <a:pt x="5398332" y="762944"/>
                </a:moveTo>
                <a:cubicBezTo>
                  <a:pt x="5386746" y="762341"/>
                  <a:pt x="5378846" y="768435"/>
                  <a:pt x="5375885" y="777578"/>
                </a:cubicBezTo>
                <a:lnTo>
                  <a:pt x="5376633" y="763210"/>
                </a:lnTo>
                <a:lnTo>
                  <a:pt x="5359017" y="762293"/>
                </a:lnTo>
                <a:lnTo>
                  <a:pt x="5354902" y="841360"/>
                </a:lnTo>
                <a:lnTo>
                  <a:pt x="5372518" y="842277"/>
                </a:lnTo>
                <a:lnTo>
                  <a:pt x="5374761" y="799186"/>
                </a:lnTo>
                <a:cubicBezTo>
                  <a:pt x="5375444" y="786058"/>
                  <a:pt x="5381314" y="780332"/>
                  <a:pt x="5395225" y="781056"/>
                </a:cubicBezTo>
                <a:lnTo>
                  <a:pt x="5399083" y="781256"/>
                </a:lnTo>
                <a:lnTo>
                  <a:pt x="5400031" y="763032"/>
                </a:lnTo>
                <a:close/>
                <a:moveTo>
                  <a:pt x="5763536" y="781185"/>
                </a:moveTo>
                <a:cubicBezTo>
                  <a:pt x="5742842" y="780108"/>
                  <a:pt x="5724931" y="796668"/>
                  <a:pt x="5723669" y="820921"/>
                </a:cubicBezTo>
                <a:cubicBezTo>
                  <a:pt x="5722406" y="845173"/>
                  <a:pt x="5738488" y="863503"/>
                  <a:pt x="5759195" y="864581"/>
                </a:cubicBezTo>
                <a:cubicBezTo>
                  <a:pt x="5771395" y="865216"/>
                  <a:pt x="5780788" y="860442"/>
                  <a:pt x="5786561" y="850677"/>
                </a:cubicBezTo>
                <a:lnTo>
                  <a:pt x="5785877" y="863806"/>
                </a:lnTo>
                <a:lnTo>
                  <a:pt x="5803481" y="864722"/>
                </a:lnTo>
                <a:lnTo>
                  <a:pt x="5807596" y="785655"/>
                </a:lnTo>
                <a:lnTo>
                  <a:pt x="5789993" y="784739"/>
                </a:lnTo>
                <a:lnTo>
                  <a:pt x="5789310" y="797855"/>
                </a:lnTo>
                <a:cubicBezTo>
                  <a:pt x="5784583" y="787543"/>
                  <a:pt x="5775735" y="781820"/>
                  <a:pt x="5763536" y="781185"/>
                </a:cubicBezTo>
                <a:close/>
                <a:moveTo>
                  <a:pt x="5301352" y="757127"/>
                </a:moveTo>
                <a:cubicBezTo>
                  <a:pt x="5280658" y="756050"/>
                  <a:pt x="5262747" y="772611"/>
                  <a:pt x="5261484" y="796863"/>
                </a:cubicBezTo>
                <a:cubicBezTo>
                  <a:pt x="5260222" y="821116"/>
                  <a:pt x="5276304" y="839445"/>
                  <a:pt x="5297011" y="840523"/>
                </a:cubicBezTo>
                <a:cubicBezTo>
                  <a:pt x="5309210" y="841158"/>
                  <a:pt x="5318604" y="836384"/>
                  <a:pt x="5324377" y="826619"/>
                </a:cubicBezTo>
                <a:lnTo>
                  <a:pt x="5323693" y="839748"/>
                </a:lnTo>
                <a:lnTo>
                  <a:pt x="5341296" y="840664"/>
                </a:lnTo>
                <a:lnTo>
                  <a:pt x="5345412" y="761598"/>
                </a:lnTo>
                <a:lnTo>
                  <a:pt x="5327809" y="760681"/>
                </a:lnTo>
                <a:lnTo>
                  <a:pt x="5327126" y="773797"/>
                </a:lnTo>
                <a:cubicBezTo>
                  <a:pt x="5322399" y="763486"/>
                  <a:pt x="5313551" y="757762"/>
                  <a:pt x="5301352" y="757127"/>
                </a:cubicBezTo>
                <a:close/>
                <a:moveTo>
                  <a:pt x="5659274" y="775745"/>
                </a:moveTo>
                <a:cubicBezTo>
                  <a:pt x="5647074" y="775110"/>
                  <a:pt x="5638725" y="780720"/>
                  <a:pt x="5634981" y="787184"/>
                </a:cubicBezTo>
                <a:lnTo>
                  <a:pt x="5635528" y="776686"/>
                </a:lnTo>
                <a:lnTo>
                  <a:pt x="5617926" y="775770"/>
                </a:lnTo>
                <a:lnTo>
                  <a:pt x="5613810" y="854836"/>
                </a:lnTo>
                <a:lnTo>
                  <a:pt x="5631400" y="855752"/>
                </a:lnTo>
                <a:lnTo>
                  <a:pt x="5633844" y="808805"/>
                </a:lnTo>
                <a:cubicBezTo>
                  <a:pt x="5634479" y="796608"/>
                  <a:pt x="5641314" y="790305"/>
                  <a:pt x="5651200" y="790820"/>
                </a:cubicBezTo>
                <a:cubicBezTo>
                  <a:pt x="5661088" y="791334"/>
                  <a:pt x="5666299" y="798265"/>
                  <a:pt x="5665736" y="809069"/>
                </a:cubicBezTo>
                <a:lnTo>
                  <a:pt x="5663220" y="857408"/>
                </a:lnTo>
                <a:lnTo>
                  <a:pt x="5680836" y="858325"/>
                </a:lnTo>
                <a:lnTo>
                  <a:pt x="5683513" y="806895"/>
                </a:lnTo>
                <a:cubicBezTo>
                  <a:pt x="5684574" y="786513"/>
                  <a:pt x="5674092" y="776516"/>
                  <a:pt x="5659274" y="775745"/>
                </a:cubicBezTo>
                <a:close/>
                <a:moveTo>
                  <a:pt x="5569534" y="771074"/>
                </a:moveTo>
                <a:cubicBezTo>
                  <a:pt x="5546362" y="769868"/>
                  <a:pt x="5529529" y="786638"/>
                  <a:pt x="5528275" y="810737"/>
                </a:cubicBezTo>
                <a:cubicBezTo>
                  <a:pt x="5527021" y="834824"/>
                  <a:pt x="5543247" y="853328"/>
                  <a:pt x="5566573" y="854542"/>
                </a:cubicBezTo>
                <a:cubicBezTo>
                  <a:pt x="5580944" y="855290"/>
                  <a:pt x="5594905" y="848896"/>
                  <a:pt x="5601951" y="838570"/>
                </a:cubicBezTo>
                <a:lnTo>
                  <a:pt x="5590434" y="827752"/>
                </a:lnTo>
                <a:cubicBezTo>
                  <a:pt x="5585565" y="834926"/>
                  <a:pt x="5576990" y="838974"/>
                  <a:pt x="5567423" y="838476"/>
                </a:cubicBezTo>
                <a:cubicBezTo>
                  <a:pt x="5555836" y="837873"/>
                  <a:pt x="5547598" y="829543"/>
                  <a:pt x="5546066" y="817387"/>
                </a:cubicBezTo>
                <a:lnTo>
                  <a:pt x="5605223" y="820467"/>
                </a:lnTo>
                <a:cubicBezTo>
                  <a:pt x="5605635" y="818478"/>
                  <a:pt x="5605909" y="816161"/>
                  <a:pt x="5606021" y="814003"/>
                </a:cubicBezTo>
                <a:cubicBezTo>
                  <a:pt x="5607203" y="791296"/>
                  <a:pt x="5592707" y="772280"/>
                  <a:pt x="5569534" y="771074"/>
                </a:cubicBezTo>
                <a:close/>
                <a:moveTo>
                  <a:pt x="5449355" y="764818"/>
                </a:moveTo>
                <a:cubicBezTo>
                  <a:pt x="5437921" y="764223"/>
                  <a:pt x="5430046" y="769857"/>
                  <a:pt x="5426302" y="776322"/>
                </a:cubicBezTo>
                <a:lnTo>
                  <a:pt x="5426848" y="765824"/>
                </a:lnTo>
                <a:lnTo>
                  <a:pt x="5409233" y="764907"/>
                </a:lnTo>
                <a:lnTo>
                  <a:pt x="5405118" y="843973"/>
                </a:lnTo>
                <a:lnTo>
                  <a:pt x="5422720" y="844890"/>
                </a:lnTo>
                <a:lnTo>
                  <a:pt x="5425163" y="797943"/>
                </a:lnTo>
                <a:cubicBezTo>
                  <a:pt x="5425798" y="785746"/>
                  <a:pt x="5432174" y="779419"/>
                  <a:pt x="5441281" y="779893"/>
                </a:cubicBezTo>
                <a:cubicBezTo>
                  <a:pt x="5450390" y="780367"/>
                  <a:pt x="5455154" y="787274"/>
                  <a:pt x="5454591" y="798079"/>
                </a:cubicBezTo>
                <a:lnTo>
                  <a:pt x="5452075" y="846418"/>
                </a:lnTo>
                <a:lnTo>
                  <a:pt x="5469678" y="847334"/>
                </a:lnTo>
                <a:lnTo>
                  <a:pt x="5472210" y="798688"/>
                </a:lnTo>
                <a:cubicBezTo>
                  <a:pt x="5472757" y="788190"/>
                  <a:pt x="5479132" y="781863"/>
                  <a:pt x="5488240" y="782337"/>
                </a:cubicBezTo>
                <a:cubicBezTo>
                  <a:pt x="5497348" y="782811"/>
                  <a:pt x="5502112" y="789718"/>
                  <a:pt x="5501550" y="800523"/>
                </a:cubicBezTo>
                <a:lnTo>
                  <a:pt x="5499033" y="848862"/>
                </a:lnTo>
                <a:lnTo>
                  <a:pt x="5516649" y="849779"/>
                </a:lnTo>
                <a:lnTo>
                  <a:pt x="5519326" y="798349"/>
                </a:lnTo>
                <a:cubicBezTo>
                  <a:pt x="5520387" y="777966"/>
                  <a:pt x="5510377" y="767995"/>
                  <a:pt x="5494766" y="767182"/>
                </a:cubicBezTo>
                <a:cubicBezTo>
                  <a:pt x="5484267" y="766636"/>
                  <a:pt x="5475836" y="770845"/>
                  <a:pt x="5470274" y="779533"/>
                </a:cubicBezTo>
                <a:cubicBezTo>
                  <a:pt x="5466593" y="770044"/>
                  <a:pt x="5458935" y="765317"/>
                  <a:pt x="5449355" y="764818"/>
                </a:cubicBezTo>
                <a:close/>
                <a:moveTo>
                  <a:pt x="5186719" y="742478"/>
                </a:moveTo>
                <a:lnTo>
                  <a:pt x="5216688" y="744038"/>
                </a:lnTo>
                <a:cubicBezTo>
                  <a:pt x="5226269" y="744537"/>
                  <a:pt x="5231584" y="749462"/>
                  <a:pt x="5231174" y="757329"/>
                </a:cubicBezTo>
                <a:cubicBezTo>
                  <a:pt x="5230765" y="765196"/>
                  <a:pt x="5224966" y="769555"/>
                  <a:pt x="5215385" y="769057"/>
                </a:cubicBezTo>
                <a:lnTo>
                  <a:pt x="5185417" y="767497"/>
                </a:lnTo>
                <a:close/>
                <a:moveTo>
                  <a:pt x="4922777" y="719661"/>
                </a:moveTo>
                <a:cubicBezTo>
                  <a:pt x="4913298" y="719167"/>
                  <a:pt x="4910574" y="729180"/>
                  <a:pt x="4909450" y="750777"/>
                </a:cubicBezTo>
                <a:cubicBezTo>
                  <a:pt x="4907906" y="780444"/>
                  <a:pt x="4911430" y="803780"/>
                  <a:pt x="4916503" y="823215"/>
                </a:cubicBezTo>
                <a:cubicBezTo>
                  <a:pt x="4916770" y="824241"/>
                  <a:pt x="4917907" y="824300"/>
                  <a:pt x="4918279" y="823307"/>
                </a:cubicBezTo>
                <a:cubicBezTo>
                  <a:pt x="4925329" y="804491"/>
                  <a:pt x="4931270" y="781660"/>
                  <a:pt x="4932814" y="751993"/>
                </a:cubicBezTo>
                <a:cubicBezTo>
                  <a:pt x="4933938" y="730397"/>
                  <a:pt x="4932269" y="720155"/>
                  <a:pt x="4922777" y="719661"/>
                </a:cubicBezTo>
                <a:close/>
                <a:moveTo>
                  <a:pt x="5167586" y="723221"/>
                </a:moveTo>
                <a:lnTo>
                  <a:pt x="5161960" y="831317"/>
                </a:lnTo>
                <a:lnTo>
                  <a:pt x="5215254" y="834091"/>
                </a:lnTo>
                <a:cubicBezTo>
                  <a:pt x="5237647" y="835256"/>
                  <a:pt x="5251366" y="824663"/>
                  <a:pt x="5252362" y="805519"/>
                </a:cubicBezTo>
                <a:cubicBezTo>
                  <a:pt x="5253045" y="792390"/>
                  <a:pt x="5246248" y="783213"/>
                  <a:pt x="5234863" y="778753"/>
                </a:cubicBezTo>
                <a:cubicBezTo>
                  <a:pt x="5245104" y="775419"/>
                  <a:pt x="5251753" y="766775"/>
                  <a:pt x="5252323" y="755817"/>
                </a:cubicBezTo>
                <a:cubicBezTo>
                  <a:pt x="5253240" y="738206"/>
                  <a:pt x="5241434" y="727065"/>
                  <a:pt x="5220421" y="725971"/>
                </a:cubicBezTo>
                <a:close/>
                <a:moveTo>
                  <a:pt x="5708396" y="748413"/>
                </a:moveTo>
                <a:cubicBezTo>
                  <a:pt x="5702367" y="748099"/>
                  <a:pt x="5697166" y="752784"/>
                  <a:pt x="5696852" y="758812"/>
                </a:cubicBezTo>
                <a:cubicBezTo>
                  <a:pt x="5696538" y="764840"/>
                  <a:pt x="5701225" y="770040"/>
                  <a:pt x="5707254" y="770354"/>
                </a:cubicBezTo>
                <a:cubicBezTo>
                  <a:pt x="5713284" y="770668"/>
                  <a:pt x="5718484" y="765983"/>
                  <a:pt x="5718798" y="759955"/>
                </a:cubicBezTo>
                <a:cubicBezTo>
                  <a:pt x="5719112" y="753927"/>
                  <a:pt x="5714426" y="748727"/>
                  <a:pt x="5708396" y="748413"/>
                </a:cubicBezTo>
                <a:close/>
                <a:moveTo>
                  <a:pt x="5062091" y="711443"/>
                </a:moveTo>
                <a:cubicBezTo>
                  <a:pt x="5054753" y="703300"/>
                  <a:pt x="5040439" y="712787"/>
                  <a:pt x="5013521" y="737023"/>
                </a:cubicBezTo>
                <a:cubicBezTo>
                  <a:pt x="4976550" y="770328"/>
                  <a:pt x="4951434" y="800305"/>
                  <a:pt x="4932293" y="826982"/>
                </a:cubicBezTo>
                <a:cubicBezTo>
                  <a:pt x="4931284" y="828390"/>
                  <a:pt x="4932168" y="829370"/>
                  <a:pt x="4933673" y="828514"/>
                </a:cubicBezTo>
                <a:cubicBezTo>
                  <a:pt x="4962200" y="812237"/>
                  <a:pt x="4994629" y="790388"/>
                  <a:pt x="5031600" y="757083"/>
                </a:cubicBezTo>
                <a:cubicBezTo>
                  <a:pt x="5058518" y="732835"/>
                  <a:pt x="5069443" y="719586"/>
                  <a:pt x="5062091" y="711443"/>
                </a:cubicBezTo>
                <a:close/>
                <a:moveTo>
                  <a:pt x="4783667" y="696886"/>
                </a:moveTo>
                <a:cubicBezTo>
                  <a:pt x="4775523" y="704223"/>
                  <a:pt x="4785013" y="718534"/>
                  <a:pt x="4809255" y="745446"/>
                </a:cubicBezTo>
                <a:cubicBezTo>
                  <a:pt x="4842568" y="782409"/>
                  <a:pt x="4872553" y="807520"/>
                  <a:pt x="4899237" y="826657"/>
                </a:cubicBezTo>
                <a:lnTo>
                  <a:pt x="4899236" y="826670"/>
                </a:lnTo>
                <a:cubicBezTo>
                  <a:pt x="4900644" y="827678"/>
                  <a:pt x="4901625" y="826794"/>
                  <a:pt x="4900768" y="825290"/>
                </a:cubicBezTo>
                <a:cubicBezTo>
                  <a:pt x="4884486" y="796769"/>
                  <a:pt x="4862632" y="764347"/>
                  <a:pt x="4829319" y="727384"/>
                </a:cubicBezTo>
                <a:cubicBezTo>
                  <a:pt x="4805076" y="700472"/>
                  <a:pt x="4791812" y="689550"/>
                  <a:pt x="4783667" y="696886"/>
                </a:cubicBezTo>
                <a:close/>
                <a:moveTo>
                  <a:pt x="6312646" y="328585"/>
                </a:moveTo>
                <a:lnTo>
                  <a:pt x="6019077" y="5968515"/>
                </a:lnTo>
                <a:lnTo>
                  <a:pt x="273146" y="5968515"/>
                </a:lnTo>
                <a:cubicBezTo>
                  <a:pt x="122291" y="5968515"/>
                  <a:pt x="0" y="5846224"/>
                  <a:pt x="0" y="5695369"/>
                </a:cubicBezTo>
                <a:lnTo>
                  <a:pt x="0" y="0"/>
                </a:lnTo>
                <a:close/>
              </a:path>
            </a:pathLst>
          </a:custGeom>
          <a:solidFill>
            <a:schemeClr val="accent2"/>
          </a:solidFill>
          <a:ln w="6352" cap="flat">
            <a:noFill/>
            <a:prstDash val="solid"/>
            <a:miter/>
          </a:ln>
        </p:spPr>
        <p:txBody>
          <a:bodyPr wrap="square" rtlCol="0" anchor="ctr">
            <a:noAutofit/>
          </a:bodyPr>
          <a:lstStyle/>
          <a:p>
            <a:endParaRPr lang="de-DE" dirty="0">
              <a:solidFill>
                <a:schemeClr val="accent2"/>
              </a:solidFill>
              <a:latin typeface="BarmeniaGothaer Offc" panose="020B0503020204020204" pitchFamily="34" charset="0"/>
            </a:endParaRPr>
          </a:p>
        </p:txBody>
      </p:sp>
      <p:sp>
        <p:nvSpPr>
          <p:cNvPr id="3" name="Datumsplatzhalter 2">
            <a:extLst>
              <a:ext uri="{FF2B5EF4-FFF2-40B4-BE49-F238E27FC236}">
                <a16:creationId xmlns:a16="http://schemas.microsoft.com/office/drawing/2014/main" id="{DF01948D-EE55-A777-DF7E-0C28A848F254}"/>
              </a:ext>
            </a:extLst>
          </p:cNvPr>
          <p:cNvSpPr>
            <a:spLocks noGrp="1"/>
          </p:cNvSpPr>
          <p:nvPr>
            <p:ph type="dt" sz="half" idx="10"/>
          </p:nvPr>
        </p:nvSpPr>
        <p:spPr/>
        <p:txBody>
          <a:bodyPr/>
          <a:lstStyle>
            <a:lvl1pPr>
              <a:defRPr>
                <a:solidFill>
                  <a:schemeClr val="bg1"/>
                </a:solidFill>
              </a:defRPr>
            </a:lvl1pPr>
          </a:lstStyle>
          <a:p>
            <a:fld id="{2DE66CE5-6E4E-254F-BACD-C75F7D6843BB}" type="datetime1">
              <a:t>22.06.2026</a:t>
            </a:fld>
            <a:endParaRPr lang="de-DE" dirty="0"/>
          </a:p>
        </p:txBody>
      </p:sp>
      <p:sp>
        <p:nvSpPr>
          <p:cNvPr id="4" name="Fußzeilenplatzhalter 3">
            <a:extLst>
              <a:ext uri="{FF2B5EF4-FFF2-40B4-BE49-F238E27FC236}">
                <a16:creationId xmlns:a16="http://schemas.microsoft.com/office/drawing/2014/main" id="{C3FD7DB9-9267-EDBC-EB1C-5F7A525B2CB2}"/>
              </a:ext>
            </a:extLst>
          </p:cNvPr>
          <p:cNvSpPr>
            <a:spLocks noGrp="1"/>
          </p:cNvSpPr>
          <p:nvPr>
            <p:ph type="ftr" sz="quarter" idx="11"/>
          </p:nvPr>
        </p:nvSpPr>
        <p:spPr/>
        <p:txBody>
          <a:bodyPr/>
          <a:lstStyle>
            <a:lvl1pPr>
              <a:defRPr>
                <a:solidFill>
                  <a:schemeClr val="bg1"/>
                </a:solidFill>
              </a:defRPr>
            </a:lvl1pPr>
          </a:lstStyle>
          <a:p>
            <a:r>
              <a:rPr lang="de-DE" dirty="0"/>
              <a:t>Titel der Präsentation</a:t>
            </a:r>
          </a:p>
        </p:txBody>
      </p:sp>
      <p:sp>
        <p:nvSpPr>
          <p:cNvPr id="5" name="Foliennummernplatzhalter 4">
            <a:extLst>
              <a:ext uri="{FF2B5EF4-FFF2-40B4-BE49-F238E27FC236}">
                <a16:creationId xmlns:a16="http://schemas.microsoft.com/office/drawing/2014/main" id="{DFD207B8-0A3D-ECE3-7B59-A62186799CD0}"/>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dirty="0"/>
          </a:p>
        </p:txBody>
      </p:sp>
      <p:sp>
        <p:nvSpPr>
          <p:cNvPr id="7" name="Textfeld 6">
            <a:extLst>
              <a:ext uri="{FF2B5EF4-FFF2-40B4-BE49-F238E27FC236}">
                <a16:creationId xmlns:a16="http://schemas.microsoft.com/office/drawing/2014/main" id="{43652864-A7F6-3A7E-5C2E-CAE4529350E2}"/>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8" name="Textfeld 7">
            <a:extLst>
              <a:ext uri="{FF2B5EF4-FFF2-40B4-BE49-F238E27FC236}">
                <a16:creationId xmlns:a16="http://schemas.microsoft.com/office/drawing/2014/main" id="{B9F15C8C-0F79-3FB9-1CF1-70496DFF955A}"/>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sp>
        <p:nvSpPr>
          <p:cNvPr id="13" name="Textplatzhalter 9">
            <a:extLst>
              <a:ext uri="{FF2B5EF4-FFF2-40B4-BE49-F238E27FC236}">
                <a16:creationId xmlns:a16="http://schemas.microsoft.com/office/drawing/2014/main" id="{50CF61FC-C4AD-976D-15C7-C4B2B6EFEDE6}"/>
              </a:ext>
            </a:extLst>
          </p:cNvPr>
          <p:cNvSpPr>
            <a:spLocks noGrp="1"/>
          </p:cNvSpPr>
          <p:nvPr>
            <p:ph type="body" sz="quarter" idx="21"/>
          </p:nvPr>
        </p:nvSpPr>
        <p:spPr>
          <a:xfrm>
            <a:off x="479425" y="2668888"/>
            <a:ext cx="4763135" cy="2847675"/>
          </a:xfrm>
        </p:spPr>
        <p:txBody>
          <a:bodyPr anchor="ctr">
            <a:noAutofit/>
          </a:bodyPr>
          <a:lstStyle>
            <a:lvl1pPr algn="l">
              <a:lnSpc>
                <a:spcPct val="90000"/>
              </a:lnSpc>
              <a:defRPr sz="3200">
                <a:solidFill>
                  <a:schemeClr val="bg1"/>
                </a:solidFill>
                <a:latin typeface="+mj-lt"/>
              </a:defRPr>
            </a:lvl1pPr>
            <a:lvl2pPr marL="0" indent="0" algn="l">
              <a:buFontTx/>
              <a:buNone/>
              <a:defRPr>
                <a:solidFill>
                  <a:schemeClr val="bg1"/>
                </a:solidFill>
                <a:latin typeface="+mn-lt"/>
              </a:defRPr>
            </a:lvl2pPr>
            <a:lvl3pPr algn="l">
              <a:defRPr>
                <a:solidFill>
                  <a:schemeClr val="bg1"/>
                </a:solidFill>
              </a:defRPr>
            </a:lvl3pPr>
            <a:lvl4pPr marL="171450" indent="-171450" algn="l">
              <a:buFont typeface="BarmeniaGothaer Offc" panose="020B0604020202020204" pitchFamily="34" charset="0"/>
              <a:buChar char="•"/>
              <a:defRPr>
                <a:solidFill>
                  <a:schemeClr val="bg1"/>
                </a:solidFill>
              </a:defRPr>
            </a:lvl4pPr>
            <a:lvl5pPr marL="504000" indent="-252000" algn="l">
              <a:spcBef>
                <a:spcPts val="400"/>
              </a:spcBef>
              <a:spcAft>
                <a:spcPts val="400"/>
              </a:spcAft>
              <a:buSzPct val="130000"/>
              <a:buFontTx/>
              <a:buBlip>
                <a:blip r:embed="rId2"/>
              </a:buBlip>
              <a:defRPr>
                <a:solidFill>
                  <a:schemeClr val="bg1"/>
                </a:solidFill>
                <a:latin typeface="+mj-lt"/>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1" name="Bildplatzhalter 10">
            <a:extLst>
              <a:ext uri="{FF2B5EF4-FFF2-40B4-BE49-F238E27FC236}">
                <a16:creationId xmlns:a16="http://schemas.microsoft.com/office/drawing/2014/main" id="{FCFC5E4D-93BC-B92A-7F05-4279ADB6EBB2}"/>
              </a:ext>
            </a:extLst>
          </p:cNvPr>
          <p:cNvSpPr>
            <a:spLocks noGrp="1"/>
          </p:cNvSpPr>
          <p:nvPr>
            <p:ph type="pic" sz="quarter" idx="15"/>
          </p:nvPr>
        </p:nvSpPr>
        <p:spPr>
          <a:xfrm>
            <a:off x="5144536" y="1"/>
            <a:ext cx="7047465" cy="5940347"/>
          </a:xfrm>
          <a:custGeom>
            <a:avLst/>
            <a:gdLst>
              <a:gd name="connsiteX0" fmla="*/ 6297865 w 7047465"/>
              <a:gd name="connsiteY0" fmla="*/ 652255 h 5940347"/>
              <a:gd name="connsiteX1" fmla="*/ 6320915 w 7047465"/>
              <a:gd name="connsiteY1" fmla="*/ 677001 h 5940347"/>
              <a:gd name="connsiteX2" fmla="*/ 6297865 w 7047465"/>
              <a:gd name="connsiteY2" fmla="*/ 701747 h 5940347"/>
              <a:gd name="connsiteX3" fmla="*/ 6274814 w 7047465"/>
              <a:gd name="connsiteY3" fmla="*/ 677001 h 5940347"/>
              <a:gd name="connsiteX4" fmla="*/ 6297865 w 7047465"/>
              <a:gd name="connsiteY4" fmla="*/ 652255 h 5940347"/>
              <a:gd name="connsiteX5" fmla="*/ 6072657 w 7047465"/>
              <a:gd name="connsiteY5" fmla="*/ 652255 h 5940347"/>
              <a:gd name="connsiteX6" fmla="*/ 6095707 w 7047465"/>
              <a:gd name="connsiteY6" fmla="*/ 677001 h 5940347"/>
              <a:gd name="connsiteX7" fmla="*/ 6072657 w 7047465"/>
              <a:gd name="connsiteY7" fmla="*/ 701747 h 5940347"/>
              <a:gd name="connsiteX8" fmla="*/ 6049607 w 7047465"/>
              <a:gd name="connsiteY8" fmla="*/ 677001 h 5940347"/>
              <a:gd name="connsiteX9" fmla="*/ 6072657 w 7047465"/>
              <a:gd name="connsiteY9" fmla="*/ 652255 h 5940347"/>
              <a:gd name="connsiteX10" fmla="*/ 6387892 w 7047465"/>
              <a:gd name="connsiteY10" fmla="*/ 651334 h 5940347"/>
              <a:gd name="connsiteX11" fmla="*/ 6408153 w 7047465"/>
              <a:gd name="connsiteY11" fmla="*/ 668497 h 5940347"/>
              <a:gd name="connsiteX12" fmla="*/ 6367323 w 7047465"/>
              <a:gd name="connsiteY12" fmla="*/ 668497 h 5940347"/>
              <a:gd name="connsiteX13" fmla="*/ 6387892 w 7047465"/>
              <a:gd name="connsiteY13" fmla="*/ 651334 h 5940347"/>
              <a:gd name="connsiteX14" fmla="*/ 6475744 w 7047465"/>
              <a:gd name="connsiteY14" fmla="*/ 636014 h 5940347"/>
              <a:gd name="connsiteX15" fmla="*/ 6454088 w 7047465"/>
              <a:gd name="connsiteY15" fmla="*/ 651782 h 5940347"/>
              <a:gd name="connsiteX16" fmla="*/ 6454088 w 7047465"/>
              <a:gd name="connsiteY16" fmla="*/ 637395 h 5940347"/>
              <a:gd name="connsiteX17" fmla="*/ 6436461 w 7047465"/>
              <a:gd name="connsiteY17" fmla="*/ 637395 h 5940347"/>
              <a:gd name="connsiteX18" fmla="*/ 6436461 w 7047465"/>
              <a:gd name="connsiteY18" fmla="*/ 716569 h 5940347"/>
              <a:gd name="connsiteX19" fmla="*/ 6436461 w 7047465"/>
              <a:gd name="connsiteY19" fmla="*/ 716594 h 5940347"/>
              <a:gd name="connsiteX20" fmla="*/ 6454088 w 7047465"/>
              <a:gd name="connsiteY20" fmla="*/ 716594 h 5940347"/>
              <a:gd name="connsiteX21" fmla="*/ 6454088 w 7047465"/>
              <a:gd name="connsiteY21" fmla="*/ 673446 h 5940347"/>
              <a:gd name="connsiteX22" fmla="*/ 6473582 w 7047465"/>
              <a:gd name="connsiteY22" fmla="*/ 654263 h 5940347"/>
              <a:gd name="connsiteX23" fmla="*/ 6477445 w 7047465"/>
              <a:gd name="connsiteY23" fmla="*/ 654263 h 5940347"/>
              <a:gd name="connsiteX24" fmla="*/ 6477445 w 7047465"/>
              <a:gd name="connsiteY24" fmla="*/ 636014 h 5940347"/>
              <a:gd name="connsiteX25" fmla="*/ 6294309 w 7047465"/>
              <a:gd name="connsiteY25" fmla="*/ 635259 h 5940347"/>
              <a:gd name="connsiteX26" fmla="*/ 6256574 w 7047465"/>
              <a:gd name="connsiteY26" fmla="*/ 677014 h 5940347"/>
              <a:gd name="connsiteX27" fmla="*/ 6294309 w 7047465"/>
              <a:gd name="connsiteY27" fmla="*/ 718768 h 5940347"/>
              <a:gd name="connsiteX28" fmla="*/ 6320915 w 7047465"/>
              <a:gd name="connsiteY28" fmla="*/ 703460 h 5940347"/>
              <a:gd name="connsiteX29" fmla="*/ 6320915 w 7047465"/>
              <a:gd name="connsiteY29" fmla="*/ 716607 h 5940347"/>
              <a:gd name="connsiteX30" fmla="*/ 6338555 w 7047465"/>
              <a:gd name="connsiteY30" fmla="*/ 716607 h 5940347"/>
              <a:gd name="connsiteX31" fmla="*/ 6338555 w 7047465"/>
              <a:gd name="connsiteY31" fmla="*/ 637433 h 5940347"/>
              <a:gd name="connsiteX32" fmla="*/ 6320915 w 7047465"/>
              <a:gd name="connsiteY32" fmla="*/ 637433 h 5940347"/>
              <a:gd name="connsiteX33" fmla="*/ 6320915 w 7047465"/>
              <a:gd name="connsiteY33" fmla="*/ 650567 h 5940347"/>
              <a:gd name="connsiteX34" fmla="*/ 6294309 w 7047465"/>
              <a:gd name="connsiteY34" fmla="*/ 635259 h 5940347"/>
              <a:gd name="connsiteX35" fmla="*/ 6072657 w 7047465"/>
              <a:gd name="connsiteY35" fmla="*/ 635247 h 5940347"/>
              <a:gd name="connsiteX36" fmla="*/ 6031353 w 7047465"/>
              <a:gd name="connsiteY36" fmla="*/ 677001 h 5940347"/>
              <a:gd name="connsiteX37" fmla="*/ 6072657 w 7047465"/>
              <a:gd name="connsiteY37" fmla="*/ 718755 h 5940347"/>
              <a:gd name="connsiteX38" fmla="*/ 6113961 w 7047465"/>
              <a:gd name="connsiteY38" fmla="*/ 677001 h 5940347"/>
              <a:gd name="connsiteX39" fmla="*/ 6072657 w 7047465"/>
              <a:gd name="connsiteY39" fmla="*/ 635247 h 5940347"/>
              <a:gd name="connsiteX40" fmla="*/ 6387904 w 7047465"/>
              <a:gd name="connsiteY40" fmla="*/ 635234 h 5940347"/>
              <a:gd name="connsiteX41" fmla="*/ 6348775 w 7047465"/>
              <a:gd name="connsiteY41" fmla="*/ 676988 h 5940347"/>
              <a:gd name="connsiteX42" fmla="*/ 6348762 w 7047465"/>
              <a:gd name="connsiteY42" fmla="*/ 677001 h 5940347"/>
              <a:gd name="connsiteX43" fmla="*/ 6389286 w 7047465"/>
              <a:gd name="connsiteY43" fmla="*/ 718755 h 5940347"/>
              <a:gd name="connsiteX44" fmla="*/ 6423785 w 7047465"/>
              <a:gd name="connsiteY44" fmla="*/ 700967 h 5940347"/>
              <a:gd name="connsiteX45" fmla="*/ 6411722 w 7047465"/>
              <a:gd name="connsiteY45" fmla="*/ 690761 h 5940347"/>
              <a:gd name="connsiteX46" fmla="*/ 6389299 w 7047465"/>
              <a:gd name="connsiteY46" fmla="*/ 702667 h 5940347"/>
              <a:gd name="connsiteX47" fmla="*/ 6366875 w 7047465"/>
              <a:gd name="connsiteY47" fmla="*/ 682717 h 5940347"/>
              <a:gd name="connsiteX48" fmla="*/ 6426113 w 7047465"/>
              <a:gd name="connsiteY48" fmla="*/ 682717 h 5940347"/>
              <a:gd name="connsiteX49" fmla="*/ 6426573 w 7047465"/>
              <a:gd name="connsiteY49" fmla="*/ 676221 h 5940347"/>
              <a:gd name="connsiteX50" fmla="*/ 6387904 w 7047465"/>
              <a:gd name="connsiteY50" fmla="*/ 635234 h 5940347"/>
              <a:gd name="connsiteX51" fmla="*/ 6148754 w 7047465"/>
              <a:gd name="connsiteY51" fmla="*/ 614516 h 5940347"/>
              <a:gd name="connsiteX52" fmla="*/ 6131114 w 7047465"/>
              <a:gd name="connsiteY52" fmla="*/ 619926 h 5940347"/>
              <a:gd name="connsiteX53" fmla="*/ 6131114 w 7047465"/>
              <a:gd name="connsiteY53" fmla="*/ 637395 h 5940347"/>
              <a:gd name="connsiteX54" fmla="*/ 6115803 w 7047465"/>
              <a:gd name="connsiteY54" fmla="*/ 637395 h 5940347"/>
              <a:gd name="connsiteX55" fmla="*/ 6115803 w 7047465"/>
              <a:gd name="connsiteY55" fmla="*/ 652549 h 5940347"/>
              <a:gd name="connsiteX56" fmla="*/ 6131114 w 7047465"/>
              <a:gd name="connsiteY56" fmla="*/ 652549 h 5940347"/>
              <a:gd name="connsiteX57" fmla="*/ 6131114 w 7047465"/>
              <a:gd name="connsiteY57" fmla="*/ 691362 h 5940347"/>
              <a:gd name="connsiteX58" fmla="*/ 6156633 w 7047465"/>
              <a:gd name="connsiteY58" fmla="*/ 718269 h 5940347"/>
              <a:gd name="connsiteX59" fmla="*/ 6168082 w 7047465"/>
              <a:gd name="connsiteY59" fmla="*/ 716875 h 5940347"/>
              <a:gd name="connsiteX60" fmla="*/ 6168095 w 7047465"/>
              <a:gd name="connsiteY60" fmla="*/ 716901 h 5940347"/>
              <a:gd name="connsiteX61" fmla="*/ 6168095 w 7047465"/>
              <a:gd name="connsiteY61" fmla="*/ 702054 h 5940347"/>
              <a:gd name="connsiteX62" fmla="*/ 6161443 w 7047465"/>
              <a:gd name="connsiteY62" fmla="*/ 702514 h 5940347"/>
              <a:gd name="connsiteX63" fmla="*/ 6148754 w 7047465"/>
              <a:gd name="connsiteY63" fmla="*/ 689674 h 5940347"/>
              <a:gd name="connsiteX64" fmla="*/ 6148754 w 7047465"/>
              <a:gd name="connsiteY64" fmla="*/ 652562 h 5940347"/>
              <a:gd name="connsiteX65" fmla="*/ 6168095 w 7047465"/>
              <a:gd name="connsiteY65" fmla="*/ 652562 h 5940347"/>
              <a:gd name="connsiteX66" fmla="*/ 6168095 w 7047465"/>
              <a:gd name="connsiteY66" fmla="*/ 637408 h 5940347"/>
              <a:gd name="connsiteX67" fmla="*/ 6148754 w 7047465"/>
              <a:gd name="connsiteY67" fmla="*/ 637408 h 5940347"/>
              <a:gd name="connsiteX68" fmla="*/ 6179863 w 7047465"/>
              <a:gd name="connsiteY68" fmla="*/ 608340 h 5940347"/>
              <a:gd name="connsiteX69" fmla="*/ 6179863 w 7047465"/>
              <a:gd name="connsiteY69" fmla="*/ 716594 h 5940347"/>
              <a:gd name="connsiteX70" fmla="*/ 6197477 w 7047465"/>
              <a:gd name="connsiteY70" fmla="*/ 716594 h 5940347"/>
              <a:gd name="connsiteX71" fmla="*/ 6197477 w 7047465"/>
              <a:gd name="connsiteY71" fmla="*/ 669584 h 5940347"/>
              <a:gd name="connsiteX72" fmla="*/ 6213875 w 7047465"/>
              <a:gd name="connsiteY72" fmla="*/ 650721 h 5940347"/>
              <a:gd name="connsiteX73" fmla="*/ 6229340 w 7047465"/>
              <a:gd name="connsiteY73" fmla="*/ 668190 h 5940347"/>
              <a:gd name="connsiteX74" fmla="*/ 6229340 w 7047465"/>
              <a:gd name="connsiteY74" fmla="*/ 716594 h 5940347"/>
              <a:gd name="connsiteX75" fmla="*/ 6246980 w 7047465"/>
              <a:gd name="connsiteY75" fmla="*/ 716594 h 5940347"/>
              <a:gd name="connsiteX76" fmla="*/ 6246980 w 7047465"/>
              <a:gd name="connsiteY76" fmla="*/ 665095 h 5940347"/>
              <a:gd name="connsiteX77" fmla="*/ 6221154 w 7047465"/>
              <a:gd name="connsiteY77" fmla="*/ 635247 h 5940347"/>
              <a:gd name="connsiteX78" fmla="*/ 6197490 w 7047465"/>
              <a:gd name="connsiteY78" fmla="*/ 647933 h 5940347"/>
              <a:gd name="connsiteX79" fmla="*/ 6197490 w 7047465"/>
              <a:gd name="connsiteY79" fmla="*/ 608340 h 5940347"/>
              <a:gd name="connsiteX80" fmla="*/ 5972116 w 7047465"/>
              <a:gd name="connsiteY80" fmla="*/ 606485 h 5940347"/>
              <a:gd name="connsiteX81" fmla="*/ 5917662 w 7047465"/>
              <a:gd name="connsiteY81" fmla="*/ 662627 h 5940347"/>
              <a:gd name="connsiteX82" fmla="*/ 5969788 w 7047465"/>
              <a:gd name="connsiteY82" fmla="*/ 718768 h 5940347"/>
              <a:gd name="connsiteX83" fmla="*/ 6002892 w 7047465"/>
              <a:gd name="connsiteY83" fmla="*/ 702680 h 5940347"/>
              <a:gd name="connsiteX84" fmla="*/ 6002892 w 7047465"/>
              <a:gd name="connsiteY84" fmla="*/ 716594 h 5940347"/>
              <a:gd name="connsiteX85" fmla="*/ 6020839 w 7047465"/>
              <a:gd name="connsiteY85" fmla="*/ 716594 h 5940347"/>
              <a:gd name="connsiteX86" fmla="*/ 6020839 w 7047465"/>
              <a:gd name="connsiteY86" fmla="*/ 659685 h 5940347"/>
              <a:gd name="connsiteX87" fmla="*/ 5973970 w 7047465"/>
              <a:gd name="connsiteY87" fmla="*/ 659685 h 5940347"/>
              <a:gd name="connsiteX88" fmla="*/ 5973970 w 7047465"/>
              <a:gd name="connsiteY88" fmla="*/ 677321 h 5940347"/>
              <a:gd name="connsiteX89" fmla="*/ 6001344 w 7047465"/>
              <a:gd name="connsiteY89" fmla="*/ 677321 h 5940347"/>
              <a:gd name="connsiteX90" fmla="*/ 5972103 w 7047465"/>
              <a:gd name="connsiteY90" fmla="*/ 699905 h 5940347"/>
              <a:gd name="connsiteX91" fmla="*/ 5938691 w 7047465"/>
              <a:gd name="connsiteY91" fmla="*/ 662639 h 5940347"/>
              <a:gd name="connsiteX92" fmla="*/ 5972103 w 7047465"/>
              <a:gd name="connsiteY92" fmla="*/ 625374 h 5940347"/>
              <a:gd name="connsiteX93" fmla="*/ 6001498 w 7047465"/>
              <a:gd name="connsiteY93" fmla="*/ 642229 h 5940347"/>
              <a:gd name="connsiteX94" fmla="*/ 6018203 w 7047465"/>
              <a:gd name="connsiteY94" fmla="*/ 631090 h 5940347"/>
              <a:gd name="connsiteX95" fmla="*/ 5972103 w 7047465"/>
              <a:gd name="connsiteY95" fmla="*/ 606498 h 5940347"/>
              <a:gd name="connsiteX96" fmla="*/ 5696202 w 7047465"/>
              <a:gd name="connsiteY96" fmla="*/ 601536 h 5940347"/>
              <a:gd name="connsiteX97" fmla="*/ 5696210 w 7047465"/>
              <a:gd name="connsiteY97" fmla="*/ 601541 h 5940347"/>
              <a:gd name="connsiteX98" fmla="*/ 5694757 w 7047465"/>
              <a:gd name="connsiteY98" fmla="*/ 602994 h 5940347"/>
              <a:gd name="connsiteX99" fmla="*/ 5771199 w 7047465"/>
              <a:gd name="connsiteY99" fmla="*/ 697053 h 5940347"/>
              <a:gd name="connsiteX100" fmla="*/ 5818374 w 7047465"/>
              <a:gd name="connsiteY100" fmla="*/ 725124 h 5940347"/>
              <a:gd name="connsiteX101" fmla="*/ 5790284 w 7047465"/>
              <a:gd name="connsiteY101" fmla="*/ 677960 h 5940347"/>
              <a:gd name="connsiteX102" fmla="*/ 5740413 w 7047465"/>
              <a:gd name="connsiteY102" fmla="*/ 633202 h 5940347"/>
              <a:gd name="connsiteX103" fmla="*/ 5696210 w 7047465"/>
              <a:gd name="connsiteY103" fmla="*/ 601541 h 5940347"/>
              <a:gd name="connsiteX104" fmla="*/ 5696215 w 7047465"/>
              <a:gd name="connsiteY104" fmla="*/ 601536 h 5940347"/>
              <a:gd name="connsiteX105" fmla="*/ 5592015 w 7047465"/>
              <a:gd name="connsiteY105" fmla="*/ 588556 h 5940347"/>
              <a:gd name="connsiteX106" fmla="*/ 5559691 w 7047465"/>
              <a:gd name="connsiteY106" fmla="*/ 600257 h 5940347"/>
              <a:gd name="connsiteX107" fmla="*/ 5592015 w 7047465"/>
              <a:gd name="connsiteY107" fmla="*/ 611958 h 5940347"/>
              <a:gd name="connsiteX108" fmla="*/ 5654656 w 7047465"/>
              <a:gd name="connsiteY108" fmla="*/ 604183 h 5940347"/>
              <a:gd name="connsiteX109" fmla="*/ 5567494 w 7047465"/>
              <a:gd name="connsiteY109" fmla="*/ 678996 h 5940347"/>
              <a:gd name="connsiteX110" fmla="*/ 5539097 w 7047465"/>
              <a:gd name="connsiteY110" fmla="*/ 725163 h 5940347"/>
              <a:gd name="connsiteX111" fmla="*/ 5585760 w 7047465"/>
              <a:gd name="connsiteY111" fmla="*/ 697066 h 5940347"/>
              <a:gd name="connsiteX112" fmla="*/ 5661371 w 7047465"/>
              <a:gd name="connsiteY112" fmla="*/ 610833 h 5940347"/>
              <a:gd name="connsiteX113" fmla="*/ 5653581 w 7047465"/>
              <a:gd name="connsiteY113" fmla="*/ 673510 h 5940347"/>
              <a:gd name="connsiteX114" fmla="*/ 5665285 w 7047465"/>
              <a:gd name="connsiteY114" fmla="*/ 705814 h 5940347"/>
              <a:gd name="connsiteX115" fmla="*/ 5676990 w 7047465"/>
              <a:gd name="connsiteY115" fmla="*/ 673510 h 5940347"/>
              <a:gd name="connsiteX116" fmla="*/ 5666181 w 7047465"/>
              <a:gd name="connsiteY116" fmla="*/ 600295 h 5940347"/>
              <a:gd name="connsiteX117" fmla="*/ 5665797 w 7047465"/>
              <a:gd name="connsiteY117" fmla="*/ 599707 h 5940347"/>
              <a:gd name="connsiteX118" fmla="*/ 5665784 w 7047465"/>
              <a:gd name="connsiteY118" fmla="*/ 599694 h 5940347"/>
              <a:gd name="connsiteX119" fmla="*/ 5665247 w 7047465"/>
              <a:gd name="connsiteY119" fmla="*/ 599362 h 5940347"/>
              <a:gd name="connsiteX120" fmla="*/ 5592015 w 7047465"/>
              <a:gd name="connsiteY120" fmla="*/ 588556 h 5940347"/>
              <a:gd name="connsiteX121" fmla="*/ 5778874 w 7047465"/>
              <a:gd name="connsiteY121" fmla="*/ 575550 h 5940347"/>
              <a:gd name="connsiteX122" fmla="*/ 5699260 w 7047465"/>
              <a:gd name="connsiteY122" fmla="*/ 586356 h 5940347"/>
              <a:gd name="connsiteX123" fmla="*/ 5699260 w 7047465"/>
              <a:gd name="connsiteY123" fmla="*/ 588146 h 5940347"/>
              <a:gd name="connsiteX124" fmla="*/ 5778874 w 7047465"/>
              <a:gd name="connsiteY124" fmla="*/ 598940 h 5940347"/>
              <a:gd name="connsiteX125" fmla="*/ 5814013 w 7047465"/>
              <a:gd name="connsiteY125" fmla="*/ 587251 h 5940347"/>
              <a:gd name="connsiteX126" fmla="*/ 5778874 w 7047465"/>
              <a:gd name="connsiteY126" fmla="*/ 575550 h 5940347"/>
              <a:gd name="connsiteX127" fmla="*/ 5944575 w 7047465"/>
              <a:gd name="connsiteY127" fmla="*/ 515162 h 5940347"/>
              <a:gd name="connsiteX128" fmla="*/ 5975518 w 7047465"/>
              <a:gd name="connsiteY128" fmla="*/ 515162 h 5940347"/>
              <a:gd name="connsiteX129" fmla="*/ 5992377 w 7047465"/>
              <a:gd name="connsiteY129" fmla="*/ 529395 h 5940347"/>
              <a:gd name="connsiteX130" fmla="*/ 5975518 w 7047465"/>
              <a:gd name="connsiteY130" fmla="*/ 543629 h 5940347"/>
              <a:gd name="connsiteX131" fmla="*/ 5975518 w 7047465"/>
              <a:gd name="connsiteY131" fmla="*/ 543616 h 5940347"/>
              <a:gd name="connsiteX132" fmla="*/ 5944575 w 7047465"/>
              <a:gd name="connsiteY132" fmla="*/ 543616 h 5940347"/>
              <a:gd name="connsiteX133" fmla="*/ 6526180 w 7047465"/>
              <a:gd name="connsiteY133" fmla="*/ 497526 h 5940347"/>
              <a:gd name="connsiteX134" fmla="*/ 6549230 w 7047465"/>
              <a:gd name="connsiteY134" fmla="*/ 522272 h 5940347"/>
              <a:gd name="connsiteX135" fmla="*/ 6526180 w 7047465"/>
              <a:gd name="connsiteY135" fmla="*/ 547018 h 5940347"/>
              <a:gd name="connsiteX136" fmla="*/ 6503130 w 7047465"/>
              <a:gd name="connsiteY136" fmla="*/ 522272 h 5940347"/>
              <a:gd name="connsiteX137" fmla="*/ 6526180 w 7047465"/>
              <a:gd name="connsiteY137" fmla="*/ 497526 h 5940347"/>
              <a:gd name="connsiteX138" fmla="*/ 6063383 w 7047465"/>
              <a:gd name="connsiteY138" fmla="*/ 497526 h 5940347"/>
              <a:gd name="connsiteX139" fmla="*/ 6086433 w 7047465"/>
              <a:gd name="connsiteY139" fmla="*/ 522272 h 5940347"/>
              <a:gd name="connsiteX140" fmla="*/ 6063383 w 7047465"/>
              <a:gd name="connsiteY140" fmla="*/ 547018 h 5940347"/>
              <a:gd name="connsiteX141" fmla="*/ 6040333 w 7047465"/>
              <a:gd name="connsiteY141" fmla="*/ 522272 h 5940347"/>
              <a:gd name="connsiteX142" fmla="*/ 6063383 w 7047465"/>
              <a:gd name="connsiteY142" fmla="*/ 497526 h 5940347"/>
              <a:gd name="connsiteX143" fmla="*/ 6328346 w 7047465"/>
              <a:gd name="connsiteY143" fmla="*/ 496606 h 5940347"/>
              <a:gd name="connsiteX144" fmla="*/ 6348608 w 7047465"/>
              <a:gd name="connsiteY144" fmla="*/ 513768 h 5940347"/>
              <a:gd name="connsiteX145" fmla="*/ 6307778 w 7047465"/>
              <a:gd name="connsiteY145" fmla="*/ 513768 h 5940347"/>
              <a:gd name="connsiteX146" fmla="*/ 6328346 w 7047465"/>
              <a:gd name="connsiteY146" fmla="*/ 496606 h 5940347"/>
              <a:gd name="connsiteX147" fmla="*/ 6457042 w 7047465"/>
              <a:gd name="connsiteY147" fmla="*/ 482692 h 5940347"/>
              <a:gd name="connsiteX148" fmla="*/ 6457042 w 7047465"/>
              <a:gd name="connsiteY148" fmla="*/ 561865 h 5940347"/>
              <a:gd name="connsiteX149" fmla="*/ 6474681 w 7047465"/>
              <a:gd name="connsiteY149" fmla="*/ 561865 h 5940347"/>
              <a:gd name="connsiteX150" fmla="*/ 6474681 w 7047465"/>
              <a:gd name="connsiteY150" fmla="*/ 482692 h 5940347"/>
              <a:gd name="connsiteX151" fmla="*/ 6156966 w 7047465"/>
              <a:gd name="connsiteY151" fmla="*/ 481298 h 5940347"/>
              <a:gd name="connsiteX152" fmla="*/ 6135310 w 7047465"/>
              <a:gd name="connsiteY152" fmla="*/ 497079 h 5940347"/>
              <a:gd name="connsiteX153" fmla="*/ 6135310 w 7047465"/>
              <a:gd name="connsiteY153" fmla="*/ 482692 h 5940347"/>
              <a:gd name="connsiteX154" fmla="*/ 6117670 w 7047465"/>
              <a:gd name="connsiteY154" fmla="*/ 482692 h 5940347"/>
              <a:gd name="connsiteX155" fmla="*/ 6117670 w 7047465"/>
              <a:gd name="connsiteY155" fmla="*/ 561865 h 5940347"/>
              <a:gd name="connsiteX156" fmla="*/ 6135310 w 7047465"/>
              <a:gd name="connsiteY156" fmla="*/ 561865 h 5940347"/>
              <a:gd name="connsiteX157" fmla="*/ 6135310 w 7047465"/>
              <a:gd name="connsiteY157" fmla="*/ 518717 h 5940347"/>
              <a:gd name="connsiteX158" fmla="*/ 6154804 w 7047465"/>
              <a:gd name="connsiteY158" fmla="*/ 499547 h 5940347"/>
              <a:gd name="connsiteX159" fmla="*/ 6158667 w 7047465"/>
              <a:gd name="connsiteY159" fmla="*/ 499547 h 5940347"/>
              <a:gd name="connsiteX160" fmla="*/ 6158667 w 7047465"/>
              <a:gd name="connsiteY160" fmla="*/ 481298 h 5940347"/>
              <a:gd name="connsiteX161" fmla="*/ 6522624 w 7047465"/>
              <a:gd name="connsiteY161" fmla="*/ 480530 h 5940347"/>
              <a:gd name="connsiteX162" fmla="*/ 6484876 w 7047465"/>
              <a:gd name="connsiteY162" fmla="*/ 522285 h 5940347"/>
              <a:gd name="connsiteX163" fmla="*/ 6522624 w 7047465"/>
              <a:gd name="connsiteY163" fmla="*/ 564039 h 5940347"/>
              <a:gd name="connsiteX164" fmla="*/ 6549230 w 7047465"/>
              <a:gd name="connsiteY164" fmla="*/ 548732 h 5940347"/>
              <a:gd name="connsiteX165" fmla="*/ 6549230 w 7047465"/>
              <a:gd name="connsiteY165" fmla="*/ 561878 h 5940347"/>
              <a:gd name="connsiteX166" fmla="*/ 6566857 w 7047465"/>
              <a:gd name="connsiteY166" fmla="*/ 561878 h 5940347"/>
              <a:gd name="connsiteX167" fmla="*/ 6566857 w 7047465"/>
              <a:gd name="connsiteY167" fmla="*/ 482704 h 5940347"/>
              <a:gd name="connsiteX168" fmla="*/ 6549230 w 7047465"/>
              <a:gd name="connsiteY168" fmla="*/ 482704 h 5940347"/>
              <a:gd name="connsiteX169" fmla="*/ 6549230 w 7047465"/>
              <a:gd name="connsiteY169" fmla="*/ 495838 h 5940347"/>
              <a:gd name="connsiteX170" fmla="*/ 6522624 w 7047465"/>
              <a:gd name="connsiteY170" fmla="*/ 480530 h 5940347"/>
              <a:gd name="connsiteX171" fmla="*/ 6059814 w 7047465"/>
              <a:gd name="connsiteY171" fmla="*/ 480530 h 5940347"/>
              <a:gd name="connsiteX172" fmla="*/ 6022066 w 7047465"/>
              <a:gd name="connsiteY172" fmla="*/ 522285 h 5940347"/>
              <a:gd name="connsiteX173" fmla="*/ 6059814 w 7047465"/>
              <a:gd name="connsiteY173" fmla="*/ 564039 h 5940347"/>
              <a:gd name="connsiteX174" fmla="*/ 6086420 w 7047465"/>
              <a:gd name="connsiteY174" fmla="*/ 548732 h 5940347"/>
              <a:gd name="connsiteX175" fmla="*/ 6086420 w 7047465"/>
              <a:gd name="connsiteY175" fmla="*/ 561878 h 5940347"/>
              <a:gd name="connsiteX176" fmla="*/ 6104047 w 7047465"/>
              <a:gd name="connsiteY176" fmla="*/ 561878 h 5940347"/>
              <a:gd name="connsiteX177" fmla="*/ 6104047 w 7047465"/>
              <a:gd name="connsiteY177" fmla="*/ 482704 h 5940347"/>
              <a:gd name="connsiteX178" fmla="*/ 6086420 w 7047465"/>
              <a:gd name="connsiteY178" fmla="*/ 482704 h 5940347"/>
              <a:gd name="connsiteX179" fmla="*/ 6086420 w 7047465"/>
              <a:gd name="connsiteY179" fmla="*/ 495838 h 5940347"/>
              <a:gd name="connsiteX180" fmla="*/ 6059814 w 7047465"/>
              <a:gd name="connsiteY180" fmla="*/ 480530 h 5940347"/>
              <a:gd name="connsiteX181" fmla="*/ 6418220 w 7047465"/>
              <a:gd name="connsiteY181" fmla="*/ 480518 h 5940347"/>
              <a:gd name="connsiteX182" fmla="*/ 6394555 w 7047465"/>
              <a:gd name="connsiteY182" fmla="*/ 493204 h 5940347"/>
              <a:gd name="connsiteX183" fmla="*/ 6394555 w 7047465"/>
              <a:gd name="connsiteY183" fmla="*/ 482692 h 5940347"/>
              <a:gd name="connsiteX184" fmla="*/ 6376929 w 7047465"/>
              <a:gd name="connsiteY184" fmla="*/ 482692 h 5940347"/>
              <a:gd name="connsiteX185" fmla="*/ 6376929 w 7047465"/>
              <a:gd name="connsiteY185" fmla="*/ 561865 h 5940347"/>
              <a:gd name="connsiteX186" fmla="*/ 6394543 w 7047465"/>
              <a:gd name="connsiteY186" fmla="*/ 561865 h 5940347"/>
              <a:gd name="connsiteX187" fmla="*/ 6394543 w 7047465"/>
              <a:gd name="connsiteY187" fmla="*/ 514855 h 5940347"/>
              <a:gd name="connsiteX188" fmla="*/ 6410941 w 7047465"/>
              <a:gd name="connsiteY188" fmla="*/ 495992 h 5940347"/>
              <a:gd name="connsiteX189" fmla="*/ 6426406 w 7047465"/>
              <a:gd name="connsiteY189" fmla="*/ 513461 h 5940347"/>
              <a:gd name="connsiteX190" fmla="*/ 6426406 w 7047465"/>
              <a:gd name="connsiteY190" fmla="*/ 561865 h 5940347"/>
              <a:gd name="connsiteX191" fmla="*/ 6444046 w 7047465"/>
              <a:gd name="connsiteY191" fmla="*/ 561865 h 5940347"/>
              <a:gd name="connsiteX192" fmla="*/ 6444046 w 7047465"/>
              <a:gd name="connsiteY192" fmla="*/ 510366 h 5940347"/>
              <a:gd name="connsiteX193" fmla="*/ 6418220 w 7047465"/>
              <a:gd name="connsiteY193" fmla="*/ 480518 h 5940347"/>
              <a:gd name="connsiteX194" fmla="*/ 6328359 w 7047465"/>
              <a:gd name="connsiteY194" fmla="*/ 480518 h 5940347"/>
              <a:gd name="connsiteX195" fmla="*/ 6289217 w 7047465"/>
              <a:gd name="connsiteY195" fmla="*/ 522272 h 5940347"/>
              <a:gd name="connsiteX196" fmla="*/ 6329741 w 7047465"/>
              <a:gd name="connsiteY196" fmla="*/ 564026 h 5940347"/>
              <a:gd name="connsiteX197" fmla="*/ 6364240 w 7047465"/>
              <a:gd name="connsiteY197" fmla="*/ 546238 h 5940347"/>
              <a:gd name="connsiteX198" fmla="*/ 6352177 w 7047465"/>
              <a:gd name="connsiteY198" fmla="*/ 536032 h 5940347"/>
              <a:gd name="connsiteX199" fmla="*/ 6329754 w 7047465"/>
              <a:gd name="connsiteY199" fmla="*/ 547939 h 5940347"/>
              <a:gd name="connsiteX200" fmla="*/ 6307330 w 7047465"/>
              <a:gd name="connsiteY200" fmla="*/ 527988 h 5940347"/>
              <a:gd name="connsiteX201" fmla="*/ 6366567 w 7047465"/>
              <a:gd name="connsiteY201" fmla="*/ 527988 h 5940347"/>
              <a:gd name="connsiteX202" fmla="*/ 6367028 w 7047465"/>
              <a:gd name="connsiteY202" fmla="*/ 521492 h 5940347"/>
              <a:gd name="connsiteX203" fmla="*/ 6328359 w 7047465"/>
              <a:gd name="connsiteY203" fmla="*/ 480518 h 5940347"/>
              <a:gd name="connsiteX204" fmla="*/ 6208017 w 7047465"/>
              <a:gd name="connsiteY204" fmla="*/ 480518 h 5940347"/>
              <a:gd name="connsiteX205" fmla="*/ 6185593 w 7047465"/>
              <a:gd name="connsiteY205" fmla="*/ 493204 h 5940347"/>
              <a:gd name="connsiteX206" fmla="*/ 6185593 w 7047465"/>
              <a:gd name="connsiteY206" fmla="*/ 482692 h 5940347"/>
              <a:gd name="connsiteX207" fmla="*/ 6167954 w 7047465"/>
              <a:gd name="connsiteY207" fmla="*/ 482692 h 5940347"/>
              <a:gd name="connsiteX208" fmla="*/ 6167954 w 7047465"/>
              <a:gd name="connsiteY208" fmla="*/ 561865 h 5940347"/>
              <a:gd name="connsiteX209" fmla="*/ 6185580 w 7047465"/>
              <a:gd name="connsiteY209" fmla="*/ 561865 h 5940347"/>
              <a:gd name="connsiteX210" fmla="*/ 6185580 w 7047465"/>
              <a:gd name="connsiteY210" fmla="*/ 514855 h 5940347"/>
              <a:gd name="connsiteX211" fmla="*/ 6200738 w 7047465"/>
              <a:gd name="connsiteY211" fmla="*/ 495992 h 5940347"/>
              <a:gd name="connsiteX212" fmla="*/ 6214975 w 7047465"/>
              <a:gd name="connsiteY212" fmla="*/ 513461 h 5940347"/>
              <a:gd name="connsiteX213" fmla="*/ 6214975 w 7047465"/>
              <a:gd name="connsiteY213" fmla="*/ 561865 h 5940347"/>
              <a:gd name="connsiteX214" fmla="*/ 6232602 w 7047465"/>
              <a:gd name="connsiteY214" fmla="*/ 561865 h 5940347"/>
              <a:gd name="connsiteX215" fmla="*/ 6232602 w 7047465"/>
              <a:gd name="connsiteY215" fmla="*/ 513154 h 5940347"/>
              <a:gd name="connsiteX216" fmla="*/ 6247760 w 7047465"/>
              <a:gd name="connsiteY216" fmla="*/ 495992 h 5940347"/>
              <a:gd name="connsiteX217" fmla="*/ 6261997 w 7047465"/>
              <a:gd name="connsiteY217" fmla="*/ 513461 h 5940347"/>
              <a:gd name="connsiteX218" fmla="*/ 6261997 w 7047465"/>
              <a:gd name="connsiteY218" fmla="*/ 561865 h 5940347"/>
              <a:gd name="connsiteX219" fmla="*/ 6279636 w 7047465"/>
              <a:gd name="connsiteY219" fmla="*/ 561865 h 5940347"/>
              <a:gd name="connsiteX220" fmla="*/ 6279636 w 7047465"/>
              <a:gd name="connsiteY220" fmla="*/ 510366 h 5940347"/>
              <a:gd name="connsiteX221" fmla="*/ 6253490 w 7047465"/>
              <a:gd name="connsiteY221" fmla="*/ 480518 h 5940347"/>
              <a:gd name="connsiteX222" fmla="*/ 6229673 w 7047465"/>
              <a:gd name="connsiteY222" fmla="*/ 494125 h 5940347"/>
              <a:gd name="connsiteX223" fmla="*/ 6208017 w 7047465"/>
              <a:gd name="connsiteY223" fmla="*/ 480518 h 5940347"/>
              <a:gd name="connsiteX224" fmla="*/ 5944575 w 7047465"/>
              <a:gd name="connsiteY224" fmla="*/ 471860 h 5940347"/>
              <a:gd name="connsiteX225" fmla="*/ 5974584 w 7047465"/>
              <a:gd name="connsiteY225" fmla="*/ 471860 h 5940347"/>
              <a:gd name="connsiteX226" fmla="*/ 5989742 w 7047465"/>
              <a:gd name="connsiteY226" fmla="*/ 484380 h 5940347"/>
              <a:gd name="connsiteX227" fmla="*/ 5974584 w 7047465"/>
              <a:gd name="connsiteY227" fmla="*/ 496912 h 5940347"/>
              <a:gd name="connsiteX228" fmla="*/ 5944575 w 7047465"/>
              <a:gd name="connsiteY228" fmla="*/ 496912 h 5940347"/>
              <a:gd name="connsiteX229" fmla="*/ 5679804 w 7047465"/>
              <a:gd name="connsiteY229" fmla="*/ 462793 h 5940347"/>
              <a:gd name="connsiteX230" fmla="*/ 5668112 w 7047465"/>
              <a:gd name="connsiteY230" fmla="*/ 494560 h 5940347"/>
              <a:gd name="connsiteX231" fmla="*/ 5678921 w 7047465"/>
              <a:gd name="connsiteY231" fmla="*/ 566534 h 5940347"/>
              <a:gd name="connsiteX232" fmla="*/ 5680699 w 7047465"/>
              <a:gd name="connsiteY232" fmla="*/ 566534 h 5940347"/>
              <a:gd name="connsiteX233" fmla="*/ 5691508 w 7047465"/>
              <a:gd name="connsiteY233" fmla="*/ 494560 h 5940347"/>
              <a:gd name="connsiteX234" fmla="*/ 5679804 w 7047465"/>
              <a:gd name="connsiteY234" fmla="*/ 462793 h 5940347"/>
              <a:gd name="connsiteX235" fmla="*/ 5924467 w 7047465"/>
              <a:gd name="connsiteY235" fmla="*/ 453623 h 5940347"/>
              <a:gd name="connsiteX236" fmla="*/ 5924467 w 7047465"/>
              <a:gd name="connsiteY236" fmla="*/ 561865 h 5940347"/>
              <a:gd name="connsiteX237" fmla="*/ 5977833 w 7047465"/>
              <a:gd name="connsiteY237" fmla="*/ 561865 h 5940347"/>
              <a:gd name="connsiteX238" fmla="*/ 6013406 w 7047465"/>
              <a:gd name="connsiteY238" fmla="*/ 531403 h 5940347"/>
              <a:gd name="connsiteX239" fmla="*/ 5994539 w 7047465"/>
              <a:gd name="connsiteY239" fmla="*/ 505583 h 5940347"/>
              <a:gd name="connsiteX240" fmla="*/ 6010784 w 7047465"/>
              <a:gd name="connsiteY240" fmla="*/ 481771 h 5940347"/>
              <a:gd name="connsiteX241" fmla="*/ 5977373 w 7047465"/>
              <a:gd name="connsiteY241" fmla="*/ 453623 h 5940347"/>
              <a:gd name="connsiteX242" fmla="*/ 6465855 w 7047465"/>
              <a:gd name="connsiteY242" fmla="*/ 450669 h 5940347"/>
              <a:gd name="connsiteX243" fmla="*/ 6454867 w 7047465"/>
              <a:gd name="connsiteY243" fmla="*/ 461654 h 5940347"/>
              <a:gd name="connsiteX244" fmla="*/ 6465855 w 7047465"/>
              <a:gd name="connsiteY244" fmla="*/ 472640 h 5940347"/>
              <a:gd name="connsiteX245" fmla="*/ 6476843 w 7047465"/>
              <a:gd name="connsiteY245" fmla="*/ 461654 h 5940347"/>
              <a:gd name="connsiteX246" fmla="*/ 6465855 w 7047465"/>
              <a:gd name="connsiteY246" fmla="*/ 450669 h 5940347"/>
              <a:gd name="connsiteX247" fmla="*/ 5818502 w 7047465"/>
              <a:gd name="connsiteY247" fmla="*/ 447345 h 5940347"/>
              <a:gd name="connsiteX248" fmla="*/ 5771327 w 7047465"/>
              <a:gd name="connsiteY248" fmla="*/ 475415 h 5940347"/>
              <a:gd name="connsiteX249" fmla="*/ 5694885 w 7047465"/>
              <a:gd name="connsiteY249" fmla="*/ 569475 h 5940347"/>
              <a:gd name="connsiteX250" fmla="*/ 5696343 w 7047465"/>
              <a:gd name="connsiteY250" fmla="*/ 570933 h 5940347"/>
              <a:gd name="connsiteX251" fmla="*/ 5790425 w 7047465"/>
              <a:gd name="connsiteY251" fmla="*/ 494509 h 5940347"/>
              <a:gd name="connsiteX252" fmla="*/ 5818502 w 7047465"/>
              <a:gd name="connsiteY252" fmla="*/ 447345 h 5940347"/>
              <a:gd name="connsiteX253" fmla="*/ 5539698 w 7047465"/>
              <a:gd name="connsiteY253" fmla="*/ 447281 h 5940347"/>
              <a:gd name="connsiteX254" fmla="*/ 5567775 w 7047465"/>
              <a:gd name="connsiteY254" fmla="*/ 494445 h 5940347"/>
              <a:gd name="connsiteX255" fmla="*/ 5661857 w 7047465"/>
              <a:gd name="connsiteY255" fmla="*/ 570869 h 5940347"/>
              <a:gd name="connsiteX256" fmla="*/ 5661857 w 7047465"/>
              <a:gd name="connsiteY256" fmla="*/ 570882 h 5940347"/>
              <a:gd name="connsiteX257" fmla="*/ 5663315 w 7047465"/>
              <a:gd name="connsiteY257" fmla="*/ 569424 h 5940347"/>
              <a:gd name="connsiteX258" fmla="*/ 5586873 w 7047465"/>
              <a:gd name="connsiteY258" fmla="*/ 475364 h 5940347"/>
              <a:gd name="connsiteX259" fmla="*/ 5539698 w 7047465"/>
              <a:gd name="connsiteY259" fmla="*/ 447281 h 5940347"/>
              <a:gd name="connsiteX260" fmla="*/ 0 w 7047465"/>
              <a:gd name="connsiteY260" fmla="*/ 0 h 5940347"/>
              <a:gd name="connsiteX261" fmla="*/ 7047465 w 7047465"/>
              <a:gd name="connsiteY261" fmla="*/ 0 h 5940347"/>
              <a:gd name="connsiteX262" fmla="*/ 7047465 w 7047465"/>
              <a:gd name="connsiteY262" fmla="*/ 4925436 h 5940347"/>
              <a:gd name="connsiteX263" fmla="*/ 1325965 w 7047465"/>
              <a:gd name="connsiteY263" fmla="*/ 5936138 h 5940347"/>
              <a:gd name="connsiteX264" fmla="*/ 1009499 w 7047465"/>
              <a:gd name="connsiteY264" fmla="*/ 5714695 h 59403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7047465" h="5940347">
                <a:moveTo>
                  <a:pt x="6297865" y="652255"/>
                </a:moveTo>
                <a:cubicBezTo>
                  <a:pt x="6311168" y="652255"/>
                  <a:pt x="6320915" y="662767"/>
                  <a:pt x="6320915" y="677001"/>
                </a:cubicBezTo>
                <a:cubicBezTo>
                  <a:pt x="6320915" y="691235"/>
                  <a:pt x="6311168" y="701747"/>
                  <a:pt x="6297865" y="701747"/>
                </a:cubicBezTo>
                <a:cubicBezTo>
                  <a:pt x="6284562" y="701747"/>
                  <a:pt x="6274814" y="691235"/>
                  <a:pt x="6274814" y="677001"/>
                </a:cubicBezTo>
                <a:cubicBezTo>
                  <a:pt x="6274814" y="662767"/>
                  <a:pt x="6284562" y="652255"/>
                  <a:pt x="6297865" y="652255"/>
                </a:cubicBezTo>
                <a:close/>
                <a:moveTo>
                  <a:pt x="6072657" y="652255"/>
                </a:moveTo>
                <a:cubicBezTo>
                  <a:pt x="6085960" y="652255"/>
                  <a:pt x="6095707" y="662767"/>
                  <a:pt x="6095707" y="677001"/>
                </a:cubicBezTo>
                <a:cubicBezTo>
                  <a:pt x="6095707" y="691235"/>
                  <a:pt x="6085960" y="701747"/>
                  <a:pt x="6072657" y="701747"/>
                </a:cubicBezTo>
                <a:cubicBezTo>
                  <a:pt x="6059354" y="701747"/>
                  <a:pt x="6049607" y="691235"/>
                  <a:pt x="6049607" y="677001"/>
                </a:cubicBezTo>
                <a:cubicBezTo>
                  <a:pt x="6049607" y="662767"/>
                  <a:pt x="6059354" y="652255"/>
                  <a:pt x="6072657" y="652255"/>
                </a:cubicBezTo>
                <a:close/>
                <a:moveTo>
                  <a:pt x="6387892" y="651334"/>
                </a:moveTo>
                <a:cubicBezTo>
                  <a:pt x="6397792" y="651334"/>
                  <a:pt x="6405838" y="657217"/>
                  <a:pt x="6408153" y="668497"/>
                </a:cubicBezTo>
                <a:lnTo>
                  <a:pt x="6367323" y="668497"/>
                </a:lnTo>
                <a:cubicBezTo>
                  <a:pt x="6369792" y="657831"/>
                  <a:pt x="6377377" y="651334"/>
                  <a:pt x="6387892" y="651334"/>
                </a:cubicBezTo>
                <a:close/>
                <a:moveTo>
                  <a:pt x="6475744" y="636014"/>
                </a:moveTo>
                <a:cubicBezTo>
                  <a:pt x="6464142" y="636014"/>
                  <a:pt x="6456569" y="642510"/>
                  <a:pt x="6454088" y="651782"/>
                </a:cubicBezTo>
                <a:lnTo>
                  <a:pt x="6454088" y="637395"/>
                </a:lnTo>
                <a:lnTo>
                  <a:pt x="6436461" y="637395"/>
                </a:lnTo>
                <a:lnTo>
                  <a:pt x="6436461" y="716569"/>
                </a:lnTo>
                <a:lnTo>
                  <a:pt x="6436461" y="716594"/>
                </a:lnTo>
                <a:lnTo>
                  <a:pt x="6454088" y="716594"/>
                </a:lnTo>
                <a:lnTo>
                  <a:pt x="6454088" y="673446"/>
                </a:lnTo>
                <a:cubicBezTo>
                  <a:pt x="6454088" y="660299"/>
                  <a:pt x="6459652" y="654263"/>
                  <a:pt x="6473582" y="654263"/>
                </a:cubicBezTo>
                <a:lnTo>
                  <a:pt x="6477445" y="654263"/>
                </a:lnTo>
                <a:lnTo>
                  <a:pt x="6477445" y="636014"/>
                </a:lnTo>
                <a:close/>
                <a:moveTo>
                  <a:pt x="6294309" y="635259"/>
                </a:moveTo>
                <a:cubicBezTo>
                  <a:pt x="6273586" y="635259"/>
                  <a:pt x="6256574" y="652728"/>
                  <a:pt x="6256574" y="677014"/>
                </a:cubicBezTo>
                <a:cubicBezTo>
                  <a:pt x="6256574" y="701299"/>
                  <a:pt x="6273586" y="718768"/>
                  <a:pt x="6294309" y="718768"/>
                </a:cubicBezTo>
                <a:cubicBezTo>
                  <a:pt x="6306525" y="718768"/>
                  <a:pt x="6315658" y="713512"/>
                  <a:pt x="6320915" y="703460"/>
                </a:cubicBezTo>
                <a:lnTo>
                  <a:pt x="6320915" y="716607"/>
                </a:lnTo>
                <a:lnTo>
                  <a:pt x="6338555" y="716607"/>
                </a:lnTo>
                <a:lnTo>
                  <a:pt x="6338555" y="637433"/>
                </a:lnTo>
                <a:lnTo>
                  <a:pt x="6320915" y="637433"/>
                </a:lnTo>
                <a:lnTo>
                  <a:pt x="6320915" y="650567"/>
                </a:lnTo>
                <a:cubicBezTo>
                  <a:pt x="6315658" y="640515"/>
                  <a:pt x="6306525" y="635259"/>
                  <a:pt x="6294309" y="635259"/>
                </a:cubicBezTo>
                <a:close/>
                <a:moveTo>
                  <a:pt x="6072657" y="635247"/>
                </a:moveTo>
                <a:cubicBezTo>
                  <a:pt x="6049146" y="635247"/>
                  <a:pt x="6031353" y="652716"/>
                  <a:pt x="6031353" y="677001"/>
                </a:cubicBezTo>
                <a:cubicBezTo>
                  <a:pt x="6031353" y="701286"/>
                  <a:pt x="6049146" y="718755"/>
                  <a:pt x="6072657" y="718755"/>
                </a:cubicBezTo>
                <a:cubicBezTo>
                  <a:pt x="6096168" y="718755"/>
                  <a:pt x="6113961" y="701286"/>
                  <a:pt x="6113961" y="677001"/>
                </a:cubicBezTo>
                <a:cubicBezTo>
                  <a:pt x="6113961" y="652716"/>
                  <a:pt x="6096168" y="635247"/>
                  <a:pt x="6072657" y="635247"/>
                </a:cubicBezTo>
                <a:close/>
                <a:moveTo>
                  <a:pt x="6387904" y="635234"/>
                </a:moveTo>
                <a:cubicBezTo>
                  <a:pt x="6364701" y="635234"/>
                  <a:pt x="6348775" y="652869"/>
                  <a:pt x="6348775" y="676988"/>
                </a:cubicBezTo>
                <a:lnTo>
                  <a:pt x="6348762" y="677001"/>
                </a:lnTo>
                <a:cubicBezTo>
                  <a:pt x="6348762" y="701120"/>
                  <a:pt x="6365928" y="718755"/>
                  <a:pt x="6389286" y="718755"/>
                </a:cubicBezTo>
                <a:cubicBezTo>
                  <a:pt x="6403676" y="718755"/>
                  <a:pt x="6417286" y="711645"/>
                  <a:pt x="6423785" y="700967"/>
                </a:cubicBezTo>
                <a:lnTo>
                  <a:pt x="6411722" y="690761"/>
                </a:lnTo>
                <a:cubicBezTo>
                  <a:pt x="6407232" y="698191"/>
                  <a:pt x="6398879" y="702667"/>
                  <a:pt x="6389299" y="702667"/>
                </a:cubicBezTo>
                <a:cubicBezTo>
                  <a:pt x="6377697" y="702667"/>
                  <a:pt x="6369037" y="694777"/>
                  <a:pt x="6366875" y="682717"/>
                </a:cubicBezTo>
                <a:lnTo>
                  <a:pt x="6426113" y="682717"/>
                </a:lnTo>
                <a:cubicBezTo>
                  <a:pt x="6426420" y="680710"/>
                  <a:pt x="6426573" y="678382"/>
                  <a:pt x="6426573" y="676221"/>
                </a:cubicBezTo>
                <a:cubicBezTo>
                  <a:pt x="6426573" y="653483"/>
                  <a:pt x="6411108" y="635234"/>
                  <a:pt x="6387904" y="635234"/>
                </a:cubicBezTo>
                <a:close/>
                <a:moveTo>
                  <a:pt x="6148754" y="614516"/>
                </a:moveTo>
                <a:lnTo>
                  <a:pt x="6131114" y="619926"/>
                </a:lnTo>
                <a:lnTo>
                  <a:pt x="6131114" y="637395"/>
                </a:lnTo>
                <a:lnTo>
                  <a:pt x="6115803" y="637395"/>
                </a:lnTo>
                <a:lnTo>
                  <a:pt x="6115803" y="652549"/>
                </a:lnTo>
                <a:lnTo>
                  <a:pt x="6131114" y="652549"/>
                </a:lnTo>
                <a:lnTo>
                  <a:pt x="6131114" y="691362"/>
                </a:lnTo>
                <a:cubicBezTo>
                  <a:pt x="6131114" y="708525"/>
                  <a:pt x="6140554" y="718269"/>
                  <a:pt x="6156633" y="718269"/>
                </a:cubicBezTo>
                <a:cubicBezTo>
                  <a:pt x="6161123" y="718269"/>
                  <a:pt x="6165140" y="717809"/>
                  <a:pt x="6168082" y="716875"/>
                </a:cubicBezTo>
                <a:lnTo>
                  <a:pt x="6168095" y="716901"/>
                </a:lnTo>
                <a:lnTo>
                  <a:pt x="6168095" y="702054"/>
                </a:lnTo>
                <a:cubicBezTo>
                  <a:pt x="6166086" y="702361"/>
                  <a:pt x="6163298" y="702514"/>
                  <a:pt x="6161443" y="702514"/>
                </a:cubicBezTo>
                <a:cubicBezTo>
                  <a:pt x="6152783" y="702514"/>
                  <a:pt x="6148754" y="698025"/>
                  <a:pt x="6148754" y="689674"/>
                </a:cubicBezTo>
                <a:lnTo>
                  <a:pt x="6148754" y="652562"/>
                </a:lnTo>
                <a:lnTo>
                  <a:pt x="6168095" y="652562"/>
                </a:lnTo>
                <a:lnTo>
                  <a:pt x="6168095" y="637408"/>
                </a:lnTo>
                <a:lnTo>
                  <a:pt x="6148754" y="637408"/>
                </a:lnTo>
                <a:close/>
                <a:moveTo>
                  <a:pt x="6179863" y="608340"/>
                </a:moveTo>
                <a:lnTo>
                  <a:pt x="6179863" y="716594"/>
                </a:lnTo>
                <a:lnTo>
                  <a:pt x="6197477" y="716594"/>
                </a:lnTo>
                <a:lnTo>
                  <a:pt x="6197477" y="669584"/>
                </a:lnTo>
                <a:cubicBezTo>
                  <a:pt x="6197477" y="657371"/>
                  <a:pt x="6203975" y="650721"/>
                  <a:pt x="6213875" y="650721"/>
                </a:cubicBezTo>
                <a:cubicBezTo>
                  <a:pt x="6223776" y="650721"/>
                  <a:pt x="6229340" y="657371"/>
                  <a:pt x="6229340" y="668190"/>
                </a:cubicBezTo>
                <a:lnTo>
                  <a:pt x="6229340" y="716594"/>
                </a:lnTo>
                <a:lnTo>
                  <a:pt x="6246980" y="716594"/>
                </a:lnTo>
                <a:lnTo>
                  <a:pt x="6246980" y="665095"/>
                </a:lnTo>
                <a:cubicBezTo>
                  <a:pt x="6246980" y="644684"/>
                  <a:pt x="6235992" y="635247"/>
                  <a:pt x="6221154" y="635247"/>
                </a:cubicBezTo>
                <a:cubicBezTo>
                  <a:pt x="6208938" y="635247"/>
                  <a:pt x="6200892" y="641283"/>
                  <a:pt x="6197490" y="647933"/>
                </a:cubicBezTo>
                <a:lnTo>
                  <a:pt x="6197490" y="608340"/>
                </a:lnTo>
                <a:close/>
                <a:moveTo>
                  <a:pt x="5972116" y="606485"/>
                </a:moveTo>
                <a:cubicBezTo>
                  <a:pt x="5941019" y="606485"/>
                  <a:pt x="5917662" y="629991"/>
                  <a:pt x="5917662" y="662627"/>
                </a:cubicBezTo>
                <a:cubicBezTo>
                  <a:pt x="5917662" y="695263"/>
                  <a:pt x="5941019" y="718768"/>
                  <a:pt x="5969788" y="718768"/>
                </a:cubicBezTo>
                <a:cubicBezTo>
                  <a:pt x="5983091" y="718768"/>
                  <a:pt x="5995614" y="712579"/>
                  <a:pt x="6002892" y="702680"/>
                </a:cubicBezTo>
                <a:lnTo>
                  <a:pt x="6002892" y="716594"/>
                </a:lnTo>
                <a:lnTo>
                  <a:pt x="6020839" y="716594"/>
                </a:lnTo>
                <a:lnTo>
                  <a:pt x="6020839" y="659685"/>
                </a:lnTo>
                <a:lnTo>
                  <a:pt x="5973970" y="659685"/>
                </a:lnTo>
                <a:lnTo>
                  <a:pt x="5973970" y="677321"/>
                </a:lnTo>
                <a:lnTo>
                  <a:pt x="6001344" y="677321"/>
                </a:lnTo>
                <a:cubicBezTo>
                  <a:pt x="5998709" y="690621"/>
                  <a:pt x="5986954" y="699905"/>
                  <a:pt x="5972103" y="699905"/>
                </a:cubicBezTo>
                <a:cubicBezTo>
                  <a:pt x="5952608" y="699905"/>
                  <a:pt x="5938691" y="684137"/>
                  <a:pt x="5938691" y="662639"/>
                </a:cubicBezTo>
                <a:cubicBezTo>
                  <a:pt x="5938691" y="641142"/>
                  <a:pt x="5952608" y="625374"/>
                  <a:pt x="5972103" y="625374"/>
                </a:cubicBezTo>
                <a:cubicBezTo>
                  <a:pt x="5986020" y="625374"/>
                  <a:pt x="5996074" y="632331"/>
                  <a:pt x="6001498" y="642229"/>
                </a:cubicBezTo>
                <a:lnTo>
                  <a:pt x="6018203" y="631090"/>
                </a:lnTo>
                <a:cubicBezTo>
                  <a:pt x="6010004" y="615629"/>
                  <a:pt x="5992684" y="606498"/>
                  <a:pt x="5972103" y="606498"/>
                </a:cubicBezTo>
                <a:close/>
                <a:moveTo>
                  <a:pt x="5696202" y="601536"/>
                </a:moveTo>
                <a:lnTo>
                  <a:pt x="5696210" y="601541"/>
                </a:lnTo>
                <a:lnTo>
                  <a:pt x="5694757" y="602994"/>
                </a:lnTo>
                <a:cubicBezTo>
                  <a:pt x="5712499" y="630630"/>
                  <a:pt x="5736010" y="661872"/>
                  <a:pt x="5771199" y="697053"/>
                </a:cubicBezTo>
                <a:cubicBezTo>
                  <a:pt x="5796821" y="722669"/>
                  <a:pt x="5810623" y="732887"/>
                  <a:pt x="5818374" y="725124"/>
                </a:cubicBezTo>
                <a:cubicBezTo>
                  <a:pt x="5826126" y="717374"/>
                  <a:pt x="5815906" y="703576"/>
                  <a:pt x="5790284" y="677960"/>
                </a:cubicBezTo>
                <a:cubicBezTo>
                  <a:pt x="5772689" y="660369"/>
                  <a:pt x="5756080" y="645695"/>
                  <a:pt x="5740413" y="633202"/>
                </a:cubicBezTo>
                <a:lnTo>
                  <a:pt x="5696210" y="601541"/>
                </a:lnTo>
                <a:lnTo>
                  <a:pt x="5696215" y="601536"/>
                </a:lnTo>
                <a:close/>
                <a:moveTo>
                  <a:pt x="5592015" y="588556"/>
                </a:moveTo>
                <a:cubicBezTo>
                  <a:pt x="5570014" y="588556"/>
                  <a:pt x="5559691" y="590755"/>
                  <a:pt x="5559691" y="600257"/>
                </a:cubicBezTo>
                <a:cubicBezTo>
                  <a:pt x="5559691" y="609759"/>
                  <a:pt x="5570001" y="611958"/>
                  <a:pt x="5592015" y="611958"/>
                </a:cubicBezTo>
                <a:cubicBezTo>
                  <a:pt x="5616959" y="611958"/>
                  <a:pt x="5637336" y="608723"/>
                  <a:pt x="5654656" y="604183"/>
                </a:cubicBezTo>
                <a:cubicBezTo>
                  <a:pt x="5628791" y="621793"/>
                  <a:pt x="5600061" y="646782"/>
                  <a:pt x="5567494" y="678996"/>
                </a:cubicBezTo>
                <a:cubicBezTo>
                  <a:pt x="5541936" y="704279"/>
                  <a:pt x="5531678" y="717822"/>
                  <a:pt x="5539097" y="725163"/>
                </a:cubicBezTo>
                <a:cubicBezTo>
                  <a:pt x="5546516" y="732503"/>
                  <a:pt x="5560203" y="722349"/>
                  <a:pt x="5585760" y="697066"/>
                </a:cubicBezTo>
                <a:cubicBezTo>
                  <a:pt x="5618328" y="664839"/>
                  <a:pt x="5643578" y="636423"/>
                  <a:pt x="5661371" y="610833"/>
                </a:cubicBezTo>
                <a:cubicBezTo>
                  <a:pt x="5656830" y="628149"/>
                  <a:pt x="5653581" y="648534"/>
                  <a:pt x="5653581" y="673510"/>
                </a:cubicBezTo>
                <a:cubicBezTo>
                  <a:pt x="5653581" y="695506"/>
                  <a:pt x="5655781" y="705814"/>
                  <a:pt x="5665285" y="705814"/>
                </a:cubicBezTo>
                <a:cubicBezTo>
                  <a:pt x="5674789" y="705814"/>
                  <a:pt x="5676990" y="695506"/>
                  <a:pt x="5676990" y="673510"/>
                </a:cubicBezTo>
                <a:cubicBezTo>
                  <a:pt x="5676990" y="643290"/>
                  <a:pt x="5672257" y="619772"/>
                  <a:pt x="5666181" y="600295"/>
                </a:cubicBezTo>
                <a:cubicBezTo>
                  <a:pt x="5666104" y="600027"/>
                  <a:pt x="5665963" y="599835"/>
                  <a:pt x="5665797" y="599707"/>
                </a:cubicBezTo>
                <a:lnTo>
                  <a:pt x="5665784" y="599694"/>
                </a:lnTo>
                <a:cubicBezTo>
                  <a:pt x="5665656" y="599554"/>
                  <a:pt x="5665477" y="599438"/>
                  <a:pt x="5665247" y="599362"/>
                </a:cubicBezTo>
                <a:cubicBezTo>
                  <a:pt x="5645753" y="593300"/>
                  <a:pt x="5622242" y="588556"/>
                  <a:pt x="5592015" y="588556"/>
                </a:cubicBezTo>
                <a:close/>
                <a:moveTo>
                  <a:pt x="5778874" y="575550"/>
                </a:moveTo>
                <a:cubicBezTo>
                  <a:pt x="5746013" y="575550"/>
                  <a:pt x="5720442" y="580294"/>
                  <a:pt x="5699260" y="586356"/>
                </a:cubicBezTo>
                <a:cubicBezTo>
                  <a:pt x="5698147" y="586676"/>
                  <a:pt x="5698147" y="587827"/>
                  <a:pt x="5699260" y="588146"/>
                </a:cubicBezTo>
                <a:cubicBezTo>
                  <a:pt x="5720442" y="594208"/>
                  <a:pt x="5746026" y="598940"/>
                  <a:pt x="5778874" y="598940"/>
                </a:cubicBezTo>
                <a:cubicBezTo>
                  <a:pt x="5802794" y="598940"/>
                  <a:pt x="5814013" y="596740"/>
                  <a:pt x="5814013" y="587251"/>
                </a:cubicBezTo>
                <a:cubicBezTo>
                  <a:pt x="5814013" y="577762"/>
                  <a:pt x="5802794" y="575550"/>
                  <a:pt x="5778874" y="575550"/>
                </a:cubicBezTo>
                <a:close/>
                <a:moveTo>
                  <a:pt x="5944575" y="515162"/>
                </a:moveTo>
                <a:lnTo>
                  <a:pt x="5975518" y="515162"/>
                </a:lnTo>
                <a:cubicBezTo>
                  <a:pt x="5986186" y="515162"/>
                  <a:pt x="5992377" y="520418"/>
                  <a:pt x="5992377" y="529395"/>
                </a:cubicBezTo>
                <a:cubicBezTo>
                  <a:pt x="5992377" y="538373"/>
                  <a:pt x="5986186" y="543629"/>
                  <a:pt x="5975518" y="543629"/>
                </a:cubicBezTo>
                <a:lnTo>
                  <a:pt x="5975518" y="543616"/>
                </a:lnTo>
                <a:lnTo>
                  <a:pt x="5944575" y="543616"/>
                </a:lnTo>
                <a:close/>
                <a:moveTo>
                  <a:pt x="6526180" y="497526"/>
                </a:moveTo>
                <a:cubicBezTo>
                  <a:pt x="6539483" y="497526"/>
                  <a:pt x="6549230" y="508038"/>
                  <a:pt x="6549230" y="522272"/>
                </a:cubicBezTo>
                <a:cubicBezTo>
                  <a:pt x="6549230" y="536506"/>
                  <a:pt x="6539483" y="547018"/>
                  <a:pt x="6526180" y="547018"/>
                </a:cubicBezTo>
                <a:cubicBezTo>
                  <a:pt x="6512877" y="547018"/>
                  <a:pt x="6503130" y="536506"/>
                  <a:pt x="6503130" y="522272"/>
                </a:cubicBezTo>
                <a:cubicBezTo>
                  <a:pt x="6503130" y="508038"/>
                  <a:pt x="6512877" y="497526"/>
                  <a:pt x="6526180" y="497526"/>
                </a:cubicBezTo>
                <a:close/>
                <a:moveTo>
                  <a:pt x="6063383" y="497526"/>
                </a:moveTo>
                <a:cubicBezTo>
                  <a:pt x="6076686" y="497526"/>
                  <a:pt x="6086433" y="508038"/>
                  <a:pt x="6086433" y="522272"/>
                </a:cubicBezTo>
                <a:cubicBezTo>
                  <a:pt x="6086433" y="536506"/>
                  <a:pt x="6076686" y="547018"/>
                  <a:pt x="6063383" y="547018"/>
                </a:cubicBezTo>
                <a:cubicBezTo>
                  <a:pt x="6050080" y="547018"/>
                  <a:pt x="6040333" y="536506"/>
                  <a:pt x="6040333" y="522272"/>
                </a:cubicBezTo>
                <a:cubicBezTo>
                  <a:pt x="6040333" y="508038"/>
                  <a:pt x="6050080" y="497526"/>
                  <a:pt x="6063383" y="497526"/>
                </a:cubicBezTo>
                <a:close/>
                <a:moveTo>
                  <a:pt x="6328346" y="496606"/>
                </a:moveTo>
                <a:cubicBezTo>
                  <a:pt x="6338247" y="496606"/>
                  <a:pt x="6346293" y="502488"/>
                  <a:pt x="6348608" y="513768"/>
                </a:cubicBezTo>
                <a:lnTo>
                  <a:pt x="6307778" y="513768"/>
                </a:lnTo>
                <a:cubicBezTo>
                  <a:pt x="6310246" y="503102"/>
                  <a:pt x="6317832" y="496606"/>
                  <a:pt x="6328346" y="496606"/>
                </a:cubicBezTo>
                <a:close/>
                <a:moveTo>
                  <a:pt x="6457042" y="482692"/>
                </a:moveTo>
                <a:lnTo>
                  <a:pt x="6457042" y="561865"/>
                </a:lnTo>
                <a:lnTo>
                  <a:pt x="6474681" y="561865"/>
                </a:lnTo>
                <a:lnTo>
                  <a:pt x="6474681" y="482692"/>
                </a:lnTo>
                <a:close/>
                <a:moveTo>
                  <a:pt x="6156966" y="481298"/>
                </a:moveTo>
                <a:cubicBezTo>
                  <a:pt x="6145364" y="481298"/>
                  <a:pt x="6137791" y="487794"/>
                  <a:pt x="6135310" y="497079"/>
                </a:cubicBezTo>
                <a:lnTo>
                  <a:pt x="6135310" y="482692"/>
                </a:lnTo>
                <a:lnTo>
                  <a:pt x="6117670" y="482692"/>
                </a:lnTo>
                <a:lnTo>
                  <a:pt x="6117670" y="561865"/>
                </a:lnTo>
                <a:lnTo>
                  <a:pt x="6135310" y="561865"/>
                </a:lnTo>
                <a:lnTo>
                  <a:pt x="6135310" y="518717"/>
                </a:lnTo>
                <a:cubicBezTo>
                  <a:pt x="6135310" y="505570"/>
                  <a:pt x="6140874" y="499547"/>
                  <a:pt x="6154804" y="499547"/>
                </a:cubicBezTo>
                <a:lnTo>
                  <a:pt x="6158667" y="499547"/>
                </a:lnTo>
                <a:lnTo>
                  <a:pt x="6158667" y="481298"/>
                </a:lnTo>
                <a:close/>
                <a:moveTo>
                  <a:pt x="6522624" y="480530"/>
                </a:moveTo>
                <a:cubicBezTo>
                  <a:pt x="6501902" y="480530"/>
                  <a:pt x="6484876" y="497999"/>
                  <a:pt x="6484876" y="522285"/>
                </a:cubicBezTo>
                <a:cubicBezTo>
                  <a:pt x="6484876" y="546570"/>
                  <a:pt x="6501889" y="564039"/>
                  <a:pt x="6522624" y="564039"/>
                </a:cubicBezTo>
                <a:cubicBezTo>
                  <a:pt x="6534840" y="564039"/>
                  <a:pt x="6543973" y="558783"/>
                  <a:pt x="6549230" y="548732"/>
                </a:cubicBezTo>
                <a:lnTo>
                  <a:pt x="6549230" y="561878"/>
                </a:lnTo>
                <a:lnTo>
                  <a:pt x="6566857" y="561878"/>
                </a:lnTo>
                <a:lnTo>
                  <a:pt x="6566857" y="482704"/>
                </a:lnTo>
                <a:lnTo>
                  <a:pt x="6549230" y="482704"/>
                </a:lnTo>
                <a:lnTo>
                  <a:pt x="6549230" y="495838"/>
                </a:lnTo>
                <a:cubicBezTo>
                  <a:pt x="6543973" y="485786"/>
                  <a:pt x="6534840" y="480530"/>
                  <a:pt x="6522624" y="480530"/>
                </a:cubicBezTo>
                <a:close/>
                <a:moveTo>
                  <a:pt x="6059814" y="480530"/>
                </a:moveTo>
                <a:cubicBezTo>
                  <a:pt x="6039092" y="480530"/>
                  <a:pt x="6022066" y="497999"/>
                  <a:pt x="6022066" y="522285"/>
                </a:cubicBezTo>
                <a:cubicBezTo>
                  <a:pt x="6022066" y="546570"/>
                  <a:pt x="6039079" y="564039"/>
                  <a:pt x="6059814" y="564039"/>
                </a:cubicBezTo>
                <a:cubicBezTo>
                  <a:pt x="6072030" y="564039"/>
                  <a:pt x="6081163" y="558783"/>
                  <a:pt x="6086420" y="548732"/>
                </a:cubicBezTo>
                <a:lnTo>
                  <a:pt x="6086420" y="561878"/>
                </a:lnTo>
                <a:lnTo>
                  <a:pt x="6104047" y="561878"/>
                </a:lnTo>
                <a:lnTo>
                  <a:pt x="6104047" y="482704"/>
                </a:lnTo>
                <a:lnTo>
                  <a:pt x="6086420" y="482704"/>
                </a:lnTo>
                <a:lnTo>
                  <a:pt x="6086420" y="495838"/>
                </a:lnTo>
                <a:cubicBezTo>
                  <a:pt x="6081163" y="485786"/>
                  <a:pt x="6072030" y="480530"/>
                  <a:pt x="6059814" y="480530"/>
                </a:cubicBezTo>
                <a:close/>
                <a:moveTo>
                  <a:pt x="6418220" y="480518"/>
                </a:moveTo>
                <a:cubicBezTo>
                  <a:pt x="6406004" y="480518"/>
                  <a:pt x="6397958" y="486554"/>
                  <a:pt x="6394555" y="493204"/>
                </a:cubicBezTo>
                <a:lnTo>
                  <a:pt x="6394555" y="482692"/>
                </a:lnTo>
                <a:lnTo>
                  <a:pt x="6376929" y="482692"/>
                </a:lnTo>
                <a:lnTo>
                  <a:pt x="6376929" y="561865"/>
                </a:lnTo>
                <a:lnTo>
                  <a:pt x="6394543" y="561865"/>
                </a:lnTo>
                <a:lnTo>
                  <a:pt x="6394543" y="514855"/>
                </a:lnTo>
                <a:cubicBezTo>
                  <a:pt x="6394543" y="502642"/>
                  <a:pt x="6401041" y="495992"/>
                  <a:pt x="6410941" y="495992"/>
                </a:cubicBezTo>
                <a:cubicBezTo>
                  <a:pt x="6420842" y="495992"/>
                  <a:pt x="6426406" y="502642"/>
                  <a:pt x="6426406" y="513461"/>
                </a:cubicBezTo>
                <a:lnTo>
                  <a:pt x="6426406" y="561865"/>
                </a:lnTo>
                <a:lnTo>
                  <a:pt x="6444046" y="561865"/>
                </a:lnTo>
                <a:lnTo>
                  <a:pt x="6444046" y="510366"/>
                </a:lnTo>
                <a:cubicBezTo>
                  <a:pt x="6444046" y="489955"/>
                  <a:pt x="6433058" y="480518"/>
                  <a:pt x="6418220" y="480518"/>
                </a:cubicBezTo>
                <a:close/>
                <a:moveTo>
                  <a:pt x="6328359" y="480518"/>
                </a:moveTo>
                <a:cubicBezTo>
                  <a:pt x="6305155" y="480518"/>
                  <a:pt x="6289217" y="498140"/>
                  <a:pt x="6289217" y="522272"/>
                </a:cubicBezTo>
                <a:cubicBezTo>
                  <a:pt x="6289217" y="546391"/>
                  <a:pt x="6306383" y="564026"/>
                  <a:pt x="6329741" y="564026"/>
                </a:cubicBezTo>
                <a:cubicBezTo>
                  <a:pt x="6344131" y="564026"/>
                  <a:pt x="6357741" y="556916"/>
                  <a:pt x="6364240" y="546238"/>
                </a:cubicBezTo>
                <a:lnTo>
                  <a:pt x="6352177" y="536032"/>
                </a:lnTo>
                <a:cubicBezTo>
                  <a:pt x="6347687" y="543450"/>
                  <a:pt x="6339334" y="547939"/>
                  <a:pt x="6329754" y="547939"/>
                </a:cubicBezTo>
                <a:cubicBezTo>
                  <a:pt x="6318152" y="547939"/>
                  <a:pt x="6309492" y="540048"/>
                  <a:pt x="6307330" y="527988"/>
                </a:cubicBezTo>
                <a:lnTo>
                  <a:pt x="6366567" y="527988"/>
                </a:lnTo>
                <a:cubicBezTo>
                  <a:pt x="6366875" y="525981"/>
                  <a:pt x="6367028" y="523653"/>
                  <a:pt x="6367028" y="521492"/>
                </a:cubicBezTo>
                <a:cubicBezTo>
                  <a:pt x="6367028" y="498754"/>
                  <a:pt x="6351563" y="480518"/>
                  <a:pt x="6328359" y="480518"/>
                </a:cubicBezTo>
                <a:close/>
                <a:moveTo>
                  <a:pt x="6208017" y="480518"/>
                </a:moveTo>
                <a:cubicBezTo>
                  <a:pt x="6196568" y="480518"/>
                  <a:pt x="6188996" y="486554"/>
                  <a:pt x="6185593" y="493204"/>
                </a:cubicBezTo>
                <a:lnTo>
                  <a:pt x="6185593" y="482692"/>
                </a:lnTo>
                <a:lnTo>
                  <a:pt x="6167954" y="482692"/>
                </a:lnTo>
                <a:lnTo>
                  <a:pt x="6167954" y="561865"/>
                </a:lnTo>
                <a:lnTo>
                  <a:pt x="6185580" y="561865"/>
                </a:lnTo>
                <a:lnTo>
                  <a:pt x="6185580" y="514855"/>
                </a:lnTo>
                <a:cubicBezTo>
                  <a:pt x="6185580" y="502642"/>
                  <a:pt x="6191618" y="495992"/>
                  <a:pt x="6200738" y="495992"/>
                </a:cubicBezTo>
                <a:cubicBezTo>
                  <a:pt x="6209859" y="495992"/>
                  <a:pt x="6214975" y="502642"/>
                  <a:pt x="6214975" y="513461"/>
                </a:cubicBezTo>
                <a:lnTo>
                  <a:pt x="6214975" y="561865"/>
                </a:lnTo>
                <a:lnTo>
                  <a:pt x="6232602" y="561865"/>
                </a:lnTo>
                <a:lnTo>
                  <a:pt x="6232602" y="513154"/>
                </a:lnTo>
                <a:cubicBezTo>
                  <a:pt x="6232602" y="502642"/>
                  <a:pt x="6238640" y="495992"/>
                  <a:pt x="6247760" y="495992"/>
                </a:cubicBezTo>
                <a:cubicBezTo>
                  <a:pt x="6256880" y="495992"/>
                  <a:pt x="6261997" y="502642"/>
                  <a:pt x="6261997" y="513461"/>
                </a:cubicBezTo>
                <a:lnTo>
                  <a:pt x="6261997" y="561865"/>
                </a:lnTo>
                <a:lnTo>
                  <a:pt x="6279636" y="561865"/>
                </a:lnTo>
                <a:lnTo>
                  <a:pt x="6279636" y="510366"/>
                </a:lnTo>
                <a:cubicBezTo>
                  <a:pt x="6279636" y="489955"/>
                  <a:pt x="6269122" y="480518"/>
                  <a:pt x="6253490" y="480518"/>
                </a:cubicBezTo>
                <a:cubicBezTo>
                  <a:pt x="6242976" y="480518"/>
                  <a:pt x="6234776" y="485160"/>
                  <a:pt x="6229673" y="494125"/>
                </a:cubicBezTo>
                <a:cubicBezTo>
                  <a:pt x="6225503" y="484840"/>
                  <a:pt x="6217610" y="480518"/>
                  <a:pt x="6208017" y="480518"/>
                </a:cubicBezTo>
                <a:close/>
                <a:moveTo>
                  <a:pt x="5944575" y="471860"/>
                </a:moveTo>
                <a:lnTo>
                  <a:pt x="5974584" y="471860"/>
                </a:lnTo>
                <a:cubicBezTo>
                  <a:pt x="5984178" y="471860"/>
                  <a:pt x="5989742" y="476502"/>
                  <a:pt x="5989742" y="484380"/>
                </a:cubicBezTo>
                <a:cubicBezTo>
                  <a:pt x="5989742" y="492257"/>
                  <a:pt x="5984178" y="496912"/>
                  <a:pt x="5974584" y="496912"/>
                </a:cubicBezTo>
                <a:lnTo>
                  <a:pt x="5944575" y="496912"/>
                </a:lnTo>
                <a:close/>
                <a:moveTo>
                  <a:pt x="5679804" y="462793"/>
                </a:moveTo>
                <a:cubicBezTo>
                  <a:pt x="5670312" y="462793"/>
                  <a:pt x="5668112" y="472934"/>
                  <a:pt x="5668112" y="494560"/>
                </a:cubicBezTo>
                <a:cubicBezTo>
                  <a:pt x="5668112" y="524268"/>
                  <a:pt x="5672845" y="547389"/>
                  <a:pt x="5678921" y="566534"/>
                </a:cubicBezTo>
                <a:cubicBezTo>
                  <a:pt x="5679241" y="567544"/>
                  <a:pt x="5680379" y="567544"/>
                  <a:pt x="5680699" y="566534"/>
                </a:cubicBezTo>
                <a:cubicBezTo>
                  <a:pt x="5686762" y="547377"/>
                  <a:pt x="5691508" y="524268"/>
                  <a:pt x="5691508" y="494560"/>
                </a:cubicBezTo>
                <a:cubicBezTo>
                  <a:pt x="5691508" y="472934"/>
                  <a:pt x="5689308" y="462793"/>
                  <a:pt x="5679804" y="462793"/>
                </a:cubicBezTo>
                <a:close/>
                <a:moveTo>
                  <a:pt x="5924467" y="453623"/>
                </a:moveTo>
                <a:lnTo>
                  <a:pt x="5924467" y="561865"/>
                </a:lnTo>
                <a:lnTo>
                  <a:pt x="5977833" y="561865"/>
                </a:lnTo>
                <a:cubicBezTo>
                  <a:pt x="6000257" y="561865"/>
                  <a:pt x="6013406" y="550573"/>
                  <a:pt x="6013406" y="531403"/>
                </a:cubicBezTo>
                <a:cubicBezTo>
                  <a:pt x="6013406" y="518256"/>
                  <a:pt x="6006141" y="509445"/>
                  <a:pt x="5994539" y="505583"/>
                </a:cubicBezTo>
                <a:cubicBezTo>
                  <a:pt x="6004593" y="501721"/>
                  <a:pt x="6010784" y="492743"/>
                  <a:pt x="6010784" y="481771"/>
                </a:cubicBezTo>
                <a:cubicBezTo>
                  <a:pt x="6010784" y="464135"/>
                  <a:pt x="5998415" y="453623"/>
                  <a:pt x="5977373" y="453623"/>
                </a:cubicBezTo>
                <a:close/>
                <a:moveTo>
                  <a:pt x="6465855" y="450669"/>
                </a:moveTo>
                <a:cubicBezTo>
                  <a:pt x="6459818" y="450669"/>
                  <a:pt x="6454867" y="455618"/>
                  <a:pt x="6454867" y="461654"/>
                </a:cubicBezTo>
                <a:cubicBezTo>
                  <a:pt x="6454867" y="467691"/>
                  <a:pt x="6459818" y="472640"/>
                  <a:pt x="6465855" y="472640"/>
                </a:cubicBezTo>
                <a:cubicBezTo>
                  <a:pt x="6471893" y="472640"/>
                  <a:pt x="6476843" y="467691"/>
                  <a:pt x="6476843" y="461654"/>
                </a:cubicBezTo>
                <a:cubicBezTo>
                  <a:pt x="6476843" y="455618"/>
                  <a:pt x="6471893" y="450669"/>
                  <a:pt x="6465855" y="450669"/>
                </a:cubicBezTo>
                <a:close/>
                <a:moveTo>
                  <a:pt x="5818502" y="447345"/>
                </a:moveTo>
                <a:cubicBezTo>
                  <a:pt x="5810751" y="439595"/>
                  <a:pt x="5796949" y="449813"/>
                  <a:pt x="5771327" y="475415"/>
                </a:cubicBezTo>
                <a:cubicBezTo>
                  <a:pt x="5736138" y="510597"/>
                  <a:pt x="5712614" y="541839"/>
                  <a:pt x="5694885" y="569475"/>
                </a:cubicBezTo>
                <a:cubicBezTo>
                  <a:pt x="5693951" y="570933"/>
                  <a:pt x="5694885" y="571867"/>
                  <a:pt x="5696343" y="570933"/>
                </a:cubicBezTo>
                <a:cubicBezTo>
                  <a:pt x="5723986" y="553195"/>
                  <a:pt x="5755235" y="529690"/>
                  <a:pt x="5790425" y="494509"/>
                </a:cubicBezTo>
                <a:cubicBezTo>
                  <a:pt x="5816046" y="468893"/>
                  <a:pt x="5826267" y="455094"/>
                  <a:pt x="5818502" y="447345"/>
                </a:cubicBezTo>
                <a:close/>
                <a:moveTo>
                  <a:pt x="5539698" y="447281"/>
                </a:moveTo>
                <a:cubicBezTo>
                  <a:pt x="5531946" y="455031"/>
                  <a:pt x="5542167" y="468829"/>
                  <a:pt x="5567775" y="494445"/>
                </a:cubicBezTo>
                <a:cubicBezTo>
                  <a:pt x="5602965" y="529626"/>
                  <a:pt x="5634215" y="553144"/>
                  <a:pt x="5661857" y="570869"/>
                </a:cubicBezTo>
                <a:lnTo>
                  <a:pt x="5661857" y="570882"/>
                </a:lnTo>
                <a:cubicBezTo>
                  <a:pt x="5663315" y="571815"/>
                  <a:pt x="5664249" y="570882"/>
                  <a:pt x="5663315" y="569424"/>
                </a:cubicBezTo>
                <a:cubicBezTo>
                  <a:pt x="5645573" y="541788"/>
                  <a:pt x="5622063" y="510546"/>
                  <a:pt x="5586873" y="475364"/>
                </a:cubicBezTo>
                <a:cubicBezTo>
                  <a:pt x="5561264" y="449749"/>
                  <a:pt x="5547450" y="439531"/>
                  <a:pt x="5539698" y="447281"/>
                </a:cubicBezTo>
                <a:close/>
                <a:moveTo>
                  <a:pt x="0" y="0"/>
                </a:moveTo>
                <a:lnTo>
                  <a:pt x="7047465" y="0"/>
                </a:lnTo>
                <a:lnTo>
                  <a:pt x="7047465" y="4925436"/>
                </a:lnTo>
                <a:lnTo>
                  <a:pt x="1325965" y="5936138"/>
                </a:lnTo>
                <a:cubicBezTo>
                  <a:pt x="1177425" y="5962377"/>
                  <a:pt x="1035739" y="5863234"/>
                  <a:pt x="1009499" y="5714695"/>
                </a:cubicBez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6" name="Textplatzhalter 10">
            <a:extLst>
              <a:ext uri="{FF2B5EF4-FFF2-40B4-BE49-F238E27FC236}">
                <a16:creationId xmlns:a16="http://schemas.microsoft.com/office/drawing/2014/main" id="{0C242777-88B2-F014-4466-38BBC396F919}"/>
              </a:ext>
            </a:extLst>
          </p:cNvPr>
          <p:cNvSpPr>
            <a:spLocks noGrp="1"/>
          </p:cNvSpPr>
          <p:nvPr>
            <p:ph type="body" sz="quarter" idx="13" hasCustomPrompt="1"/>
          </p:nvPr>
        </p:nvSpPr>
        <p:spPr>
          <a:xfrm>
            <a:off x="479425" y="6054737"/>
            <a:ext cx="11233150" cy="261284"/>
          </a:xfrm>
        </p:spPr>
        <p:txBody>
          <a:bodyPr>
            <a:noAutofit/>
          </a:bodyPr>
          <a:lstStyle>
            <a:lvl1pPr>
              <a:defRPr sz="800">
                <a:solidFill>
                  <a:schemeClr val="bg1">
                    <a:alpha val="50000"/>
                  </a:schemeClr>
                </a:solidFill>
              </a:defRPr>
            </a:lvl1pPr>
          </a:lstStyle>
          <a:p>
            <a:pPr lvl="0"/>
            <a:r>
              <a:rPr lang="de-DE" dirty="0"/>
              <a:t>Quelle:</a:t>
            </a:r>
          </a:p>
        </p:txBody>
      </p:sp>
    </p:spTree>
    <p:extLst>
      <p:ext uri="{BB962C8B-B14F-4D97-AF65-F5344CB8AC3E}">
        <p14:creationId xmlns:p14="http://schemas.microsoft.com/office/powerpoint/2010/main" val="228674700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atement Bild ">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DF01948D-EE55-A777-DF7E-0C28A848F254}"/>
              </a:ext>
            </a:extLst>
          </p:cNvPr>
          <p:cNvSpPr>
            <a:spLocks noGrp="1"/>
          </p:cNvSpPr>
          <p:nvPr>
            <p:ph type="dt" sz="half" idx="10"/>
          </p:nvPr>
        </p:nvSpPr>
        <p:spPr/>
        <p:txBody>
          <a:bodyPr/>
          <a:lstStyle>
            <a:lvl1pPr>
              <a:defRPr>
                <a:solidFill>
                  <a:schemeClr val="tx2"/>
                </a:solidFill>
              </a:defRPr>
            </a:lvl1pPr>
          </a:lstStyle>
          <a:p>
            <a:fld id="{2DE66CE5-6E4E-254F-BACD-C75F7D6843BB}" type="datetime1">
              <a:rPr lang="de-DE"/>
              <a:pPr/>
              <a:t>22.06.2026</a:t>
            </a:fld>
            <a:endParaRPr lang="de-DE" dirty="0"/>
          </a:p>
        </p:txBody>
      </p:sp>
      <p:sp>
        <p:nvSpPr>
          <p:cNvPr id="4" name="Fußzeilenplatzhalter 3">
            <a:extLst>
              <a:ext uri="{FF2B5EF4-FFF2-40B4-BE49-F238E27FC236}">
                <a16:creationId xmlns:a16="http://schemas.microsoft.com/office/drawing/2014/main" id="{C3FD7DB9-9267-EDBC-EB1C-5F7A525B2CB2}"/>
              </a:ext>
            </a:extLst>
          </p:cNvPr>
          <p:cNvSpPr>
            <a:spLocks noGrp="1"/>
          </p:cNvSpPr>
          <p:nvPr>
            <p:ph type="ftr" sz="quarter" idx="11"/>
          </p:nvPr>
        </p:nvSpPr>
        <p:spPr/>
        <p:txBody>
          <a:bodyPr/>
          <a:lstStyle>
            <a:lvl1pPr>
              <a:defRPr>
                <a:solidFill>
                  <a:schemeClr val="tx2"/>
                </a:solidFill>
              </a:defRPr>
            </a:lvl1pPr>
          </a:lstStyle>
          <a:p>
            <a:r>
              <a:rPr lang="de-DE" dirty="0"/>
              <a:t>Titel der Präsentation</a:t>
            </a:r>
          </a:p>
        </p:txBody>
      </p:sp>
      <p:sp>
        <p:nvSpPr>
          <p:cNvPr id="5" name="Foliennummernplatzhalter 4">
            <a:extLst>
              <a:ext uri="{FF2B5EF4-FFF2-40B4-BE49-F238E27FC236}">
                <a16:creationId xmlns:a16="http://schemas.microsoft.com/office/drawing/2014/main" id="{DFD207B8-0A3D-ECE3-7B59-A62186799CD0}"/>
              </a:ext>
            </a:extLst>
          </p:cNvPr>
          <p:cNvSpPr>
            <a:spLocks noGrp="1"/>
          </p:cNvSpPr>
          <p:nvPr>
            <p:ph type="sldNum" sz="quarter" idx="12"/>
          </p:nvPr>
        </p:nvSpPr>
        <p:spPr/>
        <p:txBody>
          <a:bodyPr/>
          <a:lstStyle>
            <a:lvl1pPr>
              <a:defRPr>
                <a:solidFill>
                  <a:schemeClr val="tx2"/>
                </a:solidFill>
              </a:defRPr>
            </a:lvl1pPr>
          </a:lstStyle>
          <a:p>
            <a:fld id="{D188B27D-4802-6948-A101-6CF6A7142FF4}" type="slidenum">
              <a:rPr lang="de-DE" smtClean="0"/>
              <a:pPr/>
              <a:t>‹Nr.›</a:t>
            </a:fld>
            <a:endParaRPr lang="de-DE" dirty="0"/>
          </a:p>
        </p:txBody>
      </p:sp>
      <p:sp>
        <p:nvSpPr>
          <p:cNvPr id="7" name="Textfeld 6">
            <a:extLst>
              <a:ext uri="{FF2B5EF4-FFF2-40B4-BE49-F238E27FC236}">
                <a16:creationId xmlns:a16="http://schemas.microsoft.com/office/drawing/2014/main" id="{43652864-A7F6-3A7E-5C2E-CAE4529350E2}"/>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tx2"/>
                </a:solidFill>
                <a:latin typeface="BarmeniaGothaer Offc Medium" panose="020B0603020204020204" pitchFamily="34" charset="0"/>
              </a:rPr>
              <a:t>BarmeniaGothaer</a:t>
            </a:r>
          </a:p>
        </p:txBody>
      </p:sp>
      <p:sp>
        <p:nvSpPr>
          <p:cNvPr id="8" name="Textfeld 7">
            <a:extLst>
              <a:ext uri="{FF2B5EF4-FFF2-40B4-BE49-F238E27FC236}">
                <a16:creationId xmlns:a16="http://schemas.microsoft.com/office/drawing/2014/main" id="{B9F15C8C-0F79-3FB9-1CF1-70496DFF955A}"/>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tx2"/>
                </a:solidFill>
                <a:latin typeface="BarmeniaGothaer Offc" panose="020B0503020204020204" pitchFamily="34" charset="0"/>
              </a:rPr>
              <a:t>Seite</a:t>
            </a:r>
          </a:p>
        </p:txBody>
      </p:sp>
      <p:sp>
        <p:nvSpPr>
          <p:cNvPr id="6" name="Textplatzhalter 9">
            <a:extLst>
              <a:ext uri="{FF2B5EF4-FFF2-40B4-BE49-F238E27FC236}">
                <a16:creationId xmlns:a16="http://schemas.microsoft.com/office/drawing/2014/main" id="{FD22616B-1110-D745-5813-668C4BD42FAA}"/>
              </a:ext>
            </a:extLst>
          </p:cNvPr>
          <p:cNvSpPr>
            <a:spLocks noGrp="1"/>
          </p:cNvSpPr>
          <p:nvPr>
            <p:ph type="body" sz="quarter" idx="21"/>
          </p:nvPr>
        </p:nvSpPr>
        <p:spPr>
          <a:xfrm>
            <a:off x="479425" y="2668888"/>
            <a:ext cx="4763135" cy="2847675"/>
          </a:xfrm>
        </p:spPr>
        <p:txBody>
          <a:bodyPr anchor="ctr">
            <a:noAutofit/>
          </a:bodyPr>
          <a:lstStyle>
            <a:lvl1pPr algn="l">
              <a:lnSpc>
                <a:spcPct val="90000"/>
              </a:lnSpc>
              <a:defRPr sz="3200">
                <a:solidFill>
                  <a:schemeClr val="tx1"/>
                </a:solidFill>
                <a:latin typeface="+mj-lt"/>
              </a:defRPr>
            </a:lvl1pPr>
            <a:lvl2pPr marL="0" indent="0" algn="l">
              <a:buFontTx/>
              <a:buNone/>
              <a:defRPr>
                <a:solidFill>
                  <a:schemeClr val="tx1"/>
                </a:solidFill>
                <a:latin typeface="+mn-lt"/>
              </a:defRPr>
            </a:lvl2pPr>
            <a:lvl3pPr algn="l">
              <a:defRPr>
                <a:solidFill>
                  <a:schemeClr val="tx1"/>
                </a:solidFill>
              </a:defRPr>
            </a:lvl3pPr>
            <a:lvl4pPr marL="171450" indent="-171450" algn="l">
              <a:buFont typeface="BarmeniaGothaer Offc" panose="020B0604020202020204" pitchFamily="34" charset="0"/>
              <a:buChar char="•"/>
              <a:defRPr>
                <a:solidFill>
                  <a:schemeClr val="tx1"/>
                </a:solidFill>
              </a:defRPr>
            </a:lvl4pPr>
            <a:lvl5pPr marL="504000" indent="-252000" algn="l">
              <a:spcBef>
                <a:spcPts val="400"/>
              </a:spcBef>
              <a:spcAft>
                <a:spcPts val="400"/>
              </a:spcAft>
              <a:buSzPct val="130000"/>
              <a:buFontTx/>
              <a:buBlip>
                <a:blip r:embed="rId2"/>
              </a:buBlip>
              <a:defRPr>
                <a:solidFill>
                  <a:schemeClr val="tx1"/>
                </a:solidFill>
                <a:latin typeface="+mj-lt"/>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 name="Freihandform 1">
            <a:extLst>
              <a:ext uri="{FF2B5EF4-FFF2-40B4-BE49-F238E27FC236}">
                <a16:creationId xmlns:a16="http://schemas.microsoft.com/office/drawing/2014/main" id="{475B609D-3EB8-9208-11D1-29AD00D4DBB7}"/>
              </a:ext>
            </a:extLst>
          </p:cNvPr>
          <p:cNvSpPr/>
          <p:nvPr userDrawn="1"/>
        </p:nvSpPr>
        <p:spPr>
          <a:xfrm rot="21421220">
            <a:off x="6021668" y="-168105"/>
            <a:ext cx="6312646" cy="5968515"/>
          </a:xfrm>
          <a:custGeom>
            <a:avLst/>
            <a:gdLst>
              <a:gd name="connsiteX0" fmla="*/ 5530154 w 6312646"/>
              <a:gd name="connsiteY0" fmla="*/ 940994 h 5968515"/>
              <a:gd name="connsiteX1" fmla="*/ 5551887 w 6312646"/>
              <a:gd name="connsiteY1" fmla="*/ 966905 h 5968515"/>
              <a:gd name="connsiteX2" fmla="*/ 5527582 w 6312646"/>
              <a:gd name="connsiteY2" fmla="*/ 990419 h 5968515"/>
              <a:gd name="connsiteX3" fmla="*/ 5505848 w 6312646"/>
              <a:gd name="connsiteY3" fmla="*/ 964508 h 5968515"/>
              <a:gd name="connsiteX4" fmla="*/ 5530154 w 6312646"/>
              <a:gd name="connsiteY4" fmla="*/ 940994 h 5968515"/>
              <a:gd name="connsiteX5" fmla="*/ 5305251 w 6312646"/>
              <a:gd name="connsiteY5" fmla="*/ 929288 h 5968515"/>
              <a:gd name="connsiteX6" fmla="*/ 5326983 w 6312646"/>
              <a:gd name="connsiteY6" fmla="*/ 955198 h 5968515"/>
              <a:gd name="connsiteX7" fmla="*/ 5302678 w 6312646"/>
              <a:gd name="connsiteY7" fmla="*/ 978712 h 5968515"/>
              <a:gd name="connsiteX8" fmla="*/ 5280946 w 6312646"/>
              <a:gd name="connsiteY8" fmla="*/ 952802 h 5968515"/>
              <a:gd name="connsiteX9" fmla="*/ 5305251 w 6312646"/>
              <a:gd name="connsiteY9" fmla="*/ 929288 h 5968515"/>
              <a:gd name="connsiteX10" fmla="*/ 5620107 w 6312646"/>
              <a:gd name="connsiteY10" fmla="*/ 944754 h 5968515"/>
              <a:gd name="connsiteX11" fmla="*/ 5639449 w 6312646"/>
              <a:gd name="connsiteY11" fmla="*/ 962947 h 5968515"/>
              <a:gd name="connsiteX12" fmla="*/ 5598674 w 6312646"/>
              <a:gd name="connsiteY12" fmla="*/ 960824 h 5968515"/>
              <a:gd name="connsiteX13" fmla="*/ 5620107 w 6312646"/>
              <a:gd name="connsiteY13" fmla="*/ 944754 h 5968515"/>
              <a:gd name="connsiteX14" fmla="*/ 5708637 w 6312646"/>
              <a:gd name="connsiteY14" fmla="*/ 934021 h 5968515"/>
              <a:gd name="connsiteX15" fmla="*/ 5686191 w 6312646"/>
              <a:gd name="connsiteY15" fmla="*/ 948643 h 5968515"/>
              <a:gd name="connsiteX16" fmla="*/ 5686939 w 6312646"/>
              <a:gd name="connsiteY16" fmla="*/ 934275 h 5968515"/>
              <a:gd name="connsiteX17" fmla="*/ 5669335 w 6312646"/>
              <a:gd name="connsiteY17" fmla="*/ 933359 h 5968515"/>
              <a:gd name="connsiteX18" fmla="*/ 5665220 w 6312646"/>
              <a:gd name="connsiteY18" fmla="*/ 1012425 h 5968515"/>
              <a:gd name="connsiteX19" fmla="*/ 5665219 w 6312646"/>
              <a:gd name="connsiteY19" fmla="*/ 1012451 h 5968515"/>
              <a:gd name="connsiteX20" fmla="*/ 5682822 w 6312646"/>
              <a:gd name="connsiteY20" fmla="*/ 1013367 h 5968515"/>
              <a:gd name="connsiteX21" fmla="*/ 5685065 w 6312646"/>
              <a:gd name="connsiteY21" fmla="*/ 970277 h 5968515"/>
              <a:gd name="connsiteX22" fmla="*/ 5705529 w 6312646"/>
              <a:gd name="connsiteY22" fmla="*/ 952133 h 5968515"/>
              <a:gd name="connsiteX23" fmla="*/ 5709387 w 6312646"/>
              <a:gd name="connsiteY23" fmla="*/ 952334 h 5968515"/>
              <a:gd name="connsiteX24" fmla="*/ 5710336 w 6312646"/>
              <a:gd name="connsiteY24" fmla="*/ 934110 h 5968515"/>
              <a:gd name="connsiteX25" fmla="*/ 5527487 w 6312646"/>
              <a:gd name="connsiteY25" fmla="*/ 923836 h 5968515"/>
              <a:gd name="connsiteX26" fmla="*/ 5487632 w 6312646"/>
              <a:gd name="connsiteY26" fmla="*/ 963573 h 5968515"/>
              <a:gd name="connsiteX27" fmla="*/ 5523146 w 6312646"/>
              <a:gd name="connsiteY27" fmla="*/ 1007232 h 5968515"/>
              <a:gd name="connsiteX28" fmla="*/ 5550511 w 6312646"/>
              <a:gd name="connsiteY28" fmla="*/ 993328 h 5968515"/>
              <a:gd name="connsiteX29" fmla="*/ 5549828 w 6312646"/>
              <a:gd name="connsiteY29" fmla="*/ 1006457 h 5968515"/>
              <a:gd name="connsiteX30" fmla="*/ 5567444 w 6312646"/>
              <a:gd name="connsiteY30" fmla="*/ 1007374 h 5968515"/>
              <a:gd name="connsiteX31" fmla="*/ 5571560 w 6312646"/>
              <a:gd name="connsiteY31" fmla="*/ 928308 h 5968515"/>
              <a:gd name="connsiteX32" fmla="*/ 5553944 w 6312646"/>
              <a:gd name="connsiteY32" fmla="*/ 927391 h 5968515"/>
              <a:gd name="connsiteX33" fmla="*/ 5553261 w 6312646"/>
              <a:gd name="connsiteY33" fmla="*/ 940507 h 5968515"/>
              <a:gd name="connsiteX34" fmla="*/ 5527487 w 6312646"/>
              <a:gd name="connsiteY34" fmla="*/ 923836 h 5968515"/>
              <a:gd name="connsiteX35" fmla="*/ 5306135 w 6312646"/>
              <a:gd name="connsiteY35" fmla="*/ 912302 h 5968515"/>
              <a:gd name="connsiteX36" fmla="*/ 5262716 w 6312646"/>
              <a:gd name="connsiteY36" fmla="*/ 951853 h 5968515"/>
              <a:gd name="connsiteX37" fmla="*/ 5301794 w 6312646"/>
              <a:gd name="connsiteY37" fmla="*/ 995698 h 5968515"/>
              <a:gd name="connsiteX38" fmla="*/ 5345213 w 6312646"/>
              <a:gd name="connsiteY38" fmla="*/ 956147 h 5968515"/>
              <a:gd name="connsiteX39" fmla="*/ 5306135 w 6312646"/>
              <a:gd name="connsiteY39" fmla="*/ 912302 h 5968515"/>
              <a:gd name="connsiteX40" fmla="*/ 5620956 w 6312646"/>
              <a:gd name="connsiteY40" fmla="*/ 928676 h 5968515"/>
              <a:gd name="connsiteX41" fmla="*/ 5579710 w 6312646"/>
              <a:gd name="connsiteY41" fmla="*/ 968340 h 5968515"/>
              <a:gd name="connsiteX42" fmla="*/ 5579696 w 6312646"/>
              <a:gd name="connsiteY42" fmla="*/ 968352 h 5968515"/>
              <a:gd name="connsiteX43" fmla="*/ 5617995 w 6312646"/>
              <a:gd name="connsiteY43" fmla="*/ 1012157 h 5968515"/>
              <a:gd name="connsiteX44" fmla="*/ 5653372 w 6312646"/>
              <a:gd name="connsiteY44" fmla="*/ 996185 h 5968515"/>
              <a:gd name="connsiteX45" fmla="*/ 5641856 w 6312646"/>
              <a:gd name="connsiteY45" fmla="*/ 985367 h 5968515"/>
              <a:gd name="connsiteX46" fmla="*/ 5618844 w 6312646"/>
              <a:gd name="connsiteY46" fmla="*/ 996091 h 5968515"/>
              <a:gd name="connsiteX47" fmla="*/ 5597488 w 6312646"/>
              <a:gd name="connsiteY47" fmla="*/ 975002 h 5968515"/>
              <a:gd name="connsiteX48" fmla="*/ 5656645 w 6312646"/>
              <a:gd name="connsiteY48" fmla="*/ 978082 h 5968515"/>
              <a:gd name="connsiteX49" fmla="*/ 5657443 w 6312646"/>
              <a:gd name="connsiteY49" fmla="*/ 971618 h 5968515"/>
              <a:gd name="connsiteX50" fmla="*/ 5620956 w 6312646"/>
              <a:gd name="connsiteY50" fmla="*/ 928676 h 5968515"/>
              <a:gd name="connsiteX51" fmla="*/ 5383207 w 6312646"/>
              <a:gd name="connsiteY51" fmla="*/ 895555 h 5968515"/>
              <a:gd name="connsiteX52" fmla="*/ 5365309 w 6312646"/>
              <a:gd name="connsiteY52" fmla="*/ 900041 h 5968515"/>
              <a:gd name="connsiteX53" fmla="*/ 5364401 w 6312646"/>
              <a:gd name="connsiteY53" fmla="*/ 917486 h 5968515"/>
              <a:gd name="connsiteX54" fmla="*/ 5349111 w 6312646"/>
              <a:gd name="connsiteY54" fmla="*/ 916690 h 5968515"/>
              <a:gd name="connsiteX55" fmla="*/ 5348323 w 6312646"/>
              <a:gd name="connsiteY55" fmla="*/ 931824 h 5968515"/>
              <a:gd name="connsiteX56" fmla="*/ 5363613 w 6312646"/>
              <a:gd name="connsiteY56" fmla="*/ 932620 h 5968515"/>
              <a:gd name="connsiteX57" fmla="*/ 5361596 w 6312646"/>
              <a:gd name="connsiteY57" fmla="*/ 971381 h 5968515"/>
              <a:gd name="connsiteX58" fmla="*/ 5385682 w 6312646"/>
              <a:gd name="connsiteY58" fmla="*/ 999578 h 5968515"/>
              <a:gd name="connsiteX59" fmla="*/ 5397188 w 6312646"/>
              <a:gd name="connsiteY59" fmla="*/ 998781 h 5968515"/>
              <a:gd name="connsiteX60" fmla="*/ 5397199 w 6312646"/>
              <a:gd name="connsiteY60" fmla="*/ 998807 h 5968515"/>
              <a:gd name="connsiteX61" fmla="*/ 5397971 w 6312646"/>
              <a:gd name="connsiteY61" fmla="*/ 983980 h 5968515"/>
              <a:gd name="connsiteX62" fmla="*/ 5391304 w 6312646"/>
              <a:gd name="connsiteY62" fmla="*/ 984094 h 5968515"/>
              <a:gd name="connsiteX63" fmla="*/ 5379300 w 6312646"/>
              <a:gd name="connsiteY63" fmla="*/ 970612 h 5968515"/>
              <a:gd name="connsiteX64" fmla="*/ 5381229 w 6312646"/>
              <a:gd name="connsiteY64" fmla="*/ 933550 h 5968515"/>
              <a:gd name="connsiteX65" fmla="*/ 5400544 w 6312646"/>
              <a:gd name="connsiteY65" fmla="*/ 934555 h 5968515"/>
              <a:gd name="connsiteX66" fmla="*/ 5401332 w 6312646"/>
              <a:gd name="connsiteY66" fmla="*/ 919421 h 5968515"/>
              <a:gd name="connsiteX67" fmla="*/ 5382017 w 6312646"/>
              <a:gd name="connsiteY67" fmla="*/ 918416 h 5968515"/>
              <a:gd name="connsiteX68" fmla="*/ 5414595 w 6312646"/>
              <a:gd name="connsiteY68" fmla="*/ 891004 h 5968515"/>
              <a:gd name="connsiteX69" fmla="*/ 5408967 w 6312646"/>
              <a:gd name="connsiteY69" fmla="*/ 999112 h 5968515"/>
              <a:gd name="connsiteX70" fmla="*/ 5426558 w 6312646"/>
              <a:gd name="connsiteY70" fmla="*/ 1000028 h 5968515"/>
              <a:gd name="connsiteX71" fmla="*/ 5429001 w 6312646"/>
              <a:gd name="connsiteY71" fmla="*/ 953081 h 5968515"/>
              <a:gd name="connsiteX72" fmla="*/ 5446358 w 6312646"/>
              <a:gd name="connsiteY72" fmla="*/ 935096 h 5968515"/>
              <a:gd name="connsiteX73" fmla="*/ 5460894 w 6312646"/>
              <a:gd name="connsiteY73" fmla="*/ 953345 h 5968515"/>
              <a:gd name="connsiteX74" fmla="*/ 5458378 w 6312646"/>
              <a:gd name="connsiteY74" fmla="*/ 1001684 h 5968515"/>
              <a:gd name="connsiteX75" fmla="*/ 5475994 w 6312646"/>
              <a:gd name="connsiteY75" fmla="*/ 1002601 h 5968515"/>
              <a:gd name="connsiteX76" fmla="*/ 5478671 w 6312646"/>
              <a:gd name="connsiteY76" fmla="*/ 951172 h 5968515"/>
              <a:gd name="connsiteX77" fmla="*/ 5454431 w 6312646"/>
              <a:gd name="connsiteY77" fmla="*/ 920021 h 5968515"/>
              <a:gd name="connsiteX78" fmla="*/ 5430140 w 6312646"/>
              <a:gd name="connsiteY78" fmla="*/ 931460 h 5968515"/>
              <a:gd name="connsiteX79" fmla="*/ 5432198 w 6312646"/>
              <a:gd name="connsiteY79" fmla="*/ 891920 h 5968515"/>
              <a:gd name="connsiteX80" fmla="*/ 5207225 w 6312646"/>
              <a:gd name="connsiteY80" fmla="*/ 878353 h 5968515"/>
              <a:gd name="connsiteX81" fmla="*/ 5149926 w 6312646"/>
              <a:gd name="connsiteY81" fmla="*/ 931588 h 5968515"/>
              <a:gd name="connsiteX82" fmla="*/ 5199063 w 6312646"/>
              <a:gd name="connsiteY82" fmla="*/ 990363 h 5968515"/>
              <a:gd name="connsiteX83" fmla="*/ 5232959 w 6312646"/>
              <a:gd name="connsiteY83" fmla="*/ 976018 h 5968515"/>
              <a:gd name="connsiteX84" fmla="*/ 5232236 w 6312646"/>
              <a:gd name="connsiteY84" fmla="*/ 989913 h 5968515"/>
              <a:gd name="connsiteX85" fmla="*/ 5250158 w 6312646"/>
              <a:gd name="connsiteY85" fmla="*/ 990846 h 5968515"/>
              <a:gd name="connsiteX86" fmla="*/ 5253117 w 6312646"/>
              <a:gd name="connsiteY86" fmla="*/ 934014 h 5968515"/>
              <a:gd name="connsiteX87" fmla="*/ 5206311 w 6312646"/>
              <a:gd name="connsiteY87" fmla="*/ 931578 h 5968515"/>
              <a:gd name="connsiteX88" fmla="*/ 5205394 w 6312646"/>
              <a:gd name="connsiteY88" fmla="*/ 949189 h 5968515"/>
              <a:gd name="connsiteX89" fmla="*/ 5232731 w 6312646"/>
              <a:gd name="connsiteY89" fmla="*/ 950612 h 5968515"/>
              <a:gd name="connsiteX90" fmla="*/ 5202356 w 6312646"/>
              <a:gd name="connsiteY90" fmla="*/ 971646 h 5968515"/>
              <a:gd name="connsiteX91" fmla="*/ 5170926 w 6312646"/>
              <a:gd name="connsiteY91" fmla="*/ 932694 h 5968515"/>
              <a:gd name="connsiteX92" fmla="*/ 5206230 w 6312646"/>
              <a:gd name="connsiteY92" fmla="*/ 897216 h 5968515"/>
              <a:gd name="connsiteX93" fmla="*/ 5234709 w 6312646"/>
              <a:gd name="connsiteY93" fmla="*/ 915576 h 5968515"/>
              <a:gd name="connsiteX94" fmla="*/ 5251971 w 6312646"/>
              <a:gd name="connsiteY94" fmla="*/ 905321 h 5968515"/>
              <a:gd name="connsiteX95" fmla="*/ 5207211 w 6312646"/>
              <a:gd name="connsiteY95" fmla="*/ 878365 h 5968515"/>
              <a:gd name="connsiteX96" fmla="*/ 4931941 w 6312646"/>
              <a:gd name="connsiteY96" fmla="*/ 859068 h 5968515"/>
              <a:gd name="connsiteX97" fmla="*/ 4931949 w 6312646"/>
              <a:gd name="connsiteY97" fmla="*/ 859074 h 5968515"/>
              <a:gd name="connsiteX98" fmla="*/ 4930422 w 6312646"/>
              <a:gd name="connsiteY98" fmla="*/ 860449 h 5968515"/>
              <a:gd name="connsiteX99" fmla="*/ 5001872 w 6312646"/>
              <a:gd name="connsiteY99" fmla="*/ 958355 h 5968515"/>
              <a:gd name="connsiteX100" fmla="*/ 5047524 w 6312646"/>
              <a:gd name="connsiteY100" fmla="*/ 988840 h 5968515"/>
              <a:gd name="connsiteX101" fmla="*/ 5021923 w 6312646"/>
              <a:gd name="connsiteY101" fmla="*/ 940280 h 5968515"/>
              <a:gd name="connsiteX102" fmla="*/ 4974446 w 6312646"/>
              <a:gd name="connsiteY102" fmla="*/ 892989 h 5968515"/>
              <a:gd name="connsiteX103" fmla="*/ 4931949 w 6312646"/>
              <a:gd name="connsiteY103" fmla="*/ 859074 h 5968515"/>
              <a:gd name="connsiteX104" fmla="*/ 4931954 w 6312646"/>
              <a:gd name="connsiteY104" fmla="*/ 859069 h 5968515"/>
              <a:gd name="connsiteX105" fmla="*/ 4828570 w 6312646"/>
              <a:gd name="connsiteY105" fmla="*/ 840690 h 5968515"/>
              <a:gd name="connsiteX106" fmla="*/ 4795681 w 6312646"/>
              <a:gd name="connsiteY106" fmla="*/ 850695 h 5968515"/>
              <a:gd name="connsiteX107" fmla="*/ 4827353 w 6312646"/>
              <a:gd name="connsiteY107" fmla="*/ 864061 h 5968515"/>
              <a:gd name="connsiteX108" fmla="*/ 4890314 w 6312646"/>
              <a:gd name="connsiteY108" fmla="*/ 859552 h 5968515"/>
              <a:gd name="connsiteX109" fmla="*/ 4799381 w 6312646"/>
              <a:gd name="connsiteY109" fmla="*/ 929733 h 5968515"/>
              <a:gd name="connsiteX110" fmla="*/ 4768622 w 6312646"/>
              <a:gd name="connsiteY110" fmla="*/ 974361 h 5968515"/>
              <a:gd name="connsiteX111" fmla="*/ 4816683 w 6312646"/>
              <a:gd name="connsiteY111" fmla="*/ 948728 h 5968515"/>
              <a:gd name="connsiteX112" fmla="*/ 4896674 w 6312646"/>
              <a:gd name="connsiteY112" fmla="*/ 866542 h 5968515"/>
              <a:gd name="connsiteX113" fmla="*/ 4885637 w 6312646"/>
              <a:gd name="connsiteY113" fmla="*/ 928729 h 5968515"/>
              <a:gd name="connsiteX114" fmla="*/ 4895645 w 6312646"/>
              <a:gd name="connsiteY114" fmla="*/ 961598 h 5968515"/>
              <a:gd name="connsiteX115" fmla="*/ 4909014 w 6312646"/>
              <a:gd name="connsiteY115" fmla="*/ 929946 h 5968515"/>
              <a:gd name="connsiteX116" fmla="*/ 4902025 w 6312646"/>
              <a:gd name="connsiteY116" fmla="*/ 856269 h 5968515"/>
              <a:gd name="connsiteX117" fmla="*/ 4901672 w 6312646"/>
              <a:gd name="connsiteY117" fmla="*/ 855661 h 5968515"/>
              <a:gd name="connsiteX118" fmla="*/ 4901660 w 6312646"/>
              <a:gd name="connsiteY118" fmla="*/ 855648 h 5968515"/>
              <a:gd name="connsiteX119" fmla="*/ 4901141 w 6312646"/>
              <a:gd name="connsiteY119" fmla="*/ 855288 h 5968515"/>
              <a:gd name="connsiteX120" fmla="*/ 4828570 w 6312646"/>
              <a:gd name="connsiteY120" fmla="*/ 840690 h 5968515"/>
              <a:gd name="connsiteX121" fmla="*/ 5015852 w 6312646"/>
              <a:gd name="connsiteY121" fmla="*/ 837414 h 5968515"/>
              <a:gd name="connsiteX122" fmla="*/ 4935784 w 6312646"/>
              <a:gd name="connsiteY122" fmla="*/ 844068 h 5968515"/>
              <a:gd name="connsiteX123" fmla="*/ 4935691 w 6312646"/>
              <a:gd name="connsiteY123" fmla="*/ 845856 h 5968515"/>
              <a:gd name="connsiteX124" fmla="*/ 5014636 w 6312646"/>
              <a:gd name="connsiteY124" fmla="*/ 860773 h 5968515"/>
              <a:gd name="connsiteX125" fmla="*/ 5050335 w 6312646"/>
              <a:gd name="connsiteY125" fmla="*/ 850927 h 5968515"/>
              <a:gd name="connsiteX126" fmla="*/ 5015852 w 6312646"/>
              <a:gd name="connsiteY126" fmla="*/ 837414 h 5968515"/>
              <a:gd name="connsiteX127" fmla="*/ 5184468 w 6312646"/>
              <a:gd name="connsiteY127" fmla="*/ 785721 h 5968515"/>
              <a:gd name="connsiteX128" fmla="*/ 5215369 w 6312646"/>
              <a:gd name="connsiteY128" fmla="*/ 787330 h 5968515"/>
              <a:gd name="connsiteX129" fmla="*/ 5231466 w 6312646"/>
              <a:gd name="connsiteY129" fmla="*/ 802421 h 5968515"/>
              <a:gd name="connsiteX130" fmla="*/ 5213890 w 6312646"/>
              <a:gd name="connsiteY130" fmla="*/ 815759 h 5968515"/>
              <a:gd name="connsiteX131" fmla="*/ 5213890 w 6312646"/>
              <a:gd name="connsiteY131" fmla="*/ 815746 h 5968515"/>
              <a:gd name="connsiteX132" fmla="*/ 5182989 w 6312646"/>
              <a:gd name="connsiteY132" fmla="*/ 814137 h 5968515"/>
              <a:gd name="connsiteX133" fmla="*/ 5766204 w 6312646"/>
              <a:gd name="connsiteY133" fmla="*/ 798343 h 5968515"/>
              <a:gd name="connsiteX134" fmla="*/ 5787936 w 6312646"/>
              <a:gd name="connsiteY134" fmla="*/ 824253 h 5968515"/>
              <a:gd name="connsiteX135" fmla="*/ 5763631 w 6312646"/>
              <a:gd name="connsiteY135" fmla="*/ 847767 h 5968515"/>
              <a:gd name="connsiteX136" fmla="*/ 5741899 w 6312646"/>
              <a:gd name="connsiteY136" fmla="*/ 821857 h 5968515"/>
              <a:gd name="connsiteX137" fmla="*/ 5766204 w 6312646"/>
              <a:gd name="connsiteY137" fmla="*/ 798343 h 5968515"/>
              <a:gd name="connsiteX138" fmla="*/ 5304032 w 6312646"/>
              <a:gd name="connsiteY138" fmla="*/ 774286 h 5968515"/>
              <a:gd name="connsiteX139" fmla="*/ 5325765 w 6312646"/>
              <a:gd name="connsiteY139" fmla="*/ 800196 h 5968515"/>
              <a:gd name="connsiteX140" fmla="*/ 5301460 w 6312646"/>
              <a:gd name="connsiteY140" fmla="*/ 823710 h 5968515"/>
              <a:gd name="connsiteX141" fmla="*/ 5279727 w 6312646"/>
              <a:gd name="connsiteY141" fmla="*/ 797800 h 5968515"/>
              <a:gd name="connsiteX142" fmla="*/ 5304032 w 6312646"/>
              <a:gd name="connsiteY142" fmla="*/ 774286 h 5968515"/>
              <a:gd name="connsiteX143" fmla="*/ 5568685 w 6312646"/>
              <a:gd name="connsiteY143" fmla="*/ 787139 h 5968515"/>
              <a:gd name="connsiteX144" fmla="*/ 5588028 w 6312646"/>
              <a:gd name="connsiteY144" fmla="*/ 805332 h 5968515"/>
              <a:gd name="connsiteX145" fmla="*/ 5547253 w 6312646"/>
              <a:gd name="connsiteY145" fmla="*/ 803209 h 5968515"/>
              <a:gd name="connsiteX146" fmla="*/ 5568685 w 6312646"/>
              <a:gd name="connsiteY146" fmla="*/ 787139 h 5968515"/>
              <a:gd name="connsiteX147" fmla="*/ 5697930 w 6312646"/>
              <a:gd name="connsiteY147" fmla="*/ 779934 h 5968515"/>
              <a:gd name="connsiteX148" fmla="*/ 5693815 w 6312646"/>
              <a:gd name="connsiteY148" fmla="*/ 859001 h 5968515"/>
              <a:gd name="connsiteX149" fmla="*/ 5711430 w 6312646"/>
              <a:gd name="connsiteY149" fmla="*/ 859918 h 5968515"/>
              <a:gd name="connsiteX150" fmla="*/ 5715545 w 6312646"/>
              <a:gd name="connsiteY150" fmla="*/ 780851 h 5968515"/>
              <a:gd name="connsiteX151" fmla="*/ 5398332 w 6312646"/>
              <a:gd name="connsiteY151" fmla="*/ 762944 h 5968515"/>
              <a:gd name="connsiteX152" fmla="*/ 5375885 w 6312646"/>
              <a:gd name="connsiteY152" fmla="*/ 777578 h 5968515"/>
              <a:gd name="connsiteX153" fmla="*/ 5376633 w 6312646"/>
              <a:gd name="connsiteY153" fmla="*/ 763210 h 5968515"/>
              <a:gd name="connsiteX154" fmla="*/ 5359017 w 6312646"/>
              <a:gd name="connsiteY154" fmla="*/ 762293 h 5968515"/>
              <a:gd name="connsiteX155" fmla="*/ 5354902 w 6312646"/>
              <a:gd name="connsiteY155" fmla="*/ 841360 h 5968515"/>
              <a:gd name="connsiteX156" fmla="*/ 5372518 w 6312646"/>
              <a:gd name="connsiteY156" fmla="*/ 842277 h 5968515"/>
              <a:gd name="connsiteX157" fmla="*/ 5374761 w 6312646"/>
              <a:gd name="connsiteY157" fmla="*/ 799186 h 5968515"/>
              <a:gd name="connsiteX158" fmla="*/ 5395225 w 6312646"/>
              <a:gd name="connsiteY158" fmla="*/ 781056 h 5968515"/>
              <a:gd name="connsiteX159" fmla="*/ 5399083 w 6312646"/>
              <a:gd name="connsiteY159" fmla="*/ 781256 h 5968515"/>
              <a:gd name="connsiteX160" fmla="*/ 5400031 w 6312646"/>
              <a:gd name="connsiteY160" fmla="*/ 763032 h 5968515"/>
              <a:gd name="connsiteX161" fmla="*/ 5763536 w 6312646"/>
              <a:gd name="connsiteY161" fmla="*/ 781185 h 5968515"/>
              <a:gd name="connsiteX162" fmla="*/ 5723669 w 6312646"/>
              <a:gd name="connsiteY162" fmla="*/ 820921 h 5968515"/>
              <a:gd name="connsiteX163" fmla="*/ 5759195 w 6312646"/>
              <a:gd name="connsiteY163" fmla="*/ 864581 h 5968515"/>
              <a:gd name="connsiteX164" fmla="*/ 5786561 w 6312646"/>
              <a:gd name="connsiteY164" fmla="*/ 850677 h 5968515"/>
              <a:gd name="connsiteX165" fmla="*/ 5785877 w 6312646"/>
              <a:gd name="connsiteY165" fmla="*/ 863806 h 5968515"/>
              <a:gd name="connsiteX166" fmla="*/ 5803481 w 6312646"/>
              <a:gd name="connsiteY166" fmla="*/ 864722 h 5968515"/>
              <a:gd name="connsiteX167" fmla="*/ 5807596 w 6312646"/>
              <a:gd name="connsiteY167" fmla="*/ 785655 h 5968515"/>
              <a:gd name="connsiteX168" fmla="*/ 5789993 w 6312646"/>
              <a:gd name="connsiteY168" fmla="*/ 784739 h 5968515"/>
              <a:gd name="connsiteX169" fmla="*/ 5789310 w 6312646"/>
              <a:gd name="connsiteY169" fmla="*/ 797855 h 5968515"/>
              <a:gd name="connsiteX170" fmla="*/ 5763536 w 6312646"/>
              <a:gd name="connsiteY170" fmla="*/ 781185 h 5968515"/>
              <a:gd name="connsiteX171" fmla="*/ 5301352 w 6312646"/>
              <a:gd name="connsiteY171" fmla="*/ 757127 h 5968515"/>
              <a:gd name="connsiteX172" fmla="*/ 5261484 w 6312646"/>
              <a:gd name="connsiteY172" fmla="*/ 796863 h 5968515"/>
              <a:gd name="connsiteX173" fmla="*/ 5297011 w 6312646"/>
              <a:gd name="connsiteY173" fmla="*/ 840523 h 5968515"/>
              <a:gd name="connsiteX174" fmla="*/ 5324377 w 6312646"/>
              <a:gd name="connsiteY174" fmla="*/ 826619 h 5968515"/>
              <a:gd name="connsiteX175" fmla="*/ 5323693 w 6312646"/>
              <a:gd name="connsiteY175" fmla="*/ 839748 h 5968515"/>
              <a:gd name="connsiteX176" fmla="*/ 5341296 w 6312646"/>
              <a:gd name="connsiteY176" fmla="*/ 840664 h 5968515"/>
              <a:gd name="connsiteX177" fmla="*/ 5345412 w 6312646"/>
              <a:gd name="connsiteY177" fmla="*/ 761598 h 5968515"/>
              <a:gd name="connsiteX178" fmla="*/ 5327809 w 6312646"/>
              <a:gd name="connsiteY178" fmla="*/ 760681 h 5968515"/>
              <a:gd name="connsiteX179" fmla="*/ 5327126 w 6312646"/>
              <a:gd name="connsiteY179" fmla="*/ 773797 h 5968515"/>
              <a:gd name="connsiteX180" fmla="*/ 5301352 w 6312646"/>
              <a:gd name="connsiteY180" fmla="*/ 757127 h 5968515"/>
              <a:gd name="connsiteX181" fmla="*/ 5659274 w 6312646"/>
              <a:gd name="connsiteY181" fmla="*/ 775745 h 5968515"/>
              <a:gd name="connsiteX182" fmla="*/ 5634981 w 6312646"/>
              <a:gd name="connsiteY182" fmla="*/ 787184 h 5968515"/>
              <a:gd name="connsiteX183" fmla="*/ 5635528 w 6312646"/>
              <a:gd name="connsiteY183" fmla="*/ 776686 h 5968515"/>
              <a:gd name="connsiteX184" fmla="*/ 5617926 w 6312646"/>
              <a:gd name="connsiteY184" fmla="*/ 775770 h 5968515"/>
              <a:gd name="connsiteX185" fmla="*/ 5613810 w 6312646"/>
              <a:gd name="connsiteY185" fmla="*/ 854836 h 5968515"/>
              <a:gd name="connsiteX186" fmla="*/ 5631400 w 6312646"/>
              <a:gd name="connsiteY186" fmla="*/ 855752 h 5968515"/>
              <a:gd name="connsiteX187" fmla="*/ 5633844 w 6312646"/>
              <a:gd name="connsiteY187" fmla="*/ 808805 h 5968515"/>
              <a:gd name="connsiteX188" fmla="*/ 5651200 w 6312646"/>
              <a:gd name="connsiteY188" fmla="*/ 790820 h 5968515"/>
              <a:gd name="connsiteX189" fmla="*/ 5665736 w 6312646"/>
              <a:gd name="connsiteY189" fmla="*/ 809069 h 5968515"/>
              <a:gd name="connsiteX190" fmla="*/ 5663220 w 6312646"/>
              <a:gd name="connsiteY190" fmla="*/ 857408 h 5968515"/>
              <a:gd name="connsiteX191" fmla="*/ 5680836 w 6312646"/>
              <a:gd name="connsiteY191" fmla="*/ 858325 h 5968515"/>
              <a:gd name="connsiteX192" fmla="*/ 5683513 w 6312646"/>
              <a:gd name="connsiteY192" fmla="*/ 806895 h 5968515"/>
              <a:gd name="connsiteX193" fmla="*/ 5659274 w 6312646"/>
              <a:gd name="connsiteY193" fmla="*/ 775745 h 5968515"/>
              <a:gd name="connsiteX194" fmla="*/ 5569534 w 6312646"/>
              <a:gd name="connsiteY194" fmla="*/ 771074 h 5968515"/>
              <a:gd name="connsiteX195" fmla="*/ 5528275 w 6312646"/>
              <a:gd name="connsiteY195" fmla="*/ 810737 h 5968515"/>
              <a:gd name="connsiteX196" fmla="*/ 5566573 w 6312646"/>
              <a:gd name="connsiteY196" fmla="*/ 854542 h 5968515"/>
              <a:gd name="connsiteX197" fmla="*/ 5601951 w 6312646"/>
              <a:gd name="connsiteY197" fmla="*/ 838570 h 5968515"/>
              <a:gd name="connsiteX198" fmla="*/ 5590434 w 6312646"/>
              <a:gd name="connsiteY198" fmla="*/ 827752 h 5968515"/>
              <a:gd name="connsiteX199" fmla="*/ 5567423 w 6312646"/>
              <a:gd name="connsiteY199" fmla="*/ 838476 h 5968515"/>
              <a:gd name="connsiteX200" fmla="*/ 5546066 w 6312646"/>
              <a:gd name="connsiteY200" fmla="*/ 817387 h 5968515"/>
              <a:gd name="connsiteX201" fmla="*/ 5605223 w 6312646"/>
              <a:gd name="connsiteY201" fmla="*/ 820467 h 5968515"/>
              <a:gd name="connsiteX202" fmla="*/ 5606021 w 6312646"/>
              <a:gd name="connsiteY202" fmla="*/ 814003 h 5968515"/>
              <a:gd name="connsiteX203" fmla="*/ 5569534 w 6312646"/>
              <a:gd name="connsiteY203" fmla="*/ 771074 h 5968515"/>
              <a:gd name="connsiteX204" fmla="*/ 5449355 w 6312646"/>
              <a:gd name="connsiteY204" fmla="*/ 764818 h 5968515"/>
              <a:gd name="connsiteX205" fmla="*/ 5426302 w 6312646"/>
              <a:gd name="connsiteY205" fmla="*/ 776322 h 5968515"/>
              <a:gd name="connsiteX206" fmla="*/ 5426848 w 6312646"/>
              <a:gd name="connsiteY206" fmla="*/ 765824 h 5968515"/>
              <a:gd name="connsiteX207" fmla="*/ 5409233 w 6312646"/>
              <a:gd name="connsiteY207" fmla="*/ 764907 h 5968515"/>
              <a:gd name="connsiteX208" fmla="*/ 5405118 w 6312646"/>
              <a:gd name="connsiteY208" fmla="*/ 843973 h 5968515"/>
              <a:gd name="connsiteX209" fmla="*/ 5422720 w 6312646"/>
              <a:gd name="connsiteY209" fmla="*/ 844890 h 5968515"/>
              <a:gd name="connsiteX210" fmla="*/ 5425163 w 6312646"/>
              <a:gd name="connsiteY210" fmla="*/ 797943 h 5968515"/>
              <a:gd name="connsiteX211" fmla="*/ 5441281 w 6312646"/>
              <a:gd name="connsiteY211" fmla="*/ 779893 h 5968515"/>
              <a:gd name="connsiteX212" fmla="*/ 5454591 w 6312646"/>
              <a:gd name="connsiteY212" fmla="*/ 798079 h 5968515"/>
              <a:gd name="connsiteX213" fmla="*/ 5452075 w 6312646"/>
              <a:gd name="connsiteY213" fmla="*/ 846418 h 5968515"/>
              <a:gd name="connsiteX214" fmla="*/ 5469678 w 6312646"/>
              <a:gd name="connsiteY214" fmla="*/ 847334 h 5968515"/>
              <a:gd name="connsiteX215" fmla="*/ 5472210 w 6312646"/>
              <a:gd name="connsiteY215" fmla="*/ 798688 h 5968515"/>
              <a:gd name="connsiteX216" fmla="*/ 5488240 w 6312646"/>
              <a:gd name="connsiteY216" fmla="*/ 782337 h 5968515"/>
              <a:gd name="connsiteX217" fmla="*/ 5501550 w 6312646"/>
              <a:gd name="connsiteY217" fmla="*/ 800523 h 5968515"/>
              <a:gd name="connsiteX218" fmla="*/ 5499033 w 6312646"/>
              <a:gd name="connsiteY218" fmla="*/ 848862 h 5968515"/>
              <a:gd name="connsiteX219" fmla="*/ 5516649 w 6312646"/>
              <a:gd name="connsiteY219" fmla="*/ 849779 h 5968515"/>
              <a:gd name="connsiteX220" fmla="*/ 5519326 w 6312646"/>
              <a:gd name="connsiteY220" fmla="*/ 798349 h 5968515"/>
              <a:gd name="connsiteX221" fmla="*/ 5494766 w 6312646"/>
              <a:gd name="connsiteY221" fmla="*/ 767182 h 5968515"/>
              <a:gd name="connsiteX222" fmla="*/ 5470274 w 6312646"/>
              <a:gd name="connsiteY222" fmla="*/ 779533 h 5968515"/>
              <a:gd name="connsiteX223" fmla="*/ 5449355 w 6312646"/>
              <a:gd name="connsiteY223" fmla="*/ 764818 h 5968515"/>
              <a:gd name="connsiteX224" fmla="*/ 5186719 w 6312646"/>
              <a:gd name="connsiteY224" fmla="*/ 742478 h 5968515"/>
              <a:gd name="connsiteX225" fmla="*/ 5216688 w 6312646"/>
              <a:gd name="connsiteY225" fmla="*/ 744038 h 5968515"/>
              <a:gd name="connsiteX226" fmla="*/ 5231174 w 6312646"/>
              <a:gd name="connsiteY226" fmla="*/ 757329 h 5968515"/>
              <a:gd name="connsiteX227" fmla="*/ 5215385 w 6312646"/>
              <a:gd name="connsiteY227" fmla="*/ 769057 h 5968515"/>
              <a:gd name="connsiteX228" fmla="*/ 5185417 w 6312646"/>
              <a:gd name="connsiteY228" fmla="*/ 767497 h 5968515"/>
              <a:gd name="connsiteX229" fmla="*/ 4922777 w 6312646"/>
              <a:gd name="connsiteY229" fmla="*/ 719661 h 5968515"/>
              <a:gd name="connsiteX230" fmla="*/ 4909450 w 6312646"/>
              <a:gd name="connsiteY230" fmla="*/ 750777 h 5968515"/>
              <a:gd name="connsiteX231" fmla="*/ 4916503 w 6312646"/>
              <a:gd name="connsiteY231" fmla="*/ 823215 h 5968515"/>
              <a:gd name="connsiteX232" fmla="*/ 4918279 w 6312646"/>
              <a:gd name="connsiteY232" fmla="*/ 823307 h 5968515"/>
              <a:gd name="connsiteX233" fmla="*/ 4932814 w 6312646"/>
              <a:gd name="connsiteY233" fmla="*/ 751993 h 5968515"/>
              <a:gd name="connsiteX234" fmla="*/ 4922777 w 6312646"/>
              <a:gd name="connsiteY234" fmla="*/ 719661 h 5968515"/>
              <a:gd name="connsiteX235" fmla="*/ 5167586 w 6312646"/>
              <a:gd name="connsiteY235" fmla="*/ 723221 h 5968515"/>
              <a:gd name="connsiteX236" fmla="*/ 5161960 w 6312646"/>
              <a:gd name="connsiteY236" fmla="*/ 831317 h 5968515"/>
              <a:gd name="connsiteX237" fmla="*/ 5215254 w 6312646"/>
              <a:gd name="connsiteY237" fmla="*/ 834091 h 5968515"/>
              <a:gd name="connsiteX238" fmla="*/ 5252362 w 6312646"/>
              <a:gd name="connsiteY238" fmla="*/ 805519 h 5968515"/>
              <a:gd name="connsiteX239" fmla="*/ 5234863 w 6312646"/>
              <a:gd name="connsiteY239" fmla="*/ 778753 h 5968515"/>
              <a:gd name="connsiteX240" fmla="*/ 5252323 w 6312646"/>
              <a:gd name="connsiteY240" fmla="*/ 755817 h 5968515"/>
              <a:gd name="connsiteX241" fmla="*/ 5220421 w 6312646"/>
              <a:gd name="connsiteY241" fmla="*/ 725971 h 5968515"/>
              <a:gd name="connsiteX242" fmla="*/ 5708396 w 6312646"/>
              <a:gd name="connsiteY242" fmla="*/ 748413 h 5968515"/>
              <a:gd name="connsiteX243" fmla="*/ 5696852 w 6312646"/>
              <a:gd name="connsiteY243" fmla="*/ 758812 h 5968515"/>
              <a:gd name="connsiteX244" fmla="*/ 5707254 w 6312646"/>
              <a:gd name="connsiteY244" fmla="*/ 770354 h 5968515"/>
              <a:gd name="connsiteX245" fmla="*/ 5718798 w 6312646"/>
              <a:gd name="connsiteY245" fmla="*/ 759955 h 5968515"/>
              <a:gd name="connsiteX246" fmla="*/ 5708396 w 6312646"/>
              <a:gd name="connsiteY246" fmla="*/ 748413 h 5968515"/>
              <a:gd name="connsiteX247" fmla="*/ 5062091 w 6312646"/>
              <a:gd name="connsiteY247" fmla="*/ 711443 h 5968515"/>
              <a:gd name="connsiteX248" fmla="*/ 5013521 w 6312646"/>
              <a:gd name="connsiteY248" fmla="*/ 737023 h 5968515"/>
              <a:gd name="connsiteX249" fmla="*/ 4932293 w 6312646"/>
              <a:gd name="connsiteY249" fmla="*/ 826982 h 5968515"/>
              <a:gd name="connsiteX250" fmla="*/ 4933673 w 6312646"/>
              <a:gd name="connsiteY250" fmla="*/ 828514 h 5968515"/>
              <a:gd name="connsiteX251" fmla="*/ 5031600 w 6312646"/>
              <a:gd name="connsiteY251" fmla="*/ 757083 h 5968515"/>
              <a:gd name="connsiteX252" fmla="*/ 5062091 w 6312646"/>
              <a:gd name="connsiteY252" fmla="*/ 711443 h 5968515"/>
              <a:gd name="connsiteX253" fmla="*/ 4783667 w 6312646"/>
              <a:gd name="connsiteY253" fmla="*/ 696886 h 5968515"/>
              <a:gd name="connsiteX254" fmla="*/ 4809255 w 6312646"/>
              <a:gd name="connsiteY254" fmla="*/ 745446 h 5968515"/>
              <a:gd name="connsiteX255" fmla="*/ 4899237 w 6312646"/>
              <a:gd name="connsiteY255" fmla="*/ 826657 h 5968515"/>
              <a:gd name="connsiteX256" fmla="*/ 4899236 w 6312646"/>
              <a:gd name="connsiteY256" fmla="*/ 826670 h 5968515"/>
              <a:gd name="connsiteX257" fmla="*/ 4900768 w 6312646"/>
              <a:gd name="connsiteY257" fmla="*/ 825290 h 5968515"/>
              <a:gd name="connsiteX258" fmla="*/ 4829319 w 6312646"/>
              <a:gd name="connsiteY258" fmla="*/ 727384 h 5968515"/>
              <a:gd name="connsiteX259" fmla="*/ 4783667 w 6312646"/>
              <a:gd name="connsiteY259" fmla="*/ 696886 h 5968515"/>
              <a:gd name="connsiteX260" fmla="*/ 6312646 w 6312646"/>
              <a:gd name="connsiteY260" fmla="*/ 328585 h 5968515"/>
              <a:gd name="connsiteX261" fmla="*/ 6019077 w 6312646"/>
              <a:gd name="connsiteY261" fmla="*/ 5968515 h 5968515"/>
              <a:gd name="connsiteX262" fmla="*/ 273146 w 6312646"/>
              <a:gd name="connsiteY262" fmla="*/ 5968515 h 5968515"/>
              <a:gd name="connsiteX263" fmla="*/ 0 w 6312646"/>
              <a:gd name="connsiteY263" fmla="*/ 5695369 h 5968515"/>
              <a:gd name="connsiteX264" fmla="*/ 0 w 6312646"/>
              <a:gd name="connsiteY264" fmla="*/ 0 h 5968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6312646" h="5968515">
                <a:moveTo>
                  <a:pt x="5530154" y="940994"/>
                </a:moveTo>
                <a:cubicBezTo>
                  <a:pt x="5543439" y="941686"/>
                  <a:pt x="5552627" y="952690"/>
                  <a:pt x="5551887" y="966905"/>
                </a:cubicBezTo>
                <a:cubicBezTo>
                  <a:pt x="5551147" y="981119"/>
                  <a:pt x="5540867" y="991110"/>
                  <a:pt x="5527582" y="990419"/>
                </a:cubicBezTo>
                <a:cubicBezTo>
                  <a:pt x="5514297" y="989727"/>
                  <a:pt x="5505108" y="978723"/>
                  <a:pt x="5505848" y="964508"/>
                </a:cubicBezTo>
                <a:cubicBezTo>
                  <a:pt x="5506588" y="950294"/>
                  <a:pt x="5516869" y="940303"/>
                  <a:pt x="5530154" y="940994"/>
                </a:cubicBezTo>
                <a:close/>
                <a:moveTo>
                  <a:pt x="5305251" y="929288"/>
                </a:moveTo>
                <a:cubicBezTo>
                  <a:pt x="5318536" y="929979"/>
                  <a:pt x="5327723" y="940984"/>
                  <a:pt x="5326983" y="955198"/>
                </a:cubicBezTo>
                <a:cubicBezTo>
                  <a:pt x="5326243" y="969412"/>
                  <a:pt x="5315963" y="979404"/>
                  <a:pt x="5302678" y="978712"/>
                </a:cubicBezTo>
                <a:cubicBezTo>
                  <a:pt x="5289393" y="978021"/>
                  <a:pt x="5280206" y="967016"/>
                  <a:pt x="5280946" y="952802"/>
                </a:cubicBezTo>
                <a:cubicBezTo>
                  <a:pt x="5281686" y="938587"/>
                  <a:pt x="5291966" y="928596"/>
                  <a:pt x="5305251" y="929288"/>
                </a:cubicBezTo>
                <a:close/>
                <a:moveTo>
                  <a:pt x="5620107" y="944754"/>
                </a:moveTo>
                <a:cubicBezTo>
                  <a:pt x="5629994" y="945269"/>
                  <a:pt x="5637723" y="951562"/>
                  <a:pt x="5639449" y="962947"/>
                </a:cubicBezTo>
                <a:lnTo>
                  <a:pt x="5598674" y="960824"/>
                </a:lnTo>
                <a:cubicBezTo>
                  <a:pt x="5601694" y="950301"/>
                  <a:pt x="5609607" y="944208"/>
                  <a:pt x="5620107" y="944754"/>
                </a:cubicBezTo>
                <a:close/>
                <a:moveTo>
                  <a:pt x="5708637" y="934021"/>
                </a:moveTo>
                <a:cubicBezTo>
                  <a:pt x="5697051" y="933418"/>
                  <a:pt x="5689150" y="939512"/>
                  <a:pt x="5686191" y="948643"/>
                </a:cubicBezTo>
                <a:lnTo>
                  <a:pt x="5686939" y="934275"/>
                </a:lnTo>
                <a:lnTo>
                  <a:pt x="5669335" y="933359"/>
                </a:lnTo>
                <a:lnTo>
                  <a:pt x="5665220" y="1012425"/>
                </a:lnTo>
                <a:lnTo>
                  <a:pt x="5665219" y="1012451"/>
                </a:lnTo>
                <a:lnTo>
                  <a:pt x="5682822" y="1013367"/>
                </a:lnTo>
                <a:lnTo>
                  <a:pt x="5685065" y="970277"/>
                </a:lnTo>
                <a:cubicBezTo>
                  <a:pt x="5685748" y="957148"/>
                  <a:pt x="5691618" y="951409"/>
                  <a:pt x="5705529" y="952133"/>
                </a:cubicBezTo>
                <a:lnTo>
                  <a:pt x="5709387" y="952334"/>
                </a:lnTo>
                <a:lnTo>
                  <a:pt x="5710336" y="934110"/>
                </a:lnTo>
                <a:close/>
                <a:moveTo>
                  <a:pt x="5527487" y="923836"/>
                </a:moveTo>
                <a:cubicBezTo>
                  <a:pt x="5506792" y="922759"/>
                  <a:pt x="5488895" y="939320"/>
                  <a:pt x="5487632" y="963573"/>
                </a:cubicBezTo>
                <a:cubicBezTo>
                  <a:pt x="5486370" y="987825"/>
                  <a:pt x="5502451" y="1006155"/>
                  <a:pt x="5523146" y="1007232"/>
                </a:cubicBezTo>
                <a:cubicBezTo>
                  <a:pt x="5535345" y="1007867"/>
                  <a:pt x="5544739" y="1003093"/>
                  <a:pt x="5550511" y="993328"/>
                </a:cubicBezTo>
                <a:lnTo>
                  <a:pt x="5549828" y="1006457"/>
                </a:lnTo>
                <a:lnTo>
                  <a:pt x="5567444" y="1007374"/>
                </a:lnTo>
                <a:lnTo>
                  <a:pt x="5571560" y="928308"/>
                </a:lnTo>
                <a:lnTo>
                  <a:pt x="5553944" y="927391"/>
                </a:lnTo>
                <a:lnTo>
                  <a:pt x="5553261" y="940507"/>
                </a:lnTo>
                <a:cubicBezTo>
                  <a:pt x="5548534" y="930195"/>
                  <a:pt x="5539686" y="924471"/>
                  <a:pt x="5527487" y="923836"/>
                </a:cubicBezTo>
                <a:close/>
                <a:moveTo>
                  <a:pt x="5306135" y="912302"/>
                </a:moveTo>
                <a:cubicBezTo>
                  <a:pt x="5282656" y="911080"/>
                  <a:pt x="5263979" y="927600"/>
                  <a:pt x="5262716" y="951853"/>
                </a:cubicBezTo>
                <a:cubicBezTo>
                  <a:pt x="5261454" y="976105"/>
                  <a:pt x="5278315" y="994476"/>
                  <a:pt x="5301794" y="995698"/>
                </a:cubicBezTo>
                <a:cubicBezTo>
                  <a:pt x="5325273" y="996920"/>
                  <a:pt x="5343950" y="980399"/>
                  <a:pt x="5345213" y="956147"/>
                </a:cubicBezTo>
                <a:cubicBezTo>
                  <a:pt x="5346475" y="931894"/>
                  <a:pt x="5329614" y="913524"/>
                  <a:pt x="5306135" y="912302"/>
                </a:cubicBezTo>
                <a:close/>
                <a:moveTo>
                  <a:pt x="5620956" y="928676"/>
                </a:moveTo>
                <a:cubicBezTo>
                  <a:pt x="5597785" y="927470"/>
                  <a:pt x="5580964" y="944254"/>
                  <a:pt x="5579710" y="968340"/>
                </a:cubicBezTo>
                <a:lnTo>
                  <a:pt x="5579696" y="968352"/>
                </a:lnTo>
                <a:cubicBezTo>
                  <a:pt x="5578442" y="992439"/>
                  <a:pt x="5594669" y="1010943"/>
                  <a:pt x="5617995" y="1012157"/>
                </a:cubicBezTo>
                <a:cubicBezTo>
                  <a:pt x="5632365" y="1012905"/>
                  <a:pt x="5646327" y="1006511"/>
                  <a:pt x="5653372" y="996185"/>
                </a:cubicBezTo>
                <a:lnTo>
                  <a:pt x="5641856" y="985367"/>
                </a:lnTo>
                <a:cubicBezTo>
                  <a:pt x="5636986" y="992553"/>
                  <a:pt x="5628411" y="996589"/>
                  <a:pt x="5618844" y="996091"/>
                </a:cubicBezTo>
                <a:cubicBezTo>
                  <a:pt x="5607258" y="995488"/>
                  <a:pt x="5599020" y="987158"/>
                  <a:pt x="5597488" y="975002"/>
                </a:cubicBezTo>
                <a:lnTo>
                  <a:pt x="5656645" y="978082"/>
                </a:lnTo>
                <a:cubicBezTo>
                  <a:pt x="5657056" y="976093"/>
                  <a:pt x="5657330" y="973776"/>
                  <a:pt x="5657443" y="971618"/>
                </a:cubicBezTo>
                <a:cubicBezTo>
                  <a:pt x="5658624" y="948911"/>
                  <a:pt x="5644129" y="929882"/>
                  <a:pt x="5620956" y="928676"/>
                </a:cubicBezTo>
                <a:close/>
                <a:moveTo>
                  <a:pt x="5383207" y="895555"/>
                </a:moveTo>
                <a:lnTo>
                  <a:pt x="5365309" y="900041"/>
                </a:lnTo>
                <a:lnTo>
                  <a:pt x="5364401" y="917486"/>
                </a:lnTo>
                <a:lnTo>
                  <a:pt x="5349111" y="916690"/>
                </a:lnTo>
                <a:lnTo>
                  <a:pt x="5348323" y="931824"/>
                </a:lnTo>
                <a:lnTo>
                  <a:pt x="5363613" y="932620"/>
                </a:lnTo>
                <a:lnTo>
                  <a:pt x="5361596" y="971381"/>
                </a:lnTo>
                <a:cubicBezTo>
                  <a:pt x="5360704" y="988520"/>
                  <a:pt x="5369624" y="998742"/>
                  <a:pt x="5385682" y="999578"/>
                </a:cubicBezTo>
                <a:cubicBezTo>
                  <a:pt x="5390166" y="999811"/>
                  <a:pt x="5394201" y="999560"/>
                  <a:pt x="5397188" y="998781"/>
                </a:cubicBezTo>
                <a:lnTo>
                  <a:pt x="5397199" y="998807"/>
                </a:lnTo>
                <a:lnTo>
                  <a:pt x="5397971" y="983980"/>
                </a:lnTo>
                <a:cubicBezTo>
                  <a:pt x="5395949" y="984182"/>
                  <a:pt x="5393157" y="984190"/>
                  <a:pt x="5391304" y="984094"/>
                </a:cubicBezTo>
                <a:cubicBezTo>
                  <a:pt x="5382656" y="983644"/>
                  <a:pt x="5378866" y="978951"/>
                  <a:pt x="5379300" y="970612"/>
                </a:cubicBezTo>
                <a:lnTo>
                  <a:pt x="5381229" y="933550"/>
                </a:lnTo>
                <a:lnTo>
                  <a:pt x="5400544" y="934555"/>
                </a:lnTo>
                <a:lnTo>
                  <a:pt x="5401332" y="919421"/>
                </a:lnTo>
                <a:lnTo>
                  <a:pt x="5382017" y="918416"/>
                </a:lnTo>
                <a:close/>
                <a:moveTo>
                  <a:pt x="5414595" y="891004"/>
                </a:moveTo>
                <a:lnTo>
                  <a:pt x="5408967" y="999112"/>
                </a:lnTo>
                <a:lnTo>
                  <a:pt x="5426558" y="1000028"/>
                </a:lnTo>
                <a:lnTo>
                  <a:pt x="5429001" y="953081"/>
                </a:lnTo>
                <a:cubicBezTo>
                  <a:pt x="5429636" y="940884"/>
                  <a:pt x="5436471" y="934581"/>
                  <a:pt x="5446358" y="935096"/>
                </a:cubicBezTo>
                <a:cubicBezTo>
                  <a:pt x="5456245" y="935610"/>
                  <a:pt x="5461456" y="942541"/>
                  <a:pt x="5460894" y="953345"/>
                </a:cubicBezTo>
                <a:lnTo>
                  <a:pt x="5458378" y="1001684"/>
                </a:lnTo>
                <a:lnTo>
                  <a:pt x="5475994" y="1002601"/>
                </a:lnTo>
                <a:lnTo>
                  <a:pt x="5478671" y="951172"/>
                </a:lnTo>
                <a:cubicBezTo>
                  <a:pt x="5479732" y="930789"/>
                  <a:pt x="5469249" y="920792"/>
                  <a:pt x="5454431" y="920021"/>
                </a:cubicBezTo>
                <a:cubicBezTo>
                  <a:pt x="5442232" y="919386"/>
                  <a:pt x="5433883" y="924996"/>
                  <a:pt x="5430140" y="931460"/>
                </a:cubicBezTo>
                <a:lnTo>
                  <a:pt x="5432198" y="891920"/>
                </a:lnTo>
                <a:close/>
                <a:moveTo>
                  <a:pt x="5207225" y="878353"/>
                </a:moveTo>
                <a:cubicBezTo>
                  <a:pt x="5176170" y="876737"/>
                  <a:pt x="5151623" y="898996"/>
                  <a:pt x="5149926" y="931588"/>
                </a:cubicBezTo>
                <a:cubicBezTo>
                  <a:pt x="5148230" y="964180"/>
                  <a:pt x="5170333" y="988868"/>
                  <a:pt x="5199063" y="990363"/>
                </a:cubicBezTo>
                <a:cubicBezTo>
                  <a:pt x="5212348" y="991055"/>
                  <a:pt x="5225176" y="985525"/>
                  <a:pt x="5232959" y="976018"/>
                </a:cubicBezTo>
                <a:lnTo>
                  <a:pt x="5232236" y="989913"/>
                </a:lnTo>
                <a:lnTo>
                  <a:pt x="5250158" y="990846"/>
                </a:lnTo>
                <a:lnTo>
                  <a:pt x="5253117" y="934014"/>
                </a:lnTo>
                <a:lnTo>
                  <a:pt x="5206311" y="931578"/>
                </a:lnTo>
                <a:lnTo>
                  <a:pt x="5205394" y="949189"/>
                </a:lnTo>
                <a:lnTo>
                  <a:pt x="5232731" y="950612"/>
                </a:lnTo>
                <a:cubicBezTo>
                  <a:pt x="5229408" y="963757"/>
                  <a:pt x="5217187" y="972418"/>
                  <a:pt x="5202356" y="971646"/>
                </a:cubicBezTo>
                <a:cubicBezTo>
                  <a:pt x="5182887" y="970633"/>
                  <a:pt x="5169809" y="954162"/>
                  <a:pt x="5170926" y="932694"/>
                </a:cubicBezTo>
                <a:cubicBezTo>
                  <a:pt x="5172044" y="911226"/>
                  <a:pt x="5186761" y="896202"/>
                  <a:pt x="5206230" y="897216"/>
                </a:cubicBezTo>
                <a:cubicBezTo>
                  <a:pt x="5220128" y="897939"/>
                  <a:pt x="5229807" y="905409"/>
                  <a:pt x="5234709" y="915576"/>
                </a:cubicBezTo>
                <a:lnTo>
                  <a:pt x="5251971" y="905321"/>
                </a:lnTo>
                <a:cubicBezTo>
                  <a:pt x="5244586" y="889454"/>
                  <a:pt x="5227764" y="879435"/>
                  <a:pt x="5207211" y="878365"/>
                </a:cubicBezTo>
                <a:close/>
                <a:moveTo>
                  <a:pt x="4931941" y="859068"/>
                </a:moveTo>
                <a:lnTo>
                  <a:pt x="4931949" y="859074"/>
                </a:lnTo>
                <a:lnTo>
                  <a:pt x="4930422" y="860449"/>
                </a:lnTo>
                <a:cubicBezTo>
                  <a:pt x="4946704" y="888970"/>
                  <a:pt x="4968559" y="921392"/>
                  <a:pt x="5001872" y="958355"/>
                </a:cubicBezTo>
                <a:cubicBezTo>
                  <a:pt x="5026127" y="985268"/>
                  <a:pt x="5039380" y="996189"/>
                  <a:pt x="5047524" y="988840"/>
                </a:cubicBezTo>
                <a:cubicBezTo>
                  <a:pt x="5055668" y="981504"/>
                  <a:pt x="5046179" y="967192"/>
                  <a:pt x="5021923" y="940280"/>
                </a:cubicBezTo>
                <a:cubicBezTo>
                  <a:pt x="5005267" y="921798"/>
                  <a:pt x="4989443" y="906280"/>
                  <a:pt x="4974446" y="892989"/>
                </a:cubicBezTo>
                <a:lnTo>
                  <a:pt x="4931949" y="859074"/>
                </a:lnTo>
                <a:lnTo>
                  <a:pt x="4931954" y="859069"/>
                </a:lnTo>
                <a:close/>
                <a:moveTo>
                  <a:pt x="4828570" y="840690"/>
                </a:moveTo>
                <a:cubicBezTo>
                  <a:pt x="4806599" y="839546"/>
                  <a:pt x="4796175" y="841206"/>
                  <a:pt x="4795681" y="850695"/>
                </a:cubicBezTo>
                <a:cubicBezTo>
                  <a:pt x="4795187" y="860184"/>
                  <a:pt x="4805369" y="862917"/>
                  <a:pt x="4827353" y="864061"/>
                </a:cubicBezTo>
                <a:cubicBezTo>
                  <a:pt x="4852264" y="865357"/>
                  <a:pt x="4872781" y="863186"/>
                  <a:pt x="4890314" y="859552"/>
                </a:cubicBezTo>
                <a:cubicBezTo>
                  <a:pt x="4863568" y="875794"/>
                  <a:pt x="4833578" y="899255"/>
                  <a:pt x="4799381" y="929733"/>
                </a:cubicBezTo>
                <a:cubicBezTo>
                  <a:pt x="4772543" y="953653"/>
                  <a:pt x="4761595" y="966645"/>
                  <a:pt x="4768622" y="974361"/>
                </a:cubicBezTo>
                <a:cubicBezTo>
                  <a:pt x="4775650" y="982077"/>
                  <a:pt x="4789846" y="972649"/>
                  <a:pt x="4816683" y="948728"/>
                </a:cubicBezTo>
                <a:cubicBezTo>
                  <a:pt x="4850882" y="918238"/>
                  <a:pt x="4877575" y="891173"/>
                  <a:pt x="4896674" y="866542"/>
                </a:cubicBezTo>
                <a:cubicBezTo>
                  <a:pt x="4891239" y="883598"/>
                  <a:pt x="4886935" y="903787"/>
                  <a:pt x="4885637" y="928729"/>
                </a:cubicBezTo>
                <a:cubicBezTo>
                  <a:pt x="4884493" y="950696"/>
                  <a:pt x="4886154" y="961104"/>
                  <a:pt x="4895645" y="961598"/>
                </a:cubicBezTo>
                <a:cubicBezTo>
                  <a:pt x="4905137" y="962092"/>
                  <a:pt x="4907870" y="951913"/>
                  <a:pt x="4909014" y="929946"/>
                </a:cubicBezTo>
                <a:cubicBezTo>
                  <a:pt x="4910585" y="899767"/>
                  <a:pt x="4907081" y="876035"/>
                  <a:pt x="4902025" y="856269"/>
                </a:cubicBezTo>
                <a:cubicBezTo>
                  <a:pt x="4901962" y="855997"/>
                  <a:pt x="4901831" y="855798"/>
                  <a:pt x="4901672" y="855661"/>
                </a:cubicBezTo>
                <a:lnTo>
                  <a:pt x="4901660" y="855648"/>
                </a:lnTo>
                <a:cubicBezTo>
                  <a:pt x="4901540" y="855501"/>
                  <a:pt x="4901367" y="855376"/>
                  <a:pt x="4901141" y="855288"/>
                </a:cubicBezTo>
                <a:cubicBezTo>
                  <a:pt x="4881989" y="848221"/>
                  <a:pt x="4858756" y="842261"/>
                  <a:pt x="4828570" y="840690"/>
                </a:cubicBezTo>
                <a:close/>
                <a:moveTo>
                  <a:pt x="5015852" y="837414"/>
                </a:moveTo>
                <a:cubicBezTo>
                  <a:pt x="4983036" y="835706"/>
                  <a:pt x="4957253" y="839115"/>
                  <a:pt x="4935784" y="844068"/>
                </a:cubicBezTo>
                <a:cubicBezTo>
                  <a:pt x="4934656" y="844329"/>
                  <a:pt x="4934596" y="845478"/>
                  <a:pt x="4935691" y="845856"/>
                </a:cubicBezTo>
                <a:cubicBezTo>
                  <a:pt x="4956529" y="853010"/>
                  <a:pt x="4981833" y="859065"/>
                  <a:pt x="5014636" y="860773"/>
                </a:cubicBezTo>
                <a:cubicBezTo>
                  <a:pt x="5038524" y="862016"/>
                  <a:pt x="5049842" y="860403"/>
                  <a:pt x="5050335" y="850927"/>
                </a:cubicBezTo>
                <a:cubicBezTo>
                  <a:pt x="5050829" y="841450"/>
                  <a:pt x="5039740" y="838658"/>
                  <a:pt x="5015852" y="837414"/>
                </a:cubicBezTo>
                <a:close/>
                <a:moveTo>
                  <a:pt x="5184468" y="785721"/>
                </a:moveTo>
                <a:lnTo>
                  <a:pt x="5215369" y="787330"/>
                </a:lnTo>
                <a:cubicBezTo>
                  <a:pt x="5226023" y="787884"/>
                  <a:pt x="5231932" y="793455"/>
                  <a:pt x="5231466" y="802421"/>
                </a:cubicBezTo>
                <a:cubicBezTo>
                  <a:pt x="5230999" y="811386"/>
                  <a:pt x="5224543" y="816313"/>
                  <a:pt x="5213890" y="815759"/>
                </a:cubicBezTo>
                <a:lnTo>
                  <a:pt x="5213890" y="815746"/>
                </a:lnTo>
                <a:lnTo>
                  <a:pt x="5182989" y="814137"/>
                </a:lnTo>
                <a:close/>
                <a:moveTo>
                  <a:pt x="5766204" y="798343"/>
                </a:moveTo>
                <a:cubicBezTo>
                  <a:pt x="5779489" y="799034"/>
                  <a:pt x="5788676" y="810039"/>
                  <a:pt x="5787936" y="824253"/>
                </a:cubicBezTo>
                <a:cubicBezTo>
                  <a:pt x="5787196" y="838467"/>
                  <a:pt x="5776916" y="848459"/>
                  <a:pt x="5763631" y="847767"/>
                </a:cubicBezTo>
                <a:cubicBezTo>
                  <a:pt x="5750346" y="847076"/>
                  <a:pt x="5741159" y="836071"/>
                  <a:pt x="5741899" y="821857"/>
                </a:cubicBezTo>
                <a:cubicBezTo>
                  <a:pt x="5742638" y="807642"/>
                  <a:pt x="5752919" y="797651"/>
                  <a:pt x="5766204" y="798343"/>
                </a:cubicBezTo>
                <a:close/>
                <a:moveTo>
                  <a:pt x="5304032" y="774286"/>
                </a:moveTo>
                <a:cubicBezTo>
                  <a:pt x="5317317" y="774977"/>
                  <a:pt x="5326505" y="785982"/>
                  <a:pt x="5325765" y="800196"/>
                </a:cubicBezTo>
                <a:cubicBezTo>
                  <a:pt x="5325025" y="814410"/>
                  <a:pt x="5314745" y="824402"/>
                  <a:pt x="5301460" y="823710"/>
                </a:cubicBezTo>
                <a:cubicBezTo>
                  <a:pt x="5288175" y="823019"/>
                  <a:pt x="5278987" y="812014"/>
                  <a:pt x="5279727" y="797800"/>
                </a:cubicBezTo>
                <a:cubicBezTo>
                  <a:pt x="5280467" y="783585"/>
                  <a:pt x="5290747" y="773594"/>
                  <a:pt x="5304032" y="774286"/>
                </a:cubicBezTo>
                <a:close/>
                <a:moveTo>
                  <a:pt x="5568685" y="787139"/>
                </a:moveTo>
                <a:cubicBezTo>
                  <a:pt x="5578573" y="787654"/>
                  <a:pt x="5586302" y="793947"/>
                  <a:pt x="5588028" y="805332"/>
                </a:cubicBezTo>
                <a:lnTo>
                  <a:pt x="5547253" y="803209"/>
                </a:lnTo>
                <a:cubicBezTo>
                  <a:pt x="5550272" y="792686"/>
                  <a:pt x="5558185" y="786593"/>
                  <a:pt x="5568685" y="787139"/>
                </a:cubicBezTo>
                <a:close/>
                <a:moveTo>
                  <a:pt x="5697930" y="779934"/>
                </a:moveTo>
                <a:lnTo>
                  <a:pt x="5693815" y="859001"/>
                </a:lnTo>
                <a:lnTo>
                  <a:pt x="5711430" y="859918"/>
                </a:lnTo>
                <a:lnTo>
                  <a:pt x="5715545" y="780851"/>
                </a:lnTo>
                <a:close/>
                <a:moveTo>
                  <a:pt x="5398332" y="762944"/>
                </a:moveTo>
                <a:cubicBezTo>
                  <a:pt x="5386746" y="762341"/>
                  <a:pt x="5378846" y="768435"/>
                  <a:pt x="5375885" y="777578"/>
                </a:cubicBezTo>
                <a:lnTo>
                  <a:pt x="5376633" y="763210"/>
                </a:lnTo>
                <a:lnTo>
                  <a:pt x="5359017" y="762293"/>
                </a:lnTo>
                <a:lnTo>
                  <a:pt x="5354902" y="841360"/>
                </a:lnTo>
                <a:lnTo>
                  <a:pt x="5372518" y="842277"/>
                </a:lnTo>
                <a:lnTo>
                  <a:pt x="5374761" y="799186"/>
                </a:lnTo>
                <a:cubicBezTo>
                  <a:pt x="5375444" y="786058"/>
                  <a:pt x="5381314" y="780332"/>
                  <a:pt x="5395225" y="781056"/>
                </a:cubicBezTo>
                <a:lnTo>
                  <a:pt x="5399083" y="781256"/>
                </a:lnTo>
                <a:lnTo>
                  <a:pt x="5400031" y="763032"/>
                </a:lnTo>
                <a:close/>
                <a:moveTo>
                  <a:pt x="5763536" y="781185"/>
                </a:moveTo>
                <a:cubicBezTo>
                  <a:pt x="5742842" y="780108"/>
                  <a:pt x="5724931" y="796668"/>
                  <a:pt x="5723669" y="820921"/>
                </a:cubicBezTo>
                <a:cubicBezTo>
                  <a:pt x="5722406" y="845173"/>
                  <a:pt x="5738488" y="863503"/>
                  <a:pt x="5759195" y="864581"/>
                </a:cubicBezTo>
                <a:cubicBezTo>
                  <a:pt x="5771395" y="865216"/>
                  <a:pt x="5780788" y="860442"/>
                  <a:pt x="5786561" y="850677"/>
                </a:cubicBezTo>
                <a:lnTo>
                  <a:pt x="5785877" y="863806"/>
                </a:lnTo>
                <a:lnTo>
                  <a:pt x="5803481" y="864722"/>
                </a:lnTo>
                <a:lnTo>
                  <a:pt x="5807596" y="785655"/>
                </a:lnTo>
                <a:lnTo>
                  <a:pt x="5789993" y="784739"/>
                </a:lnTo>
                <a:lnTo>
                  <a:pt x="5789310" y="797855"/>
                </a:lnTo>
                <a:cubicBezTo>
                  <a:pt x="5784583" y="787543"/>
                  <a:pt x="5775735" y="781820"/>
                  <a:pt x="5763536" y="781185"/>
                </a:cubicBezTo>
                <a:close/>
                <a:moveTo>
                  <a:pt x="5301352" y="757127"/>
                </a:moveTo>
                <a:cubicBezTo>
                  <a:pt x="5280658" y="756050"/>
                  <a:pt x="5262747" y="772611"/>
                  <a:pt x="5261484" y="796863"/>
                </a:cubicBezTo>
                <a:cubicBezTo>
                  <a:pt x="5260222" y="821116"/>
                  <a:pt x="5276304" y="839445"/>
                  <a:pt x="5297011" y="840523"/>
                </a:cubicBezTo>
                <a:cubicBezTo>
                  <a:pt x="5309210" y="841158"/>
                  <a:pt x="5318604" y="836384"/>
                  <a:pt x="5324377" y="826619"/>
                </a:cubicBezTo>
                <a:lnTo>
                  <a:pt x="5323693" y="839748"/>
                </a:lnTo>
                <a:lnTo>
                  <a:pt x="5341296" y="840664"/>
                </a:lnTo>
                <a:lnTo>
                  <a:pt x="5345412" y="761598"/>
                </a:lnTo>
                <a:lnTo>
                  <a:pt x="5327809" y="760681"/>
                </a:lnTo>
                <a:lnTo>
                  <a:pt x="5327126" y="773797"/>
                </a:lnTo>
                <a:cubicBezTo>
                  <a:pt x="5322399" y="763486"/>
                  <a:pt x="5313551" y="757762"/>
                  <a:pt x="5301352" y="757127"/>
                </a:cubicBezTo>
                <a:close/>
                <a:moveTo>
                  <a:pt x="5659274" y="775745"/>
                </a:moveTo>
                <a:cubicBezTo>
                  <a:pt x="5647074" y="775110"/>
                  <a:pt x="5638725" y="780720"/>
                  <a:pt x="5634981" y="787184"/>
                </a:cubicBezTo>
                <a:lnTo>
                  <a:pt x="5635528" y="776686"/>
                </a:lnTo>
                <a:lnTo>
                  <a:pt x="5617926" y="775770"/>
                </a:lnTo>
                <a:lnTo>
                  <a:pt x="5613810" y="854836"/>
                </a:lnTo>
                <a:lnTo>
                  <a:pt x="5631400" y="855752"/>
                </a:lnTo>
                <a:lnTo>
                  <a:pt x="5633844" y="808805"/>
                </a:lnTo>
                <a:cubicBezTo>
                  <a:pt x="5634479" y="796608"/>
                  <a:pt x="5641314" y="790305"/>
                  <a:pt x="5651200" y="790820"/>
                </a:cubicBezTo>
                <a:cubicBezTo>
                  <a:pt x="5661088" y="791334"/>
                  <a:pt x="5666299" y="798265"/>
                  <a:pt x="5665736" y="809069"/>
                </a:cubicBezTo>
                <a:lnTo>
                  <a:pt x="5663220" y="857408"/>
                </a:lnTo>
                <a:lnTo>
                  <a:pt x="5680836" y="858325"/>
                </a:lnTo>
                <a:lnTo>
                  <a:pt x="5683513" y="806895"/>
                </a:lnTo>
                <a:cubicBezTo>
                  <a:pt x="5684574" y="786513"/>
                  <a:pt x="5674092" y="776516"/>
                  <a:pt x="5659274" y="775745"/>
                </a:cubicBezTo>
                <a:close/>
                <a:moveTo>
                  <a:pt x="5569534" y="771074"/>
                </a:moveTo>
                <a:cubicBezTo>
                  <a:pt x="5546362" y="769868"/>
                  <a:pt x="5529529" y="786638"/>
                  <a:pt x="5528275" y="810737"/>
                </a:cubicBezTo>
                <a:cubicBezTo>
                  <a:pt x="5527021" y="834824"/>
                  <a:pt x="5543247" y="853328"/>
                  <a:pt x="5566573" y="854542"/>
                </a:cubicBezTo>
                <a:cubicBezTo>
                  <a:pt x="5580944" y="855290"/>
                  <a:pt x="5594905" y="848896"/>
                  <a:pt x="5601951" y="838570"/>
                </a:cubicBezTo>
                <a:lnTo>
                  <a:pt x="5590434" y="827752"/>
                </a:lnTo>
                <a:cubicBezTo>
                  <a:pt x="5585565" y="834926"/>
                  <a:pt x="5576990" y="838974"/>
                  <a:pt x="5567423" y="838476"/>
                </a:cubicBezTo>
                <a:cubicBezTo>
                  <a:pt x="5555836" y="837873"/>
                  <a:pt x="5547598" y="829543"/>
                  <a:pt x="5546066" y="817387"/>
                </a:cubicBezTo>
                <a:lnTo>
                  <a:pt x="5605223" y="820467"/>
                </a:lnTo>
                <a:cubicBezTo>
                  <a:pt x="5605635" y="818478"/>
                  <a:pt x="5605909" y="816161"/>
                  <a:pt x="5606021" y="814003"/>
                </a:cubicBezTo>
                <a:cubicBezTo>
                  <a:pt x="5607203" y="791296"/>
                  <a:pt x="5592707" y="772280"/>
                  <a:pt x="5569534" y="771074"/>
                </a:cubicBezTo>
                <a:close/>
                <a:moveTo>
                  <a:pt x="5449355" y="764818"/>
                </a:moveTo>
                <a:cubicBezTo>
                  <a:pt x="5437921" y="764223"/>
                  <a:pt x="5430046" y="769857"/>
                  <a:pt x="5426302" y="776322"/>
                </a:cubicBezTo>
                <a:lnTo>
                  <a:pt x="5426848" y="765824"/>
                </a:lnTo>
                <a:lnTo>
                  <a:pt x="5409233" y="764907"/>
                </a:lnTo>
                <a:lnTo>
                  <a:pt x="5405118" y="843973"/>
                </a:lnTo>
                <a:lnTo>
                  <a:pt x="5422720" y="844890"/>
                </a:lnTo>
                <a:lnTo>
                  <a:pt x="5425163" y="797943"/>
                </a:lnTo>
                <a:cubicBezTo>
                  <a:pt x="5425798" y="785746"/>
                  <a:pt x="5432174" y="779419"/>
                  <a:pt x="5441281" y="779893"/>
                </a:cubicBezTo>
                <a:cubicBezTo>
                  <a:pt x="5450390" y="780367"/>
                  <a:pt x="5455154" y="787274"/>
                  <a:pt x="5454591" y="798079"/>
                </a:cubicBezTo>
                <a:lnTo>
                  <a:pt x="5452075" y="846418"/>
                </a:lnTo>
                <a:lnTo>
                  <a:pt x="5469678" y="847334"/>
                </a:lnTo>
                <a:lnTo>
                  <a:pt x="5472210" y="798688"/>
                </a:lnTo>
                <a:cubicBezTo>
                  <a:pt x="5472757" y="788190"/>
                  <a:pt x="5479132" y="781863"/>
                  <a:pt x="5488240" y="782337"/>
                </a:cubicBezTo>
                <a:cubicBezTo>
                  <a:pt x="5497348" y="782811"/>
                  <a:pt x="5502112" y="789718"/>
                  <a:pt x="5501550" y="800523"/>
                </a:cubicBezTo>
                <a:lnTo>
                  <a:pt x="5499033" y="848862"/>
                </a:lnTo>
                <a:lnTo>
                  <a:pt x="5516649" y="849779"/>
                </a:lnTo>
                <a:lnTo>
                  <a:pt x="5519326" y="798349"/>
                </a:lnTo>
                <a:cubicBezTo>
                  <a:pt x="5520387" y="777966"/>
                  <a:pt x="5510377" y="767995"/>
                  <a:pt x="5494766" y="767182"/>
                </a:cubicBezTo>
                <a:cubicBezTo>
                  <a:pt x="5484267" y="766636"/>
                  <a:pt x="5475836" y="770845"/>
                  <a:pt x="5470274" y="779533"/>
                </a:cubicBezTo>
                <a:cubicBezTo>
                  <a:pt x="5466593" y="770044"/>
                  <a:pt x="5458935" y="765317"/>
                  <a:pt x="5449355" y="764818"/>
                </a:cubicBezTo>
                <a:close/>
                <a:moveTo>
                  <a:pt x="5186719" y="742478"/>
                </a:moveTo>
                <a:lnTo>
                  <a:pt x="5216688" y="744038"/>
                </a:lnTo>
                <a:cubicBezTo>
                  <a:pt x="5226269" y="744537"/>
                  <a:pt x="5231584" y="749462"/>
                  <a:pt x="5231174" y="757329"/>
                </a:cubicBezTo>
                <a:cubicBezTo>
                  <a:pt x="5230765" y="765196"/>
                  <a:pt x="5224966" y="769555"/>
                  <a:pt x="5215385" y="769057"/>
                </a:cubicBezTo>
                <a:lnTo>
                  <a:pt x="5185417" y="767497"/>
                </a:lnTo>
                <a:close/>
                <a:moveTo>
                  <a:pt x="4922777" y="719661"/>
                </a:moveTo>
                <a:cubicBezTo>
                  <a:pt x="4913298" y="719167"/>
                  <a:pt x="4910574" y="729180"/>
                  <a:pt x="4909450" y="750777"/>
                </a:cubicBezTo>
                <a:cubicBezTo>
                  <a:pt x="4907906" y="780444"/>
                  <a:pt x="4911430" y="803780"/>
                  <a:pt x="4916503" y="823215"/>
                </a:cubicBezTo>
                <a:cubicBezTo>
                  <a:pt x="4916770" y="824241"/>
                  <a:pt x="4917907" y="824300"/>
                  <a:pt x="4918279" y="823307"/>
                </a:cubicBezTo>
                <a:cubicBezTo>
                  <a:pt x="4925329" y="804491"/>
                  <a:pt x="4931270" y="781660"/>
                  <a:pt x="4932814" y="751993"/>
                </a:cubicBezTo>
                <a:cubicBezTo>
                  <a:pt x="4933938" y="730397"/>
                  <a:pt x="4932269" y="720155"/>
                  <a:pt x="4922777" y="719661"/>
                </a:cubicBezTo>
                <a:close/>
                <a:moveTo>
                  <a:pt x="5167586" y="723221"/>
                </a:moveTo>
                <a:lnTo>
                  <a:pt x="5161960" y="831317"/>
                </a:lnTo>
                <a:lnTo>
                  <a:pt x="5215254" y="834091"/>
                </a:lnTo>
                <a:cubicBezTo>
                  <a:pt x="5237647" y="835256"/>
                  <a:pt x="5251366" y="824663"/>
                  <a:pt x="5252362" y="805519"/>
                </a:cubicBezTo>
                <a:cubicBezTo>
                  <a:pt x="5253045" y="792390"/>
                  <a:pt x="5246248" y="783213"/>
                  <a:pt x="5234863" y="778753"/>
                </a:cubicBezTo>
                <a:cubicBezTo>
                  <a:pt x="5245104" y="775419"/>
                  <a:pt x="5251753" y="766775"/>
                  <a:pt x="5252323" y="755817"/>
                </a:cubicBezTo>
                <a:cubicBezTo>
                  <a:pt x="5253240" y="738206"/>
                  <a:pt x="5241434" y="727065"/>
                  <a:pt x="5220421" y="725971"/>
                </a:cubicBezTo>
                <a:close/>
                <a:moveTo>
                  <a:pt x="5708396" y="748413"/>
                </a:moveTo>
                <a:cubicBezTo>
                  <a:pt x="5702367" y="748099"/>
                  <a:pt x="5697166" y="752784"/>
                  <a:pt x="5696852" y="758812"/>
                </a:cubicBezTo>
                <a:cubicBezTo>
                  <a:pt x="5696538" y="764840"/>
                  <a:pt x="5701225" y="770040"/>
                  <a:pt x="5707254" y="770354"/>
                </a:cubicBezTo>
                <a:cubicBezTo>
                  <a:pt x="5713284" y="770668"/>
                  <a:pt x="5718484" y="765983"/>
                  <a:pt x="5718798" y="759955"/>
                </a:cubicBezTo>
                <a:cubicBezTo>
                  <a:pt x="5719112" y="753927"/>
                  <a:pt x="5714426" y="748727"/>
                  <a:pt x="5708396" y="748413"/>
                </a:cubicBezTo>
                <a:close/>
                <a:moveTo>
                  <a:pt x="5062091" y="711443"/>
                </a:moveTo>
                <a:cubicBezTo>
                  <a:pt x="5054753" y="703300"/>
                  <a:pt x="5040439" y="712787"/>
                  <a:pt x="5013521" y="737023"/>
                </a:cubicBezTo>
                <a:cubicBezTo>
                  <a:pt x="4976550" y="770328"/>
                  <a:pt x="4951434" y="800305"/>
                  <a:pt x="4932293" y="826982"/>
                </a:cubicBezTo>
                <a:cubicBezTo>
                  <a:pt x="4931284" y="828390"/>
                  <a:pt x="4932168" y="829370"/>
                  <a:pt x="4933673" y="828514"/>
                </a:cubicBezTo>
                <a:cubicBezTo>
                  <a:pt x="4962200" y="812237"/>
                  <a:pt x="4994629" y="790388"/>
                  <a:pt x="5031600" y="757083"/>
                </a:cubicBezTo>
                <a:cubicBezTo>
                  <a:pt x="5058518" y="732835"/>
                  <a:pt x="5069443" y="719586"/>
                  <a:pt x="5062091" y="711443"/>
                </a:cubicBezTo>
                <a:close/>
                <a:moveTo>
                  <a:pt x="4783667" y="696886"/>
                </a:moveTo>
                <a:cubicBezTo>
                  <a:pt x="4775523" y="704223"/>
                  <a:pt x="4785013" y="718534"/>
                  <a:pt x="4809255" y="745446"/>
                </a:cubicBezTo>
                <a:cubicBezTo>
                  <a:pt x="4842568" y="782409"/>
                  <a:pt x="4872553" y="807520"/>
                  <a:pt x="4899237" y="826657"/>
                </a:cubicBezTo>
                <a:lnTo>
                  <a:pt x="4899236" y="826670"/>
                </a:lnTo>
                <a:cubicBezTo>
                  <a:pt x="4900644" y="827678"/>
                  <a:pt x="4901625" y="826794"/>
                  <a:pt x="4900768" y="825290"/>
                </a:cubicBezTo>
                <a:cubicBezTo>
                  <a:pt x="4884486" y="796769"/>
                  <a:pt x="4862632" y="764347"/>
                  <a:pt x="4829319" y="727384"/>
                </a:cubicBezTo>
                <a:cubicBezTo>
                  <a:pt x="4805076" y="700472"/>
                  <a:pt x="4791812" y="689550"/>
                  <a:pt x="4783667" y="696886"/>
                </a:cubicBezTo>
                <a:close/>
                <a:moveTo>
                  <a:pt x="6312646" y="328585"/>
                </a:moveTo>
                <a:lnTo>
                  <a:pt x="6019077" y="5968515"/>
                </a:lnTo>
                <a:lnTo>
                  <a:pt x="273146" y="5968515"/>
                </a:lnTo>
                <a:cubicBezTo>
                  <a:pt x="122291" y="5968515"/>
                  <a:pt x="0" y="5846224"/>
                  <a:pt x="0" y="5695369"/>
                </a:cubicBezTo>
                <a:lnTo>
                  <a:pt x="0" y="0"/>
                </a:lnTo>
                <a:close/>
              </a:path>
            </a:pathLst>
          </a:custGeom>
          <a:solidFill>
            <a:schemeClr val="accent4"/>
          </a:solidFill>
          <a:ln w="6352" cap="flat">
            <a:noFill/>
            <a:prstDash val="solid"/>
            <a:miter/>
          </a:ln>
        </p:spPr>
        <p:txBody>
          <a:bodyPr wrap="square" rtlCol="0" anchor="ctr">
            <a:noAutofit/>
          </a:bodyPr>
          <a:lstStyle/>
          <a:p>
            <a:endParaRPr lang="de-DE" dirty="0">
              <a:solidFill>
                <a:schemeClr val="accent2"/>
              </a:solidFill>
              <a:latin typeface="BarmeniaGothaer Offc" panose="020B0503020204020204" pitchFamily="34" charset="0"/>
            </a:endParaRPr>
          </a:p>
        </p:txBody>
      </p:sp>
      <p:sp>
        <p:nvSpPr>
          <p:cNvPr id="9" name="Bildplatzhalter 8">
            <a:extLst>
              <a:ext uri="{FF2B5EF4-FFF2-40B4-BE49-F238E27FC236}">
                <a16:creationId xmlns:a16="http://schemas.microsoft.com/office/drawing/2014/main" id="{6CD72028-63DA-DEFA-9906-2E0C23085EB2}"/>
              </a:ext>
            </a:extLst>
          </p:cNvPr>
          <p:cNvSpPr>
            <a:spLocks noGrp="1"/>
          </p:cNvSpPr>
          <p:nvPr>
            <p:ph type="pic" sz="quarter" idx="15"/>
          </p:nvPr>
        </p:nvSpPr>
        <p:spPr>
          <a:xfrm>
            <a:off x="5144536" y="1"/>
            <a:ext cx="7047465" cy="5940347"/>
          </a:xfrm>
          <a:custGeom>
            <a:avLst/>
            <a:gdLst>
              <a:gd name="connsiteX0" fmla="*/ 6297865 w 7047465"/>
              <a:gd name="connsiteY0" fmla="*/ 652255 h 5940347"/>
              <a:gd name="connsiteX1" fmla="*/ 6320915 w 7047465"/>
              <a:gd name="connsiteY1" fmla="*/ 677001 h 5940347"/>
              <a:gd name="connsiteX2" fmla="*/ 6297865 w 7047465"/>
              <a:gd name="connsiteY2" fmla="*/ 701747 h 5940347"/>
              <a:gd name="connsiteX3" fmla="*/ 6274814 w 7047465"/>
              <a:gd name="connsiteY3" fmla="*/ 677001 h 5940347"/>
              <a:gd name="connsiteX4" fmla="*/ 6297865 w 7047465"/>
              <a:gd name="connsiteY4" fmla="*/ 652255 h 5940347"/>
              <a:gd name="connsiteX5" fmla="*/ 6072657 w 7047465"/>
              <a:gd name="connsiteY5" fmla="*/ 652255 h 5940347"/>
              <a:gd name="connsiteX6" fmla="*/ 6095707 w 7047465"/>
              <a:gd name="connsiteY6" fmla="*/ 677001 h 5940347"/>
              <a:gd name="connsiteX7" fmla="*/ 6072657 w 7047465"/>
              <a:gd name="connsiteY7" fmla="*/ 701747 h 5940347"/>
              <a:gd name="connsiteX8" fmla="*/ 6049607 w 7047465"/>
              <a:gd name="connsiteY8" fmla="*/ 677001 h 5940347"/>
              <a:gd name="connsiteX9" fmla="*/ 6072657 w 7047465"/>
              <a:gd name="connsiteY9" fmla="*/ 652255 h 5940347"/>
              <a:gd name="connsiteX10" fmla="*/ 6387892 w 7047465"/>
              <a:gd name="connsiteY10" fmla="*/ 651334 h 5940347"/>
              <a:gd name="connsiteX11" fmla="*/ 6408153 w 7047465"/>
              <a:gd name="connsiteY11" fmla="*/ 668497 h 5940347"/>
              <a:gd name="connsiteX12" fmla="*/ 6367323 w 7047465"/>
              <a:gd name="connsiteY12" fmla="*/ 668497 h 5940347"/>
              <a:gd name="connsiteX13" fmla="*/ 6387892 w 7047465"/>
              <a:gd name="connsiteY13" fmla="*/ 651334 h 5940347"/>
              <a:gd name="connsiteX14" fmla="*/ 6475744 w 7047465"/>
              <a:gd name="connsiteY14" fmla="*/ 636014 h 5940347"/>
              <a:gd name="connsiteX15" fmla="*/ 6454088 w 7047465"/>
              <a:gd name="connsiteY15" fmla="*/ 651782 h 5940347"/>
              <a:gd name="connsiteX16" fmla="*/ 6454088 w 7047465"/>
              <a:gd name="connsiteY16" fmla="*/ 637395 h 5940347"/>
              <a:gd name="connsiteX17" fmla="*/ 6436461 w 7047465"/>
              <a:gd name="connsiteY17" fmla="*/ 637395 h 5940347"/>
              <a:gd name="connsiteX18" fmla="*/ 6436461 w 7047465"/>
              <a:gd name="connsiteY18" fmla="*/ 716569 h 5940347"/>
              <a:gd name="connsiteX19" fmla="*/ 6436461 w 7047465"/>
              <a:gd name="connsiteY19" fmla="*/ 716594 h 5940347"/>
              <a:gd name="connsiteX20" fmla="*/ 6454088 w 7047465"/>
              <a:gd name="connsiteY20" fmla="*/ 716594 h 5940347"/>
              <a:gd name="connsiteX21" fmla="*/ 6454088 w 7047465"/>
              <a:gd name="connsiteY21" fmla="*/ 673446 h 5940347"/>
              <a:gd name="connsiteX22" fmla="*/ 6473582 w 7047465"/>
              <a:gd name="connsiteY22" fmla="*/ 654263 h 5940347"/>
              <a:gd name="connsiteX23" fmla="*/ 6477445 w 7047465"/>
              <a:gd name="connsiteY23" fmla="*/ 654263 h 5940347"/>
              <a:gd name="connsiteX24" fmla="*/ 6477445 w 7047465"/>
              <a:gd name="connsiteY24" fmla="*/ 636014 h 5940347"/>
              <a:gd name="connsiteX25" fmla="*/ 6294309 w 7047465"/>
              <a:gd name="connsiteY25" fmla="*/ 635259 h 5940347"/>
              <a:gd name="connsiteX26" fmla="*/ 6256574 w 7047465"/>
              <a:gd name="connsiteY26" fmla="*/ 677014 h 5940347"/>
              <a:gd name="connsiteX27" fmla="*/ 6294309 w 7047465"/>
              <a:gd name="connsiteY27" fmla="*/ 718768 h 5940347"/>
              <a:gd name="connsiteX28" fmla="*/ 6320915 w 7047465"/>
              <a:gd name="connsiteY28" fmla="*/ 703460 h 5940347"/>
              <a:gd name="connsiteX29" fmla="*/ 6320915 w 7047465"/>
              <a:gd name="connsiteY29" fmla="*/ 716607 h 5940347"/>
              <a:gd name="connsiteX30" fmla="*/ 6338555 w 7047465"/>
              <a:gd name="connsiteY30" fmla="*/ 716607 h 5940347"/>
              <a:gd name="connsiteX31" fmla="*/ 6338555 w 7047465"/>
              <a:gd name="connsiteY31" fmla="*/ 637433 h 5940347"/>
              <a:gd name="connsiteX32" fmla="*/ 6320915 w 7047465"/>
              <a:gd name="connsiteY32" fmla="*/ 637433 h 5940347"/>
              <a:gd name="connsiteX33" fmla="*/ 6320915 w 7047465"/>
              <a:gd name="connsiteY33" fmla="*/ 650567 h 5940347"/>
              <a:gd name="connsiteX34" fmla="*/ 6294309 w 7047465"/>
              <a:gd name="connsiteY34" fmla="*/ 635259 h 5940347"/>
              <a:gd name="connsiteX35" fmla="*/ 6072657 w 7047465"/>
              <a:gd name="connsiteY35" fmla="*/ 635247 h 5940347"/>
              <a:gd name="connsiteX36" fmla="*/ 6031353 w 7047465"/>
              <a:gd name="connsiteY36" fmla="*/ 677001 h 5940347"/>
              <a:gd name="connsiteX37" fmla="*/ 6072657 w 7047465"/>
              <a:gd name="connsiteY37" fmla="*/ 718755 h 5940347"/>
              <a:gd name="connsiteX38" fmla="*/ 6113961 w 7047465"/>
              <a:gd name="connsiteY38" fmla="*/ 677001 h 5940347"/>
              <a:gd name="connsiteX39" fmla="*/ 6072657 w 7047465"/>
              <a:gd name="connsiteY39" fmla="*/ 635247 h 5940347"/>
              <a:gd name="connsiteX40" fmla="*/ 6387904 w 7047465"/>
              <a:gd name="connsiteY40" fmla="*/ 635234 h 5940347"/>
              <a:gd name="connsiteX41" fmla="*/ 6348775 w 7047465"/>
              <a:gd name="connsiteY41" fmla="*/ 676988 h 5940347"/>
              <a:gd name="connsiteX42" fmla="*/ 6348762 w 7047465"/>
              <a:gd name="connsiteY42" fmla="*/ 677001 h 5940347"/>
              <a:gd name="connsiteX43" fmla="*/ 6389286 w 7047465"/>
              <a:gd name="connsiteY43" fmla="*/ 718755 h 5940347"/>
              <a:gd name="connsiteX44" fmla="*/ 6423785 w 7047465"/>
              <a:gd name="connsiteY44" fmla="*/ 700967 h 5940347"/>
              <a:gd name="connsiteX45" fmla="*/ 6411722 w 7047465"/>
              <a:gd name="connsiteY45" fmla="*/ 690761 h 5940347"/>
              <a:gd name="connsiteX46" fmla="*/ 6389299 w 7047465"/>
              <a:gd name="connsiteY46" fmla="*/ 702667 h 5940347"/>
              <a:gd name="connsiteX47" fmla="*/ 6366875 w 7047465"/>
              <a:gd name="connsiteY47" fmla="*/ 682717 h 5940347"/>
              <a:gd name="connsiteX48" fmla="*/ 6426113 w 7047465"/>
              <a:gd name="connsiteY48" fmla="*/ 682717 h 5940347"/>
              <a:gd name="connsiteX49" fmla="*/ 6426573 w 7047465"/>
              <a:gd name="connsiteY49" fmla="*/ 676221 h 5940347"/>
              <a:gd name="connsiteX50" fmla="*/ 6387904 w 7047465"/>
              <a:gd name="connsiteY50" fmla="*/ 635234 h 5940347"/>
              <a:gd name="connsiteX51" fmla="*/ 6148754 w 7047465"/>
              <a:gd name="connsiteY51" fmla="*/ 614516 h 5940347"/>
              <a:gd name="connsiteX52" fmla="*/ 6131114 w 7047465"/>
              <a:gd name="connsiteY52" fmla="*/ 619926 h 5940347"/>
              <a:gd name="connsiteX53" fmla="*/ 6131114 w 7047465"/>
              <a:gd name="connsiteY53" fmla="*/ 637395 h 5940347"/>
              <a:gd name="connsiteX54" fmla="*/ 6115803 w 7047465"/>
              <a:gd name="connsiteY54" fmla="*/ 637395 h 5940347"/>
              <a:gd name="connsiteX55" fmla="*/ 6115803 w 7047465"/>
              <a:gd name="connsiteY55" fmla="*/ 652549 h 5940347"/>
              <a:gd name="connsiteX56" fmla="*/ 6131114 w 7047465"/>
              <a:gd name="connsiteY56" fmla="*/ 652549 h 5940347"/>
              <a:gd name="connsiteX57" fmla="*/ 6131114 w 7047465"/>
              <a:gd name="connsiteY57" fmla="*/ 691362 h 5940347"/>
              <a:gd name="connsiteX58" fmla="*/ 6156633 w 7047465"/>
              <a:gd name="connsiteY58" fmla="*/ 718269 h 5940347"/>
              <a:gd name="connsiteX59" fmla="*/ 6168082 w 7047465"/>
              <a:gd name="connsiteY59" fmla="*/ 716875 h 5940347"/>
              <a:gd name="connsiteX60" fmla="*/ 6168095 w 7047465"/>
              <a:gd name="connsiteY60" fmla="*/ 716901 h 5940347"/>
              <a:gd name="connsiteX61" fmla="*/ 6168095 w 7047465"/>
              <a:gd name="connsiteY61" fmla="*/ 702054 h 5940347"/>
              <a:gd name="connsiteX62" fmla="*/ 6161443 w 7047465"/>
              <a:gd name="connsiteY62" fmla="*/ 702514 h 5940347"/>
              <a:gd name="connsiteX63" fmla="*/ 6148754 w 7047465"/>
              <a:gd name="connsiteY63" fmla="*/ 689674 h 5940347"/>
              <a:gd name="connsiteX64" fmla="*/ 6148754 w 7047465"/>
              <a:gd name="connsiteY64" fmla="*/ 652562 h 5940347"/>
              <a:gd name="connsiteX65" fmla="*/ 6168095 w 7047465"/>
              <a:gd name="connsiteY65" fmla="*/ 652562 h 5940347"/>
              <a:gd name="connsiteX66" fmla="*/ 6168095 w 7047465"/>
              <a:gd name="connsiteY66" fmla="*/ 637408 h 5940347"/>
              <a:gd name="connsiteX67" fmla="*/ 6148754 w 7047465"/>
              <a:gd name="connsiteY67" fmla="*/ 637408 h 5940347"/>
              <a:gd name="connsiteX68" fmla="*/ 6179863 w 7047465"/>
              <a:gd name="connsiteY68" fmla="*/ 608340 h 5940347"/>
              <a:gd name="connsiteX69" fmla="*/ 6179863 w 7047465"/>
              <a:gd name="connsiteY69" fmla="*/ 716594 h 5940347"/>
              <a:gd name="connsiteX70" fmla="*/ 6197477 w 7047465"/>
              <a:gd name="connsiteY70" fmla="*/ 716594 h 5940347"/>
              <a:gd name="connsiteX71" fmla="*/ 6197477 w 7047465"/>
              <a:gd name="connsiteY71" fmla="*/ 669584 h 5940347"/>
              <a:gd name="connsiteX72" fmla="*/ 6213875 w 7047465"/>
              <a:gd name="connsiteY72" fmla="*/ 650721 h 5940347"/>
              <a:gd name="connsiteX73" fmla="*/ 6229340 w 7047465"/>
              <a:gd name="connsiteY73" fmla="*/ 668190 h 5940347"/>
              <a:gd name="connsiteX74" fmla="*/ 6229340 w 7047465"/>
              <a:gd name="connsiteY74" fmla="*/ 716594 h 5940347"/>
              <a:gd name="connsiteX75" fmla="*/ 6246980 w 7047465"/>
              <a:gd name="connsiteY75" fmla="*/ 716594 h 5940347"/>
              <a:gd name="connsiteX76" fmla="*/ 6246980 w 7047465"/>
              <a:gd name="connsiteY76" fmla="*/ 665095 h 5940347"/>
              <a:gd name="connsiteX77" fmla="*/ 6221154 w 7047465"/>
              <a:gd name="connsiteY77" fmla="*/ 635247 h 5940347"/>
              <a:gd name="connsiteX78" fmla="*/ 6197490 w 7047465"/>
              <a:gd name="connsiteY78" fmla="*/ 647933 h 5940347"/>
              <a:gd name="connsiteX79" fmla="*/ 6197490 w 7047465"/>
              <a:gd name="connsiteY79" fmla="*/ 608340 h 5940347"/>
              <a:gd name="connsiteX80" fmla="*/ 5972116 w 7047465"/>
              <a:gd name="connsiteY80" fmla="*/ 606485 h 5940347"/>
              <a:gd name="connsiteX81" fmla="*/ 5917662 w 7047465"/>
              <a:gd name="connsiteY81" fmla="*/ 662627 h 5940347"/>
              <a:gd name="connsiteX82" fmla="*/ 5969788 w 7047465"/>
              <a:gd name="connsiteY82" fmla="*/ 718768 h 5940347"/>
              <a:gd name="connsiteX83" fmla="*/ 6002892 w 7047465"/>
              <a:gd name="connsiteY83" fmla="*/ 702680 h 5940347"/>
              <a:gd name="connsiteX84" fmla="*/ 6002892 w 7047465"/>
              <a:gd name="connsiteY84" fmla="*/ 716594 h 5940347"/>
              <a:gd name="connsiteX85" fmla="*/ 6020839 w 7047465"/>
              <a:gd name="connsiteY85" fmla="*/ 716594 h 5940347"/>
              <a:gd name="connsiteX86" fmla="*/ 6020839 w 7047465"/>
              <a:gd name="connsiteY86" fmla="*/ 659685 h 5940347"/>
              <a:gd name="connsiteX87" fmla="*/ 5973970 w 7047465"/>
              <a:gd name="connsiteY87" fmla="*/ 659685 h 5940347"/>
              <a:gd name="connsiteX88" fmla="*/ 5973970 w 7047465"/>
              <a:gd name="connsiteY88" fmla="*/ 677321 h 5940347"/>
              <a:gd name="connsiteX89" fmla="*/ 6001344 w 7047465"/>
              <a:gd name="connsiteY89" fmla="*/ 677321 h 5940347"/>
              <a:gd name="connsiteX90" fmla="*/ 5972103 w 7047465"/>
              <a:gd name="connsiteY90" fmla="*/ 699905 h 5940347"/>
              <a:gd name="connsiteX91" fmla="*/ 5938691 w 7047465"/>
              <a:gd name="connsiteY91" fmla="*/ 662639 h 5940347"/>
              <a:gd name="connsiteX92" fmla="*/ 5972103 w 7047465"/>
              <a:gd name="connsiteY92" fmla="*/ 625374 h 5940347"/>
              <a:gd name="connsiteX93" fmla="*/ 6001498 w 7047465"/>
              <a:gd name="connsiteY93" fmla="*/ 642229 h 5940347"/>
              <a:gd name="connsiteX94" fmla="*/ 6018203 w 7047465"/>
              <a:gd name="connsiteY94" fmla="*/ 631090 h 5940347"/>
              <a:gd name="connsiteX95" fmla="*/ 5972103 w 7047465"/>
              <a:gd name="connsiteY95" fmla="*/ 606498 h 5940347"/>
              <a:gd name="connsiteX96" fmla="*/ 5696202 w 7047465"/>
              <a:gd name="connsiteY96" fmla="*/ 601536 h 5940347"/>
              <a:gd name="connsiteX97" fmla="*/ 5696210 w 7047465"/>
              <a:gd name="connsiteY97" fmla="*/ 601541 h 5940347"/>
              <a:gd name="connsiteX98" fmla="*/ 5694757 w 7047465"/>
              <a:gd name="connsiteY98" fmla="*/ 602994 h 5940347"/>
              <a:gd name="connsiteX99" fmla="*/ 5771199 w 7047465"/>
              <a:gd name="connsiteY99" fmla="*/ 697053 h 5940347"/>
              <a:gd name="connsiteX100" fmla="*/ 5818374 w 7047465"/>
              <a:gd name="connsiteY100" fmla="*/ 725124 h 5940347"/>
              <a:gd name="connsiteX101" fmla="*/ 5790284 w 7047465"/>
              <a:gd name="connsiteY101" fmla="*/ 677960 h 5940347"/>
              <a:gd name="connsiteX102" fmla="*/ 5740413 w 7047465"/>
              <a:gd name="connsiteY102" fmla="*/ 633202 h 5940347"/>
              <a:gd name="connsiteX103" fmla="*/ 5696210 w 7047465"/>
              <a:gd name="connsiteY103" fmla="*/ 601541 h 5940347"/>
              <a:gd name="connsiteX104" fmla="*/ 5696215 w 7047465"/>
              <a:gd name="connsiteY104" fmla="*/ 601536 h 5940347"/>
              <a:gd name="connsiteX105" fmla="*/ 5592015 w 7047465"/>
              <a:gd name="connsiteY105" fmla="*/ 588556 h 5940347"/>
              <a:gd name="connsiteX106" fmla="*/ 5559691 w 7047465"/>
              <a:gd name="connsiteY106" fmla="*/ 600257 h 5940347"/>
              <a:gd name="connsiteX107" fmla="*/ 5592015 w 7047465"/>
              <a:gd name="connsiteY107" fmla="*/ 611958 h 5940347"/>
              <a:gd name="connsiteX108" fmla="*/ 5654656 w 7047465"/>
              <a:gd name="connsiteY108" fmla="*/ 604183 h 5940347"/>
              <a:gd name="connsiteX109" fmla="*/ 5567494 w 7047465"/>
              <a:gd name="connsiteY109" fmla="*/ 678996 h 5940347"/>
              <a:gd name="connsiteX110" fmla="*/ 5539097 w 7047465"/>
              <a:gd name="connsiteY110" fmla="*/ 725163 h 5940347"/>
              <a:gd name="connsiteX111" fmla="*/ 5585760 w 7047465"/>
              <a:gd name="connsiteY111" fmla="*/ 697066 h 5940347"/>
              <a:gd name="connsiteX112" fmla="*/ 5661371 w 7047465"/>
              <a:gd name="connsiteY112" fmla="*/ 610833 h 5940347"/>
              <a:gd name="connsiteX113" fmla="*/ 5653581 w 7047465"/>
              <a:gd name="connsiteY113" fmla="*/ 673510 h 5940347"/>
              <a:gd name="connsiteX114" fmla="*/ 5665285 w 7047465"/>
              <a:gd name="connsiteY114" fmla="*/ 705814 h 5940347"/>
              <a:gd name="connsiteX115" fmla="*/ 5676990 w 7047465"/>
              <a:gd name="connsiteY115" fmla="*/ 673510 h 5940347"/>
              <a:gd name="connsiteX116" fmla="*/ 5666181 w 7047465"/>
              <a:gd name="connsiteY116" fmla="*/ 600295 h 5940347"/>
              <a:gd name="connsiteX117" fmla="*/ 5665797 w 7047465"/>
              <a:gd name="connsiteY117" fmla="*/ 599707 h 5940347"/>
              <a:gd name="connsiteX118" fmla="*/ 5665784 w 7047465"/>
              <a:gd name="connsiteY118" fmla="*/ 599694 h 5940347"/>
              <a:gd name="connsiteX119" fmla="*/ 5665247 w 7047465"/>
              <a:gd name="connsiteY119" fmla="*/ 599362 h 5940347"/>
              <a:gd name="connsiteX120" fmla="*/ 5592015 w 7047465"/>
              <a:gd name="connsiteY120" fmla="*/ 588556 h 5940347"/>
              <a:gd name="connsiteX121" fmla="*/ 5778874 w 7047465"/>
              <a:gd name="connsiteY121" fmla="*/ 575550 h 5940347"/>
              <a:gd name="connsiteX122" fmla="*/ 5699260 w 7047465"/>
              <a:gd name="connsiteY122" fmla="*/ 586356 h 5940347"/>
              <a:gd name="connsiteX123" fmla="*/ 5699260 w 7047465"/>
              <a:gd name="connsiteY123" fmla="*/ 588146 h 5940347"/>
              <a:gd name="connsiteX124" fmla="*/ 5778874 w 7047465"/>
              <a:gd name="connsiteY124" fmla="*/ 598940 h 5940347"/>
              <a:gd name="connsiteX125" fmla="*/ 5814013 w 7047465"/>
              <a:gd name="connsiteY125" fmla="*/ 587251 h 5940347"/>
              <a:gd name="connsiteX126" fmla="*/ 5778874 w 7047465"/>
              <a:gd name="connsiteY126" fmla="*/ 575550 h 5940347"/>
              <a:gd name="connsiteX127" fmla="*/ 5944575 w 7047465"/>
              <a:gd name="connsiteY127" fmla="*/ 515162 h 5940347"/>
              <a:gd name="connsiteX128" fmla="*/ 5975518 w 7047465"/>
              <a:gd name="connsiteY128" fmla="*/ 515162 h 5940347"/>
              <a:gd name="connsiteX129" fmla="*/ 5992377 w 7047465"/>
              <a:gd name="connsiteY129" fmla="*/ 529395 h 5940347"/>
              <a:gd name="connsiteX130" fmla="*/ 5975518 w 7047465"/>
              <a:gd name="connsiteY130" fmla="*/ 543629 h 5940347"/>
              <a:gd name="connsiteX131" fmla="*/ 5975518 w 7047465"/>
              <a:gd name="connsiteY131" fmla="*/ 543616 h 5940347"/>
              <a:gd name="connsiteX132" fmla="*/ 5944575 w 7047465"/>
              <a:gd name="connsiteY132" fmla="*/ 543616 h 5940347"/>
              <a:gd name="connsiteX133" fmla="*/ 6526180 w 7047465"/>
              <a:gd name="connsiteY133" fmla="*/ 497526 h 5940347"/>
              <a:gd name="connsiteX134" fmla="*/ 6549230 w 7047465"/>
              <a:gd name="connsiteY134" fmla="*/ 522272 h 5940347"/>
              <a:gd name="connsiteX135" fmla="*/ 6526180 w 7047465"/>
              <a:gd name="connsiteY135" fmla="*/ 547018 h 5940347"/>
              <a:gd name="connsiteX136" fmla="*/ 6503130 w 7047465"/>
              <a:gd name="connsiteY136" fmla="*/ 522272 h 5940347"/>
              <a:gd name="connsiteX137" fmla="*/ 6526180 w 7047465"/>
              <a:gd name="connsiteY137" fmla="*/ 497526 h 5940347"/>
              <a:gd name="connsiteX138" fmla="*/ 6063383 w 7047465"/>
              <a:gd name="connsiteY138" fmla="*/ 497526 h 5940347"/>
              <a:gd name="connsiteX139" fmla="*/ 6086433 w 7047465"/>
              <a:gd name="connsiteY139" fmla="*/ 522272 h 5940347"/>
              <a:gd name="connsiteX140" fmla="*/ 6063383 w 7047465"/>
              <a:gd name="connsiteY140" fmla="*/ 547018 h 5940347"/>
              <a:gd name="connsiteX141" fmla="*/ 6040333 w 7047465"/>
              <a:gd name="connsiteY141" fmla="*/ 522272 h 5940347"/>
              <a:gd name="connsiteX142" fmla="*/ 6063383 w 7047465"/>
              <a:gd name="connsiteY142" fmla="*/ 497526 h 5940347"/>
              <a:gd name="connsiteX143" fmla="*/ 6328346 w 7047465"/>
              <a:gd name="connsiteY143" fmla="*/ 496606 h 5940347"/>
              <a:gd name="connsiteX144" fmla="*/ 6348608 w 7047465"/>
              <a:gd name="connsiteY144" fmla="*/ 513768 h 5940347"/>
              <a:gd name="connsiteX145" fmla="*/ 6307778 w 7047465"/>
              <a:gd name="connsiteY145" fmla="*/ 513768 h 5940347"/>
              <a:gd name="connsiteX146" fmla="*/ 6328346 w 7047465"/>
              <a:gd name="connsiteY146" fmla="*/ 496606 h 5940347"/>
              <a:gd name="connsiteX147" fmla="*/ 6457042 w 7047465"/>
              <a:gd name="connsiteY147" fmla="*/ 482692 h 5940347"/>
              <a:gd name="connsiteX148" fmla="*/ 6457042 w 7047465"/>
              <a:gd name="connsiteY148" fmla="*/ 561865 h 5940347"/>
              <a:gd name="connsiteX149" fmla="*/ 6474681 w 7047465"/>
              <a:gd name="connsiteY149" fmla="*/ 561865 h 5940347"/>
              <a:gd name="connsiteX150" fmla="*/ 6474681 w 7047465"/>
              <a:gd name="connsiteY150" fmla="*/ 482692 h 5940347"/>
              <a:gd name="connsiteX151" fmla="*/ 6156966 w 7047465"/>
              <a:gd name="connsiteY151" fmla="*/ 481298 h 5940347"/>
              <a:gd name="connsiteX152" fmla="*/ 6135310 w 7047465"/>
              <a:gd name="connsiteY152" fmla="*/ 497079 h 5940347"/>
              <a:gd name="connsiteX153" fmla="*/ 6135310 w 7047465"/>
              <a:gd name="connsiteY153" fmla="*/ 482692 h 5940347"/>
              <a:gd name="connsiteX154" fmla="*/ 6117670 w 7047465"/>
              <a:gd name="connsiteY154" fmla="*/ 482692 h 5940347"/>
              <a:gd name="connsiteX155" fmla="*/ 6117670 w 7047465"/>
              <a:gd name="connsiteY155" fmla="*/ 561865 h 5940347"/>
              <a:gd name="connsiteX156" fmla="*/ 6135310 w 7047465"/>
              <a:gd name="connsiteY156" fmla="*/ 561865 h 5940347"/>
              <a:gd name="connsiteX157" fmla="*/ 6135310 w 7047465"/>
              <a:gd name="connsiteY157" fmla="*/ 518717 h 5940347"/>
              <a:gd name="connsiteX158" fmla="*/ 6154804 w 7047465"/>
              <a:gd name="connsiteY158" fmla="*/ 499547 h 5940347"/>
              <a:gd name="connsiteX159" fmla="*/ 6158667 w 7047465"/>
              <a:gd name="connsiteY159" fmla="*/ 499547 h 5940347"/>
              <a:gd name="connsiteX160" fmla="*/ 6158667 w 7047465"/>
              <a:gd name="connsiteY160" fmla="*/ 481298 h 5940347"/>
              <a:gd name="connsiteX161" fmla="*/ 6522624 w 7047465"/>
              <a:gd name="connsiteY161" fmla="*/ 480530 h 5940347"/>
              <a:gd name="connsiteX162" fmla="*/ 6484876 w 7047465"/>
              <a:gd name="connsiteY162" fmla="*/ 522285 h 5940347"/>
              <a:gd name="connsiteX163" fmla="*/ 6522624 w 7047465"/>
              <a:gd name="connsiteY163" fmla="*/ 564039 h 5940347"/>
              <a:gd name="connsiteX164" fmla="*/ 6549230 w 7047465"/>
              <a:gd name="connsiteY164" fmla="*/ 548732 h 5940347"/>
              <a:gd name="connsiteX165" fmla="*/ 6549230 w 7047465"/>
              <a:gd name="connsiteY165" fmla="*/ 561878 h 5940347"/>
              <a:gd name="connsiteX166" fmla="*/ 6566857 w 7047465"/>
              <a:gd name="connsiteY166" fmla="*/ 561878 h 5940347"/>
              <a:gd name="connsiteX167" fmla="*/ 6566857 w 7047465"/>
              <a:gd name="connsiteY167" fmla="*/ 482704 h 5940347"/>
              <a:gd name="connsiteX168" fmla="*/ 6549230 w 7047465"/>
              <a:gd name="connsiteY168" fmla="*/ 482704 h 5940347"/>
              <a:gd name="connsiteX169" fmla="*/ 6549230 w 7047465"/>
              <a:gd name="connsiteY169" fmla="*/ 495838 h 5940347"/>
              <a:gd name="connsiteX170" fmla="*/ 6522624 w 7047465"/>
              <a:gd name="connsiteY170" fmla="*/ 480530 h 5940347"/>
              <a:gd name="connsiteX171" fmla="*/ 6059814 w 7047465"/>
              <a:gd name="connsiteY171" fmla="*/ 480530 h 5940347"/>
              <a:gd name="connsiteX172" fmla="*/ 6022066 w 7047465"/>
              <a:gd name="connsiteY172" fmla="*/ 522285 h 5940347"/>
              <a:gd name="connsiteX173" fmla="*/ 6059814 w 7047465"/>
              <a:gd name="connsiteY173" fmla="*/ 564039 h 5940347"/>
              <a:gd name="connsiteX174" fmla="*/ 6086420 w 7047465"/>
              <a:gd name="connsiteY174" fmla="*/ 548732 h 5940347"/>
              <a:gd name="connsiteX175" fmla="*/ 6086420 w 7047465"/>
              <a:gd name="connsiteY175" fmla="*/ 561878 h 5940347"/>
              <a:gd name="connsiteX176" fmla="*/ 6104047 w 7047465"/>
              <a:gd name="connsiteY176" fmla="*/ 561878 h 5940347"/>
              <a:gd name="connsiteX177" fmla="*/ 6104047 w 7047465"/>
              <a:gd name="connsiteY177" fmla="*/ 482704 h 5940347"/>
              <a:gd name="connsiteX178" fmla="*/ 6086420 w 7047465"/>
              <a:gd name="connsiteY178" fmla="*/ 482704 h 5940347"/>
              <a:gd name="connsiteX179" fmla="*/ 6086420 w 7047465"/>
              <a:gd name="connsiteY179" fmla="*/ 495838 h 5940347"/>
              <a:gd name="connsiteX180" fmla="*/ 6059814 w 7047465"/>
              <a:gd name="connsiteY180" fmla="*/ 480530 h 5940347"/>
              <a:gd name="connsiteX181" fmla="*/ 6418220 w 7047465"/>
              <a:gd name="connsiteY181" fmla="*/ 480518 h 5940347"/>
              <a:gd name="connsiteX182" fmla="*/ 6394555 w 7047465"/>
              <a:gd name="connsiteY182" fmla="*/ 493204 h 5940347"/>
              <a:gd name="connsiteX183" fmla="*/ 6394555 w 7047465"/>
              <a:gd name="connsiteY183" fmla="*/ 482692 h 5940347"/>
              <a:gd name="connsiteX184" fmla="*/ 6376929 w 7047465"/>
              <a:gd name="connsiteY184" fmla="*/ 482692 h 5940347"/>
              <a:gd name="connsiteX185" fmla="*/ 6376929 w 7047465"/>
              <a:gd name="connsiteY185" fmla="*/ 561865 h 5940347"/>
              <a:gd name="connsiteX186" fmla="*/ 6394543 w 7047465"/>
              <a:gd name="connsiteY186" fmla="*/ 561865 h 5940347"/>
              <a:gd name="connsiteX187" fmla="*/ 6394543 w 7047465"/>
              <a:gd name="connsiteY187" fmla="*/ 514855 h 5940347"/>
              <a:gd name="connsiteX188" fmla="*/ 6410941 w 7047465"/>
              <a:gd name="connsiteY188" fmla="*/ 495992 h 5940347"/>
              <a:gd name="connsiteX189" fmla="*/ 6426406 w 7047465"/>
              <a:gd name="connsiteY189" fmla="*/ 513461 h 5940347"/>
              <a:gd name="connsiteX190" fmla="*/ 6426406 w 7047465"/>
              <a:gd name="connsiteY190" fmla="*/ 561865 h 5940347"/>
              <a:gd name="connsiteX191" fmla="*/ 6444046 w 7047465"/>
              <a:gd name="connsiteY191" fmla="*/ 561865 h 5940347"/>
              <a:gd name="connsiteX192" fmla="*/ 6444046 w 7047465"/>
              <a:gd name="connsiteY192" fmla="*/ 510366 h 5940347"/>
              <a:gd name="connsiteX193" fmla="*/ 6418220 w 7047465"/>
              <a:gd name="connsiteY193" fmla="*/ 480518 h 5940347"/>
              <a:gd name="connsiteX194" fmla="*/ 6328359 w 7047465"/>
              <a:gd name="connsiteY194" fmla="*/ 480518 h 5940347"/>
              <a:gd name="connsiteX195" fmla="*/ 6289217 w 7047465"/>
              <a:gd name="connsiteY195" fmla="*/ 522272 h 5940347"/>
              <a:gd name="connsiteX196" fmla="*/ 6329741 w 7047465"/>
              <a:gd name="connsiteY196" fmla="*/ 564026 h 5940347"/>
              <a:gd name="connsiteX197" fmla="*/ 6364240 w 7047465"/>
              <a:gd name="connsiteY197" fmla="*/ 546238 h 5940347"/>
              <a:gd name="connsiteX198" fmla="*/ 6352177 w 7047465"/>
              <a:gd name="connsiteY198" fmla="*/ 536032 h 5940347"/>
              <a:gd name="connsiteX199" fmla="*/ 6329754 w 7047465"/>
              <a:gd name="connsiteY199" fmla="*/ 547939 h 5940347"/>
              <a:gd name="connsiteX200" fmla="*/ 6307330 w 7047465"/>
              <a:gd name="connsiteY200" fmla="*/ 527988 h 5940347"/>
              <a:gd name="connsiteX201" fmla="*/ 6366567 w 7047465"/>
              <a:gd name="connsiteY201" fmla="*/ 527988 h 5940347"/>
              <a:gd name="connsiteX202" fmla="*/ 6367028 w 7047465"/>
              <a:gd name="connsiteY202" fmla="*/ 521492 h 5940347"/>
              <a:gd name="connsiteX203" fmla="*/ 6328359 w 7047465"/>
              <a:gd name="connsiteY203" fmla="*/ 480518 h 5940347"/>
              <a:gd name="connsiteX204" fmla="*/ 6208017 w 7047465"/>
              <a:gd name="connsiteY204" fmla="*/ 480518 h 5940347"/>
              <a:gd name="connsiteX205" fmla="*/ 6185593 w 7047465"/>
              <a:gd name="connsiteY205" fmla="*/ 493204 h 5940347"/>
              <a:gd name="connsiteX206" fmla="*/ 6185593 w 7047465"/>
              <a:gd name="connsiteY206" fmla="*/ 482692 h 5940347"/>
              <a:gd name="connsiteX207" fmla="*/ 6167954 w 7047465"/>
              <a:gd name="connsiteY207" fmla="*/ 482692 h 5940347"/>
              <a:gd name="connsiteX208" fmla="*/ 6167954 w 7047465"/>
              <a:gd name="connsiteY208" fmla="*/ 561865 h 5940347"/>
              <a:gd name="connsiteX209" fmla="*/ 6185580 w 7047465"/>
              <a:gd name="connsiteY209" fmla="*/ 561865 h 5940347"/>
              <a:gd name="connsiteX210" fmla="*/ 6185580 w 7047465"/>
              <a:gd name="connsiteY210" fmla="*/ 514855 h 5940347"/>
              <a:gd name="connsiteX211" fmla="*/ 6200738 w 7047465"/>
              <a:gd name="connsiteY211" fmla="*/ 495992 h 5940347"/>
              <a:gd name="connsiteX212" fmla="*/ 6214975 w 7047465"/>
              <a:gd name="connsiteY212" fmla="*/ 513461 h 5940347"/>
              <a:gd name="connsiteX213" fmla="*/ 6214975 w 7047465"/>
              <a:gd name="connsiteY213" fmla="*/ 561865 h 5940347"/>
              <a:gd name="connsiteX214" fmla="*/ 6232602 w 7047465"/>
              <a:gd name="connsiteY214" fmla="*/ 561865 h 5940347"/>
              <a:gd name="connsiteX215" fmla="*/ 6232602 w 7047465"/>
              <a:gd name="connsiteY215" fmla="*/ 513154 h 5940347"/>
              <a:gd name="connsiteX216" fmla="*/ 6247760 w 7047465"/>
              <a:gd name="connsiteY216" fmla="*/ 495992 h 5940347"/>
              <a:gd name="connsiteX217" fmla="*/ 6261997 w 7047465"/>
              <a:gd name="connsiteY217" fmla="*/ 513461 h 5940347"/>
              <a:gd name="connsiteX218" fmla="*/ 6261997 w 7047465"/>
              <a:gd name="connsiteY218" fmla="*/ 561865 h 5940347"/>
              <a:gd name="connsiteX219" fmla="*/ 6279636 w 7047465"/>
              <a:gd name="connsiteY219" fmla="*/ 561865 h 5940347"/>
              <a:gd name="connsiteX220" fmla="*/ 6279636 w 7047465"/>
              <a:gd name="connsiteY220" fmla="*/ 510366 h 5940347"/>
              <a:gd name="connsiteX221" fmla="*/ 6253490 w 7047465"/>
              <a:gd name="connsiteY221" fmla="*/ 480518 h 5940347"/>
              <a:gd name="connsiteX222" fmla="*/ 6229673 w 7047465"/>
              <a:gd name="connsiteY222" fmla="*/ 494125 h 5940347"/>
              <a:gd name="connsiteX223" fmla="*/ 6208017 w 7047465"/>
              <a:gd name="connsiteY223" fmla="*/ 480518 h 5940347"/>
              <a:gd name="connsiteX224" fmla="*/ 5944575 w 7047465"/>
              <a:gd name="connsiteY224" fmla="*/ 471860 h 5940347"/>
              <a:gd name="connsiteX225" fmla="*/ 5974584 w 7047465"/>
              <a:gd name="connsiteY225" fmla="*/ 471860 h 5940347"/>
              <a:gd name="connsiteX226" fmla="*/ 5989742 w 7047465"/>
              <a:gd name="connsiteY226" fmla="*/ 484380 h 5940347"/>
              <a:gd name="connsiteX227" fmla="*/ 5974584 w 7047465"/>
              <a:gd name="connsiteY227" fmla="*/ 496912 h 5940347"/>
              <a:gd name="connsiteX228" fmla="*/ 5944575 w 7047465"/>
              <a:gd name="connsiteY228" fmla="*/ 496912 h 5940347"/>
              <a:gd name="connsiteX229" fmla="*/ 5679804 w 7047465"/>
              <a:gd name="connsiteY229" fmla="*/ 462793 h 5940347"/>
              <a:gd name="connsiteX230" fmla="*/ 5668112 w 7047465"/>
              <a:gd name="connsiteY230" fmla="*/ 494560 h 5940347"/>
              <a:gd name="connsiteX231" fmla="*/ 5678921 w 7047465"/>
              <a:gd name="connsiteY231" fmla="*/ 566534 h 5940347"/>
              <a:gd name="connsiteX232" fmla="*/ 5680699 w 7047465"/>
              <a:gd name="connsiteY232" fmla="*/ 566534 h 5940347"/>
              <a:gd name="connsiteX233" fmla="*/ 5691508 w 7047465"/>
              <a:gd name="connsiteY233" fmla="*/ 494560 h 5940347"/>
              <a:gd name="connsiteX234" fmla="*/ 5679804 w 7047465"/>
              <a:gd name="connsiteY234" fmla="*/ 462793 h 5940347"/>
              <a:gd name="connsiteX235" fmla="*/ 5924467 w 7047465"/>
              <a:gd name="connsiteY235" fmla="*/ 453623 h 5940347"/>
              <a:gd name="connsiteX236" fmla="*/ 5924467 w 7047465"/>
              <a:gd name="connsiteY236" fmla="*/ 561865 h 5940347"/>
              <a:gd name="connsiteX237" fmla="*/ 5977833 w 7047465"/>
              <a:gd name="connsiteY237" fmla="*/ 561865 h 5940347"/>
              <a:gd name="connsiteX238" fmla="*/ 6013406 w 7047465"/>
              <a:gd name="connsiteY238" fmla="*/ 531403 h 5940347"/>
              <a:gd name="connsiteX239" fmla="*/ 5994539 w 7047465"/>
              <a:gd name="connsiteY239" fmla="*/ 505583 h 5940347"/>
              <a:gd name="connsiteX240" fmla="*/ 6010784 w 7047465"/>
              <a:gd name="connsiteY240" fmla="*/ 481771 h 5940347"/>
              <a:gd name="connsiteX241" fmla="*/ 5977373 w 7047465"/>
              <a:gd name="connsiteY241" fmla="*/ 453623 h 5940347"/>
              <a:gd name="connsiteX242" fmla="*/ 6465855 w 7047465"/>
              <a:gd name="connsiteY242" fmla="*/ 450669 h 5940347"/>
              <a:gd name="connsiteX243" fmla="*/ 6454867 w 7047465"/>
              <a:gd name="connsiteY243" fmla="*/ 461654 h 5940347"/>
              <a:gd name="connsiteX244" fmla="*/ 6465855 w 7047465"/>
              <a:gd name="connsiteY244" fmla="*/ 472640 h 5940347"/>
              <a:gd name="connsiteX245" fmla="*/ 6476843 w 7047465"/>
              <a:gd name="connsiteY245" fmla="*/ 461654 h 5940347"/>
              <a:gd name="connsiteX246" fmla="*/ 6465855 w 7047465"/>
              <a:gd name="connsiteY246" fmla="*/ 450669 h 5940347"/>
              <a:gd name="connsiteX247" fmla="*/ 5818502 w 7047465"/>
              <a:gd name="connsiteY247" fmla="*/ 447345 h 5940347"/>
              <a:gd name="connsiteX248" fmla="*/ 5771327 w 7047465"/>
              <a:gd name="connsiteY248" fmla="*/ 475415 h 5940347"/>
              <a:gd name="connsiteX249" fmla="*/ 5694885 w 7047465"/>
              <a:gd name="connsiteY249" fmla="*/ 569475 h 5940347"/>
              <a:gd name="connsiteX250" fmla="*/ 5696343 w 7047465"/>
              <a:gd name="connsiteY250" fmla="*/ 570933 h 5940347"/>
              <a:gd name="connsiteX251" fmla="*/ 5790425 w 7047465"/>
              <a:gd name="connsiteY251" fmla="*/ 494509 h 5940347"/>
              <a:gd name="connsiteX252" fmla="*/ 5818502 w 7047465"/>
              <a:gd name="connsiteY252" fmla="*/ 447345 h 5940347"/>
              <a:gd name="connsiteX253" fmla="*/ 5539698 w 7047465"/>
              <a:gd name="connsiteY253" fmla="*/ 447281 h 5940347"/>
              <a:gd name="connsiteX254" fmla="*/ 5567775 w 7047465"/>
              <a:gd name="connsiteY254" fmla="*/ 494445 h 5940347"/>
              <a:gd name="connsiteX255" fmla="*/ 5661857 w 7047465"/>
              <a:gd name="connsiteY255" fmla="*/ 570869 h 5940347"/>
              <a:gd name="connsiteX256" fmla="*/ 5661857 w 7047465"/>
              <a:gd name="connsiteY256" fmla="*/ 570882 h 5940347"/>
              <a:gd name="connsiteX257" fmla="*/ 5663315 w 7047465"/>
              <a:gd name="connsiteY257" fmla="*/ 569424 h 5940347"/>
              <a:gd name="connsiteX258" fmla="*/ 5586873 w 7047465"/>
              <a:gd name="connsiteY258" fmla="*/ 475364 h 5940347"/>
              <a:gd name="connsiteX259" fmla="*/ 5539698 w 7047465"/>
              <a:gd name="connsiteY259" fmla="*/ 447281 h 5940347"/>
              <a:gd name="connsiteX260" fmla="*/ 0 w 7047465"/>
              <a:gd name="connsiteY260" fmla="*/ 0 h 5940347"/>
              <a:gd name="connsiteX261" fmla="*/ 7047465 w 7047465"/>
              <a:gd name="connsiteY261" fmla="*/ 0 h 5940347"/>
              <a:gd name="connsiteX262" fmla="*/ 7047465 w 7047465"/>
              <a:gd name="connsiteY262" fmla="*/ 4925436 h 5940347"/>
              <a:gd name="connsiteX263" fmla="*/ 1325965 w 7047465"/>
              <a:gd name="connsiteY263" fmla="*/ 5936138 h 5940347"/>
              <a:gd name="connsiteX264" fmla="*/ 1009499 w 7047465"/>
              <a:gd name="connsiteY264" fmla="*/ 5714695 h 59403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7047465" h="5940347">
                <a:moveTo>
                  <a:pt x="6297865" y="652255"/>
                </a:moveTo>
                <a:cubicBezTo>
                  <a:pt x="6311168" y="652255"/>
                  <a:pt x="6320915" y="662767"/>
                  <a:pt x="6320915" y="677001"/>
                </a:cubicBezTo>
                <a:cubicBezTo>
                  <a:pt x="6320915" y="691235"/>
                  <a:pt x="6311168" y="701747"/>
                  <a:pt x="6297865" y="701747"/>
                </a:cubicBezTo>
                <a:cubicBezTo>
                  <a:pt x="6284562" y="701747"/>
                  <a:pt x="6274814" y="691235"/>
                  <a:pt x="6274814" y="677001"/>
                </a:cubicBezTo>
                <a:cubicBezTo>
                  <a:pt x="6274814" y="662767"/>
                  <a:pt x="6284562" y="652255"/>
                  <a:pt x="6297865" y="652255"/>
                </a:cubicBezTo>
                <a:close/>
                <a:moveTo>
                  <a:pt x="6072657" y="652255"/>
                </a:moveTo>
                <a:cubicBezTo>
                  <a:pt x="6085960" y="652255"/>
                  <a:pt x="6095707" y="662767"/>
                  <a:pt x="6095707" y="677001"/>
                </a:cubicBezTo>
                <a:cubicBezTo>
                  <a:pt x="6095707" y="691235"/>
                  <a:pt x="6085960" y="701747"/>
                  <a:pt x="6072657" y="701747"/>
                </a:cubicBezTo>
                <a:cubicBezTo>
                  <a:pt x="6059354" y="701747"/>
                  <a:pt x="6049607" y="691235"/>
                  <a:pt x="6049607" y="677001"/>
                </a:cubicBezTo>
                <a:cubicBezTo>
                  <a:pt x="6049607" y="662767"/>
                  <a:pt x="6059354" y="652255"/>
                  <a:pt x="6072657" y="652255"/>
                </a:cubicBezTo>
                <a:close/>
                <a:moveTo>
                  <a:pt x="6387892" y="651334"/>
                </a:moveTo>
                <a:cubicBezTo>
                  <a:pt x="6397792" y="651334"/>
                  <a:pt x="6405838" y="657217"/>
                  <a:pt x="6408153" y="668497"/>
                </a:cubicBezTo>
                <a:lnTo>
                  <a:pt x="6367323" y="668497"/>
                </a:lnTo>
                <a:cubicBezTo>
                  <a:pt x="6369792" y="657831"/>
                  <a:pt x="6377377" y="651334"/>
                  <a:pt x="6387892" y="651334"/>
                </a:cubicBezTo>
                <a:close/>
                <a:moveTo>
                  <a:pt x="6475744" y="636014"/>
                </a:moveTo>
                <a:cubicBezTo>
                  <a:pt x="6464142" y="636014"/>
                  <a:pt x="6456569" y="642510"/>
                  <a:pt x="6454088" y="651782"/>
                </a:cubicBezTo>
                <a:lnTo>
                  <a:pt x="6454088" y="637395"/>
                </a:lnTo>
                <a:lnTo>
                  <a:pt x="6436461" y="637395"/>
                </a:lnTo>
                <a:lnTo>
                  <a:pt x="6436461" y="716569"/>
                </a:lnTo>
                <a:lnTo>
                  <a:pt x="6436461" y="716594"/>
                </a:lnTo>
                <a:lnTo>
                  <a:pt x="6454088" y="716594"/>
                </a:lnTo>
                <a:lnTo>
                  <a:pt x="6454088" y="673446"/>
                </a:lnTo>
                <a:cubicBezTo>
                  <a:pt x="6454088" y="660299"/>
                  <a:pt x="6459652" y="654263"/>
                  <a:pt x="6473582" y="654263"/>
                </a:cubicBezTo>
                <a:lnTo>
                  <a:pt x="6477445" y="654263"/>
                </a:lnTo>
                <a:lnTo>
                  <a:pt x="6477445" y="636014"/>
                </a:lnTo>
                <a:close/>
                <a:moveTo>
                  <a:pt x="6294309" y="635259"/>
                </a:moveTo>
                <a:cubicBezTo>
                  <a:pt x="6273586" y="635259"/>
                  <a:pt x="6256574" y="652728"/>
                  <a:pt x="6256574" y="677014"/>
                </a:cubicBezTo>
                <a:cubicBezTo>
                  <a:pt x="6256574" y="701299"/>
                  <a:pt x="6273586" y="718768"/>
                  <a:pt x="6294309" y="718768"/>
                </a:cubicBezTo>
                <a:cubicBezTo>
                  <a:pt x="6306525" y="718768"/>
                  <a:pt x="6315658" y="713512"/>
                  <a:pt x="6320915" y="703460"/>
                </a:cubicBezTo>
                <a:lnTo>
                  <a:pt x="6320915" y="716607"/>
                </a:lnTo>
                <a:lnTo>
                  <a:pt x="6338555" y="716607"/>
                </a:lnTo>
                <a:lnTo>
                  <a:pt x="6338555" y="637433"/>
                </a:lnTo>
                <a:lnTo>
                  <a:pt x="6320915" y="637433"/>
                </a:lnTo>
                <a:lnTo>
                  <a:pt x="6320915" y="650567"/>
                </a:lnTo>
                <a:cubicBezTo>
                  <a:pt x="6315658" y="640515"/>
                  <a:pt x="6306525" y="635259"/>
                  <a:pt x="6294309" y="635259"/>
                </a:cubicBezTo>
                <a:close/>
                <a:moveTo>
                  <a:pt x="6072657" y="635247"/>
                </a:moveTo>
                <a:cubicBezTo>
                  <a:pt x="6049146" y="635247"/>
                  <a:pt x="6031353" y="652716"/>
                  <a:pt x="6031353" y="677001"/>
                </a:cubicBezTo>
                <a:cubicBezTo>
                  <a:pt x="6031353" y="701286"/>
                  <a:pt x="6049146" y="718755"/>
                  <a:pt x="6072657" y="718755"/>
                </a:cubicBezTo>
                <a:cubicBezTo>
                  <a:pt x="6096168" y="718755"/>
                  <a:pt x="6113961" y="701286"/>
                  <a:pt x="6113961" y="677001"/>
                </a:cubicBezTo>
                <a:cubicBezTo>
                  <a:pt x="6113961" y="652716"/>
                  <a:pt x="6096168" y="635247"/>
                  <a:pt x="6072657" y="635247"/>
                </a:cubicBezTo>
                <a:close/>
                <a:moveTo>
                  <a:pt x="6387904" y="635234"/>
                </a:moveTo>
                <a:cubicBezTo>
                  <a:pt x="6364701" y="635234"/>
                  <a:pt x="6348775" y="652869"/>
                  <a:pt x="6348775" y="676988"/>
                </a:cubicBezTo>
                <a:lnTo>
                  <a:pt x="6348762" y="677001"/>
                </a:lnTo>
                <a:cubicBezTo>
                  <a:pt x="6348762" y="701120"/>
                  <a:pt x="6365928" y="718755"/>
                  <a:pt x="6389286" y="718755"/>
                </a:cubicBezTo>
                <a:cubicBezTo>
                  <a:pt x="6403676" y="718755"/>
                  <a:pt x="6417286" y="711645"/>
                  <a:pt x="6423785" y="700967"/>
                </a:cubicBezTo>
                <a:lnTo>
                  <a:pt x="6411722" y="690761"/>
                </a:lnTo>
                <a:cubicBezTo>
                  <a:pt x="6407232" y="698191"/>
                  <a:pt x="6398879" y="702667"/>
                  <a:pt x="6389299" y="702667"/>
                </a:cubicBezTo>
                <a:cubicBezTo>
                  <a:pt x="6377697" y="702667"/>
                  <a:pt x="6369037" y="694777"/>
                  <a:pt x="6366875" y="682717"/>
                </a:cubicBezTo>
                <a:lnTo>
                  <a:pt x="6426113" y="682717"/>
                </a:lnTo>
                <a:cubicBezTo>
                  <a:pt x="6426420" y="680710"/>
                  <a:pt x="6426573" y="678382"/>
                  <a:pt x="6426573" y="676221"/>
                </a:cubicBezTo>
                <a:cubicBezTo>
                  <a:pt x="6426573" y="653483"/>
                  <a:pt x="6411108" y="635234"/>
                  <a:pt x="6387904" y="635234"/>
                </a:cubicBezTo>
                <a:close/>
                <a:moveTo>
                  <a:pt x="6148754" y="614516"/>
                </a:moveTo>
                <a:lnTo>
                  <a:pt x="6131114" y="619926"/>
                </a:lnTo>
                <a:lnTo>
                  <a:pt x="6131114" y="637395"/>
                </a:lnTo>
                <a:lnTo>
                  <a:pt x="6115803" y="637395"/>
                </a:lnTo>
                <a:lnTo>
                  <a:pt x="6115803" y="652549"/>
                </a:lnTo>
                <a:lnTo>
                  <a:pt x="6131114" y="652549"/>
                </a:lnTo>
                <a:lnTo>
                  <a:pt x="6131114" y="691362"/>
                </a:lnTo>
                <a:cubicBezTo>
                  <a:pt x="6131114" y="708525"/>
                  <a:pt x="6140554" y="718269"/>
                  <a:pt x="6156633" y="718269"/>
                </a:cubicBezTo>
                <a:cubicBezTo>
                  <a:pt x="6161123" y="718269"/>
                  <a:pt x="6165140" y="717809"/>
                  <a:pt x="6168082" y="716875"/>
                </a:cubicBezTo>
                <a:lnTo>
                  <a:pt x="6168095" y="716901"/>
                </a:lnTo>
                <a:lnTo>
                  <a:pt x="6168095" y="702054"/>
                </a:lnTo>
                <a:cubicBezTo>
                  <a:pt x="6166086" y="702361"/>
                  <a:pt x="6163298" y="702514"/>
                  <a:pt x="6161443" y="702514"/>
                </a:cubicBezTo>
                <a:cubicBezTo>
                  <a:pt x="6152783" y="702514"/>
                  <a:pt x="6148754" y="698025"/>
                  <a:pt x="6148754" y="689674"/>
                </a:cubicBezTo>
                <a:lnTo>
                  <a:pt x="6148754" y="652562"/>
                </a:lnTo>
                <a:lnTo>
                  <a:pt x="6168095" y="652562"/>
                </a:lnTo>
                <a:lnTo>
                  <a:pt x="6168095" y="637408"/>
                </a:lnTo>
                <a:lnTo>
                  <a:pt x="6148754" y="637408"/>
                </a:lnTo>
                <a:close/>
                <a:moveTo>
                  <a:pt x="6179863" y="608340"/>
                </a:moveTo>
                <a:lnTo>
                  <a:pt x="6179863" y="716594"/>
                </a:lnTo>
                <a:lnTo>
                  <a:pt x="6197477" y="716594"/>
                </a:lnTo>
                <a:lnTo>
                  <a:pt x="6197477" y="669584"/>
                </a:lnTo>
                <a:cubicBezTo>
                  <a:pt x="6197477" y="657371"/>
                  <a:pt x="6203975" y="650721"/>
                  <a:pt x="6213875" y="650721"/>
                </a:cubicBezTo>
                <a:cubicBezTo>
                  <a:pt x="6223776" y="650721"/>
                  <a:pt x="6229340" y="657371"/>
                  <a:pt x="6229340" y="668190"/>
                </a:cubicBezTo>
                <a:lnTo>
                  <a:pt x="6229340" y="716594"/>
                </a:lnTo>
                <a:lnTo>
                  <a:pt x="6246980" y="716594"/>
                </a:lnTo>
                <a:lnTo>
                  <a:pt x="6246980" y="665095"/>
                </a:lnTo>
                <a:cubicBezTo>
                  <a:pt x="6246980" y="644684"/>
                  <a:pt x="6235992" y="635247"/>
                  <a:pt x="6221154" y="635247"/>
                </a:cubicBezTo>
                <a:cubicBezTo>
                  <a:pt x="6208938" y="635247"/>
                  <a:pt x="6200892" y="641283"/>
                  <a:pt x="6197490" y="647933"/>
                </a:cubicBezTo>
                <a:lnTo>
                  <a:pt x="6197490" y="608340"/>
                </a:lnTo>
                <a:close/>
                <a:moveTo>
                  <a:pt x="5972116" y="606485"/>
                </a:moveTo>
                <a:cubicBezTo>
                  <a:pt x="5941019" y="606485"/>
                  <a:pt x="5917662" y="629991"/>
                  <a:pt x="5917662" y="662627"/>
                </a:cubicBezTo>
                <a:cubicBezTo>
                  <a:pt x="5917662" y="695263"/>
                  <a:pt x="5941019" y="718768"/>
                  <a:pt x="5969788" y="718768"/>
                </a:cubicBezTo>
                <a:cubicBezTo>
                  <a:pt x="5983091" y="718768"/>
                  <a:pt x="5995614" y="712579"/>
                  <a:pt x="6002892" y="702680"/>
                </a:cubicBezTo>
                <a:lnTo>
                  <a:pt x="6002892" y="716594"/>
                </a:lnTo>
                <a:lnTo>
                  <a:pt x="6020839" y="716594"/>
                </a:lnTo>
                <a:lnTo>
                  <a:pt x="6020839" y="659685"/>
                </a:lnTo>
                <a:lnTo>
                  <a:pt x="5973970" y="659685"/>
                </a:lnTo>
                <a:lnTo>
                  <a:pt x="5973970" y="677321"/>
                </a:lnTo>
                <a:lnTo>
                  <a:pt x="6001344" y="677321"/>
                </a:lnTo>
                <a:cubicBezTo>
                  <a:pt x="5998709" y="690621"/>
                  <a:pt x="5986954" y="699905"/>
                  <a:pt x="5972103" y="699905"/>
                </a:cubicBezTo>
                <a:cubicBezTo>
                  <a:pt x="5952608" y="699905"/>
                  <a:pt x="5938691" y="684137"/>
                  <a:pt x="5938691" y="662639"/>
                </a:cubicBezTo>
                <a:cubicBezTo>
                  <a:pt x="5938691" y="641142"/>
                  <a:pt x="5952608" y="625374"/>
                  <a:pt x="5972103" y="625374"/>
                </a:cubicBezTo>
                <a:cubicBezTo>
                  <a:pt x="5986020" y="625374"/>
                  <a:pt x="5996074" y="632331"/>
                  <a:pt x="6001498" y="642229"/>
                </a:cubicBezTo>
                <a:lnTo>
                  <a:pt x="6018203" y="631090"/>
                </a:lnTo>
                <a:cubicBezTo>
                  <a:pt x="6010004" y="615629"/>
                  <a:pt x="5992684" y="606498"/>
                  <a:pt x="5972103" y="606498"/>
                </a:cubicBezTo>
                <a:close/>
                <a:moveTo>
                  <a:pt x="5696202" y="601536"/>
                </a:moveTo>
                <a:lnTo>
                  <a:pt x="5696210" y="601541"/>
                </a:lnTo>
                <a:lnTo>
                  <a:pt x="5694757" y="602994"/>
                </a:lnTo>
                <a:cubicBezTo>
                  <a:pt x="5712499" y="630630"/>
                  <a:pt x="5736010" y="661872"/>
                  <a:pt x="5771199" y="697053"/>
                </a:cubicBezTo>
                <a:cubicBezTo>
                  <a:pt x="5796821" y="722669"/>
                  <a:pt x="5810623" y="732887"/>
                  <a:pt x="5818374" y="725124"/>
                </a:cubicBezTo>
                <a:cubicBezTo>
                  <a:pt x="5826126" y="717374"/>
                  <a:pt x="5815906" y="703576"/>
                  <a:pt x="5790284" y="677960"/>
                </a:cubicBezTo>
                <a:cubicBezTo>
                  <a:pt x="5772689" y="660369"/>
                  <a:pt x="5756080" y="645695"/>
                  <a:pt x="5740413" y="633202"/>
                </a:cubicBezTo>
                <a:lnTo>
                  <a:pt x="5696210" y="601541"/>
                </a:lnTo>
                <a:lnTo>
                  <a:pt x="5696215" y="601536"/>
                </a:lnTo>
                <a:close/>
                <a:moveTo>
                  <a:pt x="5592015" y="588556"/>
                </a:moveTo>
                <a:cubicBezTo>
                  <a:pt x="5570014" y="588556"/>
                  <a:pt x="5559691" y="590755"/>
                  <a:pt x="5559691" y="600257"/>
                </a:cubicBezTo>
                <a:cubicBezTo>
                  <a:pt x="5559691" y="609759"/>
                  <a:pt x="5570001" y="611958"/>
                  <a:pt x="5592015" y="611958"/>
                </a:cubicBezTo>
                <a:cubicBezTo>
                  <a:pt x="5616959" y="611958"/>
                  <a:pt x="5637336" y="608723"/>
                  <a:pt x="5654656" y="604183"/>
                </a:cubicBezTo>
                <a:cubicBezTo>
                  <a:pt x="5628791" y="621793"/>
                  <a:pt x="5600061" y="646782"/>
                  <a:pt x="5567494" y="678996"/>
                </a:cubicBezTo>
                <a:cubicBezTo>
                  <a:pt x="5541936" y="704279"/>
                  <a:pt x="5531678" y="717822"/>
                  <a:pt x="5539097" y="725163"/>
                </a:cubicBezTo>
                <a:cubicBezTo>
                  <a:pt x="5546516" y="732503"/>
                  <a:pt x="5560203" y="722349"/>
                  <a:pt x="5585760" y="697066"/>
                </a:cubicBezTo>
                <a:cubicBezTo>
                  <a:pt x="5618328" y="664839"/>
                  <a:pt x="5643578" y="636423"/>
                  <a:pt x="5661371" y="610833"/>
                </a:cubicBezTo>
                <a:cubicBezTo>
                  <a:pt x="5656830" y="628149"/>
                  <a:pt x="5653581" y="648534"/>
                  <a:pt x="5653581" y="673510"/>
                </a:cubicBezTo>
                <a:cubicBezTo>
                  <a:pt x="5653581" y="695506"/>
                  <a:pt x="5655781" y="705814"/>
                  <a:pt x="5665285" y="705814"/>
                </a:cubicBezTo>
                <a:cubicBezTo>
                  <a:pt x="5674789" y="705814"/>
                  <a:pt x="5676990" y="695506"/>
                  <a:pt x="5676990" y="673510"/>
                </a:cubicBezTo>
                <a:cubicBezTo>
                  <a:pt x="5676990" y="643290"/>
                  <a:pt x="5672257" y="619772"/>
                  <a:pt x="5666181" y="600295"/>
                </a:cubicBezTo>
                <a:cubicBezTo>
                  <a:pt x="5666104" y="600027"/>
                  <a:pt x="5665963" y="599835"/>
                  <a:pt x="5665797" y="599707"/>
                </a:cubicBezTo>
                <a:lnTo>
                  <a:pt x="5665784" y="599694"/>
                </a:lnTo>
                <a:cubicBezTo>
                  <a:pt x="5665656" y="599554"/>
                  <a:pt x="5665477" y="599438"/>
                  <a:pt x="5665247" y="599362"/>
                </a:cubicBezTo>
                <a:cubicBezTo>
                  <a:pt x="5645753" y="593300"/>
                  <a:pt x="5622242" y="588556"/>
                  <a:pt x="5592015" y="588556"/>
                </a:cubicBezTo>
                <a:close/>
                <a:moveTo>
                  <a:pt x="5778874" y="575550"/>
                </a:moveTo>
                <a:cubicBezTo>
                  <a:pt x="5746013" y="575550"/>
                  <a:pt x="5720442" y="580294"/>
                  <a:pt x="5699260" y="586356"/>
                </a:cubicBezTo>
                <a:cubicBezTo>
                  <a:pt x="5698147" y="586676"/>
                  <a:pt x="5698147" y="587827"/>
                  <a:pt x="5699260" y="588146"/>
                </a:cubicBezTo>
                <a:cubicBezTo>
                  <a:pt x="5720442" y="594208"/>
                  <a:pt x="5746026" y="598940"/>
                  <a:pt x="5778874" y="598940"/>
                </a:cubicBezTo>
                <a:cubicBezTo>
                  <a:pt x="5802794" y="598940"/>
                  <a:pt x="5814013" y="596740"/>
                  <a:pt x="5814013" y="587251"/>
                </a:cubicBezTo>
                <a:cubicBezTo>
                  <a:pt x="5814013" y="577762"/>
                  <a:pt x="5802794" y="575550"/>
                  <a:pt x="5778874" y="575550"/>
                </a:cubicBezTo>
                <a:close/>
                <a:moveTo>
                  <a:pt x="5944575" y="515162"/>
                </a:moveTo>
                <a:lnTo>
                  <a:pt x="5975518" y="515162"/>
                </a:lnTo>
                <a:cubicBezTo>
                  <a:pt x="5986186" y="515162"/>
                  <a:pt x="5992377" y="520418"/>
                  <a:pt x="5992377" y="529395"/>
                </a:cubicBezTo>
                <a:cubicBezTo>
                  <a:pt x="5992377" y="538373"/>
                  <a:pt x="5986186" y="543629"/>
                  <a:pt x="5975518" y="543629"/>
                </a:cubicBezTo>
                <a:lnTo>
                  <a:pt x="5975518" y="543616"/>
                </a:lnTo>
                <a:lnTo>
                  <a:pt x="5944575" y="543616"/>
                </a:lnTo>
                <a:close/>
                <a:moveTo>
                  <a:pt x="6526180" y="497526"/>
                </a:moveTo>
                <a:cubicBezTo>
                  <a:pt x="6539483" y="497526"/>
                  <a:pt x="6549230" y="508038"/>
                  <a:pt x="6549230" y="522272"/>
                </a:cubicBezTo>
                <a:cubicBezTo>
                  <a:pt x="6549230" y="536506"/>
                  <a:pt x="6539483" y="547018"/>
                  <a:pt x="6526180" y="547018"/>
                </a:cubicBezTo>
                <a:cubicBezTo>
                  <a:pt x="6512877" y="547018"/>
                  <a:pt x="6503130" y="536506"/>
                  <a:pt x="6503130" y="522272"/>
                </a:cubicBezTo>
                <a:cubicBezTo>
                  <a:pt x="6503130" y="508038"/>
                  <a:pt x="6512877" y="497526"/>
                  <a:pt x="6526180" y="497526"/>
                </a:cubicBezTo>
                <a:close/>
                <a:moveTo>
                  <a:pt x="6063383" y="497526"/>
                </a:moveTo>
                <a:cubicBezTo>
                  <a:pt x="6076686" y="497526"/>
                  <a:pt x="6086433" y="508038"/>
                  <a:pt x="6086433" y="522272"/>
                </a:cubicBezTo>
                <a:cubicBezTo>
                  <a:pt x="6086433" y="536506"/>
                  <a:pt x="6076686" y="547018"/>
                  <a:pt x="6063383" y="547018"/>
                </a:cubicBezTo>
                <a:cubicBezTo>
                  <a:pt x="6050080" y="547018"/>
                  <a:pt x="6040333" y="536506"/>
                  <a:pt x="6040333" y="522272"/>
                </a:cubicBezTo>
                <a:cubicBezTo>
                  <a:pt x="6040333" y="508038"/>
                  <a:pt x="6050080" y="497526"/>
                  <a:pt x="6063383" y="497526"/>
                </a:cubicBezTo>
                <a:close/>
                <a:moveTo>
                  <a:pt x="6328346" y="496606"/>
                </a:moveTo>
                <a:cubicBezTo>
                  <a:pt x="6338247" y="496606"/>
                  <a:pt x="6346293" y="502488"/>
                  <a:pt x="6348608" y="513768"/>
                </a:cubicBezTo>
                <a:lnTo>
                  <a:pt x="6307778" y="513768"/>
                </a:lnTo>
                <a:cubicBezTo>
                  <a:pt x="6310246" y="503102"/>
                  <a:pt x="6317832" y="496606"/>
                  <a:pt x="6328346" y="496606"/>
                </a:cubicBezTo>
                <a:close/>
                <a:moveTo>
                  <a:pt x="6457042" y="482692"/>
                </a:moveTo>
                <a:lnTo>
                  <a:pt x="6457042" y="561865"/>
                </a:lnTo>
                <a:lnTo>
                  <a:pt x="6474681" y="561865"/>
                </a:lnTo>
                <a:lnTo>
                  <a:pt x="6474681" y="482692"/>
                </a:lnTo>
                <a:close/>
                <a:moveTo>
                  <a:pt x="6156966" y="481298"/>
                </a:moveTo>
                <a:cubicBezTo>
                  <a:pt x="6145364" y="481298"/>
                  <a:pt x="6137791" y="487794"/>
                  <a:pt x="6135310" y="497079"/>
                </a:cubicBezTo>
                <a:lnTo>
                  <a:pt x="6135310" y="482692"/>
                </a:lnTo>
                <a:lnTo>
                  <a:pt x="6117670" y="482692"/>
                </a:lnTo>
                <a:lnTo>
                  <a:pt x="6117670" y="561865"/>
                </a:lnTo>
                <a:lnTo>
                  <a:pt x="6135310" y="561865"/>
                </a:lnTo>
                <a:lnTo>
                  <a:pt x="6135310" y="518717"/>
                </a:lnTo>
                <a:cubicBezTo>
                  <a:pt x="6135310" y="505570"/>
                  <a:pt x="6140874" y="499547"/>
                  <a:pt x="6154804" y="499547"/>
                </a:cubicBezTo>
                <a:lnTo>
                  <a:pt x="6158667" y="499547"/>
                </a:lnTo>
                <a:lnTo>
                  <a:pt x="6158667" y="481298"/>
                </a:lnTo>
                <a:close/>
                <a:moveTo>
                  <a:pt x="6522624" y="480530"/>
                </a:moveTo>
                <a:cubicBezTo>
                  <a:pt x="6501902" y="480530"/>
                  <a:pt x="6484876" y="497999"/>
                  <a:pt x="6484876" y="522285"/>
                </a:cubicBezTo>
                <a:cubicBezTo>
                  <a:pt x="6484876" y="546570"/>
                  <a:pt x="6501889" y="564039"/>
                  <a:pt x="6522624" y="564039"/>
                </a:cubicBezTo>
                <a:cubicBezTo>
                  <a:pt x="6534840" y="564039"/>
                  <a:pt x="6543973" y="558783"/>
                  <a:pt x="6549230" y="548732"/>
                </a:cubicBezTo>
                <a:lnTo>
                  <a:pt x="6549230" y="561878"/>
                </a:lnTo>
                <a:lnTo>
                  <a:pt x="6566857" y="561878"/>
                </a:lnTo>
                <a:lnTo>
                  <a:pt x="6566857" y="482704"/>
                </a:lnTo>
                <a:lnTo>
                  <a:pt x="6549230" y="482704"/>
                </a:lnTo>
                <a:lnTo>
                  <a:pt x="6549230" y="495838"/>
                </a:lnTo>
                <a:cubicBezTo>
                  <a:pt x="6543973" y="485786"/>
                  <a:pt x="6534840" y="480530"/>
                  <a:pt x="6522624" y="480530"/>
                </a:cubicBezTo>
                <a:close/>
                <a:moveTo>
                  <a:pt x="6059814" y="480530"/>
                </a:moveTo>
                <a:cubicBezTo>
                  <a:pt x="6039092" y="480530"/>
                  <a:pt x="6022066" y="497999"/>
                  <a:pt x="6022066" y="522285"/>
                </a:cubicBezTo>
                <a:cubicBezTo>
                  <a:pt x="6022066" y="546570"/>
                  <a:pt x="6039079" y="564039"/>
                  <a:pt x="6059814" y="564039"/>
                </a:cubicBezTo>
                <a:cubicBezTo>
                  <a:pt x="6072030" y="564039"/>
                  <a:pt x="6081163" y="558783"/>
                  <a:pt x="6086420" y="548732"/>
                </a:cubicBezTo>
                <a:lnTo>
                  <a:pt x="6086420" y="561878"/>
                </a:lnTo>
                <a:lnTo>
                  <a:pt x="6104047" y="561878"/>
                </a:lnTo>
                <a:lnTo>
                  <a:pt x="6104047" y="482704"/>
                </a:lnTo>
                <a:lnTo>
                  <a:pt x="6086420" y="482704"/>
                </a:lnTo>
                <a:lnTo>
                  <a:pt x="6086420" y="495838"/>
                </a:lnTo>
                <a:cubicBezTo>
                  <a:pt x="6081163" y="485786"/>
                  <a:pt x="6072030" y="480530"/>
                  <a:pt x="6059814" y="480530"/>
                </a:cubicBezTo>
                <a:close/>
                <a:moveTo>
                  <a:pt x="6418220" y="480518"/>
                </a:moveTo>
                <a:cubicBezTo>
                  <a:pt x="6406004" y="480518"/>
                  <a:pt x="6397958" y="486554"/>
                  <a:pt x="6394555" y="493204"/>
                </a:cubicBezTo>
                <a:lnTo>
                  <a:pt x="6394555" y="482692"/>
                </a:lnTo>
                <a:lnTo>
                  <a:pt x="6376929" y="482692"/>
                </a:lnTo>
                <a:lnTo>
                  <a:pt x="6376929" y="561865"/>
                </a:lnTo>
                <a:lnTo>
                  <a:pt x="6394543" y="561865"/>
                </a:lnTo>
                <a:lnTo>
                  <a:pt x="6394543" y="514855"/>
                </a:lnTo>
                <a:cubicBezTo>
                  <a:pt x="6394543" y="502642"/>
                  <a:pt x="6401041" y="495992"/>
                  <a:pt x="6410941" y="495992"/>
                </a:cubicBezTo>
                <a:cubicBezTo>
                  <a:pt x="6420842" y="495992"/>
                  <a:pt x="6426406" y="502642"/>
                  <a:pt x="6426406" y="513461"/>
                </a:cubicBezTo>
                <a:lnTo>
                  <a:pt x="6426406" y="561865"/>
                </a:lnTo>
                <a:lnTo>
                  <a:pt x="6444046" y="561865"/>
                </a:lnTo>
                <a:lnTo>
                  <a:pt x="6444046" y="510366"/>
                </a:lnTo>
                <a:cubicBezTo>
                  <a:pt x="6444046" y="489955"/>
                  <a:pt x="6433058" y="480518"/>
                  <a:pt x="6418220" y="480518"/>
                </a:cubicBezTo>
                <a:close/>
                <a:moveTo>
                  <a:pt x="6328359" y="480518"/>
                </a:moveTo>
                <a:cubicBezTo>
                  <a:pt x="6305155" y="480518"/>
                  <a:pt x="6289217" y="498140"/>
                  <a:pt x="6289217" y="522272"/>
                </a:cubicBezTo>
                <a:cubicBezTo>
                  <a:pt x="6289217" y="546391"/>
                  <a:pt x="6306383" y="564026"/>
                  <a:pt x="6329741" y="564026"/>
                </a:cubicBezTo>
                <a:cubicBezTo>
                  <a:pt x="6344131" y="564026"/>
                  <a:pt x="6357741" y="556916"/>
                  <a:pt x="6364240" y="546238"/>
                </a:cubicBezTo>
                <a:lnTo>
                  <a:pt x="6352177" y="536032"/>
                </a:lnTo>
                <a:cubicBezTo>
                  <a:pt x="6347687" y="543450"/>
                  <a:pt x="6339334" y="547939"/>
                  <a:pt x="6329754" y="547939"/>
                </a:cubicBezTo>
                <a:cubicBezTo>
                  <a:pt x="6318152" y="547939"/>
                  <a:pt x="6309492" y="540048"/>
                  <a:pt x="6307330" y="527988"/>
                </a:cubicBezTo>
                <a:lnTo>
                  <a:pt x="6366567" y="527988"/>
                </a:lnTo>
                <a:cubicBezTo>
                  <a:pt x="6366875" y="525981"/>
                  <a:pt x="6367028" y="523653"/>
                  <a:pt x="6367028" y="521492"/>
                </a:cubicBezTo>
                <a:cubicBezTo>
                  <a:pt x="6367028" y="498754"/>
                  <a:pt x="6351563" y="480518"/>
                  <a:pt x="6328359" y="480518"/>
                </a:cubicBezTo>
                <a:close/>
                <a:moveTo>
                  <a:pt x="6208017" y="480518"/>
                </a:moveTo>
                <a:cubicBezTo>
                  <a:pt x="6196568" y="480518"/>
                  <a:pt x="6188996" y="486554"/>
                  <a:pt x="6185593" y="493204"/>
                </a:cubicBezTo>
                <a:lnTo>
                  <a:pt x="6185593" y="482692"/>
                </a:lnTo>
                <a:lnTo>
                  <a:pt x="6167954" y="482692"/>
                </a:lnTo>
                <a:lnTo>
                  <a:pt x="6167954" y="561865"/>
                </a:lnTo>
                <a:lnTo>
                  <a:pt x="6185580" y="561865"/>
                </a:lnTo>
                <a:lnTo>
                  <a:pt x="6185580" y="514855"/>
                </a:lnTo>
                <a:cubicBezTo>
                  <a:pt x="6185580" y="502642"/>
                  <a:pt x="6191618" y="495992"/>
                  <a:pt x="6200738" y="495992"/>
                </a:cubicBezTo>
                <a:cubicBezTo>
                  <a:pt x="6209859" y="495992"/>
                  <a:pt x="6214975" y="502642"/>
                  <a:pt x="6214975" y="513461"/>
                </a:cubicBezTo>
                <a:lnTo>
                  <a:pt x="6214975" y="561865"/>
                </a:lnTo>
                <a:lnTo>
                  <a:pt x="6232602" y="561865"/>
                </a:lnTo>
                <a:lnTo>
                  <a:pt x="6232602" y="513154"/>
                </a:lnTo>
                <a:cubicBezTo>
                  <a:pt x="6232602" y="502642"/>
                  <a:pt x="6238640" y="495992"/>
                  <a:pt x="6247760" y="495992"/>
                </a:cubicBezTo>
                <a:cubicBezTo>
                  <a:pt x="6256880" y="495992"/>
                  <a:pt x="6261997" y="502642"/>
                  <a:pt x="6261997" y="513461"/>
                </a:cubicBezTo>
                <a:lnTo>
                  <a:pt x="6261997" y="561865"/>
                </a:lnTo>
                <a:lnTo>
                  <a:pt x="6279636" y="561865"/>
                </a:lnTo>
                <a:lnTo>
                  <a:pt x="6279636" y="510366"/>
                </a:lnTo>
                <a:cubicBezTo>
                  <a:pt x="6279636" y="489955"/>
                  <a:pt x="6269122" y="480518"/>
                  <a:pt x="6253490" y="480518"/>
                </a:cubicBezTo>
                <a:cubicBezTo>
                  <a:pt x="6242976" y="480518"/>
                  <a:pt x="6234776" y="485160"/>
                  <a:pt x="6229673" y="494125"/>
                </a:cubicBezTo>
                <a:cubicBezTo>
                  <a:pt x="6225503" y="484840"/>
                  <a:pt x="6217610" y="480518"/>
                  <a:pt x="6208017" y="480518"/>
                </a:cubicBezTo>
                <a:close/>
                <a:moveTo>
                  <a:pt x="5944575" y="471860"/>
                </a:moveTo>
                <a:lnTo>
                  <a:pt x="5974584" y="471860"/>
                </a:lnTo>
                <a:cubicBezTo>
                  <a:pt x="5984178" y="471860"/>
                  <a:pt x="5989742" y="476502"/>
                  <a:pt x="5989742" y="484380"/>
                </a:cubicBezTo>
                <a:cubicBezTo>
                  <a:pt x="5989742" y="492257"/>
                  <a:pt x="5984178" y="496912"/>
                  <a:pt x="5974584" y="496912"/>
                </a:cubicBezTo>
                <a:lnTo>
                  <a:pt x="5944575" y="496912"/>
                </a:lnTo>
                <a:close/>
                <a:moveTo>
                  <a:pt x="5679804" y="462793"/>
                </a:moveTo>
                <a:cubicBezTo>
                  <a:pt x="5670312" y="462793"/>
                  <a:pt x="5668112" y="472934"/>
                  <a:pt x="5668112" y="494560"/>
                </a:cubicBezTo>
                <a:cubicBezTo>
                  <a:pt x="5668112" y="524268"/>
                  <a:pt x="5672845" y="547389"/>
                  <a:pt x="5678921" y="566534"/>
                </a:cubicBezTo>
                <a:cubicBezTo>
                  <a:pt x="5679241" y="567544"/>
                  <a:pt x="5680379" y="567544"/>
                  <a:pt x="5680699" y="566534"/>
                </a:cubicBezTo>
                <a:cubicBezTo>
                  <a:pt x="5686762" y="547377"/>
                  <a:pt x="5691508" y="524268"/>
                  <a:pt x="5691508" y="494560"/>
                </a:cubicBezTo>
                <a:cubicBezTo>
                  <a:pt x="5691508" y="472934"/>
                  <a:pt x="5689308" y="462793"/>
                  <a:pt x="5679804" y="462793"/>
                </a:cubicBezTo>
                <a:close/>
                <a:moveTo>
                  <a:pt x="5924467" y="453623"/>
                </a:moveTo>
                <a:lnTo>
                  <a:pt x="5924467" y="561865"/>
                </a:lnTo>
                <a:lnTo>
                  <a:pt x="5977833" y="561865"/>
                </a:lnTo>
                <a:cubicBezTo>
                  <a:pt x="6000257" y="561865"/>
                  <a:pt x="6013406" y="550573"/>
                  <a:pt x="6013406" y="531403"/>
                </a:cubicBezTo>
                <a:cubicBezTo>
                  <a:pt x="6013406" y="518256"/>
                  <a:pt x="6006141" y="509445"/>
                  <a:pt x="5994539" y="505583"/>
                </a:cubicBezTo>
                <a:cubicBezTo>
                  <a:pt x="6004593" y="501721"/>
                  <a:pt x="6010784" y="492743"/>
                  <a:pt x="6010784" y="481771"/>
                </a:cubicBezTo>
                <a:cubicBezTo>
                  <a:pt x="6010784" y="464135"/>
                  <a:pt x="5998415" y="453623"/>
                  <a:pt x="5977373" y="453623"/>
                </a:cubicBezTo>
                <a:close/>
                <a:moveTo>
                  <a:pt x="6465855" y="450669"/>
                </a:moveTo>
                <a:cubicBezTo>
                  <a:pt x="6459818" y="450669"/>
                  <a:pt x="6454867" y="455618"/>
                  <a:pt x="6454867" y="461654"/>
                </a:cubicBezTo>
                <a:cubicBezTo>
                  <a:pt x="6454867" y="467691"/>
                  <a:pt x="6459818" y="472640"/>
                  <a:pt x="6465855" y="472640"/>
                </a:cubicBezTo>
                <a:cubicBezTo>
                  <a:pt x="6471893" y="472640"/>
                  <a:pt x="6476843" y="467691"/>
                  <a:pt x="6476843" y="461654"/>
                </a:cubicBezTo>
                <a:cubicBezTo>
                  <a:pt x="6476843" y="455618"/>
                  <a:pt x="6471893" y="450669"/>
                  <a:pt x="6465855" y="450669"/>
                </a:cubicBezTo>
                <a:close/>
                <a:moveTo>
                  <a:pt x="5818502" y="447345"/>
                </a:moveTo>
                <a:cubicBezTo>
                  <a:pt x="5810751" y="439595"/>
                  <a:pt x="5796949" y="449813"/>
                  <a:pt x="5771327" y="475415"/>
                </a:cubicBezTo>
                <a:cubicBezTo>
                  <a:pt x="5736138" y="510597"/>
                  <a:pt x="5712614" y="541839"/>
                  <a:pt x="5694885" y="569475"/>
                </a:cubicBezTo>
                <a:cubicBezTo>
                  <a:pt x="5693951" y="570933"/>
                  <a:pt x="5694885" y="571867"/>
                  <a:pt x="5696343" y="570933"/>
                </a:cubicBezTo>
                <a:cubicBezTo>
                  <a:pt x="5723986" y="553195"/>
                  <a:pt x="5755235" y="529690"/>
                  <a:pt x="5790425" y="494509"/>
                </a:cubicBezTo>
                <a:cubicBezTo>
                  <a:pt x="5816046" y="468893"/>
                  <a:pt x="5826267" y="455094"/>
                  <a:pt x="5818502" y="447345"/>
                </a:cubicBezTo>
                <a:close/>
                <a:moveTo>
                  <a:pt x="5539698" y="447281"/>
                </a:moveTo>
                <a:cubicBezTo>
                  <a:pt x="5531946" y="455031"/>
                  <a:pt x="5542167" y="468829"/>
                  <a:pt x="5567775" y="494445"/>
                </a:cubicBezTo>
                <a:cubicBezTo>
                  <a:pt x="5602965" y="529626"/>
                  <a:pt x="5634215" y="553144"/>
                  <a:pt x="5661857" y="570869"/>
                </a:cubicBezTo>
                <a:lnTo>
                  <a:pt x="5661857" y="570882"/>
                </a:lnTo>
                <a:cubicBezTo>
                  <a:pt x="5663315" y="571815"/>
                  <a:pt x="5664249" y="570882"/>
                  <a:pt x="5663315" y="569424"/>
                </a:cubicBezTo>
                <a:cubicBezTo>
                  <a:pt x="5645573" y="541788"/>
                  <a:pt x="5622063" y="510546"/>
                  <a:pt x="5586873" y="475364"/>
                </a:cubicBezTo>
                <a:cubicBezTo>
                  <a:pt x="5561264" y="449749"/>
                  <a:pt x="5547450" y="439531"/>
                  <a:pt x="5539698" y="447281"/>
                </a:cubicBezTo>
                <a:close/>
                <a:moveTo>
                  <a:pt x="0" y="0"/>
                </a:moveTo>
                <a:lnTo>
                  <a:pt x="7047465" y="0"/>
                </a:lnTo>
                <a:lnTo>
                  <a:pt x="7047465" y="4925436"/>
                </a:lnTo>
                <a:lnTo>
                  <a:pt x="1325965" y="5936138"/>
                </a:lnTo>
                <a:cubicBezTo>
                  <a:pt x="1177425" y="5962377"/>
                  <a:pt x="1035739" y="5863234"/>
                  <a:pt x="1009499" y="5714695"/>
                </a:cubicBez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11" name="Textplatzhalter 10">
            <a:extLst>
              <a:ext uri="{FF2B5EF4-FFF2-40B4-BE49-F238E27FC236}">
                <a16:creationId xmlns:a16="http://schemas.microsoft.com/office/drawing/2014/main" id="{C228BC24-B4A7-0770-DEFF-37F7F116ABF9}"/>
              </a:ext>
            </a:extLst>
          </p:cNvPr>
          <p:cNvSpPr>
            <a:spLocks noGrp="1"/>
          </p:cNvSpPr>
          <p:nvPr>
            <p:ph type="body" sz="quarter" idx="13" hasCustomPrompt="1"/>
          </p:nvPr>
        </p:nvSpPr>
        <p:spPr>
          <a:xfrm>
            <a:off x="479425" y="6054737"/>
            <a:ext cx="1123315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237730074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Zitat">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DF01948D-EE55-A777-DF7E-0C28A848F254}"/>
              </a:ext>
            </a:extLst>
          </p:cNvPr>
          <p:cNvSpPr>
            <a:spLocks noGrp="1"/>
          </p:cNvSpPr>
          <p:nvPr>
            <p:ph type="dt" sz="half" idx="10"/>
          </p:nvPr>
        </p:nvSpPr>
        <p:spPr/>
        <p:txBody>
          <a:bodyPr/>
          <a:lstStyle>
            <a:lvl1pPr>
              <a:defRPr>
                <a:solidFill>
                  <a:schemeClr val="tx2"/>
                </a:solidFill>
              </a:defRPr>
            </a:lvl1pPr>
          </a:lstStyle>
          <a:p>
            <a:fld id="{2DE66CE5-6E4E-254F-BACD-C75F7D6843BB}" type="datetime1">
              <a:rPr lang="de-DE"/>
              <a:pPr/>
              <a:t>22.06.2026</a:t>
            </a:fld>
            <a:endParaRPr lang="de-DE" dirty="0"/>
          </a:p>
        </p:txBody>
      </p:sp>
      <p:sp>
        <p:nvSpPr>
          <p:cNvPr id="4" name="Fußzeilenplatzhalter 3">
            <a:extLst>
              <a:ext uri="{FF2B5EF4-FFF2-40B4-BE49-F238E27FC236}">
                <a16:creationId xmlns:a16="http://schemas.microsoft.com/office/drawing/2014/main" id="{C3FD7DB9-9267-EDBC-EB1C-5F7A525B2CB2}"/>
              </a:ext>
            </a:extLst>
          </p:cNvPr>
          <p:cNvSpPr>
            <a:spLocks noGrp="1"/>
          </p:cNvSpPr>
          <p:nvPr>
            <p:ph type="ftr" sz="quarter" idx="11"/>
          </p:nvPr>
        </p:nvSpPr>
        <p:spPr/>
        <p:txBody>
          <a:bodyPr/>
          <a:lstStyle>
            <a:lvl1pPr>
              <a:defRPr>
                <a:solidFill>
                  <a:schemeClr val="tx2"/>
                </a:solidFill>
              </a:defRPr>
            </a:lvl1pPr>
          </a:lstStyle>
          <a:p>
            <a:r>
              <a:rPr lang="de-DE" dirty="0"/>
              <a:t>Titel der Präsentation</a:t>
            </a:r>
          </a:p>
        </p:txBody>
      </p:sp>
      <p:sp>
        <p:nvSpPr>
          <p:cNvPr id="5" name="Foliennummernplatzhalter 4">
            <a:extLst>
              <a:ext uri="{FF2B5EF4-FFF2-40B4-BE49-F238E27FC236}">
                <a16:creationId xmlns:a16="http://schemas.microsoft.com/office/drawing/2014/main" id="{DFD207B8-0A3D-ECE3-7B59-A62186799CD0}"/>
              </a:ext>
            </a:extLst>
          </p:cNvPr>
          <p:cNvSpPr>
            <a:spLocks noGrp="1"/>
          </p:cNvSpPr>
          <p:nvPr>
            <p:ph type="sldNum" sz="quarter" idx="12"/>
          </p:nvPr>
        </p:nvSpPr>
        <p:spPr/>
        <p:txBody>
          <a:bodyPr/>
          <a:lstStyle>
            <a:lvl1pPr>
              <a:defRPr>
                <a:solidFill>
                  <a:schemeClr val="tx2"/>
                </a:solidFill>
              </a:defRPr>
            </a:lvl1pPr>
          </a:lstStyle>
          <a:p>
            <a:fld id="{D188B27D-4802-6948-A101-6CF6A7142FF4}" type="slidenum">
              <a:rPr lang="de-DE" smtClean="0"/>
              <a:pPr/>
              <a:t>‹Nr.›</a:t>
            </a:fld>
            <a:endParaRPr lang="de-DE" dirty="0"/>
          </a:p>
        </p:txBody>
      </p:sp>
      <p:sp>
        <p:nvSpPr>
          <p:cNvPr id="7" name="Textfeld 6">
            <a:extLst>
              <a:ext uri="{FF2B5EF4-FFF2-40B4-BE49-F238E27FC236}">
                <a16:creationId xmlns:a16="http://schemas.microsoft.com/office/drawing/2014/main" id="{43652864-A7F6-3A7E-5C2E-CAE4529350E2}"/>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tx2"/>
                </a:solidFill>
                <a:latin typeface="BarmeniaGothaer Offc Medium" panose="020B0603020204020204" pitchFamily="34" charset="0"/>
              </a:rPr>
              <a:t>BarmeniaGothaer</a:t>
            </a:r>
          </a:p>
        </p:txBody>
      </p:sp>
      <p:sp>
        <p:nvSpPr>
          <p:cNvPr id="8" name="Textfeld 7">
            <a:extLst>
              <a:ext uri="{FF2B5EF4-FFF2-40B4-BE49-F238E27FC236}">
                <a16:creationId xmlns:a16="http://schemas.microsoft.com/office/drawing/2014/main" id="{B9F15C8C-0F79-3FB9-1CF1-70496DFF955A}"/>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tx2"/>
                </a:solidFill>
                <a:latin typeface="BarmeniaGothaer Offc" panose="020B0503020204020204" pitchFamily="34" charset="0"/>
              </a:rPr>
              <a:t>Seite</a:t>
            </a:r>
          </a:p>
        </p:txBody>
      </p:sp>
      <p:sp>
        <p:nvSpPr>
          <p:cNvPr id="6" name="Textfeld 5">
            <a:extLst>
              <a:ext uri="{FF2B5EF4-FFF2-40B4-BE49-F238E27FC236}">
                <a16:creationId xmlns:a16="http://schemas.microsoft.com/office/drawing/2014/main" id="{E513AF55-06C4-E714-A433-F93F7EFF65F0}"/>
              </a:ext>
            </a:extLst>
          </p:cNvPr>
          <p:cNvSpPr txBox="1"/>
          <p:nvPr userDrawn="1"/>
        </p:nvSpPr>
        <p:spPr>
          <a:xfrm>
            <a:off x="294886" y="-328141"/>
            <a:ext cx="1108842" cy="2646878"/>
          </a:xfrm>
          <a:prstGeom prst="rect">
            <a:avLst/>
          </a:prstGeom>
          <a:noFill/>
        </p:spPr>
        <p:txBody>
          <a:bodyPr wrap="square">
            <a:spAutoFit/>
          </a:bodyPr>
          <a:lstStyle/>
          <a:p>
            <a:r>
              <a:rPr kumimoji="0" lang="de-DE" sz="16600" b="0" i="0" u="none" strike="noStrike" kern="1200" cap="none" spc="0" normalizeH="0" baseline="0" noProof="0" dirty="0">
                <a:ln w="12700">
                  <a:solidFill>
                    <a:schemeClr val="accent4"/>
                  </a:solidFill>
                </a:ln>
                <a:noFill/>
                <a:effectLst/>
                <a:uLnTx/>
                <a:uFillTx/>
                <a:latin typeface="BarmeniaGothaer Offc Medium" panose="020B0603020204020204" pitchFamily="34" charset="0"/>
                <a:ea typeface="+mj-ea"/>
                <a:cs typeface="+mj-cs"/>
              </a:rPr>
              <a:t>„</a:t>
            </a:r>
            <a:endParaRPr lang="de-DE" sz="8000" dirty="0">
              <a:ln w="12700">
                <a:solidFill>
                  <a:schemeClr val="accent4"/>
                </a:solidFill>
              </a:ln>
              <a:noFill/>
            </a:endParaRPr>
          </a:p>
        </p:txBody>
      </p:sp>
      <p:sp>
        <p:nvSpPr>
          <p:cNvPr id="9" name="Textplatzhalter 9">
            <a:extLst>
              <a:ext uri="{FF2B5EF4-FFF2-40B4-BE49-F238E27FC236}">
                <a16:creationId xmlns:a16="http://schemas.microsoft.com/office/drawing/2014/main" id="{E2063DC4-92BC-157F-46C4-B4DE6099FCEE}"/>
              </a:ext>
            </a:extLst>
          </p:cNvPr>
          <p:cNvSpPr>
            <a:spLocks noGrp="1"/>
          </p:cNvSpPr>
          <p:nvPr>
            <p:ph type="body" sz="quarter" idx="21" hasCustomPrompt="1"/>
          </p:nvPr>
        </p:nvSpPr>
        <p:spPr>
          <a:xfrm>
            <a:off x="479425" y="2569034"/>
            <a:ext cx="4763135" cy="802399"/>
          </a:xfrm>
        </p:spPr>
        <p:txBody>
          <a:bodyPr>
            <a:spAutoFit/>
          </a:bodyPr>
          <a:lstStyle>
            <a:lvl1pPr algn="l">
              <a:lnSpc>
                <a:spcPct val="90000"/>
              </a:lnSpc>
              <a:defRPr sz="3200">
                <a:solidFill>
                  <a:schemeClr val="tx2"/>
                </a:solidFill>
                <a:latin typeface="+mj-lt"/>
              </a:defRPr>
            </a:lvl1pPr>
            <a:lvl2pPr marL="171450" indent="-171450" algn="l">
              <a:buFont typeface="Symbol" pitchFamily="2" charset="2"/>
              <a:buChar char="-"/>
              <a:defRPr>
                <a:solidFill>
                  <a:schemeClr val="tx2"/>
                </a:solidFill>
                <a:latin typeface="+mn-lt"/>
              </a:defRPr>
            </a:lvl2pPr>
            <a:lvl3pPr algn="r">
              <a:defRPr>
                <a:solidFill>
                  <a:schemeClr val="bg1"/>
                </a:solidFill>
              </a:defRPr>
            </a:lvl3pPr>
            <a:lvl4pPr algn="r">
              <a:defRPr>
                <a:solidFill>
                  <a:schemeClr val="bg1"/>
                </a:solidFill>
              </a:defRPr>
            </a:lvl4pPr>
            <a:lvl5pPr algn="r">
              <a:defRPr>
                <a:solidFill>
                  <a:schemeClr val="bg1"/>
                </a:solidFill>
              </a:defRPr>
            </a:lvl5pPr>
          </a:lstStyle>
          <a:p>
            <a:pPr lvl="0"/>
            <a:r>
              <a:rPr lang="de-DE" dirty="0"/>
              <a:t>Zitatformat</a:t>
            </a:r>
          </a:p>
          <a:p>
            <a:pPr lvl="1"/>
            <a:r>
              <a:rPr lang="de-DE" dirty="0"/>
              <a:t>Zitatgeber</a:t>
            </a:r>
          </a:p>
        </p:txBody>
      </p:sp>
      <p:sp>
        <p:nvSpPr>
          <p:cNvPr id="2" name="Freihandform 1">
            <a:extLst>
              <a:ext uri="{FF2B5EF4-FFF2-40B4-BE49-F238E27FC236}">
                <a16:creationId xmlns:a16="http://schemas.microsoft.com/office/drawing/2014/main" id="{B131C456-0F29-83BD-BAE4-994478A44886}"/>
              </a:ext>
            </a:extLst>
          </p:cNvPr>
          <p:cNvSpPr/>
          <p:nvPr userDrawn="1"/>
        </p:nvSpPr>
        <p:spPr>
          <a:xfrm rot="21421220">
            <a:off x="6021668" y="-168105"/>
            <a:ext cx="6312646" cy="5968515"/>
          </a:xfrm>
          <a:custGeom>
            <a:avLst/>
            <a:gdLst>
              <a:gd name="connsiteX0" fmla="*/ 5530154 w 6312646"/>
              <a:gd name="connsiteY0" fmla="*/ 940994 h 5968515"/>
              <a:gd name="connsiteX1" fmla="*/ 5551887 w 6312646"/>
              <a:gd name="connsiteY1" fmla="*/ 966905 h 5968515"/>
              <a:gd name="connsiteX2" fmla="*/ 5527582 w 6312646"/>
              <a:gd name="connsiteY2" fmla="*/ 990419 h 5968515"/>
              <a:gd name="connsiteX3" fmla="*/ 5505848 w 6312646"/>
              <a:gd name="connsiteY3" fmla="*/ 964508 h 5968515"/>
              <a:gd name="connsiteX4" fmla="*/ 5530154 w 6312646"/>
              <a:gd name="connsiteY4" fmla="*/ 940994 h 5968515"/>
              <a:gd name="connsiteX5" fmla="*/ 5305251 w 6312646"/>
              <a:gd name="connsiteY5" fmla="*/ 929288 h 5968515"/>
              <a:gd name="connsiteX6" fmla="*/ 5326983 w 6312646"/>
              <a:gd name="connsiteY6" fmla="*/ 955198 h 5968515"/>
              <a:gd name="connsiteX7" fmla="*/ 5302678 w 6312646"/>
              <a:gd name="connsiteY7" fmla="*/ 978712 h 5968515"/>
              <a:gd name="connsiteX8" fmla="*/ 5280946 w 6312646"/>
              <a:gd name="connsiteY8" fmla="*/ 952802 h 5968515"/>
              <a:gd name="connsiteX9" fmla="*/ 5305251 w 6312646"/>
              <a:gd name="connsiteY9" fmla="*/ 929288 h 5968515"/>
              <a:gd name="connsiteX10" fmla="*/ 5620107 w 6312646"/>
              <a:gd name="connsiteY10" fmla="*/ 944754 h 5968515"/>
              <a:gd name="connsiteX11" fmla="*/ 5639449 w 6312646"/>
              <a:gd name="connsiteY11" fmla="*/ 962947 h 5968515"/>
              <a:gd name="connsiteX12" fmla="*/ 5598674 w 6312646"/>
              <a:gd name="connsiteY12" fmla="*/ 960824 h 5968515"/>
              <a:gd name="connsiteX13" fmla="*/ 5620107 w 6312646"/>
              <a:gd name="connsiteY13" fmla="*/ 944754 h 5968515"/>
              <a:gd name="connsiteX14" fmla="*/ 5708637 w 6312646"/>
              <a:gd name="connsiteY14" fmla="*/ 934021 h 5968515"/>
              <a:gd name="connsiteX15" fmla="*/ 5686191 w 6312646"/>
              <a:gd name="connsiteY15" fmla="*/ 948643 h 5968515"/>
              <a:gd name="connsiteX16" fmla="*/ 5686939 w 6312646"/>
              <a:gd name="connsiteY16" fmla="*/ 934275 h 5968515"/>
              <a:gd name="connsiteX17" fmla="*/ 5669335 w 6312646"/>
              <a:gd name="connsiteY17" fmla="*/ 933359 h 5968515"/>
              <a:gd name="connsiteX18" fmla="*/ 5665220 w 6312646"/>
              <a:gd name="connsiteY18" fmla="*/ 1012425 h 5968515"/>
              <a:gd name="connsiteX19" fmla="*/ 5665219 w 6312646"/>
              <a:gd name="connsiteY19" fmla="*/ 1012451 h 5968515"/>
              <a:gd name="connsiteX20" fmla="*/ 5682822 w 6312646"/>
              <a:gd name="connsiteY20" fmla="*/ 1013367 h 5968515"/>
              <a:gd name="connsiteX21" fmla="*/ 5685065 w 6312646"/>
              <a:gd name="connsiteY21" fmla="*/ 970277 h 5968515"/>
              <a:gd name="connsiteX22" fmla="*/ 5705529 w 6312646"/>
              <a:gd name="connsiteY22" fmla="*/ 952133 h 5968515"/>
              <a:gd name="connsiteX23" fmla="*/ 5709387 w 6312646"/>
              <a:gd name="connsiteY23" fmla="*/ 952334 h 5968515"/>
              <a:gd name="connsiteX24" fmla="*/ 5710336 w 6312646"/>
              <a:gd name="connsiteY24" fmla="*/ 934110 h 5968515"/>
              <a:gd name="connsiteX25" fmla="*/ 5527487 w 6312646"/>
              <a:gd name="connsiteY25" fmla="*/ 923836 h 5968515"/>
              <a:gd name="connsiteX26" fmla="*/ 5487632 w 6312646"/>
              <a:gd name="connsiteY26" fmla="*/ 963573 h 5968515"/>
              <a:gd name="connsiteX27" fmla="*/ 5523146 w 6312646"/>
              <a:gd name="connsiteY27" fmla="*/ 1007232 h 5968515"/>
              <a:gd name="connsiteX28" fmla="*/ 5550511 w 6312646"/>
              <a:gd name="connsiteY28" fmla="*/ 993328 h 5968515"/>
              <a:gd name="connsiteX29" fmla="*/ 5549828 w 6312646"/>
              <a:gd name="connsiteY29" fmla="*/ 1006457 h 5968515"/>
              <a:gd name="connsiteX30" fmla="*/ 5567444 w 6312646"/>
              <a:gd name="connsiteY30" fmla="*/ 1007374 h 5968515"/>
              <a:gd name="connsiteX31" fmla="*/ 5571560 w 6312646"/>
              <a:gd name="connsiteY31" fmla="*/ 928308 h 5968515"/>
              <a:gd name="connsiteX32" fmla="*/ 5553944 w 6312646"/>
              <a:gd name="connsiteY32" fmla="*/ 927391 h 5968515"/>
              <a:gd name="connsiteX33" fmla="*/ 5553261 w 6312646"/>
              <a:gd name="connsiteY33" fmla="*/ 940507 h 5968515"/>
              <a:gd name="connsiteX34" fmla="*/ 5527487 w 6312646"/>
              <a:gd name="connsiteY34" fmla="*/ 923836 h 5968515"/>
              <a:gd name="connsiteX35" fmla="*/ 5306135 w 6312646"/>
              <a:gd name="connsiteY35" fmla="*/ 912302 h 5968515"/>
              <a:gd name="connsiteX36" fmla="*/ 5262716 w 6312646"/>
              <a:gd name="connsiteY36" fmla="*/ 951853 h 5968515"/>
              <a:gd name="connsiteX37" fmla="*/ 5301794 w 6312646"/>
              <a:gd name="connsiteY37" fmla="*/ 995698 h 5968515"/>
              <a:gd name="connsiteX38" fmla="*/ 5345213 w 6312646"/>
              <a:gd name="connsiteY38" fmla="*/ 956147 h 5968515"/>
              <a:gd name="connsiteX39" fmla="*/ 5306135 w 6312646"/>
              <a:gd name="connsiteY39" fmla="*/ 912302 h 5968515"/>
              <a:gd name="connsiteX40" fmla="*/ 5620956 w 6312646"/>
              <a:gd name="connsiteY40" fmla="*/ 928676 h 5968515"/>
              <a:gd name="connsiteX41" fmla="*/ 5579710 w 6312646"/>
              <a:gd name="connsiteY41" fmla="*/ 968340 h 5968515"/>
              <a:gd name="connsiteX42" fmla="*/ 5579696 w 6312646"/>
              <a:gd name="connsiteY42" fmla="*/ 968352 h 5968515"/>
              <a:gd name="connsiteX43" fmla="*/ 5617995 w 6312646"/>
              <a:gd name="connsiteY43" fmla="*/ 1012157 h 5968515"/>
              <a:gd name="connsiteX44" fmla="*/ 5653372 w 6312646"/>
              <a:gd name="connsiteY44" fmla="*/ 996185 h 5968515"/>
              <a:gd name="connsiteX45" fmla="*/ 5641856 w 6312646"/>
              <a:gd name="connsiteY45" fmla="*/ 985367 h 5968515"/>
              <a:gd name="connsiteX46" fmla="*/ 5618844 w 6312646"/>
              <a:gd name="connsiteY46" fmla="*/ 996091 h 5968515"/>
              <a:gd name="connsiteX47" fmla="*/ 5597488 w 6312646"/>
              <a:gd name="connsiteY47" fmla="*/ 975002 h 5968515"/>
              <a:gd name="connsiteX48" fmla="*/ 5656645 w 6312646"/>
              <a:gd name="connsiteY48" fmla="*/ 978082 h 5968515"/>
              <a:gd name="connsiteX49" fmla="*/ 5657443 w 6312646"/>
              <a:gd name="connsiteY49" fmla="*/ 971618 h 5968515"/>
              <a:gd name="connsiteX50" fmla="*/ 5620956 w 6312646"/>
              <a:gd name="connsiteY50" fmla="*/ 928676 h 5968515"/>
              <a:gd name="connsiteX51" fmla="*/ 5383207 w 6312646"/>
              <a:gd name="connsiteY51" fmla="*/ 895555 h 5968515"/>
              <a:gd name="connsiteX52" fmla="*/ 5365309 w 6312646"/>
              <a:gd name="connsiteY52" fmla="*/ 900041 h 5968515"/>
              <a:gd name="connsiteX53" fmla="*/ 5364401 w 6312646"/>
              <a:gd name="connsiteY53" fmla="*/ 917486 h 5968515"/>
              <a:gd name="connsiteX54" fmla="*/ 5349111 w 6312646"/>
              <a:gd name="connsiteY54" fmla="*/ 916690 h 5968515"/>
              <a:gd name="connsiteX55" fmla="*/ 5348323 w 6312646"/>
              <a:gd name="connsiteY55" fmla="*/ 931824 h 5968515"/>
              <a:gd name="connsiteX56" fmla="*/ 5363613 w 6312646"/>
              <a:gd name="connsiteY56" fmla="*/ 932620 h 5968515"/>
              <a:gd name="connsiteX57" fmla="*/ 5361596 w 6312646"/>
              <a:gd name="connsiteY57" fmla="*/ 971381 h 5968515"/>
              <a:gd name="connsiteX58" fmla="*/ 5385682 w 6312646"/>
              <a:gd name="connsiteY58" fmla="*/ 999578 h 5968515"/>
              <a:gd name="connsiteX59" fmla="*/ 5397188 w 6312646"/>
              <a:gd name="connsiteY59" fmla="*/ 998781 h 5968515"/>
              <a:gd name="connsiteX60" fmla="*/ 5397199 w 6312646"/>
              <a:gd name="connsiteY60" fmla="*/ 998807 h 5968515"/>
              <a:gd name="connsiteX61" fmla="*/ 5397971 w 6312646"/>
              <a:gd name="connsiteY61" fmla="*/ 983980 h 5968515"/>
              <a:gd name="connsiteX62" fmla="*/ 5391304 w 6312646"/>
              <a:gd name="connsiteY62" fmla="*/ 984094 h 5968515"/>
              <a:gd name="connsiteX63" fmla="*/ 5379300 w 6312646"/>
              <a:gd name="connsiteY63" fmla="*/ 970612 h 5968515"/>
              <a:gd name="connsiteX64" fmla="*/ 5381229 w 6312646"/>
              <a:gd name="connsiteY64" fmla="*/ 933550 h 5968515"/>
              <a:gd name="connsiteX65" fmla="*/ 5400544 w 6312646"/>
              <a:gd name="connsiteY65" fmla="*/ 934555 h 5968515"/>
              <a:gd name="connsiteX66" fmla="*/ 5401332 w 6312646"/>
              <a:gd name="connsiteY66" fmla="*/ 919421 h 5968515"/>
              <a:gd name="connsiteX67" fmla="*/ 5382017 w 6312646"/>
              <a:gd name="connsiteY67" fmla="*/ 918416 h 5968515"/>
              <a:gd name="connsiteX68" fmla="*/ 5414595 w 6312646"/>
              <a:gd name="connsiteY68" fmla="*/ 891004 h 5968515"/>
              <a:gd name="connsiteX69" fmla="*/ 5408967 w 6312646"/>
              <a:gd name="connsiteY69" fmla="*/ 999112 h 5968515"/>
              <a:gd name="connsiteX70" fmla="*/ 5426558 w 6312646"/>
              <a:gd name="connsiteY70" fmla="*/ 1000028 h 5968515"/>
              <a:gd name="connsiteX71" fmla="*/ 5429001 w 6312646"/>
              <a:gd name="connsiteY71" fmla="*/ 953081 h 5968515"/>
              <a:gd name="connsiteX72" fmla="*/ 5446358 w 6312646"/>
              <a:gd name="connsiteY72" fmla="*/ 935096 h 5968515"/>
              <a:gd name="connsiteX73" fmla="*/ 5460894 w 6312646"/>
              <a:gd name="connsiteY73" fmla="*/ 953345 h 5968515"/>
              <a:gd name="connsiteX74" fmla="*/ 5458378 w 6312646"/>
              <a:gd name="connsiteY74" fmla="*/ 1001684 h 5968515"/>
              <a:gd name="connsiteX75" fmla="*/ 5475994 w 6312646"/>
              <a:gd name="connsiteY75" fmla="*/ 1002601 h 5968515"/>
              <a:gd name="connsiteX76" fmla="*/ 5478671 w 6312646"/>
              <a:gd name="connsiteY76" fmla="*/ 951172 h 5968515"/>
              <a:gd name="connsiteX77" fmla="*/ 5454431 w 6312646"/>
              <a:gd name="connsiteY77" fmla="*/ 920021 h 5968515"/>
              <a:gd name="connsiteX78" fmla="*/ 5430140 w 6312646"/>
              <a:gd name="connsiteY78" fmla="*/ 931460 h 5968515"/>
              <a:gd name="connsiteX79" fmla="*/ 5432198 w 6312646"/>
              <a:gd name="connsiteY79" fmla="*/ 891920 h 5968515"/>
              <a:gd name="connsiteX80" fmla="*/ 5207225 w 6312646"/>
              <a:gd name="connsiteY80" fmla="*/ 878353 h 5968515"/>
              <a:gd name="connsiteX81" fmla="*/ 5149926 w 6312646"/>
              <a:gd name="connsiteY81" fmla="*/ 931588 h 5968515"/>
              <a:gd name="connsiteX82" fmla="*/ 5199063 w 6312646"/>
              <a:gd name="connsiteY82" fmla="*/ 990363 h 5968515"/>
              <a:gd name="connsiteX83" fmla="*/ 5232959 w 6312646"/>
              <a:gd name="connsiteY83" fmla="*/ 976018 h 5968515"/>
              <a:gd name="connsiteX84" fmla="*/ 5232236 w 6312646"/>
              <a:gd name="connsiteY84" fmla="*/ 989913 h 5968515"/>
              <a:gd name="connsiteX85" fmla="*/ 5250158 w 6312646"/>
              <a:gd name="connsiteY85" fmla="*/ 990846 h 5968515"/>
              <a:gd name="connsiteX86" fmla="*/ 5253117 w 6312646"/>
              <a:gd name="connsiteY86" fmla="*/ 934014 h 5968515"/>
              <a:gd name="connsiteX87" fmla="*/ 5206311 w 6312646"/>
              <a:gd name="connsiteY87" fmla="*/ 931578 h 5968515"/>
              <a:gd name="connsiteX88" fmla="*/ 5205394 w 6312646"/>
              <a:gd name="connsiteY88" fmla="*/ 949189 h 5968515"/>
              <a:gd name="connsiteX89" fmla="*/ 5232731 w 6312646"/>
              <a:gd name="connsiteY89" fmla="*/ 950612 h 5968515"/>
              <a:gd name="connsiteX90" fmla="*/ 5202356 w 6312646"/>
              <a:gd name="connsiteY90" fmla="*/ 971646 h 5968515"/>
              <a:gd name="connsiteX91" fmla="*/ 5170926 w 6312646"/>
              <a:gd name="connsiteY91" fmla="*/ 932694 h 5968515"/>
              <a:gd name="connsiteX92" fmla="*/ 5206230 w 6312646"/>
              <a:gd name="connsiteY92" fmla="*/ 897216 h 5968515"/>
              <a:gd name="connsiteX93" fmla="*/ 5234709 w 6312646"/>
              <a:gd name="connsiteY93" fmla="*/ 915576 h 5968515"/>
              <a:gd name="connsiteX94" fmla="*/ 5251971 w 6312646"/>
              <a:gd name="connsiteY94" fmla="*/ 905321 h 5968515"/>
              <a:gd name="connsiteX95" fmla="*/ 5207211 w 6312646"/>
              <a:gd name="connsiteY95" fmla="*/ 878365 h 5968515"/>
              <a:gd name="connsiteX96" fmla="*/ 4931941 w 6312646"/>
              <a:gd name="connsiteY96" fmla="*/ 859068 h 5968515"/>
              <a:gd name="connsiteX97" fmla="*/ 4931949 w 6312646"/>
              <a:gd name="connsiteY97" fmla="*/ 859074 h 5968515"/>
              <a:gd name="connsiteX98" fmla="*/ 4930422 w 6312646"/>
              <a:gd name="connsiteY98" fmla="*/ 860449 h 5968515"/>
              <a:gd name="connsiteX99" fmla="*/ 5001872 w 6312646"/>
              <a:gd name="connsiteY99" fmla="*/ 958355 h 5968515"/>
              <a:gd name="connsiteX100" fmla="*/ 5047524 w 6312646"/>
              <a:gd name="connsiteY100" fmla="*/ 988840 h 5968515"/>
              <a:gd name="connsiteX101" fmla="*/ 5021923 w 6312646"/>
              <a:gd name="connsiteY101" fmla="*/ 940280 h 5968515"/>
              <a:gd name="connsiteX102" fmla="*/ 4974446 w 6312646"/>
              <a:gd name="connsiteY102" fmla="*/ 892989 h 5968515"/>
              <a:gd name="connsiteX103" fmla="*/ 4931949 w 6312646"/>
              <a:gd name="connsiteY103" fmla="*/ 859074 h 5968515"/>
              <a:gd name="connsiteX104" fmla="*/ 4931954 w 6312646"/>
              <a:gd name="connsiteY104" fmla="*/ 859069 h 5968515"/>
              <a:gd name="connsiteX105" fmla="*/ 4828570 w 6312646"/>
              <a:gd name="connsiteY105" fmla="*/ 840690 h 5968515"/>
              <a:gd name="connsiteX106" fmla="*/ 4795681 w 6312646"/>
              <a:gd name="connsiteY106" fmla="*/ 850695 h 5968515"/>
              <a:gd name="connsiteX107" fmla="*/ 4827353 w 6312646"/>
              <a:gd name="connsiteY107" fmla="*/ 864061 h 5968515"/>
              <a:gd name="connsiteX108" fmla="*/ 4890314 w 6312646"/>
              <a:gd name="connsiteY108" fmla="*/ 859552 h 5968515"/>
              <a:gd name="connsiteX109" fmla="*/ 4799381 w 6312646"/>
              <a:gd name="connsiteY109" fmla="*/ 929733 h 5968515"/>
              <a:gd name="connsiteX110" fmla="*/ 4768622 w 6312646"/>
              <a:gd name="connsiteY110" fmla="*/ 974361 h 5968515"/>
              <a:gd name="connsiteX111" fmla="*/ 4816683 w 6312646"/>
              <a:gd name="connsiteY111" fmla="*/ 948728 h 5968515"/>
              <a:gd name="connsiteX112" fmla="*/ 4896674 w 6312646"/>
              <a:gd name="connsiteY112" fmla="*/ 866542 h 5968515"/>
              <a:gd name="connsiteX113" fmla="*/ 4885637 w 6312646"/>
              <a:gd name="connsiteY113" fmla="*/ 928729 h 5968515"/>
              <a:gd name="connsiteX114" fmla="*/ 4895645 w 6312646"/>
              <a:gd name="connsiteY114" fmla="*/ 961598 h 5968515"/>
              <a:gd name="connsiteX115" fmla="*/ 4909014 w 6312646"/>
              <a:gd name="connsiteY115" fmla="*/ 929946 h 5968515"/>
              <a:gd name="connsiteX116" fmla="*/ 4902025 w 6312646"/>
              <a:gd name="connsiteY116" fmla="*/ 856269 h 5968515"/>
              <a:gd name="connsiteX117" fmla="*/ 4901672 w 6312646"/>
              <a:gd name="connsiteY117" fmla="*/ 855661 h 5968515"/>
              <a:gd name="connsiteX118" fmla="*/ 4901660 w 6312646"/>
              <a:gd name="connsiteY118" fmla="*/ 855648 h 5968515"/>
              <a:gd name="connsiteX119" fmla="*/ 4901141 w 6312646"/>
              <a:gd name="connsiteY119" fmla="*/ 855288 h 5968515"/>
              <a:gd name="connsiteX120" fmla="*/ 4828570 w 6312646"/>
              <a:gd name="connsiteY120" fmla="*/ 840690 h 5968515"/>
              <a:gd name="connsiteX121" fmla="*/ 5015852 w 6312646"/>
              <a:gd name="connsiteY121" fmla="*/ 837414 h 5968515"/>
              <a:gd name="connsiteX122" fmla="*/ 4935784 w 6312646"/>
              <a:gd name="connsiteY122" fmla="*/ 844068 h 5968515"/>
              <a:gd name="connsiteX123" fmla="*/ 4935691 w 6312646"/>
              <a:gd name="connsiteY123" fmla="*/ 845856 h 5968515"/>
              <a:gd name="connsiteX124" fmla="*/ 5014636 w 6312646"/>
              <a:gd name="connsiteY124" fmla="*/ 860773 h 5968515"/>
              <a:gd name="connsiteX125" fmla="*/ 5050335 w 6312646"/>
              <a:gd name="connsiteY125" fmla="*/ 850927 h 5968515"/>
              <a:gd name="connsiteX126" fmla="*/ 5015852 w 6312646"/>
              <a:gd name="connsiteY126" fmla="*/ 837414 h 5968515"/>
              <a:gd name="connsiteX127" fmla="*/ 5184468 w 6312646"/>
              <a:gd name="connsiteY127" fmla="*/ 785721 h 5968515"/>
              <a:gd name="connsiteX128" fmla="*/ 5215369 w 6312646"/>
              <a:gd name="connsiteY128" fmla="*/ 787330 h 5968515"/>
              <a:gd name="connsiteX129" fmla="*/ 5231466 w 6312646"/>
              <a:gd name="connsiteY129" fmla="*/ 802421 h 5968515"/>
              <a:gd name="connsiteX130" fmla="*/ 5213890 w 6312646"/>
              <a:gd name="connsiteY130" fmla="*/ 815759 h 5968515"/>
              <a:gd name="connsiteX131" fmla="*/ 5213890 w 6312646"/>
              <a:gd name="connsiteY131" fmla="*/ 815746 h 5968515"/>
              <a:gd name="connsiteX132" fmla="*/ 5182989 w 6312646"/>
              <a:gd name="connsiteY132" fmla="*/ 814137 h 5968515"/>
              <a:gd name="connsiteX133" fmla="*/ 5766204 w 6312646"/>
              <a:gd name="connsiteY133" fmla="*/ 798343 h 5968515"/>
              <a:gd name="connsiteX134" fmla="*/ 5787936 w 6312646"/>
              <a:gd name="connsiteY134" fmla="*/ 824253 h 5968515"/>
              <a:gd name="connsiteX135" fmla="*/ 5763631 w 6312646"/>
              <a:gd name="connsiteY135" fmla="*/ 847767 h 5968515"/>
              <a:gd name="connsiteX136" fmla="*/ 5741899 w 6312646"/>
              <a:gd name="connsiteY136" fmla="*/ 821857 h 5968515"/>
              <a:gd name="connsiteX137" fmla="*/ 5766204 w 6312646"/>
              <a:gd name="connsiteY137" fmla="*/ 798343 h 5968515"/>
              <a:gd name="connsiteX138" fmla="*/ 5304032 w 6312646"/>
              <a:gd name="connsiteY138" fmla="*/ 774286 h 5968515"/>
              <a:gd name="connsiteX139" fmla="*/ 5325765 w 6312646"/>
              <a:gd name="connsiteY139" fmla="*/ 800196 h 5968515"/>
              <a:gd name="connsiteX140" fmla="*/ 5301460 w 6312646"/>
              <a:gd name="connsiteY140" fmla="*/ 823710 h 5968515"/>
              <a:gd name="connsiteX141" fmla="*/ 5279727 w 6312646"/>
              <a:gd name="connsiteY141" fmla="*/ 797800 h 5968515"/>
              <a:gd name="connsiteX142" fmla="*/ 5304032 w 6312646"/>
              <a:gd name="connsiteY142" fmla="*/ 774286 h 5968515"/>
              <a:gd name="connsiteX143" fmla="*/ 5568685 w 6312646"/>
              <a:gd name="connsiteY143" fmla="*/ 787139 h 5968515"/>
              <a:gd name="connsiteX144" fmla="*/ 5588028 w 6312646"/>
              <a:gd name="connsiteY144" fmla="*/ 805332 h 5968515"/>
              <a:gd name="connsiteX145" fmla="*/ 5547253 w 6312646"/>
              <a:gd name="connsiteY145" fmla="*/ 803209 h 5968515"/>
              <a:gd name="connsiteX146" fmla="*/ 5568685 w 6312646"/>
              <a:gd name="connsiteY146" fmla="*/ 787139 h 5968515"/>
              <a:gd name="connsiteX147" fmla="*/ 5697930 w 6312646"/>
              <a:gd name="connsiteY147" fmla="*/ 779934 h 5968515"/>
              <a:gd name="connsiteX148" fmla="*/ 5693815 w 6312646"/>
              <a:gd name="connsiteY148" fmla="*/ 859001 h 5968515"/>
              <a:gd name="connsiteX149" fmla="*/ 5711430 w 6312646"/>
              <a:gd name="connsiteY149" fmla="*/ 859918 h 5968515"/>
              <a:gd name="connsiteX150" fmla="*/ 5715545 w 6312646"/>
              <a:gd name="connsiteY150" fmla="*/ 780851 h 5968515"/>
              <a:gd name="connsiteX151" fmla="*/ 5398332 w 6312646"/>
              <a:gd name="connsiteY151" fmla="*/ 762944 h 5968515"/>
              <a:gd name="connsiteX152" fmla="*/ 5375885 w 6312646"/>
              <a:gd name="connsiteY152" fmla="*/ 777578 h 5968515"/>
              <a:gd name="connsiteX153" fmla="*/ 5376633 w 6312646"/>
              <a:gd name="connsiteY153" fmla="*/ 763210 h 5968515"/>
              <a:gd name="connsiteX154" fmla="*/ 5359017 w 6312646"/>
              <a:gd name="connsiteY154" fmla="*/ 762293 h 5968515"/>
              <a:gd name="connsiteX155" fmla="*/ 5354902 w 6312646"/>
              <a:gd name="connsiteY155" fmla="*/ 841360 h 5968515"/>
              <a:gd name="connsiteX156" fmla="*/ 5372518 w 6312646"/>
              <a:gd name="connsiteY156" fmla="*/ 842277 h 5968515"/>
              <a:gd name="connsiteX157" fmla="*/ 5374761 w 6312646"/>
              <a:gd name="connsiteY157" fmla="*/ 799186 h 5968515"/>
              <a:gd name="connsiteX158" fmla="*/ 5395225 w 6312646"/>
              <a:gd name="connsiteY158" fmla="*/ 781056 h 5968515"/>
              <a:gd name="connsiteX159" fmla="*/ 5399083 w 6312646"/>
              <a:gd name="connsiteY159" fmla="*/ 781256 h 5968515"/>
              <a:gd name="connsiteX160" fmla="*/ 5400031 w 6312646"/>
              <a:gd name="connsiteY160" fmla="*/ 763032 h 5968515"/>
              <a:gd name="connsiteX161" fmla="*/ 5763536 w 6312646"/>
              <a:gd name="connsiteY161" fmla="*/ 781185 h 5968515"/>
              <a:gd name="connsiteX162" fmla="*/ 5723669 w 6312646"/>
              <a:gd name="connsiteY162" fmla="*/ 820921 h 5968515"/>
              <a:gd name="connsiteX163" fmla="*/ 5759195 w 6312646"/>
              <a:gd name="connsiteY163" fmla="*/ 864581 h 5968515"/>
              <a:gd name="connsiteX164" fmla="*/ 5786561 w 6312646"/>
              <a:gd name="connsiteY164" fmla="*/ 850677 h 5968515"/>
              <a:gd name="connsiteX165" fmla="*/ 5785877 w 6312646"/>
              <a:gd name="connsiteY165" fmla="*/ 863806 h 5968515"/>
              <a:gd name="connsiteX166" fmla="*/ 5803481 w 6312646"/>
              <a:gd name="connsiteY166" fmla="*/ 864722 h 5968515"/>
              <a:gd name="connsiteX167" fmla="*/ 5807596 w 6312646"/>
              <a:gd name="connsiteY167" fmla="*/ 785655 h 5968515"/>
              <a:gd name="connsiteX168" fmla="*/ 5789993 w 6312646"/>
              <a:gd name="connsiteY168" fmla="*/ 784739 h 5968515"/>
              <a:gd name="connsiteX169" fmla="*/ 5789310 w 6312646"/>
              <a:gd name="connsiteY169" fmla="*/ 797855 h 5968515"/>
              <a:gd name="connsiteX170" fmla="*/ 5763536 w 6312646"/>
              <a:gd name="connsiteY170" fmla="*/ 781185 h 5968515"/>
              <a:gd name="connsiteX171" fmla="*/ 5301352 w 6312646"/>
              <a:gd name="connsiteY171" fmla="*/ 757127 h 5968515"/>
              <a:gd name="connsiteX172" fmla="*/ 5261484 w 6312646"/>
              <a:gd name="connsiteY172" fmla="*/ 796863 h 5968515"/>
              <a:gd name="connsiteX173" fmla="*/ 5297011 w 6312646"/>
              <a:gd name="connsiteY173" fmla="*/ 840523 h 5968515"/>
              <a:gd name="connsiteX174" fmla="*/ 5324377 w 6312646"/>
              <a:gd name="connsiteY174" fmla="*/ 826619 h 5968515"/>
              <a:gd name="connsiteX175" fmla="*/ 5323693 w 6312646"/>
              <a:gd name="connsiteY175" fmla="*/ 839748 h 5968515"/>
              <a:gd name="connsiteX176" fmla="*/ 5341296 w 6312646"/>
              <a:gd name="connsiteY176" fmla="*/ 840664 h 5968515"/>
              <a:gd name="connsiteX177" fmla="*/ 5345412 w 6312646"/>
              <a:gd name="connsiteY177" fmla="*/ 761598 h 5968515"/>
              <a:gd name="connsiteX178" fmla="*/ 5327809 w 6312646"/>
              <a:gd name="connsiteY178" fmla="*/ 760681 h 5968515"/>
              <a:gd name="connsiteX179" fmla="*/ 5327126 w 6312646"/>
              <a:gd name="connsiteY179" fmla="*/ 773797 h 5968515"/>
              <a:gd name="connsiteX180" fmla="*/ 5301352 w 6312646"/>
              <a:gd name="connsiteY180" fmla="*/ 757127 h 5968515"/>
              <a:gd name="connsiteX181" fmla="*/ 5659274 w 6312646"/>
              <a:gd name="connsiteY181" fmla="*/ 775745 h 5968515"/>
              <a:gd name="connsiteX182" fmla="*/ 5634981 w 6312646"/>
              <a:gd name="connsiteY182" fmla="*/ 787184 h 5968515"/>
              <a:gd name="connsiteX183" fmla="*/ 5635528 w 6312646"/>
              <a:gd name="connsiteY183" fmla="*/ 776686 h 5968515"/>
              <a:gd name="connsiteX184" fmla="*/ 5617926 w 6312646"/>
              <a:gd name="connsiteY184" fmla="*/ 775770 h 5968515"/>
              <a:gd name="connsiteX185" fmla="*/ 5613810 w 6312646"/>
              <a:gd name="connsiteY185" fmla="*/ 854836 h 5968515"/>
              <a:gd name="connsiteX186" fmla="*/ 5631400 w 6312646"/>
              <a:gd name="connsiteY186" fmla="*/ 855752 h 5968515"/>
              <a:gd name="connsiteX187" fmla="*/ 5633844 w 6312646"/>
              <a:gd name="connsiteY187" fmla="*/ 808805 h 5968515"/>
              <a:gd name="connsiteX188" fmla="*/ 5651200 w 6312646"/>
              <a:gd name="connsiteY188" fmla="*/ 790820 h 5968515"/>
              <a:gd name="connsiteX189" fmla="*/ 5665736 w 6312646"/>
              <a:gd name="connsiteY189" fmla="*/ 809069 h 5968515"/>
              <a:gd name="connsiteX190" fmla="*/ 5663220 w 6312646"/>
              <a:gd name="connsiteY190" fmla="*/ 857408 h 5968515"/>
              <a:gd name="connsiteX191" fmla="*/ 5680836 w 6312646"/>
              <a:gd name="connsiteY191" fmla="*/ 858325 h 5968515"/>
              <a:gd name="connsiteX192" fmla="*/ 5683513 w 6312646"/>
              <a:gd name="connsiteY192" fmla="*/ 806895 h 5968515"/>
              <a:gd name="connsiteX193" fmla="*/ 5659274 w 6312646"/>
              <a:gd name="connsiteY193" fmla="*/ 775745 h 5968515"/>
              <a:gd name="connsiteX194" fmla="*/ 5569534 w 6312646"/>
              <a:gd name="connsiteY194" fmla="*/ 771074 h 5968515"/>
              <a:gd name="connsiteX195" fmla="*/ 5528275 w 6312646"/>
              <a:gd name="connsiteY195" fmla="*/ 810737 h 5968515"/>
              <a:gd name="connsiteX196" fmla="*/ 5566573 w 6312646"/>
              <a:gd name="connsiteY196" fmla="*/ 854542 h 5968515"/>
              <a:gd name="connsiteX197" fmla="*/ 5601951 w 6312646"/>
              <a:gd name="connsiteY197" fmla="*/ 838570 h 5968515"/>
              <a:gd name="connsiteX198" fmla="*/ 5590434 w 6312646"/>
              <a:gd name="connsiteY198" fmla="*/ 827752 h 5968515"/>
              <a:gd name="connsiteX199" fmla="*/ 5567423 w 6312646"/>
              <a:gd name="connsiteY199" fmla="*/ 838476 h 5968515"/>
              <a:gd name="connsiteX200" fmla="*/ 5546066 w 6312646"/>
              <a:gd name="connsiteY200" fmla="*/ 817387 h 5968515"/>
              <a:gd name="connsiteX201" fmla="*/ 5605223 w 6312646"/>
              <a:gd name="connsiteY201" fmla="*/ 820467 h 5968515"/>
              <a:gd name="connsiteX202" fmla="*/ 5606021 w 6312646"/>
              <a:gd name="connsiteY202" fmla="*/ 814003 h 5968515"/>
              <a:gd name="connsiteX203" fmla="*/ 5569534 w 6312646"/>
              <a:gd name="connsiteY203" fmla="*/ 771074 h 5968515"/>
              <a:gd name="connsiteX204" fmla="*/ 5449355 w 6312646"/>
              <a:gd name="connsiteY204" fmla="*/ 764818 h 5968515"/>
              <a:gd name="connsiteX205" fmla="*/ 5426302 w 6312646"/>
              <a:gd name="connsiteY205" fmla="*/ 776322 h 5968515"/>
              <a:gd name="connsiteX206" fmla="*/ 5426848 w 6312646"/>
              <a:gd name="connsiteY206" fmla="*/ 765824 h 5968515"/>
              <a:gd name="connsiteX207" fmla="*/ 5409233 w 6312646"/>
              <a:gd name="connsiteY207" fmla="*/ 764907 h 5968515"/>
              <a:gd name="connsiteX208" fmla="*/ 5405118 w 6312646"/>
              <a:gd name="connsiteY208" fmla="*/ 843973 h 5968515"/>
              <a:gd name="connsiteX209" fmla="*/ 5422720 w 6312646"/>
              <a:gd name="connsiteY209" fmla="*/ 844890 h 5968515"/>
              <a:gd name="connsiteX210" fmla="*/ 5425163 w 6312646"/>
              <a:gd name="connsiteY210" fmla="*/ 797943 h 5968515"/>
              <a:gd name="connsiteX211" fmla="*/ 5441281 w 6312646"/>
              <a:gd name="connsiteY211" fmla="*/ 779893 h 5968515"/>
              <a:gd name="connsiteX212" fmla="*/ 5454591 w 6312646"/>
              <a:gd name="connsiteY212" fmla="*/ 798079 h 5968515"/>
              <a:gd name="connsiteX213" fmla="*/ 5452075 w 6312646"/>
              <a:gd name="connsiteY213" fmla="*/ 846418 h 5968515"/>
              <a:gd name="connsiteX214" fmla="*/ 5469678 w 6312646"/>
              <a:gd name="connsiteY214" fmla="*/ 847334 h 5968515"/>
              <a:gd name="connsiteX215" fmla="*/ 5472210 w 6312646"/>
              <a:gd name="connsiteY215" fmla="*/ 798688 h 5968515"/>
              <a:gd name="connsiteX216" fmla="*/ 5488240 w 6312646"/>
              <a:gd name="connsiteY216" fmla="*/ 782337 h 5968515"/>
              <a:gd name="connsiteX217" fmla="*/ 5501550 w 6312646"/>
              <a:gd name="connsiteY217" fmla="*/ 800523 h 5968515"/>
              <a:gd name="connsiteX218" fmla="*/ 5499033 w 6312646"/>
              <a:gd name="connsiteY218" fmla="*/ 848862 h 5968515"/>
              <a:gd name="connsiteX219" fmla="*/ 5516649 w 6312646"/>
              <a:gd name="connsiteY219" fmla="*/ 849779 h 5968515"/>
              <a:gd name="connsiteX220" fmla="*/ 5519326 w 6312646"/>
              <a:gd name="connsiteY220" fmla="*/ 798349 h 5968515"/>
              <a:gd name="connsiteX221" fmla="*/ 5494766 w 6312646"/>
              <a:gd name="connsiteY221" fmla="*/ 767182 h 5968515"/>
              <a:gd name="connsiteX222" fmla="*/ 5470274 w 6312646"/>
              <a:gd name="connsiteY222" fmla="*/ 779533 h 5968515"/>
              <a:gd name="connsiteX223" fmla="*/ 5449355 w 6312646"/>
              <a:gd name="connsiteY223" fmla="*/ 764818 h 5968515"/>
              <a:gd name="connsiteX224" fmla="*/ 5186719 w 6312646"/>
              <a:gd name="connsiteY224" fmla="*/ 742478 h 5968515"/>
              <a:gd name="connsiteX225" fmla="*/ 5216688 w 6312646"/>
              <a:gd name="connsiteY225" fmla="*/ 744038 h 5968515"/>
              <a:gd name="connsiteX226" fmla="*/ 5231174 w 6312646"/>
              <a:gd name="connsiteY226" fmla="*/ 757329 h 5968515"/>
              <a:gd name="connsiteX227" fmla="*/ 5215385 w 6312646"/>
              <a:gd name="connsiteY227" fmla="*/ 769057 h 5968515"/>
              <a:gd name="connsiteX228" fmla="*/ 5185417 w 6312646"/>
              <a:gd name="connsiteY228" fmla="*/ 767497 h 5968515"/>
              <a:gd name="connsiteX229" fmla="*/ 4922777 w 6312646"/>
              <a:gd name="connsiteY229" fmla="*/ 719661 h 5968515"/>
              <a:gd name="connsiteX230" fmla="*/ 4909450 w 6312646"/>
              <a:gd name="connsiteY230" fmla="*/ 750777 h 5968515"/>
              <a:gd name="connsiteX231" fmla="*/ 4916503 w 6312646"/>
              <a:gd name="connsiteY231" fmla="*/ 823215 h 5968515"/>
              <a:gd name="connsiteX232" fmla="*/ 4918279 w 6312646"/>
              <a:gd name="connsiteY232" fmla="*/ 823307 h 5968515"/>
              <a:gd name="connsiteX233" fmla="*/ 4932814 w 6312646"/>
              <a:gd name="connsiteY233" fmla="*/ 751993 h 5968515"/>
              <a:gd name="connsiteX234" fmla="*/ 4922777 w 6312646"/>
              <a:gd name="connsiteY234" fmla="*/ 719661 h 5968515"/>
              <a:gd name="connsiteX235" fmla="*/ 5167586 w 6312646"/>
              <a:gd name="connsiteY235" fmla="*/ 723221 h 5968515"/>
              <a:gd name="connsiteX236" fmla="*/ 5161960 w 6312646"/>
              <a:gd name="connsiteY236" fmla="*/ 831317 h 5968515"/>
              <a:gd name="connsiteX237" fmla="*/ 5215254 w 6312646"/>
              <a:gd name="connsiteY237" fmla="*/ 834091 h 5968515"/>
              <a:gd name="connsiteX238" fmla="*/ 5252362 w 6312646"/>
              <a:gd name="connsiteY238" fmla="*/ 805519 h 5968515"/>
              <a:gd name="connsiteX239" fmla="*/ 5234863 w 6312646"/>
              <a:gd name="connsiteY239" fmla="*/ 778753 h 5968515"/>
              <a:gd name="connsiteX240" fmla="*/ 5252323 w 6312646"/>
              <a:gd name="connsiteY240" fmla="*/ 755817 h 5968515"/>
              <a:gd name="connsiteX241" fmla="*/ 5220421 w 6312646"/>
              <a:gd name="connsiteY241" fmla="*/ 725971 h 5968515"/>
              <a:gd name="connsiteX242" fmla="*/ 5708396 w 6312646"/>
              <a:gd name="connsiteY242" fmla="*/ 748413 h 5968515"/>
              <a:gd name="connsiteX243" fmla="*/ 5696852 w 6312646"/>
              <a:gd name="connsiteY243" fmla="*/ 758812 h 5968515"/>
              <a:gd name="connsiteX244" fmla="*/ 5707254 w 6312646"/>
              <a:gd name="connsiteY244" fmla="*/ 770354 h 5968515"/>
              <a:gd name="connsiteX245" fmla="*/ 5718798 w 6312646"/>
              <a:gd name="connsiteY245" fmla="*/ 759955 h 5968515"/>
              <a:gd name="connsiteX246" fmla="*/ 5708396 w 6312646"/>
              <a:gd name="connsiteY246" fmla="*/ 748413 h 5968515"/>
              <a:gd name="connsiteX247" fmla="*/ 5062091 w 6312646"/>
              <a:gd name="connsiteY247" fmla="*/ 711443 h 5968515"/>
              <a:gd name="connsiteX248" fmla="*/ 5013521 w 6312646"/>
              <a:gd name="connsiteY248" fmla="*/ 737023 h 5968515"/>
              <a:gd name="connsiteX249" fmla="*/ 4932293 w 6312646"/>
              <a:gd name="connsiteY249" fmla="*/ 826982 h 5968515"/>
              <a:gd name="connsiteX250" fmla="*/ 4933673 w 6312646"/>
              <a:gd name="connsiteY250" fmla="*/ 828514 h 5968515"/>
              <a:gd name="connsiteX251" fmla="*/ 5031600 w 6312646"/>
              <a:gd name="connsiteY251" fmla="*/ 757083 h 5968515"/>
              <a:gd name="connsiteX252" fmla="*/ 5062091 w 6312646"/>
              <a:gd name="connsiteY252" fmla="*/ 711443 h 5968515"/>
              <a:gd name="connsiteX253" fmla="*/ 4783667 w 6312646"/>
              <a:gd name="connsiteY253" fmla="*/ 696886 h 5968515"/>
              <a:gd name="connsiteX254" fmla="*/ 4809255 w 6312646"/>
              <a:gd name="connsiteY254" fmla="*/ 745446 h 5968515"/>
              <a:gd name="connsiteX255" fmla="*/ 4899237 w 6312646"/>
              <a:gd name="connsiteY255" fmla="*/ 826657 h 5968515"/>
              <a:gd name="connsiteX256" fmla="*/ 4899236 w 6312646"/>
              <a:gd name="connsiteY256" fmla="*/ 826670 h 5968515"/>
              <a:gd name="connsiteX257" fmla="*/ 4900768 w 6312646"/>
              <a:gd name="connsiteY257" fmla="*/ 825290 h 5968515"/>
              <a:gd name="connsiteX258" fmla="*/ 4829319 w 6312646"/>
              <a:gd name="connsiteY258" fmla="*/ 727384 h 5968515"/>
              <a:gd name="connsiteX259" fmla="*/ 4783667 w 6312646"/>
              <a:gd name="connsiteY259" fmla="*/ 696886 h 5968515"/>
              <a:gd name="connsiteX260" fmla="*/ 6312646 w 6312646"/>
              <a:gd name="connsiteY260" fmla="*/ 328585 h 5968515"/>
              <a:gd name="connsiteX261" fmla="*/ 6019077 w 6312646"/>
              <a:gd name="connsiteY261" fmla="*/ 5968515 h 5968515"/>
              <a:gd name="connsiteX262" fmla="*/ 273146 w 6312646"/>
              <a:gd name="connsiteY262" fmla="*/ 5968515 h 5968515"/>
              <a:gd name="connsiteX263" fmla="*/ 0 w 6312646"/>
              <a:gd name="connsiteY263" fmla="*/ 5695369 h 5968515"/>
              <a:gd name="connsiteX264" fmla="*/ 0 w 6312646"/>
              <a:gd name="connsiteY264" fmla="*/ 0 h 5968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6312646" h="5968515">
                <a:moveTo>
                  <a:pt x="5530154" y="940994"/>
                </a:moveTo>
                <a:cubicBezTo>
                  <a:pt x="5543439" y="941686"/>
                  <a:pt x="5552627" y="952690"/>
                  <a:pt x="5551887" y="966905"/>
                </a:cubicBezTo>
                <a:cubicBezTo>
                  <a:pt x="5551147" y="981119"/>
                  <a:pt x="5540867" y="991110"/>
                  <a:pt x="5527582" y="990419"/>
                </a:cubicBezTo>
                <a:cubicBezTo>
                  <a:pt x="5514297" y="989727"/>
                  <a:pt x="5505108" y="978723"/>
                  <a:pt x="5505848" y="964508"/>
                </a:cubicBezTo>
                <a:cubicBezTo>
                  <a:pt x="5506588" y="950294"/>
                  <a:pt x="5516869" y="940303"/>
                  <a:pt x="5530154" y="940994"/>
                </a:cubicBezTo>
                <a:close/>
                <a:moveTo>
                  <a:pt x="5305251" y="929288"/>
                </a:moveTo>
                <a:cubicBezTo>
                  <a:pt x="5318536" y="929979"/>
                  <a:pt x="5327723" y="940984"/>
                  <a:pt x="5326983" y="955198"/>
                </a:cubicBezTo>
                <a:cubicBezTo>
                  <a:pt x="5326243" y="969412"/>
                  <a:pt x="5315963" y="979404"/>
                  <a:pt x="5302678" y="978712"/>
                </a:cubicBezTo>
                <a:cubicBezTo>
                  <a:pt x="5289393" y="978021"/>
                  <a:pt x="5280206" y="967016"/>
                  <a:pt x="5280946" y="952802"/>
                </a:cubicBezTo>
                <a:cubicBezTo>
                  <a:pt x="5281686" y="938587"/>
                  <a:pt x="5291966" y="928596"/>
                  <a:pt x="5305251" y="929288"/>
                </a:cubicBezTo>
                <a:close/>
                <a:moveTo>
                  <a:pt x="5620107" y="944754"/>
                </a:moveTo>
                <a:cubicBezTo>
                  <a:pt x="5629994" y="945269"/>
                  <a:pt x="5637723" y="951562"/>
                  <a:pt x="5639449" y="962947"/>
                </a:cubicBezTo>
                <a:lnTo>
                  <a:pt x="5598674" y="960824"/>
                </a:lnTo>
                <a:cubicBezTo>
                  <a:pt x="5601694" y="950301"/>
                  <a:pt x="5609607" y="944208"/>
                  <a:pt x="5620107" y="944754"/>
                </a:cubicBezTo>
                <a:close/>
                <a:moveTo>
                  <a:pt x="5708637" y="934021"/>
                </a:moveTo>
                <a:cubicBezTo>
                  <a:pt x="5697051" y="933418"/>
                  <a:pt x="5689150" y="939512"/>
                  <a:pt x="5686191" y="948643"/>
                </a:cubicBezTo>
                <a:lnTo>
                  <a:pt x="5686939" y="934275"/>
                </a:lnTo>
                <a:lnTo>
                  <a:pt x="5669335" y="933359"/>
                </a:lnTo>
                <a:lnTo>
                  <a:pt x="5665220" y="1012425"/>
                </a:lnTo>
                <a:lnTo>
                  <a:pt x="5665219" y="1012451"/>
                </a:lnTo>
                <a:lnTo>
                  <a:pt x="5682822" y="1013367"/>
                </a:lnTo>
                <a:lnTo>
                  <a:pt x="5685065" y="970277"/>
                </a:lnTo>
                <a:cubicBezTo>
                  <a:pt x="5685748" y="957148"/>
                  <a:pt x="5691618" y="951409"/>
                  <a:pt x="5705529" y="952133"/>
                </a:cubicBezTo>
                <a:lnTo>
                  <a:pt x="5709387" y="952334"/>
                </a:lnTo>
                <a:lnTo>
                  <a:pt x="5710336" y="934110"/>
                </a:lnTo>
                <a:close/>
                <a:moveTo>
                  <a:pt x="5527487" y="923836"/>
                </a:moveTo>
                <a:cubicBezTo>
                  <a:pt x="5506792" y="922759"/>
                  <a:pt x="5488895" y="939320"/>
                  <a:pt x="5487632" y="963573"/>
                </a:cubicBezTo>
                <a:cubicBezTo>
                  <a:pt x="5486370" y="987825"/>
                  <a:pt x="5502451" y="1006155"/>
                  <a:pt x="5523146" y="1007232"/>
                </a:cubicBezTo>
                <a:cubicBezTo>
                  <a:pt x="5535345" y="1007867"/>
                  <a:pt x="5544739" y="1003093"/>
                  <a:pt x="5550511" y="993328"/>
                </a:cubicBezTo>
                <a:lnTo>
                  <a:pt x="5549828" y="1006457"/>
                </a:lnTo>
                <a:lnTo>
                  <a:pt x="5567444" y="1007374"/>
                </a:lnTo>
                <a:lnTo>
                  <a:pt x="5571560" y="928308"/>
                </a:lnTo>
                <a:lnTo>
                  <a:pt x="5553944" y="927391"/>
                </a:lnTo>
                <a:lnTo>
                  <a:pt x="5553261" y="940507"/>
                </a:lnTo>
                <a:cubicBezTo>
                  <a:pt x="5548534" y="930195"/>
                  <a:pt x="5539686" y="924471"/>
                  <a:pt x="5527487" y="923836"/>
                </a:cubicBezTo>
                <a:close/>
                <a:moveTo>
                  <a:pt x="5306135" y="912302"/>
                </a:moveTo>
                <a:cubicBezTo>
                  <a:pt x="5282656" y="911080"/>
                  <a:pt x="5263979" y="927600"/>
                  <a:pt x="5262716" y="951853"/>
                </a:cubicBezTo>
                <a:cubicBezTo>
                  <a:pt x="5261454" y="976105"/>
                  <a:pt x="5278315" y="994476"/>
                  <a:pt x="5301794" y="995698"/>
                </a:cubicBezTo>
                <a:cubicBezTo>
                  <a:pt x="5325273" y="996920"/>
                  <a:pt x="5343950" y="980399"/>
                  <a:pt x="5345213" y="956147"/>
                </a:cubicBezTo>
                <a:cubicBezTo>
                  <a:pt x="5346475" y="931894"/>
                  <a:pt x="5329614" y="913524"/>
                  <a:pt x="5306135" y="912302"/>
                </a:cubicBezTo>
                <a:close/>
                <a:moveTo>
                  <a:pt x="5620956" y="928676"/>
                </a:moveTo>
                <a:cubicBezTo>
                  <a:pt x="5597785" y="927470"/>
                  <a:pt x="5580964" y="944254"/>
                  <a:pt x="5579710" y="968340"/>
                </a:cubicBezTo>
                <a:lnTo>
                  <a:pt x="5579696" y="968352"/>
                </a:lnTo>
                <a:cubicBezTo>
                  <a:pt x="5578442" y="992439"/>
                  <a:pt x="5594669" y="1010943"/>
                  <a:pt x="5617995" y="1012157"/>
                </a:cubicBezTo>
                <a:cubicBezTo>
                  <a:pt x="5632365" y="1012905"/>
                  <a:pt x="5646327" y="1006511"/>
                  <a:pt x="5653372" y="996185"/>
                </a:cubicBezTo>
                <a:lnTo>
                  <a:pt x="5641856" y="985367"/>
                </a:lnTo>
                <a:cubicBezTo>
                  <a:pt x="5636986" y="992553"/>
                  <a:pt x="5628411" y="996589"/>
                  <a:pt x="5618844" y="996091"/>
                </a:cubicBezTo>
                <a:cubicBezTo>
                  <a:pt x="5607258" y="995488"/>
                  <a:pt x="5599020" y="987158"/>
                  <a:pt x="5597488" y="975002"/>
                </a:cubicBezTo>
                <a:lnTo>
                  <a:pt x="5656645" y="978082"/>
                </a:lnTo>
                <a:cubicBezTo>
                  <a:pt x="5657056" y="976093"/>
                  <a:pt x="5657330" y="973776"/>
                  <a:pt x="5657443" y="971618"/>
                </a:cubicBezTo>
                <a:cubicBezTo>
                  <a:pt x="5658624" y="948911"/>
                  <a:pt x="5644129" y="929882"/>
                  <a:pt x="5620956" y="928676"/>
                </a:cubicBezTo>
                <a:close/>
                <a:moveTo>
                  <a:pt x="5383207" y="895555"/>
                </a:moveTo>
                <a:lnTo>
                  <a:pt x="5365309" y="900041"/>
                </a:lnTo>
                <a:lnTo>
                  <a:pt x="5364401" y="917486"/>
                </a:lnTo>
                <a:lnTo>
                  <a:pt x="5349111" y="916690"/>
                </a:lnTo>
                <a:lnTo>
                  <a:pt x="5348323" y="931824"/>
                </a:lnTo>
                <a:lnTo>
                  <a:pt x="5363613" y="932620"/>
                </a:lnTo>
                <a:lnTo>
                  <a:pt x="5361596" y="971381"/>
                </a:lnTo>
                <a:cubicBezTo>
                  <a:pt x="5360704" y="988520"/>
                  <a:pt x="5369624" y="998742"/>
                  <a:pt x="5385682" y="999578"/>
                </a:cubicBezTo>
                <a:cubicBezTo>
                  <a:pt x="5390166" y="999811"/>
                  <a:pt x="5394201" y="999560"/>
                  <a:pt x="5397188" y="998781"/>
                </a:cubicBezTo>
                <a:lnTo>
                  <a:pt x="5397199" y="998807"/>
                </a:lnTo>
                <a:lnTo>
                  <a:pt x="5397971" y="983980"/>
                </a:lnTo>
                <a:cubicBezTo>
                  <a:pt x="5395949" y="984182"/>
                  <a:pt x="5393157" y="984190"/>
                  <a:pt x="5391304" y="984094"/>
                </a:cubicBezTo>
                <a:cubicBezTo>
                  <a:pt x="5382656" y="983644"/>
                  <a:pt x="5378866" y="978951"/>
                  <a:pt x="5379300" y="970612"/>
                </a:cubicBezTo>
                <a:lnTo>
                  <a:pt x="5381229" y="933550"/>
                </a:lnTo>
                <a:lnTo>
                  <a:pt x="5400544" y="934555"/>
                </a:lnTo>
                <a:lnTo>
                  <a:pt x="5401332" y="919421"/>
                </a:lnTo>
                <a:lnTo>
                  <a:pt x="5382017" y="918416"/>
                </a:lnTo>
                <a:close/>
                <a:moveTo>
                  <a:pt x="5414595" y="891004"/>
                </a:moveTo>
                <a:lnTo>
                  <a:pt x="5408967" y="999112"/>
                </a:lnTo>
                <a:lnTo>
                  <a:pt x="5426558" y="1000028"/>
                </a:lnTo>
                <a:lnTo>
                  <a:pt x="5429001" y="953081"/>
                </a:lnTo>
                <a:cubicBezTo>
                  <a:pt x="5429636" y="940884"/>
                  <a:pt x="5436471" y="934581"/>
                  <a:pt x="5446358" y="935096"/>
                </a:cubicBezTo>
                <a:cubicBezTo>
                  <a:pt x="5456245" y="935610"/>
                  <a:pt x="5461456" y="942541"/>
                  <a:pt x="5460894" y="953345"/>
                </a:cubicBezTo>
                <a:lnTo>
                  <a:pt x="5458378" y="1001684"/>
                </a:lnTo>
                <a:lnTo>
                  <a:pt x="5475994" y="1002601"/>
                </a:lnTo>
                <a:lnTo>
                  <a:pt x="5478671" y="951172"/>
                </a:lnTo>
                <a:cubicBezTo>
                  <a:pt x="5479732" y="930789"/>
                  <a:pt x="5469249" y="920792"/>
                  <a:pt x="5454431" y="920021"/>
                </a:cubicBezTo>
                <a:cubicBezTo>
                  <a:pt x="5442232" y="919386"/>
                  <a:pt x="5433883" y="924996"/>
                  <a:pt x="5430140" y="931460"/>
                </a:cubicBezTo>
                <a:lnTo>
                  <a:pt x="5432198" y="891920"/>
                </a:lnTo>
                <a:close/>
                <a:moveTo>
                  <a:pt x="5207225" y="878353"/>
                </a:moveTo>
                <a:cubicBezTo>
                  <a:pt x="5176170" y="876737"/>
                  <a:pt x="5151623" y="898996"/>
                  <a:pt x="5149926" y="931588"/>
                </a:cubicBezTo>
                <a:cubicBezTo>
                  <a:pt x="5148230" y="964180"/>
                  <a:pt x="5170333" y="988868"/>
                  <a:pt x="5199063" y="990363"/>
                </a:cubicBezTo>
                <a:cubicBezTo>
                  <a:pt x="5212348" y="991055"/>
                  <a:pt x="5225176" y="985525"/>
                  <a:pt x="5232959" y="976018"/>
                </a:cubicBezTo>
                <a:lnTo>
                  <a:pt x="5232236" y="989913"/>
                </a:lnTo>
                <a:lnTo>
                  <a:pt x="5250158" y="990846"/>
                </a:lnTo>
                <a:lnTo>
                  <a:pt x="5253117" y="934014"/>
                </a:lnTo>
                <a:lnTo>
                  <a:pt x="5206311" y="931578"/>
                </a:lnTo>
                <a:lnTo>
                  <a:pt x="5205394" y="949189"/>
                </a:lnTo>
                <a:lnTo>
                  <a:pt x="5232731" y="950612"/>
                </a:lnTo>
                <a:cubicBezTo>
                  <a:pt x="5229408" y="963757"/>
                  <a:pt x="5217187" y="972418"/>
                  <a:pt x="5202356" y="971646"/>
                </a:cubicBezTo>
                <a:cubicBezTo>
                  <a:pt x="5182887" y="970633"/>
                  <a:pt x="5169809" y="954162"/>
                  <a:pt x="5170926" y="932694"/>
                </a:cubicBezTo>
                <a:cubicBezTo>
                  <a:pt x="5172044" y="911226"/>
                  <a:pt x="5186761" y="896202"/>
                  <a:pt x="5206230" y="897216"/>
                </a:cubicBezTo>
                <a:cubicBezTo>
                  <a:pt x="5220128" y="897939"/>
                  <a:pt x="5229807" y="905409"/>
                  <a:pt x="5234709" y="915576"/>
                </a:cubicBezTo>
                <a:lnTo>
                  <a:pt x="5251971" y="905321"/>
                </a:lnTo>
                <a:cubicBezTo>
                  <a:pt x="5244586" y="889454"/>
                  <a:pt x="5227764" y="879435"/>
                  <a:pt x="5207211" y="878365"/>
                </a:cubicBezTo>
                <a:close/>
                <a:moveTo>
                  <a:pt x="4931941" y="859068"/>
                </a:moveTo>
                <a:lnTo>
                  <a:pt x="4931949" y="859074"/>
                </a:lnTo>
                <a:lnTo>
                  <a:pt x="4930422" y="860449"/>
                </a:lnTo>
                <a:cubicBezTo>
                  <a:pt x="4946704" y="888970"/>
                  <a:pt x="4968559" y="921392"/>
                  <a:pt x="5001872" y="958355"/>
                </a:cubicBezTo>
                <a:cubicBezTo>
                  <a:pt x="5026127" y="985268"/>
                  <a:pt x="5039380" y="996189"/>
                  <a:pt x="5047524" y="988840"/>
                </a:cubicBezTo>
                <a:cubicBezTo>
                  <a:pt x="5055668" y="981504"/>
                  <a:pt x="5046179" y="967192"/>
                  <a:pt x="5021923" y="940280"/>
                </a:cubicBezTo>
                <a:cubicBezTo>
                  <a:pt x="5005267" y="921798"/>
                  <a:pt x="4989443" y="906280"/>
                  <a:pt x="4974446" y="892989"/>
                </a:cubicBezTo>
                <a:lnTo>
                  <a:pt x="4931949" y="859074"/>
                </a:lnTo>
                <a:lnTo>
                  <a:pt x="4931954" y="859069"/>
                </a:lnTo>
                <a:close/>
                <a:moveTo>
                  <a:pt x="4828570" y="840690"/>
                </a:moveTo>
                <a:cubicBezTo>
                  <a:pt x="4806599" y="839546"/>
                  <a:pt x="4796175" y="841206"/>
                  <a:pt x="4795681" y="850695"/>
                </a:cubicBezTo>
                <a:cubicBezTo>
                  <a:pt x="4795187" y="860184"/>
                  <a:pt x="4805369" y="862917"/>
                  <a:pt x="4827353" y="864061"/>
                </a:cubicBezTo>
                <a:cubicBezTo>
                  <a:pt x="4852264" y="865357"/>
                  <a:pt x="4872781" y="863186"/>
                  <a:pt x="4890314" y="859552"/>
                </a:cubicBezTo>
                <a:cubicBezTo>
                  <a:pt x="4863568" y="875794"/>
                  <a:pt x="4833578" y="899255"/>
                  <a:pt x="4799381" y="929733"/>
                </a:cubicBezTo>
                <a:cubicBezTo>
                  <a:pt x="4772543" y="953653"/>
                  <a:pt x="4761595" y="966645"/>
                  <a:pt x="4768622" y="974361"/>
                </a:cubicBezTo>
                <a:cubicBezTo>
                  <a:pt x="4775650" y="982077"/>
                  <a:pt x="4789846" y="972649"/>
                  <a:pt x="4816683" y="948728"/>
                </a:cubicBezTo>
                <a:cubicBezTo>
                  <a:pt x="4850882" y="918238"/>
                  <a:pt x="4877575" y="891173"/>
                  <a:pt x="4896674" y="866542"/>
                </a:cubicBezTo>
                <a:cubicBezTo>
                  <a:pt x="4891239" y="883598"/>
                  <a:pt x="4886935" y="903787"/>
                  <a:pt x="4885637" y="928729"/>
                </a:cubicBezTo>
                <a:cubicBezTo>
                  <a:pt x="4884493" y="950696"/>
                  <a:pt x="4886154" y="961104"/>
                  <a:pt x="4895645" y="961598"/>
                </a:cubicBezTo>
                <a:cubicBezTo>
                  <a:pt x="4905137" y="962092"/>
                  <a:pt x="4907870" y="951913"/>
                  <a:pt x="4909014" y="929946"/>
                </a:cubicBezTo>
                <a:cubicBezTo>
                  <a:pt x="4910585" y="899767"/>
                  <a:pt x="4907081" y="876035"/>
                  <a:pt x="4902025" y="856269"/>
                </a:cubicBezTo>
                <a:cubicBezTo>
                  <a:pt x="4901962" y="855997"/>
                  <a:pt x="4901831" y="855798"/>
                  <a:pt x="4901672" y="855661"/>
                </a:cubicBezTo>
                <a:lnTo>
                  <a:pt x="4901660" y="855648"/>
                </a:lnTo>
                <a:cubicBezTo>
                  <a:pt x="4901540" y="855501"/>
                  <a:pt x="4901367" y="855376"/>
                  <a:pt x="4901141" y="855288"/>
                </a:cubicBezTo>
                <a:cubicBezTo>
                  <a:pt x="4881989" y="848221"/>
                  <a:pt x="4858756" y="842261"/>
                  <a:pt x="4828570" y="840690"/>
                </a:cubicBezTo>
                <a:close/>
                <a:moveTo>
                  <a:pt x="5015852" y="837414"/>
                </a:moveTo>
                <a:cubicBezTo>
                  <a:pt x="4983036" y="835706"/>
                  <a:pt x="4957253" y="839115"/>
                  <a:pt x="4935784" y="844068"/>
                </a:cubicBezTo>
                <a:cubicBezTo>
                  <a:pt x="4934656" y="844329"/>
                  <a:pt x="4934596" y="845478"/>
                  <a:pt x="4935691" y="845856"/>
                </a:cubicBezTo>
                <a:cubicBezTo>
                  <a:pt x="4956529" y="853010"/>
                  <a:pt x="4981833" y="859065"/>
                  <a:pt x="5014636" y="860773"/>
                </a:cubicBezTo>
                <a:cubicBezTo>
                  <a:pt x="5038524" y="862016"/>
                  <a:pt x="5049842" y="860403"/>
                  <a:pt x="5050335" y="850927"/>
                </a:cubicBezTo>
                <a:cubicBezTo>
                  <a:pt x="5050829" y="841450"/>
                  <a:pt x="5039740" y="838658"/>
                  <a:pt x="5015852" y="837414"/>
                </a:cubicBezTo>
                <a:close/>
                <a:moveTo>
                  <a:pt x="5184468" y="785721"/>
                </a:moveTo>
                <a:lnTo>
                  <a:pt x="5215369" y="787330"/>
                </a:lnTo>
                <a:cubicBezTo>
                  <a:pt x="5226023" y="787884"/>
                  <a:pt x="5231932" y="793455"/>
                  <a:pt x="5231466" y="802421"/>
                </a:cubicBezTo>
                <a:cubicBezTo>
                  <a:pt x="5230999" y="811386"/>
                  <a:pt x="5224543" y="816313"/>
                  <a:pt x="5213890" y="815759"/>
                </a:cubicBezTo>
                <a:lnTo>
                  <a:pt x="5213890" y="815746"/>
                </a:lnTo>
                <a:lnTo>
                  <a:pt x="5182989" y="814137"/>
                </a:lnTo>
                <a:close/>
                <a:moveTo>
                  <a:pt x="5766204" y="798343"/>
                </a:moveTo>
                <a:cubicBezTo>
                  <a:pt x="5779489" y="799034"/>
                  <a:pt x="5788676" y="810039"/>
                  <a:pt x="5787936" y="824253"/>
                </a:cubicBezTo>
                <a:cubicBezTo>
                  <a:pt x="5787196" y="838467"/>
                  <a:pt x="5776916" y="848459"/>
                  <a:pt x="5763631" y="847767"/>
                </a:cubicBezTo>
                <a:cubicBezTo>
                  <a:pt x="5750346" y="847076"/>
                  <a:pt x="5741159" y="836071"/>
                  <a:pt x="5741899" y="821857"/>
                </a:cubicBezTo>
                <a:cubicBezTo>
                  <a:pt x="5742638" y="807642"/>
                  <a:pt x="5752919" y="797651"/>
                  <a:pt x="5766204" y="798343"/>
                </a:cubicBezTo>
                <a:close/>
                <a:moveTo>
                  <a:pt x="5304032" y="774286"/>
                </a:moveTo>
                <a:cubicBezTo>
                  <a:pt x="5317317" y="774977"/>
                  <a:pt x="5326505" y="785982"/>
                  <a:pt x="5325765" y="800196"/>
                </a:cubicBezTo>
                <a:cubicBezTo>
                  <a:pt x="5325025" y="814410"/>
                  <a:pt x="5314745" y="824402"/>
                  <a:pt x="5301460" y="823710"/>
                </a:cubicBezTo>
                <a:cubicBezTo>
                  <a:pt x="5288175" y="823019"/>
                  <a:pt x="5278987" y="812014"/>
                  <a:pt x="5279727" y="797800"/>
                </a:cubicBezTo>
                <a:cubicBezTo>
                  <a:pt x="5280467" y="783585"/>
                  <a:pt x="5290747" y="773594"/>
                  <a:pt x="5304032" y="774286"/>
                </a:cubicBezTo>
                <a:close/>
                <a:moveTo>
                  <a:pt x="5568685" y="787139"/>
                </a:moveTo>
                <a:cubicBezTo>
                  <a:pt x="5578573" y="787654"/>
                  <a:pt x="5586302" y="793947"/>
                  <a:pt x="5588028" y="805332"/>
                </a:cubicBezTo>
                <a:lnTo>
                  <a:pt x="5547253" y="803209"/>
                </a:lnTo>
                <a:cubicBezTo>
                  <a:pt x="5550272" y="792686"/>
                  <a:pt x="5558185" y="786593"/>
                  <a:pt x="5568685" y="787139"/>
                </a:cubicBezTo>
                <a:close/>
                <a:moveTo>
                  <a:pt x="5697930" y="779934"/>
                </a:moveTo>
                <a:lnTo>
                  <a:pt x="5693815" y="859001"/>
                </a:lnTo>
                <a:lnTo>
                  <a:pt x="5711430" y="859918"/>
                </a:lnTo>
                <a:lnTo>
                  <a:pt x="5715545" y="780851"/>
                </a:lnTo>
                <a:close/>
                <a:moveTo>
                  <a:pt x="5398332" y="762944"/>
                </a:moveTo>
                <a:cubicBezTo>
                  <a:pt x="5386746" y="762341"/>
                  <a:pt x="5378846" y="768435"/>
                  <a:pt x="5375885" y="777578"/>
                </a:cubicBezTo>
                <a:lnTo>
                  <a:pt x="5376633" y="763210"/>
                </a:lnTo>
                <a:lnTo>
                  <a:pt x="5359017" y="762293"/>
                </a:lnTo>
                <a:lnTo>
                  <a:pt x="5354902" y="841360"/>
                </a:lnTo>
                <a:lnTo>
                  <a:pt x="5372518" y="842277"/>
                </a:lnTo>
                <a:lnTo>
                  <a:pt x="5374761" y="799186"/>
                </a:lnTo>
                <a:cubicBezTo>
                  <a:pt x="5375444" y="786058"/>
                  <a:pt x="5381314" y="780332"/>
                  <a:pt x="5395225" y="781056"/>
                </a:cubicBezTo>
                <a:lnTo>
                  <a:pt x="5399083" y="781256"/>
                </a:lnTo>
                <a:lnTo>
                  <a:pt x="5400031" y="763032"/>
                </a:lnTo>
                <a:close/>
                <a:moveTo>
                  <a:pt x="5763536" y="781185"/>
                </a:moveTo>
                <a:cubicBezTo>
                  <a:pt x="5742842" y="780108"/>
                  <a:pt x="5724931" y="796668"/>
                  <a:pt x="5723669" y="820921"/>
                </a:cubicBezTo>
                <a:cubicBezTo>
                  <a:pt x="5722406" y="845173"/>
                  <a:pt x="5738488" y="863503"/>
                  <a:pt x="5759195" y="864581"/>
                </a:cubicBezTo>
                <a:cubicBezTo>
                  <a:pt x="5771395" y="865216"/>
                  <a:pt x="5780788" y="860442"/>
                  <a:pt x="5786561" y="850677"/>
                </a:cubicBezTo>
                <a:lnTo>
                  <a:pt x="5785877" y="863806"/>
                </a:lnTo>
                <a:lnTo>
                  <a:pt x="5803481" y="864722"/>
                </a:lnTo>
                <a:lnTo>
                  <a:pt x="5807596" y="785655"/>
                </a:lnTo>
                <a:lnTo>
                  <a:pt x="5789993" y="784739"/>
                </a:lnTo>
                <a:lnTo>
                  <a:pt x="5789310" y="797855"/>
                </a:lnTo>
                <a:cubicBezTo>
                  <a:pt x="5784583" y="787543"/>
                  <a:pt x="5775735" y="781820"/>
                  <a:pt x="5763536" y="781185"/>
                </a:cubicBezTo>
                <a:close/>
                <a:moveTo>
                  <a:pt x="5301352" y="757127"/>
                </a:moveTo>
                <a:cubicBezTo>
                  <a:pt x="5280658" y="756050"/>
                  <a:pt x="5262747" y="772611"/>
                  <a:pt x="5261484" y="796863"/>
                </a:cubicBezTo>
                <a:cubicBezTo>
                  <a:pt x="5260222" y="821116"/>
                  <a:pt x="5276304" y="839445"/>
                  <a:pt x="5297011" y="840523"/>
                </a:cubicBezTo>
                <a:cubicBezTo>
                  <a:pt x="5309210" y="841158"/>
                  <a:pt x="5318604" y="836384"/>
                  <a:pt x="5324377" y="826619"/>
                </a:cubicBezTo>
                <a:lnTo>
                  <a:pt x="5323693" y="839748"/>
                </a:lnTo>
                <a:lnTo>
                  <a:pt x="5341296" y="840664"/>
                </a:lnTo>
                <a:lnTo>
                  <a:pt x="5345412" y="761598"/>
                </a:lnTo>
                <a:lnTo>
                  <a:pt x="5327809" y="760681"/>
                </a:lnTo>
                <a:lnTo>
                  <a:pt x="5327126" y="773797"/>
                </a:lnTo>
                <a:cubicBezTo>
                  <a:pt x="5322399" y="763486"/>
                  <a:pt x="5313551" y="757762"/>
                  <a:pt x="5301352" y="757127"/>
                </a:cubicBezTo>
                <a:close/>
                <a:moveTo>
                  <a:pt x="5659274" y="775745"/>
                </a:moveTo>
                <a:cubicBezTo>
                  <a:pt x="5647074" y="775110"/>
                  <a:pt x="5638725" y="780720"/>
                  <a:pt x="5634981" y="787184"/>
                </a:cubicBezTo>
                <a:lnTo>
                  <a:pt x="5635528" y="776686"/>
                </a:lnTo>
                <a:lnTo>
                  <a:pt x="5617926" y="775770"/>
                </a:lnTo>
                <a:lnTo>
                  <a:pt x="5613810" y="854836"/>
                </a:lnTo>
                <a:lnTo>
                  <a:pt x="5631400" y="855752"/>
                </a:lnTo>
                <a:lnTo>
                  <a:pt x="5633844" y="808805"/>
                </a:lnTo>
                <a:cubicBezTo>
                  <a:pt x="5634479" y="796608"/>
                  <a:pt x="5641314" y="790305"/>
                  <a:pt x="5651200" y="790820"/>
                </a:cubicBezTo>
                <a:cubicBezTo>
                  <a:pt x="5661088" y="791334"/>
                  <a:pt x="5666299" y="798265"/>
                  <a:pt x="5665736" y="809069"/>
                </a:cubicBezTo>
                <a:lnTo>
                  <a:pt x="5663220" y="857408"/>
                </a:lnTo>
                <a:lnTo>
                  <a:pt x="5680836" y="858325"/>
                </a:lnTo>
                <a:lnTo>
                  <a:pt x="5683513" y="806895"/>
                </a:lnTo>
                <a:cubicBezTo>
                  <a:pt x="5684574" y="786513"/>
                  <a:pt x="5674092" y="776516"/>
                  <a:pt x="5659274" y="775745"/>
                </a:cubicBezTo>
                <a:close/>
                <a:moveTo>
                  <a:pt x="5569534" y="771074"/>
                </a:moveTo>
                <a:cubicBezTo>
                  <a:pt x="5546362" y="769868"/>
                  <a:pt x="5529529" y="786638"/>
                  <a:pt x="5528275" y="810737"/>
                </a:cubicBezTo>
                <a:cubicBezTo>
                  <a:pt x="5527021" y="834824"/>
                  <a:pt x="5543247" y="853328"/>
                  <a:pt x="5566573" y="854542"/>
                </a:cubicBezTo>
                <a:cubicBezTo>
                  <a:pt x="5580944" y="855290"/>
                  <a:pt x="5594905" y="848896"/>
                  <a:pt x="5601951" y="838570"/>
                </a:cubicBezTo>
                <a:lnTo>
                  <a:pt x="5590434" y="827752"/>
                </a:lnTo>
                <a:cubicBezTo>
                  <a:pt x="5585565" y="834926"/>
                  <a:pt x="5576990" y="838974"/>
                  <a:pt x="5567423" y="838476"/>
                </a:cubicBezTo>
                <a:cubicBezTo>
                  <a:pt x="5555836" y="837873"/>
                  <a:pt x="5547598" y="829543"/>
                  <a:pt x="5546066" y="817387"/>
                </a:cubicBezTo>
                <a:lnTo>
                  <a:pt x="5605223" y="820467"/>
                </a:lnTo>
                <a:cubicBezTo>
                  <a:pt x="5605635" y="818478"/>
                  <a:pt x="5605909" y="816161"/>
                  <a:pt x="5606021" y="814003"/>
                </a:cubicBezTo>
                <a:cubicBezTo>
                  <a:pt x="5607203" y="791296"/>
                  <a:pt x="5592707" y="772280"/>
                  <a:pt x="5569534" y="771074"/>
                </a:cubicBezTo>
                <a:close/>
                <a:moveTo>
                  <a:pt x="5449355" y="764818"/>
                </a:moveTo>
                <a:cubicBezTo>
                  <a:pt x="5437921" y="764223"/>
                  <a:pt x="5430046" y="769857"/>
                  <a:pt x="5426302" y="776322"/>
                </a:cubicBezTo>
                <a:lnTo>
                  <a:pt x="5426848" y="765824"/>
                </a:lnTo>
                <a:lnTo>
                  <a:pt x="5409233" y="764907"/>
                </a:lnTo>
                <a:lnTo>
                  <a:pt x="5405118" y="843973"/>
                </a:lnTo>
                <a:lnTo>
                  <a:pt x="5422720" y="844890"/>
                </a:lnTo>
                <a:lnTo>
                  <a:pt x="5425163" y="797943"/>
                </a:lnTo>
                <a:cubicBezTo>
                  <a:pt x="5425798" y="785746"/>
                  <a:pt x="5432174" y="779419"/>
                  <a:pt x="5441281" y="779893"/>
                </a:cubicBezTo>
                <a:cubicBezTo>
                  <a:pt x="5450390" y="780367"/>
                  <a:pt x="5455154" y="787274"/>
                  <a:pt x="5454591" y="798079"/>
                </a:cubicBezTo>
                <a:lnTo>
                  <a:pt x="5452075" y="846418"/>
                </a:lnTo>
                <a:lnTo>
                  <a:pt x="5469678" y="847334"/>
                </a:lnTo>
                <a:lnTo>
                  <a:pt x="5472210" y="798688"/>
                </a:lnTo>
                <a:cubicBezTo>
                  <a:pt x="5472757" y="788190"/>
                  <a:pt x="5479132" y="781863"/>
                  <a:pt x="5488240" y="782337"/>
                </a:cubicBezTo>
                <a:cubicBezTo>
                  <a:pt x="5497348" y="782811"/>
                  <a:pt x="5502112" y="789718"/>
                  <a:pt x="5501550" y="800523"/>
                </a:cubicBezTo>
                <a:lnTo>
                  <a:pt x="5499033" y="848862"/>
                </a:lnTo>
                <a:lnTo>
                  <a:pt x="5516649" y="849779"/>
                </a:lnTo>
                <a:lnTo>
                  <a:pt x="5519326" y="798349"/>
                </a:lnTo>
                <a:cubicBezTo>
                  <a:pt x="5520387" y="777966"/>
                  <a:pt x="5510377" y="767995"/>
                  <a:pt x="5494766" y="767182"/>
                </a:cubicBezTo>
                <a:cubicBezTo>
                  <a:pt x="5484267" y="766636"/>
                  <a:pt x="5475836" y="770845"/>
                  <a:pt x="5470274" y="779533"/>
                </a:cubicBezTo>
                <a:cubicBezTo>
                  <a:pt x="5466593" y="770044"/>
                  <a:pt x="5458935" y="765317"/>
                  <a:pt x="5449355" y="764818"/>
                </a:cubicBezTo>
                <a:close/>
                <a:moveTo>
                  <a:pt x="5186719" y="742478"/>
                </a:moveTo>
                <a:lnTo>
                  <a:pt x="5216688" y="744038"/>
                </a:lnTo>
                <a:cubicBezTo>
                  <a:pt x="5226269" y="744537"/>
                  <a:pt x="5231584" y="749462"/>
                  <a:pt x="5231174" y="757329"/>
                </a:cubicBezTo>
                <a:cubicBezTo>
                  <a:pt x="5230765" y="765196"/>
                  <a:pt x="5224966" y="769555"/>
                  <a:pt x="5215385" y="769057"/>
                </a:cubicBezTo>
                <a:lnTo>
                  <a:pt x="5185417" y="767497"/>
                </a:lnTo>
                <a:close/>
                <a:moveTo>
                  <a:pt x="4922777" y="719661"/>
                </a:moveTo>
                <a:cubicBezTo>
                  <a:pt x="4913298" y="719167"/>
                  <a:pt x="4910574" y="729180"/>
                  <a:pt x="4909450" y="750777"/>
                </a:cubicBezTo>
                <a:cubicBezTo>
                  <a:pt x="4907906" y="780444"/>
                  <a:pt x="4911430" y="803780"/>
                  <a:pt x="4916503" y="823215"/>
                </a:cubicBezTo>
                <a:cubicBezTo>
                  <a:pt x="4916770" y="824241"/>
                  <a:pt x="4917907" y="824300"/>
                  <a:pt x="4918279" y="823307"/>
                </a:cubicBezTo>
                <a:cubicBezTo>
                  <a:pt x="4925329" y="804491"/>
                  <a:pt x="4931270" y="781660"/>
                  <a:pt x="4932814" y="751993"/>
                </a:cubicBezTo>
                <a:cubicBezTo>
                  <a:pt x="4933938" y="730397"/>
                  <a:pt x="4932269" y="720155"/>
                  <a:pt x="4922777" y="719661"/>
                </a:cubicBezTo>
                <a:close/>
                <a:moveTo>
                  <a:pt x="5167586" y="723221"/>
                </a:moveTo>
                <a:lnTo>
                  <a:pt x="5161960" y="831317"/>
                </a:lnTo>
                <a:lnTo>
                  <a:pt x="5215254" y="834091"/>
                </a:lnTo>
                <a:cubicBezTo>
                  <a:pt x="5237647" y="835256"/>
                  <a:pt x="5251366" y="824663"/>
                  <a:pt x="5252362" y="805519"/>
                </a:cubicBezTo>
                <a:cubicBezTo>
                  <a:pt x="5253045" y="792390"/>
                  <a:pt x="5246248" y="783213"/>
                  <a:pt x="5234863" y="778753"/>
                </a:cubicBezTo>
                <a:cubicBezTo>
                  <a:pt x="5245104" y="775419"/>
                  <a:pt x="5251753" y="766775"/>
                  <a:pt x="5252323" y="755817"/>
                </a:cubicBezTo>
                <a:cubicBezTo>
                  <a:pt x="5253240" y="738206"/>
                  <a:pt x="5241434" y="727065"/>
                  <a:pt x="5220421" y="725971"/>
                </a:cubicBezTo>
                <a:close/>
                <a:moveTo>
                  <a:pt x="5708396" y="748413"/>
                </a:moveTo>
                <a:cubicBezTo>
                  <a:pt x="5702367" y="748099"/>
                  <a:pt x="5697166" y="752784"/>
                  <a:pt x="5696852" y="758812"/>
                </a:cubicBezTo>
                <a:cubicBezTo>
                  <a:pt x="5696538" y="764840"/>
                  <a:pt x="5701225" y="770040"/>
                  <a:pt x="5707254" y="770354"/>
                </a:cubicBezTo>
                <a:cubicBezTo>
                  <a:pt x="5713284" y="770668"/>
                  <a:pt x="5718484" y="765983"/>
                  <a:pt x="5718798" y="759955"/>
                </a:cubicBezTo>
                <a:cubicBezTo>
                  <a:pt x="5719112" y="753927"/>
                  <a:pt x="5714426" y="748727"/>
                  <a:pt x="5708396" y="748413"/>
                </a:cubicBezTo>
                <a:close/>
                <a:moveTo>
                  <a:pt x="5062091" y="711443"/>
                </a:moveTo>
                <a:cubicBezTo>
                  <a:pt x="5054753" y="703300"/>
                  <a:pt x="5040439" y="712787"/>
                  <a:pt x="5013521" y="737023"/>
                </a:cubicBezTo>
                <a:cubicBezTo>
                  <a:pt x="4976550" y="770328"/>
                  <a:pt x="4951434" y="800305"/>
                  <a:pt x="4932293" y="826982"/>
                </a:cubicBezTo>
                <a:cubicBezTo>
                  <a:pt x="4931284" y="828390"/>
                  <a:pt x="4932168" y="829370"/>
                  <a:pt x="4933673" y="828514"/>
                </a:cubicBezTo>
                <a:cubicBezTo>
                  <a:pt x="4962200" y="812237"/>
                  <a:pt x="4994629" y="790388"/>
                  <a:pt x="5031600" y="757083"/>
                </a:cubicBezTo>
                <a:cubicBezTo>
                  <a:pt x="5058518" y="732835"/>
                  <a:pt x="5069443" y="719586"/>
                  <a:pt x="5062091" y="711443"/>
                </a:cubicBezTo>
                <a:close/>
                <a:moveTo>
                  <a:pt x="4783667" y="696886"/>
                </a:moveTo>
                <a:cubicBezTo>
                  <a:pt x="4775523" y="704223"/>
                  <a:pt x="4785013" y="718534"/>
                  <a:pt x="4809255" y="745446"/>
                </a:cubicBezTo>
                <a:cubicBezTo>
                  <a:pt x="4842568" y="782409"/>
                  <a:pt x="4872553" y="807520"/>
                  <a:pt x="4899237" y="826657"/>
                </a:cubicBezTo>
                <a:lnTo>
                  <a:pt x="4899236" y="826670"/>
                </a:lnTo>
                <a:cubicBezTo>
                  <a:pt x="4900644" y="827678"/>
                  <a:pt x="4901625" y="826794"/>
                  <a:pt x="4900768" y="825290"/>
                </a:cubicBezTo>
                <a:cubicBezTo>
                  <a:pt x="4884486" y="796769"/>
                  <a:pt x="4862632" y="764347"/>
                  <a:pt x="4829319" y="727384"/>
                </a:cubicBezTo>
                <a:cubicBezTo>
                  <a:pt x="4805076" y="700472"/>
                  <a:pt x="4791812" y="689550"/>
                  <a:pt x="4783667" y="696886"/>
                </a:cubicBezTo>
                <a:close/>
                <a:moveTo>
                  <a:pt x="6312646" y="328585"/>
                </a:moveTo>
                <a:lnTo>
                  <a:pt x="6019077" y="5968515"/>
                </a:lnTo>
                <a:lnTo>
                  <a:pt x="273146" y="5968515"/>
                </a:lnTo>
                <a:cubicBezTo>
                  <a:pt x="122291" y="5968515"/>
                  <a:pt x="0" y="5846224"/>
                  <a:pt x="0" y="5695369"/>
                </a:cubicBezTo>
                <a:lnTo>
                  <a:pt x="0" y="0"/>
                </a:lnTo>
                <a:close/>
              </a:path>
            </a:pathLst>
          </a:custGeom>
          <a:solidFill>
            <a:schemeClr val="accent4"/>
          </a:solidFill>
          <a:ln w="6352" cap="flat">
            <a:noFill/>
            <a:prstDash val="solid"/>
            <a:miter/>
          </a:ln>
        </p:spPr>
        <p:txBody>
          <a:bodyPr wrap="square" rtlCol="0" anchor="ctr">
            <a:noAutofit/>
          </a:bodyPr>
          <a:lstStyle/>
          <a:p>
            <a:endParaRPr lang="de-DE" dirty="0">
              <a:solidFill>
                <a:schemeClr val="accent2"/>
              </a:solidFill>
              <a:latin typeface="BarmeniaGothaer Offc" panose="020B0503020204020204" pitchFamily="34" charset="0"/>
            </a:endParaRPr>
          </a:p>
        </p:txBody>
      </p:sp>
      <p:sp>
        <p:nvSpPr>
          <p:cNvPr id="10" name="Bildplatzhalter 9">
            <a:extLst>
              <a:ext uri="{FF2B5EF4-FFF2-40B4-BE49-F238E27FC236}">
                <a16:creationId xmlns:a16="http://schemas.microsoft.com/office/drawing/2014/main" id="{292C0D30-6CEE-B235-8448-C2E5FDB3E55C}"/>
              </a:ext>
            </a:extLst>
          </p:cNvPr>
          <p:cNvSpPr>
            <a:spLocks noGrp="1"/>
          </p:cNvSpPr>
          <p:nvPr>
            <p:ph type="pic" sz="quarter" idx="15"/>
          </p:nvPr>
        </p:nvSpPr>
        <p:spPr>
          <a:xfrm>
            <a:off x="5144536" y="1"/>
            <a:ext cx="7047465" cy="5940347"/>
          </a:xfrm>
          <a:custGeom>
            <a:avLst/>
            <a:gdLst>
              <a:gd name="connsiteX0" fmla="*/ 6297865 w 7047465"/>
              <a:gd name="connsiteY0" fmla="*/ 652255 h 5940347"/>
              <a:gd name="connsiteX1" fmla="*/ 6320915 w 7047465"/>
              <a:gd name="connsiteY1" fmla="*/ 677001 h 5940347"/>
              <a:gd name="connsiteX2" fmla="*/ 6297865 w 7047465"/>
              <a:gd name="connsiteY2" fmla="*/ 701747 h 5940347"/>
              <a:gd name="connsiteX3" fmla="*/ 6274814 w 7047465"/>
              <a:gd name="connsiteY3" fmla="*/ 677001 h 5940347"/>
              <a:gd name="connsiteX4" fmla="*/ 6297865 w 7047465"/>
              <a:gd name="connsiteY4" fmla="*/ 652255 h 5940347"/>
              <a:gd name="connsiteX5" fmla="*/ 6072657 w 7047465"/>
              <a:gd name="connsiteY5" fmla="*/ 652255 h 5940347"/>
              <a:gd name="connsiteX6" fmla="*/ 6095707 w 7047465"/>
              <a:gd name="connsiteY6" fmla="*/ 677001 h 5940347"/>
              <a:gd name="connsiteX7" fmla="*/ 6072657 w 7047465"/>
              <a:gd name="connsiteY7" fmla="*/ 701747 h 5940347"/>
              <a:gd name="connsiteX8" fmla="*/ 6049607 w 7047465"/>
              <a:gd name="connsiteY8" fmla="*/ 677001 h 5940347"/>
              <a:gd name="connsiteX9" fmla="*/ 6072657 w 7047465"/>
              <a:gd name="connsiteY9" fmla="*/ 652255 h 5940347"/>
              <a:gd name="connsiteX10" fmla="*/ 6387892 w 7047465"/>
              <a:gd name="connsiteY10" fmla="*/ 651334 h 5940347"/>
              <a:gd name="connsiteX11" fmla="*/ 6408153 w 7047465"/>
              <a:gd name="connsiteY11" fmla="*/ 668497 h 5940347"/>
              <a:gd name="connsiteX12" fmla="*/ 6367323 w 7047465"/>
              <a:gd name="connsiteY12" fmla="*/ 668497 h 5940347"/>
              <a:gd name="connsiteX13" fmla="*/ 6387892 w 7047465"/>
              <a:gd name="connsiteY13" fmla="*/ 651334 h 5940347"/>
              <a:gd name="connsiteX14" fmla="*/ 6475744 w 7047465"/>
              <a:gd name="connsiteY14" fmla="*/ 636014 h 5940347"/>
              <a:gd name="connsiteX15" fmla="*/ 6454088 w 7047465"/>
              <a:gd name="connsiteY15" fmla="*/ 651782 h 5940347"/>
              <a:gd name="connsiteX16" fmla="*/ 6454088 w 7047465"/>
              <a:gd name="connsiteY16" fmla="*/ 637395 h 5940347"/>
              <a:gd name="connsiteX17" fmla="*/ 6436461 w 7047465"/>
              <a:gd name="connsiteY17" fmla="*/ 637395 h 5940347"/>
              <a:gd name="connsiteX18" fmla="*/ 6436461 w 7047465"/>
              <a:gd name="connsiteY18" fmla="*/ 716569 h 5940347"/>
              <a:gd name="connsiteX19" fmla="*/ 6436461 w 7047465"/>
              <a:gd name="connsiteY19" fmla="*/ 716594 h 5940347"/>
              <a:gd name="connsiteX20" fmla="*/ 6454088 w 7047465"/>
              <a:gd name="connsiteY20" fmla="*/ 716594 h 5940347"/>
              <a:gd name="connsiteX21" fmla="*/ 6454088 w 7047465"/>
              <a:gd name="connsiteY21" fmla="*/ 673446 h 5940347"/>
              <a:gd name="connsiteX22" fmla="*/ 6473582 w 7047465"/>
              <a:gd name="connsiteY22" fmla="*/ 654263 h 5940347"/>
              <a:gd name="connsiteX23" fmla="*/ 6477445 w 7047465"/>
              <a:gd name="connsiteY23" fmla="*/ 654263 h 5940347"/>
              <a:gd name="connsiteX24" fmla="*/ 6477445 w 7047465"/>
              <a:gd name="connsiteY24" fmla="*/ 636014 h 5940347"/>
              <a:gd name="connsiteX25" fmla="*/ 6294309 w 7047465"/>
              <a:gd name="connsiteY25" fmla="*/ 635259 h 5940347"/>
              <a:gd name="connsiteX26" fmla="*/ 6256574 w 7047465"/>
              <a:gd name="connsiteY26" fmla="*/ 677014 h 5940347"/>
              <a:gd name="connsiteX27" fmla="*/ 6294309 w 7047465"/>
              <a:gd name="connsiteY27" fmla="*/ 718768 h 5940347"/>
              <a:gd name="connsiteX28" fmla="*/ 6320915 w 7047465"/>
              <a:gd name="connsiteY28" fmla="*/ 703460 h 5940347"/>
              <a:gd name="connsiteX29" fmla="*/ 6320915 w 7047465"/>
              <a:gd name="connsiteY29" fmla="*/ 716607 h 5940347"/>
              <a:gd name="connsiteX30" fmla="*/ 6338555 w 7047465"/>
              <a:gd name="connsiteY30" fmla="*/ 716607 h 5940347"/>
              <a:gd name="connsiteX31" fmla="*/ 6338555 w 7047465"/>
              <a:gd name="connsiteY31" fmla="*/ 637433 h 5940347"/>
              <a:gd name="connsiteX32" fmla="*/ 6320915 w 7047465"/>
              <a:gd name="connsiteY32" fmla="*/ 637433 h 5940347"/>
              <a:gd name="connsiteX33" fmla="*/ 6320915 w 7047465"/>
              <a:gd name="connsiteY33" fmla="*/ 650567 h 5940347"/>
              <a:gd name="connsiteX34" fmla="*/ 6294309 w 7047465"/>
              <a:gd name="connsiteY34" fmla="*/ 635259 h 5940347"/>
              <a:gd name="connsiteX35" fmla="*/ 6072657 w 7047465"/>
              <a:gd name="connsiteY35" fmla="*/ 635247 h 5940347"/>
              <a:gd name="connsiteX36" fmla="*/ 6031353 w 7047465"/>
              <a:gd name="connsiteY36" fmla="*/ 677001 h 5940347"/>
              <a:gd name="connsiteX37" fmla="*/ 6072657 w 7047465"/>
              <a:gd name="connsiteY37" fmla="*/ 718755 h 5940347"/>
              <a:gd name="connsiteX38" fmla="*/ 6113961 w 7047465"/>
              <a:gd name="connsiteY38" fmla="*/ 677001 h 5940347"/>
              <a:gd name="connsiteX39" fmla="*/ 6072657 w 7047465"/>
              <a:gd name="connsiteY39" fmla="*/ 635247 h 5940347"/>
              <a:gd name="connsiteX40" fmla="*/ 6387904 w 7047465"/>
              <a:gd name="connsiteY40" fmla="*/ 635234 h 5940347"/>
              <a:gd name="connsiteX41" fmla="*/ 6348775 w 7047465"/>
              <a:gd name="connsiteY41" fmla="*/ 676988 h 5940347"/>
              <a:gd name="connsiteX42" fmla="*/ 6348762 w 7047465"/>
              <a:gd name="connsiteY42" fmla="*/ 677001 h 5940347"/>
              <a:gd name="connsiteX43" fmla="*/ 6389286 w 7047465"/>
              <a:gd name="connsiteY43" fmla="*/ 718755 h 5940347"/>
              <a:gd name="connsiteX44" fmla="*/ 6423785 w 7047465"/>
              <a:gd name="connsiteY44" fmla="*/ 700967 h 5940347"/>
              <a:gd name="connsiteX45" fmla="*/ 6411722 w 7047465"/>
              <a:gd name="connsiteY45" fmla="*/ 690761 h 5940347"/>
              <a:gd name="connsiteX46" fmla="*/ 6389299 w 7047465"/>
              <a:gd name="connsiteY46" fmla="*/ 702667 h 5940347"/>
              <a:gd name="connsiteX47" fmla="*/ 6366875 w 7047465"/>
              <a:gd name="connsiteY47" fmla="*/ 682717 h 5940347"/>
              <a:gd name="connsiteX48" fmla="*/ 6426113 w 7047465"/>
              <a:gd name="connsiteY48" fmla="*/ 682717 h 5940347"/>
              <a:gd name="connsiteX49" fmla="*/ 6426573 w 7047465"/>
              <a:gd name="connsiteY49" fmla="*/ 676221 h 5940347"/>
              <a:gd name="connsiteX50" fmla="*/ 6387904 w 7047465"/>
              <a:gd name="connsiteY50" fmla="*/ 635234 h 5940347"/>
              <a:gd name="connsiteX51" fmla="*/ 6148754 w 7047465"/>
              <a:gd name="connsiteY51" fmla="*/ 614516 h 5940347"/>
              <a:gd name="connsiteX52" fmla="*/ 6131114 w 7047465"/>
              <a:gd name="connsiteY52" fmla="*/ 619926 h 5940347"/>
              <a:gd name="connsiteX53" fmla="*/ 6131114 w 7047465"/>
              <a:gd name="connsiteY53" fmla="*/ 637395 h 5940347"/>
              <a:gd name="connsiteX54" fmla="*/ 6115803 w 7047465"/>
              <a:gd name="connsiteY54" fmla="*/ 637395 h 5940347"/>
              <a:gd name="connsiteX55" fmla="*/ 6115803 w 7047465"/>
              <a:gd name="connsiteY55" fmla="*/ 652549 h 5940347"/>
              <a:gd name="connsiteX56" fmla="*/ 6131114 w 7047465"/>
              <a:gd name="connsiteY56" fmla="*/ 652549 h 5940347"/>
              <a:gd name="connsiteX57" fmla="*/ 6131114 w 7047465"/>
              <a:gd name="connsiteY57" fmla="*/ 691362 h 5940347"/>
              <a:gd name="connsiteX58" fmla="*/ 6156633 w 7047465"/>
              <a:gd name="connsiteY58" fmla="*/ 718269 h 5940347"/>
              <a:gd name="connsiteX59" fmla="*/ 6168082 w 7047465"/>
              <a:gd name="connsiteY59" fmla="*/ 716875 h 5940347"/>
              <a:gd name="connsiteX60" fmla="*/ 6168095 w 7047465"/>
              <a:gd name="connsiteY60" fmla="*/ 716901 h 5940347"/>
              <a:gd name="connsiteX61" fmla="*/ 6168095 w 7047465"/>
              <a:gd name="connsiteY61" fmla="*/ 702054 h 5940347"/>
              <a:gd name="connsiteX62" fmla="*/ 6161443 w 7047465"/>
              <a:gd name="connsiteY62" fmla="*/ 702514 h 5940347"/>
              <a:gd name="connsiteX63" fmla="*/ 6148754 w 7047465"/>
              <a:gd name="connsiteY63" fmla="*/ 689674 h 5940347"/>
              <a:gd name="connsiteX64" fmla="*/ 6148754 w 7047465"/>
              <a:gd name="connsiteY64" fmla="*/ 652562 h 5940347"/>
              <a:gd name="connsiteX65" fmla="*/ 6168095 w 7047465"/>
              <a:gd name="connsiteY65" fmla="*/ 652562 h 5940347"/>
              <a:gd name="connsiteX66" fmla="*/ 6168095 w 7047465"/>
              <a:gd name="connsiteY66" fmla="*/ 637408 h 5940347"/>
              <a:gd name="connsiteX67" fmla="*/ 6148754 w 7047465"/>
              <a:gd name="connsiteY67" fmla="*/ 637408 h 5940347"/>
              <a:gd name="connsiteX68" fmla="*/ 6179863 w 7047465"/>
              <a:gd name="connsiteY68" fmla="*/ 608340 h 5940347"/>
              <a:gd name="connsiteX69" fmla="*/ 6179863 w 7047465"/>
              <a:gd name="connsiteY69" fmla="*/ 716594 h 5940347"/>
              <a:gd name="connsiteX70" fmla="*/ 6197477 w 7047465"/>
              <a:gd name="connsiteY70" fmla="*/ 716594 h 5940347"/>
              <a:gd name="connsiteX71" fmla="*/ 6197477 w 7047465"/>
              <a:gd name="connsiteY71" fmla="*/ 669584 h 5940347"/>
              <a:gd name="connsiteX72" fmla="*/ 6213875 w 7047465"/>
              <a:gd name="connsiteY72" fmla="*/ 650721 h 5940347"/>
              <a:gd name="connsiteX73" fmla="*/ 6229340 w 7047465"/>
              <a:gd name="connsiteY73" fmla="*/ 668190 h 5940347"/>
              <a:gd name="connsiteX74" fmla="*/ 6229340 w 7047465"/>
              <a:gd name="connsiteY74" fmla="*/ 716594 h 5940347"/>
              <a:gd name="connsiteX75" fmla="*/ 6246980 w 7047465"/>
              <a:gd name="connsiteY75" fmla="*/ 716594 h 5940347"/>
              <a:gd name="connsiteX76" fmla="*/ 6246980 w 7047465"/>
              <a:gd name="connsiteY76" fmla="*/ 665095 h 5940347"/>
              <a:gd name="connsiteX77" fmla="*/ 6221154 w 7047465"/>
              <a:gd name="connsiteY77" fmla="*/ 635247 h 5940347"/>
              <a:gd name="connsiteX78" fmla="*/ 6197490 w 7047465"/>
              <a:gd name="connsiteY78" fmla="*/ 647933 h 5940347"/>
              <a:gd name="connsiteX79" fmla="*/ 6197490 w 7047465"/>
              <a:gd name="connsiteY79" fmla="*/ 608340 h 5940347"/>
              <a:gd name="connsiteX80" fmla="*/ 5972116 w 7047465"/>
              <a:gd name="connsiteY80" fmla="*/ 606485 h 5940347"/>
              <a:gd name="connsiteX81" fmla="*/ 5917662 w 7047465"/>
              <a:gd name="connsiteY81" fmla="*/ 662627 h 5940347"/>
              <a:gd name="connsiteX82" fmla="*/ 5969788 w 7047465"/>
              <a:gd name="connsiteY82" fmla="*/ 718768 h 5940347"/>
              <a:gd name="connsiteX83" fmla="*/ 6002892 w 7047465"/>
              <a:gd name="connsiteY83" fmla="*/ 702680 h 5940347"/>
              <a:gd name="connsiteX84" fmla="*/ 6002892 w 7047465"/>
              <a:gd name="connsiteY84" fmla="*/ 716594 h 5940347"/>
              <a:gd name="connsiteX85" fmla="*/ 6020839 w 7047465"/>
              <a:gd name="connsiteY85" fmla="*/ 716594 h 5940347"/>
              <a:gd name="connsiteX86" fmla="*/ 6020839 w 7047465"/>
              <a:gd name="connsiteY86" fmla="*/ 659685 h 5940347"/>
              <a:gd name="connsiteX87" fmla="*/ 5973970 w 7047465"/>
              <a:gd name="connsiteY87" fmla="*/ 659685 h 5940347"/>
              <a:gd name="connsiteX88" fmla="*/ 5973970 w 7047465"/>
              <a:gd name="connsiteY88" fmla="*/ 677321 h 5940347"/>
              <a:gd name="connsiteX89" fmla="*/ 6001344 w 7047465"/>
              <a:gd name="connsiteY89" fmla="*/ 677321 h 5940347"/>
              <a:gd name="connsiteX90" fmla="*/ 5972103 w 7047465"/>
              <a:gd name="connsiteY90" fmla="*/ 699905 h 5940347"/>
              <a:gd name="connsiteX91" fmla="*/ 5938691 w 7047465"/>
              <a:gd name="connsiteY91" fmla="*/ 662639 h 5940347"/>
              <a:gd name="connsiteX92" fmla="*/ 5972103 w 7047465"/>
              <a:gd name="connsiteY92" fmla="*/ 625374 h 5940347"/>
              <a:gd name="connsiteX93" fmla="*/ 6001498 w 7047465"/>
              <a:gd name="connsiteY93" fmla="*/ 642229 h 5940347"/>
              <a:gd name="connsiteX94" fmla="*/ 6018203 w 7047465"/>
              <a:gd name="connsiteY94" fmla="*/ 631090 h 5940347"/>
              <a:gd name="connsiteX95" fmla="*/ 5972103 w 7047465"/>
              <a:gd name="connsiteY95" fmla="*/ 606498 h 5940347"/>
              <a:gd name="connsiteX96" fmla="*/ 5696202 w 7047465"/>
              <a:gd name="connsiteY96" fmla="*/ 601536 h 5940347"/>
              <a:gd name="connsiteX97" fmla="*/ 5696210 w 7047465"/>
              <a:gd name="connsiteY97" fmla="*/ 601541 h 5940347"/>
              <a:gd name="connsiteX98" fmla="*/ 5694757 w 7047465"/>
              <a:gd name="connsiteY98" fmla="*/ 602994 h 5940347"/>
              <a:gd name="connsiteX99" fmla="*/ 5771199 w 7047465"/>
              <a:gd name="connsiteY99" fmla="*/ 697053 h 5940347"/>
              <a:gd name="connsiteX100" fmla="*/ 5818374 w 7047465"/>
              <a:gd name="connsiteY100" fmla="*/ 725124 h 5940347"/>
              <a:gd name="connsiteX101" fmla="*/ 5790284 w 7047465"/>
              <a:gd name="connsiteY101" fmla="*/ 677960 h 5940347"/>
              <a:gd name="connsiteX102" fmla="*/ 5740413 w 7047465"/>
              <a:gd name="connsiteY102" fmla="*/ 633202 h 5940347"/>
              <a:gd name="connsiteX103" fmla="*/ 5696210 w 7047465"/>
              <a:gd name="connsiteY103" fmla="*/ 601541 h 5940347"/>
              <a:gd name="connsiteX104" fmla="*/ 5696215 w 7047465"/>
              <a:gd name="connsiteY104" fmla="*/ 601536 h 5940347"/>
              <a:gd name="connsiteX105" fmla="*/ 5592015 w 7047465"/>
              <a:gd name="connsiteY105" fmla="*/ 588556 h 5940347"/>
              <a:gd name="connsiteX106" fmla="*/ 5559691 w 7047465"/>
              <a:gd name="connsiteY106" fmla="*/ 600257 h 5940347"/>
              <a:gd name="connsiteX107" fmla="*/ 5592015 w 7047465"/>
              <a:gd name="connsiteY107" fmla="*/ 611958 h 5940347"/>
              <a:gd name="connsiteX108" fmla="*/ 5654656 w 7047465"/>
              <a:gd name="connsiteY108" fmla="*/ 604183 h 5940347"/>
              <a:gd name="connsiteX109" fmla="*/ 5567494 w 7047465"/>
              <a:gd name="connsiteY109" fmla="*/ 678996 h 5940347"/>
              <a:gd name="connsiteX110" fmla="*/ 5539097 w 7047465"/>
              <a:gd name="connsiteY110" fmla="*/ 725163 h 5940347"/>
              <a:gd name="connsiteX111" fmla="*/ 5585760 w 7047465"/>
              <a:gd name="connsiteY111" fmla="*/ 697066 h 5940347"/>
              <a:gd name="connsiteX112" fmla="*/ 5661371 w 7047465"/>
              <a:gd name="connsiteY112" fmla="*/ 610833 h 5940347"/>
              <a:gd name="connsiteX113" fmla="*/ 5653581 w 7047465"/>
              <a:gd name="connsiteY113" fmla="*/ 673510 h 5940347"/>
              <a:gd name="connsiteX114" fmla="*/ 5665285 w 7047465"/>
              <a:gd name="connsiteY114" fmla="*/ 705814 h 5940347"/>
              <a:gd name="connsiteX115" fmla="*/ 5676990 w 7047465"/>
              <a:gd name="connsiteY115" fmla="*/ 673510 h 5940347"/>
              <a:gd name="connsiteX116" fmla="*/ 5666181 w 7047465"/>
              <a:gd name="connsiteY116" fmla="*/ 600295 h 5940347"/>
              <a:gd name="connsiteX117" fmla="*/ 5665797 w 7047465"/>
              <a:gd name="connsiteY117" fmla="*/ 599707 h 5940347"/>
              <a:gd name="connsiteX118" fmla="*/ 5665784 w 7047465"/>
              <a:gd name="connsiteY118" fmla="*/ 599694 h 5940347"/>
              <a:gd name="connsiteX119" fmla="*/ 5665247 w 7047465"/>
              <a:gd name="connsiteY119" fmla="*/ 599362 h 5940347"/>
              <a:gd name="connsiteX120" fmla="*/ 5592015 w 7047465"/>
              <a:gd name="connsiteY120" fmla="*/ 588556 h 5940347"/>
              <a:gd name="connsiteX121" fmla="*/ 5778874 w 7047465"/>
              <a:gd name="connsiteY121" fmla="*/ 575550 h 5940347"/>
              <a:gd name="connsiteX122" fmla="*/ 5699260 w 7047465"/>
              <a:gd name="connsiteY122" fmla="*/ 586356 h 5940347"/>
              <a:gd name="connsiteX123" fmla="*/ 5699260 w 7047465"/>
              <a:gd name="connsiteY123" fmla="*/ 588146 h 5940347"/>
              <a:gd name="connsiteX124" fmla="*/ 5778874 w 7047465"/>
              <a:gd name="connsiteY124" fmla="*/ 598940 h 5940347"/>
              <a:gd name="connsiteX125" fmla="*/ 5814013 w 7047465"/>
              <a:gd name="connsiteY125" fmla="*/ 587251 h 5940347"/>
              <a:gd name="connsiteX126" fmla="*/ 5778874 w 7047465"/>
              <a:gd name="connsiteY126" fmla="*/ 575550 h 5940347"/>
              <a:gd name="connsiteX127" fmla="*/ 5944575 w 7047465"/>
              <a:gd name="connsiteY127" fmla="*/ 515162 h 5940347"/>
              <a:gd name="connsiteX128" fmla="*/ 5975518 w 7047465"/>
              <a:gd name="connsiteY128" fmla="*/ 515162 h 5940347"/>
              <a:gd name="connsiteX129" fmla="*/ 5992377 w 7047465"/>
              <a:gd name="connsiteY129" fmla="*/ 529395 h 5940347"/>
              <a:gd name="connsiteX130" fmla="*/ 5975518 w 7047465"/>
              <a:gd name="connsiteY130" fmla="*/ 543629 h 5940347"/>
              <a:gd name="connsiteX131" fmla="*/ 5975518 w 7047465"/>
              <a:gd name="connsiteY131" fmla="*/ 543616 h 5940347"/>
              <a:gd name="connsiteX132" fmla="*/ 5944575 w 7047465"/>
              <a:gd name="connsiteY132" fmla="*/ 543616 h 5940347"/>
              <a:gd name="connsiteX133" fmla="*/ 6526180 w 7047465"/>
              <a:gd name="connsiteY133" fmla="*/ 497526 h 5940347"/>
              <a:gd name="connsiteX134" fmla="*/ 6549230 w 7047465"/>
              <a:gd name="connsiteY134" fmla="*/ 522272 h 5940347"/>
              <a:gd name="connsiteX135" fmla="*/ 6526180 w 7047465"/>
              <a:gd name="connsiteY135" fmla="*/ 547018 h 5940347"/>
              <a:gd name="connsiteX136" fmla="*/ 6503130 w 7047465"/>
              <a:gd name="connsiteY136" fmla="*/ 522272 h 5940347"/>
              <a:gd name="connsiteX137" fmla="*/ 6526180 w 7047465"/>
              <a:gd name="connsiteY137" fmla="*/ 497526 h 5940347"/>
              <a:gd name="connsiteX138" fmla="*/ 6063383 w 7047465"/>
              <a:gd name="connsiteY138" fmla="*/ 497526 h 5940347"/>
              <a:gd name="connsiteX139" fmla="*/ 6086433 w 7047465"/>
              <a:gd name="connsiteY139" fmla="*/ 522272 h 5940347"/>
              <a:gd name="connsiteX140" fmla="*/ 6063383 w 7047465"/>
              <a:gd name="connsiteY140" fmla="*/ 547018 h 5940347"/>
              <a:gd name="connsiteX141" fmla="*/ 6040333 w 7047465"/>
              <a:gd name="connsiteY141" fmla="*/ 522272 h 5940347"/>
              <a:gd name="connsiteX142" fmla="*/ 6063383 w 7047465"/>
              <a:gd name="connsiteY142" fmla="*/ 497526 h 5940347"/>
              <a:gd name="connsiteX143" fmla="*/ 6328346 w 7047465"/>
              <a:gd name="connsiteY143" fmla="*/ 496606 h 5940347"/>
              <a:gd name="connsiteX144" fmla="*/ 6348608 w 7047465"/>
              <a:gd name="connsiteY144" fmla="*/ 513768 h 5940347"/>
              <a:gd name="connsiteX145" fmla="*/ 6307778 w 7047465"/>
              <a:gd name="connsiteY145" fmla="*/ 513768 h 5940347"/>
              <a:gd name="connsiteX146" fmla="*/ 6328346 w 7047465"/>
              <a:gd name="connsiteY146" fmla="*/ 496606 h 5940347"/>
              <a:gd name="connsiteX147" fmla="*/ 6457042 w 7047465"/>
              <a:gd name="connsiteY147" fmla="*/ 482692 h 5940347"/>
              <a:gd name="connsiteX148" fmla="*/ 6457042 w 7047465"/>
              <a:gd name="connsiteY148" fmla="*/ 561865 h 5940347"/>
              <a:gd name="connsiteX149" fmla="*/ 6474681 w 7047465"/>
              <a:gd name="connsiteY149" fmla="*/ 561865 h 5940347"/>
              <a:gd name="connsiteX150" fmla="*/ 6474681 w 7047465"/>
              <a:gd name="connsiteY150" fmla="*/ 482692 h 5940347"/>
              <a:gd name="connsiteX151" fmla="*/ 6156966 w 7047465"/>
              <a:gd name="connsiteY151" fmla="*/ 481298 h 5940347"/>
              <a:gd name="connsiteX152" fmla="*/ 6135310 w 7047465"/>
              <a:gd name="connsiteY152" fmla="*/ 497079 h 5940347"/>
              <a:gd name="connsiteX153" fmla="*/ 6135310 w 7047465"/>
              <a:gd name="connsiteY153" fmla="*/ 482692 h 5940347"/>
              <a:gd name="connsiteX154" fmla="*/ 6117670 w 7047465"/>
              <a:gd name="connsiteY154" fmla="*/ 482692 h 5940347"/>
              <a:gd name="connsiteX155" fmla="*/ 6117670 w 7047465"/>
              <a:gd name="connsiteY155" fmla="*/ 561865 h 5940347"/>
              <a:gd name="connsiteX156" fmla="*/ 6135310 w 7047465"/>
              <a:gd name="connsiteY156" fmla="*/ 561865 h 5940347"/>
              <a:gd name="connsiteX157" fmla="*/ 6135310 w 7047465"/>
              <a:gd name="connsiteY157" fmla="*/ 518717 h 5940347"/>
              <a:gd name="connsiteX158" fmla="*/ 6154804 w 7047465"/>
              <a:gd name="connsiteY158" fmla="*/ 499547 h 5940347"/>
              <a:gd name="connsiteX159" fmla="*/ 6158667 w 7047465"/>
              <a:gd name="connsiteY159" fmla="*/ 499547 h 5940347"/>
              <a:gd name="connsiteX160" fmla="*/ 6158667 w 7047465"/>
              <a:gd name="connsiteY160" fmla="*/ 481298 h 5940347"/>
              <a:gd name="connsiteX161" fmla="*/ 6522624 w 7047465"/>
              <a:gd name="connsiteY161" fmla="*/ 480530 h 5940347"/>
              <a:gd name="connsiteX162" fmla="*/ 6484876 w 7047465"/>
              <a:gd name="connsiteY162" fmla="*/ 522285 h 5940347"/>
              <a:gd name="connsiteX163" fmla="*/ 6522624 w 7047465"/>
              <a:gd name="connsiteY163" fmla="*/ 564039 h 5940347"/>
              <a:gd name="connsiteX164" fmla="*/ 6549230 w 7047465"/>
              <a:gd name="connsiteY164" fmla="*/ 548732 h 5940347"/>
              <a:gd name="connsiteX165" fmla="*/ 6549230 w 7047465"/>
              <a:gd name="connsiteY165" fmla="*/ 561878 h 5940347"/>
              <a:gd name="connsiteX166" fmla="*/ 6566857 w 7047465"/>
              <a:gd name="connsiteY166" fmla="*/ 561878 h 5940347"/>
              <a:gd name="connsiteX167" fmla="*/ 6566857 w 7047465"/>
              <a:gd name="connsiteY167" fmla="*/ 482704 h 5940347"/>
              <a:gd name="connsiteX168" fmla="*/ 6549230 w 7047465"/>
              <a:gd name="connsiteY168" fmla="*/ 482704 h 5940347"/>
              <a:gd name="connsiteX169" fmla="*/ 6549230 w 7047465"/>
              <a:gd name="connsiteY169" fmla="*/ 495838 h 5940347"/>
              <a:gd name="connsiteX170" fmla="*/ 6522624 w 7047465"/>
              <a:gd name="connsiteY170" fmla="*/ 480530 h 5940347"/>
              <a:gd name="connsiteX171" fmla="*/ 6059814 w 7047465"/>
              <a:gd name="connsiteY171" fmla="*/ 480530 h 5940347"/>
              <a:gd name="connsiteX172" fmla="*/ 6022066 w 7047465"/>
              <a:gd name="connsiteY172" fmla="*/ 522285 h 5940347"/>
              <a:gd name="connsiteX173" fmla="*/ 6059814 w 7047465"/>
              <a:gd name="connsiteY173" fmla="*/ 564039 h 5940347"/>
              <a:gd name="connsiteX174" fmla="*/ 6086420 w 7047465"/>
              <a:gd name="connsiteY174" fmla="*/ 548732 h 5940347"/>
              <a:gd name="connsiteX175" fmla="*/ 6086420 w 7047465"/>
              <a:gd name="connsiteY175" fmla="*/ 561878 h 5940347"/>
              <a:gd name="connsiteX176" fmla="*/ 6104047 w 7047465"/>
              <a:gd name="connsiteY176" fmla="*/ 561878 h 5940347"/>
              <a:gd name="connsiteX177" fmla="*/ 6104047 w 7047465"/>
              <a:gd name="connsiteY177" fmla="*/ 482704 h 5940347"/>
              <a:gd name="connsiteX178" fmla="*/ 6086420 w 7047465"/>
              <a:gd name="connsiteY178" fmla="*/ 482704 h 5940347"/>
              <a:gd name="connsiteX179" fmla="*/ 6086420 w 7047465"/>
              <a:gd name="connsiteY179" fmla="*/ 495838 h 5940347"/>
              <a:gd name="connsiteX180" fmla="*/ 6059814 w 7047465"/>
              <a:gd name="connsiteY180" fmla="*/ 480530 h 5940347"/>
              <a:gd name="connsiteX181" fmla="*/ 6418220 w 7047465"/>
              <a:gd name="connsiteY181" fmla="*/ 480518 h 5940347"/>
              <a:gd name="connsiteX182" fmla="*/ 6394555 w 7047465"/>
              <a:gd name="connsiteY182" fmla="*/ 493204 h 5940347"/>
              <a:gd name="connsiteX183" fmla="*/ 6394555 w 7047465"/>
              <a:gd name="connsiteY183" fmla="*/ 482692 h 5940347"/>
              <a:gd name="connsiteX184" fmla="*/ 6376929 w 7047465"/>
              <a:gd name="connsiteY184" fmla="*/ 482692 h 5940347"/>
              <a:gd name="connsiteX185" fmla="*/ 6376929 w 7047465"/>
              <a:gd name="connsiteY185" fmla="*/ 561865 h 5940347"/>
              <a:gd name="connsiteX186" fmla="*/ 6394543 w 7047465"/>
              <a:gd name="connsiteY186" fmla="*/ 561865 h 5940347"/>
              <a:gd name="connsiteX187" fmla="*/ 6394543 w 7047465"/>
              <a:gd name="connsiteY187" fmla="*/ 514855 h 5940347"/>
              <a:gd name="connsiteX188" fmla="*/ 6410941 w 7047465"/>
              <a:gd name="connsiteY188" fmla="*/ 495992 h 5940347"/>
              <a:gd name="connsiteX189" fmla="*/ 6426406 w 7047465"/>
              <a:gd name="connsiteY189" fmla="*/ 513461 h 5940347"/>
              <a:gd name="connsiteX190" fmla="*/ 6426406 w 7047465"/>
              <a:gd name="connsiteY190" fmla="*/ 561865 h 5940347"/>
              <a:gd name="connsiteX191" fmla="*/ 6444046 w 7047465"/>
              <a:gd name="connsiteY191" fmla="*/ 561865 h 5940347"/>
              <a:gd name="connsiteX192" fmla="*/ 6444046 w 7047465"/>
              <a:gd name="connsiteY192" fmla="*/ 510366 h 5940347"/>
              <a:gd name="connsiteX193" fmla="*/ 6418220 w 7047465"/>
              <a:gd name="connsiteY193" fmla="*/ 480518 h 5940347"/>
              <a:gd name="connsiteX194" fmla="*/ 6328359 w 7047465"/>
              <a:gd name="connsiteY194" fmla="*/ 480518 h 5940347"/>
              <a:gd name="connsiteX195" fmla="*/ 6289217 w 7047465"/>
              <a:gd name="connsiteY195" fmla="*/ 522272 h 5940347"/>
              <a:gd name="connsiteX196" fmla="*/ 6329741 w 7047465"/>
              <a:gd name="connsiteY196" fmla="*/ 564026 h 5940347"/>
              <a:gd name="connsiteX197" fmla="*/ 6364240 w 7047465"/>
              <a:gd name="connsiteY197" fmla="*/ 546238 h 5940347"/>
              <a:gd name="connsiteX198" fmla="*/ 6352177 w 7047465"/>
              <a:gd name="connsiteY198" fmla="*/ 536032 h 5940347"/>
              <a:gd name="connsiteX199" fmla="*/ 6329754 w 7047465"/>
              <a:gd name="connsiteY199" fmla="*/ 547939 h 5940347"/>
              <a:gd name="connsiteX200" fmla="*/ 6307330 w 7047465"/>
              <a:gd name="connsiteY200" fmla="*/ 527988 h 5940347"/>
              <a:gd name="connsiteX201" fmla="*/ 6366567 w 7047465"/>
              <a:gd name="connsiteY201" fmla="*/ 527988 h 5940347"/>
              <a:gd name="connsiteX202" fmla="*/ 6367028 w 7047465"/>
              <a:gd name="connsiteY202" fmla="*/ 521492 h 5940347"/>
              <a:gd name="connsiteX203" fmla="*/ 6328359 w 7047465"/>
              <a:gd name="connsiteY203" fmla="*/ 480518 h 5940347"/>
              <a:gd name="connsiteX204" fmla="*/ 6208017 w 7047465"/>
              <a:gd name="connsiteY204" fmla="*/ 480518 h 5940347"/>
              <a:gd name="connsiteX205" fmla="*/ 6185593 w 7047465"/>
              <a:gd name="connsiteY205" fmla="*/ 493204 h 5940347"/>
              <a:gd name="connsiteX206" fmla="*/ 6185593 w 7047465"/>
              <a:gd name="connsiteY206" fmla="*/ 482692 h 5940347"/>
              <a:gd name="connsiteX207" fmla="*/ 6167954 w 7047465"/>
              <a:gd name="connsiteY207" fmla="*/ 482692 h 5940347"/>
              <a:gd name="connsiteX208" fmla="*/ 6167954 w 7047465"/>
              <a:gd name="connsiteY208" fmla="*/ 561865 h 5940347"/>
              <a:gd name="connsiteX209" fmla="*/ 6185580 w 7047465"/>
              <a:gd name="connsiteY209" fmla="*/ 561865 h 5940347"/>
              <a:gd name="connsiteX210" fmla="*/ 6185580 w 7047465"/>
              <a:gd name="connsiteY210" fmla="*/ 514855 h 5940347"/>
              <a:gd name="connsiteX211" fmla="*/ 6200738 w 7047465"/>
              <a:gd name="connsiteY211" fmla="*/ 495992 h 5940347"/>
              <a:gd name="connsiteX212" fmla="*/ 6214975 w 7047465"/>
              <a:gd name="connsiteY212" fmla="*/ 513461 h 5940347"/>
              <a:gd name="connsiteX213" fmla="*/ 6214975 w 7047465"/>
              <a:gd name="connsiteY213" fmla="*/ 561865 h 5940347"/>
              <a:gd name="connsiteX214" fmla="*/ 6232602 w 7047465"/>
              <a:gd name="connsiteY214" fmla="*/ 561865 h 5940347"/>
              <a:gd name="connsiteX215" fmla="*/ 6232602 w 7047465"/>
              <a:gd name="connsiteY215" fmla="*/ 513154 h 5940347"/>
              <a:gd name="connsiteX216" fmla="*/ 6247760 w 7047465"/>
              <a:gd name="connsiteY216" fmla="*/ 495992 h 5940347"/>
              <a:gd name="connsiteX217" fmla="*/ 6261997 w 7047465"/>
              <a:gd name="connsiteY217" fmla="*/ 513461 h 5940347"/>
              <a:gd name="connsiteX218" fmla="*/ 6261997 w 7047465"/>
              <a:gd name="connsiteY218" fmla="*/ 561865 h 5940347"/>
              <a:gd name="connsiteX219" fmla="*/ 6279636 w 7047465"/>
              <a:gd name="connsiteY219" fmla="*/ 561865 h 5940347"/>
              <a:gd name="connsiteX220" fmla="*/ 6279636 w 7047465"/>
              <a:gd name="connsiteY220" fmla="*/ 510366 h 5940347"/>
              <a:gd name="connsiteX221" fmla="*/ 6253490 w 7047465"/>
              <a:gd name="connsiteY221" fmla="*/ 480518 h 5940347"/>
              <a:gd name="connsiteX222" fmla="*/ 6229673 w 7047465"/>
              <a:gd name="connsiteY222" fmla="*/ 494125 h 5940347"/>
              <a:gd name="connsiteX223" fmla="*/ 6208017 w 7047465"/>
              <a:gd name="connsiteY223" fmla="*/ 480518 h 5940347"/>
              <a:gd name="connsiteX224" fmla="*/ 5944575 w 7047465"/>
              <a:gd name="connsiteY224" fmla="*/ 471860 h 5940347"/>
              <a:gd name="connsiteX225" fmla="*/ 5974584 w 7047465"/>
              <a:gd name="connsiteY225" fmla="*/ 471860 h 5940347"/>
              <a:gd name="connsiteX226" fmla="*/ 5989742 w 7047465"/>
              <a:gd name="connsiteY226" fmla="*/ 484380 h 5940347"/>
              <a:gd name="connsiteX227" fmla="*/ 5974584 w 7047465"/>
              <a:gd name="connsiteY227" fmla="*/ 496912 h 5940347"/>
              <a:gd name="connsiteX228" fmla="*/ 5944575 w 7047465"/>
              <a:gd name="connsiteY228" fmla="*/ 496912 h 5940347"/>
              <a:gd name="connsiteX229" fmla="*/ 5679804 w 7047465"/>
              <a:gd name="connsiteY229" fmla="*/ 462793 h 5940347"/>
              <a:gd name="connsiteX230" fmla="*/ 5668112 w 7047465"/>
              <a:gd name="connsiteY230" fmla="*/ 494560 h 5940347"/>
              <a:gd name="connsiteX231" fmla="*/ 5678921 w 7047465"/>
              <a:gd name="connsiteY231" fmla="*/ 566534 h 5940347"/>
              <a:gd name="connsiteX232" fmla="*/ 5680699 w 7047465"/>
              <a:gd name="connsiteY232" fmla="*/ 566534 h 5940347"/>
              <a:gd name="connsiteX233" fmla="*/ 5691508 w 7047465"/>
              <a:gd name="connsiteY233" fmla="*/ 494560 h 5940347"/>
              <a:gd name="connsiteX234" fmla="*/ 5679804 w 7047465"/>
              <a:gd name="connsiteY234" fmla="*/ 462793 h 5940347"/>
              <a:gd name="connsiteX235" fmla="*/ 5924467 w 7047465"/>
              <a:gd name="connsiteY235" fmla="*/ 453623 h 5940347"/>
              <a:gd name="connsiteX236" fmla="*/ 5924467 w 7047465"/>
              <a:gd name="connsiteY236" fmla="*/ 561865 h 5940347"/>
              <a:gd name="connsiteX237" fmla="*/ 5977833 w 7047465"/>
              <a:gd name="connsiteY237" fmla="*/ 561865 h 5940347"/>
              <a:gd name="connsiteX238" fmla="*/ 6013406 w 7047465"/>
              <a:gd name="connsiteY238" fmla="*/ 531403 h 5940347"/>
              <a:gd name="connsiteX239" fmla="*/ 5994539 w 7047465"/>
              <a:gd name="connsiteY239" fmla="*/ 505583 h 5940347"/>
              <a:gd name="connsiteX240" fmla="*/ 6010784 w 7047465"/>
              <a:gd name="connsiteY240" fmla="*/ 481771 h 5940347"/>
              <a:gd name="connsiteX241" fmla="*/ 5977373 w 7047465"/>
              <a:gd name="connsiteY241" fmla="*/ 453623 h 5940347"/>
              <a:gd name="connsiteX242" fmla="*/ 6465855 w 7047465"/>
              <a:gd name="connsiteY242" fmla="*/ 450669 h 5940347"/>
              <a:gd name="connsiteX243" fmla="*/ 6454867 w 7047465"/>
              <a:gd name="connsiteY243" fmla="*/ 461654 h 5940347"/>
              <a:gd name="connsiteX244" fmla="*/ 6465855 w 7047465"/>
              <a:gd name="connsiteY244" fmla="*/ 472640 h 5940347"/>
              <a:gd name="connsiteX245" fmla="*/ 6476843 w 7047465"/>
              <a:gd name="connsiteY245" fmla="*/ 461654 h 5940347"/>
              <a:gd name="connsiteX246" fmla="*/ 6465855 w 7047465"/>
              <a:gd name="connsiteY246" fmla="*/ 450669 h 5940347"/>
              <a:gd name="connsiteX247" fmla="*/ 5818502 w 7047465"/>
              <a:gd name="connsiteY247" fmla="*/ 447345 h 5940347"/>
              <a:gd name="connsiteX248" fmla="*/ 5771327 w 7047465"/>
              <a:gd name="connsiteY248" fmla="*/ 475415 h 5940347"/>
              <a:gd name="connsiteX249" fmla="*/ 5694885 w 7047465"/>
              <a:gd name="connsiteY249" fmla="*/ 569475 h 5940347"/>
              <a:gd name="connsiteX250" fmla="*/ 5696343 w 7047465"/>
              <a:gd name="connsiteY250" fmla="*/ 570933 h 5940347"/>
              <a:gd name="connsiteX251" fmla="*/ 5790425 w 7047465"/>
              <a:gd name="connsiteY251" fmla="*/ 494509 h 5940347"/>
              <a:gd name="connsiteX252" fmla="*/ 5818502 w 7047465"/>
              <a:gd name="connsiteY252" fmla="*/ 447345 h 5940347"/>
              <a:gd name="connsiteX253" fmla="*/ 5539698 w 7047465"/>
              <a:gd name="connsiteY253" fmla="*/ 447281 h 5940347"/>
              <a:gd name="connsiteX254" fmla="*/ 5567775 w 7047465"/>
              <a:gd name="connsiteY254" fmla="*/ 494445 h 5940347"/>
              <a:gd name="connsiteX255" fmla="*/ 5661857 w 7047465"/>
              <a:gd name="connsiteY255" fmla="*/ 570869 h 5940347"/>
              <a:gd name="connsiteX256" fmla="*/ 5661857 w 7047465"/>
              <a:gd name="connsiteY256" fmla="*/ 570882 h 5940347"/>
              <a:gd name="connsiteX257" fmla="*/ 5663315 w 7047465"/>
              <a:gd name="connsiteY257" fmla="*/ 569424 h 5940347"/>
              <a:gd name="connsiteX258" fmla="*/ 5586873 w 7047465"/>
              <a:gd name="connsiteY258" fmla="*/ 475364 h 5940347"/>
              <a:gd name="connsiteX259" fmla="*/ 5539698 w 7047465"/>
              <a:gd name="connsiteY259" fmla="*/ 447281 h 5940347"/>
              <a:gd name="connsiteX260" fmla="*/ 0 w 7047465"/>
              <a:gd name="connsiteY260" fmla="*/ 0 h 5940347"/>
              <a:gd name="connsiteX261" fmla="*/ 7047465 w 7047465"/>
              <a:gd name="connsiteY261" fmla="*/ 0 h 5940347"/>
              <a:gd name="connsiteX262" fmla="*/ 7047465 w 7047465"/>
              <a:gd name="connsiteY262" fmla="*/ 4925436 h 5940347"/>
              <a:gd name="connsiteX263" fmla="*/ 1325965 w 7047465"/>
              <a:gd name="connsiteY263" fmla="*/ 5936138 h 5940347"/>
              <a:gd name="connsiteX264" fmla="*/ 1009499 w 7047465"/>
              <a:gd name="connsiteY264" fmla="*/ 5714695 h 59403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7047465" h="5940347">
                <a:moveTo>
                  <a:pt x="6297865" y="652255"/>
                </a:moveTo>
                <a:cubicBezTo>
                  <a:pt x="6311168" y="652255"/>
                  <a:pt x="6320915" y="662767"/>
                  <a:pt x="6320915" y="677001"/>
                </a:cubicBezTo>
                <a:cubicBezTo>
                  <a:pt x="6320915" y="691235"/>
                  <a:pt x="6311168" y="701747"/>
                  <a:pt x="6297865" y="701747"/>
                </a:cubicBezTo>
                <a:cubicBezTo>
                  <a:pt x="6284562" y="701747"/>
                  <a:pt x="6274814" y="691235"/>
                  <a:pt x="6274814" y="677001"/>
                </a:cubicBezTo>
                <a:cubicBezTo>
                  <a:pt x="6274814" y="662767"/>
                  <a:pt x="6284562" y="652255"/>
                  <a:pt x="6297865" y="652255"/>
                </a:cubicBezTo>
                <a:close/>
                <a:moveTo>
                  <a:pt x="6072657" y="652255"/>
                </a:moveTo>
                <a:cubicBezTo>
                  <a:pt x="6085960" y="652255"/>
                  <a:pt x="6095707" y="662767"/>
                  <a:pt x="6095707" y="677001"/>
                </a:cubicBezTo>
                <a:cubicBezTo>
                  <a:pt x="6095707" y="691235"/>
                  <a:pt x="6085960" y="701747"/>
                  <a:pt x="6072657" y="701747"/>
                </a:cubicBezTo>
                <a:cubicBezTo>
                  <a:pt x="6059354" y="701747"/>
                  <a:pt x="6049607" y="691235"/>
                  <a:pt x="6049607" y="677001"/>
                </a:cubicBezTo>
                <a:cubicBezTo>
                  <a:pt x="6049607" y="662767"/>
                  <a:pt x="6059354" y="652255"/>
                  <a:pt x="6072657" y="652255"/>
                </a:cubicBezTo>
                <a:close/>
                <a:moveTo>
                  <a:pt x="6387892" y="651334"/>
                </a:moveTo>
                <a:cubicBezTo>
                  <a:pt x="6397792" y="651334"/>
                  <a:pt x="6405838" y="657217"/>
                  <a:pt x="6408153" y="668497"/>
                </a:cubicBezTo>
                <a:lnTo>
                  <a:pt x="6367323" y="668497"/>
                </a:lnTo>
                <a:cubicBezTo>
                  <a:pt x="6369792" y="657831"/>
                  <a:pt x="6377377" y="651334"/>
                  <a:pt x="6387892" y="651334"/>
                </a:cubicBezTo>
                <a:close/>
                <a:moveTo>
                  <a:pt x="6475744" y="636014"/>
                </a:moveTo>
                <a:cubicBezTo>
                  <a:pt x="6464142" y="636014"/>
                  <a:pt x="6456569" y="642510"/>
                  <a:pt x="6454088" y="651782"/>
                </a:cubicBezTo>
                <a:lnTo>
                  <a:pt x="6454088" y="637395"/>
                </a:lnTo>
                <a:lnTo>
                  <a:pt x="6436461" y="637395"/>
                </a:lnTo>
                <a:lnTo>
                  <a:pt x="6436461" y="716569"/>
                </a:lnTo>
                <a:lnTo>
                  <a:pt x="6436461" y="716594"/>
                </a:lnTo>
                <a:lnTo>
                  <a:pt x="6454088" y="716594"/>
                </a:lnTo>
                <a:lnTo>
                  <a:pt x="6454088" y="673446"/>
                </a:lnTo>
                <a:cubicBezTo>
                  <a:pt x="6454088" y="660299"/>
                  <a:pt x="6459652" y="654263"/>
                  <a:pt x="6473582" y="654263"/>
                </a:cubicBezTo>
                <a:lnTo>
                  <a:pt x="6477445" y="654263"/>
                </a:lnTo>
                <a:lnTo>
                  <a:pt x="6477445" y="636014"/>
                </a:lnTo>
                <a:close/>
                <a:moveTo>
                  <a:pt x="6294309" y="635259"/>
                </a:moveTo>
                <a:cubicBezTo>
                  <a:pt x="6273586" y="635259"/>
                  <a:pt x="6256574" y="652728"/>
                  <a:pt x="6256574" y="677014"/>
                </a:cubicBezTo>
                <a:cubicBezTo>
                  <a:pt x="6256574" y="701299"/>
                  <a:pt x="6273586" y="718768"/>
                  <a:pt x="6294309" y="718768"/>
                </a:cubicBezTo>
                <a:cubicBezTo>
                  <a:pt x="6306525" y="718768"/>
                  <a:pt x="6315658" y="713512"/>
                  <a:pt x="6320915" y="703460"/>
                </a:cubicBezTo>
                <a:lnTo>
                  <a:pt x="6320915" y="716607"/>
                </a:lnTo>
                <a:lnTo>
                  <a:pt x="6338555" y="716607"/>
                </a:lnTo>
                <a:lnTo>
                  <a:pt x="6338555" y="637433"/>
                </a:lnTo>
                <a:lnTo>
                  <a:pt x="6320915" y="637433"/>
                </a:lnTo>
                <a:lnTo>
                  <a:pt x="6320915" y="650567"/>
                </a:lnTo>
                <a:cubicBezTo>
                  <a:pt x="6315658" y="640515"/>
                  <a:pt x="6306525" y="635259"/>
                  <a:pt x="6294309" y="635259"/>
                </a:cubicBezTo>
                <a:close/>
                <a:moveTo>
                  <a:pt x="6072657" y="635247"/>
                </a:moveTo>
                <a:cubicBezTo>
                  <a:pt x="6049146" y="635247"/>
                  <a:pt x="6031353" y="652716"/>
                  <a:pt x="6031353" y="677001"/>
                </a:cubicBezTo>
                <a:cubicBezTo>
                  <a:pt x="6031353" y="701286"/>
                  <a:pt x="6049146" y="718755"/>
                  <a:pt x="6072657" y="718755"/>
                </a:cubicBezTo>
                <a:cubicBezTo>
                  <a:pt x="6096168" y="718755"/>
                  <a:pt x="6113961" y="701286"/>
                  <a:pt x="6113961" y="677001"/>
                </a:cubicBezTo>
                <a:cubicBezTo>
                  <a:pt x="6113961" y="652716"/>
                  <a:pt x="6096168" y="635247"/>
                  <a:pt x="6072657" y="635247"/>
                </a:cubicBezTo>
                <a:close/>
                <a:moveTo>
                  <a:pt x="6387904" y="635234"/>
                </a:moveTo>
                <a:cubicBezTo>
                  <a:pt x="6364701" y="635234"/>
                  <a:pt x="6348775" y="652869"/>
                  <a:pt x="6348775" y="676988"/>
                </a:cubicBezTo>
                <a:lnTo>
                  <a:pt x="6348762" y="677001"/>
                </a:lnTo>
                <a:cubicBezTo>
                  <a:pt x="6348762" y="701120"/>
                  <a:pt x="6365928" y="718755"/>
                  <a:pt x="6389286" y="718755"/>
                </a:cubicBezTo>
                <a:cubicBezTo>
                  <a:pt x="6403676" y="718755"/>
                  <a:pt x="6417286" y="711645"/>
                  <a:pt x="6423785" y="700967"/>
                </a:cubicBezTo>
                <a:lnTo>
                  <a:pt x="6411722" y="690761"/>
                </a:lnTo>
                <a:cubicBezTo>
                  <a:pt x="6407232" y="698191"/>
                  <a:pt x="6398879" y="702667"/>
                  <a:pt x="6389299" y="702667"/>
                </a:cubicBezTo>
                <a:cubicBezTo>
                  <a:pt x="6377697" y="702667"/>
                  <a:pt x="6369037" y="694777"/>
                  <a:pt x="6366875" y="682717"/>
                </a:cubicBezTo>
                <a:lnTo>
                  <a:pt x="6426113" y="682717"/>
                </a:lnTo>
                <a:cubicBezTo>
                  <a:pt x="6426420" y="680710"/>
                  <a:pt x="6426573" y="678382"/>
                  <a:pt x="6426573" y="676221"/>
                </a:cubicBezTo>
                <a:cubicBezTo>
                  <a:pt x="6426573" y="653483"/>
                  <a:pt x="6411108" y="635234"/>
                  <a:pt x="6387904" y="635234"/>
                </a:cubicBezTo>
                <a:close/>
                <a:moveTo>
                  <a:pt x="6148754" y="614516"/>
                </a:moveTo>
                <a:lnTo>
                  <a:pt x="6131114" y="619926"/>
                </a:lnTo>
                <a:lnTo>
                  <a:pt x="6131114" y="637395"/>
                </a:lnTo>
                <a:lnTo>
                  <a:pt x="6115803" y="637395"/>
                </a:lnTo>
                <a:lnTo>
                  <a:pt x="6115803" y="652549"/>
                </a:lnTo>
                <a:lnTo>
                  <a:pt x="6131114" y="652549"/>
                </a:lnTo>
                <a:lnTo>
                  <a:pt x="6131114" y="691362"/>
                </a:lnTo>
                <a:cubicBezTo>
                  <a:pt x="6131114" y="708525"/>
                  <a:pt x="6140554" y="718269"/>
                  <a:pt x="6156633" y="718269"/>
                </a:cubicBezTo>
                <a:cubicBezTo>
                  <a:pt x="6161123" y="718269"/>
                  <a:pt x="6165140" y="717809"/>
                  <a:pt x="6168082" y="716875"/>
                </a:cubicBezTo>
                <a:lnTo>
                  <a:pt x="6168095" y="716901"/>
                </a:lnTo>
                <a:lnTo>
                  <a:pt x="6168095" y="702054"/>
                </a:lnTo>
                <a:cubicBezTo>
                  <a:pt x="6166086" y="702361"/>
                  <a:pt x="6163298" y="702514"/>
                  <a:pt x="6161443" y="702514"/>
                </a:cubicBezTo>
                <a:cubicBezTo>
                  <a:pt x="6152783" y="702514"/>
                  <a:pt x="6148754" y="698025"/>
                  <a:pt x="6148754" y="689674"/>
                </a:cubicBezTo>
                <a:lnTo>
                  <a:pt x="6148754" y="652562"/>
                </a:lnTo>
                <a:lnTo>
                  <a:pt x="6168095" y="652562"/>
                </a:lnTo>
                <a:lnTo>
                  <a:pt x="6168095" y="637408"/>
                </a:lnTo>
                <a:lnTo>
                  <a:pt x="6148754" y="637408"/>
                </a:lnTo>
                <a:close/>
                <a:moveTo>
                  <a:pt x="6179863" y="608340"/>
                </a:moveTo>
                <a:lnTo>
                  <a:pt x="6179863" y="716594"/>
                </a:lnTo>
                <a:lnTo>
                  <a:pt x="6197477" y="716594"/>
                </a:lnTo>
                <a:lnTo>
                  <a:pt x="6197477" y="669584"/>
                </a:lnTo>
                <a:cubicBezTo>
                  <a:pt x="6197477" y="657371"/>
                  <a:pt x="6203975" y="650721"/>
                  <a:pt x="6213875" y="650721"/>
                </a:cubicBezTo>
                <a:cubicBezTo>
                  <a:pt x="6223776" y="650721"/>
                  <a:pt x="6229340" y="657371"/>
                  <a:pt x="6229340" y="668190"/>
                </a:cubicBezTo>
                <a:lnTo>
                  <a:pt x="6229340" y="716594"/>
                </a:lnTo>
                <a:lnTo>
                  <a:pt x="6246980" y="716594"/>
                </a:lnTo>
                <a:lnTo>
                  <a:pt x="6246980" y="665095"/>
                </a:lnTo>
                <a:cubicBezTo>
                  <a:pt x="6246980" y="644684"/>
                  <a:pt x="6235992" y="635247"/>
                  <a:pt x="6221154" y="635247"/>
                </a:cubicBezTo>
                <a:cubicBezTo>
                  <a:pt x="6208938" y="635247"/>
                  <a:pt x="6200892" y="641283"/>
                  <a:pt x="6197490" y="647933"/>
                </a:cubicBezTo>
                <a:lnTo>
                  <a:pt x="6197490" y="608340"/>
                </a:lnTo>
                <a:close/>
                <a:moveTo>
                  <a:pt x="5972116" y="606485"/>
                </a:moveTo>
                <a:cubicBezTo>
                  <a:pt x="5941019" y="606485"/>
                  <a:pt x="5917662" y="629991"/>
                  <a:pt x="5917662" y="662627"/>
                </a:cubicBezTo>
                <a:cubicBezTo>
                  <a:pt x="5917662" y="695263"/>
                  <a:pt x="5941019" y="718768"/>
                  <a:pt x="5969788" y="718768"/>
                </a:cubicBezTo>
                <a:cubicBezTo>
                  <a:pt x="5983091" y="718768"/>
                  <a:pt x="5995614" y="712579"/>
                  <a:pt x="6002892" y="702680"/>
                </a:cubicBezTo>
                <a:lnTo>
                  <a:pt x="6002892" y="716594"/>
                </a:lnTo>
                <a:lnTo>
                  <a:pt x="6020839" y="716594"/>
                </a:lnTo>
                <a:lnTo>
                  <a:pt x="6020839" y="659685"/>
                </a:lnTo>
                <a:lnTo>
                  <a:pt x="5973970" y="659685"/>
                </a:lnTo>
                <a:lnTo>
                  <a:pt x="5973970" y="677321"/>
                </a:lnTo>
                <a:lnTo>
                  <a:pt x="6001344" y="677321"/>
                </a:lnTo>
                <a:cubicBezTo>
                  <a:pt x="5998709" y="690621"/>
                  <a:pt x="5986954" y="699905"/>
                  <a:pt x="5972103" y="699905"/>
                </a:cubicBezTo>
                <a:cubicBezTo>
                  <a:pt x="5952608" y="699905"/>
                  <a:pt x="5938691" y="684137"/>
                  <a:pt x="5938691" y="662639"/>
                </a:cubicBezTo>
                <a:cubicBezTo>
                  <a:pt x="5938691" y="641142"/>
                  <a:pt x="5952608" y="625374"/>
                  <a:pt x="5972103" y="625374"/>
                </a:cubicBezTo>
                <a:cubicBezTo>
                  <a:pt x="5986020" y="625374"/>
                  <a:pt x="5996074" y="632331"/>
                  <a:pt x="6001498" y="642229"/>
                </a:cubicBezTo>
                <a:lnTo>
                  <a:pt x="6018203" y="631090"/>
                </a:lnTo>
                <a:cubicBezTo>
                  <a:pt x="6010004" y="615629"/>
                  <a:pt x="5992684" y="606498"/>
                  <a:pt x="5972103" y="606498"/>
                </a:cubicBezTo>
                <a:close/>
                <a:moveTo>
                  <a:pt x="5696202" y="601536"/>
                </a:moveTo>
                <a:lnTo>
                  <a:pt x="5696210" y="601541"/>
                </a:lnTo>
                <a:lnTo>
                  <a:pt x="5694757" y="602994"/>
                </a:lnTo>
                <a:cubicBezTo>
                  <a:pt x="5712499" y="630630"/>
                  <a:pt x="5736010" y="661872"/>
                  <a:pt x="5771199" y="697053"/>
                </a:cubicBezTo>
                <a:cubicBezTo>
                  <a:pt x="5796821" y="722669"/>
                  <a:pt x="5810623" y="732887"/>
                  <a:pt x="5818374" y="725124"/>
                </a:cubicBezTo>
                <a:cubicBezTo>
                  <a:pt x="5826126" y="717374"/>
                  <a:pt x="5815906" y="703576"/>
                  <a:pt x="5790284" y="677960"/>
                </a:cubicBezTo>
                <a:cubicBezTo>
                  <a:pt x="5772689" y="660369"/>
                  <a:pt x="5756080" y="645695"/>
                  <a:pt x="5740413" y="633202"/>
                </a:cubicBezTo>
                <a:lnTo>
                  <a:pt x="5696210" y="601541"/>
                </a:lnTo>
                <a:lnTo>
                  <a:pt x="5696215" y="601536"/>
                </a:lnTo>
                <a:close/>
                <a:moveTo>
                  <a:pt x="5592015" y="588556"/>
                </a:moveTo>
                <a:cubicBezTo>
                  <a:pt x="5570014" y="588556"/>
                  <a:pt x="5559691" y="590755"/>
                  <a:pt x="5559691" y="600257"/>
                </a:cubicBezTo>
                <a:cubicBezTo>
                  <a:pt x="5559691" y="609759"/>
                  <a:pt x="5570001" y="611958"/>
                  <a:pt x="5592015" y="611958"/>
                </a:cubicBezTo>
                <a:cubicBezTo>
                  <a:pt x="5616959" y="611958"/>
                  <a:pt x="5637336" y="608723"/>
                  <a:pt x="5654656" y="604183"/>
                </a:cubicBezTo>
                <a:cubicBezTo>
                  <a:pt x="5628791" y="621793"/>
                  <a:pt x="5600061" y="646782"/>
                  <a:pt x="5567494" y="678996"/>
                </a:cubicBezTo>
                <a:cubicBezTo>
                  <a:pt x="5541936" y="704279"/>
                  <a:pt x="5531678" y="717822"/>
                  <a:pt x="5539097" y="725163"/>
                </a:cubicBezTo>
                <a:cubicBezTo>
                  <a:pt x="5546516" y="732503"/>
                  <a:pt x="5560203" y="722349"/>
                  <a:pt x="5585760" y="697066"/>
                </a:cubicBezTo>
                <a:cubicBezTo>
                  <a:pt x="5618328" y="664839"/>
                  <a:pt x="5643578" y="636423"/>
                  <a:pt x="5661371" y="610833"/>
                </a:cubicBezTo>
                <a:cubicBezTo>
                  <a:pt x="5656830" y="628149"/>
                  <a:pt x="5653581" y="648534"/>
                  <a:pt x="5653581" y="673510"/>
                </a:cubicBezTo>
                <a:cubicBezTo>
                  <a:pt x="5653581" y="695506"/>
                  <a:pt x="5655781" y="705814"/>
                  <a:pt x="5665285" y="705814"/>
                </a:cubicBezTo>
                <a:cubicBezTo>
                  <a:pt x="5674789" y="705814"/>
                  <a:pt x="5676990" y="695506"/>
                  <a:pt x="5676990" y="673510"/>
                </a:cubicBezTo>
                <a:cubicBezTo>
                  <a:pt x="5676990" y="643290"/>
                  <a:pt x="5672257" y="619772"/>
                  <a:pt x="5666181" y="600295"/>
                </a:cubicBezTo>
                <a:cubicBezTo>
                  <a:pt x="5666104" y="600027"/>
                  <a:pt x="5665963" y="599835"/>
                  <a:pt x="5665797" y="599707"/>
                </a:cubicBezTo>
                <a:lnTo>
                  <a:pt x="5665784" y="599694"/>
                </a:lnTo>
                <a:cubicBezTo>
                  <a:pt x="5665656" y="599554"/>
                  <a:pt x="5665477" y="599438"/>
                  <a:pt x="5665247" y="599362"/>
                </a:cubicBezTo>
                <a:cubicBezTo>
                  <a:pt x="5645753" y="593300"/>
                  <a:pt x="5622242" y="588556"/>
                  <a:pt x="5592015" y="588556"/>
                </a:cubicBezTo>
                <a:close/>
                <a:moveTo>
                  <a:pt x="5778874" y="575550"/>
                </a:moveTo>
                <a:cubicBezTo>
                  <a:pt x="5746013" y="575550"/>
                  <a:pt x="5720442" y="580294"/>
                  <a:pt x="5699260" y="586356"/>
                </a:cubicBezTo>
                <a:cubicBezTo>
                  <a:pt x="5698147" y="586676"/>
                  <a:pt x="5698147" y="587827"/>
                  <a:pt x="5699260" y="588146"/>
                </a:cubicBezTo>
                <a:cubicBezTo>
                  <a:pt x="5720442" y="594208"/>
                  <a:pt x="5746026" y="598940"/>
                  <a:pt x="5778874" y="598940"/>
                </a:cubicBezTo>
                <a:cubicBezTo>
                  <a:pt x="5802794" y="598940"/>
                  <a:pt x="5814013" y="596740"/>
                  <a:pt x="5814013" y="587251"/>
                </a:cubicBezTo>
                <a:cubicBezTo>
                  <a:pt x="5814013" y="577762"/>
                  <a:pt x="5802794" y="575550"/>
                  <a:pt x="5778874" y="575550"/>
                </a:cubicBezTo>
                <a:close/>
                <a:moveTo>
                  <a:pt x="5944575" y="515162"/>
                </a:moveTo>
                <a:lnTo>
                  <a:pt x="5975518" y="515162"/>
                </a:lnTo>
                <a:cubicBezTo>
                  <a:pt x="5986186" y="515162"/>
                  <a:pt x="5992377" y="520418"/>
                  <a:pt x="5992377" y="529395"/>
                </a:cubicBezTo>
                <a:cubicBezTo>
                  <a:pt x="5992377" y="538373"/>
                  <a:pt x="5986186" y="543629"/>
                  <a:pt x="5975518" y="543629"/>
                </a:cubicBezTo>
                <a:lnTo>
                  <a:pt x="5975518" y="543616"/>
                </a:lnTo>
                <a:lnTo>
                  <a:pt x="5944575" y="543616"/>
                </a:lnTo>
                <a:close/>
                <a:moveTo>
                  <a:pt x="6526180" y="497526"/>
                </a:moveTo>
                <a:cubicBezTo>
                  <a:pt x="6539483" y="497526"/>
                  <a:pt x="6549230" y="508038"/>
                  <a:pt x="6549230" y="522272"/>
                </a:cubicBezTo>
                <a:cubicBezTo>
                  <a:pt x="6549230" y="536506"/>
                  <a:pt x="6539483" y="547018"/>
                  <a:pt x="6526180" y="547018"/>
                </a:cubicBezTo>
                <a:cubicBezTo>
                  <a:pt x="6512877" y="547018"/>
                  <a:pt x="6503130" y="536506"/>
                  <a:pt x="6503130" y="522272"/>
                </a:cubicBezTo>
                <a:cubicBezTo>
                  <a:pt x="6503130" y="508038"/>
                  <a:pt x="6512877" y="497526"/>
                  <a:pt x="6526180" y="497526"/>
                </a:cubicBezTo>
                <a:close/>
                <a:moveTo>
                  <a:pt x="6063383" y="497526"/>
                </a:moveTo>
                <a:cubicBezTo>
                  <a:pt x="6076686" y="497526"/>
                  <a:pt x="6086433" y="508038"/>
                  <a:pt x="6086433" y="522272"/>
                </a:cubicBezTo>
                <a:cubicBezTo>
                  <a:pt x="6086433" y="536506"/>
                  <a:pt x="6076686" y="547018"/>
                  <a:pt x="6063383" y="547018"/>
                </a:cubicBezTo>
                <a:cubicBezTo>
                  <a:pt x="6050080" y="547018"/>
                  <a:pt x="6040333" y="536506"/>
                  <a:pt x="6040333" y="522272"/>
                </a:cubicBezTo>
                <a:cubicBezTo>
                  <a:pt x="6040333" y="508038"/>
                  <a:pt x="6050080" y="497526"/>
                  <a:pt x="6063383" y="497526"/>
                </a:cubicBezTo>
                <a:close/>
                <a:moveTo>
                  <a:pt x="6328346" y="496606"/>
                </a:moveTo>
                <a:cubicBezTo>
                  <a:pt x="6338247" y="496606"/>
                  <a:pt x="6346293" y="502488"/>
                  <a:pt x="6348608" y="513768"/>
                </a:cubicBezTo>
                <a:lnTo>
                  <a:pt x="6307778" y="513768"/>
                </a:lnTo>
                <a:cubicBezTo>
                  <a:pt x="6310246" y="503102"/>
                  <a:pt x="6317832" y="496606"/>
                  <a:pt x="6328346" y="496606"/>
                </a:cubicBezTo>
                <a:close/>
                <a:moveTo>
                  <a:pt x="6457042" y="482692"/>
                </a:moveTo>
                <a:lnTo>
                  <a:pt x="6457042" y="561865"/>
                </a:lnTo>
                <a:lnTo>
                  <a:pt x="6474681" y="561865"/>
                </a:lnTo>
                <a:lnTo>
                  <a:pt x="6474681" y="482692"/>
                </a:lnTo>
                <a:close/>
                <a:moveTo>
                  <a:pt x="6156966" y="481298"/>
                </a:moveTo>
                <a:cubicBezTo>
                  <a:pt x="6145364" y="481298"/>
                  <a:pt x="6137791" y="487794"/>
                  <a:pt x="6135310" y="497079"/>
                </a:cubicBezTo>
                <a:lnTo>
                  <a:pt x="6135310" y="482692"/>
                </a:lnTo>
                <a:lnTo>
                  <a:pt x="6117670" y="482692"/>
                </a:lnTo>
                <a:lnTo>
                  <a:pt x="6117670" y="561865"/>
                </a:lnTo>
                <a:lnTo>
                  <a:pt x="6135310" y="561865"/>
                </a:lnTo>
                <a:lnTo>
                  <a:pt x="6135310" y="518717"/>
                </a:lnTo>
                <a:cubicBezTo>
                  <a:pt x="6135310" y="505570"/>
                  <a:pt x="6140874" y="499547"/>
                  <a:pt x="6154804" y="499547"/>
                </a:cubicBezTo>
                <a:lnTo>
                  <a:pt x="6158667" y="499547"/>
                </a:lnTo>
                <a:lnTo>
                  <a:pt x="6158667" y="481298"/>
                </a:lnTo>
                <a:close/>
                <a:moveTo>
                  <a:pt x="6522624" y="480530"/>
                </a:moveTo>
                <a:cubicBezTo>
                  <a:pt x="6501902" y="480530"/>
                  <a:pt x="6484876" y="497999"/>
                  <a:pt x="6484876" y="522285"/>
                </a:cubicBezTo>
                <a:cubicBezTo>
                  <a:pt x="6484876" y="546570"/>
                  <a:pt x="6501889" y="564039"/>
                  <a:pt x="6522624" y="564039"/>
                </a:cubicBezTo>
                <a:cubicBezTo>
                  <a:pt x="6534840" y="564039"/>
                  <a:pt x="6543973" y="558783"/>
                  <a:pt x="6549230" y="548732"/>
                </a:cubicBezTo>
                <a:lnTo>
                  <a:pt x="6549230" y="561878"/>
                </a:lnTo>
                <a:lnTo>
                  <a:pt x="6566857" y="561878"/>
                </a:lnTo>
                <a:lnTo>
                  <a:pt x="6566857" y="482704"/>
                </a:lnTo>
                <a:lnTo>
                  <a:pt x="6549230" y="482704"/>
                </a:lnTo>
                <a:lnTo>
                  <a:pt x="6549230" y="495838"/>
                </a:lnTo>
                <a:cubicBezTo>
                  <a:pt x="6543973" y="485786"/>
                  <a:pt x="6534840" y="480530"/>
                  <a:pt x="6522624" y="480530"/>
                </a:cubicBezTo>
                <a:close/>
                <a:moveTo>
                  <a:pt x="6059814" y="480530"/>
                </a:moveTo>
                <a:cubicBezTo>
                  <a:pt x="6039092" y="480530"/>
                  <a:pt x="6022066" y="497999"/>
                  <a:pt x="6022066" y="522285"/>
                </a:cubicBezTo>
                <a:cubicBezTo>
                  <a:pt x="6022066" y="546570"/>
                  <a:pt x="6039079" y="564039"/>
                  <a:pt x="6059814" y="564039"/>
                </a:cubicBezTo>
                <a:cubicBezTo>
                  <a:pt x="6072030" y="564039"/>
                  <a:pt x="6081163" y="558783"/>
                  <a:pt x="6086420" y="548732"/>
                </a:cubicBezTo>
                <a:lnTo>
                  <a:pt x="6086420" y="561878"/>
                </a:lnTo>
                <a:lnTo>
                  <a:pt x="6104047" y="561878"/>
                </a:lnTo>
                <a:lnTo>
                  <a:pt x="6104047" y="482704"/>
                </a:lnTo>
                <a:lnTo>
                  <a:pt x="6086420" y="482704"/>
                </a:lnTo>
                <a:lnTo>
                  <a:pt x="6086420" y="495838"/>
                </a:lnTo>
                <a:cubicBezTo>
                  <a:pt x="6081163" y="485786"/>
                  <a:pt x="6072030" y="480530"/>
                  <a:pt x="6059814" y="480530"/>
                </a:cubicBezTo>
                <a:close/>
                <a:moveTo>
                  <a:pt x="6418220" y="480518"/>
                </a:moveTo>
                <a:cubicBezTo>
                  <a:pt x="6406004" y="480518"/>
                  <a:pt x="6397958" y="486554"/>
                  <a:pt x="6394555" y="493204"/>
                </a:cubicBezTo>
                <a:lnTo>
                  <a:pt x="6394555" y="482692"/>
                </a:lnTo>
                <a:lnTo>
                  <a:pt x="6376929" y="482692"/>
                </a:lnTo>
                <a:lnTo>
                  <a:pt x="6376929" y="561865"/>
                </a:lnTo>
                <a:lnTo>
                  <a:pt x="6394543" y="561865"/>
                </a:lnTo>
                <a:lnTo>
                  <a:pt x="6394543" y="514855"/>
                </a:lnTo>
                <a:cubicBezTo>
                  <a:pt x="6394543" y="502642"/>
                  <a:pt x="6401041" y="495992"/>
                  <a:pt x="6410941" y="495992"/>
                </a:cubicBezTo>
                <a:cubicBezTo>
                  <a:pt x="6420842" y="495992"/>
                  <a:pt x="6426406" y="502642"/>
                  <a:pt x="6426406" y="513461"/>
                </a:cubicBezTo>
                <a:lnTo>
                  <a:pt x="6426406" y="561865"/>
                </a:lnTo>
                <a:lnTo>
                  <a:pt x="6444046" y="561865"/>
                </a:lnTo>
                <a:lnTo>
                  <a:pt x="6444046" y="510366"/>
                </a:lnTo>
                <a:cubicBezTo>
                  <a:pt x="6444046" y="489955"/>
                  <a:pt x="6433058" y="480518"/>
                  <a:pt x="6418220" y="480518"/>
                </a:cubicBezTo>
                <a:close/>
                <a:moveTo>
                  <a:pt x="6328359" y="480518"/>
                </a:moveTo>
                <a:cubicBezTo>
                  <a:pt x="6305155" y="480518"/>
                  <a:pt x="6289217" y="498140"/>
                  <a:pt x="6289217" y="522272"/>
                </a:cubicBezTo>
                <a:cubicBezTo>
                  <a:pt x="6289217" y="546391"/>
                  <a:pt x="6306383" y="564026"/>
                  <a:pt x="6329741" y="564026"/>
                </a:cubicBezTo>
                <a:cubicBezTo>
                  <a:pt x="6344131" y="564026"/>
                  <a:pt x="6357741" y="556916"/>
                  <a:pt x="6364240" y="546238"/>
                </a:cubicBezTo>
                <a:lnTo>
                  <a:pt x="6352177" y="536032"/>
                </a:lnTo>
                <a:cubicBezTo>
                  <a:pt x="6347687" y="543450"/>
                  <a:pt x="6339334" y="547939"/>
                  <a:pt x="6329754" y="547939"/>
                </a:cubicBezTo>
                <a:cubicBezTo>
                  <a:pt x="6318152" y="547939"/>
                  <a:pt x="6309492" y="540048"/>
                  <a:pt x="6307330" y="527988"/>
                </a:cubicBezTo>
                <a:lnTo>
                  <a:pt x="6366567" y="527988"/>
                </a:lnTo>
                <a:cubicBezTo>
                  <a:pt x="6366875" y="525981"/>
                  <a:pt x="6367028" y="523653"/>
                  <a:pt x="6367028" y="521492"/>
                </a:cubicBezTo>
                <a:cubicBezTo>
                  <a:pt x="6367028" y="498754"/>
                  <a:pt x="6351563" y="480518"/>
                  <a:pt x="6328359" y="480518"/>
                </a:cubicBezTo>
                <a:close/>
                <a:moveTo>
                  <a:pt x="6208017" y="480518"/>
                </a:moveTo>
                <a:cubicBezTo>
                  <a:pt x="6196568" y="480518"/>
                  <a:pt x="6188996" y="486554"/>
                  <a:pt x="6185593" y="493204"/>
                </a:cubicBezTo>
                <a:lnTo>
                  <a:pt x="6185593" y="482692"/>
                </a:lnTo>
                <a:lnTo>
                  <a:pt x="6167954" y="482692"/>
                </a:lnTo>
                <a:lnTo>
                  <a:pt x="6167954" y="561865"/>
                </a:lnTo>
                <a:lnTo>
                  <a:pt x="6185580" y="561865"/>
                </a:lnTo>
                <a:lnTo>
                  <a:pt x="6185580" y="514855"/>
                </a:lnTo>
                <a:cubicBezTo>
                  <a:pt x="6185580" y="502642"/>
                  <a:pt x="6191618" y="495992"/>
                  <a:pt x="6200738" y="495992"/>
                </a:cubicBezTo>
                <a:cubicBezTo>
                  <a:pt x="6209859" y="495992"/>
                  <a:pt x="6214975" y="502642"/>
                  <a:pt x="6214975" y="513461"/>
                </a:cubicBezTo>
                <a:lnTo>
                  <a:pt x="6214975" y="561865"/>
                </a:lnTo>
                <a:lnTo>
                  <a:pt x="6232602" y="561865"/>
                </a:lnTo>
                <a:lnTo>
                  <a:pt x="6232602" y="513154"/>
                </a:lnTo>
                <a:cubicBezTo>
                  <a:pt x="6232602" y="502642"/>
                  <a:pt x="6238640" y="495992"/>
                  <a:pt x="6247760" y="495992"/>
                </a:cubicBezTo>
                <a:cubicBezTo>
                  <a:pt x="6256880" y="495992"/>
                  <a:pt x="6261997" y="502642"/>
                  <a:pt x="6261997" y="513461"/>
                </a:cubicBezTo>
                <a:lnTo>
                  <a:pt x="6261997" y="561865"/>
                </a:lnTo>
                <a:lnTo>
                  <a:pt x="6279636" y="561865"/>
                </a:lnTo>
                <a:lnTo>
                  <a:pt x="6279636" y="510366"/>
                </a:lnTo>
                <a:cubicBezTo>
                  <a:pt x="6279636" y="489955"/>
                  <a:pt x="6269122" y="480518"/>
                  <a:pt x="6253490" y="480518"/>
                </a:cubicBezTo>
                <a:cubicBezTo>
                  <a:pt x="6242976" y="480518"/>
                  <a:pt x="6234776" y="485160"/>
                  <a:pt x="6229673" y="494125"/>
                </a:cubicBezTo>
                <a:cubicBezTo>
                  <a:pt x="6225503" y="484840"/>
                  <a:pt x="6217610" y="480518"/>
                  <a:pt x="6208017" y="480518"/>
                </a:cubicBezTo>
                <a:close/>
                <a:moveTo>
                  <a:pt x="5944575" y="471860"/>
                </a:moveTo>
                <a:lnTo>
                  <a:pt x="5974584" y="471860"/>
                </a:lnTo>
                <a:cubicBezTo>
                  <a:pt x="5984178" y="471860"/>
                  <a:pt x="5989742" y="476502"/>
                  <a:pt x="5989742" y="484380"/>
                </a:cubicBezTo>
                <a:cubicBezTo>
                  <a:pt x="5989742" y="492257"/>
                  <a:pt x="5984178" y="496912"/>
                  <a:pt x="5974584" y="496912"/>
                </a:cubicBezTo>
                <a:lnTo>
                  <a:pt x="5944575" y="496912"/>
                </a:lnTo>
                <a:close/>
                <a:moveTo>
                  <a:pt x="5679804" y="462793"/>
                </a:moveTo>
                <a:cubicBezTo>
                  <a:pt x="5670312" y="462793"/>
                  <a:pt x="5668112" y="472934"/>
                  <a:pt x="5668112" y="494560"/>
                </a:cubicBezTo>
                <a:cubicBezTo>
                  <a:pt x="5668112" y="524268"/>
                  <a:pt x="5672845" y="547389"/>
                  <a:pt x="5678921" y="566534"/>
                </a:cubicBezTo>
                <a:cubicBezTo>
                  <a:pt x="5679241" y="567544"/>
                  <a:pt x="5680379" y="567544"/>
                  <a:pt x="5680699" y="566534"/>
                </a:cubicBezTo>
                <a:cubicBezTo>
                  <a:pt x="5686762" y="547377"/>
                  <a:pt x="5691508" y="524268"/>
                  <a:pt x="5691508" y="494560"/>
                </a:cubicBezTo>
                <a:cubicBezTo>
                  <a:pt x="5691508" y="472934"/>
                  <a:pt x="5689308" y="462793"/>
                  <a:pt x="5679804" y="462793"/>
                </a:cubicBezTo>
                <a:close/>
                <a:moveTo>
                  <a:pt x="5924467" y="453623"/>
                </a:moveTo>
                <a:lnTo>
                  <a:pt x="5924467" y="561865"/>
                </a:lnTo>
                <a:lnTo>
                  <a:pt x="5977833" y="561865"/>
                </a:lnTo>
                <a:cubicBezTo>
                  <a:pt x="6000257" y="561865"/>
                  <a:pt x="6013406" y="550573"/>
                  <a:pt x="6013406" y="531403"/>
                </a:cubicBezTo>
                <a:cubicBezTo>
                  <a:pt x="6013406" y="518256"/>
                  <a:pt x="6006141" y="509445"/>
                  <a:pt x="5994539" y="505583"/>
                </a:cubicBezTo>
                <a:cubicBezTo>
                  <a:pt x="6004593" y="501721"/>
                  <a:pt x="6010784" y="492743"/>
                  <a:pt x="6010784" y="481771"/>
                </a:cubicBezTo>
                <a:cubicBezTo>
                  <a:pt x="6010784" y="464135"/>
                  <a:pt x="5998415" y="453623"/>
                  <a:pt x="5977373" y="453623"/>
                </a:cubicBezTo>
                <a:close/>
                <a:moveTo>
                  <a:pt x="6465855" y="450669"/>
                </a:moveTo>
                <a:cubicBezTo>
                  <a:pt x="6459818" y="450669"/>
                  <a:pt x="6454867" y="455618"/>
                  <a:pt x="6454867" y="461654"/>
                </a:cubicBezTo>
                <a:cubicBezTo>
                  <a:pt x="6454867" y="467691"/>
                  <a:pt x="6459818" y="472640"/>
                  <a:pt x="6465855" y="472640"/>
                </a:cubicBezTo>
                <a:cubicBezTo>
                  <a:pt x="6471893" y="472640"/>
                  <a:pt x="6476843" y="467691"/>
                  <a:pt x="6476843" y="461654"/>
                </a:cubicBezTo>
                <a:cubicBezTo>
                  <a:pt x="6476843" y="455618"/>
                  <a:pt x="6471893" y="450669"/>
                  <a:pt x="6465855" y="450669"/>
                </a:cubicBezTo>
                <a:close/>
                <a:moveTo>
                  <a:pt x="5818502" y="447345"/>
                </a:moveTo>
                <a:cubicBezTo>
                  <a:pt x="5810751" y="439595"/>
                  <a:pt x="5796949" y="449813"/>
                  <a:pt x="5771327" y="475415"/>
                </a:cubicBezTo>
                <a:cubicBezTo>
                  <a:pt x="5736138" y="510597"/>
                  <a:pt x="5712614" y="541839"/>
                  <a:pt x="5694885" y="569475"/>
                </a:cubicBezTo>
                <a:cubicBezTo>
                  <a:pt x="5693951" y="570933"/>
                  <a:pt x="5694885" y="571867"/>
                  <a:pt x="5696343" y="570933"/>
                </a:cubicBezTo>
                <a:cubicBezTo>
                  <a:pt x="5723986" y="553195"/>
                  <a:pt x="5755235" y="529690"/>
                  <a:pt x="5790425" y="494509"/>
                </a:cubicBezTo>
                <a:cubicBezTo>
                  <a:pt x="5816046" y="468893"/>
                  <a:pt x="5826267" y="455094"/>
                  <a:pt x="5818502" y="447345"/>
                </a:cubicBezTo>
                <a:close/>
                <a:moveTo>
                  <a:pt x="5539698" y="447281"/>
                </a:moveTo>
                <a:cubicBezTo>
                  <a:pt x="5531946" y="455031"/>
                  <a:pt x="5542167" y="468829"/>
                  <a:pt x="5567775" y="494445"/>
                </a:cubicBezTo>
                <a:cubicBezTo>
                  <a:pt x="5602965" y="529626"/>
                  <a:pt x="5634215" y="553144"/>
                  <a:pt x="5661857" y="570869"/>
                </a:cubicBezTo>
                <a:lnTo>
                  <a:pt x="5661857" y="570882"/>
                </a:lnTo>
                <a:cubicBezTo>
                  <a:pt x="5663315" y="571815"/>
                  <a:pt x="5664249" y="570882"/>
                  <a:pt x="5663315" y="569424"/>
                </a:cubicBezTo>
                <a:cubicBezTo>
                  <a:pt x="5645573" y="541788"/>
                  <a:pt x="5622063" y="510546"/>
                  <a:pt x="5586873" y="475364"/>
                </a:cubicBezTo>
                <a:cubicBezTo>
                  <a:pt x="5561264" y="449749"/>
                  <a:pt x="5547450" y="439531"/>
                  <a:pt x="5539698" y="447281"/>
                </a:cubicBezTo>
                <a:close/>
                <a:moveTo>
                  <a:pt x="0" y="0"/>
                </a:moveTo>
                <a:lnTo>
                  <a:pt x="7047465" y="0"/>
                </a:lnTo>
                <a:lnTo>
                  <a:pt x="7047465" y="4925436"/>
                </a:lnTo>
                <a:lnTo>
                  <a:pt x="1325965" y="5936138"/>
                </a:lnTo>
                <a:cubicBezTo>
                  <a:pt x="1177425" y="5962377"/>
                  <a:pt x="1035739" y="5863234"/>
                  <a:pt x="1009499" y="5714695"/>
                </a:cubicBez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12" name="Textplatzhalter 10">
            <a:extLst>
              <a:ext uri="{FF2B5EF4-FFF2-40B4-BE49-F238E27FC236}">
                <a16:creationId xmlns:a16="http://schemas.microsoft.com/office/drawing/2014/main" id="{3A4B66C8-E9DA-F2F0-71F7-900E608AC6A2}"/>
              </a:ext>
            </a:extLst>
          </p:cNvPr>
          <p:cNvSpPr>
            <a:spLocks noGrp="1"/>
          </p:cNvSpPr>
          <p:nvPr>
            <p:ph type="body" sz="quarter" idx="13" hasCustomPrompt="1"/>
          </p:nvPr>
        </p:nvSpPr>
        <p:spPr>
          <a:xfrm>
            <a:off x="479425" y="6054737"/>
            <a:ext cx="11233150" cy="261284"/>
          </a:xfrm>
        </p:spPr>
        <p:txBody>
          <a:bodyPr>
            <a:noAutofit/>
          </a:bodyPr>
          <a:lstStyle>
            <a:lvl1pPr>
              <a:defRPr sz="800">
                <a:solidFill>
                  <a:schemeClr val="tx1">
                    <a:alpha val="50000"/>
                  </a:schemeClr>
                </a:solidFill>
              </a:defRPr>
            </a:lvl1pPr>
          </a:lstStyle>
          <a:p>
            <a:pPr lvl="0"/>
            <a:r>
              <a:rPr lang="de-DE" dirty="0"/>
              <a:t>Quelle:</a:t>
            </a:r>
          </a:p>
        </p:txBody>
      </p:sp>
    </p:spTree>
    <p:extLst>
      <p:ext uri="{BB962C8B-B14F-4D97-AF65-F5344CB8AC3E}">
        <p14:creationId xmlns:p14="http://schemas.microsoft.com/office/powerpoint/2010/main" val="354263576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Zitat blau">
    <p:bg>
      <p:bgPr>
        <a:solidFill>
          <a:schemeClr val="tx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E508604-512E-A2EC-5D3F-43E20948B546}"/>
              </a:ext>
            </a:extLst>
          </p:cNvPr>
          <p:cNvSpPr/>
          <p:nvPr userDrawn="1"/>
        </p:nvSpPr>
        <p:spPr>
          <a:xfrm>
            <a:off x="10244031" y="0"/>
            <a:ext cx="1947970" cy="1376363"/>
          </a:xfrm>
          <a:prstGeom prst="rect">
            <a:avLst/>
          </a:prstGeom>
          <a:solidFill>
            <a:schemeClr val="bg1"/>
          </a:solidFill>
        </p:spPr>
        <p:txBody>
          <a:bodyPr vert="horz" lIns="251999" tIns="251999" rIns="251999" bIns="251999" rtlCol="0" anchor="ctr">
            <a:noAutofit/>
          </a:bodyPr>
          <a:lstStyle/>
          <a:p>
            <a:pPr algn="l"/>
            <a:endParaRPr lang="de-DE" sz="1400" dirty="0" err="1">
              <a:solidFill>
                <a:schemeClr val="bg1"/>
              </a:solidFill>
              <a:latin typeface="BarmeniaGothaer Offc" panose="020B0503020204020204" pitchFamily="34" charset="0"/>
            </a:endParaRPr>
          </a:p>
        </p:txBody>
      </p:sp>
      <p:sp>
        <p:nvSpPr>
          <p:cNvPr id="3" name="Datumsplatzhalter 2">
            <a:extLst>
              <a:ext uri="{FF2B5EF4-FFF2-40B4-BE49-F238E27FC236}">
                <a16:creationId xmlns:a16="http://schemas.microsoft.com/office/drawing/2014/main" id="{DF01948D-EE55-A777-DF7E-0C28A848F254}"/>
              </a:ext>
            </a:extLst>
          </p:cNvPr>
          <p:cNvSpPr>
            <a:spLocks noGrp="1"/>
          </p:cNvSpPr>
          <p:nvPr>
            <p:ph type="dt" sz="half" idx="10"/>
          </p:nvPr>
        </p:nvSpPr>
        <p:spPr/>
        <p:txBody>
          <a:bodyPr/>
          <a:lstStyle>
            <a:lvl1pPr>
              <a:defRPr>
                <a:solidFill>
                  <a:schemeClr val="bg1"/>
                </a:solidFill>
              </a:defRPr>
            </a:lvl1pPr>
          </a:lstStyle>
          <a:p>
            <a:fld id="{2DE66CE5-6E4E-254F-BACD-C75F7D6843BB}" type="datetime1">
              <a:t>22.06.2026</a:t>
            </a:fld>
            <a:endParaRPr lang="de-DE" dirty="0"/>
          </a:p>
        </p:txBody>
      </p:sp>
      <p:sp>
        <p:nvSpPr>
          <p:cNvPr id="4" name="Fußzeilenplatzhalter 3">
            <a:extLst>
              <a:ext uri="{FF2B5EF4-FFF2-40B4-BE49-F238E27FC236}">
                <a16:creationId xmlns:a16="http://schemas.microsoft.com/office/drawing/2014/main" id="{C3FD7DB9-9267-EDBC-EB1C-5F7A525B2CB2}"/>
              </a:ext>
            </a:extLst>
          </p:cNvPr>
          <p:cNvSpPr>
            <a:spLocks noGrp="1"/>
          </p:cNvSpPr>
          <p:nvPr>
            <p:ph type="ftr" sz="quarter" idx="11"/>
          </p:nvPr>
        </p:nvSpPr>
        <p:spPr/>
        <p:txBody>
          <a:bodyPr/>
          <a:lstStyle>
            <a:lvl1pPr>
              <a:defRPr>
                <a:solidFill>
                  <a:schemeClr val="bg1"/>
                </a:solidFill>
              </a:defRPr>
            </a:lvl1pPr>
          </a:lstStyle>
          <a:p>
            <a:r>
              <a:rPr lang="de-DE" dirty="0"/>
              <a:t>Titel der Präsentation</a:t>
            </a:r>
          </a:p>
        </p:txBody>
      </p:sp>
      <p:sp>
        <p:nvSpPr>
          <p:cNvPr id="5" name="Foliennummernplatzhalter 4">
            <a:extLst>
              <a:ext uri="{FF2B5EF4-FFF2-40B4-BE49-F238E27FC236}">
                <a16:creationId xmlns:a16="http://schemas.microsoft.com/office/drawing/2014/main" id="{DFD207B8-0A3D-ECE3-7B59-A62186799CD0}"/>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dirty="0"/>
          </a:p>
        </p:txBody>
      </p:sp>
      <p:sp>
        <p:nvSpPr>
          <p:cNvPr id="7" name="Textfeld 6">
            <a:extLst>
              <a:ext uri="{FF2B5EF4-FFF2-40B4-BE49-F238E27FC236}">
                <a16:creationId xmlns:a16="http://schemas.microsoft.com/office/drawing/2014/main" id="{43652864-A7F6-3A7E-5C2E-CAE4529350E2}"/>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8" name="Textfeld 7">
            <a:extLst>
              <a:ext uri="{FF2B5EF4-FFF2-40B4-BE49-F238E27FC236}">
                <a16:creationId xmlns:a16="http://schemas.microsoft.com/office/drawing/2014/main" id="{B9F15C8C-0F79-3FB9-1CF1-70496DFF955A}"/>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sp>
        <p:nvSpPr>
          <p:cNvPr id="6" name="Textfeld 5">
            <a:extLst>
              <a:ext uri="{FF2B5EF4-FFF2-40B4-BE49-F238E27FC236}">
                <a16:creationId xmlns:a16="http://schemas.microsoft.com/office/drawing/2014/main" id="{E513AF55-06C4-E714-A433-F93F7EFF65F0}"/>
              </a:ext>
            </a:extLst>
          </p:cNvPr>
          <p:cNvSpPr txBox="1"/>
          <p:nvPr userDrawn="1"/>
        </p:nvSpPr>
        <p:spPr>
          <a:xfrm>
            <a:off x="294886" y="-328141"/>
            <a:ext cx="1108842" cy="2646878"/>
          </a:xfrm>
          <a:prstGeom prst="rect">
            <a:avLst/>
          </a:prstGeom>
          <a:noFill/>
        </p:spPr>
        <p:txBody>
          <a:bodyPr wrap="square">
            <a:spAutoFit/>
          </a:bodyPr>
          <a:lstStyle/>
          <a:p>
            <a:r>
              <a:rPr kumimoji="0" lang="de-DE" sz="16600" b="0" i="0" u="none" strike="noStrike" kern="1200" cap="none" spc="0" normalizeH="0" baseline="0" noProof="0" dirty="0">
                <a:ln w="12700">
                  <a:solidFill>
                    <a:schemeClr val="accent2"/>
                  </a:solidFill>
                </a:ln>
                <a:noFill/>
                <a:effectLst/>
                <a:uLnTx/>
                <a:uFillTx/>
                <a:latin typeface="BarmeniaGothaer Offc Medium" panose="020B0603020204020204" pitchFamily="34" charset="0"/>
                <a:ea typeface="+mj-ea"/>
                <a:cs typeface="+mj-cs"/>
              </a:rPr>
              <a:t>„</a:t>
            </a:r>
            <a:endParaRPr lang="de-DE" sz="8000" dirty="0">
              <a:ln w="12700">
                <a:solidFill>
                  <a:schemeClr val="accent2"/>
                </a:solidFill>
              </a:ln>
              <a:noFill/>
            </a:endParaRPr>
          </a:p>
        </p:txBody>
      </p:sp>
      <p:sp>
        <p:nvSpPr>
          <p:cNvPr id="9" name="Textplatzhalter 9">
            <a:extLst>
              <a:ext uri="{FF2B5EF4-FFF2-40B4-BE49-F238E27FC236}">
                <a16:creationId xmlns:a16="http://schemas.microsoft.com/office/drawing/2014/main" id="{E2063DC4-92BC-157F-46C4-B4DE6099FCEE}"/>
              </a:ext>
            </a:extLst>
          </p:cNvPr>
          <p:cNvSpPr>
            <a:spLocks noGrp="1"/>
          </p:cNvSpPr>
          <p:nvPr>
            <p:ph type="body" sz="quarter" idx="21" hasCustomPrompt="1"/>
          </p:nvPr>
        </p:nvSpPr>
        <p:spPr>
          <a:xfrm>
            <a:off x="479425" y="2569034"/>
            <a:ext cx="4763135" cy="802399"/>
          </a:xfrm>
        </p:spPr>
        <p:txBody>
          <a:bodyPr>
            <a:spAutoFit/>
          </a:bodyPr>
          <a:lstStyle>
            <a:lvl1pPr algn="l">
              <a:lnSpc>
                <a:spcPct val="90000"/>
              </a:lnSpc>
              <a:defRPr sz="3200">
                <a:solidFill>
                  <a:schemeClr val="bg1"/>
                </a:solidFill>
                <a:latin typeface="+mj-lt"/>
              </a:defRPr>
            </a:lvl1pPr>
            <a:lvl2pPr marL="171450" indent="-171450" algn="l">
              <a:buFont typeface="Symbol" pitchFamily="2" charset="2"/>
              <a:buChar char="-"/>
              <a:defRPr>
                <a:solidFill>
                  <a:schemeClr val="bg1"/>
                </a:solidFill>
                <a:latin typeface="+mn-lt"/>
              </a:defRPr>
            </a:lvl2pPr>
            <a:lvl3pPr algn="r">
              <a:defRPr>
                <a:solidFill>
                  <a:schemeClr val="bg1"/>
                </a:solidFill>
              </a:defRPr>
            </a:lvl3pPr>
            <a:lvl4pPr algn="r">
              <a:defRPr>
                <a:solidFill>
                  <a:schemeClr val="bg1"/>
                </a:solidFill>
              </a:defRPr>
            </a:lvl4pPr>
            <a:lvl5pPr algn="r">
              <a:defRPr>
                <a:solidFill>
                  <a:schemeClr val="bg1"/>
                </a:solidFill>
              </a:defRPr>
            </a:lvl5pPr>
          </a:lstStyle>
          <a:p>
            <a:pPr lvl="0"/>
            <a:r>
              <a:rPr lang="de-DE" dirty="0"/>
              <a:t>Zitatformat</a:t>
            </a:r>
          </a:p>
          <a:p>
            <a:pPr lvl="1"/>
            <a:r>
              <a:rPr lang="de-DE" dirty="0"/>
              <a:t>Zitatgeber</a:t>
            </a:r>
          </a:p>
        </p:txBody>
      </p:sp>
      <p:sp>
        <p:nvSpPr>
          <p:cNvPr id="2" name="Freihandform 1">
            <a:extLst>
              <a:ext uri="{FF2B5EF4-FFF2-40B4-BE49-F238E27FC236}">
                <a16:creationId xmlns:a16="http://schemas.microsoft.com/office/drawing/2014/main" id="{F6769A0B-C812-B276-421A-46FA0A9072A1}"/>
              </a:ext>
            </a:extLst>
          </p:cNvPr>
          <p:cNvSpPr/>
          <p:nvPr userDrawn="1"/>
        </p:nvSpPr>
        <p:spPr>
          <a:xfrm rot="21421220">
            <a:off x="6021668" y="-168105"/>
            <a:ext cx="6312646" cy="5968515"/>
          </a:xfrm>
          <a:custGeom>
            <a:avLst/>
            <a:gdLst>
              <a:gd name="connsiteX0" fmla="*/ 5530154 w 6312646"/>
              <a:gd name="connsiteY0" fmla="*/ 940994 h 5968515"/>
              <a:gd name="connsiteX1" fmla="*/ 5551887 w 6312646"/>
              <a:gd name="connsiteY1" fmla="*/ 966905 h 5968515"/>
              <a:gd name="connsiteX2" fmla="*/ 5527582 w 6312646"/>
              <a:gd name="connsiteY2" fmla="*/ 990419 h 5968515"/>
              <a:gd name="connsiteX3" fmla="*/ 5505848 w 6312646"/>
              <a:gd name="connsiteY3" fmla="*/ 964508 h 5968515"/>
              <a:gd name="connsiteX4" fmla="*/ 5530154 w 6312646"/>
              <a:gd name="connsiteY4" fmla="*/ 940994 h 5968515"/>
              <a:gd name="connsiteX5" fmla="*/ 5305251 w 6312646"/>
              <a:gd name="connsiteY5" fmla="*/ 929288 h 5968515"/>
              <a:gd name="connsiteX6" fmla="*/ 5326983 w 6312646"/>
              <a:gd name="connsiteY6" fmla="*/ 955198 h 5968515"/>
              <a:gd name="connsiteX7" fmla="*/ 5302678 w 6312646"/>
              <a:gd name="connsiteY7" fmla="*/ 978712 h 5968515"/>
              <a:gd name="connsiteX8" fmla="*/ 5280946 w 6312646"/>
              <a:gd name="connsiteY8" fmla="*/ 952802 h 5968515"/>
              <a:gd name="connsiteX9" fmla="*/ 5305251 w 6312646"/>
              <a:gd name="connsiteY9" fmla="*/ 929288 h 5968515"/>
              <a:gd name="connsiteX10" fmla="*/ 5620107 w 6312646"/>
              <a:gd name="connsiteY10" fmla="*/ 944754 h 5968515"/>
              <a:gd name="connsiteX11" fmla="*/ 5639449 w 6312646"/>
              <a:gd name="connsiteY11" fmla="*/ 962947 h 5968515"/>
              <a:gd name="connsiteX12" fmla="*/ 5598674 w 6312646"/>
              <a:gd name="connsiteY12" fmla="*/ 960824 h 5968515"/>
              <a:gd name="connsiteX13" fmla="*/ 5620107 w 6312646"/>
              <a:gd name="connsiteY13" fmla="*/ 944754 h 5968515"/>
              <a:gd name="connsiteX14" fmla="*/ 5708637 w 6312646"/>
              <a:gd name="connsiteY14" fmla="*/ 934021 h 5968515"/>
              <a:gd name="connsiteX15" fmla="*/ 5686191 w 6312646"/>
              <a:gd name="connsiteY15" fmla="*/ 948643 h 5968515"/>
              <a:gd name="connsiteX16" fmla="*/ 5686939 w 6312646"/>
              <a:gd name="connsiteY16" fmla="*/ 934275 h 5968515"/>
              <a:gd name="connsiteX17" fmla="*/ 5669335 w 6312646"/>
              <a:gd name="connsiteY17" fmla="*/ 933359 h 5968515"/>
              <a:gd name="connsiteX18" fmla="*/ 5665220 w 6312646"/>
              <a:gd name="connsiteY18" fmla="*/ 1012425 h 5968515"/>
              <a:gd name="connsiteX19" fmla="*/ 5665219 w 6312646"/>
              <a:gd name="connsiteY19" fmla="*/ 1012451 h 5968515"/>
              <a:gd name="connsiteX20" fmla="*/ 5682822 w 6312646"/>
              <a:gd name="connsiteY20" fmla="*/ 1013367 h 5968515"/>
              <a:gd name="connsiteX21" fmla="*/ 5685065 w 6312646"/>
              <a:gd name="connsiteY21" fmla="*/ 970277 h 5968515"/>
              <a:gd name="connsiteX22" fmla="*/ 5705529 w 6312646"/>
              <a:gd name="connsiteY22" fmla="*/ 952133 h 5968515"/>
              <a:gd name="connsiteX23" fmla="*/ 5709387 w 6312646"/>
              <a:gd name="connsiteY23" fmla="*/ 952334 h 5968515"/>
              <a:gd name="connsiteX24" fmla="*/ 5710336 w 6312646"/>
              <a:gd name="connsiteY24" fmla="*/ 934110 h 5968515"/>
              <a:gd name="connsiteX25" fmla="*/ 5527487 w 6312646"/>
              <a:gd name="connsiteY25" fmla="*/ 923836 h 5968515"/>
              <a:gd name="connsiteX26" fmla="*/ 5487632 w 6312646"/>
              <a:gd name="connsiteY26" fmla="*/ 963573 h 5968515"/>
              <a:gd name="connsiteX27" fmla="*/ 5523146 w 6312646"/>
              <a:gd name="connsiteY27" fmla="*/ 1007232 h 5968515"/>
              <a:gd name="connsiteX28" fmla="*/ 5550511 w 6312646"/>
              <a:gd name="connsiteY28" fmla="*/ 993328 h 5968515"/>
              <a:gd name="connsiteX29" fmla="*/ 5549828 w 6312646"/>
              <a:gd name="connsiteY29" fmla="*/ 1006457 h 5968515"/>
              <a:gd name="connsiteX30" fmla="*/ 5567444 w 6312646"/>
              <a:gd name="connsiteY30" fmla="*/ 1007374 h 5968515"/>
              <a:gd name="connsiteX31" fmla="*/ 5571560 w 6312646"/>
              <a:gd name="connsiteY31" fmla="*/ 928308 h 5968515"/>
              <a:gd name="connsiteX32" fmla="*/ 5553944 w 6312646"/>
              <a:gd name="connsiteY32" fmla="*/ 927391 h 5968515"/>
              <a:gd name="connsiteX33" fmla="*/ 5553261 w 6312646"/>
              <a:gd name="connsiteY33" fmla="*/ 940507 h 5968515"/>
              <a:gd name="connsiteX34" fmla="*/ 5527487 w 6312646"/>
              <a:gd name="connsiteY34" fmla="*/ 923836 h 5968515"/>
              <a:gd name="connsiteX35" fmla="*/ 5306135 w 6312646"/>
              <a:gd name="connsiteY35" fmla="*/ 912302 h 5968515"/>
              <a:gd name="connsiteX36" fmla="*/ 5262716 w 6312646"/>
              <a:gd name="connsiteY36" fmla="*/ 951853 h 5968515"/>
              <a:gd name="connsiteX37" fmla="*/ 5301794 w 6312646"/>
              <a:gd name="connsiteY37" fmla="*/ 995698 h 5968515"/>
              <a:gd name="connsiteX38" fmla="*/ 5345213 w 6312646"/>
              <a:gd name="connsiteY38" fmla="*/ 956147 h 5968515"/>
              <a:gd name="connsiteX39" fmla="*/ 5306135 w 6312646"/>
              <a:gd name="connsiteY39" fmla="*/ 912302 h 5968515"/>
              <a:gd name="connsiteX40" fmla="*/ 5620956 w 6312646"/>
              <a:gd name="connsiteY40" fmla="*/ 928676 h 5968515"/>
              <a:gd name="connsiteX41" fmla="*/ 5579710 w 6312646"/>
              <a:gd name="connsiteY41" fmla="*/ 968340 h 5968515"/>
              <a:gd name="connsiteX42" fmla="*/ 5579696 w 6312646"/>
              <a:gd name="connsiteY42" fmla="*/ 968352 h 5968515"/>
              <a:gd name="connsiteX43" fmla="*/ 5617995 w 6312646"/>
              <a:gd name="connsiteY43" fmla="*/ 1012157 h 5968515"/>
              <a:gd name="connsiteX44" fmla="*/ 5653372 w 6312646"/>
              <a:gd name="connsiteY44" fmla="*/ 996185 h 5968515"/>
              <a:gd name="connsiteX45" fmla="*/ 5641856 w 6312646"/>
              <a:gd name="connsiteY45" fmla="*/ 985367 h 5968515"/>
              <a:gd name="connsiteX46" fmla="*/ 5618844 w 6312646"/>
              <a:gd name="connsiteY46" fmla="*/ 996091 h 5968515"/>
              <a:gd name="connsiteX47" fmla="*/ 5597488 w 6312646"/>
              <a:gd name="connsiteY47" fmla="*/ 975002 h 5968515"/>
              <a:gd name="connsiteX48" fmla="*/ 5656645 w 6312646"/>
              <a:gd name="connsiteY48" fmla="*/ 978082 h 5968515"/>
              <a:gd name="connsiteX49" fmla="*/ 5657443 w 6312646"/>
              <a:gd name="connsiteY49" fmla="*/ 971618 h 5968515"/>
              <a:gd name="connsiteX50" fmla="*/ 5620956 w 6312646"/>
              <a:gd name="connsiteY50" fmla="*/ 928676 h 5968515"/>
              <a:gd name="connsiteX51" fmla="*/ 5383207 w 6312646"/>
              <a:gd name="connsiteY51" fmla="*/ 895555 h 5968515"/>
              <a:gd name="connsiteX52" fmla="*/ 5365309 w 6312646"/>
              <a:gd name="connsiteY52" fmla="*/ 900041 h 5968515"/>
              <a:gd name="connsiteX53" fmla="*/ 5364401 w 6312646"/>
              <a:gd name="connsiteY53" fmla="*/ 917486 h 5968515"/>
              <a:gd name="connsiteX54" fmla="*/ 5349111 w 6312646"/>
              <a:gd name="connsiteY54" fmla="*/ 916690 h 5968515"/>
              <a:gd name="connsiteX55" fmla="*/ 5348323 w 6312646"/>
              <a:gd name="connsiteY55" fmla="*/ 931824 h 5968515"/>
              <a:gd name="connsiteX56" fmla="*/ 5363613 w 6312646"/>
              <a:gd name="connsiteY56" fmla="*/ 932620 h 5968515"/>
              <a:gd name="connsiteX57" fmla="*/ 5361596 w 6312646"/>
              <a:gd name="connsiteY57" fmla="*/ 971381 h 5968515"/>
              <a:gd name="connsiteX58" fmla="*/ 5385682 w 6312646"/>
              <a:gd name="connsiteY58" fmla="*/ 999578 h 5968515"/>
              <a:gd name="connsiteX59" fmla="*/ 5397188 w 6312646"/>
              <a:gd name="connsiteY59" fmla="*/ 998781 h 5968515"/>
              <a:gd name="connsiteX60" fmla="*/ 5397199 w 6312646"/>
              <a:gd name="connsiteY60" fmla="*/ 998807 h 5968515"/>
              <a:gd name="connsiteX61" fmla="*/ 5397971 w 6312646"/>
              <a:gd name="connsiteY61" fmla="*/ 983980 h 5968515"/>
              <a:gd name="connsiteX62" fmla="*/ 5391304 w 6312646"/>
              <a:gd name="connsiteY62" fmla="*/ 984094 h 5968515"/>
              <a:gd name="connsiteX63" fmla="*/ 5379300 w 6312646"/>
              <a:gd name="connsiteY63" fmla="*/ 970612 h 5968515"/>
              <a:gd name="connsiteX64" fmla="*/ 5381229 w 6312646"/>
              <a:gd name="connsiteY64" fmla="*/ 933550 h 5968515"/>
              <a:gd name="connsiteX65" fmla="*/ 5400544 w 6312646"/>
              <a:gd name="connsiteY65" fmla="*/ 934555 h 5968515"/>
              <a:gd name="connsiteX66" fmla="*/ 5401332 w 6312646"/>
              <a:gd name="connsiteY66" fmla="*/ 919421 h 5968515"/>
              <a:gd name="connsiteX67" fmla="*/ 5382017 w 6312646"/>
              <a:gd name="connsiteY67" fmla="*/ 918416 h 5968515"/>
              <a:gd name="connsiteX68" fmla="*/ 5414595 w 6312646"/>
              <a:gd name="connsiteY68" fmla="*/ 891004 h 5968515"/>
              <a:gd name="connsiteX69" fmla="*/ 5408967 w 6312646"/>
              <a:gd name="connsiteY69" fmla="*/ 999112 h 5968515"/>
              <a:gd name="connsiteX70" fmla="*/ 5426558 w 6312646"/>
              <a:gd name="connsiteY70" fmla="*/ 1000028 h 5968515"/>
              <a:gd name="connsiteX71" fmla="*/ 5429001 w 6312646"/>
              <a:gd name="connsiteY71" fmla="*/ 953081 h 5968515"/>
              <a:gd name="connsiteX72" fmla="*/ 5446358 w 6312646"/>
              <a:gd name="connsiteY72" fmla="*/ 935096 h 5968515"/>
              <a:gd name="connsiteX73" fmla="*/ 5460894 w 6312646"/>
              <a:gd name="connsiteY73" fmla="*/ 953345 h 5968515"/>
              <a:gd name="connsiteX74" fmla="*/ 5458378 w 6312646"/>
              <a:gd name="connsiteY74" fmla="*/ 1001684 h 5968515"/>
              <a:gd name="connsiteX75" fmla="*/ 5475994 w 6312646"/>
              <a:gd name="connsiteY75" fmla="*/ 1002601 h 5968515"/>
              <a:gd name="connsiteX76" fmla="*/ 5478671 w 6312646"/>
              <a:gd name="connsiteY76" fmla="*/ 951172 h 5968515"/>
              <a:gd name="connsiteX77" fmla="*/ 5454431 w 6312646"/>
              <a:gd name="connsiteY77" fmla="*/ 920021 h 5968515"/>
              <a:gd name="connsiteX78" fmla="*/ 5430140 w 6312646"/>
              <a:gd name="connsiteY78" fmla="*/ 931460 h 5968515"/>
              <a:gd name="connsiteX79" fmla="*/ 5432198 w 6312646"/>
              <a:gd name="connsiteY79" fmla="*/ 891920 h 5968515"/>
              <a:gd name="connsiteX80" fmla="*/ 5207225 w 6312646"/>
              <a:gd name="connsiteY80" fmla="*/ 878353 h 5968515"/>
              <a:gd name="connsiteX81" fmla="*/ 5149926 w 6312646"/>
              <a:gd name="connsiteY81" fmla="*/ 931588 h 5968515"/>
              <a:gd name="connsiteX82" fmla="*/ 5199063 w 6312646"/>
              <a:gd name="connsiteY82" fmla="*/ 990363 h 5968515"/>
              <a:gd name="connsiteX83" fmla="*/ 5232959 w 6312646"/>
              <a:gd name="connsiteY83" fmla="*/ 976018 h 5968515"/>
              <a:gd name="connsiteX84" fmla="*/ 5232236 w 6312646"/>
              <a:gd name="connsiteY84" fmla="*/ 989913 h 5968515"/>
              <a:gd name="connsiteX85" fmla="*/ 5250158 w 6312646"/>
              <a:gd name="connsiteY85" fmla="*/ 990846 h 5968515"/>
              <a:gd name="connsiteX86" fmla="*/ 5253117 w 6312646"/>
              <a:gd name="connsiteY86" fmla="*/ 934014 h 5968515"/>
              <a:gd name="connsiteX87" fmla="*/ 5206311 w 6312646"/>
              <a:gd name="connsiteY87" fmla="*/ 931578 h 5968515"/>
              <a:gd name="connsiteX88" fmla="*/ 5205394 w 6312646"/>
              <a:gd name="connsiteY88" fmla="*/ 949189 h 5968515"/>
              <a:gd name="connsiteX89" fmla="*/ 5232731 w 6312646"/>
              <a:gd name="connsiteY89" fmla="*/ 950612 h 5968515"/>
              <a:gd name="connsiteX90" fmla="*/ 5202356 w 6312646"/>
              <a:gd name="connsiteY90" fmla="*/ 971646 h 5968515"/>
              <a:gd name="connsiteX91" fmla="*/ 5170926 w 6312646"/>
              <a:gd name="connsiteY91" fmla="*/ 932694 h 5968515"/>
              <a:gd name="connsiteX92" fmla="*/ 5206230 w 6312646"/>
              <a:gd name="connsiteY92" fmla="*/ 897216 h 5968515"/>
              <a:gd name="connsiteX93" fmla="*/ 5234709 w 6312646"/>
              <a:gd name="connsiteY93" fmla="*/ 915576 h 5968515"/>
              <a:gd name="connsiteX94" fmla="*/ 5251971 w 6312646"/>
              <a:gd name="connsiteY94" fmla="*/ 905321 h 5968515"/>
              <a:gd name="connsiteX95" fmla="*/ 5207211 w 6312646"/>
              <a:gd name="connsiteY95" fmla="*/ 878365 h 5968515"/>
              <a:gd name="connsiteX96" fmla="*/ 4931941 w 6312646"/>
              <a:gd name="connsiteY96" fmla="*/ 859068 h 5968515"/>
              <a:gd name="connsiteX97" fmla="*/ 4931949 w 6312646"/>
              <a:gd name="connsiteY97" fmla="*/ 859074 h 5968515"/>
              <a:gd name="connsiteX98" fmla="*/ 4930422 w 6312646"/>
              <a:gd name="connsiteY98" fmla="*/ 860449 h 5968515"/>
              <a:gd name="connsiteX99" fmla="*/ 5001872 w 6312646"/>
              <a:gd name="connsiteY99" fmla="*/ 958355 h 5968515"/>
              <a:gd name="connsiteX100" fmla="*/ 5047524 w 6312646"/>
              <a:gd name="connsiteY100" fmla="*/ 988840 h 5968515"/>
              <a:gd name="connsiteX101" fmla="*/ 5021923 w 6312646"/>
              <a:gd name="connsiteY101" fmla="*/ 940280 h 5968515"/>
              <a:gd name="connsiteX102" fmla="*/ 4974446 w 6312646"/>
              <a:gd name="connsiteY102" fmla="*/ 892989 h 5968515"/>
              <a:gd name="connsiteX103" fmla="*/ 4931949 w 6312646"/>
              <a:gd name="connsiteY103" fmla="*/ 859074 h 5968515"/>
              <a:gd name="connsiteX104" fmla="*/ 4931954 w 6312646"/>
              <a:gd name="connsiteY104" fmla="*/ 859069 h 5968515"/>
              <a:gd name="connsiteX105" fmla="*/ 4828570 w 6312646"/>
              <a:gd name="connsiteY105" fmla="*/ 840690 h 5968515"/>
              <a:gd name="connsiteX106" fmla="*/ 4795681 w 6312646"/>
              <a:gd name="connsiteY106" fmla="*/ 850695 h 5968515"/>
              <a:gd name="connsiteX107" fmla="*/ 4827353 w 6312646"/>
              <a:gd name="connsiteY107" fmla="*/ 864061 h 5968515"/>
              <a:gd name="connsiteX108" fmla="*/ 4890314 w 6312646"/>
              <a:gd name="connsiteY108" fmla="*/ 859552 h 5968515"/>
              <a:gd name="connsiteX109" fmla="*/ 4799381 w 6312646"/>
              <a:gd name="connsiteY109" fmla="*/ 929733 h 5968515"/>
              <a:gd name="connsiteX110" fmla="*/ 4768622 w 6312646"/>
              <a:gd name="connsiteY110" fmla="*/ 974361 h 5968515"/>
              <a:gd name="connsiteX111" fmla="*/ 4816683 w 6312646"/>
              <a:gd name="connsiteY111" fmla="*/ 948728 h 5968515"/>
              <a:gd name="connsiteX112" fmla="*/ 4896674 w 6312646"/>
              <a:gd name="connsiteY112" fmla="*/ 866542 h 5968515"/>
              <a:gd name="connsiteX113" fmla="*/ 4885637 w 6312646"/>
              <a:gd name="connsiteY113" fmla="*/ 928729 h 5968515"/>
              <a:gd name="connsiteX114" fmla="*/ 4895645 w 6312646"/>
              <a:gd name="connsiteY114" fmla="*/ 961598 h 5968515"/>
              <a:gd name="connsiteX115" fmla="*/ 4909014 w 6312646"/>
              <a:gd name="connsiteY115" fmla="*/ 929946 h 5968515"/>
              <a:gd name="connsiteX116" fmla="*/ 4902025 w 6312646"/>
              <a:gd name="connsiteY116" fmla="*/ 856269 h 5968515"/>
              <a:gd name="connsiteX117" fmla="*/ 4901672 w 6312646"/>
              <a:gd name="connsiteY117" fmla="*/ 855661 h 5968515"/>
              <a:gd name="connsiteX118" fmla="*/ 4901660 w 6312646"/>
              <a:gd name="connsiteY118" fmla="*/ 855648 h 5968515"/>
              <a:gd name="connsiteX119" fmla="*/ 4901141 w 6312646"/>
              <a:gd name="connsiteY119" fmla="*/ 855288 h 5968515"/>
              <a:gd name="connsiteX120" fmla="*/ 4828570 w 6312646"/>
              <a:gd name="connsiteY120" fmla="*/ 840690 h 5968515"/>
              <a:gd name="connsiteX121" fmla="*/ 5015852 w 6312646"/>
              <a:gd name="connsiteY121" fmla="*/ 837414 h 5968515"/>
              <a:gd name="connsiteX122" fmla="*/ 4935784 w 6312646"/>
              <a:gd name="connsiteY122" fmla="*/ 844068 h 5968515"/>
              <a:gd name="connsiteX123" fmla="*/ 4935691 w 6312646"/>
              <a:gd name="connsiteY123" fmla="*/ 845856 h 5968515"/>
              <a:gd name="connsiteX124" fmla="*/ 5014636 w 6312646"/>
              <a:gd name="connsiteY124" fmla="*/ 860773 h 5968515"/>
              <a:gd name="connsiteX125" fmla="*/ 5050335 w 6312646"/>
              <a:gd name="connsiteY125" fmla="*/ 850927 h 5968515"/>
              <a:gd name="connsiteX126" fmla="*/ 5015852 w 6312646"/>
              <a:gd name="connsiteY126" fmla="*/ 837414 h 5968515"/>
              <a:gd name="connsiteX127" fmla="*/ 5184468 w 6312646"/>
              <a:gd name="connsiteY127" fmla="*/ 785721 h 5968515"/>
              <a:gd name="connsiteX128" fmla="*/ 5215369 w 6312646"/>
              <a:gd name="connsiteY128" fmla="*/ 787330 h 5968515"/>
              <a:gd name="connsiteX129" fmla="*/ 5231466 w 6312646"/>
              <a:gd name="connsiteY129" fmla="*/ 802421 h 5968515"/>
              <a:gd name="connsiteX130" fmla="*/ 5213890 w 6312646"/>
              <a:gd name="connsiteY130" fmla="*/ 815759 h 5968515"/>
              <a:gd name="connsiteX131" fmla="*/ 5213890 w 6312646"/>
              <a:gd name="connsiteY131" fmla="*/ 815746 h 5968515"/>
              <a:gd name="connsiteX132" fmla="*/ 5182989 w 6312646"/>
              <a:gd name="connsiteY132" fmla="*/ 814137 h 5968515"/>
              <a:gd name="connsiteX133" fmla="*/ 5766204 w 6312646"/>
              <a:gd name="connsiteY133" fmla="*/ 798343 h 5968515"/>
              <a:gd name="connsiteX134" fmla="*/ 5787936 w 6312646"/>
              <a:gd name="connsiteY134" fmla="*/ 824253 h 5968515"/>
              <a:gd name="connsiteX135" fmla="*/ 5763631 w 6312646"/>
              <a:gd name="connsiteY135" fmla="*/ 847767 h 5968515"/>
              <a:gd name="connsiteX136" fmla="*/ 5741899 w 6312646"/>
              <a:gd name="connsiteY136" fmla="*/ 821857 h 5968515"/>
              <a:gd name="connsiteX137" fmla="*/ 5766204 w 6312646"/>
              <a:gd name="connsiteY137" fmla="*/ 798343 h 5968515"/>
              <a:gd name="connsiteX138" fmla="*/ 5304032 w 6312646"/>
              <a:gd name="connsiteY138" fmla="*/ 774286 h 5968515"/>
              <a:gd name="connsiteX139" fmla="*/ 5325765 w 6312646"/>
              <a:gd name="connsiteY139" fmla="*/ 800196 h 5968515"/>
              <a:gd name="connsiteX140" fmla="*/ 5301460 w 6312646"/>
              <a:gd name="connsiteY140" fmla="*/ 823710 h 5968515"/>
              <a:gd name="connsiteX141" fmla="*/ 5279727 w 6312646"/>
              <a:gd name="connsiteY141" fmla="*/ 797800 h 5968515"/>
              <a:gd name="connsiteX142" fmla="*/ 5304032 w 6312646"/>
              <a:gd name="connsiteY142" fmla="*/ 774286 h 5968515"/>
              <a:gd name="connsiteX143" fmla="*/ 5568685 w 6312646"/>
              <a:gd name="connsiteY143" fmla="*/ 787139 h 5968515"/>
              <a:gd name="connsiteX144" fmla="*/ 5588028 w 6312646"/>
              <a:gd name="connsiteY144" fmla="*/ 805332 h 5968515"/>
              <a:gd name="connsiteX145" fmla="*/ 5547253 w 6312646"/>
              <a:gd name="connsiteY145" fmla="*/ 803209 h 5968515"/>
              <a:gd name="connsiteX146" fmla="*/ 5568685 w 6312646"/>
              <a:gd name="connsiteY146" fmla="*/ 787139 h 5968515"/>
              <a:gd name="connsiteX147" fmla="*/ 5697930 w 6312646"/>
              <a:gd name="connsiteY147" fmla="*/ 779934 h 5968515"/>
              <a:gd name="connsiteX148" fmla="*/ 5693815 w 6312646"/>
              <a:gd name="connsiteY148" fmla="*/ 859001 h 5968515"/>
              <a:gd name="connsiteX149" fmla="*/ 5711430 w 6312646"/>
              <a:gd name="connsiteY149" fmla="*/ 859918 h 5968515"/>
              <a:gd name="connsiteX150" fmla="*/ 5715545 w 6312646"/>
              <a:gd name="connsiteY150" fmla="*/ 780851 h 5968515"/>
              <a:gd name="connsiteX151" fmla="*/ 5398332 w 6312646"/>
              <a:gd name="connsiteY151" fmla="*/ 762944 h 5968515"/>
              <a:gd name="connsiteX152" fmla="*/ 5375885 w 6312646"/>
              <a:gd name="connsiteY152" fmla="*/ 777578 h 5968515"/>
              <a:gd name="connsiteX153" fmla="*/ 5376633 w 6312646"/>
              <a:gd name="connsiteY153" fmla="*/ 763210 h 5968515"/>
              <a:gd name="connsiteX154" fmla="*/ 5359017 w 6312646"/>
              <a:gd name="connsiteY154" fmla="*/ 762293 h 5968515"/>
              <a:gd name="connsiteX155" fmla="*/ 5354902 w 6312646"/>
              <a:gd name="connsiteY155" fmla="*/ 841360 h 5968515"/>
              <a:gd name="connsiteX156" fmla="*/ 5372518 w 6312646"/>
              <a:gd name="connsiteY156" fmla="*/ 842277 h 5968515"/>
              <a:gd name="connsiteX157" fmla="*/ 5374761 w 6312646"/>
              <a:gd name="connsiteY157" fmla="*/ 799186 h 5968515"/>
              <a:gd name="connsiteX158" fmla="*/ 5395225 w 6312646"/>
              <a:gd name="connsiteY158" fmla="*/ 781056 h 5968515"/>
              <a:gd name="connsiteX159" fmla="*/ 5399083 w 6312646"/>
              <a:gd name="connsiteY159" fmla="*/ 781256 h 5968515"/>
              <a:gd name="connsiteX160" fmla="*/ 5400031 w 6312646"/>
              <a:gd name="connsiteY160" fmla="*/ 763032 h 5968515"/>
              <a:gd name="connsiteX161" fmla="*/ 5763536 w 6312646"/>
              <a:gd name="connsiteY161" fmla="*/ 781185 h 5968515"/>
              <a:gd name="connsiteX162" fmla="*/ 5723669 w 6312646"/>
              <a:gd name="connsiteY162" fmla="*/ 820921 h 5968515"/>
              <a:gd name="connsiteX163" fmla="*/ 5759195 w 6312646"/>
              <a:gd name="connsiteY163" fmla="*/ 864581 h 5968515"/>
              <a:gd name="connsiteX164" fmla="*/ 5786561 w 6312646"/>
              <a:gd name="connsiteY164" fmla="*/ 850677 h 5968515"/>
              <a:gd name="connsiteX165" fmla="*/ 5785877 w 6312646"/>
              <a:gd name="connsiteY165" fmla="*/ 863806 h 5968515"/>
              <a:gd name="connsiteX166" fmla="*/ 5803481 w 6312646"/>
              <a:gd name="connsiteY166" fmla="*/ 864722 h 5968515"/>
              <a:gd name="connsiteX167" fmla="*/ 5807596 w 6312646"/>
              <a:gd name="connsiteY167" fmla="*/ 785655 h 5968515"/>
              <a:gd name="connsiteX168" fmla="*/ 5789993 w 6312646"/>
              <a:gd name="connsiteY168" fmla="*/ 784739 h 5968515"/>
              <a:gd name="connsiteX169" fmla="*/ 5789310 w 6312646"/>
              <a:gd name="connsiteY169" fmla="*/ 797855 h 5968515"/>
              <a:gd name="connsiteX170" fmla="*/ 5763536 w 6312646"/>
              <a:gd name="connsiteY170" fmla="*/ 781185 h 5968515"/>
              <a:gd name="connsiteX171" fmla="*/ 5301352 w 6312646"/>
              <a:gd name="connsiteY171" fmla="*/ 757127 h 5968515"/>
              <a:gd name="connsiteX172" fmla="*/ 5261484 w 6312646"/>
              <a:gd name="connsiteY172" fmla="*/ 796863 h 5968515"/>
              <a:gd name="connsiteX173" fmla="*/ 5297011 w 6312646"/>
              <a:gd name="connsiteY173" fmla="*/ 840523 h 5968515"/>
              <a:gd name="connsiteX174" fmla="*/ 5324377 w 6312646"/>
              <a:gd name="connsiteY174" fmla="*/ 826619 h 5968515"/>
              <a:gd name="connsiteX175" fmla="*/ 5323693 w 6312646"/>
              <a:gd name="connsiteY175" fmla="*/ 839748 h 5968515"/>
              <a:gd name="connsiteX176" fmla="*/ 5341296 w 6312646"/>
              <a:gd name="connsiteY176" fmla="*/ 840664 h 5968515"/>
              <a:gd name="connsiteX177" fmla="*/ 5345412 w 6312646"/>
              <a:gd name="connsiteY177" fmla="*/ 761598 h 5968515"/>
              <a:gd name="connsiteX178" fmla="*/ 5327809 w 6312646"/>
              <a:gd name="connsiteY178" fmla="*/ 760681 h 5968515"/>
              <a:gd name="connsiteX179" fmla="*/ 5327126 w 6312646"/>
              <a:gd name="connsiteY179" fmla="*/ 773797 h 5968515"/>
              <a:gd name="connsiteX180" fmla="*/ 5301352 w 6312646"/>
              <a:gd name="connsiteY180" fmla="*/ 757127 h 5968515"/>
              <a:gd name="connsiteX181" fmla="*/ 5659274 w 6312646"/>
              <a:gd name="connsiteY181" fmla="*/ 775745 h 5968515"/>
              <a:gd name="connsiteX182" fmla="*/ 5634981 w 6312646"/>
              <a:gd name="connsiteY182" fmla="*/ 787184 h 5968515"/>
              <a:gd name="connsiteX183" fmla="*/ 5635528 w 6312646"/>
              <a:gd name="connsiteY183" fmla="*/ 776686 h 5968515"/>
              <a:gd name="connsiteX184" fmla="*/ 5617926 w 6312646"/>
              <a:gd name="connsiteY184" fmla="*/ 775770 h 5968515"/>
              <a:gd name="connsiteX185" fmla="*/ 5613810 w 6312646"/>
              <a:gd name="connsiteY185" fmla="*/ 854836 h 5968515"/>
              <a:gd name="connsiteX186" fmla="*/ 5631400 w 6312646"/>
              <a:gd name="connsiteY186" fmla="*/ 855752 h 5968515"/>
              <a:gd name="connsiteX187" fmla="*/ 5633844 w 6312646"/>
              <a:gd name="connsiteY187" fmla="*/ 808805 h 5968515"/>
              <a:gd name="connsiteX188" fmla="*/ 5651200 w 6312646"/>
              <a:gd name="connsiteY188" fmla="*/ 790820 h 5968515"/>
              <a:gd name="connsiteX189" fmla="*/ 5665736 w 6312646"/>
              <a:gd name="connsiteY189" fmla="*/ 809069 h 5968515"/>
              <a:gd name="connsiteX190" fmla="*/ 5663220 w 6312646"/>
              <a:gd name="connsiteY190" fmla="*/ 857408 h 5968515"/>
              <a:gd name="connsiteX191" fmla="*/ 5680836 w 6312646"/>
              <a:gd name="connsiteY191" fmla="*/ 858325 h 5968515"/>
              <a:gd name="connsiteX192" fmla="*/ 5683513 w 6312646"/>
              <a:gd name="connsiteY192" fmla="*/ 806895 h 5968515"/>
              <a:gd name="connsiteX193" fmla="*/ 5659274 w 6312646"/>
              <a:gd name="connsiteY193" fmla="*/ 775745 h 5968515"/>
              <a:gd name="connsiteX194" fmla="*/ 5569534 w 6312646"/>
              <a:gd name="connsiteY194" fmla="*/ 771074 h 5968515"/>
              <a:gd name="connsiteX195" fmla="*/ 5528275 w 6312646"/>
              <a:gd name="connsiteY195" fmla="*/ 810737 h 5968515"/>
              <a:gd name="connsiteX196" fmla="*/ 5566573 w 6312646"/>
              <a:gd name="connsiteY196" fmla="*/ 854542 h 5968515"/>
              <a:gd name="connsiteX197" fmla="*/ 5601951 w 6312646"/>
              <a:gd name="connsiteY197" fmla="*/ 838570 h 5968515"/>
              <a:gd name="connsiteX198" fmla="*/ 5590434 w 6312646"/>
              <a:gd name="connsiteY198" fmla="*/ 827752 h 5968515"/>
              <a:gd name="connsiteX199" fmla="*/ 5567423 w 6312646"/>
              <a:gd name="connsiteY199" fmla="*/ 838476 h 5968515"/>
              <a:gd name="connsiteX200" fmla="*/ 5546066 w 6312646"/>
              <a:gd name="connsiteY200" fmla="*/ 817387 h 5968515"/>
              <a:gd name="connsiteX201" fmla="*/ 5605223 w 6312646"/>
              <a:gd name="connsiteY201" fmla="*/ 820467 h 5968515"/>
              <a:gd name="connsiteX202" fmla="*/ 5606021 w 6312646"/>
              <a:gd name="connsiteY202" fmla="*/ 814003 h 5968515"/>
              <a:gd name="connsiteX203" fmla="*/ 5569534 w 6312646"/>
              <a:gd name="connsiteY203" fmla="*/ 771074 h 5968515"/>
              <a:gd name="connsiteX204" fmla="*/ 5449355 w 6312646"/>
              <a:gd name="connsiteY204" fmla="*/ 764818 h 5968515"/>
              <a:gd name="connsiteX205" fmla="*/ 5426302 w 6312646"/>
              <a:gd name="connsiteY205" fmla="*/ 776322 h 5968515"/>
              <a:gd name="connsiteX206" fmla="*/ 5426848 w 6312646"/>
              <a:gd name="connsiteY206" fmla="*/ 765824 h 5968515"/>
              <a:gd name="connsiteX207" fmla="*/ 5409233 w 6312646"/>
              <a:gd name="connsiteY207" fmla="*/ 764907 h 5968515"/>
              <a:gd name="connsiteX208" fmla="*/ 5405118 w 6312646"/>
              <a:gd name="connsiteY208" fmla="*/ 843973 h 5968515"/>
              <a:gd name="connsiteX209" fmla="*/ 5422720 w 6312646"/>
              <a:gd name="connsiteY209" fmla="*/ 844890 h 5968515"/>
              <a:gd name="connsiteX210" fmla="*/ 5425163 w 6312646"/>
              <a:gd name="connsiteY210" fmla="*/ 797943 h 5968515"/>
              <a:gd name="connsiteX211" fmla="*/ 5441281 w 6312646"/>
              <a:gd name="connsiteY211" fmla="*/ 779893 h 5968515"/>
              <a:gd name="connsiteX212" fmla="*/ 5454591 w 6312646"/>
              <a:gd name="connsiteY212" fmla="*/ 798079 h 5968515"/>
              <a:gd name="connsiteX213" fmla="*/ 5452075 w 6312646"/>
              <a:gd name="connsiteY213" fmla="*/ 846418 h 5968515"/>
              <a:gd name="connsiteX214" fmla="*/ 5469678 w 6312646"/>
              <a:gd name="connsiteY214" fmla="*/ 847334 h 5968515"/>
              <a:gd name="connsiteX215" fmla="*/ 5472210 w 6312646"/>
              <a:gd name="connsiteY215" fmla="*/ 798688 h 5968515"/>
              <a:gd name="connsiteX216" fmla="*/ 5488240 w 6312646"/>
              <a:gd name="connsiteY216" fmla="*/ 782337 h 5968515"/>
              <a:gd name="connsiteX217" fmla="*/ 5501550 w 6312646"/>
              <a:gd name="connsiteY217" fmla="*/ 800523 h 5968515"/>
              <a:gd name="connsiteX218" fmla="*/ 5499033 w 6312646"/>
              <a:gd name="connsiteY218" fmla="*/ 848862 h 5968515"/>
              <a:gd name="connsiteX219" fmla="*/ 5516649 w 6312646"/>
              <a:gd name="connsiteY219" fmla="*/ 849779 h 5968515"/>
              <a:gd name="connsiteX220" fmla="*/ 5519326 w 6312646"/>
              <a:gd name="connsiteY220" fmla="*/ 798349 h 5968515"/>
              <a:gd name="connsiteX221" fmla="*/ 5494766 w 6312646"/>
              <a:gd name="connsiteY221" fmla="*/ 767182 h 5968515"/>
              <a:gd name="connsiteX222" fmla="*/ 5470274 w 6312646"/>
              <a:gd name="connsiteY222" fmla="*/ 779533 h 5968515"/>
              <a:gd name="connsiteX223" fmla="*/ 5449355 w 6312646"/>
              <a:gd name="connsiteY223" fmla="*/ 764818 h 5968515"/>
              <a:gd name="connsiteX224" fmla="*/ 5186719 w 6312646"/>
              <a:gd name="connsiteY224" fmla="*/ 742478 h 5968515"/>
              <a:gd name="connsiteX225" fmla="*/ 5216688 w 6312646"/>
              <a:gd name="connsiteY225" fmla="*/ 744038 h 5968515"/>
              <a:gd name="connsiteX226" fmla="*/ 5231174 w 6312646"/>
              <a:gd name="connsiteY226" fmla="*/ 757329 h 5968515"/>
              <a:gd name="connsiteX227" fmla="*/ 5215385 w 6312646"/>
              <a:gd name="connsiteY227" fmla="*/ 769057 h 5968515"/>
              <a:gd name="connsiteX228" fmla="*/ 5185417 w 6312646"/>
              <a:gd name="connsiteY228" fmla="*/ 767497 h 5968515"/>
              <a:gd name="connsiteX229" fmla="*/ 4922777 w 6312646"/>
              <a:gd name="connsiteY229" fmla="*/ 719661 h 5968515"/>
              <a:gd name="connsiteX230" fmla="*/ 4909450 w 6312646"/>
              <a:gd name="connsiteY230" fmla="*/ 750777 h 5968515"/>
              <a:gd name="connsiteX231" fmla="*/ 4916503 w 6312646"/>
              <a:gd name="connsiteY231" fmla="*/ 823215 h 5968515"/>
              <a:gd name="connsiteX232" fmla="*/ 4918279 w 6312646"/>
              <a:gd name="connsiteY232" fmla="*/ 823307 h 5968515"/>
              <a:gd name="connsiteX233" fmla="*/ 4932814 w 6312646"/>
              <a:gd name="connsiteY233" fmla="*/ 751993 h 5968515"/>
              <a:gd name="connsiteX234" fmla="*/ 4922777 w 6312646"/>
              <a:gd name="connsiteY234" fmla="*/ 719661 h 5968515"/>
              <a:gd name="connsiteX235" fmla="*/ 5167586 w 6312646"/>
              <a:gd name="connsiteY235" fmla="*/ 723221 h 5968515"/>
              <a:gd name="connsiteX236" fmla="*/ 5161960 w 6312646"/>
              <a:gd name="connsiteY236" fmla="*/ 831317 h 5968515"/>
              <a:gd name="connsiteX237" fmla="*/ 5215254 w 6312646"/>
              <a:gd name="connsiteY237" fmla="*/ 834091 h 5968515"/>
              <a:gd name="connsiteX238" fmla="*/ 5252362 w 6312646"/>
              <a:gd name="connsiteY238" fmla="*/ 805519 h 5968515"/>
              <a:gd name="connsiteX239" fmla="*/ 5234863 w 6312646"/>
              <a:gd name="connsiteY239" fmla="*/ 778753 h 5968515"/>
              <a:gd name="connsiteX240" fmla="*/ 5252323 w 6312646"/>
              <a:gd name="connsiteY240" fmla="*/ 755817 h 5968515"/>
              <a:gd name="connsiteX241" fmla="*/ 5220421 w 6312646"/>
              <a:gd name="connsiteY241" fmla="*/ 725971 h 5968515"/>
              <a:gd name="connsiteX242" fmla="*/ 5708396 w 6312646"/>
              <a:gd name="connsiteY242" fmla="*/ 748413 h 5968515"/>
              <a:gd name="connsiteX243" fmla="*/ 5696852 w 6312646"/>
              <a:gd name="connsiteY243" fmla="*/ 758812 h 5968515"/>
              <a:gd name="connsiteX244" fmla="*/ 5707254 w 6312646"/>
              <a:gd name="connsiteY244" fmla="*/ 770354 h 5968515"/>
              <a:gd name="connsiteX245" fmla="*/ 5718798 w 6312646"/>
              <a:gd name="connsiteY245" fmla="*/ 759955 h 5968515"/>
              <a:gd name="connsiteX246" fmla="*/ 5708396 w 6312646"/>
              <a:gd name="connsiteY246" fmla="*/ 748413 h 5968515"/>
              <a:gd name="connsiteX247" fmla="*/ 5062091 w 6312646"/>
              <a:gd name="connsiteY247" fmla="*/ 711443 h 5968515"/>
              <a:gd name="connsiteX248" fmla="*/ 5013521 w 6312646"/>
              <a:gd name="connsiteY248" fmla="*/ 737023 h 5968515"/>
              <a:gd name="connsiteX249" fmla="*/ 4932293 w 6312646"/>
              <a:gd name="connsiteY249" fmla="*/ 826982 h 5968515"/>
              <a:gd name="connsiteX250" fmla="*/ 4933673 w 6312646"/>
              <a:gd name="connsiteY250" fmla="*/ 828514 h 5968515"/>
              <a:gd name="connsiteX251" fmla="*/ 5031600 w 6312646"/>
              <a:gd name="connsiteY251" fmla="*/ 757083 h 5968515"/>
              <a:gd name="connsiteX252" fmla="*/ 5062091 w 6312646"/>
              <a:gd name="connsiteY252" fmla="*/ 711443 h 5968515"/>
              <a:gd name="connsiteX253" fmla="*/ 4783667 w 6312646"/>
              <a:gd name="connsiteY253" fmla="*/ 696886 h 5968515"/>
              <a:gd name="connsiteX254" fmla="*/ 4809255 w 6312646"/>
              <a:gd name="connsiteY254" fmla="*/ 745446 h 5968515"/>
              <a:gd name="connsiteX255" fmla="*/ 4899237 w 6312646"/>
              <a:gd name="connsiteY255" fmla="*/ 826657 h 5968515"/>
              <a:gd name="connsiteX256" fmla="*/ 4899236 w 6312646"/>
              <a:gd name="connsiteY256" fmla="*/ 826670 h 5968515"/>
              <a:gd name="connsiteX257" fmla="*/ 4900768 w 6312646"/>
              <a:gd name="connsiteY257" fmla="*/ 825290 h 5968515"/>
              <a:gd name="connsiteX258" fmla="*/ 4829319 w 6312646"/>
              <a:gd name="connsiteY258" fmla="*/ 727384 h 5968515"/>
              <a:gd name="connsiteX259" fmla="*/ 4783667 w 6312646"/>
              <a:gd name="connsiteY259" fmla="*/ 696886 h 5968515"/>
              <a:gd name="connsiteX260" fmla="*/ 6312646 w 6312646"/>
              <a:gd name="connsiteY260" fmla="*/ 328585 h 5968515"/>
              <a:gd name="connsiteX261" fmla="*/ 6019077 w 6312646"/>
              <a:gd name="connsiteY261" fmla="*/ 5968515 h 5968515"/>
              <a:gd name="connsiteX262" fmla="*/ 273146 w 6312646"/>
              <a:gd name="connsiteY262" fmla="*/ 5968515 h 5968515"/>
              <a:gd name="connsiteX263" fmla="*/ 0 w 6312646"/>
              <a:gd name="connsiteY263" fmla="*/ 5695369 h 5968515"/>
              <a:gd name="connsiteX264" fmla="*/ 0 w 6312646"/>
              <a:gd name="connsiteY264" fmla="*/ 0 h 5968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6312646" h="5968515">
                <a:moveTo>
                  <a:pt x="5530154" y="940994"/>
                </a:moveTo>
                <a:cubicBezTo>
                  <a:pt x="5543439" y="941686"/>
                  <a:pt x="5552627" y="952690"/>
                  <a:pt x="5551887" y="966905"/>
                </a:cubicBezTo>
                <a:cubicBezTo>
                  <a:pt x="5551147" y="981119"/>
                  <a:pt x="5540867" y="991110"/>
                  <a:pt x="5527582" y="990419"/>
                </a:cubicBezTo>
                <a:cubicBezTo>
                  <a:pt x="5514297" y="989727"/>
                  <a:pt x="5505108" y="978723"/>
                  <a:pt x="5505848" y="964508"/>
                </a:cubicBezTo>
                <a:cubicBezTo>
                  <a:pt x="5506588" y="950294"/>
                  <a:pt x="5516869" y="940303"/>
                  <a:pt x="5530154" y="940994"/>
                </a:cubicBezTo>
                <a:close/>
                <a:moveTo>
                  <a:pt x="5305251" y="929288"/>
                </a:moveTo>
                <a:cubicBezTo>
                  <a:pt x="5318536" y="929979"/>
                  <a:pt x="5327723" y="940984"/>
                  <a:pt x="5326983" y="955198"/>
                </a:cubicBezTo>
                <a:cubicBezTo>
                  <a:pt x="5326243" y="969412"/>
                  <a:pt x="5315963" y="979404"/>
                  <a:pt x="5302678" y="978712"/>
                </a:cubicBezTo>
                <a:cubicBezTo>
                  <a:pt x="5289393" y="978021"/>
                  <a:pt x="5280206" y="967016"/>
                  <a:pt x="5280946" y="952802"/>
                </a:cubicBezTo>
                <a:cubicBezTo>
                  <a:pt x="5281686" y="938587"/>
                  <a:pt x="5291966" y="928596"/>
                  <a:pt x="5305251" y="929288"/>
                </a:cubicBezTo>
                <a:close/>
                <a:moveTo>
                  <a:pt x="5620107" y="944754"/>
                </a:moveTo>
                <a:cubicBezTo>
                  <a:pt x="5629994" y="945269"/>
                  <a:pt x="5637723" y="951562"/>
                  <a:pt x="5639449" y="962947"/>
                </a:cubicBezTo>
                <a:lnTo>
                  <a:pt x="5598674" y="960824"/>
                </a:lnTo>
                <a:cubicBezTo>
                  <a:pt x="5601694" y="950301"/>
                  <a:pt x="5609607" y="944208"/>
                  <a:pt x="5620107" y="944754"/>
                </a:cubicBezTo>
                <a:close/>
                <a:moveTo>
                  <a:pt x="5708637" y="934021"/>
                </a:moveTo>
                <a:cubicBezTo>
                  <a:pt x="5697051" y="933418"/>
                  <a:pt x="5689150" y="939512"/>
                  <a:pt x="5686191" y="948643"/>
                </a:cubicBezTo>
                <a:lnTo>
                  <a:pt x="5686939" y="934275"/>
                </a:lnTo>
                <a:lnTo>
                  <a:pt x="5669335" y="933359"/>
                </a:lnTo>
                <a:lnTo>
                  <a:pt x="5665220" y="1012425"/>
                </a:lnTo>
                <a:lnTo>
                  <a:pt x="5665219" y="1012451"/>
                </a:lnTo>
                <a:lnTo>
                  <a:pt x="5682822" y="1013367"/>
                </a:lnTo>
                <a:lnTo>
                  <a:pt x="5685065" y="970277"/>
                </a:lnTo>
                <a:cubicBezTo>
                  <a:pt x="5685748" y="957148"/>
                  <a:pt x="5691618" y="951409"/>
                  <a:pt x="5705529" y="952133"/>
                </a:cubicBezTo>
                <a:lnTo>
                  <a:pt x="5709387" y="952334"/>
                </a:lnTo>
                <a:lnTo>
                  <a:pt x="5710336" y="934110"/>
                </a:lnTo>
                <a:close/>
                <a:moveTo>
                  <a:pt x="5527487" y="923836"/>
                </a:moveTo>
                <a:cubicBezTo>
                  <a:pt x="5506792" y="922759"/>
                  <a:pt x="5488895" y="939320"/>
                  <a:pt x="5487632" y="963573"/>
                </a:cubicBezTo>
                <a:cubicBezTo>
                  <a:pt x="5486370" y="987825"/>
                  <a:pt x="5502451" y="1006155"/>
                  <a:pt x="5523146" y="1007232"/>
                </a:cubicBezTo>
                <a:cubicBezTo>
                  <a:pt x="5535345" y="1007867"/>
                  <a:pt x="5544739" y="1003093"/>
                  <a:pt x="5550511" y="993328"/>
                </a:cubicBezTo>
                <a:lnTo>
                  <a:pt x="5549828" y="1006457"/>
                </a:lnTo>
                <a:lnTo>
                  <a:pt x="5567444" y="1007374"/>
                </a:lnTo>
                <a:lnTo>
                  <a:pt x="5571560" y="928308"/>
                </a:lnTo>
                <a:lnTo>
                  <a:pt x="5553944" y="927391"/>
                </a:lnTo>
                <a:lnTo>
                  <a:pt x="5553261" y="940507"/>
                </a:lnTo>
                <a:cubicBezTo>
                  <a:pt x="5548534" y="930195"/>
                  <a:pt x="5539686" y="924471"/>
                  <a:pt x="5527487" y="923836"/>
                </a:cubicBezTo>
                <a:close/>
                <a:moveTo>
                  <a:pt x="5306135" y="912302"/>
                </a:moveTo>
                <a:cubicBezTo>
                  <a:pt x="5282656" y="911080"/>
                  <a:pt x="5263979" y="927600"/>
                  <a:pt x="5262716" y="951853"/>
                </a:cubicBezTo>
                <a:cubicBezTo>
                  <a:pt x="5261454" y="976105"/>
                  <a:pt x="5278315" y="994476"/>
                  <a:pt x="5301794" y="995698"/>
                </a:cubicBezTo>
                <a:cubicBezTo>
                  <a:pt x="5325273" y="996920"/>
                  <a:pt x="5343950" y="980399"/>
                  <a:pt x="5345213" y="956147"/>
                </a:cubicBezTo>
                <a:cubicBezTo>
                  <a:pt x="5346475" y="931894"/>
                  <a:pt x="5329614" y="913524"/>
                  <a:pt x="5306135" y="912302"/>
                </a:cubicBezTo>
                <a:close/>
                <a:moveTo>
                  <a:pt x="5620956" y="928676"/>
                </a:moveTo>
                <a:cubicBezTo>
                  <a:pt x="5597785" y="927470"/>
                  <a:pt x="5580964" y="944254"/>
                  <a:pt x="5579710" y="968340"/>
                </a:cubicBezTo>
                <a:lnTo>
                  <a:pt x="5579696" y="968352"/>
                </a:lnTo>
                <a:cubicBezTo>
                  <a:pt x="5578442" y="992439"/>
                  <a:pt x="5594669" y="1010943"/>
                  <a:pt x="5617995" y="1012157"/>
                </a:cubicBezTo>
                <a:cubicBezTo>
                  <a:pt x="5632365" y="1012905"/>
                  <a:pt x="5646327" y="1006511"/>
                  <a:pt x="5653372" y="996185"/>
                </a:cubicBezTo>
                <a:lnTo>
                  <a:pt x="5641856" y="985367"/>
                </a:lnTo>
                <a:cubicBezTo>
                  <a:pt x="5636986" y="992553"/>
                  <a:pt x="5628411" y="996589"/>
                  <a:pt x="5618844" y="996091"/>
                </a:cubicBezTo>
                <a:cubicBezTo>
                  <a:pt x="5607258" y="995488"/>
                  <a:pt x="5599020" y="987158"/>
                  <a:pt x="5597488" y="975002"/>
                </a:cubicBezTo>
                <a:lnTo>
                  <a:pt x="5656645" y="978082"/>
                </a:lnTo>
                <a:cubicBezTo>
                  <a:pt x="5657056" y="976093"/>
                  <a:pt x="5657330" y="973776"/>
                  <a:pt x="5657443" y="971618"/>
                </a:cubicBezTo>
                <a:cubicBezTo>
                  <a:pt x="5658624" y="948911"/>
                  <a:pt x="5644129" y="929882"/>
                  <a:pt x="5620956" y="928676"/>
                </a:cubicBezTo>
                <a:close/>
                <a:moveTo>
                  <a:pt x="5383207" y="895555"/>
                </a:moveTo>
                <a:lnTo>
                  <a:pt x="5365309" y="900041"/>
                </a:lnTo>
                <a:lnTo>
                  <a:pt x="5364401" y="917486"/>
                </a:lnTo>
                <a:lnTo>
                  <a:pt x="5349111" y="916690"/>
                </a:lnTo>
                <a:lnTo>
                  <a:pt x="5348323" y="931824"/>
                </a:lnTo>
                <a:lnTo>
                  <a:pt x="5363613" y="932620"/>
                </a:lnTo>
                <a:lnTo>
                  <a:pt x="5361596" y="971381"/>
                </a:lnTo>
                <a:cubicBezTo>
                  <a:pt x="5360704" y="988520"/>
                  <a:pt x="5369624" y="998742"/>
                  <a:pt x="5385682" y="999578"/>
                </a:cubicBezTo>
                <a:cubicBezTo>
                  <a:pt x="5390166" y="999811"/>
                  <a:pt x="5394201" y="999560"/>
                  <a:pt x="5397188" y="998781"/>
                </a:cubicBezTo>
                <a:lnTo>
                  <a:pt x="5397199" y="998807"/>
                </a:lnTo>
                <a:lnTo>
                  <a:pt x="5397971" y="983980"/>
                </a:lnTo>
                <a:cubicBezTo>
                  <a:pt x="5395949" y="984182"/>
                  <a:pt x="5393157" y="984190"/>
                  <a:pt x="5391304" y="984094"/>
                </a:cubicBezTo>
                <a:cubicBezTo>
                  <a:pt x="5382656" y="983644"/>
                  <a:pt x="5378866" y="978951"/>
                  <a:pt x="5379300" y="970612"/>
                </a:cubicBezTo>
                <a:lnTo>
                  <a:pt x="5381229" y="933550"/>
                </a:lnTo>
                <a:lnTo>
                  <a:pt x="5400544" y="934555"/>
                </a:lnTo>
                <a:lnTo>
                  <a:pt x="5401332" y="919421"/>
                </a:lnTo>
                <a:lnTo>
                  <a:pt x="5382017" y="918416"/>
                </a:lnTo>
                <a:close/>
                <a:moveTo>
                  <a:pt x="5414595" y="891004"/>
                </a:moveTo>
                <a:lnTo>
                  <a:pt x="5408967" y="999112"/>
                </a:lnTo>
                <a:lnTo>
                  <a:pt x="5426558" y="1000028"/>
                </a:lnTo>
                <a:lnTo>
                  <a:pt x="5429001" y="953081"/>
                </a:lnTo>
                <a:cubicBezTo>
                  <a:pt x="5429636" y="940884"/>
                  <a:pt x="5436471" y="934581"/>
                  <a:pt x="5446358" y="935096"/>
                </a:cubicBezTo>
                <a:cubicBezTo>
                  <a:pt x="5456245" y="935610"/>
                  <a:pt x="5461456" y="942541"/>
                  <a:pt x="5460894" y="953345"/>
                </a:cubicBezTo>
                <a:lnTo>
                  <a:pt x="5458378" y="1001684"/>
                </a:lnTo>
                <a:lnTo>
                  <a:pt x="5475994" y="1002601"/>
                </a:lnTo>
                <a:lnTo>
                  <a:pt x="5478671" y="951172"/>
                </a:lnTo>
                <a:cubicBezTo>
                  <a:pt x="5479732" y="930789"/>
                  <a:pt x="5469249" y="920792"/>
                  <a:pt x="5454431" y="920021"/>
                </a:cubicBezTo>
                <a:cubicBezTo>
                  <a:pt x="5442232" y="919386"/>
                  <a:pt x="5433883" y="924996"/>
                  <a:pt x="5430140" y="931460"/>
                </a:cubicBezTo>
                <a:lnTo>
                  <a:pt x="5432198" y="891920"/>
                </a:lnTo>
                <a:close/>
                <a:moveTo>
                  <a:pt x="5207225" y="878353"/>
                </a:moveTo>
                <a:cubicBezTo>
                  <a:pt x="5176170" y="876737"/>
                  <a:pt x="5151623" y="898996"/>
                  <a:pt x="5149926" y="931588"/>
                </a:cubicBezTo>
                <a:cubicBezTo>
                  <a:pt x="5148230" y="964180"/>
                  <a:pt x="5170333" y="988868"/>
                  <a:pt x="5199063" y="990363"/>
                </a:cubicBezTo>
                <a:cubicBezTo>
                  <a:pt x="5212348" y="991055"/>
                  <a:pt x="5225176" y="985525"/>
                  <a:pt x="5232959" y="976018"/>
                </a:cubicBezTo>
                <a:lnTo>
                  <a:pt x="5232236" y="989913"/>
                </a:lnTo>
                <a:lnTo>
                  <a:pt x="5250158" y="990846"/>
                </a:lnTo>
                <a:lnTo>
                  <a:pt x="5253117" y="934014"/>
                </a:lnTo>
                <a:lnTo>
                  <a:pt x="5206311" y="931578"/>
                </a:lnTo>
                <a:lnTo>
                  <a:pt x="5205394" y="949189"/>
                </a:lnTo>
                <a:lnTo>
                  <a:pt x="5232731" y="950612"/>
                </a:lnTo>
                <a:cubicBezTo>
                  <a:pt x="5229408" y="963757"/>
                  <a:pt x="5217187" y="972418"/>
                  <a:pt x="5202356" y="971646"/>
                </a:cubicBezTo>
                <a:cubicBezTo>
                  <a:pt x="5182887" y="970633"/>
                  <a:pt x="5169809" y="954162"/>
                  <a:pt x="5170926" y="932694"/>
                </a:cubicBezTo>
                <a:cubicBezTo>
                  <a:pt x="5172044" y="911226"/>
                  <a:pt x="5186761" y="896202"/>
                  <a:pt x="5206230" y="897216"/>
                </a:cubicBezTo>
                <a:cubicBezTo>
                  <a:pt x="5220128" y="897939"/>
                  <a:pt x="5229807" y="905409"/>
                  <a:pt x="5234709" y="915576"/>
                </a:cubicBezTo>
                <a:lnTo>
                  <a:pt x="5251971" y="905321"/>
                </a:lnTo>
                <a:cubicBezTo>
                  <a:pt x="5244586" y="889454"/>
                  <a:pt x="5227764" y="879435"/>
                  <a:pt x="5207211" y="878365"/>
                </a:cubicBezTo>
                <a:close/>
                <a:moveTo>
                  <a:pt x="4931941" y="859068"/>
                </a:moveTo>
                <a:lnTo>
                  <a:pt x="4931949" y="859074"/>
                </a:lnTo>
                <a:lnTo>
                  <a:pt x="4930422" y="860449"/>
                </a:lnTo>
                <a:cubicBezTo>
                  <a:pt x="4946704" y="888970"/>
                  <a:pt x="4968559" y="921392"/>
                  <a:pt x="5001872" y="958355"/>
                </a:cubicBezTo>
                <a:cubicBezTo>
                  <a:pt x="5026127" y="985268"/>
                  <a:pt x="5039380" y="996189"/>
                  <a:pt x="5047524" y="988840"/>
                </a:cubicBezTo>
                <a:cubicBezTo>
                  <a:pt x="5055668" y="981504"/>
                  <a:pt x="5046179" y="967192"/>
                  <a:pt x="5021923" y="940280"/>
                </a:cubicBezTo>
                <a:cubicBezTo>
                  <a:pt x="5005267" y="921798"/>
                  <a:pt x="4989443" y="906280"/>
                  <a:pt x="4974446" y="892989"/>
                </a:cubicBezTo>
                <a:lnTo>
                  <a:pt x="4931949" y="859074"/>
                </a:lnTo>
                <a:lnTo>
                  <a:pt x="4931954" y="859069"/>
                </a:lnTo>
                <a:close/>
                <a:moveTo>
                  <a:pt x="4828570" y="840690"/>
                </a:moveTo>
                <a:cubicBezTo>
                  <a:pt x="4806599" y="839546"/>
                  <a:pt x="4796175" y="841206"/>
                  <a:pt x="4795681" y="850695"/>
                </a:cubicBezTo>
                <a:cubicBezTo>
                  <a:pt x="4795187" y="860184"/>
                  <a:pt x="4805369" y="862917"/>
                  <a:pt x="4827353" y="864061"/>
                </a:cubicBezTo>
                <a:cubicBezTo>
                  <a:pt x="4852264" y="865357"/>
                  <a:pt x="4872781" y="863186"/>
                  <a:pt x="4890314" y="859552"/>
                </a:cubicBezTo>
                <a:cubicBezTo>
                  <a:pt x="4863568" y="875794"/>
                  <a:pt x="4833578" y="899255"/>
                  <a:pt x="4799381" y="929733"/>
                </a:cubicBezTo>
                <a:cubicBezTo>
                  <a:pt x="4772543" y="953653"/>
                  <a:pt x="4761595" y="966645"/>
                  <a:pt x="4768622" y="974361"/>
                </a:cubicBezTo>
                <a:cubicBezTo>
                  <a:pt x="4775650" y="982077"/>
                  <a:pt x="4789846" y="972649"/>
                  <a:pt x="4816683" y="948728"/>
                </a:cubicBezTo>
                <a:cubicBezTo>
                  <a:pt x="4850882" y="918238"/>
                  <a:pt x="4877575" y="891173"/>
                  <a:pt x="4896674" y="866542"/>
                </a:cubicBezTo>
                <a:cubicBezTo>
                  <a:pt x="4891239" y="883598"/>
                  <a:pt x="4886935" y="903787"/>
                  <a:pt x="4885637" y="928729"/>
                </a:cubicBezTo>
                <a:cubicBezTo>
                  <a:pt x="4884493" y="950696"/>
                  <a:pt x="4886154" y="961104"/>
                  <a:pt x="4895645" y="961598"/>
                </a:cubicBezTo>
                <a:cubicBezTo>
                  <a:pt x="4905137" y="962092"/>
                  <a:pt x="4907870" y="951913"/>
                  <a:pt x="4909014" y="929946"/>
                </a:cubicBezTo>
                <a:cubicBezTo>
                  <a:pt x="4910585" y="899767"/>
                  <a:pt x="4907081" y="876035"/>
                  <a:pt x="4902025" y="856269"/>
                </a:cubicBezTo>
                <a:cubicBezTo>
                  <a:pt x="4901962" y="855997"/>
                  <a:pt x="4901831" y="855798"/>
                  <a:pt x="4901672" y="855661"/>
                </a:cubicBezTo>
                <a:lnTo>
                  <a:pt x="4901660" y="855648"/>
                </a:lnTo>
                <a:cubicBezTo>
                  <a:pt x="4901540" y="855501"/>
                  <a:pt x="4901367" y="855376"/>
                  <a:pt x="4901141" y="855288"/>
                </a:cubicBezTo>
                <a:cubicBezTo>
                  <a:pt x="4881989" y="848221"/>
                  <a:pt x="4858756" y="842261"/>
                  <a:pt x="4828570" y="840690"/>
                </a:cubicBezTo>
                <a:close/>
                <a:moveTo>
                  <a:pt x="5015852" y="837414"/>
                </a:moveTo>
                <a:cubicBezTo>
                  <a:pt x="4983036" y="835706"/>
                  <a:pt x="4957253" y="839115"/>
                  <a:pt x="4935784" y="844068"/>
                </a:cubicBezTo>
                <a:cubicBezTo>
                  <a:pt x="4934656" y="844329"/>
                  <a:pt x="4934596" y="845478"/>
                  <a:pt x="4935691" y="845856"/>
                </a:cubicBezTo>
                <a:cubicBezTo>
                  <a:pt x="4956529" y="853010"/>
                  <a:pt x="4981833" y="859065"/>
                  <a:pt x="5014636" y="860773"/>
                </a:cubicBezTo>
                <a:cubicBezTo>
                  <a:pt x="5038524" y="862016"/>
                  <a:pt x="5049842" y="860403"/>
                  <a:pt x="5050335" y="850927"/>
                </a:cubicBezTo>
                <a:cubicBezTo>
                  <a:pt x="5050829" y="841450"/>
                  <a:pt x="5039740" y="838658"/>
                  <a:pt x="5015852" y="837414"/>
                </a:cubicBezTo>
                <a:close/>
                <a:moveTo>
                  <a:pt x="5184468" y="785721"/>
                </a:moveTo>
                <a:lnTo>
                  <a:pt x="5215369" y="787330"/>
                </a:lnTo>
                <a:cubicBezTo>
                  <a:pt x="5226023" y="787884"/>
                  <a:pt x="5231932" y="793455"/>
                  <a:pt x="5231466" y="802421"/>
                </a:cubicBezTo>
                <a:cubicBezTo>
                  <a:pt x="5230999" y="811386"/>
                  <a:pt x="5224543" y="816313"/>
                  <a:pt x="5213890" y="815759"/>
                </a:cubicBezTo>
                <a:lnTo>
                  <a:pt x="5213890" y="815746"/>
                </a:lnTo>
                <a:lnTo>
                  <a:pt x="5182989" y="814137"/>
                </a:lnTo>
                <a:close/>
                <a:moveTo>
                  <a:pt x="5766204" y="798343"/>
                </a:moveTo>
                <a:cubicBezTo>
                  <a:pt x="5779489" y="799034"/>
                  <a:pt x="5788676" y="810039"/>
                  <a:pt x="5787936" y="824253"/>
                </a:cubicBezTo>
                <a:cubicBezTo>
                  <a:pt x="5787196" y="838467"/>
                  <a:pt x="5776916" y="848459"/>
                  <a:pt x="5763631" y="847767"/>
                </a:cubicBezTo>
                <a:cubicBezTo>
                  <a:pt x="5750346" y="847076"/>
                  <a:pt x="5741159" y="836071"/>
                  <a:pt x="5741899" y="821857"/>
                </a:cubicBezTo>
                <a:cubicBezTo>
                  <a:pt x="5742638" y="807642"/>
                  <a:pt x="5752919" y="797651"/>
                  <a:pt x="5766204" y="798343"/>
                </a:cubicBezTo>
                <a:close/>
                <a:moveTo>
                  <a:pt x="5304032" y="774286"/>
                </a:moveTo>
                <a:cubicBezTo>
                  <a:pt x="5317317" y="774977"/>
                  <a:pt x="5326505" y="785982"/>
                  <a:pt x="5325765" y="800196"/>
                </a:cubicBezTo>
                <a:cubicBezTo>
                  <a:pt x="5325025" y="814410"/>
                  <a:pt x="5314745" y="824402"/>
                  <a:pt x="5301460" y="823710"/>
                </a:cubicBezTo>
                <a:cubicBezTo>
                  <a:pt x="5288175" y="823019"/>
                  <a:pt x="5278987" y="812014"/>
                  <a:pt x="5279727" y="797800"/>
                </a:cubicBezTo>
                <a:cubicBezTo>
                  <a:pt x="5280467" y="783585"/>
                  <a:pt x="5290747" y="773594"/>
                  <a:pt x="5304032" y="774286"/>
                </a:cubicBezTo>
                <a:close/>
                <a:moveTo>
                  <a:pt x="5568685" y="787139"/>
                </a:moveTo>
                <a:cubicBezTo>
                  <a:pt x="5578573" y="787654"/>
                  <a:pt x="5586302" y="793947"/>
                  <a:pt x="5588028" y="805332"/>
                </a:cubicBezTo>
                <a:lnTo>
                  <a:pt x="5547253" y="803209"/>
                </a:lnTo>
                <a:cubicBezTo>
                  <a:pt x="5550272" y="792686"/>
                  <a:pt x="5558185" y="786593"/>
                  <a:pt x="5568685" y="787139"/>
                </a:cubicBezTo>
                <a:close/>
                <a:moveTo>
                  <a:pt x="5697930" y="779934"/>
                </a:moveTo>
                <a:lnTo>
                  <a:pt x="5693815" y="859001"/>
                </a:lnTo>
                <a:lnTo>
                  <a:pt x="5711430" y="859918"/>
                </a:lnTo>
                <a:lnTo>
                  <a:pt x="5715545" y="780851"/>
                </a:lnTo>
                <a:close/>
                <a:moveTo>
                  <a:pt x="5398332" y="762944"/>
                </a:moveTo>
                <a:cubicBezTo>
                  <a:pt x="5386746" y="762341"/>
                  <a:pt x="5378846" y="768435"/>
                  <a:pt x="5375885" y="777578"/>
                </a:cubicBezTo>
                <a:lnTo>
                  <a:pt x="5376633" y="763210"/>
                </a:lnTo>
                <a:lnTo>
                  <a:pt x="5359017" y="762293"/>
                </a:lnTo>
                <a:lnTo>
                  <a:pt x="5354902" y="841360"/>
                </a:lnTo>
                <a:lnTo>
                  <a:pt x="5372518" y="842277"/>
                </a:lnTo>
                <a:lnTo>
                  <a:pt x="5374761" y="799186"/>
                </a:lnTo>
                <a:cubicBezTo>
                  <a:pt x="5375444" y="786058"/>
                  <a:pt x="5381314" y="780332"/>
                  <a:pt x="5395225" y="781056"/>
                </a:cubicBezTo>
                <a:lnTo>
                  <a:pt x="5399083" y="781256"/>
                </a:lnTo>
                <a:lnTo>
                  <a:pt x="5400031" y="763032"/>
                </a:lnTo>
                <a:close/>
                <a:moveTo>
                  <a:pt x="5763536" y="781185"/>
                </a:moveTo>
                <a:cubicBezTo>
                  <a:pt x="5742842" y="780108"/>
                  <a:pt x="5724931" y="796668"/>
                  <a:pt x="5723669" y="820921"/>
                </a:cubicBezTo>
                <a:cubicBezTo>
                  <a:pt x="5722406" y="845173"/>
                  <a:pt x="5738488" y="863503"/>
                  <a:pt x="5759195" y="864581"/>
                </a:cubicBezTo>
                <a:cubicBezTo>
                  <a:pt x="5771395" y="865216"/>
                  <a:pt x="5780788" y="860442"/>
                  <a:pt x="5786561" y="850677"/>
                </a:cubicBezTo>
                <a:lnTo>
                  <a:pt x="5785877" y="863806"/>
                </a:lnTo>
                <a:lnTo>
                  <a:pt x="5803481" y="864722"/>
                </a:lnTo>
                <a:lnTo>
                  <a:pt x="5807596" y="785655"/>
                </a:lnTo>
                <a:lnTo>
                  <a:pt x="5789993" y="784739"/>
                </a:lnTo>
                <a:lnTo>
                  <a:pt x="5789310" y="797855"/>
                </a:lnTo>
                <a:cubicBezTo>
                  <a:pt x="5784583" y="787543"/>
                  <a:pt x="5775735" y="781820"/>
                  <a:pt x="5763536" y="781185"/>
                </a:cubicBezTo>
                <a:close/>
                <a:moveTo>
                  <a:pt x="5301352" y="757127"/>
                </a:moveTo>
                <a:cubicBezTo>
                  <a:pt x="5280658" y="756050"/>
                  <a:pt x="5262747" y="772611"/>
                  <a:pt x="5261484" y="796863"/>
                </a:cubicBezTo>
                <a:cubicBezTo>
                  <a:pt x="5260222" y="821116"/>
                  <a:pt x="5276304" y="839445"/>
                  <a:pt x="5297011" y="840523"/>
                </a:cubicBezTo>
                <a:cubicBezTo>
                  <a:pt x="5309210" y="841158"/>
                  <a:pt x="5318604" y="836384"/>
                  <a:pt x="5324377" y="826619"/>
                </a:cubicBezTo>
                <a:lnTo>
                  <a:pt x="5323693" y="839748"/>
                </a:lnTo>
                <a:lnTo>
                  <a:pt x="5341296" y="840664"/>
                </a:lnTo>
                <a:lnTo>
                  <a:pt x="5345412" y="761598"/>
                </a:lnTo>
                <a:lnTo>
                  <a:pt x="5327809" y="760681"/>
                </a:lnTo>
                <a:lnTo>
                  <a:pt x="5327126" y="773797"/>
                </a:lnTo>
                <a:cubicBezTo>
                  <a:pt x="5322399" y="763486"/>
                  <a:pt x="5313551" y="757762"/>
                  <a:pt x="5301352" y="757127"/>
                </a:cubicBezTo>
                <a:close/>
                <a:moveTo>
                  <a:pt x="5659274" y="775745"/>
                </a:moveTo>
                <a:cubicBezTo>
                  <a:pt x="5647074" y="775110"/>
                  <a:pt x="5638725" y="780720"/>
                  <a:pt x="5634981" y="787184"/>
                </a:cubicBezTo>
                <a:lnTo>
                  <a:pt x="5635528" y="776686"/>
                </a:lnTo>
                <a:lnTo>
                  <a:pt x="5617926" y="775770"/>
                </a:lnTo>
                <a:lnTo>
                  <a:pt x="5613810" y="854836"/>
                </a:lnTo>
                <a:lnTo>
                  <a:pt x="5631400" y="855752"/>
                </a:lnTo>
                <a:lnTo>
                  <a:pt x="5633844" y="808805"/>
                </a:lnTo>
                <a:cubicBezTo>
                  <a:pt x="5634479" y="796608"/>
                  <a:pt x="5641314" y="790305"/>
                  <a:pt x="5651200" y="790820"/>
                </a:cubicBezTo>
                <a:cubicBezTo>
                  <a:pt x="5661088" y="791334"/>
                  <a:pt x="5666299" y="798265"/>
                  <a:pt x="5665736" y="809069"/>
                </a:cubicBezTo>
                <a:lnTo>
                  <a:pt x="5663220" y="857408"/>
                </a:lnTo>
                <a:lnTo>
                  <a:pt x="5680836" y="858325"/>
                </a:lnTo>
                <a:lnTo>
                  <a:pt x="5683513" y="806895"/>
                </a:lnTo>
                <a:cubicBezTo>
                  <a:pt x="5684574" y="786513"/>
                  <a:pt x="5674092" y="776516"/>
                  <a:pt x="5659274" y="775745"/>
                </a:cubicBezTo>
                <a:close/>
                <a:moveTo>
                  <a:pt x="5569534" y="771074"/>
                </a:moveTo>
                <a:cubicBezTo>
                  <a:pt x="5546362" y="769868"/>
                  <a:pt x="5529529" y="786638"/>
                  <a:pt x="5528275" y="810737"/>
                </a:cubicBezTo>
                <a:cubicBezTo>
                  <a:pt x="5527021" y="834824"/>
                  <a:pt x="5543247" y="853328"/>
                  <a:pt x="5566573" y="854542"/>
                </a:cubicBezTo>
                <a:cubicBezTo>
                  <a:pt x="5580944" y="855290"/>
                  <a:pt x="5594905" y="848896"/>
                  <a:pt x="5601951" y="838570"/>
                </a:cubicBezTo>
                <a:lnTo>
                  <a:pt x="5590434" y="827752"/>
                </a:lnTo>
                <a:cubicBezTo>
                  <a:pt x="5585565" y="834926"/>
                  <a:pt x="5576990" y="838974"/>
                  <a:pt x="5567423" y="838476"/>
                </a:cubicBezTo>
                <a:cubicBezTo>
                  <a:pt x="5555836" y="837873"/>
                  <a:pt x="5547598" y="829543"/>
                  <a:pt x="5546066" y="817387"/>
                </a:cubicBezTo>
                <a:lnTo>
                  <a:pt x="5605223" y="820467"/>
                </a:lnTo>
                <a:cubicBezTo>
                  <a:pt x="5605635" y="818478"/>
                  <a:pt x="5605909" y="816161"/>
                  <a:pt x="5606021" y="814003"/>
                </a:cubicBezTo>
                <a:cubicBezTo>
                  <a:pt x="5607203" y="791296"/>
                  <a:pt x="5592707" y="772280"/>
                  <a:pt x="5569534" y="771074"/>
                </a:cubicBezTo>
                <a:close/>
                <a:moveTo>
                  <a:pt x="5449355" y="764818"/>
                </a:moveTo>
                <a:cubicBezTo>
                  <a:pt x="5437921" y="764223"/>
                  <a:pt x="5430046" y="769857"/>
                  <a:pt x="5426302" y="776322"/>
                </a:cubicBezTo>
                <a:lnTo>
                  <a:pt x="5426848" y="765824"/>
                </a:lnTo>
                <a:lnTo>
                  <a:pt x="5409233" y="764907"/>
                </a:lnTo>
                <a:lnTo>
                  <a:pt x="5405118" y="843973"/>
                </a:lnTo>
                <a:lnTo>
                  <a:pt x="5422720" y="844890"/>
                </a:lnTo>
                <a:lnTo>
                  <a:pt x="5425163" y="797943"/>
                </a:lnTo>
                <a:cubicBezTo>
                  <a:pt x="5425798" y="785746"/>
                  <a:pt x="5432174" y="779419"/>
                  <a:pt x="5441281" y="779893"/>
                </a:cubicBezTo>
                <a:cubicBezTo>
                  <a:pt x="5450390" y="780367"/>
                  <a:pt x="5455154" y="787274"/>
                  <a:pt x="5454591" y="798079"/>
                </a:cubicBezTo>
                <a:lnTo>
                  <a:pt x="5452075" y="846418"/>
                </a:lnTo>
                <a:lnTo>
                  <a:pt x="5469678" y="847334"/>
                </a:lnTo>
                <a:lnTo>
                  <a:pt x="5472210" y="798688"/>
                </a:lnTo>
                <a:cubicBezTo>
                  <a:pt x="5472757" y="788190"/>
                  <a:pt x="5479132" y="781863"/>
                  <a:pt x="5488240" y="782337"/>
                </a:cubicBezTo>
                <a:cubicBezTo>
                  <a:pt x="5497348" y="782811"/>
                  <a:pt x="5502112" y="789718"/>
                  <a:pt x="5501550" y="800523"/>
                </a:cubicBezTo>
                <a:lnTo>
                  <a:pt x="5499033" y="848862"/>
                </a:lnTo>
                <a:lnTo>
                  <a:pt x="5516649" y="849779"/>
                </a:lnTo>
                <a:lnTo>
                  <a:pt x="5519326" y="798349"/>
                </a:lnTo>
                <a:cubicBezTo>
                  <a:pt x="5520387" y="777966"/>
                  <a:pt x="5510377" y="767995"/>
                  <a:pt x="5494766" y="767182"/>
                </a:cubicBezTo>
                <a:cubicBezTo>
                  <a:pt x="5484267" y="766636"/>
                  <a:pt x="5475836" y="770845"/>
                  <a:pt x="5470274" y="779533"/>
                </a:cubicBezTo>
                <a:cubicBezTo>
                  <a:pt x="5466593" y="770044"/>
                  <a:pt x="5458935" y="765317"/>
                  <a:pt x="5449355" y="764818"/>
                </a:cubicBezTo>
                <a:close/>
                <a:moveTo>
                  <a:pt x="5186719" y="742478"/>
                </a:moveTo>
                <a:lnTo>
                  <a:pt x="5216688" y="744038"/>
                </a:lnTo>
                <a:cubicBezTo>
                  <a:pt x="5226269" y="744537"/>
                  <a:pt x="5231584" y="749462"/>
                  <a:pt x="5231174" y="757329"/>
                </a:cubicBezTo>
                <a:cubicBezTo>
                  <a:pt x="5230765" y="765196"/>
                  <a:pt x="5224966" y="769555"/>
                  <a:pt x="5215385" y="769057"/>
                </a:cubicBezTo>
                <a:lnTo>
                  <a:pt x="5185417" y="767497"/>
                </a:lnTo>
                <a:close/>
                <a:moveTo>
                  <a:pt x="4922777" y="719661"/>
                </a:moveTo>
                <a:cubicBezTo>
                  <a:pt x="4913298" y="719167"/>
                  <a:pt x="4910574" y="729180"/>
                  <a:pt x="4909450" y="750777"/>
                </a:cubicBezTo>
                <a:cubicBezTo>
                  <a:pt x="4907906" y="780444"/>
                  <a:pt x="4911430" y="803780"/>
                  <a:pt x="4916503" y="823215"/>
                </a:cubicBezTo>
                <a:cubicBezTo>
                  <a:pt x="4916770" y="824241"/>
                  <a:pt x="4917907" y="824300"/>
                  <a:pt x="4918279" y="823307"/>
                </a:cubicBezTo>
                <a:cubicBezTo>
                  <a:pt x="4925329" y="804491"/>
                  <a:pt x="4931270" y="781660"/>
                  <a:pt x="4932814" y="751993"/>
                </a:cubicBezTo>
                <a:cubicBezTo>
                  <a:pt x="4933938" y="730397"/>
                  <a:pt x="4932269" y="720155"/>
                  <a:pt x="4922777" y="719661"/>
                </a:cubicBezTo>
                <a:close/>
                <a:moveTo>
                  <a:pt x="5167586" y="723221"/>
                </a:moveTo>
                <a:lnTo>
                  <a:pt x="5161960" y="831317"/>
                </a:lnTo>
                <a:lnTo>
                  <a:pt x="5215254" y="834091"/>
                </a:lnTo>
                <a:cubicBezTo>
                  <a:pt x="5237647" y="835256"/>
                  <a:pt x="5251366" y="824663"/>
                  <a:pt x="5252362" y="805519"/>
                </a:cubicBezTo>
                <a:cubicBezTo>
                  <a:pt x="5253045" y="792390"/>
                  <a:pt x="5246248" y="783213"/>
                  <a:pt x="5234863" y="778753"/>
                </a:cubicBezTo>
                <a:cubicBezTo>
                  <a:pt x="5245104" y="775419"/>
                  <a:pt x="5251753" y="766775"/>
                  <a:pt x="5252323" y="755817"/>
                </a:cubicBezTo>
                <a:cubicBezTo>
                  <a:pt x="5253240" y="738206"/>
                  <a:pt x="5241434" y="727065"/>
                  <a:pt x="5220421" y="725971"/>
                </a:cubicBezTo>
                <a:close/>
                <a:moveTo>
                  <a:pt x="5708396" y="748413"/>
                </a:moveTo>
                <a:cubicBezTo>
                  <a:pt x="5702367" y="748099"/>
                  <a:pt x="5697166" y="752784"/>
                  <a:pt x="5696852" y="758812"/>
                </a:cubicBezTo>
                <a:cubicBezTo>
                  <a:pt x="5696538" y="764840"/>
                  <a:pt x="5701225" y="770040"/>
                  <a:pt x="5707254" y="770354"/>
                </a:cubicBezTo>
                <a:cubicBezTo>
                  <a:pt x="5713284" y="770668"/>
                  <a:pt x="5718484" y="765983"/>
                  <a:pt x="5718798" y="759955"/>
                </a:cubicBezTo>
                <a:cubicBezTo>
                  <a:pt x="5719112" y="753927"/>
                  <a:pt x="5714426" y="748727"/>
                  <a:pt x="5708396" y="748413"/>
                </a:cubicBezTo>
                <a:close/>
                <a:moveTo>
                  <a:pt x="5062091" y="711443"/>
                </a:moveTo>
                <a:cubicBezTo>
                  <a:pt x="5054753" y="703300"/>
                  <a:pt x="5040439" y="712787"/>
                  <a:pt x="5013521" y="737023"/>
                </a:cubicBezTo>
                <a:cubicBezTo>
                  <a:pt x="4976550" y="770328"/>
                  <a:pt x="4951434" y="800305"/>
                  <a:pt x="4932293" y="826982"/>
                </a:cubicBezTo>
                <a:cubicBezTo>
                  <a:pt x="4931284" y="828390"/>
                  <a:pt x="4932168" y="829370"/>
                  <a:pt x="4933673" y="828514"/>
                </a:cubicBezTo>
                <a:cubicBezTo>
                  <a:pt x="4962200" y="812237"/>
                  <a:pt x="4994629" y="790388"/>
                  <a:pt x="5031600" y="757083"/>
                </a:cubicBezTo>
                <a:cubicBezTo>
                  <a:pt x="5058518" y="732835"/>
                  <a:pt x="5069443" y="719586"/>
                  <a:pt x="5062091" y="711443"/>
                </a:cubicBezTo>
                <a:close/>
                <a:moveTo>
                  <a:pt x="4783667" y="696886"/>
                </a:moveTo>
                <a:cubicBezTo>
                  <a:pt x="4775523" y="704223"/>
                  <a:pt x="4785013" y="718534"/>
                  <a:pt x="4809255" y="745446"/>
                </a:cubicBezTo>
                <a:cubicBezTo>
                  <a:pt x="4842568" y="782409"/>
                  <a:pt x="4872553" y="807520"/>
                  <a:pt x="4899237" y="826657"/>
                </a:cubicBezTo>
                <a:lnTo>
                  <a:pt x="4899236" y="826670"/>
                </a:lnTo>
                <a:cubicBezTo>
                  <a:pt x="4900644" y="827678"/>
                  <a:pt x="4901625" y="826794"/>
                  <a:pt x="4900768" y="825290"/>
                </a:cubicBezTo>
                <a:cubicBezTo>
                  <a:pt x="4884486" y="796769"/>
                  <a:pt x="4862632" y="764347"/>
                  <a:pt x="4829319" y="727384"/>
                </a:cubicBezTo>
                <a:cubicBezTo>
                  <a:pt x="4805076" y="700472"/>
                  <a:pt x="4791812" y="689550"/>
                  <a:pt x="4783667" y="696886"/>
                </a:cubicBezTo>
                <a:close/>
                <a:moveTo>
                  <a:pt x="6312646" y="328585"/>
                </a:moveTo>
                <a:lnTo>
                  <a:pt x="6019077" y="5968515"/>
                </a:lnTo>
                <a:lnTo>
                  <a:pt x="273146" y="5968515"/>
                </a:lnTo>
                <a:cubicBezTo>
                  <a:pt x="122291" y="5968515"/>
                  <a:pt x="0" y="5846224"/>
                  <a:pt x="0" y="5695369"/>
                </a:cubicBezTo>
                <a:lnTo>
                  <a:pt x="0" y="0"/>
                </a:lnTo>
                <a:close/>
              </a:path>
            </a:pathLst>
          </a:custGeom>
          <a:solidFill>
            <a:schemeClr val="accent2"/>
          </a:solidFill>
          <a:ln w="6352" cap="flat">
            <a:noFill/>
            <a:prstDash val="solid"/>
            <a:miter/>
          </a:ln>
        </p:spPr>
        <p:txBody>
          <a:bodyPr wrap="square" rtlCol="0" anchor="ctr">
            <a:noAutofit/>
          </a:bodyPr>
          <a:lstStyle/>
          <a:p>
            <a:endParaRPr lang="de-DE" dirty="0">
              <a:solidFill>
                <a:schemeClr val="accent2"/>
              </a:solidFill>
              <a:latin typeface="BarmeniaGothaer Offc" panose="020B0503020204020204" pitchFamily="34" charset="0"/>
            </a:endParaRPr>
          </a:p>
        </p:txBody>
      </p:sp>
      <p:sp>
        <p:nvSpPr>
          <p:cNvPr id="10" name="Bildplatzhalter 9">
            <a:extLst>
              <a:ext uri="{FF2B5EF4-FFF2-40B4-BE49-F238E27FC236}">
                <a16:creationId xmlns:a16="http://schemas.microsoft.com/office/drawing/2014/main" id="{C7D3769B-826D-36AD-8E38-EFDC9AACF1D9}"/>
              </a:ext>
            </a:extLst>
          </p:cNvPr>
          <p:cNvSpPr>
            <a:spLocks noGrp="1"/>
          </p:cNvSpPr>
          <p:nvPr>
            <p:ph type="pic" sz="quarter" idx="15"/>
          </p:nvPr>
        </p:nvSpPr>
        <p:spPr>
          <a:xfrm>
            <a:off x="5144536" y="1"/>
            <a:ext cx="7047465" cy="5940347"/>
          </a:xfrm>
          <a:custGeom>
            <a:avLst/>
            <a:gdLst>
              <a:gd name="connsiteX0" fmla="*/ 6297865 w 7047465"/>
              <a:gd name="connsiteY0" fmla="*/ 652255 h 5940347"/>
              <a:gd name="connsiteX1" fmla="*/ 6320915 w 7047465"/>
              <a:gd name="connsiteY1" fmla="*/ 677001 h 5940347"/>
              <a:gd name="connsiteX2" fmla="*/ 6297865 w 7047465"/>
              <a:gd name="connsiteY2" fmla="*/ 701747 h 5940347"/>
              <a:gd name="connsiteX3" fmla="*/ 6274814 w 7047465"/>
              <a:gd name="connsiteY3" fmla="*/ 677001 h 5940347"/>
              <a:gd name="connsiteX4" fmla="*/ 6297865 w 7047465"/>
              <a:gd name="connsiteY4" fmla="*/ 652255 h 5940347"/>
              <a:gd name="connsiteX5" fmla="*/ 6072657 w 7047465"/>
              <a:gd name="connsiteY5" fmla="*/ 652255 h 5940347"/>
              <a:gd name="connsiteX6" fmla="*/ 6095707 w 7047465"/>
              <a:gd name="connsiteY6" fmla="*/ 677001 h 5940347"/>
              <a:gd name="connsiteX7" fmla="*/ 6072657 w 7047465"/>
              <a:gd name="connsiteY7" fmla="*/ 701747 h 5940347"/>
              <a:gd name="connsiteX8" fmla="*/ 6049607 w 7047465"/>
              <a:gd name="connsiteY8" fmla="*/ 677001 h 5940347"/>
              <a:gd name="connsiteX9" fmla="*/ 6072657 w 7047465"/>
              <a:gd name="connsiteY9" fmla="*/ 652255 h 5940347"/>
              <a:gd name="connsiteX10" fmla="*/ 6387892 w 7047465"/>
              <a:gd name="connsiteY10" fmla="*/ 651334 h 5940347"/>
              <a:gd name="connsiteX11" fmla="*/ 6408153 w 7047465"/>
              <a:gd name="connsiteY11" fmla="*/ 668497 h 5940347"/>
              <a:gd name="connsiteX12" fmla="*/ 6367323 w 7047465"/>
              <a:gd name="connsiteY12" fmla="*/ 668497 h 5940347"/>
              <a:gd name="connsiteX13" fmla="*/ 6387892 w 7047465"/>
              <a:gd name="connsiteY13" fmla="*/ 651334 h 5940347"/>
              <a:gd name="connsiteX14" fmla="*/ 6475744 w 7047465"/>
              <a:gd name="connsiteY14" fmla="*/ 636014 h 5940347"/>
              <a:gd name="connsiteX15" fmla="*/ 6454088 w 7047465"/>
              <a:gd name="connsiteY15" fmla="*/ 651782 h 5940347"/>
              <a:gd name="connsiteX16" fmla="*/ 6454088 w 7047465"/>
              <a:gd name="connsiteY16" fmla="*/ 637395 h 5940347"/>
              <a:gd name="connsiteX17" fmla="*/ 6436461 w 7047465"/>
              <a:gd name="connsiteY17" fmla="*/ 637395 h 5940347"/>
              <a:gd name="connsiteX18" fmla="*/ 6436461 w 7047465"/>
              <a:gd name="connsiteY18" fmla="*/ 716569 h 5940347"/>
              <a:gd name="connsiteX19" fmla="*/ 6436461 w 7047465"/>
              <a:gd name="connsiteY19" fmla="*/ 716594 h 5940347"/>
              <a:gd name="connsiteX20" fmla="*/ 6454088 w 7047465"/>
              <a:gd name="connsiteY20" fmla="*/ 716594 h 5940347"/>
              <a:gd name="connsiteX21" fmla="*/ 6454088 w 7047465"/>
              <a:gd name="connsiteY21" fmla="*/ 673446 h 5940347"/>
              <a:gd name="connsiteX22" fmla="*/ 6473582 w 7047465"/>
              <a:gd name="connsiteY22" fmla="*/ 654263 h 5940347"/>
              <a:gd name="connsiteX23" fmla="*/ 6477445 w 7047465"/>
              <a:gd name="connsiteY23" fmla="*/ 654263 h 5940347"/>
              <a:gd name="connsiteX24" fmla="*/ 6477445 w 7047465"/>
              <a:gd name="connsiteY24" fmla="*/ 636014 h 5940347"/>
              <a:gd name="connsiteX25" fmla="*/ 6294309 w 7047465"/>
              <a:gd name="connsiteY25" fmla="*/ 635259 h 5940347"/>
              <a:gd name="connsiteX26" fmla="*/ 6256574 w 7047465"/>
              <a:gd name="connsiteY26" fmla="*/ 677014 h 5940347"/>
              <a:gd name="connsiteX27" fmla="*/ 6294309 w 7047465"/>
              <a:gd name="connsiteY27" fmla="*/ 718768 h 5940347"/>
              <a:gd name="connsiteX28" fmla="*/ 6320915 w 7047465"/>
              <a:gd name="connsiteY28" fmla="*/ 703460 h 5940347"/>
              <a:gd name="connsiteX29" fmla="*/ 6320915 w 7047465"/>
              <a:gd name="connsiteY29" fmla="*/ 716607 h 5940347"/>
              <a:gd name="connsiteX30" fmla="*/ 6338555 w 7047465"/>
              <a:gd name="connsiteY30" fmla="*/ 716607 h 5940347"/>
              <a:gd name="connsiteX31" fmla="*/ 6338555 w 7047465"/>
              <a:gd name="connsiteY31" fmla="*/ 637433 h 5940347"/>
              <a:gd name="connsiteX32" fmla="*/ 6320915 w 7047465"/>
              <a:gd name="connsiteY32" fmla="*/ 637433 h 5940347"/>
              <a:gd name="connsiteX33" fmla="*/ 6320915 w 7047465"/>
              <a:gd name="connsiteY33" fmla="*/ 650567 h 5940347"/>
              <a:gd name="connsiteX34" fmla="*/ 6294309 w 7047465"/>
              <a:gd name="connsiteY34" fmla="*/ 635259 h 5940347"/>
              <a:gd name="connsiteX35" fmla="*/ 6072657 w 7047465"/>
              <a:gd name="connsiteY35" fmla="*/ 635247 h 5940347"/>
              <a:gd name="connsiteX36" fmla="*/ 6031353 w 7047465"/>
              <a:gd name="connsiteY36" fmla="*/ 677001 h 5940347"/>
              <a:gd name="connsiteX37" fmla="*/ 6072657 w 7047465"/>
              <a:gd name="connsiteY37" fmla="*/ 718755 h 5940347"/>
              <a:gd name="connsiteX38" fmla="*/ 6113961 w 7047465"/>
              <a:gd name="connsiteY38" fmla="*/ 677001 h 5940347"/>
              <a:gd name="connsiteX39" fmla="*/ 6072657 w 7047465"/>
              <a:gd name="connsiteY39" fmla="*/ 635247 h 5940347"/>
              <a:gd name="connsiteX40" fmla="*/ 6387904 w 7047465"/>
              <a:gd name="connsiteY40" fmla="*/ 635234 h 5940347"/>
              <a:gd name="connsiteX41" fmla="*/ 6348775 w 7047465"/>
              <a:gd name="connsiteY41" fmla="*/ 676988 h 5940347"/>
              <a:gd name="connsiteX42" fmla="*/ 6348762 w 7047465"/>
              <a:gd name="connsiteY42" fmla="*/ 677001 h 5940347"/>
              <a:gd name="connsiteX43" fmla="*/ 6389286 w 7047465"/>
              <a:gd name="connsiteY43" fmla="*/ 718755 h 5940347"/>
              <a:gd name="connsiteX44" fmla="*/ 6423785 w 7047465"/>
              <a:gd name="connsiteY44" fmla="*/ 700967 h 5940347"/>
              <a:gd name="connsiteX45" fmla="*/ 6411722 w 7047465"/>
              <a:gd name="connsiteY45" fmla="*/ 690761 h 5940347"/>
              <a:gd name="connsiteX46" fmla="*/ 6389299 w 7047465"/>
              <a:gd name="connsiteY46" fmla="*/ 702667 h 5940347"/>
              <a:gd name="connsiteX47" fmla="*/ 6366875 w 7047465"/>
              <a:gd name="connsiteY47" fmla="*/ 682717 h 5940347"/>
              <a:gd name="connsiteX48" fmla="*/ 6426113 w 7047465"/>
              <a:gd name="connsiteY48" fmla="*/ 682717 h 5940347"/>
              <a:gd name="connsiteX49" fmla="*/ 6426573 w 7047465"/>
              <a:gd name="connsiteY49" fmla="*/ 676221 h 5940347"/>
              <a:gd name="connsiteX50" fmla="*/ 6387904 w 7047465"/>
              <a:gd name="connsiteY50" fmla="*/ 635234 h 5940347"/>
              <a:gd name="connsiteX51" fmla="*/ 6148754 w 7047465"/>
              <a:gd name="connsiteY51" fmla="*/ 614516 h 5940347"/>
              <a:gd name="connsiteX52" fmla="*/ 6131114 w 7047465"/>
              <a:gd name="connsiteY52" fmla="*/ 619926 h 5940347"/>
              <a:gd name="connsiteX53" fmla="*/ 6131114 w 7047465"/>
              <a:gd name="connsiteY53" fmla="*/ 637395 h 5940347"/>
              <a:gd name="connsiteX54" fmla="*/ 6115803 w 7047465"/>
              <a:gd name="connsiteY54" fmla="*/ 637395 h 5940347"/>
              <a:gd name="connsiteX55" fmla="*/ 6115803 w 7047465"/>
              <a:gd name="connsiteY55" fmla="*/ 652549 h 5940347"/>
              <a:gd name="connsiteX56" fmla="*/ 6131114 w 7047465"/>
              <a:gd name="connsiteY56" fmla="*/ 652549 h 5940347"/>
              <a:gd name="connsiteX57" fmla="*/ 6131114 w 7047465"/>
              <a:gd name="connsiteY57" fmla="*/ 691362 h 5940347"/>
              <a:gd name="connsiteX58" fmla="*/ 6156633 w 7047465"/>
              <a:gd name="connsiteY58" fmla="*/ 718269 h 5940347"/>
              <a:gd name="connsiteX59" fmla="*/ 6168082 w 7047465"/>
              <a:gd name="connsiteY59" fmla="*/ 716875 h 5940347"/>
              <a:gd name="connsiteX60" fmla="*/ 6168095 w 7047465"/>
              <a:gd name="connsiteY60" fmla="*/ 716901 h 5940347"/>
              <a:gd name="connsiteX61" fmla="*/ 6168095 w 7047465"/>
              <a:gd name="connsiteY61" fmla="*/ 702054 h 5940347"/>
              <a:gd name="connsiteX62" fmla="*/ 6161443 w 7047465"/>
              <a:gd name="connsiteY62" fmla="*/ 702514 h 5940347"/>
              <a:gd name="connsiteX63" fmla="*/ 6148754 w 7047465"/>
              <a:gd name="connsiteY63" fmla="*/ 689674 h 5940347"/>
              <a:gd name="connsiteX64" fmla="*/ 6148754 w 7047465"/>
              <a:gd name="connsiteY64" fmla="*/ 652562 h 5940347"/>
              <a:gd name="connsiteX65" fmla="*/ 6168095 w 7047465"/>
              <a:gd name="connsiteY65" fmla="*/ 652562 h 5940347"/>
              <a:gd name="connsiteX66" fmla="*/ 6168095 w 7047465"/>
              <a:gd name="connsiteY66" fmla="*/ 637408 h 5940347"/>
              <a:gd name="connsiteX67" fmla="*/ 6148754 w 7047465"/>
              <a:gd name="connsiteY67" fmla="*/ 637408 h 5940347"/>
              <a:gd name="connsiteX68" fmla="*/ 6179863 w 7047465"/>
              <a:gd name="connsiteY68" fmla="*/ 608340 h 5940347"/>
              <a:gd name="connsiteX69" fmla="*/ 6179863 w 7047465"/>
              <a:gd name="connsiteY69" fmla="*/ 716594 h 5940347"/>
              <a:gd name="connsiteX70" fmla="*/ 6197477 w 7047465"/>
              <a:gd name="connsiteY70" fmla="*/ 716594 h 5940347"/>
              <a:gd name="connsiteX71" fmla="*/ 6197477 w 7047465"/>
              <a:gd name="connsiteY71" fmla="*/ 669584 h 5940347"/>
              <a:gd name="connsiteX72" fmla="*/ 6213875 w 7047465"/>
              <a:gd name="connsiteY72" fmla="*/ 650721 h 5940347"/>
              <a:gd name="connsiteX73" fmla="*/ 6229340 w 7047465"/>
              <a:gd name="connsiteY73" fmla="*/ 668190 h 5940347"/>
              <a:gd name="connsiteX74" fmla="*/ 6229340 w 7047465"/>
              <a:gd name="connsiteY74" fmla="*/ 716594 h 5940347"/>
              <a:gd name="connsiteX75" fmla="*/ 6246980 w 7047465"/>
              <a:gd name="connsiteY75" fmla="*/ 716594 h 5940347"/>
              <a:gd name="connsiteX76" fmla="*/ 6246980 w 7047465"/>
              <a:gd name="connsiteY76" fmla="*/ 665095 h 5940347"/>
              <a:gd name="connsiteX77" fmla="*/ 6221154 w 7047465"/>
              <a:gd name="connsiteY77" fmla="*/ 635247 h 5940347"/>
              <a:gd name="connsiteX78" fmla="*/ 6197490 w 7047465"/>
              <a:gd name="connsiteY78" fmla="*/ 647933 h 5940347"/>
              <a:gd name="connsiteX79" fmla="*/ 6197490 w 7047465"/>
              <a:gd name="connsiteY79" fmla="*/ 608340 h 5940347"/>
              <a:gd name="connsiteX80" fmla="*/ 5972116 w 7047465"/>
              <a:gd name="connsiteY80" fmla="*/ 606485 h 5940347"/>
              <a:gd name="connsiteX81" fmla="*/ 5917662 w 7047465"/>
              <a:gd name="connsiteY81" fmla="*/ 662627 h 5940347"/>
              <a:gd name="connsiteX82" fmla="*/ 5969788 w 7047465"/>
              <a:gd name="connsiteY82" fmla="*/ 718768 h 5940347"/>
              <a:gd name="connsiteX83" fmla="*/ 6002892 w 7047465"/>
              <a:gd name="connsiteY83" fmla="*/ 702680 h 5940347"/>
              <a:gd name="connsiteX84" fmla="*/ 6002892 w 7047465"/>
              <a:gd name="connsiteY84" fmla="*/ 716594 h 5940347"/>
              <a:gd name="connsiteX85" fmla="*/ 6020839 w 7047465"/>
              <a:gd name="connsiteY85" fmla="*/ 716594 h 5940347"/>
              <a:gd name="connsiteX86" fmla="*/ 6020839 w 7047465"/>
              <a:gd name="connsiteY86" fmla="*/ 659685 h 5940347"/>
              <a:gd name="connsiteX87" fmla="*/ 5973970 w 7047465"/>
              <a:gd name="connsiteY87" fmla="*/ 659685 h 5940347"/>
              <a:gd name="connsiteX88" fmla="*/ 5973970 w 7047465"/>
              <a:gd name="connsiteY88" fmla="*/ 677321 h 5940347"/>
              <a:gd name="connsiteX89" fmla="*/ 6001344 w 7047465"/>
              <a:gd name="connsiteY89" fmla="*/ 677321 h 5940347"/>
              <a:gd name="connsiteX90" fmla="*/ 5972103 w 7047465"/>
              <a:gd name="connsiteY90" fmla="*/ 699905 h 5940347"/>
              <a:gd name="connsiteX91" fmla="*/ 5938691 w 7047465"/>
              <a:gd name="connsiteY91" fmla="*/ 662639 h 5940347"/>
              <a:gd name="connsiteX92" fmla="*/ 5972103 w 7047465"/>
              <a:gd name="connsiteY92" fmla="*/ 625374 h 5940347"/>
              <a:gd name="connsiteX93" fmla="*/ 6001498 w 7047465"/>
              <a:gd name="connsiteY93" fmla="*/ 642229 h 5940347"/>
              <a:gd name="connsiteX94" fmla="*/ 6018203 w 7047465"/>
              <a:gd name="connsiteY94" fmla="*/ 631090 h 5940347"/>
              <a:gd name="connsiteX95" fmla="*/ 5972103 w 7047465"/>
              <a:gd name="connsiteY95" fmla="*/ 606498 h 5940347"/>
              <a:gd name="connsiteX96" fmla="*/ 5696202 w 7047465"/>
              <a:gd name="connsiteY96" fmla="*/ 601536 h 5940347"/>
              <a:gd name="connsiteX97" fmla="*/ 5696210 w 7047465"/>
              <a:gd name="connsiteY97" fmla="*/ 601541 h 5940347"/>
              <a:gd name="connsiteX98" fmla="*/ 5694757 w 7047465"/>
              <a:gd name="connsiteY98" fmla="*/ 602994 h 5940347"/>
              <a:gd name="connsiteX99" fmla="*/ 5771199 w 7047465"/>
              <a:gd name="connsiteY99" fmla="*/ 697053 h 5940347"/>
              <a:gd name="connsiteX100" fmla="*/ 5818374 w 7047465"/>
              <a:gd name="connsiteY100" fmla="*/ 725124 h 5940347"/>
              <a:gd name="connsiteX101" fmla="*/ 5790284 w 7047465"/>
              <a:gd name="connsiteY101" fmla="*/ 677960 h 5940347"/>
              <a:gd name="connsiteX102" fmla="*/ 5740413 w 7047465"/>
              <a:gd name="connsiteY102" fmla="*/ 633202 h 5940347"/>
              <a:gd name="connsiteX103" fmla="*/ 5696210 w 7047465"/>
              <a:gd name="connsiteY103" fmla="*/ 601541 h 5940347"/>
              <a:gd name="connsiteX104" fmla="*/ 5696215 w 7047465"/>
              <a:gd name="connsiteY104" fmla="*/ 601536 h 5940347"/>
              <a:gd name="connsiteX105" fmla="*/ 5592015 w 7047465"/>
              <a:gd name="connsiteY105" fmla="*/ 588556 h 5940347"/>
              <a:gd name="connsiteX106" fmla="*/ 5559691 w 7047465"/>
              <a:gd name="connsiteY106" fmla="*/ 600257 h 5940347"/>
              <a:gd name="connsiteX107" fmla="*/ 5592015 w 7047465"/>
              <a:gd name="connsiteY107" fmla="*/ 611958 h 5940347"/>
              <a:gd name="connsiteX108" fmla="*/ 5654656 w 7047465"/>
              <a:gd name="connsiteY108" fmla="*/ 604183 h 5940347"/>
              <a:gd name="connsiteX109" fmla="*/ 5567494 w 7047465"/>
              <a:gd name="connsiteY109" fmla="*/ 678996 h 5940347"/>
              <a:gd name="connsiteX110" fmla="*/ 5539097 w 7047465"/>
              <a:gd name="connsiteY110" fmla="*/ 725163 h 5940347"/>
              <a:gd name="connsiteX111" fmla="*/ 5585760 w 7047465"/>
              <a:gd name="connsiteY111" fmla="*/ 697066 h 5940347"/>
              <a:gd name="connsiteX112" fmla="*/ 5661371 w 7047465"/>
              <a:gd name="connsiteY112" fmla="*/ 610833 h 5940347"/>
              <a:gd name="connsiteX113" fmla="*/ 5653581 w 7047465"/>
              <a:gd name="connsiteY113" fmla="*/ 673510 h 5940347"/>
              <a:gd name="connsiteX114" fmla="*/ 5665285 w 7047465"/>
              <a:gd name="connsiteY114" fmla="*/ 705814 h 5940347"/>
              <a:gd name="connsiteX115" fmla="*/ 5676990 w 7047465"/>
              <a:gd name="connsiteY115" fmla="*/ 673510 h 5940347"/>
              <a:gd name="connsiteX116" fmla="*/ 5666181 w 7047465"/>
              <a:gd name="connsiteY116" fmla="*/ 600295 h 5940347"/>
              <a:gd name="connsiteX117" fmla="*/ 5665797 w 7047465"/>
              <a:gd name="connsiteY117" fmla="*/ 599707 h 5940347"/>
              <a:gd name="connsiteX118" fmla="*/ 5665784 w 7047465"/>
              <a:gd name="connsiteY118" fmla="*/ 599694 h 5940347"/>
              <a:gd name="connsiteX119" fmla="*/ 5665247 w 7047465"/>
              <a:gd name="connsiteY119" fmla="*/ 599362 h 5940347"/>
              <a:gd name="connsiteX120" fmla="*/ 5592015 w 7047465"/>
              <a:gd name="connsiteY120" fmla="*/ 588556 h 5940347"/>
              <a:gd name="connsiteX121" fmla="*/ 5778874 w 7047465"/>
              <a:gd name="connsiteY121" fmla="*/ 575550 h 5940347"/>
              <a:gd name="connsiteX122" fmla="*/ 5699260 w 7047465"/>
              <a:gd name="connsiteY122" fmla="*/ 586356 h 5940347"/>
              <a:gd name="connsiteX123" fmla="*/ 5699260 w 7047465"/>
              <a:gd name="connsiteY123" fmla="*/ 588146 h 5940347"/>
              <a:gd name="connsiteX124" fmla="*/ 5778874 w 7047465"/>
              <a:gd name="connsiteY124" fmla="*/ 598940 h 5940347"/>
              <a:gd name="connsiteX125" fmla="*/ 5814013 w 7047465"/>
              <a:gd name="connsiteY125" fmla="*/ 587251 h 5940347"/>
              <a:gd name="connsiteX126" fmla="*/ 5778874 w 7047465"/>
              <a:gd name="connsiteY126" fmla="*/ 575550 h 5940347"/>
              <a:gd name="connsiteX127" fmla="*/ 5944575 w 7047465"/>
              <a:gd name="connsiteY127" fmla="*/ 515162 h 5940347"/>
              <a:gd name="connsiteX128" fmla="*/ 5975518 w 7047465"/>
              <a:gd name="connsiteY128" fmla="*/ 515162 h 5940347"/>
              <a:gd name="connsiteX129" fmla="*/ 5992377 w 7047465"/>
              <a:gd name="connsiteY129" fmla="*/ 529395 h 5940347"/>
              <a:gd name="connsiteX130" fmla="*/ 5975518 w 7047465"/>
              <a:gd name="connsiteY130" fmla="*/ 543629 h 5940347"/>
              <a:gd name="connsiteX131" fmla="*/ 5975518 w 7047465"/>
              <a:gd name="connsiteY131" fmla="*/ 543616 h 5940347"/>
              <a:gd name="connsiteX132" fmla="*/ 5944575 w 7047465"/>
              <a:gd name="connsiteY132" fmla="*/ 543616 h 5940347"/>
              <a:gd name="connsiteX133" fmla="*/ 6526180 w 7047465"/>
              <a:gd name="connsiteY133" fmla="*/ 497526 h 5940347"/>
              <a:gd name="connsiteX134" fmla="*/ 6549230 w 7047465"/>
              <a:gd name="connsiteY134" fmla="*/ 522272 h 5940347"/>
              <a:gd name="connsiteX135" fmla="*/ 6526180 w 7047465"/>
              <a:gd name="connsiteY135" fmla="*/ 547018 h 5940347"/>
              <a:gd name="connsiteX136" fmla="*/ 6503130 w 7047465"/>
              <a:gd name="connsiteY136" fmla="*/ 522272 h 5940347"/>
              <a:gd name="connsiteX137" fmla="*/ 6526180 w 7047465"/>
              <a:gd name="connsiteY137" fmla="*/ 497526 h 5940347"/>
              <a:gd name="connsiteX138" fmla="*/ 6063383 w 7047465"/>
              <a:gd name="connsiteY138" fmla="*/ 497526 h 5940347"/>
              <a:gd name="connsiteX139" fmla="*/ 6086433 w 7047465"/>
              <a:gd name="connsiteY139" fmla="*/ 522272 h 5940347"/>
              <a:gd name="connsiteX140" fmla="*/ 6063383 w 7047465"/>
              <a:gd name="connsiteY140" fmla="*/ 547018 h 5940347"/>
              <a:gd name="connsiteX141" fmla="*/ 6040333 w 7047465"/>
              <a:gd name="connsiteY141" fmla="*/ 522272 h 5940347"/>
              <a:gd name="connsiteX142" fmla="*/ 6063383 w 7047465"/>
              <a:gd name="connsiteY142" fmla="*/ 497526 h 5940347"/>
              <a:gd name="connsiteX143" fmla="*/ 6328346 w 7047465"/>
              <a:gd name="connsiteY143" fmla="*/ 496606 h 5940347"/>
              <a:gd name="connsiteX144" fmla="*/ 6348608 w 7047465"/>
              <a:gd name="connsiteY144" fmla="*/ 513768 h 5940347"/>
              <a:gd name="connsiteX145" fmla="*/ 6307778 w 7047465"/>
              <a:gd name="connsiteY145" fmla="*/ 513768 h 5940347"/>
              <a:gd name="connsiteX146" fmla="*/ 6328346 w 7047465"/>
              <a:gd name="connsiteY146" fmla="*/ 496606 h 5940347"/>
              <a:gd name="connsiteX147" fmla="*/ 6457042 w 7047465"/>
              <a:gd name="connsiteY147" fmla="*/ 482692 h 5940347"/>
              <a:gd name="connsiteX148" fmla="*/ 6457042 w 7047465"/>
              <a:gd name="connsiteY148" fmla="*/ 561865 h 5940347"/>
              <a:gd name="connsiteX149" fmla="*/ 6474681 w 7047465"/>
              <a:gd name="connsiteY149" fmla="*/ 561865 h 5940347"/>
              <a:gd name="connsiteX150" fmla="*/ 6474681 w 7047465"/>
              <a:gd name="connsiteY150" fmla="*/ 482692 h 5940347"/>
              <a:gd name="connsiteX151" fmla="*/ 6156966 w 7047465"/>
              <a:gd name="connsiteY151" fmla="*/ 481298 h 5940347"/>
              <a:gd name="connsiteX152" fmla="*/ 6135310 w 7047465"/>
              <a:gd name="connsiteY152" fmla="*/ 497079 h 5940347"/>
              <a:gd name="connsiteX153" fmla="*/ 6135310 w 7047465"/>
              <a:gd name="connsiteY153" fmla="*/ 482692 h 5940347"/>
              <a:gd name="connsiteX154" fmla="*/ 6117670 w 7047465"/>
              <a:gd name="connsiteY154" fmla="*/ 482692 h 5940347"/>
              <a:gd name="connsiteX155" fmla="*/ 6117670 w 7047465"/>
              <a:gd name="connsiteY155" fmla="*/ 561865 h 5940347"/>
              <a:gd name="connsiteX156" fmla="*/ 6135310 w 7047465"/>
              <a:gd name="connsiteY156" fmla="*/ 561865 h 5940347"/>
              <a:gd name="connsiteX157" fmla="*/ 6135310 w 7047465"/>
              <a:gd name="connsiteY157" fmla="*/ 518717 h 5940347"/>
              <a:gd name="connsiteX158" fmla="*/ 6154804 w 7047465"/>
              <a:gd name="connsiteY158" fmla="*/ 499547 h 5940347"/>
              <a:gd name="connsiteX159" fmla="*/ 6158667 w 7047465"/>
              <a:gd name="connsiteY159" fmla="*/ 499547 h 5940347"/>
              <a:gd name="connsiteX160" fmla="*/ 6158667 w 7047465"/>
              <a:gd name="connsiteY160" fmla="*/ 481298 h 5940347"/>
              <a:gd name="connsiteX161" fmla="*/ 6522624 w 7047465"/>
              <a:gd name="connsiteY161" fmla="*/ 480530 h 5940347"/>
              <a:gd name="connsiteX162" fmla="*/ 6484876 w 7047465"/>
              <a:gd name="connsiteY162" fmla="*/ 522285 h 5940347"/>
              <a:gd name="connsiteX163" fmla="*/ 6522624 w 7047465"/>
              <a:gd name="connsiteY163" fmla="*/ 564039 h 5940347"/>
              <a:gd name="connsiteX164" fmla="*/ 6549230 w 7047465"/>
              <a:gd name="connsiteY164" fmla="*/ 548732 h 5940347"/>
              <a:gd name="connsiteX165" fmla="*/ 6549230 w 7047465"/>
              <a:gd name="connsiteY165" fmla="*/ 561878 h 5940347"/>
              <a:gd name="connsiteX166" fmla="*/ 6566857 w 7047465"/>
              <a:gd name="connsiteY166" fmla="*/ 561878 h 5940347"/>
              <a:gd name="connsiteX167" fmla="*/ 6566857 w 7047465"/>
              <a:gd name="connsiteY167" fmla="*/ 482704 h 5940347"/>
              <a:gd name="connsiteX168" fmla="*/ 6549230 w 7047465"/>
              <a:gd name="connsiteY168" fmla="*/ 482704 h 5940347"/>
              <a:gd name="connsiteX169" fmla="*/ 6549230 w 7047465"/>
              <a:gd name="connsiteY169" fmla="*/ 495838 h 5940347"/>
              <a:gd name="connsiteX170" fmla="*/ 6522624 w 7047465"/>
              <a:gd name="connsiteY170" fmla="*/ 480530 h 5940347"/>
              <a:gd name="connsiteX171" fmla="*/ 6059814 w 7047465"/>
              <a:gd name="connsiteY171" fmla="*/ 480530 h 5940347"/>
              <a:gd name="connsiteX172" fmla="*/ 6022066 w 7047465"/>
              <a:gd name="connsiteY172" fmla="*/ 522285 h 5940347"/>
              <a:gd name="connsiteX173" fmla="*/ 6059814 w 7047465"/>
              <a:gd name="connsiteY173" fmla="*/ 564039 h 5940347"/>
              <a:gd name="connsiteX174" fmla="*/ 6086420 w 7047465"/>
              <a:gd name="connsiteY174" fmla="*/ 548732 h 5940347"/>
              <a:gd name="connsiteX175" fmla="*/ 6086420 w 7047465"/>
              <a:gd name="connsiteY175" fmla="*/ 561878 h 5940347"/>
              <a:gd name="connsiteX176" fmla="*/ 6104047 w 7047465"/>
              <a:gd name="connsiteY176" fmla="*/ 561878 h 5940347"/>
              <a:gd name="connsiteX177" fmla="*/ 6104047 w 7047465"/>
              <a:gd name="connsiteY177" fmla="*/ 482704 h 5940347"/>
              <a:gd name="connsiteX178" fmla="*/ 6086420 w 7047465"/>
              <a:gd name="connsiteY178" fmla="*/ 482704 h 5940347"/>
              <a:gd name="connsiteX179" fmla="*/ 6086420 w 7047465"/>
              <a:gd name="connsiteY179" fmla="*/ 495838 h 5940347"/>
              <a:gd name="connsiteX180" fmla="*/ 6059814 w 7047465"/>
              <a:gd name="connsiteY180" fmla="*/ 480530 h 5940347"/>
              <a:gd name="connsiteX181" fmla="*/ 6418220 w 7047465"/>
              <a:gd name="connsiteY181" fmla="*/ 480518 h 5940347"/>
              <a:gd name="connsiteX182" fmla="*/ 6394555 w 7047465"/>
              <a:gd name="connsiteY182" fmla="*/ 493204 h 5940347"/>
              <a:gd name="connsiteX183" fmla="*/ 6394555 w 7047465"/>
              <a:gd name="connsiteY183" fmla="*/ 482692 h 5940347"/>
              <a:gd name="connsiteX184" fmla="*/ 6376929 w 7047465"/>
              <a:gd name="connsiteY184" fmla="*/ 482692 h 5940347"/>
              <a:gd name="connsiteX185" fmla="*/ 6376929 w 7047465"/>
              <a:gd name="connsiteY185" fmla="*/ 561865 h 5940347"/>
              <a:gd name="connsiteX186" fmla="*/ 6394543 w 7047465"/>
              <a:gd name="connsiteY186" fmla="*/ 561865 h 5940347"/>
              <a:gd name="connsiteX187" fmla="*/ 6394543 w 7047465"/>
              <a:gd name="connsiteY187" fmla="*/ 514855 h 5940347"/>
              <a:gd name="connsiteX188" fmla="*/ 6410941 w 7047465"/>
              <a:gd name="connsiteY188" fmla="*/ 495992 h 5940347"/>
              <a:gd name="connsiteX189" fmla="*/ 6426406 w 7047465"/>
              <a:gd name="connsiteY189" fmla="*/ 513461 h 5940347"/>
              <a:gd name="connsiteX190" fmla="*/ 6426406 w 7047465"/>
              <a:gd name="connsiteY190" fmla="*/ 561865 h 5940347"/>
              <a:gd name="connsiteX191" fmla="*/ 6444046 w 7047465"/>
              <a:gd name="connsiteY191" fmla="*/ 561865 h 5940347"/>
              <a:gd name="connsiteX192" fmla="*/ 6444046 w 7047465"/>
              <a:gd name="connsiteY192" fmla="*/ 510366 h 5940347"/>
              <a:gd name="connsiteX193" fmla="*/ 6418220 w 7047465"/>
              <a:gd name="connsiteY193" fmla="*/ 480518 h 5940347"/>
              <a:gd name="connsiteX194" fmla="*/ 6328359 w 7047465"/>
              <a:gd name="connsiteY194" fmla="*/ 480518 h 5940347"/>
              <a:gd name="connsiteX195" fmla="*/ 6289217 w 7047465"/>
              <a:gd name="connsiteY195" fmla="*/ 522272 h 5940347"/>
              <a:gd name="connsiteX196" fmla="*/ 6329741 w 7047465"/>
              <a:gd name="connsiteY196" fmla="*/ 564026 h 5940347"/>
              <a:gd name="connsiteX197" fmla="*/ 6364240 w 7047465"/>
              <a:gd name="connsiteY197" fmla="*/ 546238 h 5940347"/>
              <a:gd name="connsiteX198" fmla="*/ 6352177 w 7047465"/>
              <a:gd name="connsiteY198" fmla="*/ 536032 h 5940347"/>
              <a:gd name="connsiteX199" fmla="*/ 6329754 w 7047465"/>
              <a:gd name="connsiteY199" fmla="*/ 547939 h 5940347"/>
              <a:gd name="connsiteX200" fmla="*/ 6307330 w 7047465"/>
              <a:gd name="connsiteY200" fmla="*/ 527988 h 5940347"/>
              <a:gd name="connsiteX201" fmla="*/ 6366567 w 7047465"/>
              <a:gd name="connsiteY201" fmla="*/ 527988 h 5940347"/>
              <a:gd name="connsiteX202" fmla="*/ 6367028 w 7047465"/>
              <a:gd name="connsiteY202" fmla="*/ 521492 h 5940347"/>
              <a:gd name="connsiteX203" fmla="*/ 6328359 w 7047465"/>
              <a:gd name="connsiteY203" fmla="*/ 480518 h 5940347"/>
              <a:gd name="connsiteX204" fmla="*/ 6208017 w 7047465"/>
              <a:gd name="connsiteY204" fmla="*/ 480518 h 5940347"/>
              <a:gd name="connsiteX205" fmla="*/ 6185593 w 7047465"/>
              <a:gd name="connsiteY205" fmla="*/ 493204 h 5940347"/>
              <a:gd name="connsiteX206" fmla="*/ 6185593 w 7047465"/>
              <a:gd name="connsiteY206" fmla="*/ 482692 h 5940347"/>
              <a:gd name="connsiteX207" fmla="*/ 6167954 w 7047465"/>
              <a:gd name="connsiteY207" fmla="*/ 482692 h 5940347"/>
              <a:gd name="connsiteX208" fmla="*/ 6167954 w 7047465"/>
              <a:gd name="connsiteY208" fmla="*/ 561865 h 5940347"/>
              <a:gd name="connsiteX209" fmla="*/ 6185580 w 7047465"/>
              <a:gd name="connsiteY209" fmla="*/ 561865 h 5940347"/>
              <a:gd name="connsiteX210" fmla="*/ 6185580 w 7047465"/>
              <a:gd name="connsiteY210" fmla="*/ 514855 h 5940347"/>
              <a:gd name="connsiteX211" fmla="*/ 6200738 w 7047465"/>
              <a:gd name="connsiteY211" fmla="*/ 495992 h 5940347"/>
              <a:gd name="connsiteX212" fmla="*/ 6214975 w 7047465"/>
              <a:gd name="connsiteY212" fmla="*/ 513461 h 5940347"/>
              <a:gd name="connsiteX213" fmla="*/ 6214975 w 7047465"/>
              <a:gd name="connsiteY213" fmla="*/ 561865 h 5940347"/>
              <a:gd name="connsiteX214" fmla="*/ 6232602 w 7047465"/>
              <a:gd name="connsiteY214" fmla="*/ 561865 h 5940347"/>
              <a:gd name="connsiteX215" fmla="*/ 6232602 w 7047465"/>
              <a:gd name="connsiteY215" fmla="*/ 513154 h 5940347"/>
              <a:gd name="connsiteX216" fmla="*/ 6247760 w 7047465"/>
              <a:gd name="connsiteY216" fmla="*/ 495992 h 5940347"/>
              <a:gd name="connsiteX217" fmla="*/ 6261997 w 7047465"/>
              <a:gd name="connsiteY217" fmla="*/ 513461 h 5940347"/>
              <a:gd name="connsiteX218" fmla="*/ 6261997 w 7047465"/>
              <a:gd name="connsiteY218" fmla="*/ 561865 h 5940347"/>
              <a:gd name="connsiteX219" fmla="*/ 6279636 w 7047465"/>
              <a:gd name="connsiteY219" fmla="*/ 561865 h 5940347"/>
              <a:gd name="connsiteX220" fmla="*/ 6279636 w 7047465"/>
              <a:gd name="connsiteY220" fmla="*/ 510366 h 5940347"/>
              <a:gd name="connsiteX221" fmla="*/ 6253490 w 7047465"/>
              <a:gd name="connsiteY221" fmla="*/ 480518 h 5940347"/>
              <a:gd name="connsiteX222" fmla="*/ 6229673 w 7047465"/>
              <a:gd name="connsiteY222" fmla="*/ 494125 h 5940347"/>
              <a:gd name="connsiteX223" fmla="*/ 6208017 w 7047465"/>
              <a:gd name="connsiteY223" fmla="*/ 480518 h 5940347"/>
              <a:gd name="connsiteX224" fmla="*/ 5944575 w 7047465"/>
              <a:gd name="connsiteY224" fmla="*/ 471860 h 5940347"/>
              <a:gd name="connsiteX225" fmla="*/ 5974584 w 7047465"/>
              <a:gd name="connsiteY225" fmla="*/ 471860 h 5940347"/>
              <a:gd name="connsiteX226" fmla="*/ 5989742 w 7047465"/>
              <a:gd name="connsiteY226" fmla="*/ 484380 h 5940347"/>
              <a:gd name="connsiteX227" fmla="*/ 5974584 w 7047465"/>
              <a:gd name="connsiteY227" fmla="*/ 496912 h 5940347"/>
              <a:gd name="connsiteX228" fmla="*/ 5944575 w 7047465"/>
              <a:gd name="connsiteY228" fmla="*/ 496912 h 5940347"/>
              <a:gd name="connsiteX229" fmla="*/ 5679804 w 7047465"/>
              <a:gd name="connsiteY229" fmla="*/ 462793 h 5940347"/>
              <a:gd name="connsiteX230" fmla="*/ 5668112 w 7047465"/>
              <a:gd name="connsiteY230" fmla="*/ 494560 h 5940347"/>
              <a:gd name="connsiteX231" fmla="*/ 5678921 w 7047465"/>
              <a:gd name="connsiteY231" fmla="*/ 566534 h 5940347"/>
              <a:gd name="connsiteX232" fmla="*/ 5680699 w 7047465"/>
              <a:gd name="connsiteY232" fmla="*/ 566534 h 5940347"/>
              <a:gd name="connsiteX233" fmla="*/ 5691508 w 7047465"/>
              <a:gd name="connsiteY233" fmla="*/ 494560 h 5940347"/>
              <a:gd name="connsiteX234" fmla="*/ 5679804 w 7047465"/>
              <a:gd name="connsiteY234" fmla="*/ 462793 h 5940347"/>
              <a:gd name="connsiteX235" fmla="*/ 5924467 w 7047465"/>
              <a:gd name="connsiteY235" fmla="*/ 453623 h 5940347"/>
              <a:gd name="connsiteX236" fmla="*/ 5924467 w 7047465"/>
              <a:gd name="connsiteY236" fmla="*/ 561865 h 5940347"/>
              <a:gd name="connsiteX237" fmla="*/ 5977833 w 7047465"/>
              <a:gd name="connsiteY237" fmla="*/ 561865 h 5940347"/>
              <a:gd name="connsiteX238" fmla="*/ 6013406 w 7047465"/>
              <a:gd name="connsiteY238" fmla="*/ 531403 h 5940347"/>
              <a:gd name="connsiteX239" fmla="*/ 5994539 w 7047465"/>
              <a:gd name="connsiteY239" fmla="*/ 505583 h 5940347"/>
              <a:gd name="connsiteX240" fmla="*/ 6010784 w 7047465"/>
              <a:gd name="connsiteY240" fmla="*/ 481771 h 5940347"/>
              <a:gd name="connsiteX241" fmla="*/ 5977373 w 7047465"/>
              <a:gd name="connsiteY241" fmla="*/ 453623 h 5940347"/>
              <a:gd name="connsiteX242" fmla="*/ 6465855 w 7047465"/>
              <a:gd name="connsiteY242" fmla="*/ 450669 h 5940347"/>
              <a:gd name="connsiteX243" fmla="*/ 6454867 w 7047465"/>
              <a:gd name="connsiteY243" fmla="*/ 461654 h 5940347"/>
              <a:gd name="connsiteX244" fmla="*/ 6465855 w 7047465"/>
              <a:gd name="connsiteY244" fmla="*/ 472640 h 5940347"/>
              <a:gd name="connsiteX245" fmla="*/ 6476843 w 7047465"/>
              <a:gd name="connsiteY245" fmla="*/ 461654 h 5940347"/>
              <a:gd name="connsiteX246" fmla="*/ 6465855 w 7047465"/>
              <a:gd name="connsiteY246" fmla="*/ 450669 h 5940347"/>
              <a:gd name="connsiteX247" fmla="*/ 5818502 w 7047465"/>
              <a:gd name="connsiteY247" fmla="*/ 447345 h 5940347"/>
              <a:gd name="connsiteX248" fmla="*/ 5771327 w 7047465"/>
              <a:gd name="connsiteY248" fmla="*/ 475415 h 5940347"/>
              <a:gd name="connsiteX249" fmla="*/ 5694885 w 7047465"/>
              <a:gd name="connsiteY249" fmla="*/ 569475 h 5940347"/>
              <a:gd name="connsiteX250" fmla="*/ 5696343 w 7047465"/>
              <a:gd name="connsiteY250" fmla="*/ 570933 h 5940347"/>
              <a:gd name="connsiteX251" fmla="*/ 5790425 w 7047465"/>
              <a:gd name="connsiteY251" fmla="*/ 494509 h 5940347"/>
              <a:gd name="connsiteX252" fmla="*/ 5818502 w 7047465"/>
              <a:gd name="connsiteY252" fmla="*/ 447345 h 5940347"/>
              <a:gd name="connsiteX253" fmla="*/ 5539698 w 7047465"/>
              <a:gd name="connsiteY253" fmla="*/ 447281 h 5940347"/>
              <a:gd name="connsiteX254" fmla="*/ 5567775 w 7047465"/>
              <a:gd name="connsiteY254" fmla="*/ 494445 h 5940347"/>
              <a:gd name="connsiteX255" fmla="*/ 5661857 w 7047465"/>
              <a:gd name="connsiteY255" fmla="*/ 570869 h 5940347"/>
              <a:gd name="connsiteX256" fmla="*/ 5661857 w 7047465"/>
              <a:gd name="connsiteY256" fmla="*/ 570882 h 5940347"/>
              <a:gd name="connsiteX257" fmla="*/ 5663315 w 7047465"/>
              <a:gd name="connsiteY257" fmla="*/ 569424 h 5940347"/>
              <a:gd name="connsiteX258" fmla="*/ 5586873 w 7047465"/>
              <a:gd name="connsiteY258" fmla="*/ 475364 h 5940347"/>
              <a:gd name="connsiteX259" fmla="*/ 5539698 w 7047465"/>
              <a:gd name="connsiteY259" fmla="*/ 447281 h 5940347"/>
              <a:gd name="connsiteX260" fmla="*/ 0 w 7047465"/>
              <a:gd name="connsiteY260" fmla="*/ 0 h 5940347"/>
              <a:gd name="connsiteX261" fmla="*/ 7047465 w 7047465"/>
              <a:gd name="connsiteY261" fmla="*/ 0 h 5940347"/>
              <a:gd name="connsiteX262" fmla="*/ 7047465 w 7047465"/>
              <a:gd name="connsiteY262" fmla="*/ 4925436 h 5940347"/>
              <a:gd name="connsiteX263" fmla="*/ 1325965 w 7047465"/>
              <a:gd name="connsiteY263" fmla="*/ 5936138 h 5940347"/>
              <a:gd name="connsiteX264" fmla="*/ 1009499 w 7047465"/>
              <a:gd name="connsiteY264" fmla="*/ 5714695 h 59403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7047465" h="5940347">
                <a:moveTo>
                  <a:pt x="6297865" y="652255"/>
                </a:moveTo>
                <a:cubicBezTo>
                  <a:pt x="6311168" y="652255"/>
                  <a:pt x="6320915" y="662767"/>
                  <a:pt x="6320915" y="677001"/>
                </a:cubicBezTo>
                <a:cubicBezTo>
                  <a:pt x="6320915" y="691235"/>
                  <a:pt x="6311168" y="701747"/>
                  <a:pt x="6297865" y="701747"/>
                </a:cubicBezTo>
                <a:cubicBezTo>
                  <a:pt x="6284562" y="701747"/>
                  <a:pt x="6274814" y="691235"/>
                  <a:pt x="6274814" y="677001"/>
                </a:cubicBezTo>
                <a:cubicBezTo>
                  <a:pt x="6274814" y="662767"/>
                  <a:pt x="6284562" y="652255"/>
                  <a:pt x="6297865" y="652255"/>
                </a:cubicBezTo>
                <a:close/>
                <a:moveTo>
                  <a:pt x="6072657" y="652255"/>
                </a:moveTo>
                <a:cubicBezTo>
                  <a:pt x="6085960" y="652255"/>
                  <a:pt x="6095707" y="662767"/>
                  <a:pt x="6095707" y="677001"/>
                </a:cubicBezTo>
                <a:cubicBezTo>
                  <a:pt x="6095707" y="691235"/>
                  <a:pt x="6085960" y="701747"/>
                  <a:pt x="6072657" y="701747"/>
                </a:cubicBezTo>
                <a:cubicBezTo>
                  <a:pt x="6059354" y="701747"/>
                  <a:pt x="6049607" y="691235"/>
                  <a:pt x="6049607" y="677001"/>
                </a:cubicBezTo>
                <a:cubicBezTo>
                  <a:pt x="6049607" y="662767"/>
                  <a:pt x="6059354" y="652255"/>
                  <a:pt x="6072657" y="652255"/>
                </a:cubicBezTo>
                <a:close/>
                <a:moveTo>
                  <a:pt x="6387892" y="651334"/>
                </a:moveTo>
                <a:cubicBezTo>
                  <a:pt x="6397792" y="651334"/>
                  <a:pt x="6405838" y="657217"/>
                  <a:pt x="6408153" y="668497"/>
                </a:cubicBezTo>
                <a:lnTo>
                  <a:pt x="6367323" y="668497"/>
                </a:lnTo>
                <a:cubicBezTo>
                  <a:pt x="6369792" y="657831"/>
                  <a:pt x="6377377" y="651334"/>
                  <a:pt x="6387892" y="651334"/>
                </a:cubicBezTo>
                <a:close/>
                <a:moveTo>
                  <a:pt x="6475744" y="636014"/>
                </a:moveTo>
                <a:cubicBezTo>
                  <a:pt x="6464142" y="636014"/>
                  <a:pt x="6456569" y="642510"/>
                  <a:pt x="6454088" y="651782"/>
                </a:cubicBezTo>
                <a:lnTo>
                  <a:pt x="6454088" y="637395"/>
                </a:lnTo>
                <a:lnTo>
                  <a:pt x="6436461" y="637395"/>
                </a:lnTo>
                <a:lnTo>
                  <a:pt x="6436461" y="716569"/>
                </a:lnTo>
                <a:lnTo>
                  <a:pt x="6436461" y="716594"/>
                </a:lnTo>
                <a:lnTo>
                  <a:pt x="6454088" y="716594"/>
                </a:lnTo>
                <a:lnTo>
                  <a:pt x="6454088" y="673446"/>
                </a:lnTo>
                <a:cubicBezTo>
                  <a:pt x="6454088" y="660299"/>
                  <a:pt x="6459652" y="654263"/>
                  <a:pt x="6473582" y="654263"/>
                </a:cubicBezTo>
                <a:lnTo>
                  <a:pt x="6477445" y="654263"/>
                </a:lnTo>
                <a:lnTo>
                  <a:pt x="6477445" y="636014"/>
                </a:lnTo>
                <a:close/>
                <a:moveTo>
                  <a:pt x="6294309" y="635259"/>
                </a:moveTo>
                <a:cubicBezTo>
                  <a:pt x="6273586" y="635259"/>
                  <a:pt x="6256574" y="652728"/>
                  <a:pt x="6256574" y="677014"/>
                </a:cubicBezTo>
                <a:cubicBezTo>
                  <a:pt x="6256574" y="701299"/>
                  <a:pt x="6273586" y="718768"/>
                  <a:pt x="6294309" y="718768"/>
                </a:cubicBezTo>
                <a:cubicBezTo>
                  <a:pt x="6306525" y="718768"/>
                  <a:pt x="6315658" y="713512"/>
                  <a:pt x="6320915" y="703460"/>
                </a:cubicBezTo>
                <a:lnTo>
                  <a:pt x="6320915" y="716607"/>
                </a:lnTo>
                <a:lnTo>
                  <a:pt x="6338555" y="716607"/>
                </a:lnTo>
                <a:lnTo>
                  <a:pt x="6338555" y="637433"/>
                </a:lnTo>
                <a:lnTo>
                  <a:pt x="6320915" y="637433"/>
                </a:lnTo>
                <a:lnTo>
                  <a:pt x="6320915" y="650567"/>
                </a:lnTo>
                <a:cubicBezTo>
                  <a:pt x="6315658" y="640515"/>
                  <a:pt x="6306525" y="635259"/>
                  <a:pt x="6294309" y="635259"/>
                </a:cubicBezTo>
                <a:close/>
                <a:moveTo>
                  <a:pt x="6072657" y="635247"/>
                </a:moveTo>
                <a:cubicBezTo>
                  <a:pt x="6049146" y="635247"/>
                  <a:pt x="6031353" y="652716"/>
                  <a:pt x="6031353" y="677001"/>
                </a:cubicBezTo>
                <a:cubicBezTo>
                  <a:pt x="6031353" y="701286"/>
                  <a:pt x="6049146" y="718755"/>
                  <a:pt x="6072657" y="718755"/>
                </a:cubicBezTo>
                <a:cubicBezTo>
                  <a:pt x="6096168" y="718755"/>
                  <a:pt x="6113961" y="701286"/>
                  <a:pt x="6113961" y="677001"/>
                </a:cubicBezTo>
                <a:cubicBezTo>
                  <a:pt x="6113961" y="652716"/>
                  <a:pt x="6096168" y="635247"/>
                  <a:pt x="6072657" y="635247"/>
                </a:cubicBezTo>
                <a:close/>
                <a:moveTo>
                  <a:pt x="6387904" y="635234"/>
                </a:moveTo>
                <a:cubicBezTo>
                  <a:pt x="6364701" y="635234"/>
                  <a:pt x="6348775" y="652869"/>
                  <a:pt x="6348775" y="676988"/>
                </a:cubicBezTo>
                <a:lnTo>
                  <a:pt x="6348762" y="677001"/>
                </a:lnTo>
                <a:cubicBezTo>
                  <a:pt x="6348762" y="701120"/>
                  <a:pt x="6365928" y="718755"/>
                  <a:pt x="6389286" y="718755"/>
                </a:cubicBezTo>
                <a:cubicBezTo>
                  <a:pt x="6403676" y="718755"/>
                  <a:pt x="6417286" y="711645"/>
                  <a:pt x="6423785" y="700967"/>
                </a:cubicBezTo>
                <a:lnTo>
                  <a:pt x="6411722" y="690761"/>
                </a:lnTo>
                <a:cubicBezTo>
                  <a:pt x="6407232" y="698191"/>
                  <a:pt x="6398879" y="702667"/>
                  <a:pt x="6389299" y="702667"/>
                </a:cubicBezTo>
                <a:cubicBezTo>
                  <a:pt x="6377697" y="702667"/>
                  <a:pt x="6369037" y="694777"/>
                  <a:pt x="6366875" y="682717"/>
                </a:cubicBezTo>
                <a:lnTo>
                  <a:pt x="6426113" y="682717"/>
                </a:lnTo>
                <a:cubicBezTo>
                  <a:pt x="6426420" y="680710"/>
                  <a:pt x="6426573" y="678382"/>
                  <a:pt x="6426573" y="676221"/>
                </a:cubicBezTo>
                <a:cubicBezTo>
                  <a:pt x="6426573" y="653483"/>
                  <a:pt x="6411108" y="635234"/>
                  <a:pt x="6387904" y="635234"/>
                </a:cubicBezTo>
                <a:close/>
                <a:moveTo>
                  <a:pt x="6148754" y="614516"/>
                </a:moveTo>
                <a:lnTo>
                  <a:pt x="6131114" y="619926"/>
                </a:lnTo>
                <a:lnTo>
                  <a:pt x="6131114" y="637395"/>
                </a:lnTo>
                <a:lnTo>
                  <a:pt x="6115803" y="637395"/>
                </a:lnTo>
                <a:lnTo>
                  <a:pt x="6115803" y="652549"/>
                </a:lnTo>
                <a:lnTo>
                  <a:pt x="6131114" y="652549"/>
                </a:lnTo>
                <a:lnTo>
                  <a:pt x="6131114" y="691362"/>
                </a:lnTo>
                <a:cubicBezTo>
                  <a:pt x="6131114" y="708525"/>
                  <a:pt x="6140554" y="718269"/>
                  <a:pt x="6156633" y="718269"/>
                </a:cubicBezTo>
                <a:cubicBezTo>
                  <a:pt x="6161123" y="718269"/>
                  <a:pt x="6165140" y="717809"/>
                  <a:pt x="6168082" y="716875"/>
                </a:cubicBezTo>
                <a:lnTo>
                  <a:pt x="6168095" y="716901"/>
                </a:lnTo>
                <a:lnTo>
                  <a:pt x="6168095" y="702054"/>
                </a:lnTo>
                <a:cubicBezTo>
                  <a:pt x="6166086" y="702361"/>
                  <a:pt x="6163298" y="702514"/>
                  <a:pt x="6161443" y="702514"/>
                </a:cubicBezTo>
                <a:cubicBezTo>
                  <a:pt x="6152783" y="702514"/>
                  <a:pt x="6148754" y="698025"/>
                  <a:pt x="6148754" y="689674"/>
                </a:cubicBezTo>
                <a:lnTo>
                  <a:pt x="6148754" y="652562"/>
                </a:lnTo>
                <a:lnTo>
                  <a:pt x="6168095" y="652562"/>
                </a:lnTo>
                <a:lnTo>
                  <a:pt x="6168095" y="637408"/>
                </a:lnTo>
                <a:lnTo>
                  <a:pt x="6148754" y="637408"/>
                </a:lnTo>
                <a:close/>
                <a:moveTo>
                  <a:pt x="6179863" y="608340"/>
                </a:moveTo>
                <a:lnTo>
                  <a:pt x="6179863" y="716594"/>
                </a:lnTo>
                <a:lnTo>
                  <a:pt x="6197477" y="716594"/>
                </a:lnTo>
                <a:lnTo>
                  <a:pt x="6197477" y="669584"/>
                </a:lnTo>
                <a:cubicBezTo>
                  <a:pt x="6197477" y="657371"/>
                  <a:pt x="6203975" y="650721"/>
                  <a:pt x="6213875" y="650721"/>
                </a:cubicBezTo>
                <a:cubicBezTo>
                  <a:pt x="6223776" y="650721"/>
                  <a:pt x="6229340" y="657371"/>
                  <a:pt x="6229340" y="668190"/>
                </a:cubicBezTo>
                <a:lnTo>
                  <a:pt x="6229340" y="716594"/>
                </a:lnTo>
                <a:lnTo>
                  <a:pt x="6246980" y="716594"/>
                </a:lnTo>
                <a:lnTo>
                  <a:pt x="6246980" y="665095"/>
                </a:lnTo>
                <a:cubicBezTo>
                  <a:pt x="6246980" y="644684"/>
                  <a:pt x="6235992" y="635247"/>
                  <a:pt x="6221154" y="635247"/>
                </a:cubicBezTo>
                <a:cubicBezTo>
                  <a:pt x="6208938" y="635247"/>
                  <a:pt x="6200892" y="641283"/>
                  <a:pt x="6197490" y="647933"/>
                </a:cubicBezTo>
                <a:lnTo>
                  <a:pt x="6197490" y="608340"/>
                </a:lnTo>
                <a:close/>
                <a:moveTo>
                  <a:pt x="5972116" y="606485"/>
                </a:moveTo>
                <a:cubicBezTo>
                  <a:pt x="5941019" y="606485"/>
                  <a:pt x="5917662" y="629991"/>
                  <a:pt x="5917662" y="662627"/>
                </a:cubicBezTo>
                <a:cubicBezTo>
                  <a:pt x="5917662" y="695263"/>
                  <a:pt x="5941019" y="718768"/>
                  <a:pt x="5969788" y="718768"/>
                </a:cubicBezTo>
                <a:cubicBezTo>
                  <a:pt x="5983091" y="718768"/>
                  <a:pt x="5995614" y="712579"/>
                  <a:pt x="6002892" y="702680"/>
                </a:cubicBezTo>
                <a:lnTo>
                  <a:pt x="6002892" y="716594"/>
                </a:lnTo>
                <a:lnTo>
                  <a:pt x="6020839" y="716594"/>
                </a:lnTo>
                <a:lnTo>
                  <a:pt x="6020839" y="659685"/>
                </a:lnTo>
                <a:lnTo>
                  <a:pt x="5973970" y="659685"/>
                </a:lnTo>
                <a:lnTo>
                  <a:pt x="5973970" y="677321"/>
                </a:lnTo>
                <a:lnTo>
                  <a:pt x="6001344" y="677321"/>
                </a:lnTo>
                <a:cubicBezTo>
                  <a:pt x="5998709" y="690621"/>
                  <a:pt x="5986954" y="699905"/>
                  <a:pt x="5972103" y="699905"/>
                </a:cubicBezTo>
                <a:cubicBezTo>
                  <a:pt x="5952608" y="699905"/>
                  <a:pt x="5938691" y="684137"/>
                  <a:pt x="5938691" y="662639"/>
                </a:cubicBezTo>
                <a:cubicBezTo>
                  <a:pt x="5938691" y="641142"/>
                  <a:pt x="5952608" y="625374"/>
                  <a:pt x="5972103" y="625374"/>
                </a:cubicBezTo>
                <a:cubicBezTo>
                  <a:pt x="5986020" y="625374"/>
                  <a:pt x="5996074" y="632331"/>
                  <a:pt x="6001498" y="642229"/>
                </a:cubicBezTo>
                <a:lnTo>
                  <a:pt x="6018203" y="631090"/>
                </a:lnTo>
                <a:cubicBezTo>
                  <a:pt x="6010004" y="615629"/>
                  <a:pt x="5992684" y="606498"/>
                  <a:pt x="5972103" y="606498"/>
                </a:cubicBezTo>
                <a:close/>
                <a:moveTo>
                  <a:pt x="5696202" y="601536"/>
                </a:moveTo>
                <a:lnTo>
                  <a:pt x="5696210" y="601541"/>
                </a:lnTo>
                <a:lnTo>
                  <a:pt x="5694757" y="602994"/>
                </a:lnTo>
                <a:cubicBezTo>
                  <a:pt x="5712499" y="630630"/>
                  <a:pt x="5736010" y="661872"/>
                  <a:pt x="5771199" y="697053"/>
                </a:cubicBezTo>
                <a:cubicBezTo>
                  <a:pt x="5796821" y="722669"/>
                  <a:pt x="5810623" y="732887"/>
                  <a:pt x="5818374" y="725124"/>
                </a:cubicBezTo>
                <a:cubicBezTo>
                  <a:pt x="5826126" y="717374"/>
                  <a:pt x="5815906" y="703576"/>
                  <a:pt x="5790284" y="677960"/>
                </a:cubicBezTo>
                <a:cubicBezTo>
                  <a:pt x="5772689" y="660369"/>
                  <a:pt x="5756080" y="645695"/>
                  <a:pt x="5740413" y="633202"/>
                </a:cubicBezTo>
                <a:lnTo>
                  <a:pt x="5696210" y="601541"/>
                </a:lnTo>
                <a:lnTo>
                  <a:pt x="5696215" y="601536"/>
                </a:lnTo>
                <a:close/>
                <a:moveTo>
                  <a:pt x="5592015" y="588556"/>
                </a:moveTo>
                <a:cubicBezTo>
                  <a:pt x="5570014" y="588556"/>
                  <a:pt x="5559691" y="590755"/>
                  <a:pt x="5559691" y="600257"/>
                </a:cubicBezTo>
                <a:cubicBezTo>
                  <a:pt x="5559691" y="609759"/>
                  <a:pt x="5570001" y="611958"/>
                  <a:pt x="5592015" y="611958"/>
                </a:cubicBezTo>
                <a:cubicBezTo>
                  <a:pt x="5616959" y="611958"/>
                  <a:pt x="5637336" y="608723"/>
                  <a:pt x="5654656" y="604183"/>
                </a:cubicBezTo>
                <a:cubicBezTo>
                  <a:pt x="5628791" y="621793"/>
                  <a:pt x="5600061" y="646782"/>
                  <a:pt x="5567494" y="678996"/>
                </a:cubicBezTo>
                <a:cubicBezTo>
                  <a:pt x="5541936" y="704279"/>
                  <a:pt x="5531678" y="717822"/>
                  <a:pt x="5539097" y="725163"/>
                </a:cubicBezTo>
                <a:cubicBezTo>
                  <a:pt x="5546516" y="732503"/>
                  <a:pt x="5560203" y="722349"/>
                  <a:pt x="5585760" y="697066"/>
                </a:cubicBezTo>
                <a:cubicBezTo>
                  <a:pt x="5618328" y="664839"/>
                  <a:pt x="5643578" y="636423"/>
                  <a:pt x="5661371" y="610833"/>
                </a:cubicBezTo>
                <a:cubicBezTo>
                  <a:pt x="5656830" y="628149"/>
                  <a:pt x="5653581" y="648534"/>
                  <a:pt x="5653581" y="673510"/>
                </a:cubicBezTo>
                <a:cubicBezTo>
                  <a:pt x="5653581" y="695506"/>
                  <a:pt x="5655781" y="705814"/>
                  <a:pt x="5665285" y="705814"/>
                </a:cubicBezTo>
                <a:cubicBezTo>
                  <a:pt x="5674789" y="705814"/>
                  <a:pt x="5676990" y="695506"/>
                  <a:pt x="5676990" y="673510"/>
                </a:cubicBezTo>
                <a:cubicBezTo>
                  <a:pt x="5676990" y="643290"/>
                  <a:pt x="5672257" y="619772"/>
                  <a:pt x="5666181" y="600295"/>
                </a:cubicBezTo>
                <a:cubicBezTo>
                  <a:pt x="5666104" y="600027"/>
                  <a:pt x="5665963" y="599835"/>
                  <a:pt x="5665797" y="599707"/>
                </a:cubicBezTo>
                <a:lnTo>
                  <a:pt x="5665784" y="599694"/>
                </a:lnTo>
                <a:cubicBezTo>
                  <a:pt x="5665656" y="599554"/>
                  <a:pt x="5665477" y="599438"/>
                  <a:pt x="5665247" y="599362"/>
                </a:cubicBezTo>
                <a:cubicBezTo>
                  <a:pt x="5645753" y="593300"/>
                  <a:pt x="5622242" y="588556"/>
                  <a:pt x="5592015" y="588556"/>
                </a:cubicBezTo>
                <a:close/>
                <a:moveTo>
                  <a:pt x="5778874" y="575550"/>
                </a:moveTo>
                <a:cubicBezTo>
                  <a:pt x="5746013" y="575550"/>
                  <a:pt x="5720442" y="580294"/>
                  <a:pt x="5699260" y="586356"/>
                </a:cubicBezTo>
                <a:cubicBezTo>
                  <a:pt x="5698147" y="586676"/>
                  <a:pt x="5698147" y="587827"/>
                  <a:pt x="5699260" y="588146"/>
                </a:cubicBezTo>
                <a:cubicBezTo>
                  <a:pt x="5720442" y="594208"/>
                  <a:pt x="5746026" y="598940"/>
                  <a:pt x="5778874" y="598940"/>
                </a:cubicBezTo>
                <a:cubicBezTo>
                  <a:pt x="5802794" y="598940"/>
                  <a:pt x="5814013" y="596740"/>
                  <a:pt x="5814013" y="587251"/>
                </a:cubicBezTo>
                <a:cubicBezTo>
                  <a:pt x="5814013" y="577762"/>
                  <a:pt x="5802794" y="575550"/>
                  <a:pt x="5778874" y="575550"/>
                </a:cubicBezTo>
                <a:close/>
                <a:moveTo>
                  <a:pt x="5944575" y="515162"/>
                </a:moveTo>
                <a:lnTo>
                  <a:pt x="5975518" y="515162"/>
                </a:lnTo>
                <a:cubicBezTo>
                  <a:pt x="5986186" y="515162"/>
                  <a:pt x="5992377" y="520418"/>
                  <a:pt x="5992377" y="529395"/>
                </a:cubicBezTo>
                <a:cubicBezTo>
                  <a:pt x="5992377" y="538373"/>
                  <a:pt x="5986186" y="543629"/>
                  <a:pt x="5975518" y="543629"/>
                </a:cubicBezTo>
                <a:lnTo>
                  <a:pt x="5975518" y="543616"/>
                </a:lnTo>
                <a:lnTo>
                  <a:pt x="5944575" y="543616"/>
                </a:lnTo>
                <a:close/>
                <a:moveTo>
                  <a:pt x="6526180" y="497526"/>
                </a:moveTo>
                <a:cubicBezTo>
                  <a:pt x="6539483" y="497526"/>
                  <a:pt x="6549230" y="508038"/>
                  <a:pt x="6549230" y="522272"/>
                </a:cubicBezTo>
                <a:cubicBezTo>
                  <a:pt x="6549230" y="536506"/>
                  <a:pt x="6539483" y="547018"/>
                  <a:pt x="6526180" y="547018"/>
                </a:cubicBezTo>
                <a:cubicBezTo>
                  <a:pt x="6512877" y="547018"/>
                  <a:pt x="6503130" y="536506"/>
                  <a:pt x="6503130" y="522272"/>
                </a:cubicBezTo>
                <a:cubicBezTo>
                  <a:pt x="6503130" y="508038"/>
                  <a:pt x="6512877" y="497526"/>
                  <a:pt x="6526180" y="497526"/>
                </a:cubicBezTo>
                <a:close/>
                <a:moveTo>
                  <a:pt x="6063383" y="497526"/>
                </a:moveTo>
                <a:cubicBezTo>
                  <a:pt x="6076686" y="497526"/>
                  <a:pt x="6086433" y="508038"/>
                  <a:pt x="6086433" y="522272"/>
                </a:cubicBezTo>
                <a:cubicBezTo>
                  <a:pt x="6086433" y="536506"/>
                  <a:pt x="6076686" y="547018"/>
                  <a:pt x="6063383" y="547018"/>
                </a:cubicBezTo>
                <a:cubicBezTo>
                  <a:pt x="6050080" y="547018"/>
                  <a:pt x="6040333" y="536506"/>
                  <a:pt x="6040333" y="522272"/>
                </a:cubicBezTo>
                <a:cubicBezTo>
                  <a:pt x="6040333" y="508038"/>
                  <a:pt x="6050080" y="497526"/>
                  <a:pt x="6063383" y="497526"/>
                </a:cubicBezTo>
                <a:close/>
                <a:moveTo>
                  <a:pt x="6328346" y="496606"/>
                </a:moveTo>
                <a:cubicBezTo>
                  <a:pt x="6338247" y="496606"/>
                  <a:pt x="6346293" y="502488"/>
                  <a:pt x="6348608" y="513768"/>
                </a:cubicBezTo>
                <a:lnTo>
                  <a:pt x="6307778" y="513768"/>
                </a:lnTo>
                <a:cubicBezTo>
                  <a:pt x="6310246" y="503102"/>
                  <a:pt x="6317832" y="496606"/>
                  <a:pt x="6328346" y="496606"/>
                </a:cubicBezTo>
                <a:close/>
                <a:moveTo>
                  <a:pt x="6457042" y="482692"/>
                </a:moveTo>
                <a:lnTo>
                  <a:pt x="6457042" y="561865"/>
                </a:lnTo>
                <a:lnTo>
                  <a:pt x="6474681" y="561865"/>
                </a:lnTo>
                <a:lnTo>
                  <a:pt x="6474681" y="482692"/>
                </a:lnTo>
                <a:close/>
                <a:moveTo>
                  <a:pt x="6156966" y="481298"/>
                </a:moveTo>
                <a:cubicBezTo>
                  <a:pt x="6145364" y="481298"/>
                  <a:pt x="6137791" y="487794"/>
                  <a:pt x="6135310" y="497079"/>
                </a:cubicBezTo>
                <a:lnTo>
                  <a:pt x="6135310" y="482692"/>
                </a:lnTo>
                <a:lnTo>
                  <a:pt x="6117670" y="482692"/>
                </a:lnTo>
                <a:lnTo>
                  <a:pt x="6117670" y="561865"/>
                </a:lnTo>
                <a:lnTo>
                  <a:pt x="6135310" y="561865"/>
                </a:lnTo>
                <a:lnTo>
                  <a:pt x="6135310" y="518717"/>
                </a:lnTo>
                <a:cubicBezTo>
                  <a:pt x="6135310" y="505570"/>
                  <a:pt x="6140874" y="499547"/>
                  <a:pt x="6154804" y="499547"/>
                </a:cubicBezTo>
                <a:lnTo>
                  <a:pt x="6158667" y="499547"/>
                </a:lnTo>
                <a:lnTo>
                  <a:pt x="6158667" y="481298"/>
                </a:lnTo>
                <a:close/>
                <a:moveTo>
                  <a:pt x="6522624" y="480530"/>
                </a:moveTo>
                <a:cubicBezTo>
                  <a:pt x="6501902" y="480530"/>
                  <a:pt x="6484876" y="497999"/>
                  <a:pt x="6484876" y="522285"/>
                </a:cubicBezTo>
                <a:cubicBezTo>
                  <a:pt x="6484876" y="546570"/>
                  <a:pt x="6501889" y="564039"/>
                  <a:pt x="6522624" y="564039"/>
                </a:cubicBezTo>
                <a:cubicBezTo>
                  <a:pt x="6534840" y="564039"/>
                  <a:pt x="6543973" y="558783"/>
                  <a:pt x="6549230" y="548732"/>
                </a:cubicBezTo>
                <a:lnTo>
                  <a:pt x="6549230" y="561878"/>
                </a:lnTo>
                <a:lnTo>
                  <a:pt x="6566857" y="561878"/>
                </a:lnTo>
                <a:lnTo>
                  <a:pt x="6566857" y="482704"/>
                </a:lnTo>
                <a:lnTo>
                  <a:pt x="6549230" y="482704"/>
                </a:lnTo>
                <a:lnTo>
                  <a:pt x="6549230" y="495838"/>
                </a:lnTo>
                <a:cubicBezTo>
                  <a:pt x="6543973" y="485786"/>
                  <a:pt x="6534840" y="480530"/>
                  <a:pt x="6522624" y="480530"/>
                </a:cubicBezTo>
                <a:close/>
                <a:moveTo>
                  <a:pt x="6059814" y="480530"/>
                </a:moveTo>
                <a:cubicBezTo>
                  <a:pt x="6039092" y="480530"/>
                  <a:pt x="6022066" y="497999"/>
                  <a:pt x="6022066" y="522285"/>
                </a:cubicBezTo>
                <a:cubicBezTo>
                  <a:pt x="6022066" y="546570"/>
                  <a:pt x="6039079" y="564039"/>
                  <a:pt x="6059814" y="564039"/>
                </a:cubicBezTo>
                <a:cubicBezTo>
                  <a:pt x="6072030" y="564039"/>
                  <a:pt x="6081163" y="558783"/>
                  <a:pt x="6086420" y="548732"/>
                </a:cubicBezTo>
                <a:lnTo>
                  <a:pt x="6086420" y="561878"/>
                </a:lnTo>
                <a:lnTo>
                  <a:pt x="6104047" y="561878"/>
                </a:lnTo>
                <a:lnTo>
                  <a:pt x="6104047" y="482704"/>
                </a:lnTo>
                <a:lnTo>
                  <a:pt x="6086420" y="482704"/>
                </a:lnTo>
                <a:lnTo>
                  <a:pt x="6086420" y="495838"/>
                </a:lnTo>
                <a:cubicBezTo>
                  <a:pt x="6081163" y="485786"/>
                  <a:pt x="6072030" y="480530"/>
                  <a:pt x="6059814" y="480530"/>
                </a:cubicBezTo>
                <a:close/>
                <a:moveTo>
                  <a:pt x="6418220" y="480518"/>
                </a:moveTo>
                <a:cubicBezTo>
                  <a:pt x="6406004" y="480518"/>
                  <a:pt x="6397958" y="486554"/>
                  <a:pt x="6394555" y="493204"/>
                </a:cubicBezTo>
                <a:lnTo>
                  <a:pt x="6394555" y="482692"/>
                </a:lnTo>
                <a:lnTo>
                  <a:pt x="6376929" y="482692"/>
                </a:lnTo>
                <a:lnTo>
                  <a:pt x="6376929" y="561865"/>
                </a:lnTo>
                <a:lnTo>
                  <a:pt x="6394543" y="561865"/>
                </a:lnTo>
                <a:lnTo>
                  <a:pt x="6394543" y="514855"/>
                </a:lnTo>
                <a:cubicBezTo>
                  <a:pt x="6394543" y="502642"/>
                  <a:pt x="6401041" y="495992"/>
                  <a:pt x="6410941" y="495992"/>
                </a:cubicBezTo>
                <a:cubicBezTo>
                  <a:pt x="6420842" y="495992"/>
                  <a:pt x="6426406" y="502642"/>
                  <a:pt x="6426406" y="513461"/>
                </a:cubicBezTo>
                <a:lnTo>
                  <a:pt x="6426406" y="561865"/>
                </a:lnTo>
                <a:lnTo>
                  <a:pt x="6444046" y="561865"/>
                </a:lnTo>
                <a:lnTo>
                  <a:pt x="6444046" y="510366"/>
                </a:lnTo>
                <a:cubicBezTo>
                  <a:pt x="6444046" y="489955"/>
                  <a:pt x="6433058" y="480518"/>
                  <a:pt x="6418220" y="480518"/>
                </a:cubicBezTo>
                <a:close/>
                <a:moveTo>
                  <a:pt x="6328359" y="480518"/>
                </a:moveTo>
                <a:cubicBezTo>
                  <a:pt x="6305155" y="480518"/>
                  <a:pt x="6289217" y="498140"/>
                  <a:pt x="6289217" y="522272"/>
                </a:cubicBezTo>
                <a:cubicBezTo>
                  <a:pt x="6289217" y="546391"/>
                  <a:pt x="6306383" y="564026"/>
                  <a:pt x="6329741" y="564026"/>
                </a:cubicBezTo>
                <a:cubicBezTo>
                  <a:pt x="6344131" y="564026"/>
                  <a:pt x="6357741" y="556916"/>
                  <a:pt x="6364240" y="546238"/>
                </a:cubicBezTo>
                <a:lnTo>
                  <a:pt x="6352177" y="536032"/>
                </a:lnTo>
                <a:cubicBezTo>
                  <a:pt x="6347687" y="543450"/>
                  <a:pt x="6339334" y="547939"/>
                  <a:pt x="6329754" y="547939"/>
                </a:cubicBezTo>
                <a:cubicBezTo>
                  <a:pt x="6318152" y="547939"/>
                  <a:pt x="6309492" y="540048"/>
                  <a:pt x="6307330" y="527988"/>
                </a:cubicBezTo>
                <a:lnTo>
                  <a:pt x="6366567" y="527988"/>
                </a:lnTo>
                <a:cubicBezTo>
                  <a:pt x="6366875" y="525981"/>
                  <a:pt x="6367028" y="523653"/>
                  <a:pt x="6367028" y="521492"/>
                </a:cubicBezTo>
                <a:cubicBezTo>
                  <a:pt x="6367028" y="498754"/>
                  <a:pt x="6351563" y="480518"/>
                  <a:pt x="6328359" y="480518"/>
                </a:cubicBezTo>
                <a:close/>
                <a:moveTo>
                  <a:pt x="6208017" y="480518"/>
                </a:moveTo>
                <a:cubicBezTo>
                  <a:pt x="6196568" y="480518"/>
                  <a:pt x="6188996" y="486554"/>
                  <a:pt x="6185593" y="493204"/>
                </a:cubicBezTo>
                <a:lnTo>
                  <a:pt x="6185593" y="482692"/>
                </a:lnTo>
                <a:lnTo>
                  <a:pt x="6167954" y="482692"/>
                </a:lnTo>
                <a:lnTo>
                  <a:pt x="6167954" y="561865"/>
                </a:lnTo>
                <a:lnTo>
                  <a:pt x="6185580" y="561865"/>
                </a:lnTo>
                <a:lnTo>
                  <a:pt x="6185580" y="514855"/>
                </a:lnTo>
                <a:cubicBezTo>
                  <a:pt x="6185580" y="502642"/>
                  <a:pt x="6191618" y="495992"/>
                  <a:pt x="6200738" y="495992"/>
                </a:cubicBezTo>
                <a:cubicBezTo>
                  <a:pt x="6209859" y="495992"/>
                  <a:pt x="6214975" y="502642"/>
                  <a:pt x="6214975" y="513461"/>
                </a:cubicBezTo>
                <a:lnTo>
                  <a:pt x="6214975" y="561865"/>
                </a:lnTo>
                <a:lnTo>
                  <a:pt x="6232602" y="561865"/>
                </a:lnTo>
                <a:lnTo>
                  <a:pt x="6232602" y="513154"/>
                </a:lnTo>
                <a:cubicBezTo>
                  <a:pt x="6232602" y="502642"/>
                  <a:pt x="6238640" y="495992"/>
                  <a:pt x="6247760" y="495992"/>
                </a:cubicBezTo>
                <a:cubicBezTo>
                  <a:pt x="6256880" y="495992"/>
                  <a:pt x="6261997" y="502642"/>
                  <a:pt x="6261997" y="513461"/>
                </a:cubicBezTo>
                <a:lnTo>
                  <a:pt x="6261997" y="561865"/>
                </a:lnTo>
                <a:lnTo>
                  <a:pt x="6279636" y="561865"/>
                </a:lnTo>
                <a:lnTo>
                  <a:pt x="6279636" y="510366"/>
                </a:lnTo>
                <a:cubicBezTo>
                  <a:pt x="6279636" y="489955"/>
                  <a:pt x="6269122" y="480518"/>
                  <a:pt x="6253490" y="480518"/>
                </a:cubicBezTo>
                <a:cubicBezTo>
                  <a:pt x="6242976" y="480518"/>
                  <a:pt x="6234776" y="485160"/>
                  <a:pt x="6229673" y="494125"/>
                </a:cubicBezTo>
                <a:cubicBezTo>
                  <a:pt x="6225503" y="484840"/>
                  <a:pt x="6217610" y="480518"/>
                  <a:pt x="6208017" y="480518"/>
                </a:cubicBezTo>
                <a:close/>
                <a:moveTo>
                  <a:pt x="5944575" y="471860"/>
                </a:moveTo>
                <a:lnTo>
                  <a:pt x="5974584" y="471860"/>
                </a:lnTo>
                <a:cubicBezTo>
                  <a:pt x="5984178" y="471860"/>
                  <a:pt x="5989742" y="476502"/>
                  <a:pt x="5989742" y="484380"/>
                </a:cubicBezTo>
                <a:cubicBezTo>
                  <a:pt x="5989742" y="492257"/>
                  <a:pt x="5984178" y="496912"/>
                  <a:pt x="5974584" y="496912"/>
                </a:cubicBezTo>
                <a:lnTo>
                  <a:pt x="5944575" y="496912"/>
                </a:lnTo>
                <a:close/>
                <a:moveTo>
                  <a:pt x="5679804" y="462793"/>
                </a:moveTo>
                <a:cubicBezTo>
                  <a:pt x="5670312" y="462793"/>
                  <a:pt x="5668112" y="472934"/>
                  <a:pt x="5668112" y="494560"/>
                </a:cubicBezTo>
                <a:cubicBezTo>
                  <a:pt x="5668112" y="524268"/>
                  <a:pt x="5672845" y="547389"/>
                  <a:pt x="5678921" y="566534"/>
                </a:cubicBezTo>
                <a:cubicBezTo>
                  <a:pt x="5679241" y="567544"/>
                  <a:pt x="5680379" y="567544"/>
                  <a:pt x="5680699" y="566534"/>
                </a:cubicBezTo>
                <a:cubicBezTo>
                  <a:pt x="5686762" y="547377"/>
                  <a:pt x="5691508" y="524268"/>
                  <a:pt x="5691508" y="494560"/>
                </a:cubicBezTo>
                <a:cubicBezTo>
                  <a:pt x="5691508" y="472934"/>
                  <a:pt x="5689308" y="462793"/>
                  <a:pt x="5679804" y="462793"/>
                </a:cubicBezTo>
                <a:close/>
                <a:moveTo>
                  <a:pt x="5924467" y="453623"/>
                </a:moveTo>
                <a:lnTo>
                  <a:pt x="5924467" y="561865"/>
                </a:lnTo>
                <a:lnTo>
                  <a:pt x="5977833" y="561865"/>
                </a:lnTo>
                <a:cubicBezTo>
                  <a:pt x="6000257" y="561865"/>
                  <a:pt x="6013406" y="550573"/>
                  <a:pt x="6013406" y="531403"/>
                </a:cubicBezTo>
                <a:cubicBezTo>
                  <a:pt x="6013406" y="518256"/>
                  <a:pt x="6006141" y="509445"/>
                  <a:pt x="5994539" y="505583"/>
                </a:cubicBezTo>
                <a:cubicBezTo>
                  <a:pt x="6004593" y="501721"/>
                  <a:pt x="6010784" y="492743"/>
                  <a:pt x="6010784" y="481771"/>
                </a:cubicBezTo>
                <a:cubicBezTo>
                  <a:pt x="6010784" y="464135"/>
                  <a:pt x="5998415" y="453623"/>
                  <a:pt x="5977373" y="453623"/>
                </a:cubicBezTo>
                <a:close/>
                <a:moveTo>
                  <a:pt x="6465855" y="450669"/>
                </a:moveTo>
                <a:cubicBezTo>
                  <a:pt x="6459818" y="450669"/>
                  <a:pt x="6454867" y="455618"/>
                  <a:pt x="6454867" y="461654"/>
                </a:cubicBezTo>
                <a:cubicBezTo>
                  <a:pt x="6454867" y="467691"/>
                  <a:pt x="6459818" y="472640"/>
                  <a:pt x="6465855" y="472640"/>
                </a:cubicBezTo>
                <a:cubicBezTo>
                  <a:pt x="6471893" y="472640"/>
                  <a:pt x="6476843" y="467691"/>
                  <a:pt x="6476843" y="461654"/>
                </a:cubicBezTo>
                <a:cubicBezTo>
                  <a:pt x="6476843" y="455618"/>
                  <a:pt x="6471893" y="450669"/>
                  <a:pt x="6465855" y="450669"/>
                </a:cubicBezTo>
                <a:close/>
                <a:moveTo>
                  <a:pt x="5818502" y="447345"/>
                </a:moveTo>
                <a:cubicBezTo>
                  <a:pt x="5810751" y="439595"/>
                  <a:pt x="5796949" y="449813"/>
                  <a:pt x="5771327" y="475415"/>
                </a:cubicBezTo>
                <a:cubicBezTo>
                  <a:pt x="5736138" y="510597"/>
                  <a:pt x="5712614" y="541839"/>
                  <a:pt x="5694885" y="569475"/>
                </a:cubicBezTo>
                <a:cubicBezTo>
                  <a:pt x="5693951" y="570933"/>
                  <a:pt x="5694885" y="571867"/>
                  <a:pt x="5696343" y="570933"/>
                </a:cubicBezTo>
                <a:cubicBezTo>
                  <a:pt x="5723986" y="553195"/>
                  <a:pt x="5755235" y="529690"/>
                  <a:pt x="5790425" y="494509"/>
                </a:cubicBezTo>
                <a:cubicBezTo>
                  <a:pt x="5816046" y="468893"/>
                  <a:pt x="5826267" y="455094"/>
                  <a:pt x="5818502" y="447345"/>
                </a:cubicBezTo>
                <a:close/>
                <a:moveTo>
                  <a:pt x="5539698" y="447281"/>
                </a:moveTo>
                <a:cubicBezTo>
                  <a:pt x="5531946" y="455031"/>
                  <a:pt x="5542167" y="468829"/>
                  <a:pt x="5567775" y="494445"/>
                </a:cubicBezTo>
                <a:cubicBezTo>
                  <a:pt x="5602965" y="529626"/>
                  <a:pt x="5634215" y="553144"/>
                  <a:pt x="5661857" y="570869"/>
                </a:cubicBezTo>
                <a:lnTo>
                  <a:pt x="5661857" y="570882"/>
                </a:lnTo>
                <a:cubicBezTo>
                  <a:pt x="5663315" y="571815"/>
                  <a:pt x="5664249" y="570882"/>
                  <a:pt x="5663315" y="569424"/>
                </a:cubicBezTo>
                <a:cubicBezTo>
                  <a:pt x="5645573" y="541788"/>
                  <a:pt x="5622063" y="510546"/>
                  <a:pt x="5586873" y="475364"/>
                </a:cubicBezTo>
                <a:cubicBezTo>
                  <a:pt x="5561264" y="449749"/>
                  <a:pt x="5547450" y="439531"/>
                  <a:pt x="5539698" y="447281"/>
                </a:cubicBezTo>
                <a:close/>
                <a:moveTo>
                  <a:pt x="0" y="0"/>
                </a:moveTo>
                <a:lnTo>
                  <a:pt x="7047465" y="0"/>
                </a:lnTo>
                <a:lnTo>
                  <a:pt x="7047465" y="4925436"/>
                </a:lnTo>
                <a:lnTo>
                  <a:pt x="1325965" y="5936138"/>
                </a:lnTo>
                <a:cubicBezTo>
                  <a:pt x="1177425" y="5962377"/>
                  <a:pt x="1035739" y="5863234"/>
                  <a:pt x="1009499" y="5714695"/>
                </a:cubicBezTo>
                <a:close/>
              </a:path>
            </a:pathLst>
          </a:custGeom>
          <a:solidFill>
            <a:schemeClr val="bg1">
              <a:lumMod val="65000"/>
            </a:schemeClr>
          </a:solidFill>
        </p:spPr>
        <p:txBody>
          <a:bodyPr wrap="square" anchor="ctr">
            <a:noAutofit/>
          </a:bodyPr>
          <a:lstStyle>
            <a:lvl1pPr algn="ctr">
              <a:defRPr/>
            </a:lvl1pPr>
          </a:lstStyle>
          <a:p>
            <a:r>
              <a:rPr lang="de-DE"/>
              <a:t>Bild durch Klicken auf Symbol hinzufügen</a:t>
            </a:r>
          </a:p>
        </p:txBody>
      </p:sp>
      <p:sp>
        <p:nvSpPr>
          <p:cNvPr id="13" name="Textplatzhalter 10">
            <a:extLst>
              <a:ext uri="{FF2B5EF4-FFF2-40B4-BE49-F238E27FC236}">
                <a16:creationId xmlns:a16="http://schemas.microsoft.com/office/drawing/2014/main" id="{B31C7E95-6BF9-C826-9639-C64C873AFBFB}"/>
              </a:ext>
            </a:extLst>
          </p:cNvPr>
          <p:cNvSpPr>
            <a:spLocks noGrp="1"/>
          </p:cNvSpPr>
          <p:nvPr>
            <p:ph type="body" sz="quarter" idx="13" hasCustomPrompt="1"/>
          </p:nvPr>
        </p:nvSpPr>
        <p:spPr>
          <a:xfrm>
            <a:off x="479425" y="6054737"/>
            <a:ext cx="11233150" cy="261284"/>
          </a:xfrm>
        </p:spPr>
        <p:txBody>
          <a:bodyPr>
            <a:noAutofit/>
          </a:bodyPr>
          <a:lstStyle>
            <a:lvl1pPr>
              <a:defRPr sz="800">
                <a:solidFill>
                  <a:schemeClr val="bg1">
                    <a:alpha val="50000"/>
                  </a:schemeClr>
                </a:solidFill>
              </a:defRPr>
            </a:lvl1pPr>
          </a:lstStyle>
          <a:p>
            <a:pPr lvl="0"/>
            <a:r>
              <a:rPr lang="de-DE" dirty="0"/>
              <a:t>Quelle:</a:t>
            </a:r>
          </a:p>
        </p:txBody>
      </p:sp>
    </p:spTree>
    <p:extLst>
      <p:ext uri="{BB962C8B-B14F-4D97-AF65-F5344CB8AC3E}">
        <p14:creationId xmlns:p14="http://schemas.microsoft.com/office/powerpoint/2010/main" val="340277492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Titel und Inhalt Ecke unten">
    <p:bg>
      <p:bgPr>
        <a:solidFill>
          <a:schemeClr val="bg1"/>
        </a:solidFill>
        <a:effectLst/>
      </p:bgPr>
    </p:bg>
    <p:spTree>
      <p:nvGrpSpPr>
        <p:cNvPr id="1" name=""/>
        <p:cNvGrpSpPr/>
        <p:nvPr/>
      </p:nvGrpSpPr>
      <p:grpSpPr>
        <a:xfrm>
          <a:off x="0" y="0"/>
          <a:ext cx="0" cy="0"/>
          <a:chOff x="0" y="0"/>
          <a:chExt cx="0" cy="0"/>
        </a:xfrm>
      </p:grpSpPr>
      <p:sp>
        <p:nvSpPr>
          <p:cNvPr id="16" name="Freihandform 15">
            <a:extLst>
              <a:ext uri="{FF2B5EF4-FFF2-40B4-BE49-F238E27FC236}">
                <a16:creationId xmlns:a16="http://schemas.microsoft.com/office/drawing/2014/main" id="{648B0794-7A41-E49E-A4FF-71A653ECEFC1}"/>
              </a:ext>
            </a:extLst>
          </p:cNvPr>
          <p:cNvSpPr/>
          <p:nvPr/>
        </p:nvSpPr>
        <p:spPr>
          <a:xfrm rot="10600040">
            <a:off x="-159409" y="1044605"/>
            <a:ext cx="5731678" cy="5985057"/>
          </a:xfrm>
          <a:custGeom>
            <a:avLst/>
            <a:gdLst>
              <a:gd name="connsiteX0" fmla="*/ 413174 w 5731678"/>
              <a:gd name="connsiteY0" fmla="*/ 5985057 h 5985057"/>
              <a:gd name="connsiteX1" fmla="*/ 0 w 5731678"/>
              <a:gd name="connsiteY1" fmla="*/ 5571883 h 5985057"/>
              <a:gd name="connsiteX2" fmla="*/ 0 w 5731678"/>
              <a:gd name="connsiteY2" fmla="*/ 0 h 5985057"/>
              <a:gd name="connsiteX3" fmla="*/ 5731678 w 5731678"/>
              <a:gd name="connsiteY3" fmla="*/ 333766 h 5985057"/>
              <a:gd name="connsiteX4" fmla="*/ 5402593 w 5731678"/>
              <a:gd name="connsiteY4" fmla="*/ 5985057 h 59850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31678" h="5985057">
                <a:moveTo>
                  <a:pt x="413174" y="5985057"/>
                </a:moveTo>
                <a:cubicBezTo>
                  <a:pt x="184984" y="5985057"/>
                  <a:pt x="0" y="5800073"/>
                  <a:pt x="0" y="5571883"/>
                </a:cubicBezTo>
                <a:lnTo>
                  <a:pt x="0" y="0"/>
                </a:lnTo>
                <a:lnTo>
                  <a:pt x="5731678" y="333766"/>
                </a:lnTo>
                <a:lnTo>
                  <a:pt x="5402593" y="5985057"/>
                </a:lnTo>
                <a:close/>
              </a:path>
            </a:pathLst>
          </a:custGeom>
          <a:solidFill>
            <a:schemeClr val="accent2"/>
          </a:solidFill>
          <a:ln w="9604" cap="flat">
            <a:noFill/>
            <a:prstDash val="solid"/>
            <a:miter/>
          </a:ln>
        </p:spPr>
        <p:txBody>
          <a:bodyPr wrap="square" rtlCol="0" anchor="ctr">
            <a:noAutofit/>
          </a:bodyPr>
          <a:lstStyle/>
          <a:p>
            <a:endParaRPr lang="de-DE"/>
          </a:p>
        </p:txBody>
      </p:sp>
      <p:sp>
        <p:nvSpPr>
          <p:cNvPr id="14" name="Freihandform 13">
            <a:extLst>
              <a:ext uri="{FF2B5EF4-FFF2-40B4-BE49-F238E27FC236}">
                <a16:creationId xmlns:a16="http://schemas.microsoft.com/office/drawing/2014/main" id="{A5804A8C-186F-ED77-1C47-62A89C1FA9CB}"/>
              </a:ext>
            </a:extLst>
          </p:cNvPr>
          <p:cNvSpPr/>
          <p:nvPr/>
        </p:nvSpPr>
        <p:spPr>
          <a:xfrm rot="10360575">
            <a:off x="-309188" y="1221267"/>
            <a:ext cx="6267934" cy="6060962"/>
          </a:xfrm>
          <a:custGeom>
            <a:avLst/>
            <a:gdLst>
              <a:gd name="connsiteX0" fmla="*/ 329944 w 6267934"/>
              <a:gd name="connsiteY0" fmla="*/ 6052567 h 6060962"/>
              <a:gd name="connsiteX1" fmla="*/ 0 w 6267934"/>
              <a:gd name="connsiteY1" fmla="*/ 5647739 h 6060962"/>
              <a:gd name="connsiteX2" fmla="*/ 0 w 6267934"/>
              <a:gd name="connsiteY2" fmla="*/ 0 h 6060962"/>
              <a:gd name="connsiteX3" fmla="*/ 6267934 w 6267934"/>
              <a:gd name="connsiteY3" fmla="*/ 805582 h 6060962"/>
              <a:gd name="connsiteX4" fmla="*/ 5592490 w 6267934"/>
              <a:gd name="connsiteY4" fmla="*/ 6060962 h 6060962"/>
              <a:gd name="connsiteX5" fmla="*/ 413223 w 6267934"/>
              <a:gd name="connsiteY5" fmla="*/ 6060962 h 6060962"/>
              <a:gd name="connsiteX6" fmla="*/ 329944 w 6267934"/>
              <a:gd name="connsiteY6" fmla="*/ 6052567 h 6060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67934" h="6060962">
                <a:moveTo>
                  <a:pt x="329944" y="6052567"/>
                </a:moveTo>
                <a:cubicBezTo>
                  <a:pt x="141645" y="6014035"/>
                  <a:pt x="0" y="5847429"/>
                  <a:pt x="0" y="5647739"/>
                </a:cubicBezTo>
                <a:lnTo>
                  <a:pt x="0" y="0"/>
                </a:lnTo>
                <a:lnTo>
                  <a:pt x="6267934" y="805582"/>
                </a:lnTo>
                <a:lnTo>
                  <a:pt x="5592490" y="6060962"/>
                </a:lnTo>
                <a:lnTo>
                  <a:pt x="413223" y="6060962"/>
                </a:lnTo>
                <a:cubicBezTo>
                  <a:pt x="384696" y="6060962"/>
                  <a:pt x="356844" y="6058071"/>
                  <a:pt x="329944" y="6052567"/>
                </a:cubicBezTo>
                <a:close/>
              </a:path>
            </a:pathLst>
          </a:custGeom>
          <a:solidFill>
            <a:srgbClr val="002641"/>
          </a:solidFill>
          <a:ln w="9605" cap="flat">
            <a:noFill/>
            <a:prstDash val="solid"/>
            <a:miter/>
          </a:ln>
        </p:spPr>
        <p:txBody>
          <a:bodyPr wrap="square" rtlCol="0" anchor="ctr">
            <a:noAutofit/>
          </a:bodyPr>
          <a:lstStyle/>
          <a:p>
            <a:endParaRPr lang="de-DE"/>
          </a:p>
        </p:txBody>
      </p:sp>
      <p:sp>
        <p:nvSpPr>
          <p:cNvPr id="11" name="Textplatzhalter 12">
            <a:extLst>
              <a:ext uri="{FF2B5EF4-FFF2-40B4-BE49-F238E27FC236}">
                <a16:creationId xmlns:a16="http://schemas.microsoft.com/office/drawing/2014/main" id="{34323B83-057C-B4C3-030E-F456CB880803}"/>
              </a:ext>
            </a:extLst>
          </p:cNvPr>
          <p:cNvSpPr>
            <a:spLocks noGrp="1"/>
          </p:cNvSpPr>
          <p:nvPr>
            <p:ph idx="15"/>
          </p:nvPr>
        </p:nvSpPr>
        <p:spPr>
          <a:xfrm>
            <a:off x="479425" y="1907162"/>
            <a:ext cx="4763134" cy="4050529"/>
          </a:xfrm>
          <a:prstGeom prst="rect">
            <a:avLst/>
          </a:prstGeom>
        </p:spPr>
        <p:txBody>
          <a:bodyPr vert="horz" lIns="0" tIns="0" rIns="0" bIns="0" rtlCol="0" anchor="ctr">
            <a:noAutofit/>
          </a:bodyPr>
          <a:lstStyle>
            <a:lvl1pPr>
              <a:lnSpc>
                <a:spcPct val="90000"/>
              </a:lnSpc>
              <a:defRPr sz="3200">
                <a:solidFill>
                  <a:schemeClr val="bg1"/>
                </a:solidFill>
                <a:latin typeface="+mj-lt"/>
              </a:defRPr>
            </a:lvl1pPr>
            <a:lvl2pPr marL="0" indent="0">
              <a:spcBef>
                <a:spcPts val="800"/>
              </a:spcBef>
              <a:spcAft>
                <a:spcPts val="800"/>
              </a:spcAft>
              <a:buFontTx/>
              <a:buNone/>
              <a:defRPr>
                <a:solidFill>
                  <a:schemeClr val="bg1"/>
                </a:solidFill>
                <a:latin typeface="+mn-lt"/>
              </a:defRPr>
            </a:lvl2pPr>
            <a:lvl3pPr>
              <a:defRPr>
                <a:solidFill>
                  <a:schemeClr val="bg1"/>
                </a:solidFill>
              </a:defRPr>
            </a:lvl3pPr>
            <a:lvl4pPr marL="504000" indent="-252000">
              <a:buFontTx/>
              <a:buBlip>
                <a:blip r:embed="rId2"/>
              </a:buBlip>
              <a:defRPr>
                <a:solidFill>
                  <a:schemeClr val="bg1"/>
                </a:solidFill>
              </a:defRPr>
            </a:lvl4pPr>
            <a:lvl5pPr marL="171450" indent="-171450">
              <a:buFont typeface="BarmeniaGothaer Offc" panose="020B0604020202020204" pitchFamily="34" charset="0"/>
              <a:buChar char="•"/>
              <a:defRPr>
                <a:solidFill>
                  <a:schemeClr val="bg1"/>
                </a:solidFill>
                <a:latin typeface="+mj-lt"/>
              </a:defRPr>
            </a:lvl5pPr>
            <a:lvl6pPr>
              <a:buClr>
                <a:schemeClr val="tx1"/>
              </a:buClr>
              <a:defRPr>
                <a:solidFill>
                  <a:schemeClr val="tx1"/>
                </a:solidFill>
              </a:defRPr>
            </a:lvl6pPr>
            <a:lvl7pPr>
              <a:defRPr>
                <a:solidFill>
                  <a:schemeClr val="tx1"/>
                </a:solidFill>
              </a:defRPr>
            </a:lvl7pPr>
            <a:lvl8pPr marL="504000" indent="-252000">
              <a:buFontTx/>
              <a:buBlip>
                <a:blip r:embed="rId3"/>
              </a:buBlip>
              <a:defRPr>
                <a:solidFill>
                  <a:schemeClr val="tx1"/>
                </a:solidFill>
              </a:defRPr>
            </a:lvl8pPr>
            <a:lvl9pPr>
              <a:defRPr>
                <a:solidFill>
                  <a:schemeClr val="bg1"/>
                </a:solidFill>
              </a:defRPr>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 name="Titel 1">
            <a:extLst>
              <a:ext uri="{FF2B5EF4-FFF2-40B4-BE49-F238E27FC236}">
                <a16:creationId xmlns:a16="http://schemas.microsoft.com/office/drawing/2014/main" id="{3DC03A6C-DE6A-4B27-A4FE-6D2629FD15DB}"/>
              </a:ext>
            </a:extLst>
          </p:cNvPr>
          <p:cNvSpPr>
            <a:spLocks noGrp="1"/>
          </p:cNvSpPr>
          <p:nvPr>
            <p:ph type="title"/>
          </p:nvPr>
        </p:nvSpPr>
        <p:spPr>
          <a:xfrm>
            <a:off x="6949440" y="1370641"/>
            <a:ext cx="4763135" cy="2219667"/>
          </a:xfrm>
        </p:spPr>
        <p:txBody>
          <a:bodyPr anchor="b"/>
          <a:lstStyle>
            <a:lvl1pPr algn="l">
              <a:defRPr sz="3200">
                <a:solidFill>
                  <a:schemeClr val="tx2"/>
                </a:solidFill>
              </a:defRPr>
            </a:lvl1pPr>
          </a:lstStyle>
          <a:p>
            <a:r>
              <a:rPr lang="de-DE"/>
              <a:t>Mastertitelformat bearbeiten</a:t>
            </a:r>
            <a:endParaRPr lang="de-DE" dirty="0"/>
          </a:p>
        </p:txBody>
      </p:sp>
      <p:sp>
        <p:nvSpPr>
          <p:cNvPr id="13" name="Textplatzhalter 9">
            <a:extLst>
              <a:ext uri="{FF2B5EF4-FFF2-40B4-BE49-F238E27FC236}">
                <a16:creationId xmlns:a16="http://schemas.microsoft.com/office/drawing/2014/main" id="{50CF61FC-C4AD-976D-15C7-C4B2B6EFEDE6}"/>
              </a:ext>
            </a:extLst>
          </p:cNvPr>
          <p:cNvSpPr>
            <a:spLocks noGrp="1"/>
          </p:cNvSpPr>
          <p:nvPr>
            <p:ph type="body" sz="quarter" idx="21"/>
          </p:nvPr>
        </p:nvSpPr>
        <p:spPr>
          <a:xfrm>
            <a:off x="6949440" y="3813664"/>
            <a:ext cx="4763135" cy="2136285"/>
          </a:xfrm>
        </p:spPr>
        <p:txBody>
          <a:bodyPr>
            <a:noAutofit/>
          </a:bodyPr>
          <a:lstStyle>
            <a:lvl1pPr algn="l">
              <a:defRPr>
                <a:solidFill>
                  <a:schemeClr val="tx2"/>
                </a:solidFill>
              </a:defRPr>
            </a:lvl1pPr>
            <a:lvl2pPr algn="l">
              <a:defRPr>
                <a:solidFill>
                  <a:schemeClr val="tx2"/>
                </a:solidFill>
              </a:defRPr>
            </a:lvl2pPr>
            <a:lvl3pPr algn="l">
              <a:defRPr>
                <a:solidFill>
                  <a:schemeClr val="tx2"/>
                </a:solidFill>
              </a:defRPr>
            </a:lvl3pPr>
            <a:lvl4pPr algn="l">
              <a:defRPr>
                <a:solidFill>
                  <a:schemeClr val="tx2"/>
                </a:solidFill>
              </a:defRPr>
            </a:lvl4pPr>
            <a:lvl5pPr algn="l">
              <a:defRPr>
                <a:solidFill>
                  <a:schemeClr val="tx2"/>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4" name="Fußzeilenplatzhalter 3">
            <a:extLst>
              <a:ext uri="{FF2B5EF4-FFF2-40B4-BE49-F238E27FC236}">
                <a16:creationId xmlns:a16="http://schemas.microsoft.com/office/drawing/2014/main" id="{C3FD7DB9-9267-EDBC-EB1C-5F7A525B2CB2}"/>
              </a:ext>
            </a:extLst>
          </p:cNvPr>
          <p:cNvSpPr>
            <a:spLocks noGrp="1"/>
          </p:cNvSpPr>
          <p:nvPr>
            <p:ph type="ftr" sz="quarter" idx="11"/>
          </p:nvPr>
        </p:nvSpPr>
        <p:spPr/>
        <p:txBody>
          <a:bodyPr/>
          <a:lstStyle>
            <a:lvl1pPr>
              <a:defRPr>
                <a:solidFill>
                  <a:schemeClr val="bg1"/>
                </a:solidFill>
              </a:defRPr>
            </a:lvl1pPr>
          </a:lstStyle>
          <a:p>
            <a:r>
              <a:rPr lang="de-DE"/>
              <a:t>Titel der Präsentation</a:t>
            </a:r>
            <a:endParaRPr lang="de-DE" dirty="0"/>
          </a:p>
        </p:txBody>
      </p:sp>
      <p:sp>
        <p:nvSpPr>
          <p:cNvPr id="7" name="Textfeld 6">
            <a:extLst>
              <a:ext uri="{FF2B5EF4-FFF2-40B4-BE49-F238E27FC236}">
                <a16:creationId xmlns:a16="http://schemas.microsoft.com/office/drawing/2014/main" id="{43652864-A7F6-3A7E-5C2E-CAE4529350E2}"/>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Medium" panose="020B0603020204020204" pitchFamily="34" charset="0"/>
              </a:rPr>
              <a:t>BarmeniaGothaer</a:t>
            </a:r>
          </a:p>
        </p:txBody>
      </p:sp>
      <p:sp>
        <p:nvSpPr>
          <p:cNvPr id="3" name="Datumsplatzhalter 2">
            <a:extLst>
              <a:ext uri="{FF2B5EF4-FFF2-40B4-BE49-F238E27FC236}">
                <a16:creationId xmlns:a16="http://schemas.microsoft.com/office/drawing/2014/main" id="{DF01948D-EE55-A777-DF7E-0C28A848F254}"/>
              </a:ext>
            </a:extLst>
          </p:cNvPr>
          <p:cNvSpPr>
            <a:spLocks noGrp="1"/>
          </p:cNvSpPr>
          <p:nvPr>
            <p:ph type="dt" sz="half" idx="10"/>
          </p:nvPr>
        </p:nvSpPr>
        <p:spPr/>
        <p:txBody>
          <a:bodyPr/>
          <a:lstStyle>
            <a:lvl1pPr>
              <a:defRPr>
                <a:solidFill>
                  <a:schemeClr val="bg1"/>
                </a:solidFill>
              </a:defRPr>
            </a:lvl1pPr>
          </a:lstStyle>
          <a:p>
            <a:fld id="{2DE66CE5-6E4E-254F-BACD-C75F7D6843BB}" type="datetime1">
              <a:rPr lang="de-DE" smtClean="0"/>
              <a:pPr/>
              <a:t>22.06.2026</a:t>
            </a:fld>
            <a:endParaRPr lang="de-DE" dirty="0"/>
          </a:p>
        </p:txBody>
      </p:sp>
      <p:sp>
        <p:nvSpPr>
          <p:cNvPr id="5" name="Foliennummernplatzhalter 4">
            <a:extLst>
              <a:ext uri="{FF2B5EF4-FFF2-40B4-BE49-F238E27FC236}">
                <a16:creationId xmlns:a16="http://schemas.microsoft.com/office/drawing/2014/main" id="{DFD207B8-0A3D-ECE3-7B59-A62186799CD0}"/>
              </a:ext>
            </a:extLst>
          </p:cNvPr>
          <p:cNvSpPr>
            <a:spLocks noGrp="1"/>
          </p:cNvSpPr>
          <p:nvPr>
            <p:ph type="sldNum" sz="quarter" idx="12"/>
          </p:nvPr>
        </p:nvSpPr>
        <p:spPr/>
        <p:txBody>
          <a:bodyPr/>
          <a:lstStyle>
            <a:lvl1pPr>
              <a:defRPr>
                <a:solidFill>
                  <a:schemeClr val="bg1"/>
                </a:solidFill>
              </a:defRPr>
            </a:lvl1pPr>
          </a:lstStyle>
          <a:p>
            <a:fld id="{D188B27D-4802-6948-A101-6CF6A7142FF4}" type="slidenum">
              <a:rPr lang="de-DE" smtClean="0"/>
              <a:pPr/>
              <a:t>‹Nr.›</a:t>
            </a:fld>
            <a:endParaRPr lang="de-DE" dirty="0"/>
          </a:p>
        </p:txBody>
      </p:sp>
      <p:sp>
        <p:nvSpPr>
          <p:cNvPr id="8" name="Textfeld 7">
            <a:extLst>
              <a:ext uri="{FF2B5EF4-FFF2-40B4-BE49-F238E27FC236}">
                <a16:creationId xmlns:a16="http://schemas.microsoft.com/office/drawing/2014/main" id="{B9F15C8C-0F79-3FB9-1CF1-70496DFF955A}"/>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bg1"/>
                </a:solidFill>
                <a:latin typeface="BarmeniaGothaer Offc" panose="020B0503020204020204" pitchFamily="34" charset="0"/>
              </a:rPr>
              <a:t>Seite</a:t>
            </a:r>
          </a:p>
        </p:txBody>
      </p:sp>
      <p:grpSp>
        <p:nvGrpSpPr>
          <p:cNvPr id="9" name="Gruppieren 8">
            <a:extLst>
              <a:ext uri="{FF2B5EF4-FFF2-40B4-BE49-F238E27FC236}">
                <a16:creationId xmlns:a16="http://schemas.microsoft.com/office/drawing/2014/main" id="{101FD577-F7A4-A087-4E3A-8BEA36B6CDB4}"/>
              </a:ext>
            </a:extLst>
          </p:cNvPr>
          <p:cNvGrpSpPr/>
          <p:nvPr userDrawn="1"/>
        </p:nvGrpSpPr>
        <p:grpSpPr>
          <a:xfrm>
            <a:off x="10681275" y="444748"/>
            <a:ext cx="1030118" cy="282917"/>
            <a:chOff x="10681275" y="444748"/>
            <a:chExt cx="1030118" cy="282917"/>
          </a:xfrm>
          <a:solidFill>
            <a:schemeClr val="tx1"/>
          </a:solidFill>
        </p:grpSpPr>
        <p:sp>
          <p:nvSpPr>
            <p:cNvPr id="10" name="Freihandform 9">
              <a:extLst>
                <a:ext uri="{FF2B5EF4-FFF2-40B4-BE49-F238E27FC236}">
                  <a16:creationId xmlns:a16="http://schemas.microsoft.com/office/drawing/2014/main" id="{CB3D8F50-0167-3E34-8294-4D01901CB11F}"/>
                </a:ext>
              </a:extLst>
            </p:cNvPr>
            <p:cNvSpPr/>
            <p:nvPr/>
          </p:nvSpPr>
          <p:spPr>
            <a:xfrm>
              <a:off x="10681275" y="444748"/>
              <a:ext cx="284304" cy="282917"/>
            </a:xfrm>
            <a:custGeom>
              <a:avLst/>
              <a:gdLst>
                <a:gd name="connsiteX0" fmla="*/ 940451 w 2071941"/>
                <a:gd name="connsiteY0" fmla="*/ 1129220 h 2061837"/>
                <a:gd name="connsiteX1" fmla="*/ 936536 w 2071941"/>
                <a:gd name="connsiteY1" fmla="*/ 1126797 h 2061837"/>
                <a:gd name="connsiteX2" fmla="*/ 402841 w 2071941"/>
                <a:gd name="connsiteY2" fmla="*/ 1048043 h 2061837"/>
                <a:gd name="connsiteX3" fmla="*/ 167269 w 2071941"/>
                <a:gd name="connsiteY3" fmla="*/ 1133321 h 2061837"/>
                <a:gd name="connsiteX4" fmla="*/ 402841 w 2071941"/>
                <a:gd name="connsiteY4" fmla="*/ 1218599 h 2061837"/>
                <a:gd name="connsiteX5" fmla="*/ 859348 w 2071941"/>
                <a:gd name="connsiteY5" fmla="*/ 1161934 h 2061837"/>
                <a:gd name="connsiteX6" fmla="*/ 224135 w 2071941"/>
                <a:gd name="connsiteY6" fmla="*/ 1707154 h 2061837"/>
                <a:gd name="connsiteX7" fmla="*/ 17182 w 2071941"/>
                <a:gd name="connsiteY7" fmla="*/ 2043606 h 2061837"/>
                <a:gd name="connsiteX8" fmla="*/ 357255 w 2071941"/>
                <a:gd name="connsiteY8" fmla="*/ 1838845 h 2061837"/>
                <a:gd name="connsiteX9" fmla="*/ 908289 w 2071941"/>
                <a:gd name="connsiteY9" fmla="*/ 1210397 h 2061837"/>
                <a:gd name="connsiteX10" fmla="*/ 851517 w 2071941"/>
                <a:gd name="connsiteY10" fmla="*/ 1667171 h 2061837"/>
                <a:gd name="connsiteX11" fmla="*/ 936815 w 2071941"/>
                <a:gd name="connsiteY11" fmla="*/ 1902594 h 2061837"/>
                <a:gd name="connsiteX12" fmla="*/ 1022113 w 2071941"/>
                <a:gd name="connsiteY12" fmla="*/ 1667171 h 2061837"/>
                <a:gd name="connsiteX13" fmla="*/ 943341 w 2071941"/>
                <a:gd name="connsiteY13" fmla="*/ 1133601 h 2061837"/>
                <a:gd name="connsiteX14" fmla="*/ 940544 w 2071941"/>
                <a:gd name="connsiteY14" fmla="*/ 1129314 h 2061837"/>
                <a:gd name="connsiteX15" fmla="*/ 911832 w 2071941"/>
                <a:gd name="connsiteY15" fmla="*/ 919241 h 2061837"/>
                <a:gd name="connsiteX16" fmla="*/ 922459 w 2071941"/>
                <a:gd name="connsiteY16" fmla="*/ 908616 h 2061837"/>
                <a:gd name="connsiteX17" fmla="*/ 365366 w 2071941"/>
                <a:gd name="connsiteY17" fmla="*/ 223130 h 2061837"/>
                <a:gd name="connsiteX18" fmla="*/ 21564 w 2071941"/>
                <a:gd name="connsiteY18" fmla="*/ 18463 h 2061837"/>
                <a:gd name="connsiteX19" fmla="*/ 226186 w 2071941"/>
                <a:gd name="connsiteY19" fmla="*/ 362184 h 2061837"/>
                <a:gd name="connsiteX20" fmla="*/ 911832 w 2071941"/>
                <a:gd name="connsiteY20" fmla="*/ 919147 h 2061837"/>
                <a:gd name="connsiteX21" fmla="*/ 1042622 w 2071941"/>
                <a:gd name="connsiteY21" fmla="*/ 131514 h 2061837"/>
                <a:gd name="connsiteX22" fmla="*/ 957417 w 2071941"/>
                <a:gd name="connsiteY22" fmla="*/ 363023 h 2061837"/>
                <a:gd name="connsiteX23" fmla="*/ 1036189 w 2071941"/>
                <a:gd name="connsiteY23" fmla="*/ 887553 h 2061837"/>
                <a:gd name="connsiteX24" fmla="*/ 1049147 w 2071941"/>
                <a:gd name="connsiteY24" fmla="*/ 887553 h 2061837"/>
                <a:gd name="connsiteX25" fmla="*/ 1127920 w 2071941"/>
                <a:gd name="connsiteY25" fmla="*/ 363023 h 2061837"/>
                <a:gd name="connsiteX26" fmla="*/ 1042622 w 2071941"/>
                <a:gd name="connsiteY26" fmla="*/ 131514 h 2061837"/>
                <a:gd name="connsiteX27" fmla="*/ 1162225 w 2071941"/>
                <a:gd name="connsiteY27" fmla="*/ 1142641 h 2061837"/>
                <a:gd name="connsiteX28" fmla="*/ 1151598 w 2071941"/>
                <a:gd name="connsiteY28" fmla="*/ 1153266 h 2061837"/>
                <a:gd name="connsiteX29" fmla="*/ 1708691 w 2071941"/>
                <a:gd name="connsiteY29" fmla="*/ 1838752 h 2061837"/>
                <a:gd name="connsiteX30" fmla="*/ 2052493 w 2071941"/>
                <a:gd name="connsiteY30" fmla="*/ 2043326 h 2061837"/>
                <a:gd name="connsiteX31" fmla="*/ 1847778 w 2071941"/>
                <a:gd name="connsiteY31" fmla="*/ 1699604 h 2061837"/>
                <a:gd name="connsiteX32" fmla="*/ 1162132 w 2071941"/>
                <a:gd name="connsiteY32" fmla="*/ 1142641 h 2061837"/>
                <a:gd name="connsiteX33" fmla="*/ 1709624 w 2071941"/>
                <a:gd name="connsiteY33" fmla="*/ 223503 h 2061837"/>
                <a:gd name="connsiteX34" fmla="*/ 1152530 w 2071941"/>
                <a:gd name="connsiteY34" fmla="*/ 908989 h 2061837"/>
                <a:gd name="connsiteX35" fmla="*/ 1163158 w 2071941"/>
                <a:gd name="connsiteY35" fmla="*/ 919614 h 2061837"/>
                <a:gd name="connsiteX36" fmla="*/ 1848804 w 2071941"/>
                <a:gd name="connsiteY36" fmla="*/ 362650 h 2061837"/>
                <a:gd name="connsiteX37" fmla="*/ 2053425 w 2071941"/>
                <a:gd name="connsiteY37" fmla="*/ 18929 h 2061837"/>
                <a:gd name="connsiteX38" fmla="*/ 1709624 w 2071941"/>
                <a:gd name="connsiteY38" fmla="*/ 223503 h 2061837"/>
                <a:gd name="connsiteX39" fmla="*/ 1764624 w 2071941"/>
                <a:gd name="connsiteY39" fmla="*/ 1123722 h 2061837"/>
                <a:gd name="connsiteX40" fmla="*/ 2020705 w 2071941"/>
                <a:gd name="connsiteY40" fmla="*/ 1038537 h 2061837"/>
                <a:gd name="connsiteX41" fmla="*/ 1764624 w 2071941"/>
                <a:gd name="connsiteY41" fmla="*/ 953259 h 2061837"/>
                <a:gd name="connsiteX42" fmla="*/ 1184412 w 2071941"/>
                <a:gd name="connsiteY42" fmla="*/ 1032013 h 2061837"/>
                <a:gd name="connsiteX43" fmla="*/ 1184412 w 2071941"/>
                <a:gd name="connsiteY43" fmla="*/ 1045061 h 2061837"/>
                <a:gd name="connsiteX44" fmla="*/ 1764624 w 2071941"/>
                <a:gd name="connsiteY44" fmla="*/ 1123722 h 2061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071941" h="2061837">
                  <a:moveTo>
                    <a:pt x="940451" y="1129220"/>
                  </a:moveTo>
                  <a:cubicBezTo>
                    <a:pt x="939518" y="1128195"/>
                    <a:pt x="938213" y="1127356"/>
                    <a:pt x="936536" y="1126797"/>
                  </a:cubicBezTo>
                  <a:cubicBezTo>
                    <a:pt x="794465" y="1082620"/>
                    <a:pt x="623124" y="1048043"/>
                    <a:pt x="402841" y="1048043"/>
                  </a:cubicBezTo>
                  <a:cubicBezTo>
                    <a:pt x="242499" y="1048043"/>
                    <a:pt x="167269" y="1064074"/>
                    <a:pt x="167269" y="1133321"/>
                  </a:cubicBezTo>
                  <a:cubicBezTo>
                    <a:pt x="167269" y="1202569"/>
                    <a:pt x="242406" y="1218599"/>
                    <a:pt x="402841" y="1218599"/>
                  </a:cubicBezTo>
                  <a:cubicBezTo>
                    <a:pt x="584623" y="1218599"/>
                    <a:pt x="733126" y="1195019"/>
                    <a:pt x="859348" y="1161934"/>
                  </a:cubicBezTo>
                  <a:cubicBezTo>
                    <a:pt x="670854" y="1290270"/>
                    <a:pt x="461477" y="1472383"/>
                    <a:pt x="224135" y="1707154"/>
                  </a:cubicBezTo>
                  <a:cubicBezTo>
                    <a:pt x="37878" y="1891410"/>
                    <a:pt x="-36886" y="1990109"/>
                    <a:pt x="17182" y="2043606"/>
                  </a:cubicBezTo>
                  <a:cubicBezTo>
                    <a:pt x="71251" y="2097102"/>
                    <a:pt x="170998" y="2023102"/>
                    <a:pt x="357255" y="1838845"/>
                  </a:cubicBezTo>
                  <a:cubicBezTo>
                    <a:pt x="594598" y="1603981"/>
                    <a:pt x="778618" y="1396891"/>
                    <a:pt x="908289" y="1210397"/>
                  </a:cubicBezTo>
                  <a:cubicBezTo>
                    <a:pt x="875195" y="1336590"/>
                    <a:pt x="851517" y="1485151"/>
                    <a:pt x="851517" y="1667171"/>
                  </a:cubicBezTo>
                  <a:cubicBezTo>
                    <a:pt x="851517" y="1827475"/>
                    <a:pt x="867551" y="1902594"/>
                    <a:pt x="936815" y="1902594"/>
                  </a:cubicBezTo>
                  <a:cubicBezTo>
                    <a:pt x="1006079" y="1902594"/>
                    <a:pt x="1022113" y="1827475"/>
                    <a:pt x="1022113" y="1667171"/>
                  </a:cubicBezTo>
                  <a:cubicBezTo>
                    <a:pt x="1022113" y="1446939"/>
                    <a:pt x="987621" y="1275544"/>
                    <a:pt x="943341" y="1133601"/>
                  </a:cubicBezTo>
                  <a:cubicBezTo>
                    <a:pt x="942781" y="1131644"/>
                    <a:pt x="941756" y="1130246"/>
                    <a:pt x="940544" y="1129314"/>
                  </a:cubicBezTo>
                  <a:moveTo>
                    <a:pt x="911832" y="919241"/>
                  </a:moveTo>
                  <a:cubicBezTo>
                    <a:pt x="922459" y="926044"/>
                    <a:pt x="929264" y="919241"/>
                    <a:pt x="922459" y="908616"/>
                  </a:cubicBezTo>
                  <a:cubicBezTo>
                    <a:pt x="793160" y="707211"/>
                    <a:pt x="621819" y="479523"/>
                    <a:pt x="365366" y="223130"/>
                  </a:cubicBezTo>
                  <a:cubicBezTo>
                    <a:pt x="178736" y="36450"/>
                    <a:pt x="78056" y="-38016"/>
                    <a:pt x="21564" y="18463"/>
                  </a:cubicBezTo>
                  <a:cubicBezTo>
                    <a:pt x="-34929" y="74942"/>
                    <a:pt x="39556" y="175505"/>
                    <a:pt x="226186" y="362184"/>
                  </a:cubicBezTo>
                  <a:cubicBezTo>
                    <a:pt x="482639" y="618577"/>
                    <a:pt x="710379" y="789972"/>
                    <a:pt x="911832" y="919147"/>
                  </a:cubicBezTo>
                  <a:moveTo>
                    <a:pt x="1042622" y="131514"/>
                  </a:moveTo>
                  <a:cubicBezTo>
                    <a:pt x="973451" y="131514"/>
                    <a:pt x="957417" y="205422"/>
                    <a:pt x="957417" y="363023"/>
                  </a:cubicBezTo>
                  <a:cubicBezTo>
                    <a:pt x="957417" y="579527"/>
                    <a:pt x="991909" y="748032"/>
                    <a:pt x="1036189" y="887553"/>
                  </a:cubicBezTo>
                  <a:cubicBezTo>
                    <a:pt x="1038520" y="894916"/>
                    <a:pt x="1046817" y="894916"/>
                    <a:pt x="1049147" y="887553"/>
                  </a:cubicBezTo>
                  <a:cubicBezTo>
                    <a:pt x="1093334" y="747939"/>
                    <a:pt x="1127920" y="579527"/>
                    <a:pt x="1127920" y="363023"/>
                  </a:cubicBezTo>
                  <a:cubicBezTo>
                    <a:pt x="1127920" y="205422"/>
                    <a:pt x="1111886" y="131514"/>
                    <a:pt x="1042622" y="131514"/>
                  </a:cubicBezTo>
                  <a:moveTo>
                    <a:pt x="1162225" y="1142641"/>
                  </a:moveTo>
                  <a:cubicBezTo>
                    <a:pt x="1151598" y="1135744"/>
                    <a:pt x="1144793" y="1142641"/>
                    <a:pt x="1151598" y="1153266"/>
                  </a:cubicBezTo>
                  <a:cubicBezTo>
                    <a:pt x="1280896" y="1354671"/>
                    <a:pt x="1452238" y="1582359"/>
                    <a:pt x="1708691" y="1838752"/>
                  </a:cubicBezTo>
                  <a:cubicBezTo>
                    <a:pt x="1895414" y="2025432"/>
                    <a:pt x="1996001" y="2099898"/>
                    <a:pt x="2052493" y="2043326"/>
                  </a:cubicBezTo>
                  <a:cubicBezTo>
                    <a:pt x="2108986" y="1986847"/>
                    <a:pt x="2034501" y="1886284"/>
                    <a:pt x="1847778" y="1699604"/>
                  </a:cubicBezTo>
                  <a:cubicBezTo>
                    <a:pt x="1591325" y="1443211"/>
                    <a:pt x="1363584" y="1271816"/>
                    <a:pt x="1162132" y="1142641"/>
                  </a:cubicBezTo>
                  <a:moveTo>
                    <a:pt x="1709624" y="223503"/>
                  </a:moveTo>
                  <a:cubicBezTo>
                    <a:pt x="1453170" y="479896"/>
                    <a:pt x="1281736" y="707584"/>
                    <a:pt x="1152530" y="908989"/>
                  </a:cubicBezTo>
                  <a:cubicBezTo>
                    <a:pt x="1145725" y="919614"/>
                    <a:pt x="1152530" y="926417"/>
                    <a:pt x="1163158" y="919614"/>
                  </a:cubicBezTo>
                  <a:cubicBezTo>
                    <a:pt x="1364610" y="790345"/>
                    <a:pt x="1592350" y="619044"/>
                    <a:pt x="1848804" y="362650"/>
                  </a:cubicBezTo>
                  <a:cubicBezTo>
                    <a:pt x="2035527" y="175971"/>
                    <a:pt x="2110011" y="75408"/>
                    <a:pt x="2053425" y="18929"/>
                  </a:cubicBezTo>
                  <a:cubicBezTo>
                    <a:pt x="1996933" y="-37551"/>
                    <a:pt x="1896347" y="36916"/>
                    <a:pt x="1709624" y="223503"/>
                  </a:cubicBezTo>
                  <a:moveTo>
                    <a:pt x="1764624" y="1123722"/>
                  </a:moveTo>
                  <a:cubicBezTo>
                    <a:pt x="1938949" y="1123722"/>
                    <a:pt x="2020705" y="1107691"/>
                    <a:pt x="2020705" y="1038537"/>
                  </a:cubicBezTo>
                  <a:cubicBezTo>
                    <a:pt x="2020705" y="969382"/>
                    <a:pt x="1938949" y="953259"/>
                    <a:pt x="1764624" y="953259"/>
                  </a:cubicBezTo>
                  <a:cubicBezTo>
                    <a:pt x="1525138" y="953259"/>
                    <a:pt x="1338787" y="987836"/>
                    <a:pt x="1184412" y="1032013"/>
                  </a:cubicBezTo>
                  <a:cubicBezTo>
                    <a:pt x="1176302" y="1034343"/>
                    <a:pt x="1176302" y="1042731"/>
                    <a:pt x="1184412" y="1045061"/>
                  </a:cubicBezTo>
                  <a:cubicBezTo>
                    <a:pt x="1338787" y="1089237"/>
                    <a:pt x="1525231" y="1123722"/>
                    <a:pt x="1764624" y="1123722"/>
                  </a:cubicBezTo>
                </a:path>
              </a:pathLst>
            </a:custGeom>
            <a:grpFill/>
            <a:ln w="9319"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82C4D801-A201-7B6E-966A-C9C0B6EE3F10}"/>
                </a:ext>
              </a:extLst>
            </p:cNvPr>
            <p:cNvSpPr/>
            <p:nvPr/>
          </p:nvSpPr>
          <p:spPr>
            <a:xfrm>
              <a:off x="11062198" y="606486"/>
              <a:ext cx="559783" cy="112283"/>
            </a:xfrm>
            <a:custGeom>
              <a:avLst/>
              <a:gdLst>
                <a:gd name="connsiteX0" fmla="*/ 3780888 w 4079571"/>
                <a:gd name="connsiteY0" fmla="*/ 802452 h 818296"/>
                <a:gd name="connsiteX1" fmla="*/ 3909348 w 4079571"/>
                <a:gd name="connsiteY1" fmla="*/ 802452 h 818296"/>
                <a:gd name="connsiteX2" fmla="*/ 3909348 w 4079571"/>
                <a:gd name="connsiteY2" fmla="*/ 487995 h 818296"/>
                <a:gd name="connsiteX3" fmla="*/ 4051418 w 4079571"/>
                <a:gd name="connsiteY3" fmla="*/ 348195 h 818296"/>
                <a:gd name="connsiteX4" fmla="*/ 4079571 w 4079571"/>
                <a:gd name="connsiteY4" fmla="*/ 348195 h 818296"/>
                <a:gd name="connsiteX5" fmla="*/ 4079571 w 4079571"/>
                <a:gd name="connsiteY5" fmla="*/ 215199 h 818296"/>
                <a:gd name="connsiteX6" fmla="*/ 4067173 w 4079571"/>
                <a:gd name="connsiteY6" fmla="*/ 215199 h 818296"/>
                <a:gd name="connsiteX7" fmla="*/ 3909348 w 4079571"/>
                <a:gd name="connsiteY7" fmla="*/ 330115 h 818296"/>
                <a:gd name="connsiteX8" fmla="*/ 3909348 w 4079571"/>
                <a:gd name="connsiteY8" fmla="*/ 225265 h 818296"/>
                <a:gd name="connsiteX9" fmla="*/ 3780888 w 4079571"/>
                <a:gd name="connsiteY9" fmla="*/ 225265 h 818296"/>
                <a:gd name="connsiteX10" fmla="*/ 3780888 w 4079571"/>
                <a:gd name="connsiteY10" fmla="*/ 802266 h 818296"/>
                <a:gd name="connsiteX11" fmla="*/ 3277025 w 4079571"/>
                <a:gd name="connsiteY11" fmla="*/ 451927 h 818296"/>
                <a:gd name="connsiteX12" fmla="*/ 3426926 w 4079571"/>
                <a:gd name="connsiteY12" fmla="*/ 326852 h 818296"/>
                <a:gd name="connsiteX13" fmla="*/ 3574589 w 4079571"/>
                <a:gd name="connsiteY13" fmla="*/ 451927 h 818296"/>
                <a:gd name="connsiteX14" fmla="*/ 3277025 w 4079571"/>
                <a:gd name="connsiteY14" fmla="*/ 451927 h 818296"/>
                <a:gd name="connsiteX15" fmla="*/ 3141760 w 4079571"/>
                <a:gd name="connsiteY15" fmla="*/ 513905 h 818296"/>
                <a:gd name="connsiteX16" fmla="*/ 3437086 w 4079571"/>
                <a:gd name="connsiteY16" fmla="*/ 818203 h 818296"/>
                <a:gd name="connsiteX17" fmla="*/ 3688506 w 4079571"/>
                <a:gd name="connsiteY17" fmla="*/ 688562 h 818296"/>
                <a:gd name="connsiteX18" fmla="*/ 3600598 w 4079571"/>
                <a:gd name="connsiteY18" fmla="*/ 614188 h 818296"/>
                <a:gd name="connsiteX19" fmla="*/ 3437180 w 4079571"/>
                <a:gd name="connsiteY19" fmla="*/ 700957 h 818296"/>
                <a:gd name="connsiteX20" fmla="*/ 3273762 w 4079571"/>
                <a:gd name="connsiteY20" fmla="*/ 555565 h 818296"/>
                <a:gd name="connsiteX21" fmla="*/ 3705472 w 4079571"/>
                <a:gd name="connsiteY21" fmla="*/ 555565 h 818296"/>
                <a:gd name="connsiteX22" fmla="*/ 3708828 w 4079571"/>
                <a:gd name="connsiteY22" fmla="*/ 508220 h 818296"/>
                <a:gd name="connsiteX23" fmla="*/ 3427019 w 4079571"/>
                <a:gd name="connsiteY23" fmla="*/ 209514 h 818296"/>
                <a:gd name="connsiteX24" fmla="*/ 3141853 w 4079571"/>
                <a:gd name="connsiteY24" fmla="*/ 513812 h 818296"/>
                <a:gd name="connsiteX25" fmla="*/ 2770831 w 4079571"/>
                <a:gd name="connsiteY25" fmla="*/ 694247 h 818296"/>
                <a:gd name="connsiteX26" fmla="*/ 2602845 w 4079571"/>
                <a:gd name="connsiteY26" fmla="*/ 513905 h 818296"/>
                <a:gd name="connsiteX27" fmla="*/ 2770831 w 4079571"/>
                <a:gd name="connsiteY27" fmla="*/ 333563 h 818296"/>
                <a:gd name="connsiteX28" fmla="*/ 2938816 w 4079571"/>
                <a:gd name="connsiteY28" fmla="*/ 513905 h 818296"/>
                <a:gd name="connsiteX29" fmla="*/ 2770831 w 4079571"/>
                <a:gd name="connsiteY29" fmla="*/ 694247 h 818296"/>
                <a:gd name="connsiteX30" fmla="*/ 2938816 w 4079571"/>
                <a:gd name="connsiteY30" fmla="*/ 225451 h 818296"/>
                <a:gd name="connsiteX31" fmla="*/ 2938816 w 4079571"/>
                <a:gd name="connsiteY31" fmla="*/ 321260 h 818296"/>
                <a:gd name="connsiteX32" fmla="*/ 2744915 w 4079571"/>
                <a:gd name="connsiteY32" fmla="*/ 209700 h 818296"/>
                <a:gd name="connsiteX33" fmla="*/ 2469911 w 4079571"/>
                <a:gd name="connsiteY33" fmla="*/ 513998 h 818296"/>
                <a:gd name="connsiteX34" fmla="*/ 2744915 w 4079571"/>
                <a:gd name="connsiteY34" fmla="*/ 818296 h 818296"/>
                <a:gd name="connsiteX35" fmla="*/ 2938816 w 4079571"/>
                <a:gd name="connsiteY35" fmla="*/ 706736 h 818296"/>
                <a:gd name="connsiteX36" fmla="*/ 2938816 w 4079571"/>
                <a:gd name="connsiteY36" fmla="*/ 802545 h 818296"/>
                <a:gd name="connsiteX37" fmla="*/ 3067369 w 4079571"/>
                <a:gd name="connsiteY37" fmla="*/ 802545 h 818296"/>
                <a:gd name="connsiteX38" fmla="*/ 3067369 w 4079571"/>
                <a:gd name="connsiteY38" fmla="*/ 225544 h 818296"/>
                <a:gd name="connsiteX39" fmla="*/ 2938816 w 4079571"/>
                <a:gd name="connsiteY39" fmla="*/ 225544 h 818296"/>
                <a:gd name="connsiteX40" fmla="*/ 1910767 w 4079571"/>
                <a:gd name="connsiteY40" fmla="*/ 802452 h 818296"/>
                <a:gd name="connsiteX41" fmla="*/ 2039226 w 4079571"/>
                <a:gd name="connsiteY41" fmla="*/ 802452 h 818296"/>
                <a:gd name="connsiteX42" fmla="*/ 2039226 w 4079571"/>
                <a:gd name="connsiteY42" fmla="*/ 459849 h 818296"/>
                <a:gd name="connsiteX43" fmla="*/ 2158736 w 4079571"/>
                <a:gd name="connsiteY43" fmla="*/ 322379 h 818296"/>
                <a:gd name="connsiteX44" fmla="*/ 2271442 w 4079571"/>
                <a:gd name="connsiteY44" fmla="*/ 449690 h 818296"/>
                <a:gd name="connsiteX45" fmla="*/ 2271442 w 4079571"/>
                <a:gd name="connsiteY45" fmla="*/ 802452 h 818296"/>
                <a:gd name="connsiteX46" fmla="*/ 2399994 w 4079571"/>
                <a:gd name="connsiteY46" fmla="*/ 802452 h 818296"/>
                <a:gd name="connsiteX47" fmla="*/ 2399994 w 4079571"/>
                <a:gd name="connsiteY47" fmla="*/ 427136 h 818296"/>
                <a:gd name="connsiteX48" fmla="*/ 2211780 w 4079571"/>
                <a:gd name="connsiteY48" fmla="*/ 209607 h 818296"/>
                <a:gd name="connsiteX49" fmla="*/ 2039319 w 4079571"/>
                <a:gd name="connsiteY49" fmla="*/ 302061 h 818296"/>
                <a:gd name="connsiteX50" fmla="*/ 2039319 w 4079571"/>
                <a:gd name="connsiteY50" fmla="*/ 13514 h 818296"/>
                <a:gd name="connsiteX51" fmla="*/ 1910860 w 4079571"/>
                <a:gd name="connsiteY51" fmla="*/ 13514 h 818296"/>
                <a:gd name="connsiteX52" fmla="*/ 1910860 w 4079571"/>
                <a:gd name="connsiteY52" fmla="*/ 802452 h 818296"/>
                <a:gd name="connsiteX53" fmla="*/ 1825096 w 4079571"/>
                <a:gd name="connsiteY53" fmla="*/ 804689 h 818296"/>
                <a:gd name="connsiteX54" fmla="*/ 1825096 w 4079571"/>
                <a:gd name="connsiteY54" fmla="*/ 696484 h 818296"/>
                <a:gd name="connsiteX55" fmla="*/ 1776620 w 4079571"/>
                <a:gd name="connsiteY55" fmla="*/ 699839 h 818296"/>
                <a:gd name="connsiteX56" fmla="*/ 1684145 w 4079571"/>
                <a:gd name="connsiteY56" fmla="*/ 606266 h 818296"/>
                <a:gd name="connsiteX57" fmla="*/ 1684145 w 4079571"/>
                <a:gd name="connsiteY57" fmla="*/ 335800 h 818296"/>
                <a:gd name="connsiteX58" fmla="*/ 1825096 w 4079571"/>
                <a:gd name="connsiteY58" fmla="*/ 335800 h 818296"/>
                <a:gd name="connsiteX59" fmla="*/ 1825096 w 4079571"/>
                <a:gd name="connsiteY59" fmla="*/ 225358 h 818296"/>
                <a:gd name="connsiteX60" fmla="*/ 1684145 w 4079571"/>
                <a:gd name="connsiteY60" fmla="*/ 225358 h 818296"/>
                <a:gd name="connsiteX61" fmla="*/ 1684145 w 4079571"/>
                <a:gd name="connsiteY61" fmla="*/ 58530 h 818296"/>
                <a:gd name="connsiteX62" fmla="*/ 1555592 w 4079571"/>
                <a:gd name="connsiteY62" fmla="*/ 97953 h 818296"/>
                <a:gd name="connsiteX63" fmla="*/ 1555592 w 4079571"/>
                <a:gd name="connsiteY63" fmla="*/ 225265 h 818296"/>
                <a:gd name="connsiteX64" fmla="*/ 1444005 w 4079571"/>
                <a:gd name="connsiteY64" fmla="*/ 225265 h 818296"/>
                <a:gd name="connsiteX65" fmla="*/ 1444005 w 4079571"/>
                <a:gd name="connsiteY65" fmla="*/ 335707 h 818296"/>
                <a:gd name="connsiteX66" fmla="*/ 1555592 w 4079571"/>
                <a:gd name="connsiteY66" fmla="*/ 335707 h 818296"/>
                <a:gd name="connsiteX67" fmla="*/ 1555592 w 4079571"/>
                <a:gd name="connsiteY67" fmla="*/ 618568 h 818296"/>
                <a:gd name="connsiteX68" fmla="*/ 1741569 w 4079571"/>
                <a:gd name="connsiteY68" fmla="*/ 814661 h 818296"/>
                <a:gd name="connsiteX69" fmla="*/ 1825003 w 4079571"/>
                <a:gd name="connsiteY69" fmla="*/ 804502 h 818296"/>
                <a:gd name="connsiteX70" fmla="*/ 1129569 w 4079571"/>
                <a:gd name="connsiteY70" fmla="*/ 694247 h 818296"/>
                <a:gd name="connsiteX71" fmla="*/ 961583 w 4079571"/>
                <a:gd name="connsiteY71" fmla="*/ 513905 h 818296"/>
                <a:gd name="connsiteX72" fmla="*/ 1129569 w 4079571"/>
                <a:gd name="connsiteY72" fmla="*/ 333563 h 818296"/>
                <a:gd name="connsiteX73" fmla="*/ 1297554 w 4079571"/>
                <a:gd name="connsiteY73" fmla="*/ 513905 h 818296"/>
                <a:gd name="connsiteX74" fmla="*/ 1129569 w 4079571"/>
                <a:gd name="connsiteY74" fmla="*/ 694247 h 818296"/>
                <a:gd name="connsiteX75" fmla="*/ 1129569 w 4079571"/>
                <a:gd name="connsiteY75" fmla="*/ 818203 h 818296"/>
                <a:gd name="connsiteX76" fmla="*/ 1430581 w 4079571"/>
                <a:gd name="connsiteY76" fmla="*/ 513905 h 818296"/>
                <a:gd name="connsiteX77" fmla="*/ 1129569 w 4079571"/>
                <a:gd name="connsiteY77" fmla="*/ 209607 h 818296"/>
                <a:gd name="connsiteX78" fmla="*/ 828555 w 4079571"/>
                <a:gd name="connsiteY78" fmla="*/ 513905 h 818296"/>
                <a:gd name="connsiteX79" fmla="*/ 1129569 w 4079571"/>
                <a:gd name="connsiteY79" fmla="*/ 818203 h 818296"/>
                <a:gd name="connsiteX80" fmla="*/ 396845 w 4079571"/>
                <a:gd name="connsiteY80" fmla="*/ 0 h 818296"/>
                <a:gd name="connsiteX81" fmla="*/ 0 w 4079571"/>
                <a:gd name="connsiteY81" fmla="*/ 409148 h 818296"/>
                <a:gd name="connsiteX82" fmla="*/ 379879 w 4079571"/>
                <a:gd name="connsiteY82" fmla="*/ 818296 h 818296"/>
                <a:gd name="connsiteX83" fmla="*/ 621137 w 4079571"/>
                <a:gd name="connsiteY83" fmla="*/ 701050 h 818296"/>
                <a:gd name="connsiteX84" fmla="*/ 621137 w 4079571"/>
                <a:gd name="connsiteY84" fmla="*/ 802452 h 818296"/>
                <a:gd name="connsiteX85" fmla="*/ 751927 w 4079571"/>
                <a:gd name="connsiteY85" fmla="*/ 802452 h 818296"/>
                <a:gd name="connsiteX86" fmla="*/ 751927 w 4079571"/>
                <a:gd name="connsiteY86" fmla="*/ 387712 h 818296"/>
                <a:gd name="connsiteX87" fmla="*/ 410362 w 4079571"/>
                <a:gd name="connsiteY87" fmla="*/ 387712 h 818296"/>
                <a:gd name="connsiteX88" fmla="*/ 410362 w 4079571"/>
                <a:gd name="connsiteY88" fmla="*/ 516235 h 818296"/>
                <a:gd name="connsiteX89" fmla="*/ 609857 w 4079571"/>
                <a:gd name="connsiteY89" fmla="*/ 516235 h 818296"/>
                <a:gd name="connsiteX90" fmla="*/ 396752 w 4079571"/>
                <a:gd name="connsiteY90" fmla="*/ 680826 h 818296"/>
                <a:gd name="connsiteX91" fmla="*/ 153257 w 4079571"/>
                <a:gd name="connsiteY91" fmla="*/ 409241 h 818296"/>
                <a:gd name="connsiteX92" fmla="*/ 396752 w 4079571"/>
                <a:gd name="connsiteY92" fmla="*/ 137657 h 818296"/>
                <a:gd name="connsiteX93" fmla="*/ 610976 w 4079571"/>
                <a:gd name="connsiteY93" fmla="*/ 260494 h 818296"/>
                <a:gd name="connsiteX94" fmla="*/ 732723 w 4079571"/>
                <a:gd name="connsiteY94" fmla="*/ 179317 h 818296"/>
                <a:gd name="connsiteX95" fmla="*/ 396752 w 4079571"/>
                <a:gd name="connsiteY95" fmla="*/ 93 h 818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079571" h="818296">
                  <a:moveTo>
                    <a:pt x="3780888" y="802452"/>
                  </a:moveTo>
                  <a:lnTo>
                    <a:pt x="3909348" y="802452"/>
                  </a:lnTo>
                  <a:lnTo>
                    <a:pt x="3909348" y="487995"/>
                  </a:lnTo>
                  <a:cubicBezTo>
                    <a:pt x="3909348" y="392186"/>
                    <a:pt x="3949899" y="348195"/>
                    <a:pt x="4051418" y="348195"/>
                  </a:cubicBezTo>
                  <a:lnTo>
                    <a:pt x="4079571" y="348195"/>
                  </a:lnTo>
                  <a:lnTo>
                    <a:pt x="4079571" y="215199"/>
                  </a:lnTo>
                  <a:lnTo>
                    <a:pt x="4067173" y="215199"/>
                  </a:lnTo>
                  <a:cubicBezTo>
                    <a:pt x="3982620" y="215199"/>
                    <a:pt x="3927433" y="262545"/>
                    <a:pt x="3909348" y="330115"/>
                  </a:cubicBezTo>
                  <a:lnTo>
                    <a:pt x="3909348" y="225265"/>
                  </a:lnTo>
                  <a:lnTo>
                    <a:pt x="3780888" y="225265"/>
                  </a:lnTo>
                  <a:lnTo>
                    <a:pt x="3780888" y="802266"/>
                  </a:lnTo>
                  <a:close/>
                  <a:moveTo>
                    <a:pt x="3277025" y="451927"/>
                  </a:moveTo>
                  <a:cubicBezTo>
                    <a:pt x="3295017" y="374198"/>
                    <a:pt x="3350297" y="326852"/>
                    <a:pt x="3426926" y="326852"/>
                  </a:cubicBezTo>
                  <a:cubicBezTo>
                    <a:pt x="3499079" y="326852"/>
                    <a:pt x="3557715" y="369725"/>
                    <a:pt x="3574589" y="451927"/>
                  </a:cubicBezTo>
                  <a:lnTo>
                    <a:pt x="3277025" y="451927"/>
                  </a:lnTo>
                  <a:close/>
                  <a:moveTo>
                    <a:pt x="3141760" y="513905"/>
                  </a:moveTo>
                  <a:cubicBezTo>
                    <a:pt x="3141760" y="689680"/>
                    <a:pt x="3266863" y="818203"/>
                    <a:pt x="3437086" y="818203"/>
                  </a:cubicBezTo>
                  <a:cubicBezTo>
                    <a:pt x="3541961" y="818203"/>
                    <a:pt x="3641149" y="766384"/>
                    <a:pt x="3688506" y="688562"/>
                  </a:cubicBezTo>
                  <a:lnTo>
                    <a:pt x="3600598" y="614188"/>
                  </a:lnTo>
                  <a:cubicBezTo>
                    <a:pt x="3567877" y="668337"/>
                    <a:pt x="3507003" y="700957"/>
                    <a:pt x="3437180" y="700957"/>
                  </a:cubicBezTo>
                  <a:cubicBezTo>
                    <a:pt x="3352628" y="700957"/>
                    <a:pt x="3289517" y="643453"/>
                    <a:pt x="3273762" y="555565"/>
                  </a:cubicBezTo>
                  <a:lnTo>
                    <a:pt x="3705472" y="555565"/>
                  </a:lnTo>
                  <a:cubicBezTo>
                    <a:pt x="3707710" y="540933"/>
                    <a:pt x="3708828" y="523970"/>
                    <a:pt x="3708828" y="508220"/>
                  </a:cubicBezTo>
                  <a:cubicBezTo>
                    <a:pt x="3708828" y="342510"/>
                    <a:pt x="3596123" y="209514"/>
                    <a:pt x="3427019" y="209514"/>
                  </a:cubicBezTo>
                  <a:cubicBezTo>
                    <a:pt x="3257915" y="209514"/>
                    <a:pt x="3141853" y="338037"/>
                    <a:pt x="3141853" y="513812"/>
                  </a:cubicBezTo>
                  <a:moveTo>
                    <a:pt x="2770831" y="694247"/>
                  </a:moveTo>
                  <a:cubicBezTo>
                    <a:pt x="2673880" y="694247"/>
                    <a:pt x="2602845" y="617637"/>
                    <a:pt x="2602845" y="513905"/>
                  </a:cubicBezTo>
                  <a:cubicBezTo>
                    <a:pt x="2602845" y="410173"/>
                    <a:pt x="2673880" y="333563"/>
                    <a:pt x="2770831" y="333563"/>
                  </a:cubicBezTo>
                  <a:cubicBezTo>
                    <a:pt x="2867781" y="333563"/>
                    <a:pt x="2938816" y="410173"/>
                    <a:pt x="2938816" y="513905"/>
                  </a:cubicBezTo>
                  <a:cubicBezTo>
                    <a:pt x="2938816" y="617637"/>
                    <a:pt x="2867781" y="694247"/>
                    <a:pt x="2770831" y="694247"/>
                  </a:cubicBezTo>
                  <a:moveTo>
                    <a:pt x="2938816" y="225451"/>
                  </a:moveTo>
                  <a:lnTo>
                    <a:pt x="2938816" y="321260"/>
                  </a:lnTo>
                  <a:cubicBezTo>
                    <a:pt x="2900502" y="248005"/>
                    <a:pt x="2833942" y="209700"/>
                    <a:pt x="2744915" y="209700"/>
                  </a:cubicBezTo>
                  <a:cubicBezTo>
                    <a:pt x="2593896" y="209700"/>
                    <a:pt x="2469911" y="337011"/>
                    <a:pt x="2469911" y="513998"/>
                  </a:cubicBezTo>
                  <a:cubicBezTo>
                    <a:pt x="2469911" y="690985"/>
                    <a:pt x="2593896" y="818296"/>
                    <a:pt x="2744915" y="818296"/>
                  </a:cubicBezTo>
                  <a:cubicBezTo>
                    <a:pt x="2833942" y="818296"/>
                    <a:pt x="2900502" y="779991"/>
                    <a:pt x="2938816" y="706736"/>
                  </a:cubicBezTo>
                  <a:lnTo>
                    <a:pt x="2938816" y="802545"/>
                  </a:lnTo>
                  <a:lnTo>
                    <a:pt x="3067369" y="802545"/>
                  </a:lnTo>
                  <a:lnTo>
                    <a:pt x="3067369" y="225544"/>
                  </a:lnTo>
                  <a:lnTo>
                    <a:pt x="2938816" y="225544"/>
                  </a:lnTo>
                  <a:close/>
                  <a:moveTo>
                    <a:pt x="1910767" y="802452"/>
                  </a:moveTo>
                  <a:lnTo>
                    <a:pt x="2039226" y="802452"/>
                  </a:lnTo>
                  <a:lnTo>
                    <a:pt x="2039226" y="459849"/>
                  </a:lnTo>
                  <a:cubicBezTo>
                    <a:pt x="2039226" y="370843"/>
                    <a:pt x="2086583" y="322379"/>
                    <a:pt x="2158736" y="322379"/>
                  </a:cubicBezTo>
                  <a:cubicBezTo>
                    <a:pt x="2230891" y="322379"/>
                    <a:pt x="2271442" y="370843"/>
                    <a:pt x="2271442" y="449690"/>
                  </a:cubicBezTo>
                  <a:lnTo>
                    <a:pt x="2271442" y="802452"/>
                  </a:lnTo>
                  <a:lnTo>
                    <a:pt x="2399994" y="802452"/>
                  </a:lnTo>
                  <a:lnTo>
                    <a:pt x="2399994" y="427136"/>
                  </a:lnTo>
                  <a:cubicBezTo>
                    <a:pt x="2399994" y="278388"/>
                    <a:pt x="2319917" y="209607"/>
                    <a:pt x="2211780" y="209607"/>
                  </a:cubicBezTo>
                  <a:cubicBezTo>
                    <a:pt x="2122753" y="209607"/>
                    <a:pt x="2064117" y="253597"/>
                    <a:pt x="2039319" y="302061"/>
                  </a:cubicBezTo>
                  <a:lnTo>
                    <a:pt x="2039319" y="13514"/>
                  </a:lnTo>
                  <a:lnTo>
                    <a:pt x="1910860" y="13514"/>
                  </a:lnTo>
                  <a:lnTo>
                    <a:pt x="1910860" y="802452"/>
                  </a:lnTo>
                  <a:close/>
                  <a:moveTo>
                    <a:pt x="1825096" y="804689"/>
                  </a:moveTo>
                  <a:lnTo>
                    <a:pt x="1825096" y="696484"/>
                  </a:lnTo>
                  <a:cubicBezTo>
                    <a:pt x="1810460" y="698720"/>
                    <a:pt x="1790138" y="699839"/>
                    <a:pt x="1776620" y="699839"/>
                  </a:cubicBezTo>
                  <a:cubicBezTo>
                    <a:pt x="1713510" y="699839"/>
                    <a:pt x="1684145" y="667126"/>
                    <a:pt x="1684145" y="606266"/>
                  </a:cubicBezTo>
                  <a:lnTo>
                    <a:pt x="1684145" y="335800"/>
                  </a:lnTo>
                  <a:lnTo>
                    <a:pt x="1825096" y="335800"/>
                  </a:lnTo>
                  <a:lnTo>
                    <a:pt x="1825096" y="225358"/>
                  </a:lnTo>
                  <a:lnTo>
                    <a:pt x="1684145" y="225358"/>
                  </a:lnTo>
                  <a:lnTo>
                    <a:pt x="1684145" y="58530"/>
                  </a:lnTo>
                  <a:lnTo>
                    <a:pt x="1555592" y="97953"/>
                  </a:lnTo>
                  <a:lnTo>
                    <a:pt x="1555592" y="225265"/>
                  </a:lnTo>
                  <a:lnTo>
                    <a:pt x="1444005" y="225265"/>
                  </a:lnTo>
                  <a:lnTo>
                    <a:pt x="1444005" y="335707"/>
                  </a:lnTo>
                  <a:lnTo>
                    <a:pt x="1555592" y="335707"/>
                  </a:lnTo>
                  <a:lnTo>
                    <a:pt x="1555592" y="618568"/>
                  </a:lnTo>
                  <a:cubicBezTo>
                    <a:pt x="1555592" y="743643"/>
                    <a:pt x="1624389" y="814661"/>
                    <a:pt x="1741569" y="814661"/>
                  </a:cubicBezTo>
                  <a:cubicBezTo>
                    <a:pt x="1774290" y="814661"/>
                    <a:pt x="1803562" y="811306"/>
                    <a:pt x="1825003" y="804502"/>
                  </a:cubicBezTo>
                  <a:moveTo>
                    <a:pt x="1129569" y="694247"/>
                  </a:moveTo>
                  <a:cubicBezTo>
                    <a:pt x="1032618" y="694247"/>
                    <a:pt x="961583" y="617637"/>
                    <a:pt x="961583" y="513905"/>
                  </a:cubicBezTo>
                  <a:cubicBezTo>
                    <a:pt x="961583" y="410173"/>
                    <a:pt x="1032618" y="333563"/>
                    <a:pt x="1129569" y="333563"/>
                  </a:cubicBezTo>
                  <a:cubicBezTo>
                    <a:pt x="1226519" y="333563"/>
                    <a:pt x="1297554" y="410173"/>
                    <a:pt x="1297554" y="513905"/>
                  </a:cubicBezTo>
                  <a:cubicBezTo>
                    <a:pt x="1297554" y="617637"/>
                    <a:pt x="1226519" y="694247"/>
                    <a:pt x="1129569" y="694247"/>
                  </a:cubicBezTo>
                  <a:moveTo>
                    <a:pt x="1129569" y="818203"/>
                  </a:moveTo>
                  <a:cubicBezTo>
                    <a:pt x="1300910" y="818203"/>
                    <a:pt x="1430581" y="690892"/>
                    <a:pt x="1430581" y="513905"/>
                  </a:cubicBezTo>
                  <a:cubicBezTo>
                    <a:pt x="1430581" y="336918"/>
                    <a:pt x="1300910" y="209607"/>
                    <a:pt x="1129569" y="209607"/>
                  </a:cubicBezTo>
                  <a:cubicBezTo>
                    <a:pt x="958227" y="209607"/>
                    <a:pt x="828555" y="336918"/>
                    <a:pt x="828555" y="513905"/>
                  </a:cubicBezTo>
                  <a:cubicBezTo>
                    <a:pt x="828555" y="690892"/>
                    <a:pt x="958227" y="818203"/>
                    <a:pt x="1129569" y="818203"/>
                  </a:cubicBezTo>
                  <a:moveTo>
                    <a:pt x="396845" y="0"/>
                  </a:moveTo>
                  <a:cubicBezTo>
                    <a:pt x="170223" y="0"/>
                    <a:pt x="0" y="171302"/>
                    <a:pt x="0" y="409148"/>
                  </a:cubicBezTo>
                  <a:cubicBezTo>
                    <a:pt x="0" y="646995"/>
                    <a:pt x="170223" y="818296"/>
                    <a:pt x="379879" y="818296"/>
                  </a:cubicBezTo>
                  <a:cubicBezTo>
                    <a:pt x="476830" y="818296"/>
                    <a:pt x="568093" y="773187"/>
                    <a:pt x="621137" y="701050"/>
                  </a:cubicBezTo>
                  <a:lnTo>
                    <a:pt x="621137" y="802452"/>
                  </a:lnTo>
                  <a:lnTo>
                    <a:pt x="751927" y="802452"/>
                  </a:lnTo>
                  <a:lnTo>
                    <a:pt x="751927" y="387712"/>
                  </a:lnTo>
                  <a:lnTo>
                    <a:pt x="410362" y="387712"/>
                  </a:lnTo>
                  <a:lnTo>
                    <a:pt x="410362" y="516235"/>
                  </a:lnTo>
                  <a:lnTo>
                    <a:pt x="609857" y="516235"/>
                  </a:lnTo>
                  <a:cubicBezTo>
                    <a:pt x="590654" y="613163"/>
                    <a:pt x="504983" y="680826"/>
                    <a:pt x="396752" y="680826"/>
                  </a:cubicBezTo>
                  <a:cubicBezTo>
                    <a:pt x="254682" y="680826"/>
                    <a:pt x="153257" y="565910"/>
                    <a:pt x="153257" y="409241"/>
                  </a:cubicBezTo>
                  <a:cubicBezTo>
                    <a:pt x="153257" y="252572"/>
                    <a:pt x="254682" y="137657"/>
                    <a:pt x="396752" y="137657"/>
                  </a:cubicBezTo>
                  <a:cubicBezTo>
                    <a:pt x="498177" y="137657"/>
                    <a:pt x="571450" y="188357"/>
                    <a:pt x="610976" y="260494"/>
                  </a:cubicBezTo>
                  <a:lnTo>
                    <a:pt x="732723" y="179317"/>
                  </a:lnTo>
                  <a:cubicBezTo>
                    <a:pt x="672968" y="66638"/>
                    <a:pt x="546746" y="93"/>
                    <a:pt x="396752" y="93"/>
                  </a:cubicBezTo>
                </a:path>
              </a:pathLst>
            </a:custGeom>
            <a:grpFill/>
            <a:ln w="9319" cap="flat">
              <a:noFill/>
              <a:prstDash val="solid"/>
              <a:miter/>
            </a:ln>
          </p:spPr>
          <p:txBody>
            <a:bodyPr rtlCol="0" anchor="ctr"/>
            <a:lstStyle/>
            <a:p>
              <a:endParaRPr lang="de-DE"/>
            </a:p>
          </p:txBody>
        </p:sp>
        <p:sp>
          <p:nvSpPr>
            <p:cNvPr id="15" name="Freihandform 14">
              <a:extLst>
                <a:ext uri="{FF2B5EF4-FFF2-40B4-BE49-F238E27FC236}">
                  <a16:creationId xmlns:a16="http://schemas.microsoft.com/office/drawing/2014/main" id="{F1D5E7A6-CBF0-D0C6-1D40-9D7A456ABE03}"/>
                </a:ext>
              </a:extLst>
            </p:cNvPr>
            <p:cNvSpPr/>
            <p:nvPr/>
          </p:nvSpPr>
          <p:spPr>
            <a:xfrm>
              <a:off x="11069003" y="450670"/>
              <a:ext cx="642390" cy="113370"/>
            </a:xfrm>
            <a:custGeom>
              <a:avLst/>
              <a:gdLst>
                <a:gd name="connsiteX0" fmla="*/ 4385152 w 4681596"/>
                <a:gd name="connsiteY0" fmla="*/ 702169 h 826217"/>
                <a:gd name="connsiteX1" fmla="*/ 4217166 w 4681596"/>
                <a:gd name="connsiteY1" fmla="*/ 521827 h 826217"/>
                <a:gd name="connsiteX2" fmla="*/ 4385152 w 4681596"/>
                <a:gd name="connsiteY2" fmla="*/ 341485 h 826217"/>
                <a:gd name="connsiteX3" fmla="*/ 4553138 w 4681596"/>
                <a:gd name="connsiteY3" fmla="*/ 521827 h 826217"/>
                <a:gd name="connsiteX4" fmla="*/ 4385152 w 4681596"/>
                <a:gd name="connsiteY4" fmla="*/ 702169 h 826217"/>
                <a:gd name="connsiteX5" fmla="*/ 4553138 w 4681596"/>
                <a:gd name="connsiteY5" fmla="*/ 233373 h 826217"/>
                <a:gd name="connsiteX6" fmla="*/ 4553138 w 4681596"/>
                <a:gd name="connsiteY6" fmla="*/ 329182 h 826217"/>
                <a:gd name="connsiteX7" fmla="*/ 4359236 w 4681596"/>
                <a:gd name="connsiteY7" fmla="*/ 217622 h 826217"/>
                <a:gd name="connsiteX8" fmla="*/ 4084139 w 4681596"/>
                <a:gd name="connsiteY8" fmla="*/ 521920 h 826217"/>
                <a:gd name="connsiteX9" fmla="*/ 4359236 w 4681596"/>
                <a:gd name="connsiteY9" fmla="*/ 826218 h 826217"/>
                <a:gd name="connsiteX10" fmla="*/ 4553138 w 4681596"/>
                <a:gd name="connsiteY10" fmla="*/ 714658 h 826217"/>
                <a:gd name="connsiteX11" fmla="*/ 4553138 w 4681596"/>
                <a:gd name="connsiteY11" fmla="*/ 810467 h 826217"/>
                <a:gd name="connsiteX12" fmla="*/ 4681597 w 4681596"/>
                <a:gd name="connsiteY12" fmla="*/ 810467 h 826217"/>
                <a:gd name="connsiteX13" fmla="*/ 4681597 w 4681596"/>
                <a:gd name="connsiteY13" fmla="*/ 233466 h 826217"/>
                <a:gd name="connsiteX14" fmla="*/ 4553138 w 4681596"/>
                <a:gd name="connsiteY14" fmla="*/ 233466 h 826217"/>
                <a:gd name="connsiteX15" fmla="*/ 4025595 w 4681596"/>
                <a:gd name="connsiteY15" fmla="*/ 80059 h 826217"/>
                <a:gd name="connsiteX16" fmla="*/ 3945518 w 4681596"/>
                <a:gd name="connsiteY16" fmla="*/ 160118 h 826217"/>
                <a:gd name="connsiteX17" fmla="*/ 3865441 w 4681596"/>
                <a:gd name="connsiteY17" fmla="*/ 80059 h 826217"/>
                <a:gd name="connsiteX18" fmla="*/ 3945518 w 4681596"/>
                <a:gd name="connsiteY18" fmla="*/ 0 h 826217"/>
                <a:gd name="connsiteX19" fmla="*/ 4025595 w 4681596"/>
                <a:gd name="connsiteY19" fmla="*/ 80059 h 826217"/>
                <a:gd name="connsiteX20" fmla="*/ 3881288 w 4681596"/>
                <a:gd name="connsiteY20" fmla="*/ 810374 h 826217"/>
                <a:gd name="connsiteX21" fmla="*/ 4009841 w 4681596"/>
                <a:gd name="connsiteY21" fmla="*/ 810374 h 826217"/>
                <a:gd name="connsiteX22" fmla="*/ 4009841 w 4681596"/>
                <a:gd name="connsiteY22" fmla="*/ 233373 h 826217"/>
                <a:gd name="connsiteX23" fmla="*/ 3881288 w 4681596"/>
                <a:gd name="connsiteY23" fmla="*/ 233373 h 826217"/>
                <a:gd name="connsiteX24" fmla="*/ 3881288 w 4681596"/>
                <a:gd name="connsiteY24" fmla="*/ 810374 h 826217"/>
                <a:gd name="connsiteX25" fmla="*/ 3297347 w 4681596"/>
                <a:gd name="connsiteY25" fmla="*/ 810374 h 826217"/>
                <a:gd name="connsiteX26" fmla="*/ 3425807 w 4681596"/>
                <a:gd name="connsiteY26" fmla="*/ 810374 h 826217"/>
                <a:gd name="connsiteX27" fmla="*/ 3425807 w 4681596"/>
                <a:gd name="connsiteY27" fmla="*/ 467771 h 826217"/>
                <a:gd name="connsiteX28" fmla="*/ 3545317 w 4681596"/>
                <a:gd name="connsiteY28" fmla="*/ 330301 h 826217"/>
                <a:gd name="connsiteX29" fmla="*/ 3658022 w 4681596"/>
                <a:gd name="connsiteY29" fmla="*/ 457612 h 826217"/>
                <a:gd name="connsiteX30" fmla="*/ 3658022 w 4681596"/>
                <a:gd name="connsiteY30" fmla="*/ 810374 h 826217"/>
                <a:gd name="connsiteX31" fmla="*/ 3786575 w 4681596"/>
                <a:gd name="connsiteY31" fmla="*/ 810374 h 826217"/>
                <a:gd name="connsiteX32" fmla="*/ 3786575 w 4681596"/>
                <a:gd name="connsiteY32" fmla="*/ 435058 h 826217"/>
                <a:gd name="connsiteX33" fmla="*/ 3598360 w 4681596"/>
                <a:gd name="connsiteY33" fmla="*/ 217529 h 826217"/>
                <a:gd name="connsiteX34" fmla="*/ 3425900 w 4681596"/>
                <a:gd name="connsiteY34" fmla="*/ 309983 h 826217"/>
                <a:gd name="connsiteX35" fmla="*/ 3425900 w 4681596"/>
                <a:gd name="connsiteY35" fmla="*/ 233373 h 826217"/>
                <a:gd name="connsiteX36" fmla="*/ 3297440 w 4681596"/>
                <a:gd name="connsiteY36" fmla="*/ 233373 h 826217"/>
                <a:gd name="connsiteX37" fmla="*/ 3297440 w 4681596"/>
                <a:gd name="connsiteY37" fmla="*/ 810374 h 826217"/>
                <a:gd name="connsiteX38" fmla="*/ 2793484 w 4681596"/>
                <a:gd name="connsiteY38" fmla="*/ 459849 h 826217"/>
                <a:gd name="connsiteX39" fmla="*/ 2943384 w 4681596"/>
                <a:gd name="connsiteY39" fmla="*/ 334775 h 826217"/>
                <a:gd name="connsiteX40" fmla="*/ 3091047 w 4681596"/>
                <a:gd name="connsiteY40" fmla="*/ 459849 h 826217"/>
                <a:gd name="connsiteX41" fmla="*/ 2793484 w 4681596"/>
                <a:gd name="connsiteY41" fmla="*/ 459849 h 826217"/>
                <a:gd name="connsiteX42" fmla="*/ 2658219 w 4681596"/>
                <a:gd name="connsiteY42" fmla="*/ 521827 h 826217"/>
                <a:gd name="connsiteX43" fmla="*/ 2953545 w 4681596"/>
                <a:gd name="connsiteY43" fmla="*/ 826125 h 826217"/>
                <a:gd name="connsiteX44" fmla="*/ 3204965 w 4681596"/>
                <a:gd name="connsiteY44" fmla="*/ 696484 h 826217"/>
                <a:gd name="connsiteX45" fmla="*/ 3117056 w 4681596"/>
                <a:gd name="connsiteY45" fmla="*/ 622110 h 826217"/>
                <a:gd name="connsiteX46" fmla="*/ 2953639 w 4681596"/>
                <a:gd name="connsiteY46" fmla="*/ 708879 h 826217"/>
                <a:gd name="connsiteX47" fmla="*/ 2790221 w 4681596"/>
                <a:gd name="connsiteY47" fmla="*/ 563487 h 826217"/>
                <a:gd name="connsiteX48" fmla="*/ 3221930 w 4681596"/>
                <a:gd name="connsiteY48" fmla="*/ 563487 h 826217"/>
                <a:gd name="connsiteX49" fmla="*/ 3225287 w 4681596"/>
                <a:gd name="connsiteY49" fmla="*/ 516142 h 826217"/>
                <a:gd name="connsiteX50" fmla="*/ 2943477 w 4681596"/>
                <a:gd name="connsiteY50" fmla="*/ 217529 h 826217"/>
                <a:gd name="connsiteX51" fmla="*/ 2658219 w 4681596"/>
                <a:gd name="connsiteY51" fmla="*/ 521827 h 826217"/>
                <a:gd name="connsiteX52" fmla="*/ 1774383 w 4681596"/>
                <a:gd name="connsiteY52" fmla="*/ 810374 h 826217"/>
                <a:gd name="connsiteX53" fmla="*/ 1902936 w 4681596"/>
                <a:gd name="connsiteY53" fmla="*/ 810374 h 826217"/>
                <a:gd name="connsiteX54" fmla="*/ 1902936 w 4681596"/>
                <a:gd name="connsiteY54" fmla="*/ 467771 h 826217"/>
                <a:gd name="connsiteX55" fmla="*/ 2013404 w 4681596"/>
                <a:gd name="connsiteY55" fmla="*/ 330301 h 826217"/>
                <a:gd name="connsiteX56" fmla="*/ 2117160 w 4681596"/>
                <a:gd name="connsiteY56" fmla="*/ 457612 h 826217"/>
                <a:gd name="connsiteX57" fmla="*/ 2117160 w 4681596"/>
                <a:gd name="connsiteY57" fmla="*/ 810374 h 826217"/>
                <a:gd name="connsiteX58" fmla="*/ 2245619 w 4681596"/>
                <a:gd name="connsiteY58" fmla="*/ 810374 h 826217"/>
                <a:gd name="connsiteX59" fmla="*/ 2245619 w 4681596"/>
                <a:gd name="connsiteY59" fmla="*/ 455375 h 826217"/>
                <a:gd name="connsiteX60" fmla="*/ 2356087 w 4681596"/>
                <a:gd name="connsiteY60" fmla="*/ 330301 h 826217"/>
                <a:gd name="connsiteX61" fmla="*/ 2459843 w 4681596"/>
                <a:gd name="connsiteY61" fmla="*/ 457612 h 826217"/>
                <a:gd name="connsiteX62" fmla="*/ 2459843 w 4681596"/>
                <a:gd name="connsiteY62" fmla="*/ 810374 h 826217"/>
                <a:gd name="connsiteX63" fmla="*/ 2588396 w 4681596"/>
                <a:gd name="connsiteY63" fmla="*/ 810374 h 826217"/>
                <a:gd name="connsiteX64" fmla="*/ 2588396 w 4681596"/>
                <a:gd name="connsiteY64" fmla="*/ 435058 h 826217"/>
                <a:gd name="connsiteX65" fmla="*/ 2397850 w 4681596"/>
                <a:gd name="connsiteY65" fmla="*/ 217529 h 826217"/>
                <a:gd name="connsiteX66" fmla="*/ 2224272 w 4681596"/>
                <a:gd name="connsiteY66" fmla="*/ 316694 h 826217"/>
                <a:gd name="connsiteX67" fmla="*/ 2066447 w 4681596"/>
                <a:gd name="connsiteY67" fmla="*/ 217529 h 826217"/>
                <a:gd name="connsiteX68" fmla="*/ 1903029 w 4681596"/>
                <a:gd name="connsiteY68" fmla="*/ 309983 h 826217"/>
                <a:gd name="connsiteX69" fmla="*/ 1903029 w 4681596"/>
                <a:gd name="connsiteY69" fmla="*/ 233373 h 826217"/>
                <a:gd name="connsiteX70" fmla="*/ 1774477 w 4681596"/>
                <a:gd name="connsiteY70" fmla="*/ 233373 h 826217"/>
                <a:gd name="connsiteX71" fmla="*/ 1774477 w 4681596"/>
                <a:gd name="connsiteY71" fmla="*/ 810374 h 826217"/>
                <a:gd name="connsiteX72" fmla="*/ 1408022 w 4681596"/>
                <a:gd name="connsiteY72" fmla="*/ 810374 h 826217"/>
                <a:gd name="connsiteX73" fmla="*/ 1536574 w 4681596"/>
                <a:gd name="connsiteY73" fmla="*/ 810374 h 826217"/>
                <a:gd name="connsiteX74" fmla="*/ 1536574 w 4681596"/>
                <a:gd name="connsiteY74" fmla="*/ 495917 h 826217"/>
                <a:gd name="connsiteX75" fmla="*/ 1678644 w 4681596"/>
                <a:gd name="connsiteY75" fmla="*/ 356210 h 826217"/>
                <a:gd name="connsiteX76" fmla="*/ 1706797 w 4681596"/>
                <a:gd name="connsiteY76" fmla="*/ 356210 h 826217"/>
                <a:gd name="connsiteX77" fmla="*/ 1706797 w 4681596"/>
                <a:gd name="connsiteY77" fmla="*/ 223214 h 826217"/>
                <a:gd name="connsiteX78" fmla="*/ 1694399 w 4681596"/>
                <a:gd name="connsiteY78" fmla="*/ 223214 h 826217"/>
                <a:gd name="connsiteX79" fmla="*/ 1536574 w 4681596"/>
                <a:gd name="connsiteY79" fmla="*/ 338223 h 826217"/>
                <a:gd name="connsiteX80" fmla="*/ 1536574 w 4681596"/>
                <a:gd name="connsiteY80" fmla="*/ 233373 h 826217"/>
                <a:gd name="connsiteX81" fmla="*/ 1408022 w 4681596"/>
                <a:gd name="connsiteY81" fmla="*/ 233373 h 826217"/>
                <a:gd name="connsiteX82" fmla="*/ 1408022 w 4681596"/>
                <a:gd name="connsiteY82" fmla="*/ 810374 h 826217"/>
                <a:gd name="connsiteX83" fmla="*/ 1012389 w 4681596"/>
                <a:gd name="connsiteY83" fmla="*/ 702169 h 826217"/>
                <a:gd name="connsiteX84" fmla="*/ 844403 w 4681596"/>
                <a:gd name="connsiteY84" fmla="*/ 521827 h 826217"/>
                <a:gd name="connsiteX85" fmla="*/ 1012389 w 4681596"/>
                <a:gd name="connsiteY85" fmla="*/ 341485 h 826217"/>
                <a:gd name="connsiteX86" fmla="*/ 1180374 w 4681596"/>
                <a:gd name="connsiteY86" fmla="*/ 521827 h 826217"/>
                <a:gd name="connsiteX87" fmla="*/ 1012389 w 4681596"/>
                <a:gd name="connsiteY87" fmla="*/ 702169 h 826217"/>
                <a:gd name="connsiteX88" fmla="*/ 1180281 w 4681596"/>
                <a:gd name="connsiteY88" fmla="*/ 233373 h 826217"/>
                <a:gd name="connsiteX89" fmla="*/ 1180281 w 4681596"/>
                <a:gd name="connsiteY89" fmla="*/ 329182 h 826217"/>
                <a:gd name="connsiteX90" fmla="*/ 986379 w 4681596"/>
                <a:gd name="connsiteY90" fmla="*/ 217622 h 826217"/>
                <a:gd name="connsiteX91" fmla="*/ 711283 w 4681596"/>
                <a:gd name="connsiteY91" fmla="*/ 521920 h 826217"/>
                <a:gd name="connsiteX92" fmla="*/ 986379 w 4681596"/>
                <a:gd name="connsiteY92" fmla="*/ 826218 h 826217"/>
                <a:gd name="connsiteX93" fmla="*/ 1180281 w 4681596"/>
                <a:gd name="connsiteY93" fmla="*/ 714658 h 826217"/>
                <a:gd name="connsiteX94" fmla="*/ 1180281 w 4681596"/>
                <a:gd name="connsiteY94" fmla="*/ 810467 h 826217"/>
                <a:gd name="connsiteX95" fmla="*/ 1308740 w 4681596"/>
                <a:gd name="connsiteY95" fmla="*/ 810467 h 826217"/>
                <a:gd name="connsiteX96" fmla="*/ 1308740 w 4681596"/>
                <a:gd name="connsiteY96" fmla="*/ 233466 h 826217"/>
                <a:gd name="connsiteX97" fmla="*/ 1180281 w 4681596"/>
                <a:gd name="connsiteY97" fmla="*/ 233466 h 826217"/>
                <a:gd name="connsiteX98" fmla="*/ 365243 w 4681596"/>
                <a:gd name="connsiteY98" fmla="*/ 337011 h 826217"/>
                <a:gd name="connsiteX99" fmla="*/ 146545 w 4681596"/>
                <a:gd name="connsiteY99" fmla="*/ 337011 h 826217"/>
                <a:gd name="connsiteX100" fmla="*/ 146545 w 4681596"/>
                <a:gd name="connsiteY100" fmla="*/ 154432 h 826217"/>
                <a:gd name="connsiteX101" fmla="*/ 365243 w 4681596"/>
                <a:gd name="connsiteY101" fmla="*/ 154432 h 826217"/>
                <a:gd name="connsiteX102" fmla="*/ 475711 w 4681596"/>
                <a:gd name="connsiteY102" fmla="*/ 245675 h 826217"/>
                <a:gd name="connsiteX103" fmla="*/ 365243 w 4681596"/>
                <a:gd name="connsiteY103" fmla="*/ 337011 h 826217"/>
                <a:gd name="connsiteX104" fmla="*/ 372048 w 4681596"/>
                <a:gd name="connsiteY104" fmla="*/ 677378 h 826217"/>
                <a:gd name="connsiteX105" fmla="*/ 146545 w 4681596"/>
                <a:gd name="connsiteY105" fmla="*/ 677378 h 826217"/>
                <a:gd name="connsiteX106" fmla="*/ 146545 w 4681596"/>
                <a:gd name="connsiteY106" fmla="*/ 470008 h 826217"/>
                <a:gd name="connsiteX107" fmla="*/ 372048 w 4681596"/>
                <a:gd name="connsiteY107" fmla="*/ 470008 h 826217"/>
                <a:gd name="connsiteX108" fmla="*/ 494915 w 4681596"/>
                <a:gd name="connsiteY108" fmla="*/ 573739 h 826217"/>
                <a:gd name="connsiteX109" fmla="*/ 372048 w 4681596"/>
                <a:gd name="connsiteY109" fmla="*/ 677471 h 826217"/>
                <a:gd name="connsiteX110" fmla="*/ 0 w 4681596"/>
                <a:gd name="connsiteY110" fmla="*/ 810374 h 826217"/>
                <a:gd name="connsiteX111" fmla="*/ 388921 w 4681596"/>
                <a:gd name="connsiteY111" fmla="*/ 810374 h 826217"/>
                <a:gd name="connsiteX112" fmla="*/ 648171 w 4681596"/>
                <a:gd name="connsiteY112" fmla="*/ 588372 h 826217"/>
                <a:gd name="connsiteX113" fmla="*/ 510669 w 4681596"/>
                <a:gd name="connsiteY113" fmla="*/ 400201 h 826217"/>
                <a:gd name="connsiteX114" fmla="*/ 629061 w 4681596"/>
                <a:gd name="connsiteY114" fmla="*/ 226662 h 826217"/>
                <a:gd name="connsiteX115" fmla="*/ 385566 w 4681596"/>
                <a:gd name="connsiteY115" fmla="*/ 21529 h 826217"/>
                <a:gd name="connsiteX116" fmla="*/ 0 w 4681596"/>
                <a:gd name="connsiteY116" fmla="*/ 21529 h 826217"/>
                <a:gd name="connsiteX117" fmla="*/ 0 w 4681596"/>
                <a:gd name="connsiteY117" fmla="*/ 810467 h 82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4681596" h="826217">
                  <a:moveTo>
                    <a:pt x="4385152" y="702169"/>
                  </a:moveTo>
                  <a:cubicBezTo>
                    <a:pt x="4288201" y="702169"/>
                    <a:pt x="4217166" y="625558"/>
                    <a:pt x="4217166" y="521827"/>
                  </a:cubicBezTo>
                  <a:cubicBezTo>
                    <a:pt x="4217166" y="418095"/>
                    <a:pt x="4288201" y="341485"/>
                    <a:pt x="4385152" y="341485"/>
                  </a:cubicBezTo>
                  <a:cubicBezTo>
                    <a:pt x="4482103" y="341485"/>
                    <a:pt x="4553138" y="418095"/>
                    <a:pt x="4553138" y="521827"/>
                  </a:cubicBezTo>
                  <a:cubicBezTo>
                    <a:pt x="4553138" y="625558"/>
                    <a:pt x="4482103" y="702169"/>
                    <a:pt x="4385152" y="702169"/>
                  </a:cubicBezTo>
                  <a:moveTo>
                    <a:pt x="4553138" y="233373"/>
                  </a:moveTo>
                  <a:lnTo>
                    <a:pt x="4553138" y="329182"/>
                  </a:lnTo>
                  <a:cubicBezTo>
                    <a:pt x="4514823" y="255927"/>
                    <a:pt x="4448263" y="217622"/>
                    <a:pt x="4359236" y="217622"/>
                  </a:cubicBezTo>
                  <a:cubicBezTo>
                    <a:pt x="4208217" y="217622"/>
                    <a:pt x="4084139" y="344933"/>
                    <a:pt x="4084139" y="521920"/>
                  </a:cubicBezTo>
                  <a:cubicBezTo>
                    <a:pt x="4084139" y="698907"/>
                    <a:pt x="4208124" y="826218"/>
                    <a:pt x="4359236" y="826218"/>
                  </a:cubicBezTo>
                  <a:cubicBezTo>
                    <a:pt x="4448263" y="826218"/>
                    <a:pt x="4514823" y="787913"/>
                    <a:pt x="4553138" y="714658"/>
                  </a:cubicBezTo>
                  <a:lnTo>
                    <a:pt x="4553138" y="810467"/>
                  </a:lnTo>
                  <a:lnTo>
                    <a:pt x="4681597" y="810467"/>
                  </a:lnTo>
                  <a:lnTo>
                    <a:pt x="4681597" y="233466"/>
                  </a:lnTo>
                  <a:lnTo>
                    <a:pt x="4553138" y="233466"/>
                  </a:lnTo>
                  <a:close/>
                  <a:moveTo>
                    <a:pt x="4025595" y="80059"/>
                  </a:moveTo>
                  <a:cubicBezTo>
                    <a:pt x="4025595" y="124049"/>
                    <a:pt x="3989519" y="160118"/>
                    <a:pt x="3945518" y="160118"/>
                  </a:cubicBezTo>
                  <a:cubicBezTo>
                    <a:pt x="3901517" y="160118"/>
                    <a:pt x="3865441" y="124049"/>
                    <a:pt x="3865441" y="80059"/>
                  </a:cubicBezTo>
                  <a:cubicBezTo>
                    <a:pt x="3865441" y="36068"/>
                    <a:pt x="3901517" y="0"/>
                    <a:pt x="3945518" y="0"/>
                  </a:cubicBezTo>
                  <a:cubicBezTo>
                    <a:pt x="3989519" y="0"/>
                    <a:pt x="4025595" y="36068"/>
                    <a:pt x="4025595" y="80059"/>
                  </a:cubicBezTo>
                  <a:moveTo>
                    <a:pt x="3881288" y="810374"/>
                  </a:moveTo>
                  <a:lnTo>
                    <a:pt x="4009841" y="810374"/>
                  </a:lnTo>
                  <a:lnTo>
                    <a:pt x="4009841" y="233373"/>
                  </a:lnTo>
                  <a:lnTo>
                    <a:pt x="3881288" y="233373"/>
                  </a:lnTo>
                  <a:lnTo>
                    <a:pt x="3881288" y="810374"/>
                  </a:lnTo>
                  <a:close/>
                  <a:moveTo>
                    <a:pt x="3297347" y="810374"/>
                  </a:moveTo>
                  <a:lnTo>
                    <a:pt x="3425807" y="810374"/>
                  </a:lnTo>
                  <a:lnTo>
                    <a:pt x="3425807" y="467771"/>
                  </a:lnTo>
                  <a:cubicBezTo>
                    <a:pt x="3425807" y="378765"/>
                    <a:pt x="3473163" y="330301"/>
                    <a:pt x="3545317" y="330301"/>
                  </a:cubicBezTo>
                  <a:cubicBezTo>
                    <a:pt x="3617471" y="330301"/>
                    <a:pt x="3658022" y="378765"/>
                    <a:pt x="3658022" y="457612"/>
                  </a:cubicBezTo>
                  <a:lnTo>
                    <a:pt x="3658022" y="810374"/>
                  </a:lnTo>
                  <a:lnTo>
                    <a:pt x="3786575" y="810374"/>
                  </a:lnTo>
                  <a:lnTo>
                    <a:pt x="3786575" y="435058"/>
                  </a:lnTo>
                  <a:cubicBezTo>
                    <a:pt x="3786575" y="286310"/>
                    <a:pt x="3706498" y="217529"/>
                    <a:pt x="3598360" y="217529"/>
                  </a:cubicBezTo>
                  <a:cubicBezTo>
                    <a:pt x="3509333" y="217529"/>
                    <a:pt x="3450697" y="261519"/>
                    <a:pt x="3425900" y="309983"/>
                  </a:cubicBezTo>
                  <a:lnTo>
                    <a:pt x="3425900" y="233373"/>
                  </a:lnTo>
                  <a:lnTo>
                    <a:pt x="3297440" y="233373"/>
                  </a:lnTo>
                  <a:lnTo>
                    <a:pt x="3297440" y="810374"/>
                  </a:lnTo>
                  <a:close/>
                  <a:moveTo>
                    <a:pt x="2793484" y="459849"/>
                  </a:moveTo>
                  <a:cubicBezTo>
                    <a:pt x="2811475" y="382120"/>
                    <a:pt x="2866756" y="334775"/>
                    <a:pt x="2943384" y="334775"/>
                  </a:cubicBezTo>
                  <a:cubicBezTo>
                    <a:pt x="3015538" y="334775"/>
                    <a:pt x="3074174" y="377646"/>
                    <a:pt x="3091047" y="459849"/>
                  </a:cubicBezTo>
                  <a:lnTo>
                    <a:pt x="2793484" y="459849"/>
                  </a:lnTo>
                  <a:close/>
                  <a:moveTo>
                    <a:pt x="2658219" y="521827"/>
                  </a:moveTo>
                  <a:cubicBezTo>
                    <a:pt x="2658219" y="697602"/>
                    <a:pt x="2783322" y="826125"/>
                    <a:pt x="2953545" y="826125"/>
                  </a:cubicBezTo>
                  <a:cubicBezTo>
                    <a:pt x="3058420" y="826125"/>
                    <a:pt x="3157608" y="774306"/>
                    <a:pt x="3204965" y="696484"/>
                  </a:cubicBezTo>
                  <a:lnTo>
                    <a:pt x="3117056" y="622110"/>
                  </a:lnTo>
                  <a:cubicBezTo>
                    <a:pt x="3084336" y="676166"/>
                    <a:pt x="3023462" y="708879"/>
                    <a:pt x="2953639" y="708879"/>
                  </a:cubicBezTo>
                  <a:cubicBezTo>
                    <a:pt x="2869086" y="708879"/>
                    <a:pt x="2805975" y="651375"/>
                    <a:pt x="2790221" y="563487"/>
                  </a:cubicBezTo>
                  <a:lnTo>
                    <a:pt x="3221930" y="563487"/>
                  </a:lnTo>
                  <a:cubicBezTo>
                    <a:pt x="3224168" y="548855"/>
                    <a:pt x="3225287" y="531892"/>
                    <a:pt x="3225287" y="516142"/>
                  </a:cubicBezTo>
                  <a:cubicBezTo>
                    <a:pt x="3225287" y="350432"/>
                    <a:pt x="3112582" y="217529"/>
                    <a:pt x="2943477" y="217529"/>
                  </a:cubicBezTo>
                  <a:cubicBezTo>
                    <a:pt x="2774373" y="217529"/>
                    <a:pt x="2658219" y="345958"/>
                    <a:pt x="2658219" y="521827"/>
                  </a:cubicBezTo>
                  <a:moveTo>
                    <a:pt x="1774383" y="810374"/>
                  </a:moveTo>
                  <a:lnTo>
                    <a:pt x="1902936" y="810374"/>
                  </a:lnTo>
                  <a:lnTo>
                    <a:pt x="1902936" y="467771"/>
                  </a:lnTo>
                  <a:cubicBezTo>
                    <a:pt x="1902936" y="378765"/>
                    <a:pt x="1946937" y="330301"/>
                    <a:pt x="2013404" y="330301"/>
                  </a:cubicBezTo>
                  <a:cubicBezTo>
                    <a:pt x="2079871" y="330301"/>
                    <a:pt x="2117160" y="378765"/>
                    <a:pt x="2117160" y="457612"/>
                  </a:cubicBezTo>
                  <a:lnTo>
                    <a:pt x="2117160" y="810374"/>
                  </a:lnTo>
                  <a:lnTo>
                    <a:pt x="2245619" y="810374"/>
                  </a:lnTo>
                  <a:lnTo>
                    <a:pt x="2245619" y="455375"/>
                  </a:lnTo>
                  <a:cubicBezTo>
                    <a:pt x="2245619" y="378765"/>
                    <a:pt x="2289620" y="330301"/>
                    <a:pt x="2356087" y="330301"/>
                  </a:cubicBezTo>
                  <a:cubicBezTo>
                    <a:pt x="2422554" y="330301"/>
                    <a:pt x="2459843" y="378765"/>
                    <a:pt x="2459843" y="457612"/>
                  </a:cubicBezTo>
                  <a:lnTo>
                    <a:pt x="2459843" y="810374"/>
                  </a:lnTo>
                  <a:lnTo>
                    <a:pt x="2588396" y="810374"/>
                  </a:lnTo>
                  <a:lnTo>
                    <a:pt x="2588396" y="435058"/>
                  </a:lnTo>
                  <a:cubicBezTo>
                    <a:pt x="2588396" y="286310"/>
                    <a:pt x="2511767" y="217529"/>
                    <a:pt x="2397850" y="217529"/>
                  </a:cubicBezTo>
                  <a:cubicBezTo>
                    <a:pt x="2321222" y="217529"/>
                    <a:pt x="2261467" y="251360"/>
                    <a:pt x="2224272" y="316694"/>
                  </a:cubicBezTo>
                  <a:cubicBezTo>
                    <a:pt x="2193881" y="249030"/>
                    <a:pt x="2136364" y="217529"/>
                    <a:pt x="2066447" y="217529"/>
                  </a:cubicBezTo>
                  <a:cubicBezTo>
                    <a:pt x="1983014" y="217529"/>
                    <a:pt x="1927826" y="261519"/>
                    <a:pt x="1903029" y="309983"/>
                  </a:cubicBezTo>
                  <a:lnTo>
                    <a:pt x="1903029" y="233373"/>
                  </a:lnTo>
                  <a:lnTo>
                    <a:pt x="1774477" y="233373"/>
                  </a:lnTo>
                  <a:lnTo>
                    <a:pt x="1774477" y="810374"/>
                  </a:lnTo>
                  <a:close/>
                  <a:moveTo>
                    <a:pt x="1408022" y="810374"/>
                  </a:moveTo>
                  <a:lnTo>
                    <a:pt x="1536574" y="810374"/>
                  </a:lnTo>
                  <a:lnTo>
                    <a:pt x="1536574" y="495917"/>
                  </a:lnTo>
                  <a:cubicBezTo>
                    <a:pt x="1536574" y="400108"/>
                    <a:pt x="1577126" y="356210"/>
                    <a:pt x="1678644" y="356210"/>
                  </a:cubicBezTo>
                  <a:lnTo>
                    <a:pt x="1706797" y="356210"/>
                  </a:lnTo>
                  <a:lnTo>
                    <a:pt x="1706797" y="223214"/>
                  </a:lnTo>
                  <a:lnTo>
                    <a:pt x="1694399" y="223214"/>
                  </a:lnTo>
                  <a:cubicBezTo>
                    <a:pt x="1609847" y="223214"/>
                    <a:pt x="1554660" y="270560"/>
                    <a:pt x="1536574" y="338223"/>
                  </a:cubicBezTo>
                  <a:lnTo>
                    <a:pt x="1536574" y="233373"/>
                  </a:lnTo>
                  <a:lnTo>
                    <a:pt x="1408022" y="233373"/>
                  </a:lnTo>
                  <a:lnTo>
                    <a:pt x="1408022" y="810374"/>
                  </a:lnTo>
                  <a:close/>
                  <a:moveTo>
                    <a:pt x="1012389" y="702169"/>
                  </a:moveTo>
                  <a:cubicBezTo>
                    <a:pt x="915438" y="702169"/>
                    <a:pt x="844403" y="625558"/>
                    <a:pt x="844403" y="521827"/>
                  </a:cubicBezTo>
                  <a:cubicBezTo>
                    <a:pt x="844403" y="418095"/>
                    <a:pt x="915438" y="341485"/>
                    <a:pt x="1012389" y="341485"/>
                  </a:cubicBezTo>
                  <a:cubicBezTo>
                    <a:pt x="1109339" y="341485"/>
                    <a:pt x="1180374" y="418095"/>
                    <a:pt x="1180374" y="521827"/>
                  </a:cubicBezTo>
                  <a:cubicBezTo>
                    <a:pt x="1180374" y="625558"/>
                    <a:pt x="1109339" y="702169"/>
                    <a:pt x="1012389" y="702169"/>
                  </a:cubicBezTo>
                  <a:moveTo>
                    <a:pt x="1180281" y="233373"/>
                  </a:moveTo>
                  <a:lnTo>
                    <a:pt x="1180281" y="329182"/>
                  </a:lnTo>
                  <a:cubicBezTo>
                    <a:pt x="1141967" y="255927"/>
                    <a:pt x="1075407" y="217622"/>
                    <a:pt x="986379" y="217622"/>
                  </a:cubicBezTo>
                  <a:cubicBezTo>
                    <a:pt x="835361" y="217622"/>
                    <a:pt x="711283" y="344933"/>
                    <a:pt x="711283" y="521920"/>
                  </a:cubicBezTo>
                  <a:cubicBezTo>
                    <a:pt x="711283" y="698907"/>
                    <a:pt x="835267" y="826218"/>
                    <a:pt x="986379" y="826218"/>
                  </a:cubicBezTo>
                  <a:cubicBezTo>
                    <a:pt x="1075407" y="826218"/>
                    <a:pt x="1141967" y="787913"/>
                    <a:pt x="1180281" y="714658"/>
                  </a:cubicBezTo>
                  <a:lnTo>
                    <a:pt x="1180281" y="810467"/>
                  </a:lnTo>
                  <a:lnTo>
                    <a:pt x="1308740" y="810467"/>
                  </a:lnTo>
                  <a:lnTo>
                    <a:pt x="1308740" y="233466"/>
                  </a:lnTo>
                  <a:lnTo>
                    <a:pt x="1180281" y="233466"/>
                  </a:lnTo>
                  <a:close/>
                  <a:moveTo>
                    <a:pt x="365243" y="337011"/>
                  </a:moveTo>
                  <a:lnTo>
                    <a:pt x="146545" y="337011"/>
                  </a:lnTo>
                  <a:lnTo>
                    <a:pt x="146545" y="154432"/>
                  </a:lnTo>
                  <a:lnTo>
                    <a:pt x="365243" y="154432"/>
                  </a:lnTo>
                  <a:cubicBezTo>
                    <a:pt x="435159" y="154432"/>
                    <a:pt x="475711" y="188264"/>
                    <a:pt x="475711" y="245675"/>
                  </a:cubicBezTo>
                  <a:cubicBezTo>
                    <a:pt x="475711" y="303086"/>
                    <a:pt x="435159" y="337011"/>
                    <a:pt x="365243" y="337011"/>
                  </a:cubicBezTo>
                  <a:moveTo>
                    <a:pt x="372048" y="677378"/>
                  </a:moveTo>
                  <a:lnTo>
                    <a:pt x="146545" y="677378"/>
                  </a:lnTo>
                  <a:lnTo>
                    <a:pt x="146545" y="470008"/>
                  </a:lnTo>
                  <a:lnTo>
                    <a:pt x="372048" y="470008"/>
                  </a:lnTo>
                  <a:cubicBezTo>
                    <a:pt x="449795" y="470008"/>
                    <a:pt x="494915" y="508313"/>
                    <a:pt x="494915" y="573739"/>
                  </a:cubicBezTo>
                  <a:cubicBezTo>
                    <a:pt x="494915" y="639166"/>
                    <a:pt x="449795" y="677471"/>
                    <a:pt x="372048" y="677471"/>
                  </a:cubicBezTo>
                  <a:moveTo>
                    <a:pt x="0" y="810374"/>
                  </a:moveTo>
                  <a:lnTo>
                    <a:pt x="388921" y="810374"/>
                  </a:lnTo>
                  <a:cubicBezTo>
                    <a:pt x="552339" y="810374"/>
                    <a:pt x="648171" y="728078"/>
                    <a:pt x="648171" y="588372"/>
                  </a:cubicBezTo>
                  <a:cubicBezTo>
                    <a:pt x="648171" y="492562"/>
                    <a:pt x="595221" y="428347"/>
                    <a:pt x="510669" y="400201"/>
                  </a:cubicBezTo>
                  <a:cubicBezTo>
                    <a:pt x="583941" y="372055"/>
                    <a:pt x="629061" y="306628"/>
                    <a:pt x="629061" y="226662"/>
                  </a:cubicBezTo>
                  <a:cubicBezTo>
                    <a:pt x="629061" y="98140"/>
                    <a:pt x="538915" y="21529"/>
                    <a:pt x="385566" y="21529"/>
                  </a:cubicBezTo>
                  <a:lnTo>
                    <a:pt x="0" y="21529"/>
                  </a:lnTo>
                  <a:lnTo>
                    <a:pt x="0" y="810467"/>
                  </a:lnTo>
                  <a:close/>
                </a:path>
              </a:pathLst>
            </a:custGeom>
            <a:grpFill/>
            <a:ln w="9319" cap="flat">
              <a:noFill/>
              <a:prstDash val="solid"/>
              <a:miter/>
            </a:ln>
          </p:spPr>
          <p:txBody>
            <a:bodyPr rtlCol="0" anchor="ctr"/>
            <a:lstStyle/>
            <a:p>
              <a:endParaRPr lang="de-DE"/>
            </a:p>
          </p:txBody>
        </p:sp>
      </p:grpSp>
      <p:sp>
        <p:nvSpPr>
          <p:cNvPr id="17" name="Textplatzhalter 10">
            <a:extLst>
              <a:ext uri="{FF2B5EF4-FFF2-40B4-BE49-F238E27FC236}">
                <a16:creationId xmlns:a16="http://schemas.microsoft.com/office/drawing/2014/main" id="{7A8C6D66-D984-52C0-F1E0-8280D64BAA26}"/>
              </a:ext>
            </a:extLst>
          </p:cNvPr>
          <p:cNvSpPr>
            <a:spLocks noGrp="1"/>
          </p:cNvSpPr>
          <p:nvPr>
            <p:ph type="body" sz="quarter" idx="13" hasCustomPrompt="1"/>
          </p:nvPr>
        </p:nvSpPr>
        <p:spPr>
          <a:xfrm>
            <a:off x="479426" y="6054737"/>
            <a:ext cx="4763134" cy="261284"/>
          </a:xfrm>
        </p:spPr>
        <p:txBody>
          <a:bodyPr>
            <a:noAutofit/>
          </a:bodyPr>
          <a:lstStyle>
            <a:lvl1pPr>
              <a:defRPr sz="800">
                <a:solidFill>
                  <a:schemeClr val="bg1">
                    <a:alpha val="50000"/>
                  </a:schemeClr>
                </a:solidFill>
              </a:defRPr>
            </a:lvl1pPr>
          </a:lstStyle>
          <a:p>
            <a:pPr lvl="0"/>
            <a:r>
              <a:rPr lang="de-DE" dirty="0"/>
              <a:t>Quelle:</a:t>
            </a:r>
          </a:p>
        </p:txBody>
      </p:sp>
    </p:spTree>
    <p:extLst>
      <p:ext uri="{BB962C8B-B14F-4D97-AF65-F5344CB8AC3E}">
        <p14:creationId xmlns:p14="http://schemas.microsoft.com/office/powerpoint/2010/main" val="37657901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2AA85BF-80F8-7C7F-7AB6-2158CFBF8DEE}"/>
              </a:ext>
            </a:extLst>
          </p:cNvPr>
          <p:cNvSpPr>
            <a:spLocks noGrp="1"/>
          </p:cNvSpPr>
          <p:nvPr>
            <p:ph type="title"/>
          </p:nvPr>
        </p:nvSpPr>
        <p:spPr>
          <a:xfrm>
            <a:off x="479425" y="387560"/>
            <a:ext cx="8496300" cy="988803"/>
          </a:xfrm>
          <a:prstGeom prst="rect">
            <a:avLst/>
          </a:prstGeom>
        </p:spPr>
        <p:txBody>
          <a:bodyPr vert="horz" lIns="0" tIns="0" rIns="0" bIns="0" rtlCol="0" anchor="t">
            <a:noAutofit/>
          </a:bodyPr>
          <a:lstStyle/>
          <a:p>
            <a:r>
              <a:rPr lang="de-DE" dirty="0"/>
              <a:t>Mastertitelformat </a:t>
            </a:r>
            <a:br>
              <a:rPr lang="de-DE" dirty="0"/>
            </a:br>
            <a:r>
              <a:rPr lang="de-DE" dirty="0"/>
              <a:t>bearbeiten</a:t>
            </a:r>
          </a:p>
        </p:txBody>
      </p:sp>
      <p:sp>
        <p:nvSpPr>
          <p:cNvPr id="4" name="Datumsplatzhalter 3">
            <a:extLst>
              <a:ext uri="{FF2B5EF4-FFF2-40B4-BE49-F238E27FC236}">
                <a16:creationId xmlns:a16="http://schemas.microsoft.com/office/drawing/2014/main" id="{5573F7F9-8BE3-A773-215F-8C139B4B8107}"/>
              </a:ext>
            </a:extLst>
          </p:cNvPr>
          <p:cNvSpPr>
            <a:spLocks noGrp="1"/>
          </p:cNvSpPr>
          <p:nvPr>
            <p:ph type="dt" sz="half" idx="2"/>
          </p:nvPr>
        </p:nvSpPr>
        <p:spPr>
          <a:xfrm>
            <a:off x="3334722" y="6521213"/>
            <a:ext cx="1068585" cy="106468"/>
          </a:xfrm>
          <a:prstGeom prst="rect">
            <a:avLst/>
          </a:prstGeom>
        </p:spPr>
        <p:txBody>
          <a:bodyPr vert="horz" lIns="0" tIns="0" rIns="0" bIns="0" rtlCol="0" anchor="ctr"/>
          <a:lstStyle>
            <a:lvl1pPr algn="l">
              <a:defRPr sz="800" b="0" i="0">
                <a:solidFill>
                  <a:schemeClr val="tx1"/>
                </a:solidFill>
                <a:latin typeface="BarmeniaGothaer Offc" panose="020B0503020204020204" pitchFamily="34" charset="0"/>
              </a:defRPr>
            </a:lvl1pPr>
          </a:lstStyle>
          <a:p>
            <a:fld id="{24F2857E-5D03-9947-83FB-0874A4F0F394}" type="datetime1">
              <a:rPr lang="de-DE" smtClean="0"/>
              <a:pPr/>
              <a:t>22.06.2026</a:t>
            </a:fld>
            <a:endParaRPr lang="de-DE" dirty="0"/>
          </a:p>
        </p:txBody>
      </p:sp>
      <p:sp>
        <p:nvSpPr>
          <p:cNvPr id="5" name="Fußzeilenplatzhalter 4">
            <a:extLst>
              <a:ext uri="{FF2B5EF4-FFF2-40B4-BE49-F238E27FC236}">
                <a16:creationId xmlns:a16="http://schemas.microsoft.com/office/drawing/2014/main" id="{DB50A119-ED4D-6828-CF68-CBDDDDDA0F05}"/>
              </a:ext>
            </a:extLst>
          </p:cNvPr>
          <p:cNvSpPr>
            <a:spLocks noGrp="1"/>
          </p:cNvSpPr>
          <p:nvPr>
            <p:ph type="ftr" sz="quarter" idx="3"/>
          </p:nvPr>
        </p:nvSpPr>
        <p:spPr>
          <a:xfrm>
            <a:off x="3334720" y="6405343"/>
            <a:ext cx="2806997" cy="106470"/>
          </a:xfrm>
          <a:prstGeom prst="rect">
            <a:avLst/>
          </a:prstGeom>
        </p:spPr>
        <p:txBody>
          <a:bodyPr vert="horz" lIns="0" tIns="0" rIns="0" bIns="0" rtlCol="0" anchor="ctr"/>
          <a:lstStyle>
            <a:lvl1pPr algn="l">
              <a:defRPr sz="800" b="0" i="0">
                <a:solidFill>
                  <a:schemeClr val="tx1"/>
                </a:solidFill>
                <a:latin typeface="BarmeniaGothaer Offc Medium" panose="020B0603020204020204" pitchFamily="34" charset="0"/>
              </a:defRPr>
            </a:lvl1pPr>
          </a:lstStyle>
          <a:p>
            <a:r>
              <a:rPr lang="de-DE" dirty="0"/>
              <a:t>Titel der Präsentation</a:t>
            </a:r>
          </a:p>
        </p:txBody>
      </p:sp>
      <p:sp>
        <p:nvSpPr>
          <p:cNvPr id="6" name="Foliennummernplatzhalter 5">
            <a:extLst>
              <a:ext uri="{FF2B5EF4-FFF2-40B4-BE49-F238E27FC236}">
                <a16:creationId xmlns:a16="http://schemas.microsoft.com/office/drawing/2014/main" id="{EE23AF4C-E797-0351-5A49-44A9CDFF127B}"/>
              </a:ext>
            </a:extLst>
          </p:cNvPr>
          <p:cNvSpPr>
            <a:spLocks noGrp="1"/>
          </p:cNvSpPr>
          <p:nvPr>
            <p:ph type="sldNum" sz="quarter" idx="4"/>
          </p:nvPr>
        </p:nvSpPr>
        <p:spPr>
          <a:xfrm>
            <a:off x="773108" y="6521213"/>
            <a:ext cx="976088" cy="106468"/>
          </a:xfrm>
          <a:prstGeom prst="rect">
            <a:avLst/>
          </a:prstGeom>
        </p:spPr>
        <p:txBody>
          <a:bodyPr vert="horz" lIns="0" tIns="0" rIns="0" bIns="0" rtlCol="0" anchor="ctr"/>
          <a:lstStyle>
            <a:lvl1pPr algn="l">
              <a:defRPr sz="800" b="0" i="0">
                <a:solidFill>
                  <a:schemeClr val="tx1"/>
                </a:solidFill>
                <a:latin typeface="BarmeniaGothaer Offc" panose="020B0503020204020204" pitchFamily="34" charset="0"/>
              </a:defRPr>
            </a:lvl1pPr>
          </a:lstStyle>
          <a:p>
            <a:fld id="{D188B27D-4802-6948-A101-6CF6A7142FF4}" type="slidenum">
              <a:rPr lang="de-DE" smtClean="0"/>
              <a:pPr/>
              <a:t>‹Nr.›</a:t>
            </a:fld>
            <a:endParaRPr lang="de-DE" dirty="0"/>
          </a:p>
        </p:txBody>
      </p:sp>
      <p:sp>
        <p:nvSpPr>
          <p:cNvPr id="11" name="Textfeld 10">
            <a:extLst>
              <a:ext uri="{FF2B5EF4-FFF2-40B4-BE49-F238E27FC236}">
                <a16:creationId xmlns:a16="http://schemas.microsoft.com/office/drawing/2014/main" id="{993777F2-D513-0E36-BB8F-59211158546F}"/>
              </a:ext>
            </a:extLst>
          </p:cNvPr>
          <p:cNvSpPr txBox="1"/>
          <p:nvPr userDrawn="1"/>
        </p:nvSpPr>
        <p:spPr>
          <a:xfrm>
            <a:off x="479425" y="6377564"/>
            <a:ext cx="1224366"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tx1"/>
                </a:solidFill>
                <a:latin typeface="BarmeniaGothaer Offc Medium" panose="020B0603020204020204" pitchFamily="34" charset="0"/>
              </a:rPr>
              <a:t>BarmeniaGothaer</a:t>
            </a:r>
          </a:p>
        </p:txBody>
      </p:sp>
      <p:sp>
        <p:nvSpPr>
          <p:cNvPr id="13" name="Textplatzhalter 12">
            <a:extLst>
              <a:ext uri="{FF2B5EF4-FFF2-40B4-BE49-F238E27FC236}">
                <a16:creationId xmlns:a16="http://schemas.microsoft.com/office/drawing/2014/main" id="{1DC6CC50-D7B5-33ED-24DE-B2FD4B7F19D8}"/>
              </a:ext>
            </a:extLst>
          </p:cNvPr>
          <p:cNvSpPr>
            <a:spLocks noGrp="1"/>
          </p:cNvSpPr>
          <p:nvPr>
            <p:ph type="body" idx="1"/>
          </p:nvPr>
        </p:nvSpPr>
        <p:spPr>
          <a:xfrm>
            <a:off x="479425" y="1581293"/>
            <a:ext cx="11232000" cy="3469796"/>
          </a:xfrm>
          <a:prstGeom prst="rect">
            <a:avLst/>
          </a:prstGeom>
        </p:spPr>
        <p:txBody>
          <a:bodyPr vert="horz" lIns="0" tIns="0" rIns="0" bIns="0" rtlCol="0">
            <a:sp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10" name="Textfeld 9">
            <a:extLst>
              <a:ext uri="{FF2B5EF4-FFF2-40B4-BE49-F238E27FC236}">
                <a16:creationId xmlns:a16="http://schemas.microsoft.com/office/drawing/2014/main" id="{45F72AA4-ED6A-FA54-9427-0DE275F15EC4}"/>
              </a:ext>
            </a:extLst>
          </p:cNvPr>
          <p:cNvSpPr txBox="1"/>
          <p:nvPr userDrawn="1"/>
        </p:nvSpPr>
        <p:spPr>
          <a:xfrm>
            <a:off x="479425" y="6493434"/>
            <a:ext cx="248278" cy="162026"/>
          </a:xfrm>
          <a:prstGeom prst="rect">
            <a:avLst/>
          </a:prstGeom>
        </p:spPr>
        <p:txBody>
          <a:bodyPr vert="horz" lIns="0" tIns="0" rIns="0" bIns="0" rtlCol="0" anchor="ctr"/>
          <a:lstStyle>
            <a:defPPr>
              <a:defRPr lang="de-DE"/>
            </a:defPPr>
            <a:lvl1pPr>
              <a:defRPr sz="800" b="0" i="0">
                <a:solidFill>
                  <a:schemeClr val="bg1"/>
                </a:solidFill>
                <a:latin typeface="BarmeniaGothaer Offc" pitchFamily="2" charset="0"/>
              </a:defRPr>
            </a:lvl1pPr>
          </a:lstStyle>
          <a:p>
            <a:pPr lvl="0"/>
            <a:r>
              <a:rPr lang="de-DE" b="0" i="0" dirty="0">
                <a:solidFill>
                  <a:schemeClr val="tx1"/>
                </a:solidFill>
                <a:latin typeface="BarmeniaGothaer Offc" panose="020B0503020204020204" pitchFamily="34" charset="0"/>
              </a:rPr>
              <a:t>Seite</a:t>
            </a:r>
          </a:p>
        </p:txBody>
      </p:sp>
    </p:spTree>
    <p:extLst>
      <p:ext uri="{BB962C8B-B14F-4D97-AF65-F5344CB8AC3E}">
        <p14:creationId xmlns:p14="http://schemas.microsoft.com/office/powerpoint/2010/main" val="1297021636"/>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701" r:id="rId3"/>
    <p:sldLayoutId id="2147483650" r:id="rId4"/>
    <p:sldLayoutId id="2147483666" r:id="rId5"/>
    <p:sldLayoutId id="2147483702" r:id="rId6"/>
    <p:sldLayoutId id="2147483664" r:id="rId7"/>
    <p:sldLayoutId id="2147483662" r:id="rId8"/>
    <p:sldLayoutId id="2147483667" r:id="rId9"/>
    <p:sldLayoutId id="2147483679" r:id="rId10"/>
    <p:sldLayoutId id="2147483692" r:id="rId11"/>
    <p:sldLayoutId id="2147483695" r:id="rId12"/>
    <p:sldLayoutId id="2147483700" r:id="rId13"/>
    <p:sldLayoutId id="2147483707" r:id="rId14"/>
    <p:sldLayoutId id="2147483704" r:id="rId15"/>
    <p:sldLayoutId id="2147483705" r:id="rId16"/>
    <p:sldLayoutId id="2147483706" r:id="rId17"/>
    <p:sldLayoutId id="2147483693" r:id="rId18"/>
    <p:sldLayoutId id="2147483694" r:id="rId19"/>
    <p:sldLayoutId id="2147483651" r:id="rId20"/>
    <p:sldLayoutId id="2147483669" r:id="rId21"/>
    <p:sldLayoutId id="2147483670" r:id="rId22"/>
    <p:sldLayoutId id="2147483703" r:id="rId23"/>
    <p:sldLayoutId id="2147483674" r:id="rId24"/>
    <p:sldLayoutId id="2147483668" r:id="rId25"/>
    <p:sldLayoutId id="2147483654" r:id="rId26"/>
    <p:sldLayoutId id="2147483673" r:id="rId27"/>
    <p:sldLayoutId id="2147483672" r:id="rId28"/>
    <p:sldLayoutId id="2147483677" r:id="rId29"/>
    <p:sldLayoutId id="2147483676" r:id="rId30"/>
    <p:sldLayoutId id="2147483678" r:id="rId31"/>
    <p:sldLayoutId id="2147483697" r:id="rId32"/>
    <p:sldLayoutId id="2147483698" r:id="rId33"/>
    <p:sldLayoutId id="2147483696" r:id="rId34"/>
    <p:sldLayoutId id="2147483699" r:id="rId35"/>
  </p:sldLayoutIdLst>
  <p:hf hdr="0"/>
  <p:txStyles>
    <p:titleStyle>
      <a:lvl1pPr algn="l" defTabSz="914400" rtl="0" eaLnBrk="1" latinLnBrk="0" hangingPunct="1">
        <a:lnSpc>
          <a:spcPct val="90000"/>
        </a:lnSpc>
        <a:spcBef>
          <a:spcPct val="0"/>
        </a:spcBef>
        <a:buNone/>
        <a:defRPr sz="3200" b="0" i="0" kern="1200">
          <a:solidFill>
            <a:schemeClr val="tx1"/>
          </a:solidFill>
          <a:latin typeface="BarmeniaGothaer Offc Medium" panose="020B0603020204020204" pitchFamily="34" charset="0"/>
          <a:ea typeface="+mj-ea"/>
          <a:cs typeface="+mj-cs"/>
        </a:defRPr>
      </a:lvl1pPr>
    </p:titleStyle>
    <p:body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anose="020B0503020204020204" pitchFamily="34"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mj-lt"/>
          <a:ea typeface="+mn-ea"/>
          <a:cs typeface="+mn-cs"/>
        </a:defRPr>
      </a:lvl2pPr>
      <a:lvl3pPr marL="0" indent="0" algn="l" defTabSz="914400" rtl="0" eaLnBrk="1" latinLnBrk="0" hangingPunct="1">
        <a:lnSpc>
          <a:spcPct val="100000"/>
        </a:lnSpc>
        <a:spcBef>
          <a:spcPts val="1600"/>
        </a:spcBef>
        <a:spcAft>
          <a:spcPts val="800"/>
        </a:spcAft>
        <a:buFontTx/>
        <a:buNone/>
        <a:defRPr sz="1800" b="0" i="0" kern="1200">
          <a:solidFill>
            <a:schemeClr val="tx1"/>
          </a:solidFill>
          <a:latin typeface="BarmeniaGothaer Offc Medium" panose="020B0603020204020204" pitchFamily="34"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7"/>
        </a:buBlip>
        <a:defRPr sz="1200" b="0" i="0" kern="1200">
          <a:solidFill>
            <a:schemeClr val="tx1"/>
          </a:solidFill>
          <a:latin typeface="BarmeniaGothaer Offc Medium" panose="020B0603020204020204" pitchFamily="34"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mn-lt"/>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Medium" panose="020B0603020204020204" pitchFamily="34" charset="0"/>
          <a:ea typeface="+mn-ea"/>
          <a:cs typeface="+mn-cs"/>
        </a:defRPr>
      </a:lvl6pPr>
      <a:lvl7pPr marL="0" indent="0" algn="l" defTabSz="914400" rtl="0" eaLnBrk="1" latinLnBrk="0" hangingPunct="1">
        <a:lnSpc>
          <a:spcPct val="90000"/>
        </a:lnSpc>
        <a:spcBef>
          <a:spcPts val="1600"/>
        </a:spcBef>
        <a:spcAft>
          <a:spcPts val="800"/>
        </a:spcAft>
        <a:buFontTx/>
        <a:buNone/>
        <a:defRPr sz="1800" b="0" i="0" kern="1200">
          <a:solidFill>
            <a:schemeClr val="bg1"/>
          </a:solidFill>
          <a:latin typeface="+mj-lt"/>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8"/>
        </a:buBlip>
        <a:defRPr sz="1200" b="0" i="0" kern="1200">
          <a:solidFill>
            <a:schemeClr val="bg1"/>
          </a:solidFill>
          <a:latin typeface="BarmeniaGothaer Offc Medium" panose="020B0603020204020204" pitchFamily="34"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mj-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78" userDrawn="1">
          <p15:clr>
            <a:srgbClr val="5ACBF0"/>
          </p15:clr>
        </p15:guide>
        <p15:guide id="2" orient="horz" pos="4320" userDrawn="1">
          <p15:clr>
            <a:srgbClr val="5ACBF0"/>
          </p15:clr>
        </p15:guide>
        <p15:guide id="3" orient="horz" pos="572" userDrawn="1">
          <p15:clr>
            <a:srgbClr val="5ACBF0"/>
          </p15:clr>
        </p15:guide>
        <p15:guide id="4" orient="horz" pos="867" userDrawn="1">
          <p15:clr>
            <a:srgbClr val="5ACBF0"/>
          </p15:clr>
        </p15:guide>
        <p15:guide id="5" orient="horz" pos="3748" userDrawn="1">
          <p15:clr>
            <a:srgbClr val="5ACBF0"/>
          </p15:clr>
        </p15:guide>
        <p15:guide id="6" orient="horz" pos="3475" userDrawn="1">
          <p15:clr>
            <a:srgbClr val="5ACBF0"/>
          </p15:clr>
        </p15:guide>
        <p15:guide id="7" orient="horz" pos="4042" userDrawn="1">
          <p15:clr>
            <a:srgbClr val="5ACBF0"/>
          </p15:clr>
        </p15:guide>
        <p15:guide id="8" pos="302" userDrawn="1">
          <p15:clr>
            <a:srgbClr val="5ACBF0"/>
          </p15:clr>
        </p15:guide>
        <p15:guide id="9" pos="7378" userDrawn="1">
          <p15:clr>
            <a:srgbClr val="5ACBF0"/>
          </p15:clr>
        </p15:guide>
        <p15:guide id="10" pos="3840" userDrawn="1">
          <p15:clr>
            <a:srgbClr val="5ACBF0"/>
          </p15:clr>
        </p15:guide>
        <p15:guide id="12" pos="5654" userDrawn="1">
          <p15:clr>
            <a:srgbClr val="5ACBF0"/>
          </p15:clr>
        </p15:guide>
        <p15:guide id="13" pos="3908" userDrawn="1">
          <p15:clr>
            <a:srgbClr val="FDE53C"/>
          </p15:clr>
        </p15:guide>
        <p15:guide id="14" pos="3772" userDrawn="1">
          <p15:clr>
            <a:srgbClr val="FDE53C"/>
          </p15:clr>
        </p15:guide>
        <p15:guide id="15" pos="2094" userDrawn="1">
          <p15:clr>
            <a:srgbClr val="FDE53C"/>
          </p15:clr>
        </p15:guide>
        <p15:guide id="16" pos="1958" userDrawn="1">
          <p15:clr>
            <a:srgbClr val="FDE53C"/>
          </p15:clr>
        </p15:guide>
        <p15:guide id="17" pos="5722" userDrawn="1">
          <p15:clr>
            <a:srgbClr val="FDE53C"/>
          </p15:clr>
        </p15:guide>
        <p15:guide id="18" pos="5586" userDrawn="1">
          <p15:clr>
            <a:srgbClr val="FDE53C"/>
          </p15:clr>
        </p15:guide>
        <p15:guide id="20" orient="horz" pos="1865" userDrawn="1">
          <p15:clr>
            <a:srgbClr val="FDE53C"/>
          </p15:clr>
        </p15:guide>
        <p15:guide id="21" pos="2026"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7.svg"/><Relationship Id="rId2" Type="http://schemas.openxmlformats.org/officeDocument/2006/relationships/image" Target="../media/image4.svg"/><Relationship Id="rId1" Type="http://schemas.openxmlformats.org/officeDocument/2006/relationships/slideLayout" Target="../slideLayouts/slideLayout12.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svg"/><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sv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sv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xml"/><Relationship Id="rId1" Type="http://schemas.openxmlformats.org/officeDocument/2006/relationships/slideLayout" Target="../slideLayouts/slideLayout25.xml"/><Relationship Id="rId5" Type="http://schemas.openxmlformats.org/officeDocument/2006/relationships/image" Target="../media/image2.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8" Type="http://schemas.openxmlformats.org/officeDocument/2006/relationships/chart" Target="../charts/chart9.xml"/><Relationship Id="rId3" Type="http://schemas.openxmlformats.org/officeDocument/2006/relationships/chart" Target="../charts/chart6.xml"/><Relationship Id="rId7" Type="http://schemas.openxmlformats.org/officeDocument/2006/relationships/chart" Target="../charts/chart8.xml"/><Relationship Id="rId2" Type="http://schemas.openxmlformats.org/officeDocument/2006/relationships/chart" Target="../charts/chart5.xml"/><Relationship Id="rId1" Type="http://schemas.openxmlformats.org/officeDocument/2006/relationships/slideLayout" Target="../slideLayouts/slideLayout24.xml"/><Relationship Id="rId6" Type="http://schemas.openxmlformats.org/officeDocument/2006/relationships/chart" Target="../charts/chart7.xml"/><Relationship Id="rId11" Type="http://schemas.openxmlformats.org/officeDocument/2006/relationships/chart" Target="../charts/chart12.xml"/><Relationship Id="rId5" Type="http://schemas.openxmlformats.org/officeDocument/2006/relationships/image" Target="../media/image2.png"/><Relationship Id="rId10" Type="http://schemas.openxmlformats.org/officeDocument/2006/relationships/chart" Target="../charts/chart11.xml"/><Relationship Id="rId4" Type="http://schemas.openxmlformats.org/officeDocument/2006/relationships/image" Target="../media/image1.png"/><Relationship Id="rId9" Type="http://schemas.openxmlformats.org/officeDocument/2006/relationships/chart" Target="../charts/chart10.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chart" Target="../charts/chart16.xml"/><Relationship Id="rId2" Type="http://schemas.openxmlformats.org/officeDocument/2006/relationships/chart" Target="../charts/chart13.xml"/><Relationship Id="rId1" Type="http://schemas.openxmlformats.org/officeDocument/2006/relationships/slideLayout" Target="../slideLayouts/slideLayout24.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chart" Target="../charts/chart20.xml"/><Relationship Id="rId2" Type="http://schemas.openxmlformats.org/officeDocument/2006/relationships/image" Target="../media/image1.png"/><Relationship Id="rId1" Type="http://schemas.openxmlformats.org/officeDocument/2006/relationships/slideLayout" Target="../slideLayouts/slideLayout25.xml"/><Relationship Id="rId6" Type="http://schemas.openxmlformats.org/officeDocument/2006/relationships/chart" Target="../charts/chart19.xml"/><Relationship Id="rId5" Type="http://schemas.openxmlformats.org/officeDocument/2006/relationships/chart" Target="../charts/chart18.xml"/><Relationship Id="rId4" Type="http://schemas.openxmlformats.org/officeDocument/2006/relationships/chart" Target="../charts/chart17.xml"/></Relationships>
</file>

<file path=ppt/slides/_rels/slide32.xml.rels><?xml version="1.0" encoding="UTF-8" standalone="yes"?>
<Relationships xmlns="http://schemas.openxmlformats.org/package/2006/relationships"><Relationship Id="rId3" Type="http://schemas.openxmlformats.org/officeDocument/2006/relationships/chart" Target="../charts/chart21.xml"/><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33.xml.rels><?xml version="1.0" encoding="UTF-8" standalone="yes"?>
<Relationships xmlns="http://schemas.openxmlformats.org/package/2006/relationships"><Relationship Id="rId2" Type="http://schemas.openxmlformats.org/officeDocument/2006/relationships/chart" Target="../charts/chart22.xml"/><Relationship Id="rId1" Type="http://schemas.openxmlformats.org/officeDocument/2006/relationships/slideLayout" Target="../slideLayouts/slideLayout27.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44.xml.rels><?xml version="1.0" encoding="UTF-8" standalone="yes"?>
<Relationships xmlns="http://schemas.openxmlformats.org/package/2006/relationships"><Relationship Id="rId3" Type="http://schemas.openxmlformats.org/officeDocument/2006/relationships/chart" Target="../charts/chart23.xml"/><Relationship Id="rId2" Type="http://schemas.openxmlformats.org/officeDocument/2006/relationships/notesSlide" Target="../notesSlides/notesSlide3.xml"/><Relationship Id="rId1" Type="http://schemas.openxmlformats.org/officeDocument/2006/relationships/slideLayout" Target="../slideLayouts/slideLayout1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svg"/><Relationship Id="rId1" Type="http://schemas.openxmlformats.org/officeDocument/2006/relationships/slideLayout" Target="../slideLayouts/slideLayout35.xml"/><Relationship Id="rId4" Type="http://schemas.openxmlformats.org/officeDocument/2006/relationships/image" Target="../media/image2.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sv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2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4.xml"/><Relationship Id="rId4" Type="http://schemas.openxmlformats.org/officeDocument/2006/relationships/image" Target="../media/image9.sv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4.xml"/><Relationship Id="rId4" Type="http://schemas.openxmlformats.org/officeDocument/2006/relationships/image" Target="../media/image4.svg"/></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5.xml"/><Relationship Id="rId4"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4.xml"/></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172721F4-62B2-9055-A5CF-549E7D745EBC}"/>
              </a:ext>
            </a:extLst>
          </p:cNvPr>
          <p:cNvSpPr>
            <a:spLocks noGrp="1"/>
          </p:cNvSpPr>
          <p:nvPr>
            <p:ph type="ctrTitle"/>
          </p:nvPr>
        </p:nvSpPr>
        <p:spPr>
          <a:xfrm>
            <a:off x="479425" y="1393825"/>
            <a:ext cx="5472113" cy="1706563"/>
          </a:xfrm>
        </p:spPr>
        <p:txBody>
          <a:bodyPr/>
          <a:lstStyle/>
          <a:p>
            <a:r>
              <a:rPr lang="de-DE" dirty="0"/>
              <a:t>Entwicklung eines Softwaresystems.</a:t>
            </a:r>
            <a:br>
              <a:rPr lang="de-DE" dirty="0"/>
            </a:br>
            <a:r>
              <a:rPr lang="de-DE" dirty="0">
                <a:solidFill>
                  <a:schemeClr val="accent4"/>
                </a:solidFill>
              </a:rPr>
              <a:t>Eisenbahngesellschaft.</a:t>
            </a:r>
          </a:p>
        </p:txBody>
      </p:sp>
      <p:sp>
        <p:nvSpPr>
          <p:cNvPr id="5" name="Untertitel 4">
            <a:extLst>
              <a:ext uri="{FF2B5EF4-FFF2-40B4-BE49-F238E27FC236}">
                <a16:creationId xmlns:a16="http://schemas.microsoft.com/office/drawing/2014/main" id="{B143EDD1-6466-DA1D-A31C-BBC1CCAED42C}"/>
              </a:ext>
            </a:extLst>
          </p:cNvPr>
          <p:cNvSpPr>
            <a:spLocks noGrp="1"/>
          </p:cNvSpPr>
          <p:nvPr>
            <p:ph type="subTitle" idx="1"/>
          </p:nvPr>
        </p:nvSpPr>
        <p:spPr>
          <a:xfrm>
            <a:off x="479425" y="3313113"/>
            <a:ext cx="2806700" cy="1208087"/>
          </a:xfrm>
        </p:spPr>
        <p:txBody>
          <a:bodyPr/>
          <a:lstStyle/>
          <a:p>
            <a:r>
              <a:rPr lang="de-DE" dirty="0"/>
              <a:t>Mohammed Alassane</a:t>
            </a:r>
          </a:p>
          <a:p>
            <a:r>
              <a:rPr lang="de-DE" dirty="0" err="1"/>
              <a:t>BarmeniaGothaer</a:t>
            </a:r>
            <a:r>
              <a:rPr lang="de-DE" dirty="0"/>
              <a:t> AG</a:t>
            </a:r>
          </a:p>
          <a:p>
            <a:endParaRPr lang="de-DE" dirty="0"/>
          </a:p>
        </p:txBody>
      </p:sp>
      <p:sp>
        <p:nvSpPr>
          <p:cNvPr id="3" name="Fußzeilenplatzhalter 2">
            <a:extLst>
              <a:ext uri="{FF2B5EF4-FFF2-40B4-BE49-F238E27FC236}">
                <a16:creationId xmlns:a16="http://schemas.microsoft.com/office/drawing/2014/main" id="{92BAC160-7F27-8166-06A6-C87B46ED5F02}"/>
              </a:ext>
            </a:extLst>
          </p:cNvPr>
          <p:cNvSpPr>
            <a:spLocks noGrp="1"/>
          </p:cNvSpPr>
          <p:nvPr>
            <p:ph type="ftr" sz="quarter" idx="11"/>
          </p:nvPr>
        </p:nvSpPr>
        <p:spPr/>
        <p:txBody>
          <a:bodyPr/>
          <a:lstStyle/>
          <a:p>
            <a:r>
              <a:rPr lang="de-DE"/>
              <a:t>Titel der Präsentation</a:t>
            </a:r>
          </a:p>
        </p:txBody>
      </p:sp>
      <p:sp>
        <p:nvSpPr>
          <p:cNvPr id="6" name="Foliennummernplatzhalter 5">
            <a:extLst>
              <a:ext uri="{FF2B5EF4-FFF2-40B4-BE49-F238E27FC236}">
                <a16:creationId xmlns:a16="http://schemas.microsoft.com/office/drawing/2014/main" id="{214087E9-C09F-2DA4-3ACC-6C2523CE657B}"/>
              </a:ext>
            </a:extLst>
          </p:cNvPr>
          <p:cNvSpPr>
            <a:spLocks noGrp="1"/>
          </p:cNvSpPr>
          <p:nvPr>
            <p:ph type="sldNum" sz="quarter" idx="12"/>
          </p:nvPr>
        </p:nvSpPr>
        <p:spPr/>
        <p:txBody>
          <a:bodyPr/>
          <a:lstStyle/>
          <a:p>
            <a:fld id="{D188B27D-4802-6948-A101-6CF6A7142FF4}" type="slidenum">
              <a:rPr lang="de-DE" smtClean="0"/>
              <a:pPr/>
              <a:t>1</a:t>
            </a:fld>
            <a:endParaRPr lang="de-DE"/>
          </a:p>
        </p:txBody>
      </p:sp>
      <p:sp>
        <p:nvSpPr>
          <p:cNvPr id="7" name="Datumsplatzhalter 6">
            <a:extLst>
              <a:ext uri="{FF2B5EF4-FFF2-40B4-BE49-F238E27FC236}">
                <a16:creationId xmlns:a16="http://schemas.microsoft.com/office/drawing/2014/main" id="{7CFD32C4-774F-014E-AED4-FFB0106B4F32}"/>
              </a:ext>
            </a:extLst>
          </p:cNvPr>
          <p:cNvSpPr>
            <a:spLocks noGrp="1"/>
          </p:cNvSpPr>
          <p:nvPr>
            <p:ph type="dt" sz="half" idx="10"/>
          </p:nvPr>
        </p:nvSpPr>
        <p:spPr/>
        <p:txBody>
          <a:bodyPr/>
          <a:lstStyle/>
          <a:p>
            <a:fld id="{C6AF43BD-22F9-3D4B-820B-085B851EAF62}" type="datetime1">
              <a:rPr lang="de-DE"/>
              <a:t>22.06.2026</a:t>
            </a:fld>
            <a:endParaRPr lang="de-DE"/>
          </a:p>
        </p:txBody>
      </p:sp>
    </p:spTree>
    <p:extLst>
      <p:ext uri="{BB962C8B-B14F-4D97-AF65-F5344CB8AC3E}">
        <p14:creationId xmlns:p14="http://schemas.microsoft.com/office/powerpoint/2010/main" val="2925330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DDD5C492-9982-335E-E858-3D495A9B8664}"/>
              </a:ext>
            </a:extLst>
          </p:cNvPr>
          <p:cNvSpPr>
            <a:spLocks noGrp="1"/>
          </p:cNvSpPr>
          <p:nvPr>
            <p:ph type="body" sz="quarter" idx="26"/>
          </p:nvPr>
        </p:nvSpPr>
        <p:spPr>
          <a:xfrm>
            <a:off x="9052560" y="2207514"/>
            <a:ext cx="2809240" cy="1163395"/>
          </a:xfrm>
        </p:spPr>
        <p:txBody>
          <a:bodyPr/>
          <a:lstStyle/>
          <a:p>
            <a:r>
              <a:rPr lang="de-DE" dirty="0" err="1"/>
              <a:t>Lösungstrategie</a:t>
            </a:r>
            <a:br>
              <a:rPr lang="de-DE" dirty="0"/>
            </a:br>
            <a:endParaRPr lang="de-DE" dirty="0"/>
          </a:p>
        </p:txBody>
      </p:sp>
      <p:sp>
        <p:nvSpPr>
          <p:cNvPr id="9" name="Textplatzhalter 8">
            <a:extLst>
              <a:ext uri="{FF2B5EF4-FFF2-40B4-BE49-F238E27FC236}">
                <a16:creationId xmlns:a16="http://schemas.microsoft.com/office/drawing/2014/main" id="{F2A7DAE8-9236-EFDB-FC59-EA979574D548}"/>
              </a:ext>
            </a:extLst>
          </p:cNvPr>
          <p:cNvSpPr>
            <a:spLocks noGrp="1"/>
          </p:cNvSpPr>
          <p:nvPr>
            <p:ph type="body" sz="quarter" idx="27"/>
          </p:nvPr>
        </p:nvSpPr>
        <p:spPr>
          <a:xfrm>
            <a:off x="9052560" y="1744663"/>
            <a:ext cx="473075" cy="479106"/>
          </a:xfrm>
        </p:spPr>
        <p:txBody>
          <a:bodyPr/>
          <a:lstStyle/>
          <a:p>
            <a:r>
              <a:rPr lang="de-DE" dirty="0"/>
              <a:t>04</a:t>
            </a:r>
          </a:p>
        </p:txBody>
      </p:sp>
      <p:sp>
        <p:nvSpPr>
          <p:cNvPr id="12" name="Textplatzhalter 11">
            <a:extLst>
              <a:ext uri="{FF2B5EF4-FFF2-40B4-BE49-F238E27FC236}">
                <a16:creationId xmlns:a16="http://schemas.microsoft.com/office/drawing/2014/main" id="{344ED509-29C9-5531-A2C9-6737E1712E71}"/>
              </a:ext>
            </a:extLst>
          </p:cNvPr>
          <p:cNvSpPr>
            <a:spLocks noGrp="1"/>
          </p:cNvSpPr>
          <p:nvPr>
            <p:ph type="body" sz="quarter" idx="28"/>
          </p:nvPr>
        </p:nvSpPr>
        <p:spPr>
          <a:xfrm>
            <a:off x="6096000" y="3741674"/>
            <a:ext cx="2838450" cy="775597"/>
          </a:xfrm>
        </p:spPr>
        <p:txBody>
          <a:bodyPr/>
          <a:lstStyle/>
          <a:p>
            <a:r>
              <a:rPr lang="de-DE" dirty="0"/>
              <a:t>Problemstellung</a:t>
            </a:r>
          </a:p>
        </p:txBody>
      </p:sp>
      <p:sp>
        <p:nvSpPr>
          <p:cNvPr id="13" name="Textplatzhalter 12">
            <a:extLst>
              <a:ext uri="{FF2B5EF4-FFF2-40B4-BE49-F238E27FC236}">
                <a16:creationId xmlns:a16="http://schemas.microsoft.com/office/drawing/2014/main" id="{7DE78715-63A0-C2C1-003B-C8158B4B4BAC}"/>
              </a:ext>
            </a:extLst>
          </p:cNvPr>
          <p:cNvSpPr>
            <a:spLocks noGrp="1"/>
          </p:cNvSpPr>
          <p:nvPr>
            <p:ph type="body" sz="quarter" idx="29"/>
          </p:nvPr>
        </p:nvSpPr>
        <p:spPr>
          <a:xfrm>
            <a:off x="6096000" y="3278823"/>
            <a:ext cx="473075" cy="479106"/>
          </a:xfrm>
        </p:spPr>
        <p:txBody>
          <a:bodyPr/>
          <a:lstStyle/>
          <a:p>
            <a:r>
              <a:rPr lang="de-DE" dirty="0"/>
              <a:t>02</a:t>
            </a:r>
          </a:p>
        </p:txBody>
      </p:sp>
      <p:sp>
        <p:nvSpPr>
          <p:cNvPr id="33" name="Textplatzhalter 32">
            <a:extLst>
              <a:ext uri="{FF2B5EF4-FFF2-40B4-BE49-F238E27FC236}">
                <a16:creationId xmlns:a16="http://schemas.microsoft.com/office/drawing/2014/main" id="{200554F7-F4E7-F3E8-F282-EBF1446E7D87}"/>
              </a:ext>
            </a:extLst>
          </p:cNvPr>
          <p:cNvSpPr>
            <a:spLocks noGrp="1"/>
          </p:cNvSpPr>
          <p:nvPr>
            <p:ph type="body" sz="quarter" idx="30"/>
          </p:nvPr>
        </p:nvSpPr>
        <p:spPr>
          <a:xfrm>
            <a:off x="9052560" y="3741674"/>
            <a:ext cx="2663825" cy="387798"/>
          </a:xfrm>
        </p:spPr>
        <p:txBody>
          <a:bodyPr/>
          <a:lstStyle/>
          <a:p>
            <a:r>
              <a:rPr lang="de-DE" dirty="0"/>
              <a:t>Beispiel</a:t>
            </a:r>
          </a:p>
        </p:txBody>
      </p:sp>
      <p:sp>
        <p:nvSpPr>
          <p:cNvPr id="6" name="Textplatzhalter 5">
            <a:extLst>
              <a:ext uri="{FF2B5EF4-FFF2-40B4-BE49-F238E27FC236}">
                <a16:creationId xmlns:a16="http://schemas.microsoft.com/office/drawing/2014/main" id="{C44311BA-F00B-8CC6-1B80-7FCED2231CAA}"/>
              </a:ext>
            </a:extLst>
          </p:cNvPr>
          <p:cNvSpPr>
            <a:spLocks noGrp="1"/>
          </p:cNvSpPr>
          <p:nvPr>
            <p:ph type="body" sz="quarter" idx="31"/>
          </p:nvPr>
        </p:nvSpPr>
        <p:spPr>
          <a:xfrm>
            <a:off x="9052560" y="3278823"/>
            <a:ext cx="473075" cy="479106"/>
          </a:xfrm>
        </p:spPr>
        <p:txBody>
          <a:bodyPr/>
          <a:lstStyle/>
          <a:p>
            <a:r>
              <a:rPr lang="de-DE" dirty="0"/>
              <a:t>05</a:t>
            </a:r>
          </a:p>
        </p:txBody>
      </p:sp>
      <p:sp>
        <p:nvSpPr>
          <p:cNvPr id="7" name="Textplatzhalter 6">
            <a:extLst>
              <a:ext uri="{FF2B5EF4-FFF2-40B4-BE49-F238E27FC236}">
                <a16:creationId xmlns:a16="http://schemas.microsoft.com/office/drawing/2014/main" id="{3F3563B6-58B2-DBDB-8DA8-D53EAEBA37D0}"/>
              </a:ext>
            </a:extLst>
          </p:cNvPr>
          <p:cNvSpPr>
            <a:spLocks noGrp="1"/>
          </p:cNvSpPr>
          <p:nvPr>
            <p:ph type="body" sz="quarter" idx="32"/>
          </p:nvPr>
        </p:nvSpPr>
        <p:spPr>
          <a:xfrm>
            <a:off x="6096000" y="5255514"/>
            <a:ext cx="2663825" cy="387798"/>
          </a:xfrm>
        </p:spPr>
        <p:txBody>
          <a:bodyPr/>
          <a:lstStyle/>
          <a:p>
            <a:r>
              <a:rPr lang="de-DE" dirty="0"/>
              <a:t>Konzept</a:t>
            </a:r>
          </a:p>
        </p:txBody>
      </p:sp>
      <p:sp>
        <p:nvSpPr>
          <p:cNvPr id="10" name="Textplatzhalter 9">
            <a:extLst>
              <a:ext uri="{FF2B5EF4-FFF2-40B4-BE49-F238E27FC236}">
                <a16:creationId xmlns:a16="http://schemas.microsoft.com/office/drawing/2014/main" id="{F8AF70E8-6E0B-4FDD-70DF-E7B43225E623}"/>
              </a:ext>
            </a:extLst>
          </p:cNvPr>
          <p:cNvSpPr>
            <a:spLocks noGrp="1"/>
          </p:cNvSpPr>
          <p:nvPr>
            <p:ph type="body" sz="quarter" idx="33"/>
          </p:nvPr>
        </p:nvSpPr>
        <p:spPr>
          <a:xfrm>
            <a:off x="6096000" y="4792663"/>
            <a:ext cx="473075" cy="479106"/>
          </a:xfrm>
        </p:spPr>
        <p:txBody>
          <a:bodyPr/>
          <a:lstStyle/>
          <a:p>
            <a:r>
              <a:rPr lang="de-DE" dirty="0"/>
              <a:t>03</a:t>
            </a:r>
          </a:p>
        </p:txBody>
      </p:sp>
      <p:sp>
        <p:nvSpPr>
          <p:cNvPr id="11" name="Textplatzhalter 10">
            <a:extLst>
              <a:ext uri="{FF2B5EF4-FFF2-40B4-BE49-F238E27FC236}">
                <a16:creationId xmlns:a16="http://schemas.microsoft.com/office/drawing/2014/main" id="{FD79A8F0-5BEF-CA27-F8FA-E30241D72FEF}"/>
              </a:ext>
            </a:extLst>
          </p:cNvPr>
          <p:cNvSpPr>
            <a:spLocks noGrp="1"/>
          </p:cNvSpPr>
          <p:nvPr>
            <p:ph type="body" sz="quarter" idx="34"/>
          </p:nvPr>
        </p:nvSpPr>
        <p:spPr>
          <a:xfrm>
            <a:off x="9052560" y="5255514"/>
            <a:ext cx="2663825" cy="387798"/>
          </a:xfrm>
        </p:spPr>
        <p:txBody>
          <a:bodyPr/>
          <a:lstStyle/>
          <a:p>
            <a:r>
              <a:rPr lang="de-DE" dirty="0"/>
              <a:t>Fazit</a:t>
            </a:r>
          </a:p>
        </p:txBody>
      </p:sp>
      <p:sp>
        <p:nvSpPr>
          <p:cNvPr id="14" name="Textplatzhalter 13">
            <a:extLst>
              <a:ext uri="{FF2B5EF4-FFF2-40B4-BE49-F238E27FC236}">
                <a16:creationId xmlns:a16="http://schemas.microsoft.com/office/drawing/2014/main" id="{1836BC4B-C71B-E1E0-9437-61ACD845BC33}"/>
              </a:ext>
            </a:extLst>
          </p:cNvPr>
          <p:cNvSpPr>
            <a:spLocks noGrp="1"/>
          </p:cNvSpPr>
          <p:nvPr>
            <p:ph type="body" sz="quarter" idx="35"/>
          </p:nvPr>
        </p:nvSpPr>
        <p:spPr>
          <a:xfrm>
            <a:off x="9052560" y="4792663"/>
            <a:ext cx="473075" cy="479106"/>
          </a:xfrm>
        </p:spPr>
        <p:txBody>
          <a:bodyPr/>
          <a:lstStyle/>
          <a:p>
            <a:r>
              <a:rPr lang="de-DE" dirty="0"/>
              <a:t>06</a:t>
            </a:r>
          </a:p>
        </p:txBody>
      </p:sp>
      <p:sp>
        <p:nvSpPr>
          <p:cNvPr id="5" name="Textplatzhalter 4">
            <a:extLst>
              <a:ext uri="{FF2B5EF4-FFF2-40B4-BE49-F238E27FC236}">
                <a16:creationId xmlns:a16="http://schemas.microsoft.com/office/drawing/2014/main" id="{C33C0981-366D-BF4A-74F4-31B27333F3E0}"/>
              </a:ext>
            </a:extLst>
          </p:cNvPr>
          <p:cNvSpPr>
            <a:spLocks noGrp="1"/>
          </p:cNvSpPr>
          <p:nvPr>
            <p:ph type="body" sz="quarter" idx="25"/>
          </p:nvPr>
        </p:nvSpPr>
        <p:spPr>
          <a:xfrm>
            <a:off x="6096000" y="2207514"/>
            <a:ext cx="2663825" cy="1163395"/>
          </a:xfrm>
        </p:spPr>
        <p:txBody>
          <a:bodyPr/>
          <a:lstStyle/>
          <a:p>
            <a:r>
              <a:rPr lang="de-DE" dirty="0"/>
              <a:t>Persönliche Vorstellung</a:t>
            </a:r>
            <a:br>
              <a:rPr lang="de-DE" dirty="0"/>
            </a:br>
            <a:endParaRPr lang="de-DE" dirty="0"/>
          </a:p>
        </p:txBody>
      </p:sp>
      <p:sp>
        <p:nvSpPr>
          <p:cNvPr id="4" name="Textplatzhalter 3">
            <a:extLst>
              <a:ext uri="{FF2B5EF4-FFF2-40B4-BE49-F238E27FC236}">
                <a16:creationId xmlns:a16="http://schemas.microsoft.com/office/drawing/2014/main" id="{3B4F86E1-5E9B-7A3B-1430-5CC3229A3088}"/>
              </a:ext>
            </a:extLst>
          </p:cNvPr>
          <p:cNvSpPr>
            <a:spLocks noGrp="1"/>
          </p:cNvSpPr>
          <p:nvPr>
            <p:ph type="body" sz="quarter" idx="24"/>
          </p:nvPr>
        </p:nvSpPr>
        <p:spPr>
          <a:xfrm>
            <a:off x="6096000" y="1744663"/>
            <a:ext cx="473075" cy="479106"/>
          </a:xfrm>
        </p:spPr>
        <p:txBody>
          <a:bodyPr/>
          <a:lstStyle/>
          <a:p>
            <a:r>
              <a:rPr lang="de-DE" dirty="0"/>
              <a:t>01</a:t>
            </a:r>
          </a:p>
        </p:txBody>
      </p:sp>
      <p:sp>
        <p:nvSpPr>
          <p:cNvPr id="17" name="Datumsplatzhalter 16">
            <a:extLst>
              <a:ext uri="{FF2B5EF4-FFF2-40B4-BE49-F238E27FC236}">
                <a16:creationId xmlns:a16="http://schemas.microsoft.com/office/drawing/2014/main" id="{D4BF092B-35D3-1829-EC54-D855BA9C680F}"/>
              </a:ext>
            </a:extLst>
          </p:cNvPr>
          <p:cNvSpPr>
            <a:spLocks noGrp="1"/>
          </p:cNvSpPr>
          <p:nvPr>
            <p:ph type="dt" sz="half" idx="10"/>
          </p:nvPr>
        </p:nvSpPr>
        <p:spPr>
          <a:xfrm>
            <a:off x="3334722" y="6521213"/>
            <a:ext cx="1068585" cy="106468"/>
          </a:xfrm>
        </p:spPr>
        <p:txBody>
          <a:bodyPr/>
          <a:lstStyle/>
          <a:p>
            <a:fld id="{F037253D-8AB8-E249-ADA2-62748AAB607F}" type="datetime1">
              <a:rPr lang="de-DE"/>
              <a:pPr/>
              <a:t>22.06.2026</a:t>
            </a:fld>
            <a:endParaRPr lang="de-DE"/>
          </a:p>
        </p:txBody>
      </p:sp>
      <p:sp>
        <p:nvSpPr>
          <p:cNvPr id="3" name="Fußzeilenplatzhalter 2">
            <a:extLst>
              <a:ext uri="{FF2B5EF4-FFF2-40B4-BE49-F238E27FC236}">
                <a16:creationId xmlns:a16="http://schemas.microsoft.com/office/drawing/2014/main" id="{0A70CC5F-33C1-338C-FFB6-A01067E8DEBB}"/>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16" name="Foliennummernplatzhalter 15">
            <a:extLst>
              <a:ext uri="{FF2B5EF4-FFF2-40B4-BE49-F238E27FC236}">
                <a16:creationId xmlns:a16="http://schemas.microsoft.com/office/drawing/2014/main" id="{817A3732-4A32-62FA-F405-80A38D8BC3A2}"/>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a:t>
            </a:fld>
            <a:endParaRPr lang="de-DE" dirty="0"/>
          </a:p>
        </p:txBody>
      </p:sp>
      <p:sp>
        <p:nvSpPr>
          <p:cNvPr id="15" name="Textplatzhalter 14">
            <a:extLst>
              <a:ext uri="{FF2B5EF4-FFF2-40B4-BE49-F238E27FC236}">
                <a16:creationId xmlns:a16="http://schemas.microsoft.com/office/drawing/2014/main" id="{885266A0-BEE9-208F-2CB9-B17861B306E4}"/>
              </a:ext>
            </a:extLst>
          </p:cNvPr>
          <p:cNvSpPr>
            <a:spLocks noGrp="1"/>
          </p:cNvSpPr>
          <p:nvPr>
            <p:ph type="body" sz="quarter" idx="36"/>
          </p:nvPr>
        </p:nvSpPr>
        <p:spPr>
          <a:xfrm>
            <a:off x="403763" y="4105723"/>
            <a:ext cx="4420965" cy="2120143"/>
          </a:xfrm>
        </p:spPr>
        <p:txBody>
          <a:bodyPr>
            <a:normAutofit/>
          </a:bodyPr>
          <a:lstStyle/>
          <a:p>
            <a:r>
              <a:rPr lang="de-DE" dirty="0"/>
              <a:t>Inhalt</a:t>
            </a:r>
          </a:p>
        </p:txBody>
      </p:sp>
    </p:spTree>
    <p:extLst>
      <p:ext uri="{BB962C8B-B14F-4D97-AF65-F5344CB8AC3E}">
        <p14:creationId xmlns:p14="http://schemas.microsoft.com/office/powerpoint/2010/main" val="20788130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65765-31BC-2C0E-D561-CC7DAB72C3F2}"/>
            </a:ext>
          </a:extLst>
        </p:cNvPr>
        <p:cNvGrpSpPr/>
        <p:nvPr/>
      </p:nvGrpSpPr>
      <p:grpSpPr>
        <a:xfrm>
          <a:off x="0" y="0"/>
          <a:ext cx="0" cy="0"/>
          <a:chOff x="0" y="0"/>
          <a:chExt cx="0" cy="0"/>
        </a:xfrm>
      </p:grpSpPr>
      <p:sp>
        <p:nvSpPr>
          <p:cNvPr id="5" name="Textplatzhalter 4">
            <a:extLst>
              <a:ext uri="{FF2B5EF4-FFF2-40B4-BE49-F238E27FC236}">
                <a16:creationId xmlns:a16="http://schemas.microsoft.com/office/drawing/2014/main" id="{4DDF3364-9A0B-92FB-F50C-535069B9F8C5}"/>
              </a:ext>
            </a:extLst>
          </p:cNvPr>
          <p:cNvSpPr>
            <a:spLocks noGrp="1"/>
          </p:cNvSpPr>
          <p:nvPr>
            <p:ph type="body" sz="quarter" idx="14"/>
          </p:nvPr>
        </p:nvSpPr>
        <p:spPr>
          <a:xfrm>
            <a:off x="1224361" y="3064585"/>
            <a:ext cx="1738312" cy="1329595"/>
          </a:xfrm>
        </p:spPr>
        <p:txBody>
          <a:bodyPr/>
          <a:lstStyle/>
          <a:p>
            <a:r>
              <a:rPr lang="de-DE" dirty="0"/>
              <a:t>01</a:t>
            </a:r>
          </a:p>
        </p:txBody>
      </p:sp>
      <p:sp>
        <p:nvSpPr>
          <p:cNvPr id="3" name="Titel 2">
            <a:extLst>
              <a:ext uri="{FF2B5EF4-FFF2-40B4-BE49-F238E27FC236}">
                <a16:creationId xmlns:a16="http://schemas.microsoft.com/office/drawing/2014/main" id="{BC93232D-59AD-C0C0-0577-C0A9B0565438}"/>
              </a:ext>
            </a:extLst>
          </p:cNvPr>
          <p:cNvSpPr>
            <a:spLocks noGrp="1"/>
          </p:cNvSpPr>
          <p:nvPr>
            <p:ph type="title"/>
          </p:nvPr>
        </p:nvSpPr>
        <p:spPr>
          <a:xfrm>
            <a:off x="3289002" y="1462223"/>
            <a:ext cx="8423573" cy="2852737"/>
          </a:xfrm>
        </p:spPr>
        <p:txBody>
          <a:bodyPr/>
          <a:lstStyle/>
          <a:p>
            <a:br>
              <a:rPr lang="de-DE" dirty="0"/>
            </a:br>
            <a:r>
              <a:rPr lang="de-DE" dirty="0"/>
              <a:t>Persönliche Vorstellung</a:t>
            </a:r>
          </a:p>
        </p:txBody>
      </p:sp>
      <p:sp>
        <p:nvSpPr>
          <p:cNvPr id="8" name="Datumsplatzhalter 7">
            <a:extLst>
              <a:ext uri="{FF2B5EF4-FFF2-40B4-BE49-F238E27FC236}">
                <a16:creationId xmlns:a16="http://schemas.microsoft.com/office/drawing/2014/main" id="{B0FFDF6A-50CC-48D0-0868-E8FC7699E213}"/>
              </a:ext>
            </a:extLst>
          </p:cNvPr>
          <p:cNvSpPr>
            <a:spLocks noGrp="1"/>
          </p:cNvSpPr>
          <p:nvPr>
            <p:ph type="dt" sz="half" idx="10"/>
          </p:nvPr>
        </p:nvSpPr>
        <p:spPr>
          <a:xfrm>
            <a:off x="3334722" y="6521213"/>
            <a:ext cx="1068585" cy="106468"/>
          </a:xfrm>
        </p:spPr>
        <p:txBody>
          <a:bodyPr/>
          <a:lstStyle/>
          <a:p>
            <a:fld id="{AA2B1F9D-C5E1-F544-B877-2E82FF0C8A50}" type="datetime1">
              <a:rPr lang="de-DE"/>
              <a:pPr/>
              <a:t>22.06.2026</a:t>
            </a:fld>
            <a:endParaRPr lang="de-DE"/>
          </a:p>
        </p:txBody>
      </p:sp>
      <p:sp>
        <p:nvSpPr>
          <p:cNvPr id="6" name="Fußzeilenplatzhalter 5">
            <a:extLst>
              <a:ext uri="{FF2B5EF4-FFF2-40B4-BE49-F238E27FC236}">
                <a16:creationId xmlns:a16="http://schemas.microsoft.com/office/drawing/2014/main" id="{116869C1-D5C0-1025-D6D6-C9F68812904A}"/>
              </a:ext>
            </a:extLst>
          </p:cNvPr>
          <p:cNvSpPr>
            <a:spLocks noGrp="1"/>
          </p:cNvSpPr>
          <p:nvPr>
            <p:ph type="ftr" sz="quarter" idx="11"/>
          </p:nvPr>
        </p:nvSpPr>
        <p:spPr>
          <a:xfrm>
            <a:off x="3334720" y="6405343"/>
            <a:ext cx="2806997" cy="106470"/>
          </a:xfrm>
        </p:spPr>
        <p:txBody>
          <a:bodyPr/>
          <a:lstStyle/>
          <a:p>
            <a:r>
              <a:rPr lang="de-DE" dirty="0"/>
              <a:t>Titel der Präsentation</a:t>
            </a:r>
          </a:p>
        </p:txBody>
      </p:sp>
      <p:sp>
        <p:nvSpPr>
          <p:cNvPr id="7" name="Foliennummernplatzhalter 6">
            <a:extLst>
              <a:ext uri="{FF2B5EF4-FFF2-40B4-BE49-F238E27FC236}">
                <a16:creationId xmlns:a16="http://schemas.microsoft.com/office/drawing/2014/main" id="{7AEB9344-DB77-61F8-FC2A-6507307420C8}"/>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3</a:t>
            </a:fld>
            <a:endParaRPr lang="de-DE"/>
          </a:p>
        </p:txBody>
      </p:sp>
    </p:spTree>
    <p:extLst>
      <p:ext uri="{BB962C8B-B14F-4D97-AF65-F5344CB8AC3E}">
        <p14:creationId xmlns:p14="http://schemas.microsoft.com/office/powerpoint/2010/main" val="4291990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0C616-05AD-C7EA-A0EC-6539593E19F2}"/>
            </a:ext>
          </a:extLst>
        </p:cNvPr>
        <p:cNvGrpSpPr/>
        <p:nvPr/>
      </p:nvGrpSpPr>
      <p:grpSpPr>
        <a:xfrm>
          <a:off x="0" y="0"/>
          <a:ext cx="0" cy="0"/>
          <a:chOff x="0" y="0"/>
          <a:chExt cx="0" cy="0"/>
        </a:xfrm>
      </p:grpSpPr>
      <p:sp>
        <p:nvSpPr>
          <p:cNvPr id="15" name="Inhaltsplatzhalter 5">
            <a:extLst>
              <a:ext uri="{FF2B5EF4-FFF2-40B4-BE49-F238E27FC236}">
                <a16:creationId xmlns:a16="http://schemas.microsoft.com/office/drawing/2014/main" id="{5ECDC0A9-A6DB-38EA-663F-5A913A716CE0}"/>
              </a:ext>
            </a:extLst>
          </p:cNvPr>
          <p:cNvSpPr txBox="1">
            <a:spLocks/>
          </p:cNvSpPr>
          <p:nvPr/>
        </p:nvSpPr>
        <p:spPr>
          <a:xfrm>
            <a:off x="6739587" y="1820681"/>
            <a:ext cx="4381169" cy="3216637"/>
          </a:xfrm>
          <a:prstGeom prst="round2SameRect">
            <a:avLst>
              <a:gd name="adj1" fmla="val 1325"/>
              <a:gd name="adj2" fmla="val 0"/>
            </a:avLst>
          </a:prstGeom>
          <a:solidFill>
            <a:schemeClr val="accent2"/>
          </a:solidFill>
        </p:spPr>
        <p:txBody>
          <a:bodyPr wrap="square" lIns="251999" tIns="251999" rIns="251999" bIns="251999">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endParaRPr lang="de-DE" dirty="0">
              <a:latin typeface="BarmeniaGothaer Offc" panose="020B0503020204020204" pitchFamily="34" charset="0"/>
            </a:endParaRPr>
          </a:p>
        </p:txBody>
      </p:sp>
      <p:sp>
        <p:nvSpPr>
          <p:cNvPr id="13" name="Inhaltsplatzhalter 5">
            <a:extLst>
              <a:ext uri="{FF2B5EF4-FFF2-40B4-BE49-F238E27FC236}">
                <a16:creationId xmlns:a16="http://schemas.microsoft.com/office/drawing/2014/main" id="{6AEAA11A-680B-DE21-D588-254F47C7C0A9}"/>
              </a:ext>
            </a:extLst>
          </p:cNvPr>
          <p:cNvSpPr txBox="1">
            <a:spLocks/>
          </p:cNvSpPr>
          <p:nvPr/>
        </p:nvSpPr>
        <p:spPr>
          <a:xfrm>
            <a:off x="922352" y="1879194"/>
            <a:ext cx="4381169" cy="3216637"/>
          </a:xfrm>
          <a:prstGeom prst="round2SameRect">
            <a:avLst>
              <a:gd name="adj1" fmla="val 1325"/>
              <a:gd name="adj2" fmla="val 0"/>
            </a:avLst>
          </a:prstGeom>
          <a:solidFill>
            <a:schemeClr val="accent2"/>
          </a:solidFill>
        </p:spPr>
        <p:txBody>
          <a:bodyPr wrap="square" lIns="251999" tIns="251999" rIns="251999" bIns="251999">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endParaRPr lang="de-DE" dirty="0">
              <a:latin typeface="BarmeniaGothaer Offc" panose="020B0503020204020204" pitchFamily="34" charset="0"/>
            </a:endParaRPr>
          </a:p>
        </p:txBody>
      </p:sp>
      <p:sp>
        <p:nvSpPr>
          <p:cNvPr id="8" name="Titel 7">
            <a:extLst>
              <a:ext uri="{FF2B5EF4-FFF2-40B4-BE49-F238E27FC236}">
                <a16:creationId xmlns:a16="http://schemas.microsoft.com/office/drawing/2014/main" id="{E77886E1-9381-D500-6BD0-EC06765AB27F}"/>
              </a:ext>
            </a:extLst>
          </p:cNvPr>
          <p:cNvSpPr>
            <a:spLocks noGrp="1"/>
          </p:cNvSpPr>
          <p:nvPr>
            <p:ph type="title"/>
          </p:nvPr>
        </p:nvSpPr>
        <p:spPr>
          <a:xfrm>
            <a:off x="479425" y="387560"/>
            <a:ext cx="8496300" cy="988803"/>
          </a:xfrm>
        </p:spPr>
        <p:txBody>
          <a:bodyPr/>
          <a:lstStyle/>
          <a:p>
            <a:r>
              <a:rPr lang="de-DE" dirty="0"/>
              <a:t>Persönliche Vorstellung</a:t>
            </a:r>
            <a:endParaRPr lang="de-DE" dirty="0">
              <a:solidFill>
                <a:schemeClr val="accent4"/>
              </a:solidFill>
            </a:endParaRPr>
          </a:p>
        </p:txBody>
      </p:sp>
      <p:sp>
        <p:nvSpPr>
          <p:cNvPr id="3" name="Datumsplatzhalter 2">
            <a:extLst>
              <a:ext uri="{FF2B5EF4-FFF2-40B4-BE49-F238E27FC236}">
                <a16:creationId xmlns:a16="http://schemas.microsoft.com/office/drawing/2014/main" id="{0638A80C-FE7C-CCEA-EDC6-D444278F57FB}"/>
              </a:ext>
            </a:extLst>
          </p:cNvPr>
          <p:cNvSpPr>
            <a:spLocks noGrp="1"/>
          </p:cNvSpPr>
          <p:nvPr>
            <p:ph type="dt" sz="half" idx="10"/>
          </p:nvPr>
        </p:nvSpPr>
        <p:spPr>
          <a:xfrm>
            <a:off x="3334722" y="6521213"/>
            <a:ext cx="1068585" cy="106468"/>
          </a:xfrm>
        </p:spPr>
        <p:txBody>
          <a:bodyPr/>
          <a:lstStyle/>
          <a:p>
            <a:fld id="{2DE66CE5-6E4E-254F-BACD-C75F7D6843BB}" type="datetime1">
              <a:rPr lang="de-DE" smtClean="0"/>
              <a:pPr/>
              <a:t>22.06.2026</a:t>
            </a:fld>
            <a:endParaRPr lang="de-DE" dirty="0"/>
          </a:p>
        </p:txBody>
      </p:sp>
      <p:sp>
        <p:nvSpPr>
          <p:cNvPr id="4" name="Fußzeilenplatzhalter 3">
            <a:extLst>
              <a:ext uri="{FF2B5EF4-FFF2-40B4-BE49-F238E27FC236}">
                <a16:creationId xmlns:a16="http://schemas.microsoft.com/office/drawing/2014/main" id="{01EF9061-9E5A-A20A-6D9E-64AD4454B60F}"/>
              </a:ext>
            </a:extLst>
          </p:cNvPr>
          <p:cNvSpPr>
            <a:spLocks noGrp="1"/>
          </p:cNvSpPr>
          <p:nvPr>
            <p:ph type="ftr" sz="quarter" idx="11"/>
          </p:nvPr>
        </p:nvSpPr>
        <p:spPr>
          <a:xfrm>
            <a:off x="3334720" y="6405343"/>
            <a:ext cx="2806997" cy="106470"/>
          </a:xfrm>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BA7DB3D6-918D-6F44-6E6C-26FCE9E70853}"/>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4</a:t>
            </a:fld>
            <a:endParaRPr lang="de-DE" dirty="0"/>
          </a:p>
        </p:txBody>
      </p:sp>
      <p:sp>
        <p:nvSpPr>
          <p:cNvPr id="9" name="Inhaltsplatzhalter 8">
            <a:extLst>
              <a:ext uri="{FF2B5EF4-FFF2-40B4-BE49-F238E27FC236}">
                <a16:creationId xmlns:a16="http://schemas.microsoft.com/office/drawing/2014/main" id="{A5E53F7A-D004-BDD5-A175-9ABE8EA7A4D8}"/>
              </a:ext>
            </a:extLst>
          </p:cNvPr>
          <p:cNvSpPr>
            <a:spLocks noGrp="1"/>
          </p:cNvSpPr>
          <p:nvPr>
            <p:ph idx="1"/>
          </p:nvPr>
        </p:nvSpPr>
        <p:spPr>
          <a:xfrm>
            <a:off x="1126483" y="3365751"/>
            <a:ext cx="4028967" cy="1610623"/>
          </a:xfrm>
        </p:spPr>
        <p:txBody>
          <a:bodyPr/>
          <a:lstStyle/>
          <a:p>
            <a:pPr lvl="1"/>
            <a:r>
              <a:rPr lang="de-DE" dirty="0"/>
              <a:t>Mohammed Alassane</a:t>
            </a:r>
          </a:p>
          <a:p>
            <a:pPr lvl="1"/>
            <a:r>
              <a:rPr lang="de-DE" dirty="0"/>
              <a:t>Dualer Student: </a:t>
            </a:r>
          </a:p>
          <a:p>
            <a:pPr lvl="3"/>
            <a:r>
              <a:rPr lang="de-DE" dirty="0"/>
              <a:t>B.Sc. Angewandte Mathematik und Informatik</a:t>
            </a:r>
          </a:p>
          <a:p>
            <a:pPr lvl="3"/>
            <a:r>
              <a:rPr lang="de-DE" dirty="0"/>
              <a:t>Mathematisch Technischer Softwareentwickler</a:t>
            </a:r>
          </a:p>
          <a:p>
            <a:pPr lvl="1"/>
            <a:r>
              <a:rPr lang="de-DE" dirty="0" err="1"/>
              <a:t>Fullstack</a:t>
            </a:r>
            <a:r>
              <a:rPr lang="de-DE" dirty="0"/>
              <a:t> Entwickler</a:t>
            </a:r>
          </a:p>
        </p:txBody>
      </p:sp>
      <p:sp>
        <p:nvSpPr>
          <p:cNvPr id="2" name="Inhaltsplatzhalter 1">
            <a:extLst>
              <a:ext uri="{FF2B5EF4-FFF2-40B4-BE49-F238E27FC236}">
                <a16:creationId xmlns:a16="http://schemas.microsoft.com/office/drawing/2014/main" id="{0C127767-07B6-0120-235B-119808F0EB37}"/>
              </a:ext>
            </a:extLst>
          </p:cNvPr>
          <p:cNvSpPr>
            <a:spLocks noGrp="1"/>
          </p:cNvSpPr>
          <p:nvPr>
            <p:ph idx="14"/>
          </p:nvPr>
        </p:nvSpPr>
        <p:spPr>
          <a:xfrm>
            <a:off x="7036553" y="3365752"/>
            <a:ext cx="3878345" cy="1232983"/>
          </a:xfrm>
        </p:spPr>
        <p:txBody>
          <a:bodyPr/>
          <a:lstStyle/>
          <a:p>
            <a:pPr lvl="1"/>
            <a:r>
              <a:rPr lang="de-DE" dirty="0" err="1"/>
              <a:t>BarmeniaGothaer</a:t>
            </a:r>
            <a:r>
              <a:rPr lang="de-DE" dirty="0"/>
              <a:t> AG</a:t>
            </a:r>
          </a:p>
          <a:p>
            <a:pPr lvl="1"/>
            <a:r>
              <a:rPr lang="de-DE" dirty="0"/>
              <a:t>Zusammenschluss aus Barmenia und Gothaer</a:t>
            </a:r>
          </a:p>
          <a:p>
            <a:pPr lvl="1"/>
            <a:r>
              <a:rPr lang="de-DE" dirty="0"/>
              <a:t>Versicherungsverein auf Gegenseitigkeit</a:t>
            </a:r>
          </a:p>
          <a:p>
            <a:pPr lvl="1"/>
            <a:r>
              <a:rPr lang="de-DE" dirty="0"/>
              <a:t>ITK 14 – Team Schaden</a:t>
            </a:r>
          </a:p>
        </p:txBody>
      </p:sp>
      <p:sp>
        <p:nvSpPr>
          <p:cNvPr id="30" name="Textplatzhalter 29">
            <a:extLst>
              <a:ext uri="{FF2B5EF4-FFF2-40B4-BE49-F238E27FC236}">
                <a16:creationId xmlns:a16="http://schemas.microsoft.com/office/drawing/2014/main" id="{3389D6F2-9221-B3A7-DD18-1B0C021CF73E}"/>
              </a:ext>
            </a:extLst>
          </p:cNvPr>
          <p:cNvSpPr>
            <a:spLocks noGrp="1"/>
          </p:cNvSpPr>
          <p:nvPr>
            <p:ph type="body" sz="quarter" idx="15"/>
          </p:nvPr>
        </p:nvSpPr>
        <p:spPr>
          <a:xfrm>
            <a:off x="479425" y="6030563"/>
            <a:ext cx="11233150" cy="261284"/>
          </a:xfrm>
        </p:spPr>
        <p:txBody>
          <a:bodyPr/>
          <a:lstStyle/>
          <a:p>
            <a:r>
              <a:rPr lang="de-DE" dirty="0"/>
              <a:t>Quelle:</a:t>
            </a:r>
          </a:p>
        </p:txBody>
      </p:sp>
      <p:sp>
        <p:nvSpPr>
          <p:cNvPr id="11" name="Freihandform 361">
            <a:extLst>
              <a:ext uri="{FF2B5EF4-FFF2-40B4-BE49-F238E27FC236}">
                <a16:creationId xmlns:a16="http://schemas.microsoft.com/office/drawing/2014/main" id="{9B653272-CE6C-32CA-EFF1-D65CD8974A5A}"/>
              </a:ext>
            </a:extLst>
          </p:cNvPr>
          <p:cNvSpPr/>
          <p:nvPr/>
        </p:nvSpPr>
        <p:spPr>
          <a:xfrm>
            <a:off x="2700632" y="1992690"/>
            <a:ext cx="880668" cy="877735"/>
          </a:xfrm>
          <a:custGeom>
            <a:avLst/>
            <a:gdLst>
              <a:gd name="connsiteX0" fmla="*/ 425439 w 701642"/>
              <a:gd name="connsiteY0" fmla="*/ 351392 h 706063"/>
              <a:gd name="connsiteX1" fmla="*/ 534547 w 701642"/>
              <a:gd name="connsiteY1" fmla="*/ 183630 h 706063"/>
              <a:gd name="connsiteX2" fmla="*/ 350885 w 701642"/>
              <a:gd name="connsiteY2" fmla="*/ 0 h 706063"/>
              <a:gd name="connsiteX3" fmla="*/ 167223 w 701642"/>
              <a:gd name="connsiteY3" fmla="*/ 183630 h 706063"/>
              <a:gd name="connsiteX4" fmla="*/ 221011 w 701642"/>
              <a:gd name="connsiteY4" fmla="*/ 313482 h 706063"/>
              <a:gd name="connsiteX5" fmla="*/ 276307 w 701642"/>
              <a:gd name="connsiteY5" fmla="*/ 351375 h 706063"/>
              <a:gd name="connsiteX6" fmla="*/ 0 w 701642"/>
              <a:gd name="connsiteY6" fmla="*/ 694090 h 706063"/>
              <a:gd name="connsiteX7" fmla="*/ 11976 w 701642"/>
              <a:gd name="connsiteY7" fmla="*/ 706063 h 706063"/>
              <a:gd name="connsiteX8" fmla="*/ 689667 w 701642"/>
              <a:gd name="connsiteY8" fmla="*/ 706063 h 706063"/>
              <a:gd name="connsiteX9" fmla="*/ 701643 w 701642"/>
              <a:gd name="connsiteY9" fmla="*/ 694090 h 706063"/>
              <a:gd name="connsiteX10" fmla="*/ 425439 w 701642"/>
              <a:gd name="connsiteY10" fmla="*/ 351399 h 706063"/>
              <a:gd name="connsiteX11" fmla="*/ 191167 w 701642"/>
              <a:gd name="connsiteY11" fmla="*/ 183630 h 706063"/>
              <a:gd name="connsiteX12" fmla="*/ 350877 w 701642"/>
              <a:gd name="connsiteY12" fmla="*/ 23948 h 706063"/>
              <a:gd name="connsiteX13" fmla="*/ 510588 w 701642"/>
              <a:gd name="connsiteY13" fmla="*/ 183630 h 706063"/>
              <a:gd name="connsiteX14" fmla="*/ 350877 w 701642"/>
              <a:gd name="connsiteY14" fmla="*/ 343321 h 706063"/>
              <a:gd name="connsiteX15" fmla="*/ 237937 w 701642"/>
              <a:gd name="connsiteY15" fmla="*/ 296552 h 706063"/>
              <a:gd name="connsiteX16" fmla="*/ 191159 w 701642"/>
              <a:gd name="connsiteY16" fmla="*/ 183630 h 706063"/>
              <a:gd name="connsiteX17" fmla="*/ 24167 w 701642"/>
              <a:gd name="connsiteY17" fmla="*/ 682108 h 706063"/>
              <a:gd name="connsiteX18" fmla="*/ 350821 w 701642"/>
              <a:gd name="connsiteY18" fmla="*/ 367277 h 706063"/>
              <a:gd name="connsiteX19" fmla="*/ 677476 w 701642"/>
              <a:gd name="connsiteY19" fmla="*/ 682108 h 706063"/>
              <a:gd name="connsiteX20" fmla="*/ 24167 w 701642"/>
              <a:gd name="connsiteY20" fmla="*/ 682108 h 70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01642" h="706063">
                <a:moveTo>
                  <a:pt x="425439" y="351392"/>
                </a:moveTo>
                <a:cubicBezTo>
                  <a:pt x="489654" y="322750"/>
                  <a:pt x="534547" y="258347"/>
                  <a:pt x="534547" y="183630"/>
                </a:cubicBezTo>
                <a:cubicBezTo>
                  <a:pt x="534547" y="82372"/>
                  <a:pt x="452153" y="0"/>
                  <a:pt x="350885" y="0"/>
                </a:cubicBezTo>
                <a:cubicBezTo>
                  <a:pt x="249617" y="0"/>
                  <a:pt x="167223" y="82372"/>
                  <a:pt x="167223" y="183630"/>
                </a:cubicBezTo>
                <a:cubicBezTo>
                  <a:pt x="167223" y="232683"/>
                  <a:pt x="186329" y="278798"/>
                  <a:pt x="221011" y="313482"/>
                </a:cubicBezTo>
                <a:cubicBezTo>
                  <a:pt x="237210" y="329687"/>
                  <a:pt x="255980" y="342331"/>
                  <a:pt x="276307" y="351375"/>
                </a:cubicBezTo>
                <a:cubicBezTo>
                  <a:pt x="118553" y="385636"/>
                  <a:pt x="0" y="526249"/>
                  <a:pt x="0" y="694090"/>
                </a:cubicBezTo>
                <a:cubicBezTo>
                  <a:pt x="0" y="700699"/>
                  <a:pt x="5357" y="706063"/>
                  <a:pt x="11976" y="706063"/>
                </a:cubicBezTo>
                <a:lnTo>
                  <a:pt x="689667" y="706063"/>
                </a:lnTo>
                <a:cubicBezTo>
                  <a:pt x="696286" y="706063"/>
                  <a:pt x="701643" y="700699"/>
                  <a:pt x="701643" y="694090"/>
                </a:cubicBezTo>
                <a:cubicBezTo>
                  <a:pt x="701643" y="526289"/>
                  <a:pt x="583146" y="385700"/>
                  <a:pt x="425439" y="351399"/>
                </a:cubicBezTo>
                <a:close/>
                <a:moveTo>
                  <a:pt x="191167" y="183630"/>
                </a:moveTo>
                <a:cubicBezTo>
                  <a:pt x="191167" y="95583"/>
                  <a:pt x="262815" y="23948"/>
                  <a:pt x="350877" y="23948"/>
                </a:cubicBezTo>
                <a:cubicBezTo>
                  <a:pt x="438940" y="23948"/>
                  <a:pt x="510588" y="95583"/>
                  <a:pt x="510588" y="183630"/>
                </a:cubicBezTo>
                <a:cubicBezTo>
                  <a:pt x="510588" y="271678"/>
                  <a:pt x="438940" y="343321"/>
                  <a:pt x="350877" y="343321"/>
                </a:cubicBezTo>
                <a:cubicBezTo>
                  <a:pt x="308211" y="343321"/>
                  <a:pt x="268108" y="326709"/>
                  <a:pt x="237937" y="296552"/>
                </a:cubicBezTo>
                <a:cubicBezTo>
                  <a:pt x="207765" y="266393"/>
                  <a:pt x="191159" y="226289"/>
                  <a:pt x="191159" y="183630"/>
                </a:cubicBezTo>
                <a:close/>
                <a:moveTo>
                  <a:pt x="24167" y="682108"/>
                </a:moveTo>
                <a:cubicBezTo>
                  <a:pt x="30483" y="507418"/>
                  <a:pt x="174584" y="367277"/>
                  <a:pt x="350821" y="367277"/>
                </a:cubicBezTo>
                <a:cubicBezTo>
                  <a:pt x="527059" y="367277"/>
                  <a:pt x="671160" y="507426"/>
                  <a:pt x="677476" y="682108"/>
                </a:cubicBezTo>
                <a:lnTo>
                  <a:pt x="24167" y="682108"/>
                </a:lnTo>
                <a:close/>
              </a:path>
            </a:pathLst>
          </a:custGeom>
          <a:solidFill>
            <a:schemeClr val="tx1"/>
          </a:solidFill>
          <a:ln w="0" cap="flat">
            <a:noFill/>
            <a:prstDash val="solid"/>
            <a:miter/>
          </a:ln>
        </p:spPr>
        <p:txBody>
          <a:bodyPr rtlCol="0" anchor="ctr"/>
          <a:lstStyle/>
          <a:p>
            <a:endParaRPr lang="de-DE" dirty="0"/>
          </a:p>
        </p:txBody>
      </p:sp>
      <p:sp>
        <p:nvSpPr>
          <p:cNvPr id="12" name="Freihandform 352">
            <a:extLst>
              <a:ext uri="{FF2B5EF4-FFF2-40B4-BE49-F238E27FC236}">
                <a16:creationId xmlns:a16="http://schemas.microsoft.com/office/drawing/2014/main" id="{31E79AB3-2AB6-437D-3B1D-6ED6AB62B538}"/>
              </a:ext>
            </a:extLst>
          </p:cNvPr>
          <p:cNvSpPr/>
          <p:nvPr/>
        </p:nvSpPr>
        <p:spPr>
          <a:xfrm>
            <a:off x="8444285" y="1992691"/>
            <a:ext cx="971775" cy="877735"/>
          </a:xfrm>
          <a:custGeom>
            <a:avLst/>
            <a:gdLst>
              <a:gd name="connsiteX0" fmla="*/ 842346 w 846395"/>
              <a:gd name="connsiteY0" fmla="*/ 365962 h 722302"/>
              <a:gd name="connsiteX1" fmla="*/ 431142 w 846395"/>
              <a:gd name="connsiteY1" fmla="*/ 2940 h 722302"/>
              <a:gd name="connsiteX2" fmla="*/ 430871 w 846395"/>
              <a:gd name="connsiteY2" fmla="*/ 2749 h 722302"/>
              <a:gd name="connsiteX3" fmla="*/ 429601 w 846395"/>
              <a:gd name="connsiteY3" fmla="*/ 1839 h 722302"/>
              <a:gd name="connsiteX4" fmla="*/ 428875 w 846395"/>
              <a:gd name="connsiteY4" fmla="*/ 1400 h 722302"/>
              <a:gd name="connsiteX5" fmla="*/ 427557 w 846395"/>
              <a:gd name="connsiteY5" fmla="*/ 809 h 722302"/>
              <a:gd name="connsiteX6" fmla="*/ 426695 w 846395"/>
              <a:gd name="connsiteY6" fmla="*/ 497 h 722302"/>
              <a:gd name="connsiteX7" fmla="*/ 425386 w 846395"/>
              <a:gd name="connsiteY7" fmla="*/ 194 h 722302"/>
              <a:gd name="connsiteX8" fmla="*/ 424420 w 846395"/>
              <a:gd name="connsiteY8" fmla="*/ 43 h 722302"/>
              <a:gd name="connsiteX9" fmla="*/ 423134 w 846395"/>
              <a:gd name="connsiteY9" fmla="*/ 3 h 722302"/>
              <a:gd name="connsiteX10" fmla="*/ 422112 w 846395"/>
              <a:gd name="connsiteY10" fmla="*/ 35 h 722302"/>
              <a:gd name="connsiteX11" fmla="*/ 420907 w 846395"/>
              <a:gd name="connsiteY11" fmla="*/ 226 h 722302"/>
              <a:gd name="connsiteX12" fmla="*/ 419829 w 846395"/>
              <a:gd name="connsiteY12" fmla="*/ 474 h 722302"/>
              <a:gd name="connsiteX13" fmla="*/ 418783 w 846395"/>
              <a:gd name="connsiteY13" fmla="*/ 857 h 722302"/>
              <a:gd name="connsiteX14" fmla="*/ 417625 w 846395"/>
              <a:gd name="connsiteY14" fmla="*/ 1376 h 722302"/>
              <a:gd name="connsiteX15" fmla="*/ 416795 w 846395"/>
              <a:gd name="connsiteY15" fmla="*/ 1879 h 722302"/>
              <a:gd name="connsiteX16" fmla="*/ 415597 w 846395"/>
              <a:gd name="connsiteY16" fmla="*/ 2741 h 722302"/>
              <a:gd name="connsiteX17" fmla="*/ 415310 w 846395"/>
              <a:gd name="connsiteY17" fmla="*/ 2948 h 722302"/>
              <a:gd name="connsiteX18" fmla="*/ 112248 w 846395"/>
              <a:gd name="connsiteY18" fmla="*/ 270459 h 722302"/>
              <a:gd name="connsiteX19" fmla="*/ 112121 w 846395"/>
              <a:gd name="connsiteY19" fmla="*/ 270571 h 722302"/>
              <a:gd name="connsiteX20" fmla="*/ 4050 w 846395"/>
              <a:gd name="connsiteY20" fmla="*/ 365962 h 722302"/>
              <a:gd name="connsiteX21" fmla="*/ 2996 w 846395"/>
              <a:gd name="connsiteY21" fmla="*/ 382861 h 722302"/>
              <a:gd name="connsiteX22" fmla="*/ 11978 w 846395"/>
              <a:gd name="connsiteY22" fmla="*/ 386909 h 722302"/>
              <a:gd name="connsiteX23" fmla="*/ 19898 w 846395"/>
              <a:gd name="connsiteY23" fmla="*/ 383907 h 722302"/>
              <a:gd name="connsiteX24" fmla="*/ 108632 w 846395"/>
              <a:gd name="connsiteY24" fmla="*/ 305583 h 722302"/>
              <a:gd name="connsiteX25" fmla="*/ 108632 w 846395"/>
              <a:gd name="connsiteY25" fmla="*/ 630551 h 722302"/>
              <a:gd name="connsiteX26" fmla="*/ 135577 w 846395"/>
              <a:gd name="connsiteY26" fmla="*/ 695457 h 722302"/>
              <a:gd name="connsiteX27" fmla="*/ 200455 w 846395"/>
              <a:gd name="connsiteY27" fmla="*/ 722303 h 722302"/>
              <a:gd name="connsiteX28" fmla="*/ 645941 w 846395"/>
              <a:gd name="connsiteY28" fmla="*/ 722303 h 722302"/>
              <a:gd name="connsiteX29" fmla="*/ 710859 w 846395"/>
              <a:gd name="connsiteY29" fmla="*/ 695378 h 722302"/>
              <a:gd name="connsiteX30" fmla="*/ 737724 w 846395"/>
              <a:gd name="connsiteY30" fmla="*/ 630448 h 722302"/>
              <a:gd name="connsiteX31" fmla="*/ 737724 w 846395"/>
              <a:gd name="connsiteY31" fmla="*/ 305526 h 722302"/>
              <a:gd name="connsiteX32" fmla="*/ 826498 w 846395"/>
              <a:gd name="connsiteY32" fmla="*/ 383899 h 722302"/>
              <a:gd name="connsiteX33" fmla="*/ 834418 w 846395"/>
              <a:gd name="connsiteY33" fmla="*/ 386900 h 722302"/>
              <a:gd name="connsiteX34" fmla="*/ 843400 w 846395"/>
              <a:gd name="connsiteY34" fmla="*/ 382853 h 722302"/>
              <a:gd name="connsiteX35" fmla="*/ 842346 w 846395"/>
              <a:gd name="connsiteY35" fmla="*/ 365954 h 722302"/>
              <a:gd name="connsiteX36" fmla="*/ 713773 w 846395"/>
              <a:gd name="connsiteY36" fmla="*/ 630464 h 722302"/>
              <a:gd name="connsiteX37" fmla="*/ 693917 w 846395"/>
              <a:gd name="connsiteY37" fmla="*/ 678463 h 722302"/>
              <a:gd name="connsiteX38" fmla="*/ 645885 w 846395"/>
              <a:gd name="connsiteY38" fmla="*/ 698363 h 722302"/>
              <a:gd name="connsiteX39" fmla="*/ 200455 w 846395"/>
              <a:gd name="connsiteY39" fmla="*/ 698363 h 722302"/>
              <a:gd name="connsiteX40" fmla="*/ 152495 w 846395"/>
              <a:gd name="connsiteY40" fmla="*/ 678519 h 722302"/>
              <a:gd name="connsiteX41" fmla="*/ 132575 w 846395"/>
              <a:gd name="connsiteY41" fmla="*/ 630456 h 722302"/>
              <a:gd name="connsiteX42" fmla="*/ 132575 w 846395"/>
              <a:gd name="connsiteY42" fmla="*/ 284445 h 722302"/>
              <a:gd name="connsiteX43" fmla="*/ 423222 w 846395"/>
              <a:gd name="connsiteY43" fmla="*/ 27894 h 722302"/>
              <a:gd name="connsiteX44" fmla="*/ 713773 w 846395"/>
              <a:gd name="connsiteY44" fmla="*/ 284396 h 722302"/>
              <a:gd name="connsiteX45" fmla="*/ 713773 w 846395"/>
              <a:gd name="connsiteY45" fmla="*/ 630464 h 722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846395" h="722302">
                <a:moveTo>
                  <a:pt x="842346" y="365962"/>
                </a:moveTo>
                <a:lnTo>
                  <a:pt x="431142" y="2940"/>
                </a:lnTo>
                <a:cubicBezTo>
                  <a:pt x="431054" y="2868"/>
                  <a:pt x="430958" y="2820"/>
                  <a:pt x="430871" y="2749"/>
                </a:cubicBezTo>
                <a:cubicBezTo>
                  <a:pt x="430463" y="2414"/>
                  <a:pt x="430040" y="2118"/>
                  <a:pt x="429601" y="1839"/>
                </a:cubicBezTo>
                <a:cubicBezTo>
                  <a:pt x="429362" y="1687"/>
                  <a:pt x="429122" y="1527"/>
                  <a:pt x="428875" y="1400"/>
                </a:cubicBezTo>
                <a:cubicBezTo>
                  <a:pt x="428443" y="1168"/>
                  <a:pt x="428004" y="985"/>
                  <a:pt x="427557" y="809"/>
                </a:cubicBezTo>
                <a:cubicBezTo>
                  <a:pt x="427270" y="697"/>
                  <a:pt x="426990" y="586"/>
                  <a:pt x="426695" y="497"/>
                </a:cubicBezTo>
                <a:cubicBezTo>
                  <a:pt x="426264" y="370"/>
                  <a:pt x="425825" y="274"/>
                  <a:pt x="425386" y="194"/>
                </a:cubicBezTo>
                <a:cubicBezTo>
                  <a:pt x="425066" y="138"/>
                  <a:pt x="424747" y="75"/>
                  <a:pt x="424420" y="43"/>
                </a:cubicBezTo>
                <a:cubicBezTo>
                  <a:pt x="423988" y="3"/>
                  <a:pt x="423565" y="-5"/>
                  <a:pt x="423134" y="3"/>
                </a:cubicBezTo>
                <a:cubicBezTo>
                  <a:pt x="422791" y="3"/>
                  <a:pt x="422455" y="3"/>
                  <a:pt x="422112" y="35"/>
                </a:cubicBezTo>
                <a:cubicBezTo>
                  <a:pt x="421705" y="75"/>
                  <a:pt x="421306" y="147"/>
                  <a:pt x="420907" y="226"/>
                </a:cubicBezTo>
                <a:cubicBezTo>
                  <a:pt x="420539" y="298"/>
                  <a:pt x="420180" y="370"/>
                  <a:pt x="419829" y="474"/>
                </a:cubicBezTo>
                <a:cubicBezTo>
                  <a:pt x="419469" y="577"/>
                  <a:pt x="419126" y="713"/>
                  <a:pt x="418783" y="857"/>
                </a:cubicBezTo>
                <a:cubicBezTo>
                  <a:pt x="418392" y="1016"/>
                  <a:pt x="418000" y="1176"/>
                  <a:pt x="417625" y="1376"/>
                </a:cubicBezTo>
                <a:cubicBezTo>
                  <a:pt x="417338" y="1527"/>
                  <a:pt x="417074" y="1703"/>
                  <a:pt x="416795" y="1879"/>
                </a:cubicBezTo>
                <a:cubicBezTo>
                  <a:pt x="416380" y="2142"/>
                  <a:pt x="415981" y="2421"/>
                  <a:pt x="415597" y="2741"/>
                </a:cubicBezTo>
                <a:cubicBezTo>
                  <a:pt x="415509" y="2820"/>
                  <a:pt x="415406" y="2868"/>
                  <a:pt x="415310" y="2948"/>
                </a:cubicBezTo>
                <a:lnTo>
                  <a:pt x="112248" y="270459"/>
                </a:lnTo>
                <a:cubicBezTo>
                  <a:pt x="112208" y="270499"/>
                  <a:pt x="112160" y="270531"/>
                  <a:pt x="112121" y="270571"/>
                </a:cubicBezTo>
                <a:lnTo>
                  <a:pt x="4050" y="365962"/>
                </a:lnTo>
                <a:cubicBezTo>
                  <a:pt x="-908" y="370337"/>
                  <a:pt x="-1379" y="377904"/>
                  <a:pt x="2996" y="382861"/>
                </a:cubicBezTo>
                <a:cubicBezTo>
                  <a:pt x="5360" y="385536"/>
                  <a:pt x="8665" y="386909"/>
                  <a:pt x="11978" y="386909"/>
                </a:cubicBezTo>
                <a:cubicBezTo>
                  <a:pt x="14797" y="386909"/>
                  <a:pt x="17623" y="385919"/>
                  <a:pt x="19898" y="383907"/>
                </a:cubicBezTo>
                <a:lnTo>
                  <a:pt x="108632" y="305583"/>
                </a:lnTo>
                <a:lnTo>
                  <a:pt x="108632" y="630551"/>
                </a:lnTo>
                <a:cubicBezTo>
                  <a:pt x="108648" y="655074"/>
                  <a:pt x="118220" y="678127"/>
                  <a:pt x="135577" y="695457"/>
                </a:cubicBezTo>
                <a:cubicBezTo>
                  <a:pt x="152918" y="712771"/>
                  <a:pt x="175960" y="722303"/>
                  <a:pt x="200455" y="722303"/>
                </a:cubicBezTo>
                <a:lnTo>
                  <a:pt x="645941" y="722303"/>
                </a:lnTo>
                <a:cubicBezTo>
                  <a:pt x="670468" y="722287"/>
                  <a:pt x="693525" y="712731"/>
                  <a:pt x="710859" y="695378"/>
                </a:cubicBezTo>
                <a:cubicBezTo>
                  <a:pt x="728192" y="678024"/>
                  <a:pt x="737732" y="654970"/>
                  <a:pt x="737724" y="630448"/>
                </a:cubicBezTo>
                <a:lnTo>
                  <a:pt x="737724" y="305526"/>
                </a:lnTo>
                <a:lnTo>
                  <a:pt x="826498" y="383899"/>
                </a:lnTo>
                <a:cubicBezTo>
                  <a:pt x="828773" y="385911"/>
                  <a:pt x="831599" y="386900"/>
                  <a:pt x="834418" y="386900"/>
                </a:cubicBezTo>
                <a:cubicBezTo>
                  <a:pt x="837731" y="386900"/>
                  <a:pt x="841036" y="385527"/>
                  <a:pt x="843400" y="382853"/>
                </a:cubicBezTo>
                <a:cubicBezTo>
                  <a:pt x="847775" y="377896"/>
                  <a:pt x="847304" y="370329"/>
                  <a:pt x="842346" y="365954"/>
                </a:cubicBezTo>
                <a:close/>
                <a:moveTo>
                  <a:pt x="713773" y="630464"/>
                </a:moveTo>
                <a:cubicBezTo>
                  <a:pt x="713773" y="648592"/>
                  <a:pt x="706731" y="665635"/>
                  <a:pt x="693917" y="678463"/>
                </a:cubicBezTo>
                <a:cubicBezTo>
                  <a:pt x="681103" y="691291"/>
                  <a:pt x="664057" y="698355"/>
                  <a:pt x="645885" y="698363"/>
                </a:cubicBezTo>
                <a:lnTo>
                  <a:pt x="200455" y="698363"/>
                </a:lnTo>
                <a:cubicBezTo>
                  <a:pt x="182339" y="698363"/>
                  <a:pt x="165309" y="691314"/>
                  <a:pt x="152495" y="678519"/>
                </a:cubicBezTo>
                <a:cubicBezTo>
                  <a:pt x="139665" y="665715"/>
                  <a:pt x="132591" y="648680"/>
                  <a:pt x="132575" y="630456"/>
                </a:cubicBezTo>
                <a:lnTo>
                  <a:pt x="132575" y="284445"/>
                </a:lnTo>
                <a:lnTo>
                  <a:pt x="423222" y="27894"/>
                </a:lnTo>
                <a:lnTo>
                  <a:pt x="713773" y="284396"/>
                </a:lnTo>
                <a:lnTo>
                  <a:pt x="713773" y="630464"/>
                </a:lnTo>
                <a:close/>
              </a:path>
            </a:pathLst>
          </a:custGeom>
          <a:solidFill>
            <a:schemeClr val="tx1"/>
          </a:solidFill>
          <a:ln w="0" cap="flat">
            <a:noFill/>
            <a:prstDash val="solid"/>
            <a:miter/>
          </a:ln>
        </p:spPr>
        <p:txBody>
          <a:bodyPr rtlCol="0" anchor="ctr"/>
          <a:lstStyle/>
          <a:p>
            <a:endParaRPr lang="de-DE" dirty="0"/>
          </a:p>
        </p:txBody>
      </p:sp>
    </p:spTree>
    <p:extLst>
      <p:ext uri="{BB962C8B-B14F-4D97-AF65-F5344CB8AC3E}">
        <p14:creationId xmlns:p14="http://schemas.microsoft.com/office/powerpoint/2010/main" val="14826966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8BDE-6717-EAC9-9597-992D1E12E226}"/>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E331C1CD-FB6E-B133-D5EE-1AD94A1C3432}"/>
              </a:ext>
            </a:extLst>
          </p:cNvPr>
          <p:cNvSpPr>
            <a:spLocks noGrp="1"/>
          </p:cNvSpPr>
          <p:nvPr>
            <p:ph type="title"/>
          </p:nvPr>
        </p:nvSpPr>
        <p:spPr/>
        <p:txBody>
          <a:bodyPr/>
          <a:lstStyle/>
          <a:p>
            <a:br>
              <a:rPr lang="de-DE" dirty="0"/>
            </a:br>
            <a:r>
              <a:rPr lang="de-DE" dirty="0"/>
              <a:t>Problemstellung</a:t>
            </a:r>
          </a:p>
        </p:txBody>
      </p:sp>
      <p:sp>
        <p:nvSpPr>
          <p:cNvPr id="4" name="Textplatzhalter 3">
            <a:extLst>
              <a:ext uri="{FF2B5EF4-FFF2-40B4-BE49-F238E27FC236}">
                <a16:creationId xmlns:a16="http://schemas.microsoft.com/office/drawing/2014/main" id="{66ED6BA7-DDFD-5DE4-4B9A-D7F211FE14D2}"/>
              </a:ext>
            </a:extLst>
          </p:cNvPr>
          <p:cNvSpPr>
            <a:spLocks noGrp="1"/>
          </p:cNvSpPr>
          <p:nvPr>
            <p:ph type="body" idx="1"/>
          </p:nvPr>
        </p:nvSpPr>
        <p:spPr/>
        <p:txBody>
          <a:bodyPr/>
          <a:lstStyle/>
          <a:p>
            <a:r>
              <a:rPr lang="de-DE" dirty="0"/>
              <a:t>Das Problem der MATSE Eisenbahngesellschaft.</a:t>
            </a:r>
          </a:p>
        </p:txBody>
      </p:sp>
      <p:sp>
        <p:nvSpPr>
          <p:cNvPr id="5" name="Textplatzhalter 4">
            <a:extLst>
              <a:ext uri="{FF2B5EF4-FFF2-40B4-BE49-F238E27FC236}">
                <a16:creationId xmlns:a16="http://schemas.microsoft.com/office/drawing/2014/main" id="{71F7C981-47D4-73E7-67A3-4B0D0EDD6ACE}"/>
              </a:ext>
            </a:extLst>
          </p:cNvPr>
          <p:cNvSpPr>
            <a:spLocks noGrp="1"/>
          </p:cNvSpPr>
          <p:nvPr>
            <p:ph type="body" sz="quarter" idx="14"/>
          </p:nvPr>
        </p:nvSpPr>
        <p:spPr/>
        <p:txBody>
          <a:bodyPr/>
          <a:lstStyle/>
          <a:p>
            <a:r>
              <a:rPr lang="de-DE" dirty="0"/>
              <a:t>02</a:t>
            </a:r>
          </a:p>
        </p:txBody>
      </p:sp>
      <p:sp>
        <p:nvSpPr>
          <p:cNvPr id="6" name="Fußzeilenplatzhalter 5">
            <a:extLst>
              <a:ext uri="{FF2B5EF4-FFF2-40B4-BE49-F238E27FC236}">
                <a16:creationId xmlns:a16="http://schemas.microsoft.com/office/drawing/2014/main" id="{689DD471-F69A-ABF4-0B5E-F5F548337008}"/>
              </a:ext>
            </a:extLst>
          </p:cNvPr>
          <p:cNvSpPr>
            <a:spLocks noGrp="1"/>
          </p:cNvSpPr>
          <p:nvPr>
            <p:ph type="ftr" sz="quarter" idx="11"/>
          </p:nvPr>
        </p:nvSpPr>
        <p:spPr/>
        <p:txBody>
          <a:bodyPr/>
          <a:lstStyle/>
          <a:p>
            <a:r>
              <a:rPr lang="de-DE"/>
              <a:t>Titel der Präsentation</a:t>
            </a:r>
          </a:p>
        </p:txBody>
      </p:sp>
      <p:sp>
        <p:nvSpPr>
          <p:cNvPr id="7" name="Foliennummernplatzhalter 6">
            <a:extLst>
              <a:ext uri="{FF2B5EF4-FFF2-40B4-BE49-F238E27FC236}">
                <a16:creationId xmlns:a16="http://schemas.microsoft.com/office/drawing/2014/main" id="{970A66B3-8714-9308-DCF6-640F01787FFF}"/>
              </a:ext>
            </a:extLst>
          </p:cNvPr>
          <p:cNvSpPr>
            <a:spLocks noGrp="1"/>
          </p:cNvSpPr>
          <p:nvPr>
            <p:ph type="sldNum" sz="quarter" idx="12"/>
          </p:nvPr>
        </p:nvSpPr>
        <p:spPr/>
        <p:txBody>
          <a:bodyPr/>
          <a:lstStyle/>
          <a:p>
            <a:fld id="{D188B27D-4802-6948-A101-6CF6A7142FF4}" type="slidenum">
              <a:rPr lang="de-DE" smtClean="0"/>
              <a:t>5</a:t>
            </a:fld>
            <a:endParaRPr lang="de-DE"/>
          </a:p>
        </p:txBody>
      </p:sp>
      <p:sp>
        <p:nvSpPr>
          <p:cNvPr id="8" name="Datumsplatzhalter 7">
            <a:extLst>
              <a:ext uri="{FF2B5EF4-FFF2-40B4-BE49-F238E27FC236}">
                <a16:creationId xmlns:a16="http://schemas.microsoft.com/office/drawing/2014/main" id="{63991715-45E6-C190-7AC9-87E93EF34F01}"/>
              </a:ext>
            </a:extLst>
          </p:cNvPr>
          <p:cNvSpPr>
            <a:spLocks noGrp="1"/>
          </p:cNvSpPr>
          <p:nvPr>
            <p:ph type="dt" sz="half" idx="10"/>
          </p:nvPr>
        </p:nvSpPr>
        <p:spPr/>
        <p:txBody>
          <a:bodyPr/>
          <a:lstStyle/>
          <a:p>
            <a:fld id="{A66A4AC4-165D-0D48-A518-12373664C146}" type="datetime1">
              <a:rPr lang="de-DE"/>
              <a:t>22.06.2026</a:t>
            </a:fld>
            <a:endParaRPr lang="de-DE"/>
          </a:p>
        </p:txBody>
      </p:sp>
    </p:spTree>
    <p:extLst>
      <p:ext uri="{BB962C8B-B14F-4D97-AF65-F5344CB8AC3E}">
        <p14:creationId xmlns:p14="http://schemas.microsoft.com/office/powerpoint/2010/main" val="36498319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41FA5-34F3-BC8F-7263-4B6A0796071A}"/>
            </a:ext>
          </a:extLst>
        </p:cNvPr>
        <p:cNvGrpSpPr/>
        <p:nvPr/>
      </p:nvGrpSpPr>
      <p:grpSpPr>
        <a:xfrm>
          <a:off x="0" y="0"/>
          <a:ext cx="0" cy="0"/>
          <a:chOff x="0" y="0"/>
          <a:chExt cx="0" cy="0"/>
        </a:xfrm>
      </p:grpSpPr>
      <p:grpSp>
        <p:nvGrpSpPr>
          <p:cNvPr id="9" name="Gruppieren 8">
            <a:extLst>
              <a:ext uri="{FF2B5EF4-FFF2-40B4-BE49-F238E27FC236}">
                <a16:creationId xmlns:a16="http://schemas.microsoft.com/office/drawing/2014/main" id="{AE55FD86-BE05-B81E-17D0-3C0132F72BEE}"/>
              </a:ext>
            </a:extLst>
          </p:cNvPr>
          <p:cNvGrpSpPr/>
          <p:nvPr/>
        </p:nvGrpSpPr>
        <p:grpSpPr>
          <a:xfrm>
            <a:off x="9131888" y="1780815"/>
            <a:ext cx="1984034" cy="1200442"/>
            <a:chOff x="7891485" y="3103242"/>
            <a:chExt cx="1984034" cy="1200442"/>
          </a:xfrm>
        </p:grpSpPr>
        <p:grpSp>
          <p:nvGrpSpPr>
            <p:cNvPr id="10" name="Gruppieren 9">
              <a:extLst>
                <a:ext uri="{FF2B5EF4-FFF2-40B4-BE49-F238E27FC236}">
                  <a16:creationId xmlns:a16="http://schemas.microsoft.com/office/drawing/2014/main" id="{F4749C1A-C2EC-48B6-F86A-337C17F81EB9}"/>
                </a:ext>
              </a:extLst>
            </p:cNvPr>
            <p:cNvGrpSpPr/>
            <p:nvPr/>
          </p:nvGrpSpPr>
          <p:grpSpPr>
            <a:xfrm>
              <a:off x="7891485" y="3103242"/>
              <a:ext cx="1984034" cy="1200442"/>
              <a:chOff x="479424" y="1843926"/>
              <a:chExt cx="2233178" cy="1171955"/>
            </a:xfrm>
          </p:grpSpPr>
          <p:sp>
            <p:nvSpPr>
              <p:cNvPr id="12" name="Textplatzhalter 31">
                <a:extLst>
                  <a:ext uri="{FF2B5EF4-FFF2-40B4-BE49-F238E27FC236}">
                    <a16:creationId xmlns:a16="http://schemas.microsoft.com/office/drawing/2014/main" id="{C7712913-2678-A4D3-19DF-1DB9541F97CA}"/>
                  </a:ext>
                </a:extLst>
              </p:cNvPr>
              <p:cNvSpPr txBox="1">
                <a:spLocks/>
              </p:cNvSpPr>
              <p:nvPr/>
            </p:nvSpPr>
            <p:spPr>
              <a:xfrm>
                <a:off x="479425" y="1843926"/>
                <a:ext cx="2233177" cy="479706"/>
              </a:xfrm>
              <a:prstGeom prst="round2SameRect">
                <a:avLst>
                  <a:gd name="adj1" fmla="val 7958"/>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Problem</a:t>
                </a:r>
              </a:p>
            </p:txBody>
          </p:sp>
          <p:sp>
            <p:nvSpPr>
              <p:cNvPr id="13" name="Textplatzhalter 12">
                <a:extLst>
                  <a:ext uri="{FF2B5EF4-FFF2-40B4-BE49-F238E27FC236}">
                    <a16:creationId xmlns:a16="http://schemas.microsoft.com/office/drawing/2014/main" id="{0D89E520-B160-2B4F-6D15-A174951C1BA4}"/>
                  </a:ext>
                </a:extLst>
              </p:cNvPr>
              <p:cNvSpPr txBox="1">
                <a:spLocks/>
              </p:cNvSpPr>
              <p:nvPr/>
            </p:nvSpPr>
            <p:spPr>
              <a:xfrm>
                <a:off x="479424" y="2323632"/>
                <a:ext cx="2233177" cy="692249"/>
              </a:xfrm>
              <a:prstGeom prst="round2SameRect">
                <a:avLst>
                  <a:gd name="adj1" fmla="val 0"/>
                  <a:gd name="adj2" fmla="val 1154"/>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pPr marL="171450" indent="-171450">
                  <a:buFont typeface="Arial" panose="020B0604020202020204" pitchFamily="34" charset="0"/>
                  <a:buChar char="•"/>
                </a:pPr>
                <a:r>
                  <a:rPr lang="de-DE" dirty="0">
                    <a:latin typeface="BarmeniaGothaer Offc" panose="020B0503020204020204" pitchFamily="34" charset="0"/>
                  </a:rPr>
                  <a:t>Kollisionen  </a:t>
                </a:r>
              </a:p>
            </p:txBody>
          </p:sp>
        </p:grpSp>
        <p:sp>
          <p:nvSpPr>
            <p:cNvPr id="11" name="Freihandform 13">
              <a:extLst>
                <a:ext uri="{FF2B5EF4-FFF2-40B4-BE49-F238E27FC236}">
                  <a16:creationId xmlns:a16="http://schemas.microsoft.com/office/drawing/2014/main" id="{8C19917A-2A49-6EEF-4B55-5A925D091A3B}"/>
                </a:ext>
              </a:extLst>
            </p:cNvPr>
            <p:cNvSpPr/>
            <p:nvPr/>
          </p:nvSpPr>
          <p:spPr>
            <a:xfrm rot="913896">
              <a:off x="9227134" y="3776115"/>
              <a:ext cx="257697" cy="352669"/>
            </a:xfrm>
            <a:custGeom>
              <a:avLst/>
              <a:gdLst>
                <a:gd name="connsiteX0" fmla="*/ 721896 w 726808"/>
                <a:gd name="connsiteY0" fmla="*/ 280962 h 747612"/>
                <a:gd name="connsiteX1" fmla="*/ 676595 w 726808"/>
                <a:gd name="connsiteY1" fmla="*/ 252496 h 747612"/>
                <a:gd name="connsiteX2" fmla="*/ 413796 w 726808"/>
                <a:gd name="connsiteY2" fmla="*/ 252496 h 747612"/>
                <a:gd name="connsiteX3" fmla="*/ 413796 w 726808"/>
                <a:gd name="connsiteY3" fmla="*/ 50346 h 747612"/>
                <a:gd name="connsiteX4" fmla="*/ 363577 w 726808"/>
                <a:gd name="connsiteY4" fmla="*/ 0 h 747612"/>
                <a:gd name="connsiteX5" fmla="*/ 363514 w 726808"/>
                <a:gd name="connsiteY5" fmla="*/ 0 h 747612"/>
                <a:gd name="connsiteX6" fmla="*/ 324065 w 726808"/>
                <a:gd name="connsiteY6" fmla="*/ 19094 h 747612"/>
                <a:gd name="connsiteX7" fmla="*/ 10960 w 726808"/>
                <a:gd name="connsiteY7" fmla="*/ 413616 h 747612"/>
                <a:gd name="connsiteX8" fmla="*/ 325 w 726808"/>
                <a:gd name="connsiteY8" fmla="*/ 450606 h 747612"/>
                <a:gd name="connsiteX9" fmla="*/ 18960 w 726808"/>
                <a:gd name="connsiteY9" fmla="*/ 484269 h 747612"/>
                <a:gd name="connsiteX10" fmla="*/ 50256 w 726808"/>
                <a:gd name="connsiteY10" fmla="*/ 495220 h 747612"/>
                <a:gd name="connsiteX11" fmla="*/ 313119 w 726808"/>
                <a:gd name="connsiteY11" fmla="*/ 495220 h 747612"/>
                <a:gd name="connsiteX12" fmla="*/ 313119 w 726808"/>
                <a:gd name="connsiteY12" fmla="*/ 697315 h 747612"/>
                <a:gd name="connsiteX13" fmla="*/ 346827 w 726808"/>
                <a:gd name="connsiteY13" fmla="*/ 744747 h 747612"/>
                <a:gd name="connsiteX14" fmla="*/ 363490 w 726808"/>
                <a:gd name="connsiteY14" fmla="*/ 747613 h 747612"/>
                <a:gd name="connsiteX15" fmla="*/ 402922 w 726808"/>
                <a:gd name="connsiteY15" fmla="*/ 728622 h 747612"/>
                <a:gd name="connsiteX16" fmla="*/ 715996 w 726808"/>
                <a:gd name="connsiteY16" fmla="*/ 333981 h 747612"/>
                <a:gd name="connsiteX17" fmla="*/ 721880 w 726808"/>
                <a:gd name="connsiteY17" fmla="*/ 280962 h 747612"/>
                <a:gd name="connsiteX18" fmla="*/ 697234 w 726808"/>
                <a:gd name="connsiteY18" fmla="*/ 319102 h 747612"/>
                <a:gd name="connsiteX19" fmla="*/ 384200 w 726808"/>
                <a:gd name="connsiteY19" fmla="*/ 713703 h 747612"/>
                <a:gd name="connsiteX20" fmla="*/ 354763 w 726808"/>
                <a:gd name="connsiteY20" fmla="*/ 722164 h 747612"/>
                <a:gd name="connsiteX21" fmla="*/ 337071 w 726808"/>
                <a:gd name="connsiteY21" fmla="*/ 697315 h 747612"/>
                <a:gd name="connsiteX22" fmla="*/ 337071 w 726808"/>
                <a:gd name="connsiteY22" fmla="*/ 483255 h 747612"/>
                <a:gd name="connsiteX23" fmla="*/ 325095 w 726808"/>
                <a:gd name="connsiteY23" fmla="*/ 471282 h 747612"/>
                <a:gd name="connsiteX24" fmla="*/ 50360 w 726808"/>
                <a:gd name="connsiteY24" fmla="*/ 471282 h 747612"/>
                <a:gd name="connsiteX25" fmla="*/ 33889 w 726808"/>
                <a:gd name="connsiteY25" fmla="*/ 465542 h 747612"/>
                <a:gd name="connsiteX26" fmla="*/ 24125 w 726808"/>
                <a:gd name="connsiteY26" fmla="*/ 447917 h 747612"/>
                <a:gd name="connsiteX27" fmla="*/ 29706 w 726808"/>
                <a:gd name="connsiteY27" fmla="*/ 428526 h 747612"/>
                <a:gd name="connsiteX28" fmla="*/ 342843 w 726808"/>
                <a:gd name="connsiteY28" fmla="*/ 33966 h 747612"/>
                <a:gd name="connsiteX29" fmla="*/ 363505 w 726808"/>
                <a:gd name="connsiteY29" fmla="*/ 23955 h 747612"/>
                <a:gd name="connsiteX30" fmla="*/ 363537 w 726808"/>
                <a:gd name="connsiteY30" fmla="*/ 23955 h 747612"/>
                <a:gd name="connsiteX31" fmla="*/ 389837 w 726808"/>
                <a:gd name="connsiteY31" fmla="*/ 50338 h 747612"/>
                <a:gd name="connsiteX32" fmla="*/ 389837 w 726808"/>
                <a:gd name="connsiteY32" fmla="*/ 264478 h 747612"/>
                <a:gd name="connsiteX33" fmla="*/ 401812 w 726808"/>
                <a:gd name="connsiteY33" fmla="*/ 276452 h 747612"/>
                <a:gd name="connsiteX34" fmla="*/ 676579 w 726808"/>
                <a:gd name="connsiteY34" fmla="*/ 276452 h 747612"/>
                <a:gd name="connsiteX35" fmla="*/ 700307 w 726808"/>
                <a:gd name="connsiteY35" fmla="*/ 291355 h 747612"/>
                <a:gd name="connsiteX36" fmla="*/ 697234 w 726808"/>
                <a:gd name="connsiteY36" fmla="*/ 319111 h 747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726808" h="747612">
                  <a:moveTo>
                    <a:pt x="721896" y="280962"/>
                  </a:moveTo>
                  <a:cubicBezTo>
                    <a:pt x="713568" y="263663"/>
                    <a:pt x="695780" y="252496"/>
                    <a:pt x="676595" y="252496"/>
                  </a:cubicBezTo>
                  <a:lnTo>
                    <a:pt x="413796" y="252496"/>
                  </a:lnTo>
                  <a:lnTo>
                    <a:pt x="413796" y="50346"/>
                  </a:lnTo>
                  <a:cubicBezTo>
                    <a:pt x="413828" y="22622"/>
                    <a:pt x="391305" y="40"/>
                    <a:pt x="363577" y="0"/>
                  </a:cubicBezTo>
                  <a:lnTo>
                    <a:pt x="363514" y="0"/>
                  </a:lnTo>
                  <a:cubicBezTo>
                    <a:pt x="348025" y="0"/>
                    <a:pt x="333638" y="6969"/>
                    <a:pt x="324065" y="19094"/>
                  </a:cubicBezTo>
                  <a:lnTo>
                    <a:pt x="10960" y="413616"/>
                  </a:lnTo>
                  <a:cubicBezTo>
                    <a:pt x="2593" y="424120"/>
                    <a:pt x="-1184" y="437259"/>
                    <a:pt x="325" y="450606"/>
                  </a:cubicBezTo>
                  <a:cubicBezTo>
                    <a:pt x="1834" y="463953"/>
                    <a:pt x="8461" y="475911"/>
                    <a:pt x="18960" y="484269"/>
                  </a:cubicBezTo>
                  <a:cubicBezTo>
                    <a:pt x="27822" y="491341"/>
                    <a:pt x="38943" y="495220"/>
                    <a:pt x="50256" y="495220"/>
                  </a:cubicBezTo>
                  <a:lnTo>
                    <a:pt x="313119" y="495220"/>
                  </a:lnTo>
                  <a:lnTo>
                    <a:pt x="313119" y="697315"/>
                  </a:lnTo>
                  <a:cubicBezTo>
                    <a:pt x="313127" y="718693"/>
                    <a:pt x="326707" y="737762"/>
                    <a:pt x="346827" y="744747"/>
                  </a:cubicBezTo>
                  <a:cubicBezTo>
                    <a:pt x="352184" y="746647"/>
                    <a:pt x="357789" y="747613"/>
                    <a:pt x="363490" y="747613"/>
                  </a:cubicBezTo>
                  <a:cubicBezTo>
                    <a:pt x="378899" y="747589"/>
                    <a:pt x="393261" y="740684"/>
                    <a:pt x="402922" y="728622"/>
                  </a:cubicBezTo>
                  <a:lnTo>
                    <a:pt x="715996" y="333981"/>
                  </a:lnTo>
                  <a:cubicBezTo>
                    <a:pt x="727860" y="318999"/>
                    <a:pt x="730175" y="298196"/>
                    <a:pt x="721880" y="280962"/>
                  </a:cubicBezTo>
                  <a:close/>
                  <a:moveTo>
                    <a:pt x="697234" y="319102"/>
                  </a:moveTo>
                  <a:lnTo>
                    <a:pt x="384200" y="713703"/>
                  </a:lnTo>
                  <a:cubicBezTo>
                    <a:pt x="377278" y="722332"/>
                    <a:pt x="365430" y="725948"/>
                    <a:pt x="354763" y="722164"/>
                  </a:cubicBezTo>
                  <a:cubicBezTo>
                    <a:pt x="344184" y="718493"/>
                    <a:pt x="337079" y="708507"/>
                    <a:pt x="337071" y="697315"/>
                  </a:cubicBezTo>
                  <a:lnTo>
                    <a:pt x="337071" y="483255"/>
                  </a:lnTo>
                  <a:cubicBezTo>
                    <a:pt x="337071" y="476646"/>
                    <a:pt x="331713" y="471282"/>
                    <a:pt x="325095" y="471282"/>
                  </a:cubicBezTo>
                  <a:lnTo>
                    <a:pt x="50360" y="471282"/>
                  </a:lnTo>
                  <a:cubicBezTo>
                    <a:pt x="44324" y="471225"/>
                    <a:pt x="38552" y="469262"/>
                    <a:pt x="33889" y="465542"/>
                  </a:cubicBezTo>
                  <a:cubicBezTo>
                    <a:pt x="28388" y="461167"/>
                    <a:pt x="24915" y="454901"/>
                    <a:pt x="24125" y="447917"/>
                  </a:cubicBezTo>
                  <a:cubicBezTo>
                    <a:pt x="23335" y="440924"/>
                    <a:pt x="25307" y="434051"/>
                    <a:pt x="29706" y="428526"/>
                  </a:cubicBezTo>
                  <a:lnTo>
                    <a:pt x="342843" y="33966"/>
                  </a:lnTo>
                  <a:cubicBezTo>
                    <a:pt x="347865" y="27604"/>
                    <a:pt x="355394" y="23955"/>
                    <a:pt x="363505" y="23955"/>
                  </a:cubicBezTo>
                  <a:lnTo>
                    <a:pt x="363537" y="23955"/>
                  </a:lnTo>
                  <a:cubicBezTo>
                    <a:pt x="378060" y="23980"/>
                    <a:pt x="389860" y="35802"/>
                    <a:pt x="389837" y="50338"/>
                  </a:cubicBezTo>
                  <a:lnTo>
                    <a:pt x="389837" y="264478"/>
                  </a:lnTo>
                  <a:cubicBezTo>
                    <a:pt x="389837" y="271088"/>
                    <a:pt x="395193" y="276452"/>
                    <a:pt x="401812" y="276452"/>
                  </a:cubicBezTo>
                  <a:lnTo>
                    <a:pt x="676579" y="276452"/>
                  </a:lnTo>
                  <a:cubicBezTo>
                    <a:pt x="686631" y="276452"/>
                    <a:pt x="695940" y="282295"/>
                    <a:pt x="700307" y="291355"/>
                  </a:cubicBezTo>
                  <a:cubicBezTo>
                    <a:pt x="704642" y="300375"/>
                    <a:pt x="703437" y="311271"/>
                    <a:pt x="697234" y="319111"/>
                  </a:cubicBezTo>
                  <a:close/>
                </a:path>
              </a:pathLst>
            </a:custGeom>
            <a:solidFill>
              <a:srgbClr val="FFFFFF"/>
            </a:solidFill>
            <a:ln w="0" cap="flat">
              <a:noFill/>
              <a:prstDash val="solid"/>
              <a:miter/>
            </a:ln>
          </p:spPr>
          <p:txBody>
            <a:bodyPr rtlCol="0" anchor="ctr"/>
            <a:lstStyle/>
            <a:p>
              <a:endParaRPr lang="de-DE"/>
            </a:p>
          </p:txBody>
        </p:sp>
      </p:grpSp>
      <p:grpSp>
        <p:nvGrpSpPr>
          <p:cNvPr id="16" name="Gruppieren 15">
            <a:extLst>
              <a:ext uri="{FF2B5EF4-FFF2-40B4-BE49-F238E27FC236}">
                <a16:creationId xmlns:a16="http://schemas.microsoft.com/office/drawing/2014/main" id="{6CB7B958-A532-9DA6-D101-40D11662AB86}"/>
              </a:ext>
            </a:extLst>
          </p:cNvPr>
          <p:cNvGrpSpPr/>
          <p:nvPr/>
        </p:nvGrpSpPr>
        <p:grpSpPr>
          <a:xfrm>
            <a:off x="773108" y="1289449"/>
            <a:ext cx="7043024" cy="1962634"/>
            <a:chOff x="479424" y="1843925"/>
            <a:chExt cx="3405601" cy="1916061"/>
          </a:xfrm>
        </p:grpSpPr>
        <p:sp>
          <p:nvSpPr>
            <p:cNvPr id="18" name="Textplatzhalter 12">
              <a:extLst>
                <a:ext uri="{FF2B5EF4-FFF2-40B4-BE49-F238E27FC236}">
                  <a16:creationId xmlns:a16="http://schemas.microsoft.com/office/drawing/2014/main" id="{D359CE44-641C-21FF-E49D-A2177B6BA9B3}"/>
                </a:ext>
              </a:extLst>
            </p:cNvPr>
            <p:cNvSpPr txBox="1">
              <a:spLocks/>
            </p:cNvSpPr>
            <p:nvPr/>
          </p:nvSpPr>
          <p:spPr>
            <a:xfrm>
              <a:off x="479424" y="2323632"/>
              <a:ext cx="3405600" cy="1436354"/>
            </a:xfrm>
            <a:prstGeom prst="round2SameRect">
              <a:avLst>
                <a:gd name="adj1" fmla="val 0"/>
                <a:gd name="adj2" fmla="val 1154"/>
              </a:avLst>
            </a:prstGeom>
            <a:solidFill>
              <a:schemeClr val="tx1"/>
            </a:solidFill>
          </p:spPr>
          <p:txBody>
            <a:bodyPr vert="horz" lIns="251999" tIns="251999" rIns="251999" bIns="251999" numCol="2"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pPr marL="171450" indent="-171450">
                <a:buFont typeface="Arial" panose="020B0604020202020204" pitchFamily="34" charset="0"/>
                <a:buChar char="•"/>
              </a:pPr>
              <a:r>
                <a:rPr lang="de-DE" dirty="0">
                  <a:latin typeface="BarmeniaGothaer Offc" panose="020B0503020204020204" pitchFamily="34" charset="0"/>
                </a:rPr>
                <a:t>Eingleisige Eisenbahnlinien</a:t>
              </a:r>
            </a:p>
            <a:p>
              <a:pPr marL="171450" indent="-171450">
                <a:buFont typeface="Arial" panose="020B0604020202020204" pitchFamily="34" charset="0"/>
                <a:buChar char="•"/>
              </a:pPr>
              <a:r>
                <a:rPr lang="de-DE" dirty="0">
                  <a:latin typeface="BarmeniaGothaer Offc" panose="020B0503020204020204" pitchFamily="34" charset="0"/>
                </a:rPr>
                <a:t>Mehrere Bahnhöfe</a:t>
              </a:r>
            </a:p>
            <a:p>
              <a:pPr marL="171450" indent="-171450">
                <a:buFont typeface="Arial" panose="020B0604020202020204" pitchFamily="34" charset="0"/>
                <a:buChar char="•"/>
              </a:pPr>
              <a:r>
                <a:rPr lang="de-DE" dirty="0">
                  <a:latin typeface="BarmeniaGothaer Offc" panose="020B0503020204020204" pitchFamily="34" charset="0"/>
                </a:rPr>
                <a:t>Fahrtzeiten</a:t>
              </a:r>
            </a:p>
            <a:p>
              <a:pPr marL="171450" indent="-171450">
                <a:buFont typeface="Arial" panose="020B0604020202020204" pitchFamily="34" charset="0"/>
                <a:buChar char="•"/>
              </a:pPr>
              <a:r>
                <a:rPr lang="de-DE" dirty="0">
                  <a:latin typeface="BarmeniaGothaer Offc" panose="020B0503020204020204" pitchFamily="34" charset="0"/>
                </a:rPr>
                <a:t>60-Minuten-Takt</a:t>
              </a:r>
            </a:p>
            <a:p>
              <a:pPr marL="171450" indent="-171450">
                <a:buFont typeface="Arial" panose="020B0604020202020204" pitchFamily="34" charset="0"/>
                <a:buChar char="•"/>
              </a:pPr>
              <a:r>
                <a:rPr lang="de-DE" dirty="0">
                  <a:latin typeface="BarmeniaGothaer Offc" panose="020B0503020204020204" pitchFamily="34" charset="0"/>
                </a:rPr>
                <a:t>Von beiden Seiten befahren</a:t>
              </a:r>
            </a:p>
          </p:txBody>
        </p:sp>
        <p:sp>
          <p:nvSpPr>
            <p:cNvPr id="17" name="Textplatzhalter 31">
              <a:extLst>
                <a:ext uri="{FF2B5EF4-FFF2-40B4-BE49-F238E27FC236}">
                  <a16:creationId xmlns:a16="http://schemas.microsoft.com/office/drawing/2014/main" id="{4145F221-E30B-DEDF-5D11-3C3B20F68E36}"/>
                </a:ext>
              </a:extLst>
            </p:cNvPr>
            <p:cNvSpPr txBox="1">
              <a:spLocks/>
            </p:cNvSpPr>
            <p:nvPr/>
          </p:nvSpPr>
          <p:spPr>
            <a:xfrm>
              <a:off x="479425" y="1843925"/>
              <a:ext cx="3405600" cy="479706"/>
            </a:xfrm>
            <a:prstGeom prst="round2SameRect">
              <a:avLst>
                <a:gd name="adj1" fmla="val 7958"/>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MATSE Eisenbahngesellschaft</a:t>
              </a:r>
            </a:p>
          </p:txBody>
        </p:sp>
      </p:grpSp>
      <p:sp>
        <p:nvSpPr>
          <p:cNvPr id="8" name="Titel 7">
            <a:extLst>
              <a:ext uri="{FF2B5EF4-FFF2-40B4-BE49-F238E27FC236}">
                <a16:creationId xmlns:a16="http://schemas.microsoft.com/office/drawing/2014/main" id="{A39ECD2C-0529-AC26-7AB6-AD846A9CC87E}"/>
              </a:ext>
            </a:extLst>
          </p:cNvPr>
          <p:cNvSpPr>
            <a:spLocks noGrp="1"/>
          </p:cNvSpPr>
          <p:nvPr>
            <p:ph type="title"/>
          </p:nvPr>
        </p:nvSpPr>
        <p:spPr>
          <a:xfrm>
            <a:off x="479425" y="387560"/>
            <a:ext cx="8496300" cy="988803"/>
          </a:xfrm>
        </p:spPr>
        <p:txBody>
          <a:bodyPr/>
          <a:lstStyle/>
          <a:p>
            <a:r>
              <a:rPr lang="de-DE" dirty="0"/>
              <a:t>Problemstellung</a:t>
            </a:r>
            <a:endParaRPr lang="de-DE" dirty="0">
              <a:solidFill>
                <a:schemeClr val="accent4"/>
              </a:solidFill>
            </a:endParaRPr>
          </a:p>
        </p:txBody>
      </p:sp>
      <p:sp>
        <p:nvSpPr>
          <p:cNvPr id="3" name="Datumsplatzhalter 2">
            <a:extLst>
              <a:ext uri="{FF2B5EF4-FFF2-40B4-BE49-F238E27FC236}">
                <a16:creationId xmlns:a16="http://schemas.microsoft.com/office/drawing/2014/main" id="{38BE0A31-122E-37E5-3F6F-E63FC2A4CD3E}"/>
              </a:ext>
            </a:extLst>
          </p:cNvPr>
          <p:cNvSpPr>
            <a:spLocks noGrp="1"/>
          </p:cNvSpPr>
          <p:nvPr>
            <p:ph type="dt" sz="half" idx="10"/>
          </p:nvPr>
        </p:nvSpPr>
        <p:spPr>
          <a:xfrm>
            <a:off x="3334722" y="6521213"/>
            <a:ext cx="1068585" cy="106468"/>
          </a:xfrm>
        </p:spPr>
        <p:txBody>
          <a:bodyPr/>
          <a:lstStyle/>
          <a:p>
            <a:fld id="{2DE66CE5-6E4E-254F-BACD-C75F7D6843BB}" type="datetime1">
              <a:rPr lang="de-DE" smtClean="0"/>
              <a:pPr/>
              <a:t>22.06.2026</a:t>
            </a:fld>
            <a:endParaRPr lang="de-DE" dirty="0"/>
          </a:p>
        </p:txBody>
      </p:sp>
      <p:sp>
        <p:nvSpPr>
          <p:cNvPr id="4" name="Fußzeilenplatzhalter 3">
            <a:extLst>
              <a:ext uri="{FF2B5EF4-FFF2-40B4-BE49-F238E27FC236}">
                <a16:creationId xmlns:a16="http://schemas.microsoft.com/office/drawing/2014/main" id="{2256B567-FE62-4E81-A3FC-427AC2A37555}"/>
              </a:ext>
            </a:extLst>
          </p:cNvPr>
          <p:cNvSpPr>
            <a:spLocks noGrp="1"/>
          </p:cNvSpPr>
          <p:nvPr>
            <p:ph type="ftr" sz="quarter" idx="11"/>
          </p:nvPr>
        </p:nvSpPr>
        <p:spPr>
          <a:xfrm>
            <a:off x="3334720" y="6405343"/>
            <a:ext cx="2806997" cy="106470"/>
          </a:xfrm>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BB4A7C17-421C-6E7D-7F94-ABBEE0B3D554}"/>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6</a:t>
            </a:fld>
            <a:endParaRPr lang="de-DE" dirty="0"/>
          </a:p>
        </p:txBody>
      </p:sp>
      <p:pic>
        <p:nvPicPr>
          <p:cNvPr id="15" name="Grafik 14" descr="Spielzeugeisenbahn mit einfarbiger Füllung">
            <a:extLst>
              <a:ext uri="{FF2B5EF4-FFF2-40B4-BE49-F238E27FC236}">
                <a16:creationId xmlns:a16="http://schemas.microsoft.com/office/drawing/2014/main" id="{E717A385-E1B7-5520-E9DC-CE0D573FB3B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49196" y="4886797"/>
            <a:ext cx="914400" cy="914400"/>
          </a:xfrm>
          <a:prstGeom prst="rect">
            <a:avLst/>
          </a:prstGeom>
        </p:spPr>
      </p:pic>
      <p:pic>
        <p:nvPicPr>
          <p:cNvPr id="24" name="Grafik 23" descr="Spielzeugeisenbahn mit einfarbiger Füllung">
            <a:extLst>
              <a:ext uri="{FF2B5EF4-FFF2-40B4-BE49-F238E27FC236}">
                <a16:creationId xmlns:a16="http://schemas.microsoft.com/office/drawing/2014/main" id="{4572FE87-041A-A8D6-301A-548D3FB282B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36928" y="4789605"/>
            <a:ext cx="914400" cy="914400"/>
          </a:xfrm>
          <a:prstGeom prst="rect">
            <a:avLst/>
          </a:prstGeom>
        </p:spPr>
      </p:pic>
      <p:pic>
        <p:nvPicPr>
          <p:cNvPr id="29" name="Grafik 28" descr="Schulgebäude mit einfarbiger Füllung">
            <a:extLst>
              <a:ext uri="{FF2B5EF4-FFF2-40B4-BE49-F238E27FC236}">
                <a16:creationId xmlns:a16="http://schemas.microsoft.com/office/drawing/2014/main" id="{E78FD40E-ED59-C5A1-339A-0DDDE3FBA7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330" y="4367782"/>
            <a:ext cx="1549285" cy="1549285"/>
          </a:xfrm>
          <a:prstGeom prst="rect">
            <a:avLst/>
          </a:prstGeom>
        </p:spPr>
      </p:pic>
      <p:pic>
        <p:nvPicPr>
          <p:cNvPr id="31" name="Grafik 30" descr="Schulgebäude mit einfarbiger Füllung">
            <a:extLst>
              <a:ext uri="{FF2B5EF4-FFF2-40B4-BE49-F238E27FC236}">
                <a16:creationId xmlns:a16="http://schemas.microsoft.com/office/drawing/2014/main" id="{F3FEF297-7DDB-F4A0-B48D-F5CFC63780F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96385" y="4251912"/>
            <a:ext cx="1549285" cy="1549285"/>
          </a:xfrm>
          <a:prstGeom prst="rect">
            <a:avLst/>
          </a:prstGeom>
        </p:spPr>
      </p:pic>
    </p:spTree>
    <p:extLst>
      <p:ext uri="{BB962C8B-B14F-4D97-AF65-F5344CB8AC3E}">
        <p14:creationId xmlns:p14="http://schemas.microsoft.com/office/powerpoint/2010/main" val="1171426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31FA2-0F00-3306-3014-270F344F4F3D}"/>
            </a:ext>
          </a:extLst>
        </p:cNvPr>
        <p:cNvGrpSpPr/>
        <p:nvPr/>
      </p:nvGrpSpPr>
      <p:grpSpPr>
        <a:xfrm>
          <a:off x="0" y="0"/>
          <a:ext cx="0" cy="0"/>
          <a:chOff x="0" y="0"/>
          <a:chExt cx="0" cy="0"/>
        </a:xfrm>
      </p:grpSpPr>
      <p:grpSp>
        <p:nvGrpSpPr>
          <p:cNvPr id="23" name="Gruppieren 22">
            <a:extLst>
              <a:ext uri="{FF2B5EF4-FFF2-40B4-BE49-F238E27FC236}">
                <a16:creationId xmlns:a16="http://schemas.microsoft.com/office/drawing/2014/main" id="{BF5C2A5C-C767-5128-CBCA-ADBC7C90D0FD}"/>
              </a:ext>
            </a:extLst>
          </p:cNvPr>
          <p:cNvGrpSpPr/>
          <p:nvPr/>
        </p:nvGrpSpPr>
        <p:grpSpPr>
          <a:xfrm>
            <a:off x="5910164" y="4600755"/>
            <a:ext cx="3405601" cy="1200442"/>
            <a:chOff x="7183698" y="1607549"/>
            <a:chExt cx="3405601" cy="1200442"/>
          </a:xfrm>
        </p:grpSpPr>
        <p:grpSp>
          <p:nvGrpSpPr>
            <p:cNvPr id="19" name="Gruppieren 18">
              <a:extLst>
                <a:ext uri="{FF2B5EF4-FFF2-40B4-BE49-F238E27FC236}">
                  <a16:creationId xmlns:a16="http://schemas.microsoft.com/office/drawing/2014/main" id="{20E07097-DE39-BE82-5AE1-C363FF693AD2}"/>
                </a:ext>
              </a:extLst>
            </p:cNvPr>
            <p:cNvGrpSpPr/>
            <p:nvPr/>
          </p:nvGrpSpPr>
          <p:grpSpPr>
            <a:xfrm>
              <a:off x="7183698" y="1607549"/>
              <a:ext cx="3405601" cy="1200442"/>
              <a:chOff x="479424" y="1843926"/>
              <a:chExt cx="3405601" cy="1171955"/>
            </a:xfrm>
          </p:grpSpPr>
          <p:sp>
            <p:nvSpPr>
              <p:cNvPr id="20" name="Textplatzhalter 31">
                <a:extLst>
                  <a:ext uri="{FF2B5EF4-FFF2-40B4-BE49-F238E27FC236}">
                    <a16:creationId xmlns:a16="http://schemas.microsoft.com/office/drawing/2014/main" id="{179AC533-A5D7-E6B5-3919-1BB639A67C00}"/>
                  </a:ext>
                </a:extLst>
              </p:cNvPr>
              <p:cNvSpPr txBox="1">
                <a:spLocks/>
              </p:cNvSpPr>
              <p:nvPr/>
            </p:nvSpPr>
            <p:spPr>
              <a:xfrm>
                <a:off x="479425" y="1843926"/>
                <a:ext cx="3405600" cy="479706"/>
              </a:xfrm>
              <a:prstGeom prst="round2SameRect">
                <a:avLst>
                  <a:gd name="adj1" fmla="val 7958"/>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Problem</a:t>
                </a:r>
              </a:p>
            </p:txBody>
          </p:sp>
          <p:sp>
            <p:nvSpPr>
              <p:cNvPr id="21" name="Textplatzhalter 12">
                <a:extLst>
                  <a:ext uri="{FF2B5EF4-FFF2-40B4-BE49-F238E27FC236}">
                    <a16:creationId xmlns:a16="http://schemas.microsoft.com/office/drawing/2014/main" id="{48F0B58E-2B01-BC89-0D7E-8B45685ADA98}"/>
                  </a:ext>
                </a:extLst>
              </p:cNvPr>
              <p:cNvSpPr txBox="1">
                <a:spLocks/>
              </p:cNvSpPr>
              <p:nvPr/>
            </p:nvSpPr>
            <p:spPr>
              <a:xfrm>
                <a:off x="479424" y="2323632"/>
                <a:ext cx="3405600" cy="692249"/>
              </a:xfrm>
              <a:prstGeom prst="round2SameRect">
                <a:avLst>
                  <a:gd name="adj1" fmla="val 0"/>
                  <a:gd name="adj2" fmla="val 1154"/>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pPr marL="171450" indent="-171450">
                  <a:buFont typeface="Arial" panose="020B0604020202020204" pitchFamily="34" charset="0"/>
                  <a:buChar char="•"/>
                </a:pPr>
                <a:r>
                  <a:rPr lang="de-DE" dirty="0">
                    <a:latin typeface="BarmeniaGothaer Offc" panose="020B0503020204020204" pitchFamily="34" charset="0"/>
                  </a:rPr>
                  <a:t>Kollisionen  </a:t>
                </a:r>
              </a:p>
            </p:txBody>
          </p:sp>
        </p:grpSp>
        <p:sp>
          <p:nvSpPr>
            <p:cNvPr id="22" name="Freihandform 13">
              <a:extLst>
                <a:ext uri="{FF2B5EF4-FFF2-40B4-BE49-F238E27FC236}">
                  <a16:creationId xmlns:a16="http://schemas.microsoft.com/office/drawing/2014/main" id="{BD414F28-FABD-B540-346F-674A007A2DA6}"/>
                </a:ext>
              </a:extLst>
            </p:cNvPr>
            <p:cNvSpPr/>
            <p:nvPr/>
          </p:nvSpPr>
          <p:spPr>
            <a:xfrm rot="913896">
              <a:off x="8480828" y="2304939"/>
              <a:ext cx="187239" cy="352669"/>
            </a:xfrm>
            <a:custGeom>
              <a:avLst/>
              <a:gdLst>
                <a:gd name="connsiteX0" fmla="*/ 721896 w 726808"/>
                <a:gd name="connsiteY0" fmla="*/ 280962 h 747612"/>
                <a:gd name="connsiteX1" fmla="*/ 676595 w 726808"/>
                <a:gd name="connsiteY1" fmla="*/ 252496 h 747612"/>
                <a:gd name="connsiteX2" fmla="*/ 413796 w 726808"/>
                <a:gd name="connsiteY2" fmla="*/ 252496 h 747612"/>
                <a:gd name="connsiteX3" fmla="*/ 413796 w 726808"/>
                <a:gd name="connsiteY3" fmla="*/ 50346 h 747612"/>
                <a:gd name="connsiteX4" fmla="*/ 363577 w 726808"/>
                <a:gd name="connsiteY4" fmla="*/ 0 h 747612"/>
                <a:gd name="connsiteX5" fmla="*/ 363514 w 726808"/>
                <a:gd name="connsiteY5" fmla="*/ 0 h 747612"/>
                <a:gd name="connsiteX6" fmla="*/ 324065 w 726808"/>
                <a:gd name="connsiteY6" fmla="*/ 19094 h 747612"/>
                <a:gd name="connsiteX7" fmla="*/ 10960 w 726808"/>
                <a:gd name="connsiteY7" fmla="*/ 413616 h 747612"/>
                <a:gd name="connsiteX8" fmla="*/ 325 w 726808"/>
                <a:gd name="connsiteY8" fmla="*/ 450606 h 747612"/>
                <a:gd name="connsiteX9" fmla="*/ 18960 w 726808"/>
                <a:gd name="connsiteY9" fmla="*/ 484269 h 747612"/>
                <a:gd name="connsiteX10" fmla="*/ 50256 w 726808"/>
                <a:gd name="connsiteY10" fmla="*/ 495220 h 747612"/>
                <a:gd name="connsiteX11" fmla="*/ 313119 w 726808"/>
                <a:gd name="connsiteY11" fmla="*/ 495220 h 747612"/>
                <a:gd name="connsiteX12" fmla="*/ 313119 w 726808"/>
                <a:gd name="connsiteY12" fmla="*/ 697315 h 747612"/>
                <a:gd name="connsiteX13" fmla="*/ 346827 w 726808"/>
                <a:gd name="connsiteY13" fmla="*/ 744747 h 747612"/>
                <a:gd name="connsiteX14" fmla="*/ 363490 w 726808"/>
                <a:gd name="connsiteY14" fmla="*/ 747613 h 747612"/>
                <a:gd name="connsiteX15" fmla="*/ 402922 w 726808"/>
                <a:gd name="connsiteY15" fmla="*/ 728622 h 747612"/>
                <a:gd name="connsiteX16" fmla="*/ 715996 w 726808"/>
                <a:gd name="connsiteY16" fmla="*/ 333981 h 747612"/>
                <a:gd name="connsiteX17" fmla="*/ 721880 w 726808"/>
                <a:gd name="connsiteY17" fmla="*/ 280962 h 747612"/>
                <a:gd name="connsiteX18" fmla="*/ 697234 w 726808"/>
                <a:gd name="connsiteY18" fmla="*/ 319102 h 747612"/>
                <a:gd name="connsiteX19" fmla="*/ 384200 w 726808"/>
                <a:gd name="connsiteY19" fmla="*/ 713703 h 747612"/>
                <a:gd name="connsiteX20" fmla="*/ 354763 w 726808"/>
                <a:gd name="connsiteY20" fmla="*/ 722164 h 747612"/>
                <a:gd name="connsiteX21" fmla="*/ 337071 w 726808"/>
                <a:gd name="connsiteY21" fmla="*/ 697315 h 747612"/>
                <a:gd name="connsiteX22" fmla="*/ 337071 w 726808"/>
                <a:gd name="connsiteY22" fmla="*/ 483255 h 747612"/>
                <a:gd name="connsiteX23" fmla="*/ 325095 w 726808"/>
                <a:gd name="connsiteY23" fmla="*/ 471282 h 747612"/>
                <a:gd name="connsiteX24" fmla="*/ 50360 w 726808"/>
                <a:gd name="connsiteY24" fmla="*/ 471282 h 747612"/>
                <a:gd name="connsiteX25" fmla="*/ 33889 w 726808"/>
                <a:gd name="connsiteY25" fmla="*/ 465542 h 747612"/>
                <a:gd name="connsiteX26" fmla="*/ 24125 w 726808"/>
                <a:gd name="connsiteY26" fmla="*/ 447917 h 747612"/>
                <a:gd name="connsiteX27" fmla="*/ 29706 w 726808"/>
                <a:gd name="connsiteY27" fmla="*/ 428526 h 747612"/>
                <a:gd name="connsiteX28" fmla="*/ 342843 w 726808"/>
                <a:gd name="connsiteY28" fmla="*/ 33966 h 747612"/>
                <a:gd name="connsiteX29" fmla="*/ 363505 w 726808"/>
                <a:gd name="connsiteY29" fmla="*/ 23955 h 747612"/>
                <a:gd name="connsiteX30" fmla="*/ 363537 w 726808"/>
                <a:gd name="connsiteY30" fmla="*/ 23955 h 747612"/>
                <a:gd name="connsiteX31" fmla="*/ 389837 w 726808"/>
                <a:gd name="connsiteY31" fmla="*/ 50338 h 747612"/>
                <a:gd name="connsiteX32" fmla="*/ 389837 w 726808"/>
                <a:gd name="connsiteY32" fmla="*/ 264478 h 747612"/>
                <a:gd name="connsiteX33" fmla="*/ 401812 w 726808"/>
                <a:gd name="connsiteY33" fmla="*/ 276452 h 747612"/>
                <a:gd name="connsiteX34" fmla="*/ 676579 w 726808"/>
                <a:gd name="connsiteY34" fmla="*/ 276452 h 747612"/>
                <a:gd name="connsiteX35" fmla="*/ 700307 w 726808"/>
                <a:gd name="connsiteY35" fmla="*/ 291355 h 747612"/>
                <a:gd name="connsiteX36" fmla="*/ 697234 w 726808"/>
                <a:gd name="connsiteY36" fmla="*/ 319111 h 747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726808" h="747612">
                  <a:moveTo>
                    <a:pt x="721896" y="280962"/>
                  </a:moveTo>
                  <a:cubicBezTo>
                    <a:pt x="713568" y="263663"/>
                    <a:pt x="695780" y="252496"/>
                    <a:pt x="676595" y="252496"/>
                  </a:cubicBezTo>
                  <a:lnTo>
                    <a:pt x="413796" y="252496"/>
                  </a:lnTo>
                  <a:lnTo>
                    <a:pt x="413796" y="50346"/>
                  </a:lnTo>
                  <a:cubicBezTo>
                    <a:pt x="413828" y="22622"/>
                    <a:pt x="391305" y="40"/>
                    <a:pt x="363577" y="0"/>
                  </a:cubicBezTo>
                  <a:lnTo>
                    <a:pt x="363514" y="0"/>
                  </a:lnTo>
                  <a:cubicBezTo>
                    <a:pt x="348025" y="0"/>
                    <a:pt x="333638" y="6969"/>
                    <a:pt x="324065" y="19094"/>
                  </a:cubicBezTo>
                  <a:lnTo>
                    <a:pt x="10960" y="413616"/>
                  </a:lnTo>
                  <a:cubicBezTo>
                    <a:pt x="2593" y="424120"/>
                    <a:pt x="-1184" y="437259"/>
                    <a:pt x="325" y="450606"/>
                  </a:cubicBezTo>
                  <a:cubicBezTo>
                    <a:pt x="1834" y="463953"/>
                    <a:pt x="8461" y="475911"/>
                    <a:pt x="18960" y="484269"/>
                  </a:cubicBezTo>
                  <a:cubicBezTo>
                    <a:pt x="27822" y="491341"/>
                    <a:pt x="38943" y="495220"/>
                    <a:pt x="50256" y="495220"/>
                  </a:cubicBezTo>
                  <a:lnTo>
                    <a:pt x="313119" y="495220"/>
                  </a:lnTo>
                  <a:lnTo>
                    <a:pt x="313119" y="697315"/>
                  </a:lnTo>
                  <a:cubicBezTo>
                    <a:pt x="313127" y="718693"/>
                    <a:pt x="326707" y="737762"/>
                    <a:pt x="346827" y="744747"/>
                  </a:cubicBezTo>
                  <a:cubicBezTo>
                    <a:pt x="352184" y="746647"/>
                    <a:pt x="357789" y="747613"/>
                    <a:pt x="363490" y="747613"/>
                  </a:cubicBezTo>
                  <a:cubicBezTo>
                    <a:pt x="378899" y="747589"/>
                    <a:pt x="393261" y="740684"/>
                    <a:pt x="402922" y="728622"/>
                  </a:cubicBezTo>
                  <a:lnTo>
                    <a:pt x="715996" y="333981"/>
                  </a:lnTo>
                  <a:cubicBezTo>
                    <a:pt x="727860" y="318999"/>
                    <a:pt x="730175" y="298196"/>
                    <a:pt x="721880" y="280962"/>
                  </a:cubicBezTo>
                  <a:close/>
                  <a:moveTo>
                    <a:pt x="697234" y="319102"/>
                  </a:moveTo>
                  <a:lnTo>
                    <a:pt x="384200" y="713703"/>
                  </a:lnTo>
                  <a:cubicBezTo>
                    <a:pt x="377278" y="722332"/>
                    <a:pt x="365430" y="725948"/>
                    <a:pt x="354763" y="722164"/>
                  </a:cubicBezTo>
                  <a:cubicBezTo>
                    <a:pt x="344184" y="718493"/>
                    <a:pt x="337079" y="708507"/>
                    <a:pt x="337071" y="697315"/>
                  </a:cubicBezTo>
                  <a:lnTo>
                    <a:pt x="337071" y="483255"/>
                  </a:lnTo>
                  <a:cubicBezTo>
                    <a:pt x="337071" y="476646"/>
                    <a:pt x="331713" y="471282"/>
                    <a:pt x="325095" y="471282"/>
                  </a:cubicBezTo>
                  <a:lnTo>
                    <a:pt x="50360" y="471282"/>
                  </a:lnTo>
                  <a:cubicBezTo>
                    <a:pt x="44324" y="471225"/>
                    <a:pt x="38552" y="469262"/>
                    <a:pt x="33889" y="465542"/>
                  </a:cubicBezTo>
                  <a:cubicBezTo>
                    <a:pt x="28388" y="461167"/>
                    <a:pt x="24915" y="454901"/>
                    <a:pt x="24125" y="447917"/>
                  </a:cubicBezTo>
                  <a:cubicBezTo>
                    <a:pt x="23335" y="440924"/>
                    <a:pt x="25307" y="434051"/>
                    <a:pt x="29706" y="428526"/>
                  </a:cubicBezTo>
                  <a:lnTo>
                    <a:pt x="342843" y="33966"/>
                  </a:lnTo>
                  <a:cubicBezTo>
                    <a:pt x="347865" y="27604"/>
                    <a:pt x="355394" y="23955"/>
                    <a:pt x="363505" y="23955"/>
                  </a:cubicBezTo>
                  <a:lnTo>
                    <a:pt x="363537" y="23955"/>
                  </a:lnTo>
                  <a:cubicBezTo>
                    <a:pt x="378060" y="23980"/>
                    <a:pt x="389860" y="35802"/>
                    <a:pt x="389837" y="50338"/>
                  </a:cubicBezTo>
                  <a:lnTo>
                    <a:pt x="389837" y="264478"/>
                  </a:lnTo>
                  <a:cubicBezTo>
                    <a:pt x="389837" y="271088"/>
                    <a:pt x="395193" y="276452"/>
                    <a:pt x="401812" y="276452"/>
                  </a:cubicBezTo>
                  <a:lnTo>
                    <a:pt x="676579" y="276452"/>
                  </a:lnTo>
                  <a:cubicBezTo>
                    <a:pt x="686631" y="276452"/>
                    <a:pt x="695940" y="282295"/>
                    <a:pt x="700307" y="291355"/>
                  </a:cubicBezTo>
                  <a:cubicBezTo>
                    <a:pt x="704642" y="300375"/>
                    <a:pt x="703437" y="311271"/>
                    <a:pt x="697234" y="319111"/>
                  </a:cubicBezTo>
                  <a:close/>
                </a:path>
              </a:pathLst>
            </a:custGeom>
            <a:solidFill>
              <a:srgbClr val="FFFFFF"/>
            </a:solidFill>
            <a:ln w="0" cap="flat">
              <a:noFill/>
              <a:prstDash val="solid"/>
              <a:miter/>
            </a:ln>
          </p:spPr>
          <p:txBody>
            <a:bodyPr rtlCol="0" anchor="ctr"/>
            <a:lstStyle/>
            <a:p>
              <a:endParaRPr lang="de-DE"/>
            </a:p>
          </p:txBody>
        </p:sp>
      </p:grpSp>
      <p:sp>
        <p:nvSpPr>
          <p:cNvPr id="8" name="Titel 7">
            <a:extLst>
              <a:ext uri="{FF2B5EF4-FFF2-40B4-BE49-F238E27FC236}">
                <a16:creationId xmlns:a16="http://schemas.microsoft.com/office/drawing/2014/main" id="{22F1001B-92D7-20C7-94FE-0DEC39A4798A}"/>
              </a:ext>
            </a:extLst>
          </p:cNvPr>
          <p:cNvSpPr>
            <a:spLocks noGrp="1"/>
          </p:cNvSpPr>
          <p:nvPr>
            <p:ph type="title"/>
          </p:nvPr>
        </p:nvSpPr>
        <p:spPr>
          <a:xfrm>
            <a:off x="479425" y="387560"/>
            <a:ext cx="8496300" cy="988803"/>
          </a:xfrm>
        </p:spPr>
        <p:txBody>
          <a:bodyPr/>
          <a:lstStyle/>
          <a:p>
            <a:r>
              <a:rPr lang="de-DE" dirty="0"/>
              <a:t>Problemstellung</a:t>
            </a:r>
            <a:endParaRPr lang="de-DE" dirty="0">
              <a:solidFill>
                <a:schemeClr val="accent4"/>
              </a:solidFill>
            </a:endParaRPr>
          </a:p>
        </p:txBody>
      </p:sp>
      <p:sp>
        <p:nvSpPr>
          <p:cNvPr id="3" name="Datumsplatzhalter 2">
            <a:extLst>
              <a:ext uri="{FF2B5EF4-FFF2-40B4-BE49-F238E27FC236}">
                <a16:creationId xmlns:a16="http://schemas.microsoft.com/office/drawing/2014/main" id="{9D51F00E-6C1A-1A17-098D-DA86C51B681B}"/>
              </a:ext>
            </a:extLst>
          </p:cNvPr>
          <p:cNvSpPr>
            <a:spLocks noGrp="1"/>
          </p:cNvSpPr>
          <p:nvPr>
            <p:ph type="dt" sz="half" idx="10"/>
          </p:nvPr>
        </p:nvSpPr>
        <p:spPr>
          <a:xfrm>
            <a:off x="3334722" y="6521213"/>
            <a:ext cx="1068585" cy="106468"/>
          </a:xfrm>
        </p:spPr>
        <p:txBody>
          <a:bodyPr/>
          <a:lstStyle/>
          <a:p>
            <a:fld id="{2DE66CE5-6E4E-254F-BACD-C75F7D6843BB}" type="datetime1">
              <a:rPr lang="de-DE" smtClean="0"/>
              <a:pPr/>
              <a:t>22.06.2026</a:t>
            </a:fld>
            <a:endParaRPr lang="de-DE" dirty="0"/>
          </a:p>
        </p:txBody>
      </p:sp>
      <p:sp>
        <p:nvSpPr>
          <p:cNvPr id="4" name="Fußzeilenplatzhalter 3">
            <a:extLst>
              <a:ext uri="{FF2B5EF4-FFF2-40B4-BE49-F238E27FC236}">
                <a16:creationId xmlns:a16="http://schemas.microsoft.com/office/drawing/2014/main" id="{CD19BD8B-0674-F1D8-7065-CE9159B11FC5}"/>
              </a:ext>
            </a:extLst>
          </p:cNvPr>
          <p:cNvSpPr>
            <a:spLocks noGrp="1"/>
          </p:cNvSpPr>
          <p:nvPr>
            <p:ph type="ftr" sz="quarter" idx="11"/>
          </p:nvPr>
        </p:nvSpPr>
        <p:spPr>
          <a:xfrm>
            <a:off x="3334720" y="6405343"/>
            <a:ext cx="2806997" cy="106470"/>
          </a:xfrm>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E34BA11C-4D94-D595-11AA-373BC09DEC62}"/>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7</a:t>
            </a:fld>
            <a:endParaRPr lang="de-DE" dirty="0"/>
          </a:p>
        </p:txBody>
      </p:sp>
      <p:sp>
        <p:nvSpPr>
          <p:cNvPr id="30" name="Textplatzhalter 29">
            <a:extLst>
              <a:ext uri="{FF2B5EF4-FFF2-40B4-BE49-F238E27FC236}">
                <a16:creationId xmlns:a16="http://schemas.microsoft.com/office/drawing/2014/main" id="{20C5F2A0-AAB2-F33F-E32A-373D5C172D5B}"/>
              </a:ext>
            </a:extLst>
          </p:cNvPr>
          <p:cNvSpPr>
            <a:spLocks noGrp="1"/>
          </p:cNvSpPr>
          <p:nvPr>
            <p:ph type="body" sz="quarter" idx="15"/>
          </p:nvPr>
        </p:nvSpPr>
        <p:spPr>
          <a:xfrm>
            <a:off x="479425" y="6030563"/>
            <a:ext cx="11233150" cy="261284"/>
          </a:xfrm>
        </p:spPr>
        <p:txBody>
          <a:bodyPr/>
          <a:lstStyle/>
          <a:p>
            <a:r>
              <a:rPr lang="de-DE" dirty="0"/>
              <a:t>Quelle:</a:t>
            </a:r>
          </a:p>
        </p:txBody>
      </p:sp>
      <p:grpSp>
        <p:nvGrpSpPr>
          <p:cNvPr id="16" name="Gruppieren 15">
            <a:extLst>
              <a:ext uri="{FF2B5EF4-FFF2-40B4-BE49-F238E27FC236}">
                <a16:creationId xmlns:a16="http://schemas.microsoft.com/office/drawing/2014/main" id="{A6F18E27-E22A-83D8-E2C8-3B29A1881F1E}"/>
              </a:ext>
            </a:extLst>
          </p:cNvPr>
          <p:cNvGrpSpPr/>
          <p:nvPr/>
        </p:nvGrpSpPr>
        <p:grpSpPr>
          <a:xfrm>
            <a:off x="997706" y="2225617"/>
            <a:ext cx="3405601" cy="2955692"/>
            <a:chOff x="479424" y="1843926"/>
            <a:chExt cx="3405601" cy="2885554"/>
          </a:xfrm>
        </p:grpSpPr>
        <p:sp>
          <p:nvSpPr>
            <p:cNvPr id="17" name="Textplatzhalter 31">
              <a:extLst>
                <a:ext uri="{FF2B5EF4-FFF2-40B4-BE49-F238E27FC236}">
                  <a16:creationId xmlns:a16="http://schemas.microsoft.com/office/drawing/2014/main" id="{334BD19D-0963-EAE3-A74E-1D90E6090216}"/>
                </a:ext>
              </a:extLst>
            </p:cNvPr>
            <p:cNvSpPr txBox="1">
              <a:spLocks/>
            </p:cNvSpPr>
            <p:nvPr/>
          </p:nvSpPr>
          <p:spPr>
            <a:xfrm>
              <a:off x="479425" y="1843926"/>
              <a:ext cx="3405600" cy="479706"/>
            </a:xfrm>
            <a:prstGeom prst="round2SameRect">
              <a:avLst>
                <a:gd name="adj1" fmla="val 7958"/>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MATSE Eisenbahngesellschaft</a:t>
              </a:r>
            </a:p>
          </p:txBody>
        </p:sp>
        <p:sp>
          <p:nvSpPr>
            <p:cNvPr id="18" name="Textplatzhalter 12">
              <a:extLst>
                <a:ext uri="{FF2B5EF4-FFF2-40B4-BE49-F238E27FC236}">
                  <a16:creationId xmlns:a16="http://schemas.microsoft.com/office/drawing/2014/main" id="{FB6AF28B-B8A4-8654-7B6A-530B16FF157C}"/>
                </a:ext>
              </a:extLst>
            </p:cNvPr>
            <p:cNvSpPr txBox="1">
              <a:spLocks/>
            </p:cNvSpPr>
            <p:nvPr/>
          </p:nvSpPr>
          <p:spPr>
            <a:xfrm>
              <a:off x="479424" y="2323632"/>
              <a:ext cx="3405600" cy="2405848"/>
            </a:xfrm>
            <a:prstGeom prst="round2SameRect">
              <a:avLst>
                <a:gd name="adj1" fmla="val 0"/>
                <a:gd name="adj2" fmla="val 1154"/>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pPr marL="171450" indent="-171450">
                <a:buFont typeface="Arial" panose="020B0604020202020204" pitchFamily="34" charset="0"/>
                <a:buChar char="•"/>
              </a:pPr>
              <a:r>
                <a:rPr lang="de-DE" dirty="0">
                  <a:latin typeface="BarmeniaGothaer Offc" panose="020B0503020204020204" pitchFamily="34" charset="0"/>
                </a:rPr>
                <a:t>Eingleisige Eisenbahnlinien</a:t>
              </a:r>
            </a:p>
            <a:p>
              <a:pPr marL="171450" indent="-171450">
                <a:buFont typeface="Arial" panose="020B0604020202020204" pitchFamily="34" charset="0"/>
                <a:buChar char="•"/>
              </a:pPr>
              <a:r>
                <a:rPr lang="de-DE" dirty="0">
                  <a:latin typeface="BarmeniaGothaer Offc" panose="020B0503020204020204" pitchFamily="34" charset="0"/>
                </a:rPr>
                <a:t>Mehrere Bahnhöfe</a:t>
              </a:r>
            </a:p>
            <a:p>
              <a:pPr marL="171450" indent="-171450">
                <a:buFont typeface="Arial" panose="020B0604020202020204" pitchFamily="34" charset="0"/>
                <a:buChar char="•"/>
              </a:pPr>
              <a:r>
                <a:rPr lang="de-DE" dirty="0">
                  <a:latin typeface="BarmeniaGothaer Offc" panose="020B0503020204020204" pitchFamily="34" charset="0"/>
                </a:rPr>
                <a:t>Fahrtzeiten</a:t>
              </a:r>
            </a:p>
            <a:p>
              <a:pPr marL="171450" indent="-171450">
                <a:buFont typeface="Arial" panose="020B0604020202020204" pitchFamily="34" charset="0"/>
                <a:buChar char="•"/>
              </a:pPr>
              <a:r>
                <a:rPr lang="de-DE" dirty="0">
                  <a:latin typeface="BarmeniaGothaer Offc" panose="020B0503020204020204" pitchFamily="34" charset="0"/>
                </a:rPr>
                <a:t>60-Minuten-Takt</a:t>
              </a:r>
            </a:p>
            <a:p>
              <a:pPr marL="171450" indent="-171450">
                <a:buFont typeface="Arial" panose="020B0604020202020204" pitchFamily="34" charset="0"/>
                <a:buChar char="•"/>
              </a:pPr>
              <a:r>
                <a:rPr lang="de-DE" dirty="0">
                  <a:latin typeface="BarmeniaGothaer Offc" panose="020B0503020204020204" pitchFamily="34" charset="0"/>
                </a:rPr>
                <a:t>Von beiden Seiten befahren</a:t>
              </a:r>
            </a:p>
          </p:txBody>
        </p:sp>
      </p:grpSp>
      <p:grpSp>
        <p:nvGrpSpPr>
          <p:cNvPr id="26" name="Gruppieren 25">
            <a:extLst>
              <a:ext uri="{FF2B5EF4-FFF2-40B4-BE49-F238E27FC236}">
                <a16:creationId xmlns:a16="http://schemas.microsoft.com/office/drawing/2014/main" id="{2BC56672-712B-9B11-D3EC-918529F5CD99}"/>
              </a:ext>
            </a:extLst>
          </p:cNvPr>
          <p:cNvGrpSpPr/>
          <p:nvPr/>
        </p:nvGrpSpPr>
        <p:grpSpPr>
          <a:xfrm>
            <a:off x="8734204" y="1605729"/>
            <a:ext cx="2174987" cy="2955692"/>
            <a:chOff x="479423" y="1843926"/>
            <a:chExt cx="3405602" cy="2885554"/>
          </a:xfrm>
        </p:grpSpPr>
        <p:sp>
          <p:nvSpPr>
            <p:cNvPr id="27" name="Textplatzhalter 31">
              <a:extLst>
                <a:ext uri="{FF2B5EF4-FFF2-40B4-BE49-F238E27FC236}">
                  <a16:creationId xmlns:a16="http://schemas.microsoft.com/office/drawing/2014/main" id="{4F607327-03A1-A0B9-9181-930CBCAE9423}"/>
                </a:ext>
              </a:extLst>
            </p:cNvPr>
            <p:cNvSpPr txBox="1">
              <a:spLocks/>
            </p:cNvSpPr>
            <p:nvPr/>
          </p:nvSpPr>
          <p:spPr>
            <a:xfrm>
              <a:off x="479425" y="1843926"/>
              <a:ext cx="3405600" cy="479706"/>
            </a:xfrm>
            <a:prstGeom prst="round2SameRect">
              <a:avLst>
                <a:gd name="adj1" fmla="val 7958"/>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Beispiel Eingabe</a:t>
              </a:r>
            </a:p>
          </p:txBody>
        </p:sp>
        <p:sp>
          <p:nvSpPr>
            <p:cNvPr id="28" name="Textplatzhalter 12">
              <a:extLst>
                <a:ext uri="{FF2B5EF4-FFF2-40B4-BE49-F238E27FC236}">
                  <a16:creationId xmlns:a16="http://schemas.microsoft.com/office/drawing/2014/main" id="{C8ED6A60-FE89-D827-33EC-45E11611E8A1}"/>
                </a:ext>
              </a:extLst>
            </p:cNvPr>
            <p:cNvSpPr txBox="1">
              <a:spLocks/>
            </p:cNvSpPr>
            <p:nvPr/>
          </p:nvSpPr>
          <p:spPr>
            <a:xfrm>
              <a:off x="479423" y="2323632"/>
              <a:ext cx="3405600" cy="2405848"/>
            </a:xfrm>
            <a:prstGeom prst="round2SameRect">
              <a:avLst>
                <a:gd name="adj1" fmla="val 0"/>
                <a:gd name="adj2" fmla="val 1154"/>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a:t>Strecke:</a:t>
              </a:r>
              <a:br>
                <a:rPr lang="de-DE" dirty="0"/>
              </a:br>
              <a:r>
                <a:rPr lang="de-DE" dirty="0"/>
                <a:t>A B C</a:t>
              </a:r>
              <a:br>
                <a:rPr lang="de-DE" dirty="0"/>
              </a:br>
              <a:br>
                <a:rPr lang="de-DE" dirty="0"/>
              </a:br>
              <a:r>
                <a:rPr lang="de-DE" dirty="0" err="1"/>
                <a:t>Abstaende</a:t>
              </a:r>
              <a:r>
                <a:rPr lang="de-DE" dirty="0"/>
                <a:t>:</a:t>
              </a:r>
              <a:br>
                <a:rPr lang="de-DE" dirty="0"/>
              </a:br>
              <a:r>
                <a:rPr lang="de-DE" dirty="0"/>
                <a:t>5 7</a:t>
              </a:r>
              <a:br>
                <a:rPr lang="de-DE" dirty="0"/>
              </a:br>
              <a:br>
                <a:rPr lang="de-DE" dirty="0"/>
              </a:br>
              <a:r>
                <a:rPr lang="de-DE" dirty="0"/>
                <a:t>Start Hinfahrt:</a:t>
              </a:r>
              <a:br>
                <a:rPr lang="de-DE" dirty="0"/>
              </a:br>
              <a:r>
                <a:rPr lang="de-DE" dirty="0"/>
                <a:t>17</a:t>
              </a:r>
            </a:p>
          </p:txBody>
        </p:sp>
      </p:grpSp>
    </p:spTree>
    <p:extLst>
      <p:ext uri="{BB962C8B-B14F-4D97-AF65-F5344CB8AC3E}">
        <p14:creationId xmlns:p14="http://schemas.microsoft.com/office/powerpoint/2010/main" val="24648800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Textplatzhalter 53">
            <a:extLst>
              <a:ext uri="{FF2B5EF4-FFF2-40B4-BE49-F238E27FC236}">
                <a16:creationId xmlns:a16="http://schemas.microsoft.com/office/drawing/2014/main" id="{835DDC25-0537-7BCA-B4B7-63FC8E432757}"/>
              </a:ext>
            </a:extLst>
          </p:cNvPr>
          <p:cNvSpPr>
            <a:spLocks noGrp="1"/>
          </p:cNvSpPr>
          <p:nvPr>
            <p:ph type="body" sz="quarter" idx="30"/>
          </p:nvPr>
        </p:nvSpPr>
        <p:spPr>
          <a:xfrm>
            <a:off x="479425" y="3492064"/>
            <a:ext cx="473075" cy="289482"/>
          </a:xfrm>
        </p:spPr>
        <p:txBody>
          <a:bodyPr/>
          <a:lstStyle/>
          <a:p>
            <a:r>
              <a:rPr lang="de-DE" dirty="0"/>
              <a:t>01</a:t>
            </a:r>
          </a:p>
        </p:txBody>
      </p:sp>
      <p:sp>
        <p:nvSpPr>
          <p:cNvPr id="5" name="Datumsplatzhalter 4">
            <a:extLst>
              <a:ext uri="{FF2B5EF4-FFF2-40B4-BE49-F238E27FC236}">
                <a16:creationId xmlns:a16="http://schemas.microsoft.com/office/drawing/2014/main" id="{C5B5C502-912B-7C01-BD0F-4D3BCB3EAE62}"/>
              </a:ext>
            </a:extLst>
          </p:cNvPr>
          <p:cNvSpPr>
            <a:spLocks noGrp="1"/>
          </p:cNvSpPr>
          <p:nvPr>
            <p:ph type="dt" sz="half" idx="10"/>
          </p:nvPr>
        </p:nvSpPr>
        <p:spPr>
          <a:xfrm>
            <a:off x="3334722" y="6521213"/>
            <a:ext cx="1068585" cy="106468"/>
          </a:xfrm>
        </p:spPr>
        <p:txBody>
          <a:bodyPr/>
          <a:lstStyle/>
          <a:p>
            <a:fld id="{E2E7F24D-9DC2-AA43-9C83-EF4BCF152ED6}" type="datetime1">
              <a:rPr lang="de-DE"/>
              <a:pPr/>
              <a:t>22.06.2026</a:t>
            </a:fld>
            <a:endParaRPr lang="de-DE"/>
          </a:p>
        </p:txBody>
      </p:sp>
      <p:sp>
        <p:nvSpPr>
          <p:cNvPr id="3" name="Fußzeilenplatzhalter 2">
            <a:extLst>
              <a:ext uri="{FF2B5EF4-FFF2-40B4-BE49-F238E27FC236}">
                <a16:creationId xmlns:a16="http://schemas.microsoft.com/office/drawing/2014/main" id="{3289A853-D751-DA98-648B-A208D3857CF2}"/>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4" name="Foliennummernplatzhalter 3">
            <a:extLst>
              <a:ext uri="{FF2B5EF4-FFF2-40B4-BE49-F238E27FC236}">
                <a16:creationId xmlns:a16="http://schemas.microsoft.com/office/drawing/2014/main" id="{5F2D29E6-4330-0ABE-A81C-A744D4BA078A}"/>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8</a:t>
            </a:fld>
            <a:endParaRPr lang="de-DE"/>
          </a:p>
        </p:txBody>
      </p:sp>
      <p:sp>
        <p:nvSpPr>
          <p:cNvPr id="55" name="Textplatzhalter 54">
            <a:extLst>
              <a:ext uri="{FF2B5EF4-FFF2-40B4-BE49-F238E27FC236}">
                <a16:creationId xmlns:a16="http://schemas.microsoft.com/office/drawing/2014/main" id="{DBE57D0E-FC09-0C18-B083-63FAB3BA099B}"/>
              </a:ext>
            </a:extLst>
          </p:cNvPr>
          <p:cNvSpPr>
            <a:spLocks noGrp="1"/>
          </p:cNvSpPr>
          <p:nvPr>
            <p:ph type="body" sz="quarter" idx="32"/>
          </p:nvPr>
        </p:nvSpPr>
        <p:spPr>
          <a:xfrm>
            <a:off x="3439593" y="3492064"/>
            <a:ext cx="473075" cy="289482"/>
          </a:xfrm>
        </p:spPr>
        <p:txBody>
          <a:bodyPr/>
          <a:lstStyle/>
          <a:p>
            <a:r>
              <a:rPr lang="de-DE" dirty="0"/>
              <a:t>02</a:t>
            </a:r>
          </a:p>
        </p:txBody>
      </p:sp>
      <p:sp>
        <p:nvSpPr>
          <p:cNvPr id="56" name="Textplatzhalter 55">
            <a:extLst>
              <a:ext uri="{FF2B5EF4-FFF2-40B4-BE49-F238E27FC236}">
                <a16:creationId xmlns:a16="http://schemas.microsoft.com/office/drawing/2014/main" id="{47407473-E9E0-8068-DC56-F59A9F972613}"/>
              </a:ext>
            </a:extLst>
          </p:cNvPr>
          <p:cNvSpPr>
            <a:spLocks noGrp="1"/>
          </p:cNvSpPr>
          <p:nvPr>
            <p:ph type="body" sz="quarter" idx="34"/>
          </p:nvPr>
        </p:nvSpPr>
        <p:spPr>
          <a:xfrm>
            <a:off x="6388084" y="3492064"/>
            <a:ext cx="473075" cy="289482"/>
          </a:xfrm>
        </p:spPr>
        <p:txBody>
          <a:bodyPr/>
          <a:lstStyle/>
          <a:p>
            <a:r>
              <a:rPr lang="de-DE" dirty="0"/>
              <a:t>03</a:t>
            </a:r>
          </a:p>
        </p:txBody>
      </p:sp>
      <p:sp>
        <p:nvSpPr>
          <p:cNvPr id="57" name="Textplatzhalter 56">
            <a:extLst>
              <a:ext uri="{FF2B5EF4-FFF2-40B4-BE49-F238E27FC236}">
                <a16:creationId xmlns:a16="http://schemas.microsoft.com/office/drawing/2014/main" id="{F15BD434-44A4-B299-8C8C-47913E4DBD1F}"/>
              </a:ext>
            </a:extLst>
          </p:cNvPr>
          <p:cNvSpPr>
            <a:spLocks noGrp="1"/>
          </p:cNvSpPr>
          <p:nvPr>
            <p:ph type="body" sz="quarter" idx="36"/>
          </p:nvPr>
        </p:nvSpPr>
        <p:spPr>
          <a:xfrm>
            <a:off x="9336575" y="3492064"/>
            <a:ext cx="473075" cy="289482"/>
          </a:xfrm>
        </p:spPr>
        <p:txBody>
          <a:bodyPr/>
          <a:lstStyle/>
          <a:p>
            <a:r>
              <a:rPr lang="de-DE" dirty="0"/>
              <a:t>04</a:t>
            </a:r>
          </a:p>
        </p:txBody>
      </p:sp>
      <p:sp>
        <p:nvSpPr>
          <p:cNvPr id="58" name="Textplatzhalter 57">
            <a:extLst>
              <a:ext uri="{FF2B5EF4-FFF2-40B4-BE49-F238E27FC236}">
                <a16:creationId xmlns:a16="http://schemas.microsoft.com/office/drawing/2014/main" id="{B42855D5-E6A0-1CA0-F143-6089CA858E16}"/>
              </a:ext>
            </a:extLst>
          </p:cNvPr>
          <p:cNvSpPr>
            <a:spLocks noGrp="1"/>
          </p:cNvSpPr>
          <p:nvPr>
            <p:ph type="body" sz="quarter" idx="40"/>
          </p:nvPr>
        </p:nvSpPr>
        <p:spPr>
          <a:xfrm>
            <a:off x="490538" y="3857625"/>
            <a:ext cx="2376487" cy="2092325"/>
          </a:xfrm>
        </p:spPr>
        <p:txBody>
          <a:bodyPr/>
          <a:lstStyle/>
          <a:p>
            <a:r>
              <a:rPr lang="de-DE" dirty="0"/>
              <a:t>Kapitelname</a:t>
            </a:r>
            <a:br>
              <a:rPr lang="de-DE" dirty="0"/>
            </a:br>
            <a:r>
              <a:rPr lang="de-DE" dirty="0"/>
              <a:t>zweizeilig </a:t>
            </a:r>
            <a:r>
              <a:rPr lang="de-DE" dirty="0" err="1"/>
              <a:t>lorem</a:t>
            </a:r>
            <a:endParaRPr lang="de-DE" dirty="0"/>
          </a:p>
          <a:p>
            <a:pPr lvl="1"/>
            <a:r>
              <a:rPr lang="de-DE" dirty="0"/>
              <a:t>Kapitel 1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2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3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4 </a:t>
            </a:r>
            <a:r>
              <a:rPr lang="de-DE" dirty="0" err="1"/>
              <a:t>Lorem</a:t>
            </a:r>
            <a:r>
              <a:rPr lang="de-DE" dirty="0"/>
              <a:t> </a:t>
            </a:r>
            <a:r>
              <a:rPr lang="de-DE" dirty="0" err="1"/>
              <a:t>ipsum</a:t>
            </a:r>
            <a:r>
              <a:rPr lang="de-DE" dirty="0"/>
              <a:t> </a:t>
            </a:r>
            <a:r>
              <a:rPr lang="de-DE" dirty="0" err="1"/>
              <a:t>dolor</a:t>
            </a:r>
            <a:endParaRPr lang="de-DE" dirty="0"/>
          </a:p>
          <a:p>
            <a:pPr lvl="1"/>
            <a:r>
              <a:rPr lang="de-DE" dirty="0"/>
              <a:t>Kapitel 5 </a:t>
            </a:r>
            <a:r>
              <a:rPr lang="de-DE" dirty="0" err="1"/>
              <a:t>Lorem</a:t>
            </a:r>
            <a:r>
              <a:rPr lang="de-DE" dirty="0"/>
              <a:t> </a:t>
            </a:r>
            <a:r>
              <a:rPr lang="de-DE" dirty="0" err="1"/>
              <a:t>ipsum</a:t>
            </a:r>
            <a:r>
              <a:rPr lang="de-DE" dirty="0"/>
              <a:t> </a:t>
            </a:r>
            <a:r>
              <a:rPr lang="de-DE" dirty="0" err="1"/>
              <a:t>dolor</a:t>
            </a:r>
            <a:r>
              <a:rPr lang="de-DE" dirty="0"/>
              <a:t> </a:t>
            </a:r>
          </a:p>
          <a:p>
            <a:endParaRPr lang="de-DE" dirty="0"/>
          </a:p>
        </p:txBody>
      </p:sp>
      <p:sp>
        <p:nvSpPr>
          <p:cNvPr id="75" name="Textplatzhalter 74">
            <a:extLst>
              <a:ext uri="{FF2B5EF4-FFF2-40B4-BE49-F238E27FC236}">
                <a16:creationId xmlns:a16="http://schemas.microsoft.com/office/drawing/2014/main" id="{066A0248-1C07-529E-1483-BA6D43885A89}"/>
              </a:ext>
            </a:extLst>
          </p:cNvPr>
          <p:cNvSpPr>
            <a:spLocks noGrp="1"/>
          </p:cNvSpPr>
          <p:nvPr>
            <p:ph type="body" sz="quarter" idx="41"/>
          </p:nvPr>
        </p:nvSpPr>
        <p:spPr>
          <a:xfrm>
            <a:off x="3440113" y="3857625"/>
            <a:ext cx="2374900" cy="2092325"/>
          </a:xfrm>
        </p:spPr>
        <p:txBody>
          <a:bodyPr/>
          <a:lstStyle/>
          <a:p>
            <a:r>
              <a:rPr lang="de-DE" dirty="0"/>
              <a:t>Kapitelname</a:t>
            </a:r>
            <a:br>
              <a:rPr lang="de-DE" dirty="0"/>
            </a:br>
            <a:r>
              <a:rPr lang="de-DE" dirty="0"/>
              <a:t>zweizeilig </a:t>
            </a:r>
            <a:r>
              <a:rPr lang="de-DE" dirty="0" err="1"/>
              <a:t>lorem</a:t>
            </a:r>
            <a:endParaRPr lang="de-DE" dirty="0"/>
          </a:p>
          <a:p>
            <a:pPr lvl="1"/>
            <a:r>
              <a:rPr lang="de-DE" dirty="0"/>
              <a:t>Kapitel 1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2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3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4 </a:t>
            </a:r>
            <a:r>
              <a:rPr lang="de-DE" dirty="0" err="1"/>
              <a:t>Lorem</a:t>
            </a:r>
            <a:r>
              <a:rPr lang="de-DE" dirty="0"/>
              <a:t> </a:t>
            </a:r>
            <a:r>
              <a:rPr lang="de-DE" dirty="0" err="1"/>
              <a:t>ipsum</a:t>
            </a:r>
            <a:r>
              <a:rPr lang="de-DE" dirty="0"/>
              <a:t> </a:t>
            </a:r>
            <a:r>
              <a:rPr lang="de-DE" dirty="0" err="1"/>
              <a:t>dolor</a:t>
            </a:r>
            <a:endParaRPr lang="de-DE" dirty="0"/>
          </a:p>
          <a:p>
            <a:pPr lvl="1"/>
            <a:r>
              <a:rPr lang="de-DE" dirty="0"/>
              <a:t>Kapitel 5 </a:t>
            </a:r>
            <a:r>
              <a:rPr lang="de-DE" dirty="0" err="1"/>
              <a:t>Lorem</a:t>
            </a:r>
            <a:r>
              <a:rPr lang="de-DE" dirty="0"/>
              <a:t> </a:t>
            </a:r>
            <a:r>
              <a:rPr lang="de-DE" dirty="0" err="1"/>
              <a:t>ipsum</a:t>
            </a:r>
            <a:r>
              <a:rPr lang="de-DE" dirty="0"/>
              <a:t> </a:t>
            </a:r>
            <a:r>
              <a:rPr lang="de-DE" dirty="0" err="1"/>
              <a:t>dolor</a:t>
            </a:r>
            <a:r>
              <a:rPr lang="de-DE" dirty="0"/>
              <a:t> </a:t>
            </a:r>
          </a:p>
          <a:p>
            <a:endParaRPr lang="de-DE" dirty="0"/>
          </a:p>
          <a:p>
            <a:endParaRPr lang="de-DE" dirty="0"/>
          </a:p>
        </p:txBody>
      </p:sp>
      <p:sp>
        <p:nvSpPr>
          <p:cNvPr id="76" name="Textplatzhalter 75">
            <a:extLst>
              <a:ext uri="{FF2B5EF4-FFF2-40B4-BE49-F238E27FC236}">
                <a16:creationId xmlns:a16="http://schemas.microsoft.com/office/drawing/2014/main" id="{31133072-67EE-E898-16A4-B0A5829F8601}"/>
              </a:ext>
            </a:extLst>
          </p:cNvPr>
          <p:cNvSpPr>
            <a:spLocks noGrp="1"/>
          </p:cNvSpPr>
          <p:nvPr>
            <p:ph type="body" sz="quarter" idx="42"/>
          </p:nvPr>
        </p:nvSpPr>
        <p:spPr>
          <a:xfrm>
            <a:off x="6388100" y="3857625"/>
            <a:ext cx="2376488" cy="2092325"/>
          </a:xfrm>
        </p:spPr>
        <p:txBody>
          <a:bodyPr/>
          <a:lstStyle/>
          <a:p>
            <a:r>
              <a:rPr lang="de-DE" dirty="0"/>
              <a:t>Kapitelname</a:t>
            </a:r>
            <a:br>
              <a:rPr lang="de-DE" dirty="0"/>
            </a:br>
            <a:r>
              <a:rPr lang="de-DE" dirty="0"/>
              <a:t>zweizeilig </a:t>
            </a:r>
            <a:r>
              <a:rPr lang="de-DE" dirty="0" err="1"/>
              <a:t>lorem</a:t>
            </a:r>
            <a:endParaRPr lang="de-DE" dirty="0"/>
          </a:p>
          <a:p>
            <a:pPr lvl="1"/>
            <a:r>
              <a:rPr lang="de-DE" dirty="0"/>
              <a:t>Kapitel 1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2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3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4 </a:t>
            </a:r>
            <a:r>
              <a:rPr lang="de-DE" dirty="0" err="1"/>
              <a:t>Lorem</a:t>
            </a:r>
            <a:r>
              <a:rPr lang="de-DE" dirty="0"/>
              <a:t> </a:t>
            </a:r>
            <a:r>
              <a:rPr lang="de-DE" dirty="0" err="1"/>
              <a:t>ipsum</a:t>
            </a:r>
            <a:r>
              <a:rPr lang="de-DE" dirty="0"/>
              <a:t> </a:t>
            </a:r>
            <a:r>
              <a:rPr lang="de-DE" dirty="0" err="1"/>
              <a:t>dolor</a:t>
            </a:r>
            <a:endParaRPr lang="de-DE" dirty="0"/>
          </a:p>
          <a:p>
            <a:pPr lvl="1"/>
            <a:r>
              <a:rPr lang="de-DE" dirty="0"/>
              <a:t>Kapitel 5 </a:t>
            </a:r>
            <a:r>
              <a:rPr lang="de-DE" dirty="0" err="1"/>
              <a:t>Lorem</a:t>
            </a:r>
            <a:r>
              <a:rPr lang="de-DE" dirty="0"/>
              <a:t> </a:t>
            </a:r>
            <a:r>
              <a:rPr lang="de-DE" dirty="0" err="1"/>
              <a:t>ipsum</a:t>
            </a:r>
            <a:r>
              <a:rPr lang="de-DE" dirty="0"/>
              <a:t> </a:t>
            </a:r>
            <a:r>
              <a:rPr lang="de-DE" dirty="0" err="1"/>
              <a:t>dolor</a:t>
            </a:r>
            <a:r>
              <a:rPr lang="de-DE" dirty="0"/>
              <a:t> </a:t>
            </a:r>
          </a:p>
          <a:p>
            <a:endParaRPr lang="de-DE" dirty="0"/>
          </a:p>
          <a:p>
            <a:endParaRPr lang="de-DE" dirty="0"/>
          </a:p>
        </p:txBody>
      </p:sp>
      <p:sp>
        <p:nvSpPr>
          <p:cNvPr id="77" name="Textplatzhalter 76">
            <a:extLst>
              <a:ext uri="{FF2B5EF4-FFF2-40B4-BE49-F238E27FC236}">
                <a16:creationId xmlns:a16="http://schemas.microsoft.com/office/drawing/2014/main" id="{9BE81635-DD93-9EC4-765F-6E8DDE982BE5}"/>
              </a:ext>
            </a:extLst>
          </p:cNvPr>
          <p:cNvSpPr>
            <a:spLocks noGrp="1"/>
          </p:cNvSpPr>
          <p:nvPr>
            <p:ph type="body" sz="quarter" idx="43"/>
          </p:nvPr>
        </p:nvSpPr>
        <p:spPr>
          <a:xfrm>
            <a:off x="9336088" y="3857625"/>
            <a:ext cx="2376487" cy="2092325"/>
          </a:xfrm>
        </p:spPr>
        <p:txBody>
          <a:bodyPr/>
          <a:lstStyle/>
          <a:p>
            <a:r>
              <a:rPr lang="de-DE" dirty="0"/>
              <a:t>Kapitelname</a:t>
            </a:r>
            <a:br>
              <a:rPr lang="de-DE" dirty="0"/>
            </a:br>
            <a:r>
              <a:rPr lang="de-DE" dirty="0"/>
              <a:t>zweizeilig </a:t>
            </a:r>
            <a:r>
              <a:rPr lang="de-DE" dirty="0" err="1"/>
              <a:t>lorem</a:t>
            </a:r>
            <a:endParaRPr lang="de-DE" dirty="0"/>
          </a:p>
          <a:p>
            <a:pPr lvl="1"/>
            <a:r>
              <a:rPr lang="de-DE" dirty="0"/>
              <a:t>Kapitel 1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2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3 </a:t>
            </a:r>
            <a:r>
              <a:rPr lang="de-DE" dirty="0" err="1"/>
              <a:t>Lorem</a:t>
            </a:r>
            <a:r>
              <a:rPr lang="de-DE" dirty="0"/>
              <a:t> </a:t>
            </a:r>
            <a:r>
              <a:rPr lang="de-DE" dirty="0" err="1"/>
              <a:t>ipsum</a:t>
            </a:r>
            <a:r>
              <a:rPr lang="de-DE" dirty="0"/>
              <a:t> </a:t>
            </a:r>
            <a:r>
              <a:rPr lang="de-DE" dirty="0" err="1"/>
              <a:t>dolor</a:t>
            </a:r>
            <a:r>
              <a:rPr lang="de-DE" dirty="0"/>
              <a:t> </a:t>
            </a:r>
          </a:p>
          <a:p>
            <a:pPr lvl="1"/>
            <a:r>
              <a:rPr lang="de-DE" dirty="0"/>
              <a:t>Kapitel 4 </a:t>
            </a:r>
            <a:r>
              <a:rPr lang="de-DE" dirty="0" err="1"/>
              <a:t>Lorem</a:t>
            </a:r>
            <a:r>
              <a:rPr lang="de-DE" dirty="0"/>
              <a:t> </a:t>
            </a:r>
            <a:r>
              <a:rPr lang="de-DE" dirty="0" err="1"/>
              <a:t>ipsum</a:t>
            </a:r>
            <a:r>
              <a:rPr lang="de-DE" dirty="0"/>
              <a:t> </a:t>
            </a:r>
            <a:r>
              <a:rPr lang="de-DE" dirty="0" err="1"/>
              <a:t>dolor</a:t>
            </a:r>
            <a:endParaRPr lang="de-DE" dirty="0"/>
          </a:p>
          <a:p>
            <a:pPr lvl="1"/>
            <a:r>
              <a:rPr lang="de-DE" dirty="0"/>
              <a:t>Kapitel 5 </a:t>
            </a:r>
            <a:r>
              <a:rPr lang="de-DE" dirty="0" err="1"/>
              <a:t>Lorem</a:t>
            </a:r>
            <a:r>
              <a:rPr lang="de-DE" dirty="0"/>
              <a:t> </a:t>
            </a:r>
            <a:r>
              <a:rPr lang="de-DE" dirty="0" err="1"/>
              <a:t>ipsum</a:t>
            </a:r>
            <a:r>
              <a:rPr lang="de-DE" dirty="0"/>
              <a:t> </a:t>
            </a:r>
            <a:r>
              <a:rPr lang="de-DE" dirty="0" err="1"/>
              <a:t>dolor</a:t>
            </a:r>
            <a:r>
              <a:rPr lang="de-DE" dirty="0"/>
              <a:t> </a:t>
            </a:r>
          </a:p>
          <a:p>
            <a:endParaRPr lang="de-DE" dirty="0"/>
          </a:p>
          <a:p>
            <a:endParaRPr lang="de-DE" dirty="0"/>
          </a:p>
        </p:txBody>
      </p:sp>
      <p:sp>
        <p:nvSpPr>
          <p:cNvPr id="16" name="Titel 15">
            <a:extLst>
              <a:ext uri="{FF2B5EF4-FFF2-40B4-BE49-F238E27FC236}">
                <a16:creationId xmlns:a16="http://schemas.microsoft.com/office/drawing/2014/main" id="{13CC98D4-C648-B8B0-DB39-E1F6484FDB0A}"/>
              </a:ext>
            </a:extLst>
          </p:cNvPr>
          <p:cNvSpPr>
            <a:spLocks noGrp="1"/>
          </p:cNvSpPr>
          <p:nvPr>
            <p:ph type="title"/>
          </p:nvPr>
        </p:nvSpPr>
        <p:spPr>
          <a:xfrm>
            <a:off x="479425" y="387560"/>
            <a:ext cx="8496300" cy="988803"/>
          </a:xfrm>
        </p:spPr>
        <p:txBody>
          <a:bodyPr/>
          <a:lstStyle/>
          <a:p>
            <a:r>
              <a:rPr lang="de-DE" dirty="0"/>
              <a:t>Inhalt</a:t>
            </a:r>
          </a:p>
        </p:txBody>
      </p:sp>
    </p:spTree>
    <p:extLst>
      <p:ext uri="{BB962C8B-B14F-4D97-AF65-F5344CB8AC3E}">
        <p14:creationId xmlns:p14="http://schemas.microsoft.com/office/powerpoint/2010/main" val="13121243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uppieren 11">
            <a:extLst>
              <a:ext uri="{FF2B5EF4-FFF2-40B4-BE49-F238E27FC236}">
                <a16:creationId xmlns:a16="http://schemas.microsoft.com/office/drawing/2014/main" id="{5A83C69B-EB9C-BED8-931C-7F75D2DCB5AA}"/>
              </a:ext>
            </a:extLst>
          </p:cNvPr>
          <p:cNvGrpSpPr/>
          <p:nvPr/>
        </p:nvGrpSpPr>
        <p:grpSpPr>
          <a:xfrm>
            <a:off x="8306974" y="1843926"/>
            <a:ext cx="3405601" cy="4106024"/>
            <a:chOff x="8306974" y="1843926"/>
            <a:chExt cx="3405601" cy="4106024"/>
          </a:xfrm>
        </p:grpSpPr>
        <p:sp>
          <p:nvSpPr>
            <p:cNvPr id="11" name="Textplatzhalter 31">
              <a:extLst>
                <a:ext uri="{FF2B5EF4-FFF2-40B4-BE49-F238E27FC236}">
                  <a16:creationId xmlns:a16="http://schemas.microsoft.com/office/drawing/2014/main" id="{38CFAA58-D261-FC6C-64F4-F7E230822867}"/>
                </a:ext>
              </a:extLst>
            </p:cNvPr>
            <p:cNvSpPr txBox="1">
              <a:spLocks/>
            </p:cNvSpPr>
            <p:nvPr/>
          </p:nvSpPr>
          <p:spPr>
            <a:xfrm>
              <a:off x="8306975" y="1843926"/>
              <a:ext cx="3405600" cy="479706"/>
            </a:xfrm>
            <a:prstGeom prst="round2SameRect">
              <a:avLst>
                <a:gd name="adj1" fmla="val 7958"/>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Mastertextformat bearbeiten</a:t>
              </a:r>
            </a:p>
          </p:txBody>
        </p:sp>
        <p:sp>
          <p:nvSpPr>
            <p:cNvPr id="13" name="Textplatzhalter 12">
              <a:extLst>
                <a:ext uri="{FF2B5EF4-FFF2-40B4-BE49-F238E27FC236}">
                  <a16:creationId xmlns:a16="http://schemas.microsoft.com/office/drawing/2014/main" id="{2A41BBA2-7320-1488-20CD-35E66073BABE}"/>
                </a:ext>
              </a:extLst>
            </p:cNvPr>
            <p:cNvSpPr txBox="1">
              <a:spLocks/>
            </p:cNvSpPr>
            <p:nvPr/>
          </p:nvSpPr>
          <p:spPr>
            <a:xfrm>
              <a:off x="8306974" y="2323632"/>
              <a:ext cx="3405600" cy="3626318"/>
            </a:xfrm>
            <a:prstGeom prst="round2SameRect">
              <a:avLst>
                <a:gd name="adj1" fmla="val 0"/>
                <a:gd name="adj2" fmla="val 1154"/>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a:t>
              </a:r>
            </a:p>
            <a:p>
              <a:pPr lvl="1"/>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1"/>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a:t>
              </a:r>
            </a:p>
          </p:txBody>
        </p:sp>
      </p:grpSp>
      <p:grpSp>
        <p:nvGrpSpPr>
          <p:cNvPr id="9" name="Gruppieren 8">
            <a:extLst>
              <a:ext uri="{FF2B5EF4-FFF2-40B4-BE49-F238E27FC236}">
                <a16:creationId xmlns:a16="http://schemas.microsoft.com/office/drawing/2014/main" id="{9FA2A466-FA8B-684E-B0D9-7E7764E7CFCF}"/>
              </a:ext>
            </a:extLst>
          </p:cNvPr>
          <p:cNvGrpSpPr/>
          <p:nvPr/>
        </p:nvGrpSpPr>
        <p:grpSpPr>
          <a:xfrm>
            <a:off x="4393199" y="1843926"/>
            <a:ext cx="3405601" cy="4106024"/>
            <a:chOff x="4308600" y="1843926"/>
            <a:chExt cx="3405601" cy="4106024"/>
          </a:xfrm>
        </p:grpSpPr>
        <p:sp>
          <p:nvSpPr>
            <p:cNvPr id="14" name="Textplatzhalter 31">
              <a:extLst>
                <a:ext uri="{FF2B5EF4-FFF2-40B4-BE49-F238E27FC236}">
                  <a16:creationId xmlns:a16="http://schemas.microsoft.com/office/drawing/2014/main" id="{31D6FA30-CA35-0DA4-388C-D0E210E0F54C}"/>
                </a:ext>
              </a:extLst>
            </p:cNvPr>
            <p:cNvSpPr txBox="1">
              <a:spLocks/>
            </p:cNvSpPr>
            <p:nvPr/>
          </p:nvSpPr>
          <p:spPr>
            <a:xfrm>
              <a:off x="4308601" y="1843926"/>
              <a:ext cx="3405600" cy="479706"/>
            </a:xfrm>
            <a:prstGeom prst="round2SameRect">
              <a:avLst>
                <a:gd name="adj1" fmla="val 7958"/>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Mastertextformat bearbeiten</a:t>
              </a:r>
            </a:p>
          </p:txBody>
        </p:sp>
        <p:sp>
          <p:nvSpPr>
            <p:cNvPr id="17" name="Textplatzhalter 12">
              <a:extLst>
                <a:ext uri="{FF2B5EF4-FFF2-40B4-BE49-F238E27FC236}">
                  <a16:creationId xmlns:a16="http://schemas.microsoft.com/office/drawing/2014/main" id="{A261E1EB-FA60-2176-6D4F-9D869673EA9F}"/>
                </a:ext>
              </a:extLst>
            </p:cNvPr>
            <p:cNvSpPr txBox="1">
              <a:spLocks/>
            </p:cNvSpPr>
            <p:nvPr/>
          </p:nvSpPr>
          <p:spPr>
            <a:xfrm>
              <a:off x="4308600" y="2323632"/>
              <a:ext cx="3405600" cy="3626318"/>
            </a:xfrm>
            <a:prstGeom prst="round2SameRect">
              <a:avLst>
                <a:gd name="adj1" fmla="val 0"/>
                <a:gd name="adj2" fmla="val 1154"/>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a:t>
              </a:r>
            </a:p>
            <a:p>
              <a:pPr lvl="1"/>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1"/>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a:t>
              </a:r>
            </a:p>
          </p:txBody>
        </p:sp>
      </p:grpSp>
      <p:sp>
        <p:nvSpPr>
          <p:cNvPr id="10" name="Titel 9">
            <a:extLst>
              <a:ext uri="{FF2B5EF4-FFF2-40B4-BE49-F238E27FC236}">
                <a16:creationId xmlns:a16="http://schemas.microsoft.com/office/drawing/2014/main" id="{18F2A03C-6393-C780-60AB-1C7BD2643925}"/>
              </a:ext>
            </a:extLst>
          </p:cNvPr>
          <p:cNvSpPr>
            <a:spLocks noGrp="1"/>
          </p:cNvSpPr>
          <p:nvPr>
            <p:ph type="title"/>
          </p:nvPr>
        </p:nvSpPr>
        <p:spPr/>
        <p:txBody>
          <a:bodyPr/>
          <a:lstStyle/>
          <a:p>
            <a:r>
              <a:rPr lang="de-DE" dirty="0"/>
              <a:t>Management Summary</a:t>
            </a:r>
          </a:p>
        </p:txBody>
      </p:sp>
      <p:grpSp>
        <p:nvGrpSpPr>
          <p:cNvPr id="8" name="Gruppieren 7">
            <a:extLst>
              <a:ext uri="{FF2B5EF4-FFF2-40B4-BE49-F238E27FC236}">
                <a16:creationId xmlns:a16="http://schemas.microsoft.com/office/drawing/2014/main" id="{3B3415C0-2C81-7C4F-7241-0153750211B1}"/>
              </a:ext>
            </a:extLst>
          </p:cNvPr>
          <p:cNvGrpSpPr/>
          <p:nvPr/>
        </p:nvGrpSpPr>
        <p:grpSpPr>
          <a:xfrm>
            <a:off x="479424" y="1843926"/>
            <a:ext cx="3405601" cy="4106024"/>
            <a:chOff x="479424" y="1843926"/>
            <a:chExt cx="3405601" cy="4106024"/>
          </a:xfrm>
        </p:grpSpPr>
        <p:sp>
          <p:nvSpPr>
            <p:cNvPr id="6" name="Textplatzhalter 31">
              <a:extLst>
                <a:ext uri="{FF2B5EF4-FFF2-40B4-BE49-F238E27FC236}">
                  <a16:creationId xmlns:a16="http://schemas.microsoft.com/office/drawing/2014/main" id="{67F84029-317E-02B0-0235-0EDD42657527}"/>
                </a:ext>
              </a:extLst>
            </p:cNvPr>
            <p:cNvSpPr txBox="1">
              <a:spLocks/>
            </p:cNvSpPr>
            <p:nvPr/>
          </p:nvSpPr>
          <p:spPr>
            <a:xfrm>
              <a:off x="479425" y="1843926"/>
              <a:ext cx="3405600" cy="479706"/>
            </a:xfrm>
            <a:prstGeom prst="round2SameRect">
              <a:avLst>
                <a:gd name="adj1" fmla="val 7958"/>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Mastertextformat bearbeiten</a:t>
              </a:r>
            </a:p>
          </p:txBody>
        </p:sp>
        <p:sp>
          <p:nvSpPr>
            <p:cNvPr id="19" name="Textplatzhalter 12">
              <a:extLst>
                <a:ext uri="{FF2B5EF4-FFF2-40B4-BE49-F238E27FC236}">
                  <a16:creationId xmlns:a16="http://schemas.microsoft.com/office/drawing/2014/main" id="{DC2CCEB7-EDA9-48BB-7B04-720E649CFB54}"/>
                </a:ext>
              </a:extLst>
            </p:cNvPr>
            <p:cNvSpPr txBox="1">
              <a:spLocks/>
            </p:cNvSpPr>
            <p:nvPr/>
          </p:nvSpPr>
          <p:spPr>
            <a:xfrm>
              <a:off x="479424" y="2323632"/>
              <a:ext cx="3405600" cy="3626318"/>
            </a:xfrm>
            <a:prstGeom prst="round2SameRect">
              <a:avLst>
                <a:gd name="adj1" fmla="val 0"/>
                <a:gd name="adj2" fmla="val 1154"/>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a:t>
              </a:r>
            </a:p>
            <a:p>
              <a:pPr lvl="1"/>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1"/>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a:t>
              </a:r>
            </a:p>
          </p:txBody>
        </p:sp>
      </p:grpSp>
      <p:sp>
        <p:nvSpPr>
          <p:cNvPr id="3" name="Fußzeilenplatzhalter 2">
            <a:extLst>
              <a:ext uri="{FF2B5EF4-FFF2-40B4-BE49-F238E27FC236}">
                <a16:creationId xmlns:a16="http://schemas.microsoft.com/office/drawing/2014/main" id="{1422924C-EA26-24A0-2BE0-8BEFD79C540B}"/>
              </a:ext>
            </a:extLst>
          </p:cNvPr>
          <p:cNvSpPr>
            <a:spLocks noGrp="1"/>
          </p:cNvSpPr>
          <p:nvPr>
            <p:ph type="ftr" sz="quarter" idx="11"/>
          </p:nvPr>
        </p:nvSpPr>
        <p:spPr/>
        <p:txBody>
          <a:bodyPr/>
          <a:lstStyle/>
          <a:p>
            <a:r>
              <a:rPr lang="de-DE"/>
              <a:t>Titel der Präsentation</a:t>
            </a:r>
          </a:p>
        </p:txBody>
      </p:sp>
      <p:sp>
        <p:nvSpPr>
          <p:cNvPr id="4" name="Foliennummernplatzhalter 3">
            <a:extLst>
              <a:ext uri="{FF2B5EF4-FFF2-40B4-BE49-F238E27FC236}">
                <a16:creationId xmlns:a16="http://schemas.microsoft.com/office/drawing/2014/main" id="{821723A3-826C-B2E6-5BA4-CFA3B850523A}"/>
              </a:ext>
            </a:extLst>
          </p:cNvPr>
          <p:cNvSpPr>
            <a:spLocks noGrp="1"/>
          </p:cNvSpPr>
          <p:nvPr>
            <p:ph type="sldNum" sz="quarter" idx="12"/>
          </p:nvPr>
        </p:nvSpPr>
        <p:spPr/>
        <p:txBody>
          <a:bodyPr/>
          <a:lstStyle/>
          <a:p>
            <a:fld id="{D188B27D-4802-6948-A101-6CF6A7142FF4}" type="slidenum">
              <a:rPr lang="de-DE" smtClean="0"/>
              <a:t>9</a:t>
            </a:fld>
            <a:endParaRPr lang="de-DE"/>
          </a:p>
        </p:txBody>
      </p:sp>
      <p:sp>
        <p:nvSpPr>
          <p:cNvPr id="5" name="Datumsplatzhalter 4">
            <a:extLst>
              <a:ext uri="{FF2B5EF4-FFF2-40B4-BE49-F238E27FC236}">
                <a16:creationId xmlns:a16="http://schemas.microsoft.com/office/drawing/2014/main" id="{D2AE9CF8-CD6C-F80E-CE4A-1943DEAAAF03}"/>
              </a:ext>
            </a:extLst>
          </p:cNvPr>
          <p:cNvSpPr>
            <a:spLocks noGrp="1"/>
          </p:cNvSpPr>
          <p:nvPr>
            <p:ph type="dt" sz="half" idx="10"/>
          </p:nvPr>
        </p:nvSpPr>
        <p:spPr/>
        <p:txBody>
          <a:bodyPr/>
          <a:lstStyle/>
          <a:p>
            <a:fld id="{CB06A00B-4B71-FA4B-996D-54B1042CEFCB}" type="datetime1">
              <a:rPr lang="de-DE"/>
              <a:t>22.06.2026</a:t>
            </a:fld>
            <a:endParaRPr lang="de-DE"/>
          </a:p>
        </p:txBody>
      </p:sp>
    </p:spTree>
    <p:extLst>
      <p:ext uri="{BB962C8B-B14F-4D97-AF65-F5344CB8AC3E}">
        <p14:creationId xmlns:p14="http://schemas.microsoft.com/office/powerpoint/2010/main" val="1650060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uppieren 7">
            <a:extLst>
              <a:ext uri="{FF2B5EF4-FFF2-40B4-BE49-F238E27FC236}">
                <a16:creationId xmlns:a16="http://schemas.microsoft.com/office/drawing/2014/main" id="{BCEE854A-55F9-632F-BFAE-DC1DEAD7BFBF}"/>
              </a:ext>
            </a:extLst>
          </p:cNvPr>
          <p:cNvGrpSpPr/>
          <p:nvPr/>
        </p:nvGrpSpPr>
        <p:grpSpPr>
          <a:xfrm>
            <a:off x="479425" y="1843926"/>
            <a:ext cx="3405600" cy="4109518"/>
            <a:chOff x="479425" y="1843926"/>
            <a:chExt cx="3574798" cy="4109518"/>
          </a:xfrm>
        </p:grpSpPr>
        <p:sp>
          <p:nvSpPr>
            <p:cNvPr id="6" name="Textplatzhalter 31">
              <a:extLst>
                <a:ext uri="{FF2B5EF4-FFF2-40B4-BE49-F238E27FC236}">
                  <a16:creationId xmlns:a16="http://schemas.microsoft.com/office/drawing/2014/main" id="{67F84029-317E-02B0-0235-0EDD42657527}"/>
                </a:ext>
              </a:extLst>
            </p:cNvPr>
            <p:cNvSpPr txBox="1">
              <a:spLocks/>
            </p:cNvSpPr>
            <p:nvPr/>
          </p:nvSpPr>
          <p:spPr>
            <a:xfrm>
              <a:off x="479425" y="1843926"/>
              <a:ext cx="3574798" cy="479706"/>
            </a:xfrm>
            <a:prstGeom prst="round2SameRect">
              <a:avLst>
                <a:gd name="adj1" fmla="val 7805"/>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solidFill>
                    <a:schemeClr val="bg1"/>
                  </a:solidFill>
                  <a:latin typeface="BarmeniaGothaer Offc Medium" panose="020B0603020204020204" pitchFamily="34" charset="0"/>
                </a:rPr>
                <a:t>Mastertextformat bearbeiten</a:t>
              </a:r>
            </a:p>
          </p:txBody>
        </p:sp>
        <p:sp>
          <p:nvSpPr>
            <p:cNvPr id="7" name="Inhaltsplatzhalter 5">
              <a:extLst>
                <a:ext uri="{FF2B5EF4-FFF2-40B4-BE49-F238E27FC236}">
                  <a16:creationId xmlns:a16="http://schemas.microsoft.com/office/drawing/2014/main" id="{1AF7DB81-AFD8-5B71-3766-6D355E7B7091}"/>
                </a:ext>
              </a:extLst>
            </p:cNvPr>
            <p:cNvSpPr txBox="1">
              <a:spLocks/>
            </p:cNvSpPr>
            <p:nvPr/>
          </p:nvSpPr>
          <p:spPr>
            <a:xfrm>
              <a:off x="479425" y="2323632"/>
              <a:ext cx="3574795" cy="3629812"/>
            </a:xfrm>
            <a:prstGeom prst="round2SameRect">
              <a:avLst>
                <a:gd name="adj1" fmla="val 0"/>
                <a:gd name="adj2" fmla="val 1277"/>
              </a:avLst>
            </a:prstGeom>
            <a:solidFill>
              <a:schemeClr val="accent4"/>
            </a:solidFill>
          </p:spPr>
          <p:txBody>
            <a:bodyPr lIns="251999" tIns="251999" rIns="251999" bIns="251999"/>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 sed </a:t>
              </a:r>
              <a:r>
                <a:rPr lang="de-DE" dirty="0" err="1">
                  <a:solidFill>
                    <a:schemeClr val="tx1"/>
                  </a:solidFill>
                  <a:latin typeface="BarmeniaGothaer Offc" panose="020B0503020204020204" pitchFamily="34" charset="0"/>
                </a:rPr>
                <a:t>diam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nonumy</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eirmod</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tempor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invidunt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ut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labore</a:t>
              </a:r>
              <a:r>
                <a:rPr lang="de-DE" dirty="0">
                  <a:solidFill>
                    <a:schemeClr val="tx1"/>
                  </a:solidFill>
                  <a:latin typeface="BarmeniaGothaer Offc" panose="020B0503020204020204" pitchFamily="34" charset="0"/>
                </a:rPr>
                <a:t>.</a:t>
              </a: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a:t>
              </a:r>
            </a:p>
          </p:txBody>
        </p:sp>
      </p:grpSp>
      <p:sp>
        <p:nvSpPr>
          <p:cNvPr id="10" name="Titel 9">
            <a:extLst>
              <a:ext uri="{FF2B5EF4-FFF2-40B4-BE49-F238E27FC236}">
                <a16:creationId xmlns:a16="http://schemas.microsoft.com/office/drawing/2014/main" id="{18F2A03C-6393-C780-60AB-1C7BD2643925}"/>
              </a:ext>
            </a:extLst>
          </p:cNvPr>
          <p:cNvSpPr>
            <a:spLocks noGrp="1"/>
          </p:cNvSpPr>
          <p:nvPr>
            <p:ph type="title"/>
          </p:nvPr>
        </p:nvSpPr>
        <p:spPr/>
        <p:txBody>
          <a:bodyPr/>
          <a:lstStyle/>
          <a:p>
            <a:r>
              <a:rPr lang="de-DE" dirty="0"/>
              <a:t>Management Summary. </a:t>
            </a:r>
          </a:p>
        </p:txBody>
      </p:sp>
      <p:sp>
        <p:nvSpPr>
          <p:cNvPr id="3" name="Fußzeilenplatzhalter 2">
            <a:extLst>
              <a:ext uri="{FF2B5EF4-FFF2-40B4-BE49-F238E27FC236}">
                <a16:creationId xmlns:a16="http://schemas.microsoft.com/office/drawing/2014/main" id="{1422924C-EA26-24A0-2BE0-8BEFD79C540B}"/>
              </a:ext>
            </a:extLst>
          </p:cNvPr>
          <p:cNvSpPr>
            <a:spLocks noGrp="1"/>
          </p:cNvSpPr>
          <p:nvPr>
            <p:ph type="ftr" sz="quarter" idx="11"/>
          </p:nvPr>
        </p:nvSpPr>
        <p:spPr/>
        <p:txBody>
          <a:bodyPr/>
          <a:lstStyle/>
          <a:p>
            <a:r>
              <a:rPr lang="de-DE"/>
              <a:t>Titel der Präsentation</a:t>
            </a:r>
          </a:p>
        </p:txBody>
      </p:sp>
      <p:sp>
        <p:nvSpPr>
          <p:cNvPr id="4" name="Foliennummernplatzhalter 3">
            <a:extLst>
              <a:ext uri="{FF2B5EF4-FFF2-40B4-BE49-F238E27FC236}">
                <a16:creationId xmlns:a16="http://schemas.microsoft.com/office/drawing/2014/main" id="{821723A3-826C-B2E6-5BA4-CFA3B850523A}"/>
              </a:ext>
            </a:extLst>
          </p:cNvPr>
          <p:cNvSpPr>
            <a:spLocks noGrp="1"/>
          </p:cNvSpPr>
          <p:nvPr>
            <p:ph type="sldNum" sz="quarter" idx="12"/>
          </p:nvPr>
        </p:nvSpPr>
        <p:spPr/>
        <p:txBody>
          <a:bodyPr/>
          <a:lstStyle/>
          <a:p>
            <a:fld id="{D188B27D-4802-6948-A101-6CF6A7142FF4}" type="slidenum">
              <a:rPr lang="de-DE" smtClean="0"/>
              <a:t>10</a:t>
            </a:fld>
            <a:endParaRPr lang="de-DE" dirty="0"/>
          </a:p>
        </p:txBody>
      </p:sp>
      <p:sp>
        <p:nvSpPr>
          <p:cNvPr id="5" name="Datumsplatzhalter 4">
            <a:extLst>
              <a:ext uri="{FF2B5EF4-FFF2-40B4-BE49-F238E27FC236}">
                <a16:creationId xmlns:a16="http://schemas.microsoft.com/office/drawing/2014/main" id="{6ABD5F2A-D059-A4C2-6DB7-F79ED718E3E6}"/>
              </a:ext>
            </a:extLst>
          </p:cNvPr>
          <p:cNvSpPr>
            <a:spLocks noGrp="1"/>
          </p:cNvSpPr>
          <p:nvPr>
            <p:ph type="dt" sz="half" idx="10"/>
          </p:nvPr>
        </p:nvSpPr>
        <p:spPr/>
        <p:txBody>
          <a:bodyPr/>
          <a:lstStyle/>
          <a:p>
            <a:fld id="{5156A40E-7150-AA46-A4A5-DAA8DAA5C67A}" type="datetime1">
              <a:rPr lang="de-DE"/>
              <a:t>22.06.2026</a:t>
            </a:fld>
            <a:endParaRPr lang="de-DE"/>
          </a:p>
        </p:txBody>
      </p:sp>
      <p:grpSp>
        <p:nvGrpSpPr>
          <p:cNvPr id="11" name="Gruppieren 10">
            <a:extLst>
              <a:ext uri="{FF2B5EF4-FFF2-40B4-BE49-F238E27FC236}">
                <a16:creationId xmlns:a16="http://schemas.microsoft.com/office/drawing/2014/main" id="{4B31A19B-B27E-01A2-9E59-3FEFF0463E73}"/>
              </a:ext>
            </a:extLst>
          </p:cNvPr>
          <p:cNvGrpSpPr/>
          <p:nvPr/>
        </p:nvGrpSpPr>
        <p:grpSpPr>
          <a:xfrm>
            <a:off x="8306975" y="1843926"/>
            <a:ext cx="3405600" cy="4109518"/>
            <a:chOff x="8140065" y="1843926"/>
            <a:chExt cx="3574798" cy="4109518"/>
          </a:xfrm>
        </p:grpSpPr>
        <p:sp>
          <p:nvSpPr>
            <p:cNvPr id="17" name="Textplatzhalter 31">
              <a:extLst>
                <a:ext uri="{FF2B5EF4-FFF2-40B4-BE49-F238E27FC236}">
                  <a16:creationId xmlns:a16="http://schemas.microsoft.com/office/drawing/2014/main" id="{E3798567-1C2F-0E4D-9318-701AAC4521B9}"/>
                </a:ext>
              </a:extLst>
            </p:cNvPr>
            <p:cNvSpPr txBox="1">
              <a:spLocks/>
            </p:cNvSpPr>
            <p:nvPr/>
          </p:nvSpPr>
          <p:spPr>
            <a:xfrm>
              <a:off x="8140065" y="1843926"/>
              <a:ext cx="3574798" cy="479706"/>
            </a:xfrm>
            <a:prstGeom prst="round2SameRect">
              <a:avLst>
                <a:gd name="adj1" fmla="val 7805"/>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solidFill>
                    <a:schemeClr val="bg1"/>
                  </a:solidFill>
                  <a:latin typeface="BarmeniaGothaer Offc Medium" panose="020B0603020204020204" pitchFamily="34" charset="0"/>
                </a:rPr>
                <a:t>Mastertextformat bearbeiten</a:t>
              </a:r>
            </a:p>
          </p:txBody>
        </p:sp>
        <p:sp>
          <p:nvSpPr>
            <p:cNvPr id="18" name="Inhaltsplatzhalter 5">
              <a:extLst>
                <a:ext uri="{FF2B5EF4-FFF2-40B4-BE49-F238E27FC236}">
                  <a16:creationId xmlns:a16="http://schemas.microsoft.com/office/drawing/2014/main" id="{AFB0D11B-5450-5095-8DA4-92CFADB60834}"/>
                </a:ext>
              </a:extLst>
            </p:cNvPr>
            <p:cNvSpPr txBox="1">
              <a:spLocks/>
            </p:cNvSpPr>
            <p:nvPr/>
          </p:nvSpPr>
          <p:spPr>
            <a:xfrm>
              <a:off x="8140065" y="2323632"/>
              <a:ext cx="3574795" cy="3629812"/>
            </a:xfrm>
            <a:prstGeom prst="round2SameRect">
              <a:avLst>
                <a:gd name="adj1" fmla="val 0"/>
                <a:gd name="adj2" fmla="val 1277"/>
              </a:avLst>
            </a:prstGeom>
            <a:solidFill>
              <a:schemeClr val="accent4"/>
            </a:solidFill>
          </p:spPr>
          <p:txBody>
            <a:bodyPr lIns="251999" tIns="251999" rIns="251999" bIns="251999"/>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 sed </a:t>
              </a:r>
              <a:r>
                <a:rPr lang="de-DE" dirty="0" err="1">
                  <a:solidFill>
                    <a:schemeClr val="tx1"/>
                  </a:solidFill>
                  <a:latin typeface="BarmeniaGothaer Offc" panose="020B0503020204020204" pitchFamily="34" charset="0"/>
                </a:rPr>
                <a:t>diam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nonumy</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eirmod</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tempor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invidunt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ut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labore</a:t>
              </a:r>
              <a:r>
                <a:rPr lang="de-DE" dirty="0">
                  <a:solidFill>
                    <a:schemeClr val="tx1"/>
                  </a:solidFill>
                  <a:latin typeface="BarmeniaGothaer Offc" panose="020B0503020204020204" pitchFamily="34" charset="0"/>
                </a:rPr>
                <a:t>.</a:t>
              </a: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a:t>
              </a:r>
            </a:p>
          </p:txBody>
        </p:sp>
      </p:grpSp>
      <p:grpSp>
        <p:nvGrpSpPr>
          <p:cNvPr id="9" name="Gruppieren 8">
            <a:extLst>
              <a:ext uri="{FF2B5EF4-FFF2-40B4-BE49-F238E27FC236}">
                <a16:creationId xmlns:a16="http://schemas.microsoft.com/office/drawing/2014/main" id="{E6FAAAEF-3B40-31A9-4509-B2CCDF577A87}"/>
              </a:ext>
            </a:extLst>
          </p:cNvPr>
          <p:cNvGrpSpPr/>
          <p:nvPr/>
        </p:nvGrpSpPr>
        <p:grpSpPr>
          <a:xfrm>
            <a:off x="4393200" y="1843926"/>
            <a:ext cx="3405600" cy="4109518"/>
            <a:chOff x="4309745" y="1843926"/>
            <a:chExt cx="3574798" cy="4109518"/>
          </a:xfrm>
        </p:grpSpPr>
        <p:sp>
          <p:nvSpPr>
            <p:cNvPr id="19" name="Textplatzhalter 31">
              <a:extLst>
                <a:ext uri="{FF2B5EF4-FFF2-40B4-BE49-F238E27FC236}">
                  <a16:creationId xmlns:a16="http://schemas.microsoft.com/office/drawing/2014/main" id="{BA79A566-F103-5BD4-A03F-12935DC9A8DA}"/>
                </a:ext>
              </a:extLst>
            </p:cNvPr>
            <p:cNvSpPr txBox="1">
              <a:spLocks/>
            </p:cNvSpPr>
            <p:nvPr/>
          </p:nvSpPr>
          <p:spPr>
            <a:xfrm>
              <a:off x="4309745" y="1843926"/>
              <a:ext cx="3574798" cy="479706"/>
            </a:xfrm>
            <a:prstGeom prst="round2SameRect">
              <a:avLst>
                <a:gd name="adj1" fmla="val 7805"/>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solidFill>
                    <a:schemeClr val="bg1"/>
                  </a:solidFill>
                  <a:latin typeface="BarmeniaGothaer Offc Medium" panose="020B0603020204020204" pitchFamily="34" charset="0"/>
                </a:rPr>
                <a:t>Mastertextformat bearbeiten</a:t>
              </a:r>
            </a:p>
          </p:txBody>
        </p:sp>
        <p:sp>
          <p:nvSpPr>
            <p:cNvPr id="20" name="Inhaltsplatzhalter 5">
              <a:extLst>
                <a:ext uri="{FF2B5EF4-FFF2-40B4-BE49-F238E27FC236}">
                  <a16:creationId xmlns:a16="http://schemas.microsoft.com/office/drawing/2014/main" id="{106396FB-74B6-52A0-F4D3-866B0A712178}"/>
                </a:ext>
              </a:extLst>
            </p:cNvPr>
            <p:cNvSpPr txBox="1">
              <a:spLocks/>
            </p:cNvSpPr>
            <p:nvPr/>
          </p:nvSpPr>
          <p:spPr>
            <a:xfrm>
              <a:off x="4309745" y="2323632"/>
              <a:ext cx="3574795" cy="3629812"/>
            </a:xfrm>
            <a:prstGeom prst="round2SameRect">
              <a:avLst>
                <a:gd name="adj1" fmla="val 0"/>
                <a:gd name="adj2" fmla="val 1277"/>
              </a:avLst>
            </a:prstGeom>
            <a:solidFill>
              <a:schemeClr val="accent4"/>
            </a:solidFill>
          </p:spPr>
          <p:txBody>
            <a:bodyPr lIns="251999" tIns="251999" rIns="251999" bIns="251999"/>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 sed </a:t>
              </a:r>
              <a:r>
                <a:rPr lang="de-DE" dirty="0" err="1">
                  <a:solidFill>
                    <a:schemeClr val="tx1"/>
                  </a:solidFill>
                  <a:latin typeface="BarmeniaGothaer Offc" panose="020B0503020204020204" pitchFamily="34" charset="0"/>
                </a:rPr>
                <a:t>diam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nonumy</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eirmod</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tempor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invidunt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ut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labore</a:t>
              </a:r>
              <a:r>
                <a:rPr lang="de-DE" dirty="0">
                  <a:solidFill>
                    <a:schemeClr val="tx1"/>
                  </a:solidFill>
                  <a:latin typeface="BarmeniaGothaer Offc" panose="020B0503020204020204" pitchFamily="34" charset="0"/>
                </a:rPr>
                <a:t>.</a:t>
              </a: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a:t>
              </a:r>
            </a:p>
          </p:txBody>
        </p:sp>
      </p:grpSp>
    </p:spTree>
    <p:extLst>
      <p:ext uri="{BB962C8B-B14F-4D97-AF65-F5344CB8AC3E}">
        <p14:creationId xmlns:p14="http://schemas.microsoft.com/office/powerpoint/2010/main" val="34708045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uppieren 5">
            <a:extLst>
              <a:ext uri="{FF2B5EF4-FFF2-40B4-BE49-F238E27FC236}">
                <a16:creationId xmlns:a16="http://schemas.microsoft.com/office/drawing/2014/main" id="{DB7ACD57-ABF9-5B4B-6981-CBD8C22BDF5C}"/>
              </a:ext>
            </a:extLst>
          </p:cNvPr>
          <p:cNvGrpSpPr/>
          <p:nvPr/>
        </p:nvGrpSpPr>
        <p:grpSpPr>
          <a:xfrm>
            <a:off x="479425" y="1843926"/>
            <a:ext cx="3405600" cy="4109518"/>
            <a:chOff x="479425" y="1843926"/>
            <a:chExt cx="3574798" cy="4109518"/>
          </a:xfrm>
        </p:grpSpPr>
        <p:sp>
          <p:nvSpPr>
            <p:cNvPr id="7" name="Textplatzhalter 31">
              <a:extLst>
                <a:ext uri="{FF2B5EF4-FFF2-40B4-BE49-F238E27FC236}">
                  <a16:creationId xmlns:a16="http://schemas.microsoft.com/office/drawing/2014/main" id="{197B3D52-7A8F-5A96-E33C-A5B431010720}"/>
                </a:ext>
              </a:extLst>
            </p:cNvPr>
            <p:cNvSpPr txBox="1">
              <a:spLocks/>
            </p:cNvSpPr>
            <p:nvPr/>
          </p:nvSpPr>
          <p:spPr>
            <a:xfrm>
              <a:off x="479425" y="1843926"/>
              <a:ext cx="3574798" cy="479706"/>
            </a:xfrm>
            <a:prstGeom prst="round2SameRect">
              <a:avLst>
                <a:gd name="adj1" fmla="val 7805"/>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Mastertextformat bearbeiten</a:t>
              </a:r>
            </a:p>
          </p:txBody>
        </p:sp>
        <p:sp>
          <p:nvSpPr>
            <p:cNvPr id="15" name="Inhaltsplatzhalter 5">
              <a:extLst>
                <a:ext uri="{FF2B5EF4-FFF2-40B4-BE49-F238E27FC236}">
                  <a16:creationId xmlns:a16="http://schemas.microsoft.com/office/drawing/2014/main" id="{A15367F9-CB3D-16DB-DB52-B2D45503FD83}"/>
                </a:ext>
              </a:extLst>
            </p:cNvPr>
            <p:cNvSpPr txBox="1">
              <a:spLocks/>
            </p:cNvSpPr>
            <p:nvPr/>
          </p:nvSpPr>
          <p:spPr>
            <a:xfrm>
              <a:off x="479425" y="2323632"/>
              <a:ext cx="3574795" cy="3629812"/>
            </a:xfrm>
            <a:prstGeom prst="round2SameRect">
              <a:avLst>
                <a:gd name="adj1" fmla="val 0"/>
                <a:gd name="adj2" fmla="val 1366"/>
              </a:avLst>
            </a:prstGeom>
            <a:solidFill>
              <a:schemeClr val="bg1"/>
            </a:solidFill>
          </p:spPr>
          <p:txBody>
            <a:bodyPr lIns="251999" tIns="251999" rIns="251999" bIns="251999"/>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 sed </a:t>
              </a:r>
              <a:r>
                <a:rPr lang="de-DE" dirty="0" err="1">
                  <a:solidFill>
                    <a:schemeClr val="tx1"/>
                  </a:solidFill>
                  <a:latin typeface="BarmeniaGothaer Offc" panose="020B0503020204020204" pitchFamily="34" charset="0"/>
                </a:rPr>
                <a:t>diam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nonumy</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eirmod</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tempor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invidunt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ut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labore</a:t>
              </a:r>
              <a:r>
                <a:rPr lang="de-DE" dirty="0">
                  <a:solidFill>
                    <a:schemeClr val="tx1"/>
                  </a:solidFill>
                  <a:latin typeface="BarmeniaGothaer Offc" panose="020B0503020204020204" pitchFamily="34" charset="0"/>
                </a:rPr>
                <a:t>.</a:t>
              </a: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 sed </a:t>
              </a:r>
              <a:r>
                <a:rPr lang="de-DE" dirty="0" err="1">
                  <a:solidFill>
                    <a:schemeClr val="tx1"/>
                  </a:solidFill>
                  <a:latin typeface="BarmeniaGothaer Offc" panose="020B0503020204020204" pitchFamily="34" charset="0"/>
                </a:rPr>
                <a:t>diam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nonumy</a:t>
              </a:r>
              <a:r>
                <a:rPr lang="de-DE" dirty="0">
                  <a:solidFill>
                    <a:schemeClr val="tx1"/>
                  </a:solidFill>
                  <a:latin typeface="BarmeniaGothaer Offc" panose="020B0503020204020204" pitchFamily="34" charset="0"/>
                </a:rPr>
                <a:t>.</a:t>
              </a:r>
            </a:p>
          </p:txBody>
        </p:sp>
      </p:grpSp>
      <p:sp>
        <p:nvSpPr>
          <p:cNvPr id="10" name="Titel 9">
            <a:extLst>
              <a:ext uri="{FF2B5EF4-FFF2-40B4-BE49-F238E27FC236}">
                <a16:creationId xmlns:a16="http://schemas.microsoft.com/office/drawing/2014/main" id="{18F2A03C-6393-C780-60AB-1C7BD2643925}"/>
              </a:ext>
            </a:extLst>
          </p:cNvPr>
          <p:cNvSpPr>
            <a:spLocks noGrp="1"/>
          </p:cNvSpPr>
          <p:nvPr>
            <p:ph type="title"/>
          </p:nvPr>
        </p:nvSpPr>
        <p:spPr>
          <a:xfrm>
            <a:off x="479425" y="387560"/>
            <a:ext cx="8496300" cy="988803"/>
          </a:xfrm>
        </p:spPr>
        <p:txBody>
          <a:bodyPr/>
          <a:lstStyle/>
          <a:p>
            <a:r>
              <a:rPr lang="de-DE"/>
              <a:t>Management Summary</a:t>
            </a:r>
            <a:endParaRPr lang="de-DE" dirty="0"/>
          </a:p>
        </p:txBody>
      </p:sp>
      <p:sp>
        <p:nvSpPr>
          <p:cNvPr id="5" name="Datumsplatzhalter 4">
            <a:extLst>
              <a:ext uri="{FF2B5EF4-FFF2-40B4-BE49-F238E27FC236}">
                <a16:creationId xmlns:a16="http://schemas.microsoft.com/office/drawing/2014/main" id="{C9BF3A1D-5B07-DC39-0973-873D8AA704E8}"/>
              </a:ext>
            </a:extLst>
          </p:cNvPr>
          <p:cNvSpPr>
            <a:spLocks noGrp="1"/>
          </p:cNvSpPr>
          <p:nvPr>
            <p:ph type="dt" sz="half" idx="10"/>
          </p:nvPr>
        </p:nvSpPr>
        <p:spPr>
          <a:xfrm>
            <a:off x="3334722" y="6521213"/>
            <a:ext cx="1068585" cy="106468"/>
          </a:xfrm>
        </p:spPr>
        <p:txBody>
          <a:bodyPr/>
          <a:lstStyle/>
          <a:p>
            <a:fld id="{1558D8ED-1857-2C43-9861-232BF5AD34AA}" type="datetime1">
              <a:rPr lang="de-DE" smtClean="0"/>
              <a:pPr/>
              <a:t>22.06.2026</a:t>
            </a:fld>
            <a:endParaRPr lang="de-DE"/>
          </a:p>
        </p:txBody>
      </p:sp>
      <p:sp>
        <p:nvSpPr>
          <p:cNvPr id="3" name="Fußzeilenplatzhalter 2">
            <a:extLst>
              <a:ext uri="{FF2B5EF4-FFF2-40B4-BE49-F238E27FC236}">
                <a16:creationId xmlns:a16="http://schemas.microsoft.com/office/drawing/2014/main" id="{1422924C-EA26-24A0-2BE0-8BEFD79C540B}"/>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4" name="Foliennummernplatzhalter 3">
            <a:extLst>
              <a:ext uri="{FF2B5EF4-FFF2-40B4-BE49-F238E27FC236}">
                <a16:creationId xmlns:a16="http://schemas.microsoft.com/office/drawing/2014/main" id="{821723A3-826C-B2E6-5BA4-CFA3B850523A}"/>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11</a:t>
            </a:fld>
            <a:endParaRPr lang="de-DE"/>
          </a:p>
        </p:txBody>
      </p:sp>
      <p:grpSp>
        <p:nvGrpSpPr>
          <p:cNvPr id="13" name="Gruppieren 12">
            <a:extLst>
              <a:ext uri="{FF2B5EF4-FFF2-40B4-BE49-F238E27FC236}">
                <a16:creationId xmlns:a16="http://schemas.microsoft.com/office/drawing/2014/main" id="{A554FC00-F797-7E48-5299-334D2BB77237}"/>
              </a:ext>
            </a:extLst>
          </p:cNvPr>
          <p:cNvGrpSpPr/>
          <p:nvPr/>
        </p:nvGrpSpPr>
        <p:grpSpPr>
          <a:xfrm>
            <a:off x="8306975" y="1843926"/>
            <a:ext cx="3405600" cy="4109518"/>
            <a:chOff x="8135496" y="1843926"/>
            <a:chExt cx="3574798" cy="4109518"/>
          </a:xfrm>
        </p:grpSpPr>
        <p:sp>
          <p:nvSpPr>
            <p:cNvPr id="9" name="Textplatzhalter 31">
              <a:extLst>
                <a:ext uri="{FF2B5EF4-FFF2-40B4-BE49-F238E27FC236}">
                  <a16:creationId xmlns:a16="http://schemas.microsoft.com/office/drawing/2014/main" id="{3B83B2B0-A532-11E8-055C-9B7370B3CE0D}"/>
                </a:ext>
              </a:extLst>
            </p:cNvPr>
            <p:cNvSpPr txBox="1">
              <a:spLocks/>
            </p:cNvSpPr>
            <p:nvPr/>
          </p:nvSpPr>
          <p:spPr>
            <a:xfrm>
              <a:off x="8135496" y="1843926"/>
              <a:ext cx="3574798" cy="479706"/>
            </a:xfrm>
            <a:prstGeom prst="round2SameRect">
              <a:avLst>
                <a:gd name="adj1" fmla="val 7805"/>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Mastertextformat bearbeiten</a:t>
              </a:r>
            </a:p>
          </p:txBody>
        </p:sp>
        <p:sp>
          <p:nvSpPr>
            <p:cNvPr id="11" name="Inhaltsplatzhalter 5">
              <a:extLst>
                <a:ext uri="{FF2B5EF4-FFF2-40B4-BE49-F238E27FC236}">
                  <a16:creationId xmlns:a16="http://schemas.microsoft.com/office/drawing/2014/main" id="{12858588-F255-BC45-D7BE-BFD123906947}"/>
                </a:ext>
              </a:extLst>
            </p:cNvPr>
            <p:cNvSpPr txBox="1">
              <a:spLocks/>
            </p:cNvSpPr>
            <p:nvPr/>
          </p:nvSpPr>
          <p:spPr>
            <a:xfrm>
              <a:off x="8135496" y="2323632"/>
              <a:ext cx="3574795" cy="3629812"/>
            </a:xfrm>
            <a:prstGeom prst="round2SameRect">
              <a:avLst>
                <a:gd name="adj1" fmla="val 0"/>
                <a:gd name="adj2" fmla="val 1366"/>
              </a:avLst>
            </a:prstGeom>
            <a:solidFill>
              <a:schemeClr val="bg1"/>
            </a:solidFill>
          </p:spPr>
          <p:txBody>
            <a:bodyPr lIns="251999" tIns="251999" rIns="251999" bIns="251999"/>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 sed </a:t>
              </a:r>
              <a:r>
                <a:rPr lang="de-DE" dirty="0" err="1">
                  <a:solidFill>
                    <a:schemeClr val="tx1"/>
                  </a:solidFill>
                  <a:latin typeface="BarmeniaGothaer Offc" panose="020B0503020204020204" pitchFamily="34" charset="0"/>
                </a:rPr>
                <a:t>diam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nonumy</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eirmod</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tempor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invidunt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ut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labore</a:t>
              </a:r>
              <a:r>
                <a:rPr lang="de-DE" dirty="0">
                  <a:solidFill>
                    <a:schemeClr val="tx1"/>
                  </a:solidFill>
                  <a:latin typeface="BarmeniaGothaer Offc" panose="020B0503020204020204" pitchFamily="34" charset="0"/>
                </a:rPr>
                <a:t>.</a:t>
              </a: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 sed </a:t>
              </a:r>
              <a:r>
                <a:rPr lang="de-DE" dirty="0" err="1">
                  <a:solidFill>
                    <a:schemeClr val="tx1"/>
                  </a:solidFill>
                  <a:latin typeface="BarmeniaGothaer Offc" panose="020B0503020204020204" pitchFamily="34" charset="0"/>
                </a:rPr>
                <a:t>diam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nonumy</a:t>
              </a:r>
              <a:r>
                <a:rPr lang="de-DE" dirty="0">
                  <a:solidFill>
                    <a:schemeClr val="tx1"/>
                  </a:solidFill>
                  <a:latin typeface="BarmeniaGothaer Offc" panose="020B0503020204020204" pitchFamily="34" charset="0"/>
                </a:rPr>
                <a:t>.</a:t>
              </a:r>
            </a:p>
          </p:txBody>
        </p:sp>
      </p:grpSp>
      <p:grpSp>
        <p:nvGrpSpPr>
          <p:cNvPr id="8" name="Gruppieren 7">
            <a:extLst>
              <a:ext uri="{FF2B5EF4-FFF2-40B4-BE49-F238E27FC236}">
                <a16:creationId xmlns:a16="http://schemas.microsoft.com/office/drawing/2014/main" id="{63FECB54-C6B8-48A1-2C3A-1C58A13865EA}"/>
              </a:ext>
            </a:extLst>
          </p:cNvPr>
          <p:cNvGrpSpPr/>
          <p:nvPr/>
        </p:nvGrpSpPr>
        <p:grpSpPr>
          <a:xfrm>
            <a:off x="4393200" y="1843926"/>
            <a:ext cx="3405600" cy="4109518"/>
            <a:chOff x="4310166" y="1843926"/>
            <a:chExt cx="3574798" cy="4109518"/>
          </a:xfrm>
        </p:grpSpPr>
        <p:sp>
          <p:nvSpPr>
            <p:cNvPr id="12" name="Textplatzhalter 31">
              <a:extLst>
                <a:ext uri="{FF2B5EF4-FFF2-40B4-BE49-F238E27FC236}">
                  <a16:creationId xmlns:a16="http://schemas.microsoft.com/office/drawing/2014/main" id="{0FC3D425-F09B-EEB9-D7FB-E2E469D7A3D9}"/>
                </a:ext>
              </a:extLst>
            </p:cNvPr>
            <p:cNvSpPr txBox="1">
              <a:spLocks/>
            </p:cNvSpPr>
            <p:nvPr/>
          </p:nvSpPr>
          <p:spPr>
            <a:xfrm>
              <a:off x="4310166" y="1843926"/>
              <a:ext cx="3574798" cy="479706"/>
            </a:xfrm>
            <a:prstGeom prst="round2SameRect">
              <a:avLst>
                <a:gd name="adj1" fmla="val 7805"/>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Mastertextformat bearbeiten</a:t>
              </a:r>
            </a:p>
          </p:txBody>
        </p:sp>
        <p:sp>
          <p:nvSpPr>
            <p:cNvPr id="18" name="Inhaltsplatzhalter 5">
              <a:extLst>
                <a:ext uri="{FF2B5EF4-FFF2-40B4-BE49-F238E27FC236}">
                  <a16:creationId xmlns:a16="http://schemas.microsoft.com/office/drawing/2014/main" id="{ACA4D4B8-A486-962B-C538-EA532401CE27}"/>
                </a:ext>
              </a:extLst>
            </p:cNvPr>
            <p:cNvSpPr txBox="1">
              <a:spLocks/>
            </p:cNvSpPr>
            <p:nvPr/>
          </p:nvSpPr>
          <p:spPr>
            <a:xfrm>
              <a:off x="4310166" y="2323632"/>
              <a:ext cx="3574795" cy="3629812"/>
            </a:xfrm>
            <a:prstGeom prst="round2SameRect">
              <a:avLst>
                <a:gd name="adj1" fmla="val 0"/>
                <a:gd name="adj2" fmla="val 1366"/>
              </a:avLst>
            </a:prstGeom>
            <a:solidFill>
              <a:schemeClr val="bg1"/>
            </a:solidFill>
          </p:spPr>
          <p:txBody>
            <a:bodyPr lIns="251999" tIns="251999" rIns="251999" bIns="251999"/>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 sed </a:t>
              </a:r>
              <a:r>
                <a:rPr lang="de-DE" dirty="0" err="1">
                  <a:solidFill>
                    <a:schemeClr val="tx1"/>
                  </a:solidFill>
                  <a:latin typeface="BarmeniaGothaer Offc" panose="020B0503020204020204" pitchFamily="34" charset="0"/>
                </a:rPr>
                <a:t>diam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nonumy</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eirmod</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tempor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invidunt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ut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labore</a:t>
              </a:r>
              <a:r>
                <a:rPr lang="de-DE" dirty="0">
                  <a:solidFill>
                    <a:schemeClr val="tx1"/>
                  </a:solidFill>
                  <a:latin typeface="BarmeniaGothaer Offc" panose="020B0503020204020204" pitchFamily="34" charset="0"/>
                </a:rPr>
                <a:t>.</a:t>
              </a: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3"/>
              <a:r>
                <a:rPr lang="de-DE" dirty="0" err="1">
                  <a:solidFill>
                    <a:schemeClr val="tx1"/>
                  </a:solidFill>
                  <a:latin typeface="BarmeniaGothaer Offc Medium" panose="020B0603020204020204" pitchFamily="34" charset="0"/>
                </a:rPr>
                <a:t>Lorem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ipsum</a:t>
              </a:r>
              <a:r>
                <a:rPr lang="de-DE" dirty="0">
                  <a:solidFill>
                    <a:schemeClr val="tx1"/>
                  </a:solidFill>
                  <a:latin typeface="BarmeniaGothaer Offc Medium" panose="020B0603020204020204" pitchFamily="34" charset="0"/>
                </a:rPr>
                <a:t> </a:t>
              </a:r>
              <a:r>
                <a:rPr lang="de-DE" dirty="0" err="1">
                  <a:solidFill>
                    <a:schemeClr val="tx1"/>
                  </a:solidFill>
                  <a:latin typeface="BarmeniaGothaer Offc Medium" panose="020B0603020204020204" pitchFamily="34" charset="0"/>
                </a:rPr>
                <a:t>dolor</a:t>
              </a:r>
              <a:endParaRPr lang="de-DE" dirty="0">
                <a:solidFill>
                  <a:schemeClr val="tx1"/>
                </a:solidFill>
                <a:latin typeface="BarmeniaGothaer Offc Medium" panose="020B0603020204020204" pitchFamily="34" charset="0"/>
              </a:endParaRPr>
            </a:p>
            <a:p>
              <a:pPr lvl="1"/>
              <a:r>
                <a:rPr lang="de-DE" dirty="0" err="1">
                  <a:solidFill>
                    <a:schemeClr val="tx1"/>
                  </a:solidFill>
                  <a:latin typeface="BarmeniaGothaer Offc" panose="020B0503020204020204" pitchFamily="34" charset="0"/>
                </a:rPr>
                <a:t>Lorem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ipsum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dolor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sit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amet</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consetetur</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sadipscing</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elitr</a:t>
              </a:r>
              <a:r>
                <a:rPr lang="de-DE" dirty="0">
                  <a:solidFill>
                    <a:schemeClr val="tx1"/>
                  </a:solidFill>
                  <a:latin typeface="BarmeniaGothaer Offc" panose="020B0503020204020204" pitchFamily="34" charset="0"/>
                </a:rPr>
                <a:t>, sed </a:t>
              </a:r>
              <a:r>
                <a:rPr lang="de-DE" dirty="0" err="1">
                  <a:solidFill>
                    <a:schemeClr val="tx1"/>
                  </a:solidFill>
                  <a:latin typeface="BarmeniaGothaer Offc" panose="020B0503020204020204" pitchFamily="34" charset="0"/>
                </a:rPr>
                <a:t>diam</a:t>
              </a:r>
              <a:r>
                <a:rPr lang="de-DE" dirty="0">
                  <a:solidFill>
                    <a:schemeClr val="tx1"/>
                  </a:solidFill>
                  <a:latin typeface="BarmeniaGothaer Offc" panose="020B0503020204020204" pitchFamily="34" charset="0"/>
                </a:rPr>
                <a:t> </a:t>
              </a:r>
              <a:r>
                <a:rPr lang="de-DE" dirty="0" err="1">
                  <a:solidFill>
                    <a:schemeClr val="tx1"/>
                  </a:solidFill>
                  <a:latin typeface="BarmeniaGothaer Offc" panose="020B0503020204020204" pitchFamily="34" charset="0"/>
                </a:rPr>
                <a:t>nonumy</a:t>
              </a:r>
              <a:r>
                <a:rPr lang="de-DE" dirty="0">
                  <a:solidFill>
                    <a:schemeClr val="tx1"/>
                  </a:solidFill>
                  <a:latin typeface="BarmeniaGothaer Offc" panose="020B0503020204020204" pitchFamily="34" charset="0"/>
                </a:rPr>
                <a:t>.</a:t>
              </a:r>
            </a:p>
          </p:txBody>
        </p:sp>
      </p:grpSp>
    </p:spTree>
    <p:extLst>
      <p:ext uri="{BB962C8B-B14F-4D97-AF65-F5344CB8AC3E}">
        <p14:creationId xmlns:p14="http://schemas.microsoft.com/office/powerpoint/2010/main" val="2291162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platzhalter 4">
            <a:extLst>
              <a:ext uri="{FF2B5EF4-FFF2-40B4-BE49-F238E27FC236}">
                <a16:creationId xmlns:a16="http://schemas.microsoft.com/office/drawing/2014/main" id="{A0F12808-5609-B40E-EE53-C02FD37144E5}"/>
              </a:ext>
            </a:extLst>
          </p:cNvPr>
          <p:cNvSpPr>
            <a:spLocks noGrp="1"/>
          </p:cNvSpPr>
          <p:nvPr>
            <p:ph type="body" sz="quarter" idx="14"/>
          </p:nvPr>
        </p:nvSpPr>
        <p:spPr>
          <a:xfrm>
            <a:off x="1224361" y="3064585"/>
            <a:ext cx="1738312" cy="1329595"/>
          </a:xfrm>
        </p:spPr>
        <p:txBody>
          <a:bodyPr/>
          <a:lstStyle/>
          <a:p>
            <a:r>
              <a:rPr lang="de-DE" dirty="0"/>
              <a:t>01</a:t>
            </a:r>
          </a:p>
        </p:txBody>
      </p:sp>
      <p:sp>
        <p:nvSpPr>
          <p:cNvPr id="3" name="Titel 2">
            <a:extLst>
              <a:ext uri="{FF2B5EF4-FFF2-40B4-BE49-F238E27FC236}">
                <a16:creationId xmlns:a16="http://schemas.microsoft.com/office/drawing/2014/main" id="{2BA0331B-C84A-1FE5-6919-CDCC4E40A18C}"/>
              </a:ext>
            </a:extLst>
          </p:cNvPr>
          <p:cNvSpPr>
            <a:spLocks noGrp="1"/>
          </p:cNvSpPr>
          <p:nvPr>
            <p:ph type="title"/>
          </p:nvPr>
        </p:nvSpPr>
        <p:spPr>
          <a:xfrm>
            <a:off x="3289002" y="1462223"/>
            <a:ext cx="8423573" cy="2852737"/>
          </a:xfrm>
        </p:spPr>
        <p:txBody>
          <a:bodyPr/>
          <a:lstStyle/>
          <a:p>
            <a:br>
              <a:rPr lang="de-DE" dirty="0"/>
            </a:br>
            <a:r>
              <a:rPr lang="de-DE" dirty="0"/>
              <a:t>Kapitelname</a:t>
            </a:r>
          </a:p>
        </p:txBody>
      </p:sp>
      <p:sp>
        <p:nvSpPr>
          <p:cNvPr id="4" name="Textplatzhalter 3">
            <a:extLst>
              <a:ext uri="{FF2B5EF4-FFF2-40B4-BE49-F238E27FC236}">
                <a16:creationId xmlns:a16="http://schemas.microsoft.com/office/drawing/2014/main" id="{1D713780-E7A6-341A-64CF-0FA9C9A35CF5}"/>
              </a:ext>
            </a:extLst>
          </p:cNvPr>
          <p:cNvSpPr>
            <a:spLocks noGrp="1"/>
          </p:cNvSpPr>
          <p:nvPr>
            <p:ph type="body" idx="1"/>
          </p:nvPr>
        </p:nvSpPr>
        <p:spPr>
          <a:xfrm>
            <a:off x="3289003" y="4514335"/>
            <a:ext cx="5615286" cy="1435615"/>
          </a:xfrm>
        </p:spPr>
        <p:txBody>
          <a:bodyPr/>
          <a:lstStyle/>
          <a:p>
            <a:r>
              <a:rPr lang="de-DE" dirty="0"/>
              <a:t>Optionale kurze Einleitung, </a:t>
            </a:r>
            <a:r>
              <a:rPr lang="de-DE" dirty="0" err="1"/>
              <a:t>lorem</a:t>
            </a:r>
            <a:r>
              <a:rPr lang="de-DE" dirty="0"/>
              <a:t> </a:t>
            </a:r>
            <a:r>
              <a:rPr lang="de-DE" dirty="0" err="1"/>
              <a:t>ipsum</a:t>
            </a:r>
            <a:r>
              <a:rPr lang="de-DE" dirty="0"/>
              <a:t> </a:t>
            </a:r>
            <a:br>
              <a:rPr lang="de-DE" dirty="0"/>
            </a:br>
            <a:r>
              <a:rPr lang="de-DE" dirty="0" err="1"/>
              <a:t>dolor</a:t>
            </a:r>
            <a:r>
              <a:rPr lang="de-DE" dirty="0"/>
              <a:t> </a:t>
            </a:r>
            <a:r>
              <a:rPr lang="de-DE" dirty="0" err="1"/>
              <a:t>sit</a:t>
            </a:r>
            <a:r>
              <a:rPr lang="de-DE" dirty="0"/>
              <a:t> </a:t>
            </a:r>
            <a:r>
              <a:rPr lang="de-DE" dirty="0" err="1"/>
              <a:t>amet</a:t>
            </a:r>
            <a:r>
              <a:rPr lang="de-DE" dirty="0"/>
              <a:t> zum Beispiel mit zwei Zeilen.</a:t>
            </a:r>
          </a:p>
        </p:txBody>
      </p:sp>
      <p:sp>
        <p:nvSpPr>
          <p:cNvPr id="8" name="Datumsplatzhalter 7">
            <a:extLst>
              <a:ext uri="{FF2B5EF4-FFF2-40B4-BE49-F238E27FC236}">
                <a16:creationId xmlns:a16="http://schemas.microsoft.com/office/drawing/2014/main" id="{6938CAB2-5AA7-4731-E990-EE074E42BCBF}"/>
              </a:ext>
            </a:extLst>
          </p:cNvPr>
          <p:cNvSpPr>
            <a:spLocks noGrp="1"/>
          </p:cNvSpPr>
          <p:nvPr>
            <p:ph type="dt" sz="half" idx="10"/>
          </p:nvPr>
        </p:nvSpPr>
        <p:spPr>
          <a:xfrm>
            <a:off x="3334722" y="6521213"/>
            <a:ext cx="1068585" cy="106468"/>
          </a:xfrm>
        </p:spPr>
        <p:txBody>
          <a:bodyPr/>
          <a:lstStyle/>
          <a:p>
            <a:fld id="{AA2B1F9D-C5E1-F544-B877-2E82FF0C8A50}" type="datetime1">
              <a:rPr lang="de-DE"/>
              <a:pPr/>
              <a:t>22.06.2026</a:t>
            </a:fld>
            <a:endParaRPr lang="de-DE"/>
          </a:p>
        </p:txBody>
      </p:sp>
      <p:sp>
        <p:nvSpPr>
          <p:cNvPr id="6" name="Fußzeilenplatzhalter 5">
            <a:extLst>
              <a:ext uri="{FF2B5EF4-FFF2-40B4-BE49-F238E27FC236}">
                <a16:creationId xmlns:a16="http://schemas.microsoft.com/office/drawing/2014/main" id="{E9531ADE-F189-80AB-D7F3-F6E697EF9C82}"/>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7" name="Foliennummernplatzhalter 6">
            <a:extLst>
              <a:ext uri="{FF2B5EF4-FFF2-40B4-BE49-F238E27FC236}">
                <a16:creationId xmlns:a16="http://schemas.microsoft.com/office/drawing/2014/main" id="{148AB7F1-9794-6EA7-56A6-BFB9F86E5DBA}"/>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12</a:t>
            </a:fld>
            <a:endParaRPr lang="de-DE"/>
          </a:p>
        </p:txBody>
      </p:sp>
    </p:spTree>
    <p:extLst>
      <p:ext uri="{BB962C8B-B14F-4D97-AF65-F5344CB8AC3E}">
        <p14:creationId xmlns:p14="http://schemas.microsoft.com/office/powerpoint/2010/main" val="23385402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2BA0331B-C84A-1FE5-6919-CDCC4E40A18C}"/>
              </a:ext>
            </a:extLst>
          </p:cNvPr>
          <p:cNvSpPr>
            <a:spLocks noGrp="1"/>
          </p:cNvSpPr>
          <p:nvPr>
            <p:ph type="title"/>
          </p:nvPr>
        </p:nvSpPr>
        <p:spPr/>
        <p:txBody>
          <a:bodyPr/>
          <a:lstStyle/>
          <a:p>
            <a:br>
              <a:rPr lang="de-DE" dirty="0"/>
            </a:br>
            <a:r>
              <a:rPr lang="de-DE" dirty="0"/>
              <a:t>Kapitelname</a:t>
            </a:r>
          </a:p>
        </p:txBody>
      </p:sp>
      <p:sp>
        <p:nvSpPr>
          <p:cNvPr id="4" name="Textplatzhalter 3">
            <a:extLst>
              <a:ext uri="{FF2B5EF4-FFF2-40B4-BE49-F238E27FC236}">
                <a16:creationId xmlns:a16="http://schemas.microsoft.com/office/drawing/2014/main" id="{1D713780-E7A6-341A-64CF-0FA9C9A35CF5}"/>
              </a:ext>
            </a:extLst>
          </p:cNvPr>
          <p:cNvSpPr>
            <a:spLocks noGrp="1"/>
          </p:cNvSpPr>
          <p:nvPr>
            <p:ph type="body" idx="1"/>
          </p:nvPr>
        </p:nvSpPr>
        <p:spPr/>
        <p:txBody>
          <a:bodyPr/>
          <a:lstStyle/>
          <a:p>
            <a:r>
              <a:rPr lang="de-DE" dirty="0"/>
              <a:t>Optionale kurze Einleitung, </a:t>
            </a:r>
            <a:r>
              <a:rPr lang="de-DE" dirty="0" err="1"/>
              <a:t>lorem</a:t>
            </a:r>
            <a:r>
              <a:rPr lang="de-DE" dirty="0"/>
              <a:t> </a:t>
            </a:r>
            <a:r>
              <a:rPr lang="de-DE" dirty="0" err="1"/>
              <a:t>ipsum</a:t>
            </a:r>
            <a:r>
              <a:rPr lang="de-DE" dirty="0"/>
              <a:t> </a:t>
            </a:r>
            <a:br>
              <a:rPr lang="de-DE" dirty="0"/>
            </a:br>
            <a:r>
              <a:rPr lang="de-DE" dirty="0" err="1"/>
              <a:t>dolor</a:t>
            </a:r>
            <a:r>
              <a:rPr lang="de-DE" dirty="0"/>
              <a:t> </a:t>
            </a:r>
            <a:r>
              <a:rPr lang="de-DE" dirty="0" err="1"/>
              <a:t>sit</a:t>
            </a:r>
            <a:r>
              <a:rPr lang="de-DE" dirty="0"/>
              <a:t> </a:t>
            </a:r>
            <a:r>
              <a:rPr lang="de-DE" dirty="0" err="1"/>
              <a:t>amet</a:t>
            </a:r>
            <a:r>
              <a:rPr lang="de-DE" dirty="0"/>
              <a:t> zum Beispiel mit zwei Zeilen.</a:t>
            </a:r>
          </a:p>
        </p:txBody>
      </p:sp>
      <p:sp>
        <p:nvSpPr>
          <p:cNvPr id="5" name="Textplatzhalter 4">
            <a:extLst>
              <a:ext uri="{FF2B5EF4-FFF2-40B4-BE49-F238E27FC236}">
                <a16:creationId xmlns:a16="http://schemas.microsoft.com/office/drawing/2014/main" id="{A0F12808-5609-B40E-EE53-C02FD37144E5}"/>
              </a:ext>
            </a:extLst>
          </p:cNvPr>
          <p:cNvSpPr>
            <a:spLocks noGrp="1"/>
          </p:cNvSpPr>
          <p:nvPr>
            <p:ph type="body" sz="quarter" idx="14"/>
          </p:nvPr>
        </p:nvSpPr>
        <p:spPr/>
        <p:txBody>
          <a:bodyPr/>
          <a:lstStyle/>
          <a:p>
            <a:r>
              <a:rPr lang="de-DE" dirty="0"/>
              <a:t>01</a:t>
            </a:r>
          </a:p>
        </p:txBody>
      </p:sp>
      <p:sp>
        <p:nvSpPr>
          <p:cNvPr id="6" name="Fußzeilenplatzhalter 5">
            <a:extLst>
              <a:ext uri="{FF2B5EF4-FFF2-40B4-BE49-F238E27FC236}">
                <a16:creationId xmlns:a16="http://schemas.microsoft.com/office/drawing/2014/main" id="{81D06B4F-7CB7-8774-66BD-BD95B5038AB5}"/>
              </a:ext>
            </a:extLst>
          </p:cNvPr>
          <p:cNvSpPr>
            <a:spLocks noGrp="1"/>
          </p:cNvSpPr>
          <p:nvPr>
            <p:ph type="ftr" sz="quarter" idx="11"/>
          </p:nvPr>
        </p:nvSpPr>
        <p:spPr/>
        <p:txBody>
          <a:bodyPr/>
          <a:lstStyle/>
          <a:p>
            <a:r>
              <a:rPr lang="de-DE"/>
              <a:t>Titel der Präsentation</a:t>
            </a:r>
          </a:p>
        </p:txBody>
      </p:sp>
      <p:sp>
        <p:nvSpPr>
          <p:cNvPr id="7" name="Foliennummernplatzhalter 6">
            <a:extLst>
              <a:ext uri="{FF2B5EF4-FFF2-40B4-BE49-F238E27FC236}">
                <a16:creationId xmlns:a16="http://schemas.microsoft.com/office/drawing/2014/main" id="{7D5EA031-EFFC-33D1-3553-A7FAFDD16611}"/>
              </a:ext>
            </a:extLst>
          </p:cNvPr>
          <p:cNvSpPr>
            <a:spLocks noGrp="1"/>
          </p:cNvSpPr>
          <p:nvPr>
            <p:ph type="sldNum" sz="quarter" idx="12"/>
          </p:nvPr>
        </p:nvSpPr>
        <p:spPr/>
        <p:txBody>
          <a:bodyPr/>
          <a:lstStyle/>
          <a:p>
            <a:fld id="{D188B27D-4802-6948-A101-6CF6A7142FF4}" type="slidenum">
              <a:rPr lang="de-DE" smtClean="0"/>
              <a:t>13</a:t>
            </a:fld>
            <a:endParaRPr lang="de-DE"/>
          </a:p>
        </p:txBody>
      </p:sp>
      <p:sp>
        <p:nvSpPr>
          <p:cNvPr id="8" name="Datumsplatzhalter 7">
            <a:extLst>
              <a:ext uri="{FF2B5EF4-FFF2-40B4-BE49-F238E27FC236}">
                <a16:creationId xmlns:a16="http://schemas.microsoft.com/office/drawing/2014/main" id="{C49C2490-7F06-87F7-9C2C-CB1A56789AB9}"/>
              </a:ext>
            </a:extLst>
          </p:cNvPr>
          <p:cNvSpPr>
            <a:spLocks noGrp="1"/>
          </p:cNvSpPr>
          <p:nvPr>
            <p:ph type="dt" sz="half" idx="10"/>
          </p:nvPr>
        </p:nvSpPr>
        <p:spPr/>
        <p:txBody>
          <a:bodyPr/>
          <a:lstStyle/>
          <a:p>
            <a:fld id="{A66A4AC4-165D-0D48-A518-12373664C146}" type="datetime1">
              <a:rPr lang="de-DE"/>
              <a:t>22.06.2026</a:t>
            </a:fld>
            <a:endParaRPr lang="de-DE"/>
          </a:p>
        </p:txBody>
      </p:sp>
    </p:spTree>
    <p:extLst>
      <p:ext uri="{BB962C8B-B14F-4D97-AF65-F5344CB8AC3E}">
        <p14:creationId xmlns:p14="http://schemas.microsoft.com/office/powerpoint/2010/main" val="31745860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reihandform 24">
            <a:extLst>
              <a:ext uri="{FF2B5EF4-FFF2-40B4-BE49-F238E27FC236}">
                <a16:creationId xmlns:a16="http://schemas.microsoft.com/office/drawing/2014/main" id="{8C1FA47E-99D6-D9A3-C6B3-B14B328BD9EE}"/>
              </a:ext>
            </a:extLst>
          </p:cNvPr>
          <p:cNvSpPr/>
          <p:nvPr/>
        </p:nvSpPr>
        <p:spPr>
          <a:xfrm>
            <a:off x="0" y="0"/>
            <a:ext cx="12192000" cy="6858000"/>
          </a:xfrm>
          <a:custGeom>
            <a:avLst/>
            <a:gdLst>
              <a:gd name="connsiteX0" fmla="*/ 693262 w 12192000"/>
              <a:gd name="connsiteY0" fmla="*/ 6562790 h 6858000"/>
              <a:gd name="connsiteX1" fmla="*/ 709242 w 12192000"/>
              <a:gd name="connsiteY1" fmla="*/ 6577940 h 6858000"/>
              <a:gd name="connsiteX2" fmla="*/ 676660 w 12192000"/>
              <a:gd name="connsiteY2" fmla="*/ 6577940 h 6858000"/>
              <a:gd name="connsiteX3" fmla="*/ 693262 w 12192000"/>
              <a:gd name="connsiteY3" fmla="*/ 6562790 h 6858000"/>
              <a:gd name="connsiteX4" fmla="*/ 569365 w 12192000"/>
              <a:gd name="connsiteY4" fmla="*/ 6562790 h 6858000"/>
              <a:gd name="connsiteX5" fmla="*/ 585345 w 12192000"/>
              <a:gd name="connsiteY5" fmla="*/ 6577940 h 6858000"/>
              <a:gd name="connsiteX6" fmla="*/ 552763 w 12192000"/>
              <a:gd name="connsiteY6" fmla="*/ 6577940 h 6858000"/>
              <a:gd name="connsiteX7" fmla="*/ 569365 w 12192000"/>
              <a:gd name="connsiteY7" fmla="*/ 6562790 h 6858000"/>
              <a:gd name="connsiteX8" fmla="*/ 605700 w 12192000"/>
              <a:gd name="connsiteY8" fmla="*/ 6556045 h 6858000"/>
              <a:gd name="connsiteX9" fmla="*/ 605700 w 12192000"/>
              <a:gd name="connsiteY9" fmla="*/ 6608757 h 6858000"/>
              <a:gd name="connsiteX10" fmla="*/ 614416 w 12192000"/>
              <a:gd name="connsiteY10" fmla="*/ 6608757 h 6858000"/>
              <a:gd name="connsiteX11" fmla="*/ 614416 w 12192000"/>
              <a:gd name="connsiteY11" fmla="*/ 6556045 h 6858000"/>
              <a:gd name="connsiteX12" fmla="*/ 693262 w 12192000"/>
              <a:gd name="connsiteY12" fmla="*/ 6554697 h 6858000"/>
              <a:gd name="connsiteX13" fmla="*/ 667529 w 12192000"/>
              <a:gd name="connsiteY13" fmla="*/ 6582401 h 6858000"/>
              <a:gd name="connsiteX14" fmla="*/ 693781 w 12192000"/>
              <a:gd name="connsiteY14" fmla="*/ 6610106 h 6858000"/>
              <a:gd name="connsiteX15" fmla="*/ 716402 w 12192000"/>
              <a:gd name="connsiteY15" fmla="*/ 6598485 h 6858000"/>
              <a:gd name="connsiteX16" fmla="*/ 710280 w 12192000"/>
              <a:gd name="connsiteY16" fmla="*/ 6593297 h 6858000"/>
              <a:gd name="connsiteX17" fmla="*/ 693781 w 12192000"/>
              <a:gd name="connsiteY17" fmla="*/ 6602013 h 6858000"/>
              <a:gd name="connsiteX18" fmla="*/ 676556 w 12192000"/>
              <a:gd name="connsiteY18" fmla="*/ 6585203 h 6858000"/>
              <a:gd name="connsiteX19" fmla="*/ 718166 w 12192000"/>
              <a:gd name="connsiteY19" fmla="*/ 6585203 h 6858000"/>
              <a:gd name="connsiteX20" fmla="*/ 718373 w 12192000"/>
              <a:gd name="connsiteY20" fmla="*/ 6582090 h 6858000"/>
              <a:gd name="connsiteX21" fmla="*/ 693262 w 12192000"/>
              <a:gd name="connsiteY21" fmla="*/ 6554697 h 6858000"/>
              <a:gd name="connsiteX22" fmla="*/ 569365 w 12192000"/>
              <a:gd name="connsiteY22" fmla="*/ 6554697 h 6858000"/>
              <a:gd name="connsiteX23" fmla="*/ 543632 w 12192000"/>
              <a:gd name="connsiteY23" fmla="*/ 6582401 h 6858000"/>
              <a:gd name="connsiteX24" fmla="*/ 569884 w 12192000"/>
              <a:gd name="connsiteY24" fmla="*/ 6610106 h 6858000"/>
              <a:gd name="connsiteX25" fmla="*/ 592505 w 12192000"/>
              <a:gd name="connsiteY25" fmla="*/ 6598485 h 6858000"/>
              <a:gd name="connsiteX26" fmla="*/ 586383 w 12192000"/>
              <a:gd name="connsiteY26" fmla="*/ 6593297 h 6858000"/>
              <a:gd name="connsiteX27" fmla="*/ 569884 w 12192000"/>
              <a:gd name="connsiteY27" fmla="*/ 6602013 h 6858000"/>
              <a:gd name="connsiteX28" fmla="*/ 552659 w 12192000"/>
              <a:gd name="connsiteY28" fmla="*/ 6585203 h 6858000"/>
              <a:gd name="connsiteX29" fmla="*/ 594269 w 12192000"/>
              <a:gd name="connsiteY29" fmla="*/ 6585203 h 6858000"/>
              <a:gd name="connsiteX30" fmla="*/ 594476 w 12192000"/>
              <a:gd name="connsiteY30" fmla="*/ 6582090 h 6858000"/>
              <a:gd name="connsiteX31" fmla="*/ 569365 w 12192000"/>
              <a:gd name="connsiteY31" fmla="*/ 6554697 h 6858000"/>
              <a:gd name="connsiteX32" fmla="*/ 643657 w 12192000"/>
              <a:gd name="connsiteY32" fmla="*/ 6541207 h 6858000"/>
              <a:gd name="connsiteX33" fmla="*/ 634941 w 12192000"/>
              <a:gd name="connsiteY33" fmla="*/ 6544216 h 6858000"/>
              <a:gd name="connsiteX34" fmla="*/ 634941 w 12192000"/>
              <a:gd name="connsiteY34" fmla="*/ 6556045 h 6858000"/>
              <a:gd name="connsiteX35" fmla="*/ 625187 w 12192000"/>
              <a:gd name="connsiteY35" fmla="*/ 6556045 h 6858000"/>
              <a:gd name="connsiteX36" fmla="*/ 625187 w 12192000"/>
              <a:gd name="connsiteY36" fmla="*/ 6563620 h 6858000"/>
              <a:gd name="connsiteX37" fmla="*/ 634941 w 12192000"/>
              <a:gd name="connsiteY37" fmla="*/ 6563620 h 6858000"/>
              <a:gd name="connsiteX38" fmla="*/ 634941 w 12192000"/>
              <a:gd name="connsiteY38" fmla="*/ 6593608 h 6858000"/>
              <a:gd name="connsiteX39" fmla="*/ 650298 w 12192000"/>
              <a:gd name="connsiteY39" fmla="*/ 6609899 h 6858000"/>
              <a:gd name="connsiteX40" fmla="*/ 657354 w 12192000"/>
              <a:gd name="connsiteY40" fmla="*/ 6608757 h 6858000"/>
              <a:gd name="connsiteX41" fmla="*/ 657354 w 12192000"/>
              <a:gd name="connsiteY41" fmla="*/ 6600975 h 6858000"/>
              <a:gd name="connsiteX42" fmla="*/ 652373 w 12192000"/>
              <a:gd name="connsiteY42" fmla="*/ 6601909 h 6858000"/>
              <a:gd name="connsiteX43" fmla="*/ 643657 w 12192000"/>
              <a:gd name="connsiteY43" fmla="*/ 6592778 h 6858000"/>
              <a:gd name="connsiteX44" fmla="*/ 643657 w 12192000"/>
              <a:gd name="connsiteY44" fmla="*/ 6563620 h 6858000"/>
              <a:gd name="connsiteX45" fmla="*/ 657354 w 12192000"/>
              <a:gd name="connsiteY45" fmla="*/ 6563620 h 6858000"/>
              <a:gd name="connsiteX46" fmla="*/ 657354 w 12192000"/>
              <a:gd name="connsiteY46" fmla="*/ 6556045 h 6858000"/>
              <a:gd name="connsiteX47" fmla="*/ 643657 w 12192000"/>
              <a:gd name="connsiteY47" fmla="*/ 6556045 h 6858000"/>
              <a:gd name="connsiteX48" fmla="*/ 509588 w 12192000"/>
              <a:gd name="connsiteY48" fmla="*/ 6534878 h 6858000"/>
              <a:gd name="connsiteX49" fmla="*/ 484373 w 12192000"/>
              <a:gd name="connsiteY49" fmla="*/ 6554800 h 6858000"/>
              <a:gd name="connsiteX50" fmla="*/ 503051 w 12192000"/>
              <a:gd name="connsiteY50" fmla="*/ 6574723 h 6858000"/>
              <a:gd name="connsiteX51" fmla="*/ 511663 w 12192000"/>
              <a:gd name="connsiteY51" fmla="*/ 6576591 h 6858000"/>
              <a:gd name="connsiteX52" fmla="*/ 524945 w 12192000"/>
              <a:gd name="connsiteY52" fmla="*/ 6589354 h 6858000"/>
              <a:gd name="connsiteX53" fmla="*/ 507720 w 12192000"/>
              <a:gd name="connsiteY53" fmla="*/ 6601701 h 6858000"/>
              <a:gd name="connsiteX54" fmla="*/ 485618 w 12192000"/>
              <a:gd name="connsiteY54" fmla="*/ 6593815 h 6858000"/>
              <a:gd name="connsiteX55" fmla="*/ 485618 w 12192000"/>
              <a:gd name="connsiteY55" fmla="*/ 6603569 h 6858000"/>
              <a:gd name="connsiteX56" fmla="*/ 507720 w 12192000"/>
              <a:gd name="connsiteY56" fmla="*/ 6610003 h 6858000"/>
              <a:gd name="connsiteX57" fmla="*/ 534284 w 12192000"/>
              <a:gd name="connsiteY57" fmla="*/ 6589042 h 6858000"/>
              <a:gd name="connsiteX58" fmla="*/ 514465 w 12192000"/>
              <a:gd name="connsiteY58" fmla="*/ 6567771 h 6858000"/>
              <a:gd name="connsiteX59" fmla="*/ 505852 w 12192000"/>
              <a:gd name="connsiteY59" fmla="*/ 6565799 h 6858000"/>
              <a:gd name="connsiteX60" fmla="*/ 493816 w 12192000"/>
              <a:gd name="connsiteY60" fmla="*/ 6554178 h 6858000"/>
              <a:gd name="connsiteX61" fmla="*/ 509588 w 12192000"/>
              <a:gd name="connsiteY61" fmla="*/ 6543179 h 6858000"/>
              <a:gd name="connsiteX62" fmla="*/ 530963 w 12192000"/>
              <a:gd name="connsiteY62" fmla="*/ 6551065 h 6858000"/>
              <a:gd name="connsiteX63" fmla="*/ 531067 w 12192000"/>
              <a:gd name="connsiteY63" fmla="*/ 6541311 h 6858000"/>
              <a:gd name="connsiteX64" fmla="*/ 509588 w 12192000"/>
              <a:gd name="connsiteY64" fmla="*/ 6534878 h 6858000"/>
              <a:gd name="connsiteX65" fmla="*/ 610058 w 12192000"/>
              <a:gd name="connsiteY65" fmla="*/ 6534151 h 6858000"/>
              <a:gd name="connsiteX66" fmla="*/ 604039 w 12192000"/>
              <a:gd name="connsiteY66" fmla="*/ 6540170 h 6858000"/>
              <a:gd name="connsiteX67" fmla="*/ 610058 w 12192000"/>
              <a:gd name="connsiteY67" fmla="*/ 6546188 h 6858000"/>
              <a:gd name="connsiteX68" fmla="*/ 616076 w 12192000"/>
              <a:gd name="connsiteY68" fmla="*/ 6540170 h 6858000"/>
              <a:gd name="connsiteX69" fmla="*/ 610058 w 12192000"/>
              <a:gd name="connsiteY69" fmla="*/ 6534151 h 6858000"/>
              <a:gd name="connsiteX70" fmla="*/ 500903 w 12192000"/>
              <a:gd name="connsiteY70" fmla="*/ 6461548 h 6858000"/>
              <a:gd name="connsiteX71" fmla="*/ 519457 w 12192000"/>
              <a:gd name="connsiteY71" fmla="*/ 6461548 h 6858000"/>
              <a:gd name="connsiteX72" fmla="*/ 528835 w 12192000"/>
              <a:gd name="connsiteY72" fmla="*/ 6469515 h 6858000"/>
              <a:gd name="connsiteX73" fmla="*/ 519457 w 12192000"/>
              <a:gd name="connsiteY73" fmla="*/ 6477582 h 6858000"/>
              <a:gd name="connsiteX74" fmla="*/ 500903 w 12192000"/>
              <a:gd name="connsiteY74" fmla="*/ 6477582 h 6858000"/>
              <a:gd name="connsiteX75" fmla="*/ 1062844 w 12192000"/>
              <a:gd name="connsiteY75" fmla="*/ 6451061 h 6858000"/>
              <a:gd name="connsiteX76" fmla="*/ 1075953 w 12192000"/>
              <a:gd name="connsiteY76" fmla="*/ 6464876 h 6858000"/>
              <a:gd name="connsiteX77" fmla="*/ 1062844 w 12192000"/>
              <a:gd name="connsiteY77" fmla="*/ 6478691 h 6858000"/>
              <a:gd name="connsiteX78" fmla="*/ 1049835 w 12192000"/>
              <a:gd name="connsiteY78" fmla="*/ 6464876 h 6858000"/>
              <a:gd name="connsiteX79" fmla="*/ 1062844 w 12192000"/>
              <a:gd name="connsiteY79" fmla="*/ 6451061 h 6858000"/>
              <a:gd name="connsiteX80" fmla="*/ 1225495 w 12192000"/>
              <a:gd name="connsiteY80" fmla="*/ 6450960 h 6858000"/>
              <a:gd name="connsiteX81" fmla="*/ 1238604 w 12192000"/>
              <a:gd name="connsiteY81" fmla="*/ 6464876 h 6858000"/>
              <a:gd name="connsiteX82" fmla="*/ 1225495 w 12192000"/>
              <a:gd name="connsiteY82" fmla="*/ 6478792 h 6858000"/>
              <a:gd name="connsiteX83" fmla="*/ 1212386 w 12192000"/>
              <a:gd name="connsiteY83" fmla="*/ 6464876 h 6858000"/>
              <a:gd name="connsiteX84" fmla="*/ 1225495 w 12192000"/>
              <a:gd name="connsiteY84" fmla="*/ 6450960 h 6858000"/>
              <a:gd name="connsiteX85" fmla="*/ 919961 w 12192000"/>
              <a:gd name="connsiteY85" fmla="*/ 6450960 h 6858000"/>
              <a:gd name="connsiteX86" fmla="*/ 933070 w 12192000"/>
              <a:gd name="connsiteY86" fmla="*/ 6464876 h 6858000"/>
              <a:gd name="connsiteX87" fmla="*/ 919961 w 12192000"/>
              <a:gd name="connsiteY87" fmla="*/ 6478792 h 6858000"/>
              <a:gd name="connsiteX88" fmla="*/ 906852 w 12192000"/>
              <a:gd name="connsiteY88" fmla="*/ 6464876 h 6858000"/>
              <a:gd name="connsiteX89" fmla="*/ 919961 w 12192000"/>
              <a:gd name="connsiteY89" fmla="*/ 6450960 h 6858000"/>
              <a:gd name="connsiteX90" fmla="*/ 581315 w 12192000"/>
              <a:gd name="connsiteY90" fmla="*/ 6450960 h 6858000"/>
              <a:gd name="connsiteX91" fmla="*/ 594424 w 12192000"/>
              <a:gd name="connsiteY91" fmla="*/ 6464876 h 6858000"/>
              <a:gd name="connsiteX92" fmla="*/ 581315 w 12192000"/>
              <a:gd name="connsiteY92" fmla="*/ 6478792 h 6858000"/>
              <a:gd name="connsiteX93" fmla="*/ 568206 w 12192000"/>
              <a:gd name="connsiteY93" fmla="*/ 6464876 h 6858000"/>
              <a:gd name="connsiteX94" fmla="*/ 581315 w 12192000"/>
              <a:gd name="connsiteY94" fmla="*/ 6450960 h 6858000"/>
              <a:gd name="connsiteX95" fmla="*/ 1288499 w 12192000"/>
              <a:gd name="connsiteY95" fmla="*/ 6450153 h 6858000"/>
              <a:gd name="connsiteX96" fmla="*/ 1299895 w 12192000"/>
              <a:gd name="connsiteY96" fmla="*/ 6458926 h 6858000"/>
              <a:gd name="connsiteX97" fmla="*/ 1277306 w 12192000"/>
              <a:gd name="connsiteY97" fmla="*/ 6458926 h 6858000"/>
              <a:gd name="connsiteX98" fmla="*/ 1288499 w 12192000"/>
              <a:gd name="connsiteY98" fmla="*/ 6450153 h 6858000"/>
              <a:gd name="connsiteX99" fmla="*/ 773758 w 12192000"/>
              <a:gd name="connsiteY99" fmla="*/ 6450153 h 6858000"/>
              <a:gd name="connsiteX100" fmla="*/ 785153 w 12192000"/>
              <a:gd name="connsiteY100" fmla="*/ 6458926 h 6858000"/>
              <a:gd name="connsiteX101" fmla="*/ 762564 w 12192000"/>
              <a:gd name="connsiteY101" fmla="*/ 6458926 h 6858000"/>
              <a:gd name="connsiteX102" fmla="*/ 773758 w 12192000"/>
              <a:gd name="connsiteY102" fmla="*/ 6450153 h 6858000"/>
              <a:gd name="connsiteX103" fmla="*/ 868062 w 12192000"/>
              <a:gd name="connsiteY103" fmla="*/ 6438859 h 6858000"/>
              <a:gd name="connsiteX104" fmla="*/ 868062 w 12192000"/>
              <a:gd name="connsiteY104" fmla="*/ 6490893 h 6858000"/>
              <a:gd name="connsiteX105" fmla="*/ 882079 w 12192000"/>
              <a:gd name="connsiteY105" fmla="*/ 6490893 h 6858000"/>
              <a:gd name="connsiteX106" fmla="*/ 882079 w 12192000"/>
              <a:gd name="connsiteY106" fmla="*/ 6438859 h 6858000"/>
              <a:gd name="connsiteX107" fmla="*/ 1351643 w 12192000"/>
              <a:gd name="connsiteY107" fmla="*/ 6437851 h 6858000"/>
              <a:gd name="connsiteX108" fmla="*/ 1336617 w 12192000"/>
              <a:gd name="connsiteY108" fmla="*/ 6448136 h 6858000"/>
              <a:gd name="connsiteX109" fmla="*/ 1336617 w 12192000"/>
              <a:gd name="connsiteY109" fmla="*/ 6438859 h 6858000"/>
              <a:gd name="connsiteX110" fmla="*/ 1322600 w 12192000"/>
              <a:gd name="connsiteY110" fmla="*/ 6438859 h 6858000"/>
              <a:gd name="connsiteX111" fmla="*/ 1322600 w 12192000"/>
              <a:gd name="connsiteY111" fmla="*/ 6490893 h 6858000"/>
              <a:gd name="connsiteX112" fmla="*/ 1336617 w 12192000"/>
              <a:gd name="connsiteY112" fmla="*/ 6490893 h 6858000"/>
              <a:gd name="connsiteX113" fmla="*/ 1336617 w 12192000"/>
              <a:gd name="connsiteY113" fmla="*/ 6462557 h 6858000"/>
              <a:gd name="connsiteX114" fmla="*/ 1350029 w 12192000"/>
              <a:gd name="connsiteY114" fmla="*/ 6452674 h 6858000"/>
              <a:gd name="connsiteX115" fmla="*/ 1352550 w 12192000"/>
              <a:gd name="connsiteY115" fmla="*/ 6452674 h 6858000"/>
              <a:gd name="connsiteX116" fmla="*/ 1352550 w 12192000"/>
              <a:gd name="connsiteY116" fmla="*/ 6437851 h 6858000"/>
              <a:gd name="connsiteX117" fmla="*/ 650269 w 12192000"/>
              <a:gd name="connsiteY117" fmla="*/ 6437851 h 6858000"/>
              <a:gd name="connsiteX118" fmla="*/ 635244 w 12192000"/>
              <a:gd name="connsiteY118" fmla="*/ 6448136 h 6858000"/>
              <a:gd name="connsiteX119" fmla="*/ 635244 w 12192000"/>
              <a:gd name="connsiteY119" fmla="*/ 6438859 h 6858000"/>
              <a:gd name="connsiteX120" fmla="*/ 621227 w 12192000"/>
              <a:gd name="connsiteY120" fmla="*/ 6438859 h 6858000"/>
              <a:gd name="connsiteX121" fmla="*/ 621227 w 12192000"/>
              <a:gd name="connsiteY121" fmla="*/ 6490893 h 6858000"/>
              <a:gd name="connsiteX122" fmla="*/ 635244 w 12192000"/>
              <a:gd name="connsiteY122" fmla="*/ 6490893 h 6858000"/>
              <a:gd name="connsiteX123" fmla="*/ 635244 w 12192000"/>
              <a:gd name="connsiteY123" fmla="*/ 6462557 h 6858000"/>
              <a:gd name="connsiteX124" fmla="*/ 648656 w 12192000"/>
              <a:gd name="connsiteY124" fmla="*/ 6452674 h 6858000"/>
              <a:gd name="connsiteX125" fmla="*/ 651177 w 12192000"/>
              <a:gd name="connsiteY125" fmla="*/ 6452674 h 6858000"/>
              <a:gd name="connsiteX126" fmla="*/ 651177 w 12192000"/>
              <a:gd name="connsiteY126" fmla="*/ 6437851 h 6858000"/>
              <a:gd name="connsiteX127" fmla="*/ 1288499 w 12192000"/>
              <a:gd name="connsiteY127" fmla="*/ 6437447 h 6858000"/>
              <a:gd name="connsiteX128" fmla="*/ 1262583 w 12192000"/>
              <a:gd name="connsiteY128" fmla="*/ 6464876 h 6858000"/>
              <a:gd name="connsiteX129" fmla="*/ 1289709 w 12192000"/>
              <a:gd name="connsiteY129" fmla="*/ 6492405 h 6858000"/>
              <a:gd name="connsiteX130" fmla="*/ 1312701 w 12192000"/>
              <a:gd name="connsiteY130" fmla="*/ 6480607 h 6858000"/>
              <a:gd name="connsiteX131" fmla="*/ 1303222 w 12192000"/>
              <a:gd name="connsiteY131" fmla="*/ 6472540 h 6858000"/>
              <a:gd name="connsiteX132" fmla="*/ 1289709 w 12192000"/>
              <a:gd name="connsiteY132" fmla="*/ 6479699 h 6858000"/>
              <a:gd name="connsiteX133" fmla="*/ 1277104 w 12192000"/>
              <a:gd name="connsiteY133" fmla="*/ 6468909 h 6858000"/>
              <a:gd name="connsiteX134" fmla="*/ 1314113 w 12192000"/>
              <a:gd name="connsiteY134" fmla="*/ 6468909 h 6858000"/>
              <a:gd name="connsiteX135" fmla="*/ 1314516 w 12192000"/>
              <a:gd name="connsiteY135" fmla="*/ 6464271 h 6858000"/>
              <a:gd name="connsiteX136" fmla="*/ 1288499 w 12192000"/>
              <a:gd name="connsiteY136" fmla="*/ 6437447 h 6858000"/>
              <a:gd name="connsiteX137" fmla="*/ 1222369 w 12192000"/>
              <a:gd name="connsiteY137" fmla="*/ 6437447 h 6858000"/>
              <a:gd name="connsiteX138" fmla="*/ 1197864 w 12192000"/>
              <a:gd name="connsiteY138" fmla="*/ 6464876 h 6858000"/>
              <a:gd name="connsiteX139" fmla="*/ 1222369 w 12192000"/>
              <a:gd name="connsiteY139" fmla="*/ 6492405 h 6858000"/>
              <a:gd name="connsiteX140" fmla="*/ 1238604 w 12192000"/>
              <a:gd name="connsiteY140" fmla="*/ 6483430 h 6858000"/>
              <a:gd name="connsiteX141" fmla="*/ 1238604 w 12192000"/>
              <a:gd name="connsiteY141" fmla="*/ 6490893 h 6858000"/>
              <a:gd name="connsiteX142" fmla="*/ 1252621 w 12192000"/>
              <a:gd name="connsiteY142" fmla="*/ 6490893 h 6858000"/>
              <a:gd name="connsiteX143" fmla="*/ 1252621 w 12192000"/>
              <a:gd name="connsiteY143" fmla="*/ 6438859 h 6858000"/>
              <a:gd name="connsiteX144" fmla="*/ 1238604 w 12192000"/>
              <a:gd name="connsiteY144" fmla="*/ 6438859 h 6858000"/>
              <a:gd name="connsiteX145" fmla="*/ 1238604 w 12192000"/>
              <a:gd name="connsiteY145" fmla="*/ 6446422 h 6858000"/>
              <a:gd name="connsiteX146" fmla="*/ 1222369 w 12192000"/>
              <a:gd name="connsiteY146" fmla="*/ 6437447 h 6858000"/>
              <a:gd name="connsiteX147" fmla="*/ 1062844 w 12192000"/>
              <a:gd name="connsiteY147" fmla="*/ 6437447 h 6858000"/>
              <a:gd name="connsiteX148" fmla="*/ 1035314 w 12192000"/>
              <a:gd name="connsiteY148" fmla="*/ 6464876 h 6858000"/>
              <a:gd name="connsiteX149" fmla="*/ 1062844 w 12192000"/>
              <a:gd name="connsiteY149" fmla="*/ 6492304 h 6858000"/>
              <a:gd name="connsiteX150" fmla="*/ 1090474 w 12192000"/>
              <a:gd name="connsiteY150" fmla="*/ 6464876 h 6858000"/>
              <a:gd name="connsiteX151" fmla="*/ 1062844 w 12192000"/>
              <a:gd name="connsiteY151" fmla="*/ 6437447 h 6858000"/>
              <a:gd name="connsiteX152" fmla="*/ 916835 w 12192000"/>
              <a:gd name="connsiteY152" fmla="*/ 6437447 h 6858000"/>
              <a:gd name="connsiteX153" fmla="*/ 892331 w 12192000"/>
              <a:gd name="connsiteY153" fmla="*/ 6464876 h 6858000"/>
              <a:gd name="connsiteX154" fmla="*/ 916835 w 12192000"/>
              <a:gd name="connsiteY154" fmla="*/ 6492405 h 6858000"/>
              <a:gd name="connsiteX155" fmla="*/ 933070 w 12192000"/>
              <a:gd name="connsiteY155" fmla="*/ 6483430 h 6858000"/>
              <a:gd name="connsiteX156" fmla="*/ 933070 w 12192000"/>
              <a:gd name="connsiteY156" fmla="*/ 6490893 h 6858000"/>
              <a:gd name="connsiteX157" fmla="*/ 947087 w 12192000"/>
              <a:gd name="connsiteY157" fmla="*/ 6490893 h 6858000"/>
              <a:gd name="connsiteX158" fmla="*/ 947087 w 12192000"/>
              <a:gd name="connsiteY158" fmla="*/ 6438859 h 6858000"/>
              <a:gd name="connsiteX159" fmla="*/ 933070 w 12192000"/>
              <a:gd name="connsiteY159" fmla="*/ 6438859 h 6858000"/>
              <a:gd name="connsiteX160" fmla="*/ 933070 w 12192000"/>
              <a:gd name="connsiteY160" fmla="*/ 6446422 h 6858000"/>
              <a:gd name="connsiteX161" fmla="*/ 916835 w 12192000"/>
              <a:gd name="connsiteY161" fmla="*/ 6437447 h 6858000"/>
              <a:gd name="connsiteX162" fmla="*/ 839011 w 12192000"/>
              <a:gd name="connsiteY162" fmla="*/ 6437447 h 6858000"/>
              <a:gd name="connsiteX163" fmla="*/ 823381 w 12192000"/>
              <a:gd name="connsiteY163" fmla="*/ 6444809 h 6858000"/>
              <a:gd name="connsiteX164" fmla="*/ 823381 w 12192000"/>
              <a:gd name="connsiteY164" fmla="*/ 6438859 h 6858000"/>
              <a:gd name="connsiteX165" fmla="*/ 809364 w 12192000"/>
              <a:gd name="connsiteY165" fmla="*/ 6438859 h 6858000"/>
              <a:gd name="connsiteX166" fmla="*/ 809364 w 12192000"/>
              <a:gd name="connsiteY166" fmla="*/ 6490893 h 6858000"/>
              <a:gd name="connsiteX167" fmla="*/ 823381 w 12192000"/>
              <a:gd name="connsiteY167" fmla="*/ 6490893 h 6858000"/>
              <a:gd name="connsiteX168" fmla="*/ 823381 w 12192000"/>
              <a:gd name="connsiteY168" fmla="*/ 6459733 h 6858000"/>
              <a:gd name="connsiteX169" fmla="*/ 832961 w 12192000"/>
              <a:gd name="connsiteY169" fmla="*/ 6449750 h 6858000"/>
              <a:gd name="connsiteX170" fmla="*/ 841935 w 12192000"/>
              <a:gd name="connsiteY170" fmla="*/ 6459229 h 6858000"/>
              <a:gd name="connsiteX171" fmla="*/ 841935 w 12192000"/>
              <a:gd name="connsiteY171" fmla="*/ 6490893 h 6858000"/>
              <a:gd name="connsiteX172" fmla="*/ 855952 w 12192000"/>
              <a:gd name="connsiteY172" fmla="*/ 6490893 h 6858000"/>
              <a:gd name="connsiteX173" fmla="*/ 855952 w 12192000"/>
              <a:gd name="connsiteY173" fmla="*/ 6456708 h 6858000"/>
              <a:gd name="connsiteX174" fmla="*/ 839011 w 12192000"/>
              <a:gd name="connsiteY174" fmla="*/ 6437447 h 6858000"/>
              <a:gd name="connsiteX175" fmla="*/ 773758 w 12192000"/>
              <a:gd name="connsiteY175" fmla="*/ 6437447 h 6858000"/>
              <a:gd name="connsiteX176" fmla="*/ 747842 w 12192000"/>
              <a:gd name="connsiteY176" fmla="*/ 6464876 h 6858000"/>
              <a:gd name="connsiteX177" fmla="*/ 774968 w 12192000"/>
              <a:gd name="connsiteY177" fmla="*/ 6492405 h 6858000"/>
              <a:gd name="connsiteX178" fmla="*/ 797960 w 12192000"/>
              <a:gd name="connsiteY178" fmla="*/ 6480607 h 6858000"/>
              <a:gd name="connsiteX179" fmla="*/ 788480 w 12192000"/>
              <a:gd name="connsiteY179" fmla="*/ 6472540 h 6858000"/>
              <a:gd name="connsiteX180" fmla="*/ 774968 w 12192000"/>
              <a:gd name="connsiteY180" fmla="*/ 6479699 h 6858000"/>
              <a:gd name="connsiteX181" fmla="*/ 762363 w 12192000"/>
              <a:gd name="connsiteY181" fmla="*/ 6468909 h 6858000"/>
              <a:gd name="connsiteX182" fmla="*/ 799371 w 12192000"/>
              <a:gd name="connsiteY182" fmla="*/ 6468909 h 6858000"/>
              <a:gd name="connsiteX183" fmla="*/ 799775 w 12192000"/>
              <a:gd name="connsiteY183" fmla="*/ 6464271 h 6858000"/>
              <a:gd name="connsiteX184" fmla="*/ 773758 w 12192000"/>
              <a:gd name="connsiteY184" fmla="*/ 6437447 h 6858000"/>
              <a:gd name="connsiteX185" fmla="*/ 689402 w 12192000"/>
              <a:gd name="connsiteY185" fmla="*/ 6437447 h 6858000"/>
              <a:gd name="connsiteX186" fmla="*/ 674376 w 12192000"/>
              <a:gd name="connsiteY186" fmla="*/ 6444809 h 6858000"/>
              <a:gd name="connsiteX187" fmla="*/ 674376 w 12192000"/>
              <a:gd name="connsiteY187" fmla="*/ 6438859 h 6858000"/>
              <a:gd name="connsiteX188" fmla="*/ 660360 w 12192000"/>
              <a:gd name="connsiteY188" fmla="*/ 6438859 h 6858000"/>
              <a:gd name="connsiteX189" fmla="*/ 660360 w 12192000"/>
              <a:gd name="connsiteY189" fmla="*/ 6490893 h 6858000"/>
              <a:gd name="connsiteX190" fmla="*/ 674376 w 12192000"/>
              <a:gd name="connsiteY190" fmla="*/ 6490893 h 6858000"/>
              <a:gd name="connsiteX191" fmla="*/ 674376 w 12192000"/>
              <a:gd name="connsiteY191" fmla="*/ 6460036 h 6858000"/>
              <a:gd name="connsiteX192" fmla="*/ 683351 w 12192000"/>
              <a:gd name="connsiteY192" fmla="*/ 6449750 h 6858000"/>
              <a:gd name="connsiteX193" fmla="*/ 691923 w 12192000"/>
              <a:gd name="connsiteY193" fmla="*/ 6459632 h 6858000"/>
              <a:gd name="connsiteX194" fmla="*/ 691923 w 12192000"/>
              <a:gd name="connsiteY194" fmla="*/ 6490893 h 6858000"/>
              <a:gd name="connsiteX195" fmla="*/ 705839 w 12192000"/>
              <a:gd name="connsiteY195" fmla="*/ 6490893 h 6858000"/>
              <a:gd name="connsiteX196" fmla="*/ 705839 w 12192000"/>
              <a:gd name="connsiteY196" fmla="*/ 6458523 h 6858000"/>
              <a:gd name="connsiteX197" fmla="*/ 714915 w 12192000"/>
              <a:gd name="connsiteY197" fmla="*/ 6449750 h 6858000"/>
              <a:gd name="connsiteX198" fmla="*/ 723486 w 12192000"/>
              <a:gd name="connsiteY198" fmla="*/ 6459632 h 6858000"/>
              <a:gd name="connsiteX199" fmla="*/ 723486 w 12192000"/>
              <a:gd name="connsiteY199" fmla="*/ 6490893 h 6858000"/>
              <a:gd name="connsiteX200" fmla="*/ 737503 w 12192000"/>
              <a:gd name="connsiteY200" fmla="*/ 6490893 h 6858000"/>
              <a:gd name="connsiteX201" fmla="*/ 737503 w 12192000"/>
              <a:gd name="connsiteY201" fmla="*/ 6457010 h 6858000"/>
              <a:gd name="connsiteX202" fmla="*/ 719553 w 12192000"/>
              <a:gd name="connsiteY202" fmla="*/ 6437447 h 6858000"/>
              <a:gd name="connsiteX203" fmla="*/ 703520 w 12192000"/>
              <a:gd name="connsiteY203" fmla="*/ 6445716 h 6858000"/>
              <a:gd name="connsiteX204" fmla="*/ 689402 w 12192000"/>
              <a:gd name="connsiteY204" fmla="*/ 6437447 h 6858000"/>
              <a:gd name="connsiteX205" fmla="*/ 578189 w 12192000"/>
              <a:gd name="connsiteY205" fmla="*/ 6437447 h 6858000"/>
              <a:gd name="connsiteX206" fmla="*/ 553685 w 12192000"/>
              <a:gd name="connsiteY206" fmla="*/ 6464876 h 6858000"/>
              <a:gd name="connsiteX207" fmla="*/ 578189 w 12192000"/>
              <a:gd name="connsiteY207" fmla="*/ 6492405 h 6858000"/>
              <a:gd name="connsiteX208" fmla="*/ 594424 w 12192000"/>
              <a:gd name="connsiteY208" fmla="*/ 6483430 h 6858000"/>
              <a:gd name="connsiteX209" fmla="*/ 594424 w 12192000"/>
              <a:gd name="connsiteY209" fmla="*/ 6490893 h 6858000"/>
              <a:gd name="connsiteX210" fmla="*/ 608441 w 12192000"/>
              <a:gd name="connsiteY210" fmla="*/ 6490893 h 6858000"/>
              <a:gd name="connsiteX211" fmla="*/ 608441 w 12192000"/>
              <a:gd name="connsiteY211" fmla="*/ 6438859 h 6858000"/>
              <a:gd name="connsiteX212" fmla="*/ 594424 w 12192000"/>
              <a:gd name="connsiteY212" fmla="*/ 6438859 h 6858000"/>
              <a:gd name="connsiteX213" fmla="*/ 594424 w 12192000"/>
              <a:gd name="connsiteY213" fmla="*/ 6446422 h 6858000"/>
              <a:gd name="connsiteX214" fmla="*/ 578189 w 12192000"/>
              <a:gd name="connsiteY214" fmla="*/ 6437447 h 6858000"/>
              <a:gd name="connsiteX215" fmla="*/ 500903 w 12192000"/>
              <a:gd name="connsiteY215" fmla="*/ 6433615 h 6858000"/>
              <a:gd name="connsiteX216" fmla="*/ 518449 w 12192000"/>
              <a:gd name="connsiteY216" fmla="*/ 6433615 h 6858000"/>
              <a:gd name="connsiteX217" fmla="*/ 527121 w 12192000"/>
              <a:gd name="connsiteY217" fmla="*/ 6441078 h 6858000"/>
              <a:gd name="connsiteX218" fmla="*/ 518449 w 12192000"/>
              <a:gd name="connsiteY218" fmla="*/ 6448439 h 6858000"/>
              <a:gd name="connsiteX219" fmla="*/ 500903 w 12192000"/>
              <a:gd name="connsiteY219" fmla="*/ 6448439 h 6858000"/>
              <a:gd name="connsiteX220" fmla="*/ 1120007 w 12192000"/>
              <a:gd name="connsiteY220" fmla="*/ 6423632 h 6858000"/>
              <a:gd name="connsiteX221" fmla="*/ 1105990 w 12192000"/>
              <a:gd name="connsiteY221" fmla="*/ 6427666 h 6858000"/>
              <a:gd name="connsiteX222" fmla="*/ 1105990 w 12192000"/>
              <a:gd name="connsiteY222" fmla="*/ 6438859 h 6858000"/>
              <a:gd name="connsiteX223" fmla="*/ 1097217 w 12192000"/>
              <a:gd name="connsiteY223" fmla="*/ 6438859 h 6858000"/>
              <a:gd name="connsiteX224" fmla="*/ 1097217 w 12192000"/>
              <a:gd name="connsiteY224" fmla="*/ 6450758 h 6858000"/>
              <a:gd name="connsiteX225" fmla="*/ 1105990 w 12192000"/>
              <a:gd name="connsiteY225" fmla="*/ 6450758 h 6858000"/>
              <a:gd name="connsiteX226" fmla="*/ 1105990 w 12192000"/>
              <a:gd name="connsiteY226" fmla="*/ 6472943 h 6858000"/>
              <a:gd name="connsiteX227" fmla="*/ 1124041 w 12192000"/>
              <a:gd name="connsiteY227" fmla="*/ 6492103 h 6858000"/>
              <a:gd name="connsiteX228" fmla="*/ 1132007 w 12192000"/>
              <a:gd name="connsiteY228" fmla="*/ 6491195 h 6858000"/>
              <a:gd name="connsiteX229" fmla="*/ 1132007 w 12192000"/>
              <a:gd name="connsiteY229" fmla="*/ 6479296 h 6858000"/>
              <a:gd name="connsiteX230" fmla="*/ 1128075 w 12192000"/>
              <a:gd name="connsiteY230" fmla="*/ 6479699 h 6858000"/>
              <a:gd name="connsiteX231" fmla="*/ 1120007 w 12192000"/>
              <a:gd name="connsiteY231" fmla="*/ 6471733 h 6858000"/>
              <a:gd name="connsiteX232" fmla="*/ 1120007 w 12192000"/>
              <a:gd name="connsiteY232" fmla="*/ 6450758 h 6858000"/>
              <a:gd name="connsiteX233" fmla="*/ 1132007 w 12192000"/>
              <a:gd name="connsiteY233" fmla="*/ 6450758 h 6858000"/>
              <a:gd name="connsiteX234" fmla="*/ 1132007 w 12192000"/>
              <a:gd name="connsiteY234" fmla="*/ 6438859 h 6858000"/>
              <a:gd name="connsiteX235" fmla="*/ 1120007 w 12192000"/>
              <a:gd name="connsiteY235" fmla="*/ 6438859 h 6858000"/>
              <a:gd name="connsiteX236" fmla="*/ 1141989 w 12192000"/>
              <a:gd name="connsiteY236" fmla="*/ 6420305 h 6858000"/>
              <a:gd name="connsiteX237" fmla="*/ 1141989 w 12192000"/>
              <a:gd name="connsiteY237" fmla="*/ 6490893 h 6858000"/>
              <a:gd name="connsiteX238" fmla="*/ 1156006 w 12192000"/>
              <a:gd name="connsiteY238" fmla="*/ 6490893 h 6858000"/>
              <a:gd name="connsiteX239" fmla="*/ 1156006 w 12192000"/>
              <a:gd name="connsiteY239" fmla="*/ 6459733 h 6858000"/>
              <a:gd name="connsiteX240" fmla="*/ 1165586 w 12192000"/>
              <a:gd name="connsiteY240" fmla="*/ 6449750 h 6858000"/>
              <a:gd name="connsiteX241" fmla="*/ 1174561 w 12192000"/>
              <a:gd name="connsiteY241" fmla="*/ 6459229 h 6858000"/>
              <a:gd name="connsiteX242" fmla="*/ 1174561 w 12192000"/>
              <a:gd name="connsiteY242" fmla="*/ 6490893 h 6858000"/>
              <a:gd name="connsiteX243" fmla="*/ 1188578 w 12192000"/>
              <a:gd name="connsiteY243" fmla="*/ 6490893 h 6858000"/>
              <a:gd name="connsiteX244" fmla="*/ 1188578 w 12192000"/>
              <a:gd name="connsiteY244" fmla="*/ 6456708 h 6858000"/>
              <a:gd name="connsiteX245" fmla="*/ 1171636 w 12192000"/>
              <a:gd name="connsiteY245" fmla="*/ 6437447 h 6858000"/>
              <a:gd name="connsiteX246" fmla="*/ 1156006 w 12192000"/>
              <a:gd name="connsiteY246" fmla="*/ 6444809 h 6858000"/>
              <a:gd name="connsiteX247" fmla="*/ 1156006 w 12192000"/>
              <a:gd name="connsiteY247" fmla="*/ 6420305 h 6858000"/>
              <a:gd name="connsiteX248" fmla="*/ 485776 w 12192000"/>
              <a:gd name="connsiteY248" fmla="*/ 6420305 h 6858000"/>
              <a:gd name="connsiteX249" fmla="*/ 485776 w 12192000"/>
              <a:gd name="connsiteY249" fmla="*/ 6490893 h 6858000"/>
              <a:gd name="connsiteX250" fmla="*/ 520667 w 12192000"/>
              <a:gd name="connsiteY250" fmla="*/ 6490893 h 6858000"/>
              <a:gd name="connsiteX251" fmla="*/ 544567 w 12192000"/>
              <a:gd name="connsiteY251" fmla="*/ 6471229 h 6858000"/>
              <a:gd name="connsiteX252" fmla="*/ 532264 w 12192000"/>
              <a:gd name="connsiteY252" fmla="*/ 6454691 h 6858000"/>
              <a:gd name="connsiteX253" fmla="*/ 542752 w 12192000"/>
              <a:gd name="connsiteY253" fmla="*/ 6438960 h 6858000"/>
              <a:gd name="connsiteX254" fmla="*/ 520567 w 12192000"/>
              <a:gd name="connsiteY254" fmla="*/ 6420305 h 6858000"/>
              <a:gd name="connsiteX255" fmla="*/ 994260 w 12192000"/>
              <a:gd name="connsiteY255" fmla="*/ 6419094 h 6858000"/>
              <a:gd name="connsiteX256" fmla="*/ 958360 w 12192000"/>
              <a:gd name="connsiteY256" fmla="*/ 6455800 h 6858000"/>
              <a:gd name="connsiteX257" fmla="*/ 992041 w 12192000"/>
              <a:gd name="connsiteY257" fmla="*/ 6492405 h 6858000"/>
              <a:gd name="connsiteX258" fmla="*/ 1012613 w 12192000"/>
              <a:gd name="connsiteY258" fmla="*/ 6482624 h 6858000"/>
              <a:gd name="connsiteX259" fmla="*/ 1012613 w 12192000"/>
              <a:gd name="connsiteY259" fmla="*/ 6490893 h 6858000"/>
              <a:gd name="connsiteX260" fmla="*/ 1026226 w 12192000"/>
              <a:gd name="connsiteY260" fmla="*/ 6490893 h 6858000"/>
              <a:gd name="connsiteX261" fmla="*/ 1026226 w 12192000"/>
              <a:gd name="connsiteY261" fmla="*/ 6452977 h 6858000"/>
              <a:gd name="connsiteX262" fmla="*/ 994562 w 12192000"/>
              <a:gd name="connsiteY262" fmla="*/ 6452977 h 6858000"/>
              <a:gd name="connsiteX263" fmla="*/ 994562 w 12192000"/>
              <a:gd name="connsiteY263" fmla="*/ 6466489 h 6858000"/>
              <a:gd name="connsiteX264" fmla="*/ 1011302 w 12192000"/>
              <a:gd name="connsiteY264" fmla="*/ 6466489 h 6858000"/>
              <a:gd name="connsiteX265" fmla="*/ 994462 w 12192000"/>
              <a:gd name="connsiteY265" fmla="*/ 6478086 h 6858000"/>
              <a:gd name="connsiteX266" fmla="*/ 974394 w 12192000"/>
              <a:gd name="connsiteY266" fmla="*/ 6455800 h 6858000"/>
              <a:gd name="connsiteX267" fmla="*/ 994260 w 12192000"/>
              <a:gd name="connsiteY267" fmla="*/ 6433414 h 6858000"/>
              <a:gd name="connsiteX268" fmla="*/ 1012008 w 12192000"/>
              <a:gd name="connsiteY268" fmla="*/ 6443699 h 6858000"/>
              <a:gd name="connsiteX269" fmla="*/ 1024714 w 12192000"/>
              <a:gd name="connsiteY269" fmla="*/ 6435229 h 6858000"/>
              <a:gd name="connsiteX270" fmla="*/ 994260 w 12192000"/>
              <a:gd name="connsiteY270" fmla="*/ 6419094 h 6858000"/>
              <a:gd name="connsiteX271" fmla="*/ 875121 w 12192000"/>
              <a:gd name="connsiteY271" fmla="*/ 6416674 h 6858000"/>
              <a:gd name="connsiteX272" fmla="*/ 866751 w 12192000"/>
              <a:gd name="connsiteY272" fmla="*/ 6424943 h 6858000"/>
              <a:gd name="connsiteX273" fmla="*/ 875121 w 12192000"/>
              <a:gd name="connsiteY273" fmla="*/ 6433313 h 6858000"/>
              <a:gd name="connsiteX274" fmla="*/ 883491 w 12192000"/>
              <a:gd name="connsiteY274" fmla="*/ 6424943 h 6858000"/>
              <a:gd name="connsiteX275" fmla="*/ 875121 w 12192000"/>
              <a:gd name="connsiteY275" fmla="*/ 6416674 h 6858000"/>
              <a:gd name="connsiteX276" fmla="*/ 0 w 12192000"/>
              <a:gd name="connsiteY276" fmla="*/ 786751 h 6858000"/>
              <a:gd name="connsiteX277" fmla="*/ 471872 w 12192000"/>
              <a:gd name="connsiteY277" fmla="*/ 2680582 h 6858000"/>
              <a:gd name="connsiteX278" fmla="*/ 802876 w 12192000"/>
              <a:gd name="connsiteY278" fmla="*/ 2879540 h 6858000"/>
              <a:gd name="connsiteX279" fmla="*/ 857659 w 12192000"/>
              <a:gd name="connsiteY279" fmla="*/ 2865890 h 6858000"/>
              <a:gd name="connsiteX280" fmla="*/ 904737 w 12192000"/>
              <a:gd name="connsiteY280" fmla="*/ 2862396 h 6858000"/>
              <a:gd name="connsiteX281" fmla="*/ 12192000 w 12192000"/>
              <a:gd name="connsiteY281" fmla="*/ 872148 h 6858000"/>
              <a:gd name="connsiteX282" fmla="*/ 12192000 w 12192000"/>
              <a:gd name="connsiteY282" fmla="*/ 6858000 h 6858000"/>
              <a:gd name="connsiteX283" fmla="*/ 0 w 12192000"/>
              <a:gd name="connsiteY283" fmla="*/ 6858000 h 6858000"/>
              <a:gd name="connsiteX284" fmla="*/ 0 w 12192000"/>
              <a:gd name="connsiteY284" fmla="*/ 0 h 6858000"/>
              <a:gd name="connsiteX285" fmla="*/ 1 w 12192000"/>
              <a:gd name="connsiteY285" fmla="*/ 0 h 6858000"/>
              <a:gd name="connsiteX286" fmla="*/ 0 w 12192000"/>
              <a:gd name="connsiteY286" fmla="*/ 78675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Lst>
            <a:rect l="l" t="t" r="r" b="b"/>
            <a:pathLst>
              <a:path w="12192000" h="6858000">
                <a:moveTo>
                  <a:pt x="693262" y="6562790"/>
                </a:moveTo>
                <a:cubicBezTo>
                  <a:pt x="701252" y="6562790"/>
                  <a:pt x="707789" y="6568497"/>
                  <a:pt x="709242" y="6577940"/>
                </a:cubicBezTo>
                <a:lnTo>
                  <a:pt x="676660" y="6577940"/>
                </a:lnTo>
                <a:cubicBezTo>
                  <a:pt x="678217" y="6568705"/>
                  <a:pt x="684650" y="6562790"/>
                  <a:pt x="693262" y="6562790"/>
                </a:cubicBezTo>
                <a:close/>
                <a:moveTo>
                  <a:pt x="569365" y="6562790"/>
                </a:moveTo>
                <a:cubicBezTo>
                  <a:pt x="577355" y="6562790"/>
                  <a:pt x="583892" y="6568497"/>
                  <a:pt x="585345" y="6577940"/>
                </a:cubicBezTo>
                <a:lnTo>
                  <a:pt x="552763" y="6577940"/>
                </a:lnTo>
                <a:cubicBezTo>
                  <a:pt x="554320" y="6568705"/>
                  <a:pt x="560753" y="6562790"/>
                  <a:pt x="569365" y="6562790"/>
                </a:cubicBezTo>
                <a:close/>
                <a:moveTo>
                  <a:pt x="605700" y="6556045"/>
                </a:moveTo>
                <a:lnTo>
                  <a:pt x="605700" y="6608757"/>
                </a:lnTo>
                <a:lnTo>
                  <a:pt x="614416" y="6608757"/>
                </a:lnTo>
                <a:lnTo>
                  <a:pt x="614416" y="6556045"/>
                </a:lnTo>
                <a:close/>
                <a:moveTo>
                  <a:pt x="693262" y="6554697"/>
                </a:moveTo>
                <a:cubicBezTo>
                  <a:pt x="678528" y="6554697"/>
                  <a:pt x="667529" y="6566318"/>
                  <a:pt x="667529" y="6582401"/>
                </a:cubicBezTo>
                <a:cubicBezTo>
                  <a:pt x="667529" y="6598381"/>
                  <a:pt x="678735" y="6610106"/>
                  <a:pt x="693781" y="6610106"/>
                </a:cubicBezTo>
                <a:cubicBezTo>
                  <a:pt x="703535" y="6610106"/>
                  <a:pt x="712044" y="6605437"/>
                  <a:pt x="716402" y="6598485"/>
                </a:cubicBezTo>
                <a:lnTo>
                  <a:pt x="710280" y="6593297"/>
                </a:lnTo>
                <a:cubicBezTo>
                  <a:pt x="706959" y="6598692"/>
                  <a:pt x="701045" y="6602013"/>
                  <a:pt x="693781" y="6602013"/>
                </a:cubicBezTo>
                <a:cubicBezTo>
                  <a:pt x="684546" y="6602013"/>
                  <a:pt x="677698" y="6595268"/>
                  <a:pt x="676556" y="6585203"/>
                </a:cubicBezTo>
                <a:lnTo>
                  <a:pt x="718166" y="6585203"/>
                </a:lnTo>
                <a:cubicBezTo>
                  <a:pt x="718270" y="6584165"/>
                  <a:pt x="718373" y="6583024"/>
                  <a:pt x="718373" y="6582090"/>
                </a:cubicBezTo>
                <a:cubicBezTo>
                  <a:pt x="718373" y="6566629"/>
                  <a:pt x="707789" y="6554697"/>
                  <a:pt x="693262" y="6554697"/>
                </a:cubicBezTo>
                <a:close/>
                <a:moveTo>
                  <a:pt x="569365" y="6554697"/>
                </a:moveTo>
                <a:cubicBezTo>
                  <a:pt x="554631" y="6554697"/>
                  <a:pt x="543632" y="6566318"/>
                  <a:pt x="543632" y="6582401"/>
                </a:cubicBezTo>
                <a:cubicBezTo>
                  <a:pt x="543632" y="6598381"/>
                  <a:pt x="554838" y="6610106"/>
                  <a:pt x="569884" y="6610106"/>
                </a:cubicBezTo>
                <a:cubicBezTo>
                  <a:pt x="579638" y="6610106"/>
                  <a:pt x="588147" y="6605437"/>
                  <a:pt x="592505" y="6598485"/>
                </a:cubicBezTo>
                <a:lnTo>
                  <a:pt x="586383" y="6593297"/>
                </a:lnTo>
                <a:cubicBezTo>
                  <a:pt x="583062" y="6598692"/>
                  <a:pt x="577148" y="6602013"/>
                  <a:pt x="569884" y="6602013"/>
                </a:cubicBezTo>
                <a:cubicBezTo>
                  <a:pt x="560649" y="6602013"/>
                  <a:pt x="553801" y="6595268"/>
                  <a:pt x="552659" y="6585203"/>
                </a:cubicBezTo>
                <a:lnTo>
                  <a:pt x="594269" y="6585203"/>
                </a:lnTo>
                <a:cubicBezTo>
                  <a:pt x="594373" y="6584165"/>
                  <a:pt x="594476" y="6583024"/>
                  <a:pt x="594476" y="6582090"/>
                </a:cubicBezTo>
                <a:cubicBezTo>
                  <a:pt x="594476" y="6566629"/>
                  <a:pt x="583892" y="6554697"/>
                  <a:pt x="569365" y="6554697"/>
                </a:cubicBezTo>
                <a:close/>
                <a:moveTo>
                  <a:pt x="643657" y="6541207"/>
                </a:moveTo>
                <a:lnTo>
                  <a:pt x="634941" y="6544216"/>
                </a:lnTo>
                <a:lnTo>
                  <a:pt x="634941" y="6556045"/>
                </a:lnTo>
                <a:lnTo>
                  <a:pt x="625187" y="6556045"/>
                </a:lnTo>
                <a:lnTo>
                  <a:pt x="625187" y="6563620"/>
                </a:lnTo>
                <a:lnTo>
                  <a:pt x="634941" y="6563620"/>
                </a:lnTo>
                <a:lnTo>
                  <a:pt x="634941" y="6593608"/>
                </a:lnTo>
                <a:cubicBezTo>
                  <a:pt x="634941" y="6603881"/>
                  <a:pt x="640544" y="6609899"/>
                  <a:pt x="650298" y="6609899"/>
                </a:cubicBezTo>
                <a:cubicBezTo>
                  <a:pt x="653100" y="6609899"/>
                  <a:pt x="655590" y="6609484"/>
                  <a:pt x="657354" y="6608757"/>
                </a:cubicBezTo>
                <a:lnTo>
                  <a:pt x="657354" y="6600975"/>
                </a:lnTo>
                <a:cubicBezTo>
                  <a:pt x="655798" y="6601598"/>
                  <a:pt x="654034" y="6601909"/>
                  <a:pt x="652373" y="6601909"/>
                </a:cubicBezTo>
                <a:cubicBezTo>
                  <a:pt x="646562" y="6601909"/>
                  <a:pt x="643657" y="6598692"/>
                  <a:pt x="643657" y="6592778"/>
                </a:cubicBezTo>
                <a:lnTo>
                  <a:pt x="643657" y="6563620"/>
                </a:lnTo>
                <a:lnTo>
                  <a:pt x="657354" y="6563620"/>
                </a:lnTo>
                <a:lnTo>
                  <a:pt x="657354" y="6556045"/>
                </a:lnTo>
                <a:lnTo>
                  <a:pt x="643657" y="6556045"/>
                </a:lnTo>
                <a:close/>
                <a:moveTo>
                  <a:pt x="509588" y="6534878"/>
                </a:moveTo>
                <a:cubicBezTo>
                  <a:pt x="493920" y="6534878"/>
                  <a:pt x="484373" y="6542867"/>
                  <a:pt x="484373" y="6554800"/>
                </a:cubicBezTo>
                <a:cubicBezTo>
                  <a:pt x="484373" y="6565799"/>
                  <a:pt x="490288" y="6571921"/>
                  <a:pt x="503051" y="6574723"/>
                </a:cubicBezTo>
                <a:lnTo>
                  <a:pt x="511663" y="6576591"/>
                </a:lnTo>
                <a:cubicBezTo>
                  <a:pt x="520276" y="6578562"/>
                  <a:pt x="524945" y="6582401"/>
                  <a:pt x="524945" y="6589354"/>
                </a:cubicBezTo>
                <a:cubicBezTo>
                  <a:pt x="524945" y="6597032"/>
                  <a:pt x="518823" y="6601701"/>
                  <a:pt x="507720" y="6601701"/>
                </a:cubicBezTo>
                <a:cubicBezTo>
                  <a:pt x="500042" y="6601701"/>
                  <a:pt x="492259" y="6599107"/>
                  <a:pt x="485618" y="6593815"/>
                </a:cubicBezTo>
                <a:lnTo>
                  <a:pt x="485618" y="6603569"/>
                </a:lnTo>
                <a:cubicBezTo>
                  <a:pt x="491741" y="6607720"/>
                  <a:pt x="499834" y="6610003"/>
                  <a:pt x="507720" y="6610003"/>
                </a:cubicBezTo>
                <a:cubicBezTo>
                  <a:pt x="524115" y="6610003"/>
                  <a:pt x="534284" y="6602117"/>
                  <a:pt x="534284" y="6589042"/>
                </a:cubicBezTo>
                <a:cubicBezTo>
                  <a:pt x="534284" y="6577732"/>
                  <a:pt x="527954" y="6570780"/>
                  <a:pt x="514465" y="6567771"/>
                </a:cubicBezTo>
                <a:lnTo>
                  <a:pt x="505852" y="6565799"/>
                </a:lnTo>
                <a:cubicBezTo>
                  <a:pt x="497344" y="6563828"/>
                  <a:pt x="493816" y="6560196"/>
                  <a:pt x="493816" y="6554178"/>
                </a:cubicBezTo>
                <a:cubicBezTo>
                  <a:pt x="493816" y="6547433"/>
                  <a:pt x="499730" y="6543179"/>
                  <a:pt x="509588" y="6543179"/>
                </a:cubicBezTo>
                <a:cubicBezTo>
                  <a:pt x="517163" y="6543179"/>
                  <a:pt x="524737" y="6545669"/>
                  <a:pt x="530963" y="6551065"/>
                </a:cubicBezTo>
                <a:lnTo>
                  <a:pt x="531067" y="6541311"/>
                </a:lnTo>
                <a:cubicBezTo>
                  <a:pt x="524634" y="6536849"/>
                  <a:pt x="516436" y="6534878"/>
                  <a:pt x="509588" y="6534878"/>
                </a:cubicBezTo>
                <a:close/>
                <a:moveTo>
                  <a:pt x="610058" y="6534151"/>
                </a:moveTo>
                <a:cubicBezTo>
                  <a:pt x="606634" y="6534151"/>
                  <a:pt x="604039" y="6536849"/>
                  <a:pt x="604039" y="6540170"/>
                </a:cubicBezTo>
                <a:cubicBezTo>
                  <a:pt x="604039" y="6543594"/>
                  <a:pt x="606634" y="6546188"/>
                  <a:pt x="610058" y="6546188"/>
                </a:cubicBezTo>
                <a:cubicBezTo>
                  <a:pt x="613482" y="6546188"/>
                  <a:pt x="616076" y="6543594"/>
                  <a:pt x="616076" y="6540170"/>
                </a:cubicBezTo>
                <a:cubicBezTo>
                  <a:pt x="616076" y="6536849"/>
                  <a:pt x="613482" y="6534151"/>
                  <a:pt x="610058" y="6534151"/>
                </a:cubicBezTo>
                <a:close/>
                <a:moveTo>
                  <a:pt x="500903" y="6461548"/>
                </a:moveTo>
                <a:lnTo>
                  <a:pt x="519457" y="6461548"/>
                </a:lnTo>
                <a:cubicBezTo>
                  <a:pt x="525407" y="6461548"/>
                  <a:pt x="528835" y="6464573"/>
                  <a:pt x="528835" y="6469515"/>
                </a:cubicBezTo>
                <a:cubicBezTo>
                  <a:pt x="528835" y="6474657"/>
                  <a:pt x="525407" y="6477582"/>
                  <a:pt x="519457" y="6477582"/>
                </a:cubicBezTo>
                <a:lnTo>
                  <a:pt x="500903" y="6477582"/>
                </a:lnTo>
                <a:close/>
                <a:moveTo>
                  <a:pt x="1062844" y="6451061"/>
                </a:moveTo>
                <a:cubicBezTo>
                  <a:pt x="1070508" y="6451061"/>
                  <a:pt x="1075953" y="6457010"/>
                  <a:pt x="1075953" y="6464876"/>
                </a:cubicBezTo>
                <a:cubicBezTo>
                  <a:pt x="1075953" y="6472741"/>
                  <a:pt x="1070508" y="6478691"/>
                  <a:pt x="1062844" y="6478691"/>
                </a:cubicBezTo>
                <a:cubicBezTo>
                  <a:pt x="1055281" y="6478691"/>
                  <a:pt x="1049835" y="6472741"/>
                  <a:pt x="1049835" y="6464876"/>
                </a:cubicBezTo>
                <a:cubicBezTo>
                  <a:pt x="1049835" y="6457010"/>
                  <a:pt x="1055281" y="6451061"/>
                  <a:pt x="1062844" y="6451061"/>
                </a:cubicBezTo>
                <a:close/>
                <a:moveTo>
                  <a:pt x="1225495" y="6450960"/>
                </a:moveTo>
                <a:cubicBezTo>
                  <a:pt x="1233058" y="6450960"/>
                  <a:pt x="1238604" y="6457010"/>
                  <a:pt x="1238604" y="6464876"/>
                </a:cubicBezTo>
                <a:cubicBezTo>
                  <a:pt x="1238604" y="6472741"/>
                  <a:pt x="1233058" y="6478792"/>
                  <a:pt x="1225495" y="6478792"/>
                </a:cubicBezTo>
                <a:cubicBezTo>
                  <a:pt x="1217932" y="6478792"/>
                  <a:pt x="1212386" y="6472741"/>
                  <a:pt x="1212386" y="6464876"/>
                </a:cubicBezTo>
                <a:cubicBezTo>
                  <a:pt x="1212386" y="6457010"/>
                  <a:pt x="1217932" y="6450960"/>
                  <a:pt x="1225495" y="6450960"/>
                </a:cubicBezTo>
                <a:close/>
                <a:moveTo>
                  <a:pt x="919961" y="6450960"/>
                </a:moveTo>
                <a:cubicBezTo>
                  <a:pt x="927524" y="6450960"/>
                  <a:pt x="933070" y="6457010"/>
                  <a:pt x="933070" y="6464876"/>
                </a:cubicBezTo>
                <a:cubicBezTo>
                  <a:pt x="933070" y="6472741"/>
                  <a:pt x="927524" y="6478792"/>
                  <a:pt x="919961" y="6478792"/>
                </a:cubicBezTo>
                <a:cubicBezTo>
                  <a:pt x="912398" y="6478792"/>
                  <a:pt x="906852" y="6472741"/>
                  <a:pt x="906852" y="6464876"/>
                </a:cubicBezTo>
                <a:cubicBezTo>
                  <a:pt x="906852" y="6457010"/>
                  <a:pt x="912398" y="6450960"/>
                  <a:pt x="919961" y="6450960"/>
                </a:cubicBezTo>
                <a:close/>
                <a:moveTo>
                  <a:pt x="581315" y="6450960"/>
                </a:moveTo>
                <a:cubicBezTo>
                  <a:pt x="588878" y="6450960"/>
                  <a:pt x="594424" y="6457010"/>
                  <a:pt x="594424" y="6464876"/>
                </a:cubicBezTo>
                <a:cubicBezTo>
                  <a:pt x="594424" y="6472741"/>
                  <a:pt x="588878" y="6478792"/>
                  <a:pt x="581315" y="6478792"/>
                </a:cubicBezTo>
                <a:cubicBezTo>
                  <a:pt x="573752" y="6478792"/>
                  <a:pt x="568206" y="6472741"/>
                  <a:pt x="568206" y="6464876"/>
                </a:cubicBezTo>
                <a:cubicBezTo>
                  <a:pt x="568206" y="6457010"/>
                  <a:pt x="573752" y="6450960"/>
                  <a:pt x="581315" y="6450960"/>
                </a:cubicBezTo>
                <a:close/>
                <a:moveTo>
                  <a:pt x="1288499" y="6450153"/>
                </a:moveTo>
                <a:cubicBezTo>
                  <a:pt x="1294046" y="6450153"/>
                  <a:pt x="1298382" y="6452977"/>
                  <a:pt x="1299895" y="6458926"/>
                </a:cubicBezTo>
                <a:lnTo>
                  <a:pt x="1277306" y="6458926"/>
                </a:lnTo>
                <a:cubicBezTo>
                  <a:pt x="1278818" y="6453380"/>
                  <a:pt x="1282852" y="6450153"/>
                  <a:pt x="1288499" y="6450153"/>
                </a:cubicBezTo>
                <a:close/>
                <a:moveTo>
                  <a:pt x="773758" y="6450153"/>
                </a:moveTo>
                <a:cubicBezTo>
                  <a:pt x="779304" y="6450153"/>
                  <a:pt x="783640" y="6452977"/>
                  <a:pt x="785153" y="6458926"/>
                </a:cubicBezTo>
                <a:lnTo>
                  <a:pt x="762564" y="6458926"/>
                </a:lnTo>
                <a:cubicBezTo>
                  <a:pt x="764077" y="6453380"/>
                  <a:pt x="768111" y="6450153"/>
                  <a:pt x="773758" y="6450153"/>
                </a:cubicBezTo>
                <a:close/>
                <a:moveTo>
                  <a:pt x="868062" y="6438859"/>
                </a:moveTo>
                <a:lnTo>
                  <a:pt x="868062" y="6490893"/>
                </a:lnTo>
                <a:lnTo>
                  <a:pt x="882079" y="6490893"/>
                </a:lnTo>
                <a:lnTo>
                  <a:pt x="882079" y="6438859"/>
                </a:lnTo>
                <a:close/>
                <a:moveTo>
                  <a:pt x="1351643" y="6437851"/>
                </a:moveTo>
                <a:cubicBezTo>
                  <a:pt x="1343071" y="6437851"/>
                  <a:pt x="1338332" y="6442288"/>
                  <a:pt x="1336617" y="6448136"/>
                </a:cubicBezTo>
                <a:lnTo>
                  <a:pt x="1336617" y="6438859"/>
                </a:lnTo>
                <a:lnTo>
                  <a:pt x="1322600" y="6438859"/>
                </a:lnTo>
                <a:lnTo>
                  <a:pt x="1322600" y="6490893"/>
                </a:lnTo>
                <a:lnTo>
                  <a:pt x="1336617" y="6490893"/>
                </a:lnTo>
                <a:lnTo>
                  <a:pt x="1336617" y="6462557"/>
                </a:lnTo>
                <a:cubicBezTo>
                  <a:pt x="1336617" y="6455599"/>
                  <a:pt x="1339542" y="6452674"/>
                  <a:pt x="1350029" y="6452674"/>
                </a:cubicBezTo>
                <a:lnTo>
                  <a:pt x="1352550" y="6452674"/>
                </a:lnTo>
                <a:lnTo>
                  <a:pt x="1352550" y="6437851"/>
                </a:lnTo>
                <a:close/>
                <a:moveTo>
                  <a:pt x="650269" y="6437851"/>
                </a:moveTo>
                <a:cubicBezTo>
                  <a:pt x="641698" y="6437851"/>
                  <a:pt x="636958" y="6442288"/>
                  <a:pt x="635244" y="6448136"/>
                </a:cubicBezTo>
                <a:lnTo>
                  <a:pt x="635244" y="6438859"/>
                </a:lnTo>
                <a:lnTo>
                  <a:pt x="621227" y="6438859"/>
                </a:lnTo>
                <a:lnTo>
                  <a:pt x="621227" y="6490893"/>
                </a:lnTo>
                <a:lnTo>
                  <a:pt x="635244" y="6490893"/>
                </a:lnTo>
                <a:lnTo>
                  <a:pt x="635244" y="6462557"/>
                </a:lnTo>
                <a:cubicBezTo>
                  <a:pt x="635244" y="6455599"/>
                  <a:pt x="638168" y="6452674"/>
                  <a:pt x="648656" y="6452674"/>
                </a:cubicBezTo>
                <a:lnTo>
                  <a:pt x="651177" y="6452674"/>
                </a:lnTo>
                <a:lnTo>
                  <a:pt x="651177" y="6437851"/>
                </a:lnTo>
                <a:close/>
                <a:moveTo>
                  <a:pt x="1288499" y="6437447"/>
                </a:moveTo>
                <a:cubicBezTo>
                  <a:pt x="1273474" y="6437447"/>
                  <a:pt x="1262583" y="6449044"/>
                  <a:pt x="1262583" y="6464876"/>
                </a:cubicBezTo>
                <a:cubicBezTo>
                  <a:pt x="1262583" y="6480708"/>
                  <a:pt x="1273978" y="6492405"/>
                  <a:pt x="1289709" y="6492405"/>
                </a:cubicBezTo>
                <a:cubicBezTo>
                  <a:pt x="1299088" y="6492405"/>
                  <a:pt x="1308466" y="6487565"/>
                  <a:pt x="1312701" y="6480607"/>
                </a:cubicBezTo>
                <a:lnTo>
                  <a:pt x="1303222" y="6472540"/>
                </a:lnTo>
                <a:cubicBezTo>
                  <a:pt x="1300600" y="6476977"/>
                  <a:pt x="1295356" y="6479699"/>
                  <a:pt x="1289709" y="6479699"/>
                </a:cubicBezTo>
                <a:cubicBezTo>
                  <a:pt x="1282751" y="6479699"/>
                  <a:pt x="1278415" y="6474960"/>
                  <a:pt x="1277104" y="6468909"/>
                </a:cubicBezTo>
                <a:lnTo>
                  <a:pt x="1314113" y="6468909"/>
                </a:lnTo>
                <a:cubicBezTo>
                  <a:pt x="1314315" y="6467498"/>
                  <a:pt x="1314516" y="6465783"/>
                  <a:pt x="1314516" y="6464271"/>
                </a:cubicBezTo>
                <a:cubicBezTo>
                  <a:pt x="1314516" y="6449548"/>
                  <a:pt x="1304533" y="6437447"/>
                  <a:pt x="1288499" y="6437447"/>
                </a:cubicBezTo>
                <a:close/>
                <a:moveTo>
                  <a:pt x="1222369" y="6437447"/>
                </a:moveTo>
                <a:cubicBezTo>
                  <a:pt x="1209158" y="6437447"/>
                  <a:pt x="1197864" y="6448943"/>
                  <a:pt x="1197864" y="6464876"/>
                </a:cubicBezTo>
                <a:cubicBezTo>
                  <a:pt x="1197864" y="6480909"/>
                  <a:pt x="1209158" y="6492405"/>
                  <a:pt x="1222369" y="6492405"/>
                </a:cubicBezTo>
                <a:cubicBezTo>
                  <a:pt x="1230033" y="6492405"/>
                  <a:pt x="1235377" y="6489178"/>
                  <a:pt x="1238604" y="6483430"/>
                </a:cubicBezTo>
                <a:lnTo>
                  <a:pt x="1238604" y="6490893"/>
                </a:lnTo>
                <a:lnTo>
                  <a:pt x="1252621" y="6490893"/>
                </a:lnTo>
                <a:lnTo>
                  <a:pt x="1252621" y="6438859"/>
                </a:lnTo>
                <a:lnTo>
                  <a:pt x="1238604" y="6438859"/>
                </a:lnTo>
                <a:lnTo>
                  <a:pt x="1238604" y="6446422"/>
                </a:lnTo>
                <a:cubicBezTo>
                  <a:pt x="1235377" y="6440674"/>
                  <a:pt x="1230033" y="6437447"/>
                  <a:pt x="1222369" y="6437447"/>
                </a:cubicBezTo>
                <a:close/>
                <a:moveTo>
                  <a:pt x="1062844" y="6437447"/>
                </a:moveTo>
                <a:cubicBezTo>
                  <a:pt x="1047213" y="6437447"/>
                  <a:pt x="1035314" y="6448943"/>
                  <a:pt x="1035314" y="6464876"/>
                </a:cubicBezTo>
                <a:cubicBezTo>
                  <a:pt x="1035314" y="6480809"/>
                  <a:pt x="1047213" y="6492304"/>
                  <a:pt x="1062844" y="6492304"/>
                </a:cubicBezTo>
                <a:cubicBezTo>
                  <a:pt x="1078575" y="6492304"/>
                  <a:pt x="1090474" y="6480809"/>
                  <a:pt x="1090474" y="6464876"/>
                </a:cubicBezTo>
                <a:cubicBezTo>
                  <a:pt x="1090474" y="6448943"/>
                  <a:pt x="1078575" y="6437447"/>
                  <a:pt x="1062844" y="6437447"/>
                </a:cubicBezTo>
                <a:close/>
                <a:moveTo>
                  <a:pt x="916835" y="6437447"/>
                </a:moveTo>
                <a:cubicBezTo>
                  <a:pt x="903625" y="6437447"/>
                  <a:pt x="892331" y="6448943"/>
                  <a:pt x="892331" y="6464876"/>
                </a:cubicBezTo>
                <a:cubicBezTo>
                  <a:pt x="892331" y="6480909"/>
                  <a:pt x="903625" y="6492405"/>
                  <a:pt x="916835" y="6492405"/>
                </a:cubicBezTo>
                <a:cubicBezTo>
                  <a:pt x="924499" y="6492405"/>
                  <a:pt x="929843" y="6489178"/>
                  <a:pt x="933070" y="6483430"/>
                </a:cubicBezTo>
                <a:lnTo>
                  <a:pt x="933070" y="6490893"/>
                </a:lnTo>
                <a:lnTo>
                  <a:pt x="947087" y="6490893"/>
                </a:lnTo>
                <a:lnTo>
                  <a:pt x="947087" y="6438859"/>
                </a:lnTo>
                <a:lnTo>
                  <a:pt x="933070" y="6438859"/>
                </a:lnTo>
                <a:lnTo>
                  <a:pt x="933070" y="6446422"/>
                </a:lnTo>
                <a:cubicBezTo>
                  <a:pt x="929843" y="6440674"/>
                  <a:pt x="924499" y="6437447"/>
                  <a:pt x="916835" y="6437447"/>
                </a:cubicBezTo>
                <a:close/>
                <a:moveTo>
                  <a:pt x="839011" y="6437447"/>
                </a:moveTo>
                <a:cubicBezTo>
                  <a:pt x="830843" y="6437447"/>
                  <a:pt x="825700" y="6441178"/>
                  <a:pt x="823381" y="6444809"/>
                </a:cubicBezTo>
                <a:lnTo>
                  <a:pt x="823381" y="6438859"/>
                </a:lnTo>
                <a:lnTo>
                  <a:pt x="809364" y="6438859"/>
                </a:lnTo>
                <a:lnTo>
                  <a:pt x="809364" y="6490893"/>
                </a:lnTo>
                <a:lnTo>
                  <a:pt x="823381" y="6490893"/>
                </a:lnTo>
                <a:lnTo>
                  <a:pt x="823381" y="6459733"/>
                </a:lnTo>
                <a:cubicBezTo>
                  <a:pt x="823381" y="6453077"/>
                  <a:pt x="827313" y="6449750"/>
                  <a:pt x="832961" y="6449750"/>
                </a:cubicBezTo>
                <a:cubicBezTo>
                  <a:pt x="838809" y="6449750"/>
                  <a:pt x="841935" y="6453582"/>
                  <a:pt x="841935" y="6459229"/>
                </a:cubicBezTo>
                <a:lnTo>
                  <a:pt x="841935" y="6490893"/>
                </a:lnTo>
                <a:lnTo>
                  <a:pt x="855952" y="6490893"/>
                </a:lnTo>
                <a:lnTo>
                  <a:pt x="855952" y="6456708"/>
                </a:lnTo>
                <a:cubicBezTo>
                  <a:pt x="855952" y="6443195"/>
                  <a:pt x="848389" y="6437447"/>
                  <a:pt x="839011" y="6437447"/>
                </a:cubicBezTo>
                <a:close/>
                <a:moveTo>
                  <a:pt x="773758" y="6437447"/>
                </a:moveTo>
                <a:cubicBezTo>
                  <a:pt x="758732" y="6437447"/>
                  <a:pt x="747842" y="6449044"/>
                  <a:pt x="747842" y="6464876"/>
                </a:cubicBezTo>
                <a:cubicBezTo>
                  <a:pt x="747842" y="6480708"/>
                  <a:pt x="759237" y="6492405"/>
                  <a:pt x="774968" y="6492405"/>
                </a:cubicBezTo>
                <a:cubicBezTo>
                  <a:pt x="784346" y="6492405"/>
                  <a:pt x="793724" y="6487565"/>
                  <a:pt x="797960" y="6480607"/>
                </a:cubicBezTo>
                <a:lnTo>
                  <a:pt x="788480" y="6472540"/>
                </a:lnTo>
                <a:cubicBezTo>
                  <a:pt x="785859" y="6476977"/>
                  <a:pt x="780615" y="6479699"/>
                  <a:pt x="774968" y="6479699"/>
                </a:cubicBezTo>
                <a:cubicBezTo>
                  <a:pt x="768010" y="6479699"/>
                  <a:pt x="763674" y="6474960"/>
                  <a:pt x="762363" y="6468909"/>
                </a:cubicBezTo>
                <a:lnTo>
                  <a:pt x="799371" y="6468909"/>
                </a:lnTo>
                <a:cubicBezTo>
                  <a:pt x="799573" y="6467498"/>
                  <a:pt x="799775" y="6465783"/>
                  <a:pt x="799775" y="6464271"/>
                </a:cubicBezTo>
                <a:cubicBezTo>
                  <a:pt x="799775" y="6449548"/>
                  <a:pt x="789792" y="6437447"/>
                  <a:pt x="773758" y="6437447"/>
                </a:cubicBezTo>
                <a:close/>
                <a:moveTo>
                  <a:pt x="689402" y="6437447"/>
                </a:moveTo>
                <a:cubicBezTo>
                  <a:pt x="681435" y="6437447"/>
                  <a:pt x="676797" y="6441078"/>
                  <a:pt x="674376" y="6444809"/>
                </a:cubicBezTo>
                <a:lnTo>
                  <a:pt x="674376" y="6438859"/>
                </a:lnTo>
                <a:lnTo>
                  <a:pt x="660360" y="6438859"/>
                </a:lnTo>
                <a:lnTo>
                  <a:pt x="660360" y="6490893"/>
                </a:lnTo>
                <a:lnTo>
                  <a:pt x="674376" y="6490893"/>
                </a:lnTo>
                <a:lnTo>
                  <a:pt x="674376" y="6460036"/>
                </a:lnTo>
                <a:cubicBezTo>
                  <a:pt x="674376" y="6453077"/>
                  <a:pt x="677906" y="6449750"/>
                  <a:pt x="683351" y="6449750"/>
                </a:cubicBezTo>
                <a:cubicBezTo>
                  <a:pt x="689099" y="6449750"/>
                  <a:pt x="691923" y="6453683"/>
                  <a:pt x="691923" y="6459632"/>
                </a:cubicBezTo>
                <a:lnTo>
                  <a:pt x="691923" y="6490893"/>
                </a:lnTo>
                <a:lnTo>
                  <a:pt x="705839" y="6490893"/>
                </a:lnTo>
                <a:lnTo>
                  <a:pt x="705839" y="6458523"/>
                </a:lnTo>
                <a:cubicBezTo>
                  <a:pt x="705839" y="6453178"/>
                  <a:pt x="709570" y="6449750"/>
                  <a:pt x="714915" y="6449750"/>
                </a:cubicBezTo>
                <a:cubicBezTo>
                  <a:pt x="720562" y="6449750"/>
                  <a:pt x="723486" y="6453582"/>
                  <a:pt x="723486" y="6459632"/>
                </a:cubicBezTo>
                <a:lnTo>
                  <a:pt x="723486" y="6490893"/>
                </a:lnTo>
                <a:lnTo>
                  <a:pt x="737503" y="6490893"/>
                </a:lnTo>
                <a:lnTo>
                  <a:pt x="737503" y="6457010"/>
                </a:lnTo>
                <a:cubicBezTo>
                  <a:pt x="737503" y="6443296"/>
                  <a:pt x="730142" y="6437447"/>
                  <a:pt x="719553" y="6437447"/>
                </a:cubicBezTo>
                <a:cubicBezTo>
                  <a:pt x="712797" y="6437447"/>
                  <a:pt x="707351" y="6439968"/>
                  <a:pt x="703520" y="6445716"/>
                </a:cubicBezTo>
                <a:cubicBezTo>
                  <a:pt x="700595" y="6439968"/>
                  <a:pt x="695351" y="6437447"/>
                  <a:pt x="689402" y="6437447"/>
                </a:cubicBezTo>
                <a:close/>
                <a:moveTo>
                  <a:pt x="578189" y="6437447"/>
                </a:moveTo>
                <a:cubicBezTo>
                  <a:pt x="564979" y="6437447"/>
                  <a:pt x="553685" y="6448943"/>
                  <a:pt x="553685" y="6464876"/>
                </a:cubicBezTo>
                <a:cubicBezTo>
                  <a:pt x="553685" y="6480909"/>
                  <a:pt x="564979" y="6492405"/>
                  <a:pt x="578189" y="6492405"/>
                </a:cubicBezTo>
                <a:cubicBezTo>
                  <a:pt x="585853" y="6492405"/>
                  <a:pt x="591197" y="6489178"/>
                  <a:pt x="594424" y="6483430"/>
                </a:cubicBezTo>
                <a:lnTo>
                  <a:pt x="594424" y="6490893"/>
                </a:lnTo>
                <a:lnTo>
                  <a:pt x="608441" y="6490893"/>
                </a:lnTo>
                <a:lnTo>
                  <a:pt x="608441" y="6438859"/>
                </a:lnTo>
                <a:lnTo>
                  <a:pt x="594424" y="6438859"/>
                </a:lnTo>
                <a:lnTo>
                  <a:pt x="594424" y="6446422"/>
                </a:lnTo>
                <a:cubicBezTo>
                  <a:pt x="591197" y="6440674"/>
                  <a:pt x="585853" y="6437447"/>
                  <a:pt x="578189" y="6437447"/>
                </a:cubicBezTo>
                <a:close/>
                <a:moveTo>
                  <a:pt x="500903" y="6433615"/>
                </a:moveTo>
                <a:lnTo>
                  <a:pt x="518449" y="6433615"/>
                </a:lnTo>
                <a:cubicBezTo>
                  <a:pt x="523995" y="6433615"/>
                  <a:pt x="527121" y="6436338"/>
                  <a:pt x="527121" y="6441078"/>
                </a:cubicBezTo>
                <a:cubicBezTo>
                  <a:pt x="527121" y="6445716"/>
                  <a:pt x="523995" y="6448439"/>
                  <a:pt x="518449" y="6448439"/>
                </a:cubicBezTo>
                <a:lnTo>
                  <a:pt x="500903" y="6448439"/>
                </a:lnTo>
                <a:close/>
                <a:moveTo>
                  <a:pt x="1120007" y="6423632"/>
                </a:moveTo>
                <a:lnTo>
                  <a:pt x="1105990" y="6427666"/>
                </a:lnTo>
                <a:lnTo>
                  <a:pt x="1105990" y="6438859"/>
                </a:lnTo>
                <a:lnTo>
                  <a:pt x="1097217" y="6438859"/>
                </a:lnTo>
                <a:lnTo>
                  <a:pt x="1097217" y="6450758"/>
                </a:lnTo>
                <a:lnTo>
                  <a:pt x="1105990" y="6450758"/>
                </a:lnTo>
                <a:lnTo>
                  <a:pt x="1105990" y="6472943"/>
                </a:lnTo>
                <a:cubicBezTo>
                  <a:pt x="1105990" y="6485246"/>
                  <a:pt x="1112646" y="6492103"/>
                  <a:pt x="1124041" y="6492103"/>
                </a:cubicBezTo>
                <a:cubicBezTo>
                  <a:pt x="1127167" y="6492103"/>
                  <a:pt x="1129890" y="6491800"/>
                  <a:pt x="1132007" y="6491195"/>
                </a:cubicBezTo>
                <a:lnTo>
                  <a:pt x="1132007" y="6479296"/>
                </a:lnTo>
                <a:cubicBezTo>
                  <a:pt x="1130696" y="6479498"/>
                  <a:pt x="1129184" y="6479699"/>
                  <a:pt x="1128075" y="6479699"/>
                </a:cubicBezTo>
                <a:cubicBezTo>
                  <a:pt x="1122528" y="6479699"/>
                  <a:pt x="1120007" y="6476876"/>
                  <a:pt x="1120007" y="6471733"/>
                </a:cubicBezTo>
                <a:lnTo>
                  <a:pt x="1120007" y="6450758"/>
                </a:lnTo>
                <a:lnTo>
                  <a:pt x="1132007" y="6450758"/>
                </a:lnTo>
                <a:lnTo>
                  <a:pt x="1132007" y="6438859"/>
                </a:lnTo>
                <a:lnTo>
                  <a:pt x="1120007" y="6438859"/>
                </a:lnTo>
                <a:close/>
                <a:moveTo>
                  <a:pt x="1141989" y="6420305"/>
                </a:moveTo>
                <a:lnTo>
                  <a:pt x="1141989" y="6490893"/>
                </a:lnTo>
                <a:lnTo>
                  <a:pt x="1156006" y="6490893"/>
                </a:lnTo>
                <a:lnTo>
                  <a:pt x="1156006" y="6459733"/>
                </a:lnTo>
                <a:cubicBezTo>
                  <a:pt x="1156006" y="6453077"/>
                  <a:pt x="1159939" y="6449750"/>
                  <a:pt x="1165586" y="6449750"/>
                </a:cubicBezTo>
                <a:cubicBezTo>
                  <a:pt x="1171435" y="6449750"/>
                  <a:pt x="1174561" y="6453582"/>
                  <a:pt x="1174561" y="6459229"/>
                </a:cubicBezTo>
                <a:lnTo>
                  <a:pt x="1174561" y="6490893"/>
                </a:lnTo>
                <a:lnTo>
                  <a:pt x="1188578" y="6490893"/>
                </a:lnTo>
                <a:lnTo>
                  <a:pt x="1188578" y="6456708"/>
                </a:lnTo>
                <a:cubicBezTo>
                  <a:pt x="1188578" y="6443195"/>
                  <a:pt x="1181115" y="6437447"/>
                  <a:pt x="1171636" y="6437447"/>
                </a:cubicBezTo>
                <a:cubicBezTo>
                  <a:pt x="1163468" y="6437447"/>
                  <a:pt x="1158325" y="6441178"/>
                  <a:pt x="1156006" y="6444809"/>
                </a:cubicBezTo>
                <a:lnTo>
                  <a:pt x="1156006" y="6420305"/>
                </a:lnTo>
                <a:close/>
                <a:moveTo>
                  <a:pt x="485776" y="6420305"/>
                </a:moveTo>
                <a:lnTo>
                  <a:pt x="485776" y="6490893"/>
                </a:lnTo>
                <a:lnTo>
                  <a:pt x="520667" y="6490893"/>
                </a:lnTo>
                <a:cubicBezTo>
                  <a:pt x="535693" y="6490893"/>
                  <a:pt x="544567" y="6483430"/>
                  <a:pt x="544567" y="6471229"/>
                </a:cubicBezTo>
                <a:cubicBezTo>
                  <a:pt x="544567" y="6463262"/>
                  <a:pt x="540230" y="6457414"/>
                  <a:pt x="532264" y="6454691"/>
                </a:cubicBezTo>
                <a:cubicBezTo>
                  <a:pt x="538718" y="6452170"/>
                  <a:pt x="542752" y="6446321"/>
                  <a:pt x="542752" y="6438960"/>
                </a:cubicBezTo>
                <a:cubicBezTo>
                  <a:pt x="542752" y="6427162"/>
                  <a:pt x="534483" y="6420305"/>
                  <a:pt x="520567" y="6420305"/>
                </a:cubicBezTo>
                <a:close/>
                <a:moveTo>
                  <a:pt x="994260" y="6419094"/>
                </a:moveTo>
                <a:cubicBezTo>
                  <a:pt x="973789" y="6419094"/>
                  <a:pt x="958360" y="6434523"/>
                  <a:pt x="958360" y="6455800"/>
                </a:cubicBezTo>
                <a:cubicBezTo>
                  <a:pt x="958360" y="6477077"/>
                  <a:pt x="973083" y="6492405"/>
                  <a:pt x="992041" y="6492405"/>
                </a:cubicBezTo>
                <a:cubicBezTo>
                  <a:pt x="1001016" y="6492405"/>
                  <a:pt x="1008277" y="6488674"/>
                  <a:pt x="1012613" y="6482624"/>
                </a:cubicBezTo>
                <a:lnTo>
                  <a:pt x="1012613" y="6490893"/>
                </a:lnTo>
                <a:lnTo>
                  <a:pt x="1026226" y="6490893"/>
                </a:lnTo>
                <a:lnTo>
                  <a:pt x="1026226" y="6452977"/>
                </a:lnTo>
                <a:lnTo>
                  <a:pt x="994562" y="6452977"/>
                </a:lnTo>
                <a:lnTo>
                  <a:pt x="994562" y="6466489"/>
                </a:lnTo>
                <a:lnTo>
                  <a:pt x="1011302" y="6466489"/>
                </a:lnTo>
                <a:cubicBezTo>
                  <a:pt x="1009285" y="6473246"/>
                  <a:pt x="1002630" y="6478086"/>
                  <a:pt x="994462" y="6478086"/>
                </a:cubicBezTo>
                <a:cubicBezTo>
                  <a:pt x="982865" y="6478086"/>
                  <a:pt x="974394" y="6468506"/>
                  <a:pt x="974394" y="6455800"/>
                </a:cubicBezTo>
                <a:cubicBezTo>
                  <a:pt x="974394" y="6442994"/>
                  <a:pt x="982764" y="6433414"/>
                  <a:pt x="994260" y="6433414"/>
                </a:cubicBezTo>
                <a:cubicBezTo>
                  <a:pt x="1002932" y="6433414"/>
                  <a:pt x="1008882" y="6437851"/>
                  <a:pt x="1012008" y="6443699"/>
                </a:cubicBezTo>
                <a:lnTo>
                  <a:pt x="1024714" y="6435229"/>
                </a:lnTo>
                <a:cubicBezTo>
                  <a:pt x="1019470" y="6424943"/>
                  <a:pt x="1007873" y="6419094"/>
                  <a:pt x="994260" y="6419094"/>
                </a:cubicBezTo>
                <a:close/>
                <a:moveTo>
                  <a:pt x="875121" y="6416674"/>
                </a:moveTo>
                <a:cubicBezTo>
                  <a:pt x="870482" y="6416674"/>
                  <a:pt x="866751" y="6420405"/>
                  <a:pt x="866751" y="6424943"/>
                </a:cubicBezTo>
                <a:cubicBezTo>
                  <a:pt x="866751" y="6429582"/>
                  <a:pt x="870482" y="6433313"/>
                  <a:pt x="875121" y="6433313"/>
                </a:cubicBezTo>
                <a:cubicBezTo>
                  <a:pt x="879760" y="6433313"/>
                  <a:pt x="883491" y="6429582"/>
                  <a:pt x="883491" y="6424943"/>
                </a:cubicBezTo>
                <a:cubicBezTo>
                  <a:pt x="883491" y="6420405"/>
                  <a:pt x="879760" y="6416674"/>
                  <a:pt x="875121" y="6416674"/>
                </a:cubicBezTo>
                <a:close/>
                <a:moveTo>
                  <a:pt x="0" y="786751"/>
                </a:moveTo>
                <a:lnTo>
                  <a:pt x="471872" y="2680582"/>
                </a:lnTo>
                <a:cubicBezTo>
                  <a:pt x="508336" y="2826927"/>
                  <a:pt x="656532" y="2916005"/>
                  <a:pt x="802876" y="2879540"/>
                </a:cubicBezTo>
                <a:lnTo>
                  <a:pt x="857659" y="2865890"/>
                </a:lnTo>
                <a:lnTo>
                  <a:pt x="904737" y="2862396"/>
                </a:lnTo>
                <a:lnTo>
                  <a:pt x="12192000" y="872148"/>
                </a:lnTo>
                <a:lnTo>
                  <a:pt x="12192000" y="6858000"/>
                </a:lnTo>
                <a:lnTo>
                  <a:pt x="0" y="6858000"/>
                </a:lnTo>
                <a:close/>
                <a:moveTo>
                  <a:pt x="0" y="0"/>
                </a:moveTo>
                <a:lnTo>
                  <a:pt x="1" y="0"/>
                </a:lnTo>
                <a:lnTo>
                  <a:pt x="0" y="786751"/>
                </a:lnTo>
                <a:close/>
              </a:path>
            </a:pathLst>
          </a:custGeom>
          <a:gradFill>
            <a:gsLst>
              <a:gs pos="0">
                <a:srgbClr val="000000">
                  <a:alpha val="0"/>
                </a:srgbClr>
              </a:gs>
              <a:gs pos="64000">
                <a:srgbClr val="000000">
                  <a:alpha val="33326"/>
                </a:srgbClr>
              </a:gs>
              <a:gs pos="25000">
                <a:srgbClr val="000000">
                  <a:alpha val="32842"/>
                </a:srgbClr>
              </a:gs>
              <a:gs pos="98000">
                <a:srgbClr val="000000">
                  <a:alpha val="0"/>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4" name="Textplatzhalter 3">
            <a:extLst>
              <a:ext uri="{FF2B5EF4-FFF2-40B4-BE49-F238E27FC236}">
                <a16:creationId xmlns:a16="http://schemas.microsoft.com/office/drawing/2014/main" id="{1D713780-E7A6-341A-64CF-0FA9C9A35CF5}"/>
              </a:ext>
            </a:extLst>
          </p:cNvPr>
          <p:cNvSpPr>
            <a:spLocks noGrp="1"/>
          </p:cNvSpPr>
          <p:nvPr>
            <p:ph type="body" idx="1"/>
          </p:nvPr>
        </p:nvSpPr>
        <p:spPr>
          <a:xfrm>
            <a:off x="3289003" y="5107459"/>
            <a:ext cx="5615286" cy="215444"/>
          </a:xfrm>
        </p:spPr>
        <p:txBody>
          <a:bodyPr/>
          <a:lstStyle/>
          <a:p>
            <a:r>
              <a:rPr lang="de-DE" dirty="0"/>
              <a:t>Optionale kurze Einleitung, </a:t>
            </a:r>
            <a:r>
              <a:rPr lang="de-DE" dirty="0" err="1"/>
              <a:t>lorem</a:t>
            </a:r>
            <a:r>
              <a:rPr lang="de-DE" dirty="0"/>
              <a:t> </a:t>
            </a:r>
            <a:r>
              <a:rPr lang="de-DE" dirty="0" err="1"/>
              <a:t>ipsum</a:t>
            </a:r>
            <a:r>
              <a:rPr lang="de-DE" dirty="0"/>
              <a:t> </a:t>
            </a:r>
            <a:br>
              <a:rPr lang="de-DE" dirty="0"/>
            </a:br>
            <a:r>
              <a:rPr lang="de-DE" dirty="0" err="1"/>
              <a:t>dolor</a:t>
            </a:r>
            <a:r>
              <a:rPr lang="de-DE" dirty="0"/>
              <a:t> </a:t>
            </a:r>
            <a:r>
              <a:rPr lang="de-DE" dirty="0" err="1"/>
              <a:t>sit</a:t>
            </a:r>
            <a:r>
              <a:rPr lang="de-DE" dirty="0"/>
              <a:t> </a:t>
            </a:r>
            <a:r>
              <a:rPr lang="de-DE" dirty="0" err="1"/>
              <a:t>amet</a:t>
            </a:r>
            <a:r>
              <a:rPr lang="de-DE" dirty="0"/>
              <a:t> zum Beispiel mit zwei Zeilen.</a:t>
            </a:r>
          </a:p>
        </p:txBody>
      </p:sp>
      <p:sp>
        <p:nvSpPr>
          <p:cNvPr id="9" name="Datumsplatzhalter 8">
            <a:extLst>
              <a:ext uri="{FF2B5EF4-FFF2-40B4-BE49-F238E27FC236}">
                <a16:creationId xmlns:a16="http://schemas.microsoft.com/office/drawing/2014/main" id="{03047F82-4875-1ABA-96CF-5D9BCA0046CE}"/>
              </a:ext>
            </a:extLst>
          </p:cNvPr>
          <p:cNvSpPr>
            <a:spLocks noGrp="1"/>
          </p:cNvSpPr>
          <p:nvPr>
            <p:ph type="dt" sz="half" idx="10"/>
          </p:nvPr>
        </p:nvSpPr>
        <p:spPr>
          <a:xfrm>
            <a:off x="3334722" y="6521213"/>
            <a:ext cx="1068585" cy="106468"/>
          </a:xfrm>
        </p:spPr>
        <p:txBody>
          <a:bodyPr/>
          <a:lstStyle/>
          <a:p>
            <a:fld id="{8F7DD952-C461-6B47-899B-95BA6753EF93}" type="datetime1">
              <a:rPr lang="de-DE" smtClean="0"/>
              <a:pPr/>
              <a:t>22.06.2026</a:t>
            </a:fld>
            <a:endParaRPr lang="de-DE"/>
          </a:p>
        </p:txBody>
      </p:sp>
      <p:sp>
        <p:nvSpPr>
          <p:cNvPr id="6" name="Fußzeilenplatzhalter 5">
            <a:extLst>
              <a:ext uri="{FF2B5EF4-FFF2-40B4-BE49-F238E27FC236}">
                <a16:creationId xmlns:a16="http://schemas.microsoft.com/office/drawing/2014/main" id="{F0C09D01-EEC8-6187-38BF-9398081B918D}"/>
              </a:ext>
            </a:extLst>
          </p:cNvPr>
          <p:cNvSpPr>
            <a:spLocks noGrp="1"/>
          </p:cNvSpPr>
          <p:nvPr>
            <p:ph type="ftr" sz="quarter" idx="11"/>
          </p:nvPr>
        </p:nvSpPr>
        <p:spPr>
          <a:xfrm>
            <a:off x="3334720" y="6405343"/>
            <a:ext cx="2806997" cy="106470"/>
          </a:xfrm>
        </p:spPr>
        <p:txBody>
          <a:bodyPr/>
          <a:lstStyle/>
          <a:p>
            <a:r>
              <a:rPr lang="de-DE"/>
              <a:t>Titel der Präsentation</a:t>
            </a:r>
            <a:endParaRPr lang="de-DE" dirty="0"/>
          </a:p>
        </p:txBody>
      </p:sp>
      <p:sp>
        <p:nvSpPr>
          <p:cNvPr id="8" name="Foliennummernplatzhalter 7">
            <a:extLst>
              <a:ext uri="{FF2B5EF4-FFF2-40B4-BE49-F238E27FC236}">
                <a16:creationId xmlns:a16="http://schemas.microsoft.com/office/drawing/2014/main" id="{CFF17D0B-6835-6DD6-0E40-137B94C3A55B}"/>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14</a:t>
            </a:fld>
            <a:endParaRPr lang="de-DE"/>
          </a:p>
        </p:txBody>
      </p:sp>
      <p:sp>
        <p:nvSpPr>
          <p:cNvPr id="3" name="Titel 2">
            <a:extLst>
              <a:ext uri="{FF2B5EF4-FFF2-40B4-BE49-F238E27FC236}">
                <a16:creationId xmlns:a16="http://schemas.microsoft.com/office/drawing/2014/main" id="{2BA0331B-C84A-1FE5-6919-CDCC4E40A18C}"/>
              </a:ext>
            </a:extLst>
          </p:cNvPr>
          <p:cNvSpPr>
            <a:spLocks noGrp="1"/>
          </p:cNvSpPr>
          <p:nvPr>
            <p:ph type="title"/>
          </p:nvPr>
        </p:nvSpPr>
        <p:spPr>
          <a:xfrm>
            <a:off x="3289003" y="2663826"/>
            <a:ext cx="8423573" cy="2147071"/>
          </a:xfrm>
        </p:spPr>
        <p:txBody>
          <a:bodyPr/>
          <a:lstStyle/>
          <a:p>
            <a:br>
              <a:rPr lang="de-DE" dirty="0"/>
            </a:br>
            <a:r>
              <a:rPr lang="de-DE" dirty="0"/>
              <a:t>Kapitelname</a:t>
            </a:r>
          </a:p>
        </p:txBody>
      </p:sp>
      <p:sp>
        <p:nvSpPr>
          <p:cNvPr id="5" name="Textplatzhalter 4">
            <a:extLst>
              <a:ext uri="{FF2B5EF4-FFF2-40B4-BE49-F238E27FC236}">
                <a16:creationId xmlns:a16="http://schemas.microsoft.com/office/drawing/2014/main" id="{A0F12808-5609-B40E-EE53-C02FD37144E5}"/>
              </a:ext>
            </a:extLst>
          </p:cNvPr>
          <p:cNvSpPr>
            <a:spLocks noGrp="1"/>
          </p:cNvSpPr>
          <p:nvPr>
            <p:ph type="body" sz="quarter" idx="15"/>
          </p:nvPr>
        </p:nvSpPr>
        <p:spPr>
          <a:xfrm>
            <a:off x="2074601" y="3935393"/>
            <a:ext cx="1038490" cy="915846"/>
          </a:xfrm>
        </p:spPr>
        <p:txBody>
          <a:bodyPr/>
          <a:lstStyle/>
          <a:p>
            <a:r>
              <a:rPr lang="de-DE" dirty="0"/>
              <a:t>01</a:t>
            </a:r>
          </a:p>
        </p:txBody>
      </p:sp>
      <p:sp>
        <p:nvSpPr>
          <p:cNvPr id="10" name="Bildplatzhalter 9">
            <a:extLst>
              <a:ext uri="{FF2B5EF4-FFF2-40B4-BE49-F238E27FC236}">
                <a16:creationId xmlns:a16="http://schemas.microsoft.com/office/drawing/2014/main" id="{7FF6172C-D3D6-4BBE-8122-29F66823F82A}"/>
              </a:ext>
            </a:extLst>
          </p:cNvPr>
          <p:cNvSpPr>
            <a:spLocks noGrp="1"/>
          </p:cNvSpPr>
          <p:nvPr>
            <p:ph type="pic" sz="quarter" idx="14"/>
          </p:nvPr>
        </p:nvSpPr>
        <p:spPr/>
        <p:txBody>
          <a:bodyPr/>
          <a:lstStyle/>
          <a:p>
            <a:endParaRPr lang="de-DE"/>
          </a:p>
        </p:txBody>
      </p:sp>
    </p:spTree>
    <p:extLst>
      <p:ext uri="{BB962C8B-B14F-4D97-AF65-F5344CB8AC3E}">
        <p14:creationId xmlns:p14="http://schemas.microsoft.com/office/powerpoint/2010/main" val="40773987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ihandform 18">
            <a:extLst>
              <a:ext uri="{FF2B5EF4-FFF2-40B4-BE49-F238E27FC236}">
                <a16:creationId xmlns:a16="http://schemas.microsoft.com/office/drawing/2014/main" id="{9C12A77A-9F9F-C922-F863-67C2CAD719DA}"/>
              </a:ext>
            </a:extLst>
          </p:cNvPr>
          <p:cNvSpPr/>
          <p:nvPr/>
        </p:nvSpPr>
        <p:spPr>
          <a:xfrm>
            <a:off x="0" y="0"/>
            <a:ext cx="12192000" cy="6858000"/>
          </a:xfrm>
          <a:custGeom>
            <a:avLst/>
            <a:gdLst>
              <a:gd name="connsiteX0" fmla="*/ 693262 w 12192000"/>
              <a:gd name="connsiteY0" fmla="*/ 6562790 h 6858000"/>
              <a:gd name="connsiteX1" fmla="*/ 709242 w 12192000"/>
              <a:gd name="connsiteY1" fmla="*/ 6577940 h 6858000"/>
              <a:gd name="connsiteX2" fmla="*/ 676660 w 12192000"/>
              <a:gd name="connsiteY2" fmla="*/ 6577940 h 6858000"/>
              <a:gd name="connsiteX3" fmla="*/ 693262 w 12192000"/>
              <a:gd name="connsiteY3" fmla="*/ 6562790 h 6858000"/>
              <a:gd name="connsiteX4" fmla="*/ 569365 w 12192000"/>
              <a:gd name="connsiteY4" fmla="*/ 6562790 h 6858000"/>
              <a:gd name="connsiteX5" fmla="*/ 585345 w 12192000"/>
              <a:gd name="connsiteY5" fmla="*/ 6577940 h 6858000"/>
              <a:gd name="connsiteX6" fmla="*/ 552763 w 12192000"/>
              <a:gd name="connsiteY6" fmla="*/ 6577940 h 6858000"/>
              <a:gd name="connsiteX7" fmla="*/ 569365 w 12192000"/>
              <a:gd name="connsiteY7" fmla="*/ 6562790 h 6858000"/>
              <a:gd name="connsiteX8" fmla="*/ 605700 w 12192000"/>
              <a:gd name="connsiteY8" fmla="*/ 6556045 h 6858000"/>
              <a:gd name="connsiteX9" fmla="*/ 605700 w 12192000"/>
              <a:gd name="connsiteY9" fmla="*/ 6608757 h 6858000"/>
              <a:gd name="connsiteX10" fmla="*/ 614416 w 12192000"/>
              <a:gd name="connsiteY10" fmla="*/ 6608757 h 6858000"/>
              <a:gd name="connsiteX11" fmla="*/ 614416 w 12192000"/>
              <a:gd name="connsiteY11" fmla="*/ 6556045 h 6858000"/>
              <a:gd name="connsiteX12" fmla="*/ 693262 w 12192000"/>
              <a:gd name="connsiteY12" fmla="*/ 6554697 h 6858000"/>
              <a:gd name="connsiteX13" fmla="*/ 667529 w 12192000"/>
              <a:gd name="connsiteY13" fmla="*/ 6582401 h 6858000"/>
              <a:gd name="connsiteX14" fmla="*/ 693781 w 12192000"/>
              <a:gd name="connsiteY14" fmla="*/ 6610106 h 6858000"/>
              <a:gd name="connsiteX15" fmla="*/ 716402 w 12192000"/>
              <a:gd name="connsiteY15" fmla="*/ 6598485 h 6858000"/>
              <a:gd name="connsiteX16" fmla="*/ 710280 w 12192000"/>
              <a:gd name="connsiteY16" fmla="*/ 6593297 h 6858000"/>
              <a:gd name="connsiteX17" fmla="*/ 693781 w 12192000"/>
              <a:gd name="connsiteY17" fmla="*/ 6602013 h 6858000"/>
              <a:gd name="connsiteX18" fmla="*/ 676556 w 12192000"/>
              <a:gd name="connsiteY18" fmla="*/ 6585203 h 6858000"/>
              <a:gd name="connsiteX19" fmla="*/ 718166 w 12192000"/>
              <a:gd name="connsiteY19" fmla="*/ 6585203 h 6858000"/>
              <a:gd name="connsiteX20" fmla="*/ 718373 w 12192000"/>
              <a:gd name="connsiteY20" fmla="*/ 6582090 h 6858000"/>
              <a:gd name="connsiteX21" fmla="*/ 693262 w 12192000"/>
              <a:gd name="connsiteY21" fmla="*/ 6554697 h 6858000"/>
              <a:gd name="connsiteX22" fmla="*/ 569365 w 12192000"/>
              <a:gd name="connsiteY22" fmla="*/ 6554697 h 6858000"/>
              <a:gd name="connsiteX23" fmla="*/ 543632 w 12192000"/>
              <a:gd name="connsiteY23" fmla="*/ 6582401 h 6858000"/>
              <a:gd name="connsiteX24" fmla="*/ 569884 w 12192000"/>
              <a:gd name="connsiteY24" fmla="*/ 6610106 h 6858000"/>
              <a:gd name="connsiteX25" fmla="*/ 592505 w 12192000"/>
              <a:gd name="connsiteY25" fmla="*/ 6598485 h 6858000"/>
              <a:gd name="connsiteX26" fmla="*/ 586383 w 12192000"/>
              <a:gd name="connsiteY26" fmla="*/ 6593297 h 6858000"/>
              <a:gd name="connsiteX27" fmla="*/ 569884 w 12192000"/>
              <a:gd name="connsiteY27" fmla="*/ 6602013 h 6858000"/>
              <a:gd name="connsiteX28" fmla="*/ 552659 w 12192000"/>
              <a:gd name="connsiteY28" fmla="*/ 6585203 h 6858000"/>
              <a:gd name="connsiteX29" fmla="*/ 594269 w 12192000"/>
              <a:gd name="connsiteY29" fmla="*/ 6585203 h 6858000"/>
              <a:gd name="connsiteX30" fmla="*/ 594476 w 12192000"/>
              <a:gd name="connsiteY30" fmla="*/ 6582090 h 6858000"/>
              <a:gd name="connsiteX31" fmla="*/ 569365 w 12192000"/>
              <a:gd name="connsiteY31" fmla="*/ 6554697 h 6858000"/>
              <a:gd name="connsiteX32" fmla="*/ 643657 w 12192000"/>
              <a:gd name="connsiteY32" fmla="*/ 6541207 h 6858000"/>
              <a:gd name="connsiteX33" fmla="*/ 634941 w 12192000"/>
              <a:gd name="connsiteY33" fmla="*/ 6544216 h 6858000"/>
              <a:gd name="connsiteX34" fmla="*/ 634941 w 12192000"/>
              <a:gd name="connsiteY34" fmla="*/ 6556045 h 6858000"/>
              <a:gd name="connsiteX35" fmla="*/ 625187 w 12192000"/>
              <a:gd name="connsiteY35" fmla="*/ 6556045 h 6858000"/>
              <a:gd name="connsiteX36" fmla="*/ 625187 w 12192000"/>
              <a:gd name="connsiteY36" fmla="*/ 6563620 h 6858000"/>
              <a:gd name="connsiteX37" fmla="*/ 634941 w 12192000"/>
              <a:gd name="connsiteY37" fmla="*/ 6563620 h 6858000"/>
              <a:gd name="connsiteX38" fmla="*/ 634941 w 12192000"/>
              <a:gd name="connsiteY38" fmla="*/ 6593608 h 6858000"/>
              <a:gd name="connsiteX39" fmla="*/ 650298 w 12192000"/>
              <a:gd name="connsiteY39" fmla="*/ 6609899 h 6858000"/>
              <a:gd name="connsiteX40" fmla="*/ 657354 w 12192000"/>
              <a:gd name="connsiteY40" fmla="*/ 6608757 h 6858000"/>
              <a:gd name="connsiteX41" fmla="*/ 657354 w 12192000"/>
              <a:gd name="connsiteY41" fmla="*/ 6600975 h 6858000"/>
              <a:gd name="connsiteX42" fmla="*/ 652373 w 12192000"/>
              <a:gd name="connsiteY42" fmla="*/ 6601909 h 6858000"/>
              <a:gd name="connsiteX43" fmla="*/ 643657 w 12192000"/>
              <a:gd name="connsiteY43" fmla="*/ 6592778 h 6858000"/>
              <a:gd name="connsiteX44" fmla="*/ 643657 w 12192000"/>
              <a:gd name="connsiteY44" fmla="*/ 6563620 h 6858000"/>
              <a:gd name="connsiteX45" fmla="*/ 657354 w 12192000"/>
              <a:gd name="connsiteY45" fmla="*/ 6563620 h 6858000"/>
              <a:gd name="connsiteX46" fmla="*/ 657354 w 12192000"/>
              <a:gd name="connsiteY46" fmla="*/ 6556045 h 6858000"/>
              <a:gd name="connsiteX47" fmla="*/ 643657 w 12192000"/>
              <a:gd name="connsiteY47" fmla="*/ 6556045 h 6858000"/>
              <a:gd name="connsiteX48" fmla="*/ 509588 w 12192000"/>
              <a:gd name="connsiteY48" fmla="*/ 6534878 h 6858000"/>
              <a:gd name="connsiteX49" fmla="*/ 484373 w 12192000"/>
              <a:gd name="connsiteY49" fmla="*/ 6554800 h 6858000"/>
              <a:gd name="connsiteX50" fmla="*/ 503051 w 12192000"/>
              <a:gd name="connsiteY50" fmla="*/ 6574723 h 6858000"/>
              <a:gd name="connsiteX51" fmla="*/ 511663 w 12192000"/>
              <a:gd name="connsiteY51" fmla="*/ 6576591 h 6858000"/>
              <a:gd name="connsiteX52" fmla="*/ 524945 w 12192000"/>
              <a:gd name="connsiteY52" fmla="*/ 6589354 h 6858000"/>
              <a:gd name="connsiteX53" fmla="*/ 507720 w 12192000"/>
              <a:gd name="connsiteY53" fmla="*/ 6601701 h 6858000"/>
              <a:gd name="connsiteX54" fmla="*/ 485618 w 12192000"/>
              <a:gd name="connsiteY54" fmla="*/ 6593815 h 6858000"/>
              <a:gd name="connsiteX55" fmla="*/ 485618 w 12192000"/>
              <a:gd name="connsiteY55" fmla="*/ 6603569 h 6858000"/>
              <a:gd name="connsiteX56" fmla="*/ 507720 w 12192000"/>
              <a:gd name="connsiteY56" fmla="*/ 6610003 h 6858000"/>
              <a:gd name="connsiteX57" fmla="*/ 534284 w 12192000"/>
              <a:gd name="connsiteY57" fmla="*/ 6589042 h 6858000"/>
              <a:gd name="connsiteX58" fmla="*/ 514465 w 12192000"/>
              <a:gd name="connsiteY58" fmla="*/ 6567771 h 6858000"/>
              <a:gd name="connsiteX59" fmla="*/ 505852 w 12192000"/>
              <a:gd name="connsiteY59" fmla="*/ 6565799 h 6858000"/>
              <a:gd name="connsiteX60" fmla="*/ 493816 w 12192000"/>
              <a:gd name="connsiteY60" fmla="*/ 6554178 h 6858000"/>
              <a:gd name="connsiteX61" fmla="*/ 509588 w 12192000"/>
              <a:gd name="connsiteY61" fmla="*/ 6543179 h 6858000"/>
              <a:gd name="connsiteX62" fmla="*/ 530963 w 12192000"/>
              <a:gd name="connsiteY62" fmla="*/ 6551065 h 6858000"/>
              <a:gd name="connsiteX63" fmla="*/ 531067 w 12192000"/>
              <a:gd name="connsiteY63" fmla="*/ 6541311 h 6858000"/>
              <a:gd name="connsiteX64" fmla="*/ 509588 w 12192000"/>
              <a:gd name="connsiteY64" fmla="*/ 6534878 h 6858000"/>
              <a:gd name="connsiteX65" fmla="*/ 610058 w 12192000"/>
              <a:gd name="connsiteY65" fmla="*/ 6534151 h 6858000"/>
              <a:gd name="connsiteX66" fmla="*/ 604039 w 12192000"/>
              <a:gd name="connsiteY66" fmla="*/ 6540170 h 6858000"/>
              <a:gd name="connsiteX67" fmla="*/ 610058 w 12192000"/>
              <a:gd name="connsiteY67" fmla="*/ 6546188 h 6858000"/>
              <a:gd name="connsiteX68" fmla="*/ 616076 w 12192000"/>
              <a:gd name="connsiteY68" fmla="*/ 6540170 h 6858000"/>
              <a:gd name="connsiteX69" fmla="*/ 610058 w 12192000"/>
              <a:gd name="connsiteY69" fmla="*/ 6534151 h 6858000"/>
              <a:gd name="connsiteX70" fmla="*/ 500903 w 12192000"/>
              <a:gd name="connsiteY70" fmla="*/ 6461548 h 6858000"/>
              <a:gd name="connsiteX71" fmla="*/ 519457 w 12192000"/>
              <a:gd name="connsiteY71" fmla="*/ 6461548 h 6858000"/>
              <a:gd name="connsiteX72" fmla="*/ 528835 w 12192000"/>
              <a:gd name="connsiteY72" fmla="*/ 6469515 h 6858000"/>
              <a:gd name="connsiteX73" fmla="*/ 519457 w 12192000"/>
              <a:gd name="connsiteY73" fmla="*/ 6477582 h 6858000"/>
              <a:gd name="connsiteX74" fmla="*/ 500903 w 12192000"/>
              <a:gd name="connsiteY74" fmla="*/ 6477582 h 6858000"/>
              <a:gd name="connsiteX75" fmla="*/ 1062844 w 12192000"/>
              <a:gd name="connsiteY75" fmla="*/ 6451061 h 6858000"/>
              <a:gd name="connsiteX76" fmla="*/ 1075953 w 12192000"/>
              <a:gd name="connsiteY76" fmla="*/ 6464876 h 6858000"/>
              <a:gd name="connsiteX77" fmla="*/ 1062844 w 12192000"/>
              <a:gd name="connsiteY77" fmla="*/ 6478691 h 6858000"/>
              <a:gd name="connsiteX78" fmla="*/ 1049835 w 12192000"/>
              <a:gd name="connsiteY78" fmla="*/ 6464876 h 6858000"/>
              <a:gd name="connsiteX79" fmla="*/ 1062844 w 12192000"/>
              <a:gd name="connsiteY79" fmla="*/ 6451061 h 6858000"/>
              <a:gd name="connsiteX80" fmla="*/ 1225495 w 12192000"/>
              <a:gd name="connsiteY80" fmla="*/ 6450960 h 6858000"/>
              <a:gd name="connsiteX81" fmla="*/ 1238604 w 12192000"/>
              <a:gd name="connsiteY81" fmla="*/ 6464876 h 6858000"/>
              <a:gd name="connsiteX82" fmla="*/ 1225495 w 12192000"/>
              <a:gd name="connsiteY82" fmla="*/ 6478792 h 6858000"/>
              <a:gd name="connsiteX83" fmla="*/ 1212386 w 12192000"/>
              <a:gd name="connsiteY83" fmla="*/ 6464876 h 6858000"/>
              <a:gd name="connsiteX84" fmla="*/ 1225495 w 12192000"/>
              <a:gd name="connsiteY84" fmla="*/ 6450960 h 6858000"/>
              <a:gd name="connsiteX85" fmla="*/ 919961 w 12192000"/>
              <a:gd name="connsiteY85" fmla="*/ 6450960 h 6858000"/>
              <a:gd name="connsiteX86" fmla="*/ 933070 w 12192000"/>
              <a:gd name="connsiteY86" fmla="*/ 6464876 h 6858000"/>
              <a:gd name="connsiteX87" fmla="*/ 919961 w 12192000"/>
              <a:gd name="connsiteY87" fmla="*/ 6478792 h 6858000"/>
              <a:gd name="connsiteX88" fmla="*/ 906852 w 12192000"/>
              <a:gd name="connsiteY88" fmla="*/ 6464876 h 6858000"/>
              <a:gd name="connsiteX89" fmla="*/ 919961 w 12192000"/>
              <a:gd name="connsiteY89" fmla="*/ 6450960 h 6858000"/>
              <a:gd name="connsiteX90" fmla="*/ 581315 w 12192000"/>
              <a:gd name="connsiteY90" fmla="*/ 6450960 h 6858000"/>
              <a:gd name="connsiteX91" fmla="*/ 594424 w 12192000"/>
              <a:gd name="connsiteY91" fmla="*/ 6464876 h 6858000"/>
              <a:gd name="connsiteX92" fmla="*/ 581315 w 12192000"/>
              <a:gd name="connsiteY92" fmla="*/ 6478792 h 6858000"/>
              <a:gd name="connsiteX93" fmla="*/ 568206 w 12192000"/>
              <a:gd name="connsiteY93" fmla="*/ 6464876 h 6858000"/>
              <a:gd name="connsiteX94" fmla="*/ 581315 w 12192000"/>
              <a:gd name="connsiteY94" fmla="*/ 6450960 h 6858000"/>
              <a:gd name="connsiteX95" fmla="*/ 1288499 w 12192000"/>
              <a:gd name="connsiteY95" fmla="*/ 6450153 h 6858000"/>
              <a:gd name="connsiteX96" fmla="*/ 1299895 w 12192000"/>
              <a:gd name="connsiteY96" fmla="*/ 6458926 h 6858000"/>
              <a:gd name="connsiteX97" fmla="*/ 1277306 w 12192000"/>
              <a:gd name="connsiteY97" fmla="*/ 6458926 h 6858000"/>
              <a:gd name="connsiteX98" fmla="*/ 1288499 w 12192000"/>
              <a:gd name="connsiteY98" fmla="*/ 6450153 h 6858000"/>
              <a:gd name="connsiteX99" fmla="*/ 773758 w 12192000"/>
              <a:gd name="connsiteY99" fmla="*/ 6450153 h 6858000"/>
              <a:gd name="connsiteX100" fmla="*/ 785153 w 12192000"/>
              <a:gd name="connsiteY100" fmla="*/ 6458926 h 6858000"/>
              <a:gd name="connsiteX101" fmla="*/ 762564 w 12192000"/>
              <a:gd name="connsiteY101" fmla="*/ 6458926 h 6858000"/>
              <a:gd name="connsiteX102" fmla="*/ 773758 w 12192000"/>
              <a:gd name="connsiteY102" fmla="*/ 6450153 h 6858000"/>
              <a:gd name="connsiteX103" fmla="*/ 868062 w 12192000"/>
              <a:gd name="connsiteY103" fmla="*/ 6438859 h 6858000"/>
              <a:gd name="connsiteX104" fmla="*/ 868062 w 12192000"/>
              <a:gd name="connsiteY104" fmla="*/ 6490893 h 6858000"/>
              <a:gd name="connsiteX105" fmla="*/ 882079 w 12192000"/>
              <a:gd name="connsiteY105" fmla="*/ 6490893 h 6858000"/>
              <a:gd name="connsiteX106" fmla="*/ 882079 w 12192000"/>
              <a:gd name="connsiteY106" fmla="*/ 6438859 h 6858000"/>
              <a:gd name="connsiteX107" fmla="*/ 1351643 w 12192000"/>
              <a:gd name="connsiteY107" fmla="*/ 6437851 h 6858000"/>
              <a:gd name="connsiteX108" fmla="*/ 1336617 w 12192000"/>
              <a:gd name="connsiteY108" fmla="*/ 6448136 h 6858000"/>
              <a:gd name="connsiteX109" fmla="*/ 1336617 w 12192000"/>
              <a:gd name="connsiteY109" fmla="*/ 6438859 h 6858000"/>
              <a:gd name="connsiteX110" fmla="*/ 1322600 w 12192000"/>
              <a:gd name="connsiteY110" fmla="*/ 6438859 h 6858000"/>
              <a:gd name="connsiteX111" fmla="*/ 1322600 w 12192000"/>
              <a:gd name="connsiteY111" fmla="*/ 6490893 h 6858000"/>
              <a:gd name="connsiteX112" fmla="*/ 1336617 w 12192000"/>
              <a:gd name="connsiteY112" fmla="*/ 6490893 h 6858000"/>
              <a:gd name="connsiteX113" fmla="*/ 1336617 w 12192000"/>
              <a:gd name="connsiteY113" fmla="*/ 6462557 h 6858000"/>
              <a:gd name="connsiteX114" fmla="*/ 1350029 w 12192000"/>
              <a:gd name="connsiteY114" fmla="*/ 6452674 h 6858000"/>
              <a:gd name="connsiteX115" fmla="*/ 1352550 w 12192000"/>
              <a:gd name="connsiteY115" fmla="*/ 6452674 h 6858000"/>
              <a:gd name="connsiteX116" fmla="*/ 1352550 w 12192000"/>
              <a:gd name="connsiteY116" fmla="*/ 6437851 h 6858000"/>
              <a:gd name="connsiteX117" fmla="*/ 650269 w 12192000"/>
              <a:gd name="connsiteY117" fmla="*/ 6437851 h 6858000"/>
              <a:gd name="connsiteX118" fmla="*/ 635244 w 12192000"/>
              <a:gd name="connsiteY118" fmla="*/ 6448136 h 6858000"/>
              <a:gd name="connsiteX119" fmla="*/ 635244 w 12192000"/>
              <a:gd name="connsiteY119" fmla="*/ 6438859 h 6858000"/>
              <a:gd name="connsiteX120" fmla="*/ 621227 w 12192000"/>
              <a:gd name="connsiteY120" fmla="*/ 6438859 h 6858000"/>
              <a:gd name="connsiteX121" fmla="*/ 621227 w 12192000"/>
              <a:gd name="connsiteY121" fmla="*/ 6490893 h 6858000"/>
              <a:gd name="connsiteX122" fmla="*/ 635244 w 12192000"/>
              <a:gd name="connsiteY122" fmla="*/ 6490893 h 6858000"/>
              <a:gd name="connsiteX123" fmla="*/ 635244 w 12192000"/>
              <a:gd name="connsiteY123" fmla="*/ 6462557 h 6858000"/>
              <a:gd name="connsiteX124" fmla="*/ 648656 w 12192000"/>
              <a:gd name="connsiteY124" fmla="*/ 6452674 h 6858000"/>
              <a:gd name="connsiteX125" fmla="*/ 651177 w 12192000"/>
              <a:gd name="connsiteY125" fmla="*/ 6452674 h 6858000"/>
              <a:gd name="connsiteX126" fmla="*/ 651177 w 12192000"/>
              <a:gd name="connsiteY126" fmla="*/ 6437851 h 6858000"/>
              <a:gd name="connsiteX127" fmla="*/ 1288499 w 12192000"/>
              <a:gd name="connsiteY127" fmla="*/ 6437447 h 6858000"/>
              <a:gd name="connsiteX128" fmla="*/ 1262583 w 12192000"/>
              <a:gd name="connsiteY128" fmla="*/ 6464876 h 6858000"/>
              <a:gd name="connsiteX129" fmla="*/ 1289709 w 12192000"/>
              <a:gd name="connsiteY129" fmla="*/ 6492405 h 6858000"/>
              <a:gd name="connsiteX130" fmla="*/ 1312701 w 12192000"/>
              <a:gd name="connsiteY130" fmla="*/ 6480607 h 6858000"/>
              <a:gd name="connsiteX131" fmla="*/ 1303222 w 12192000"/>
              <a:gd name="connsiteY131" fmla="*/ 6472540 h 6858000"/>
              <a:gd name="connsiteX132" fmla="*/ 1289709 w 12192000"/>
              <a:gd name="connsiteY132" fmla="*/ 6479699 h 6858000"/>
              <a:gd name="connsiteX133" fmla="*/ 1277104 w 12192000"/>
              <a:gd name="connsiteY133" fmla="*/ 6468909 h 6858000"/>
              <a:gd name="connsiteX134" fmla="*/ 1314113 w 12192000"/>
              <a:gd name="connsiteY134" fmla="*/ 6468909 h 6858000"/>
              <a:gd name="connsiteX135" fmla="*/ 1314516 w 12192000"/>
              <a:gd name="connsiteY135" fmla="*/ 6464271 h 6858000"/>
              <a:gd name="connsiteX136" fmla="*/ 1288499 w 12192000"/>
              <a:gd name="connsiteY136" fmla="*/ 6437447 h 6858000"/>
              <a:gd name="connsiteX137" fmla="*/ 1222369 w 12192000"/>
              <a:gd name="connsiteY137" fmla="*/ 6437447 h 6858000"/>
              <a:gd name="connsiteX138" fmla="*/ 1197864 w 12192000"/>
              <a:gd name="connsiteY138" fmla="*/ 6464876 h 6858000"/>
              <a:gd name="connsiteX139" fmla="*/ 1222369 w 12192000"/>
              <a:gd name="connsiteY139" fmla="*/ 6492405 h 6858000"/>
              <a:gd name="connsiteX140" fmla="*/ 1238604 w 12192000"/>
              <a:gd name="connsiteY140" fmla="*/ 6483430 h 6858000"/>
              <a:gd name="connsiteX141" fmla="*/ 1238604 w 12192000"/>
              <a:gd name="connsiteY141" fmla="*/ 6490893 h 6858000"/>
              <a:gd name="connsiteX142" fmla="*/ 1252621 w 12192000"/>
              <a:gd name="connsiteY142" fmla="*/ 6490893 h 6858000"/>
              <a:gd name="connsiteX143" fmla="*/ 1252621 w 12192000"/>
              <a:gd name="connsiteY143" fmla="*/ 6438859 h 6858000"/>
              <a:gd name="connsiteX144" fmla="*/ 1238604 w 12192000"/>
              <a:gd name="connsiteY144" fmla="*/ 6438859 h 6858000"/>
              <a:gd name="connsiteX145" fmla="*/ 1238604 w 12192000"/>
              <a:gd name="connsiteY145" fmla="*/ 6446422 h 6858000"/>
              <a:gd name="connsiteX146" fmla="*/ 1222369 w 12192000"/>
              <a:gd name="connsiteY146" fmla="*/ 6437447 h 6858000"/>
              <a:gd name="connsiteX147" fmla="*/ 1062844 w 12192000"/>
              <a:gd name="connsiteY147" fmla="*/ 6437447 h 6858000"/>
              <a:gd name="connsiteX148" fmla="*/ 1035314 w 12192000"/>
              <a:gd name="connsiteY148" fmla="*/ 6464876 h 6858000"/>
              <a:gd name="connsiteX149" fmla="*/ 1062844 w 12192000"/>
              <a:gd name="connsiteY149" fmla="*/ 6492304 h 6858000"/>
              <a:gd name="connsiteX150" fmla="*/ 1090474 w 12192000"/>
              <a:gd name="connsiteY150" fmla="*/ 6464876 h 6858000"/>
              <a:gd name="connsiteX151" fmla="*/ 1062844 w 12192000"/>
              <a:gd name="connsiteY151" fmla="*/ 6437447 h 6858000"/>
              <a:gd name="connsiteX152" fmla="*/ 916835 w 12192000"/>
              <a:gd name="connsiteY152" fmla="*/ 6437447 h 6858000"/>
              <a:gd name="connsiteX153" fmla="*/ 892331 w 12192000"/>
              <a:gd name="connsiteY153" fmla="*/ 6464876 h 6858000"/>
              <a:gd name="connsiteX154" fmla="*/ 916835 w 12192000"/>
              <a:gd name="connsiteY154" fmla="*/ 6492405 h 6858000"/>
              <a:gd name="connsiteX155" fmla="*/ 933070 w 12192000"/>
              <a:gd name="connsiteY155" fmla="*/ 6483430 h 6858000"/>
              <a:gd name="connsiteX156" fmla="*/ 933070 w 12192000"/>
              <a:gd name="connsiteY156" fmla="*/ 6490893 h 6858000"/>
              <a:gd name="connsiteX157" fmla="*/ 947087 w 12192000"/>
              <a:gd name="connsiteY157" fmla="*/ 6490893 h 6858000"/>
              <a:gd name="connsiteX158" fmla="*/ 947087 w 12192000"/>
              <a:gd name="connsiteY158" fmla="*/ 6438859 h 6858000"/>
              <a:gd name="connsiteX159" fmla="*/ 933070 w 12192000"/>
              <a:gd name="connsiteY159" fmla="*/ 6438859 h 6858000"/>
              <a:gd name="connsiteX160" fmla="*/ 933070 w 12192000"/>
              <a:gd name="connsiteY160" fmla="*/ 6446422 h 6858000"/>
              <a:gd name="connsiteX161" fmla="*/ 916835 w 12192000"/>
              <a:gd name="connsiteY161" fmla="*/ 6437447 h 6858000"/>
              <a:gd name="connsiteX162" fmla="*/ 839011 w 12192000"/>
              <a:gd name="connsiteY162" fmla="*/ 6437447 h 6858000"/>
              <a:gd name="connsiteX163" fmla="*/ 823381 w 12192000"/>
              <a:gd name="connsiteY163" fmla="*/ 6444809 h 6858000"/>
              <a:gd name="connsiteX164" fmla="*/ 823381 w 12192000"/>
              <a:gd name="connsiteY164" fmla="*/ 6438859 h 6858000"/>
              <a:gd name="connsiteX165" fmla="*/ 809364 w 12192000"/>
              <a:gd name="connsiteY165" fmla="*/ 6438859 h 6858000"/>
              <a:gd name="connsiteX166" fmla="*/ 809364 w 12192000"/>
              <a:gd name="connsiteY166" fmla="*/ 6490893 h 6858000"/>
              <a:gd name="connsiteX167" fmla="*/ 823381 w 12192000"/>
              <a:gd name="connsiteY167" fmla="*/ 6490893 h 6858000"/>
              <a:gd name="connsiteX168" fmla="*/ 823381 w 12192000"/>
              <a:gd name="connsiteY168" fmla="*/ 6459733 h 6858000"/>
              <a:gd name="connsiteX169" fmla="*/ 832961 w 12192000"/>
              <a:gd name="connsiteY169" fmla="*/ 6449750 h 6858000"/>
              <a:gd name="connsiteX170" fmla="*/ 841935 w 12192000"/>
              <a:gd name="connsiteY170" fmla="*/ 6459229 h 6858000"/>
              <a:gd name="connsiteX171" fmla="*/ 841935 w 12192000"/>
              <a:gd name="connsiteY171" fmla="*/ 6490893 h 6858000"/>
              <a:gd name="connsiteX172" fmla="*/ 855952 w 12192000"/>
              <a:gd name="connsiteY172" fmla="*/ 6490893 h 6858000"/>
              <a:gd name="connsiteX173" fmla="*/ 855952 w 12192000"/>
              <a:gd name="connsiteY173" fmla="*/ 6456708 h 6858000"/>
              <a:gd name="connsiteX174" fmla="*/ 839011 w 12192000"/>
              <a:gd name="connsiteY174" fmla="*/ 6437447 h 6858000"/>
              <a:gd name="connsiteX175" fmla="*/ 773758 w 12192000"/>
              <a:gd name="connsiteY175" fmla="*/ 6437447 h 6858000"/>
              <a:gd name="connsiteX176" fmla="*/ 747842 w 12192000"/>
              <a:gd name="connsiteY176" fmla="*/ 6464876 h 6858000"/>
              <a:gd name="connsiteX177" fmla="*/ 774968 w 12192000"/>
              <a:gd name="connsiteY177" fmla="*/ 6492405 h 6858000"/>
              <a:gd name="connsiteX178" fmla="*/ 797960 w 12192000"/>
              <a:gd name="connsiteY178" fmla="*/ 6480607 h 6858000"/>
              <a:gd name="connsiteX179" fmla="*/ 788480 w 12192000"/>
              <a:gd name="connsiteY179" fmla="*/ 6472540 h 6858000"/>
              <a:gd name="connsiteX180" fmla="*/ 774968 w 12192000"/>
              <a:gd name="connsiteY180" fmla="*/ 6479699 h 6858000"/>
              <a:gd name="connsiteX181" fmla="*/ 762363 w 12192000"/>
              <a:gd name="connsiteY181" fmla="*/ 6468909 h 6858000"/>
              <a:gd name="connsiteX182" fmla="*/ 799371 w 12192000"/>
              <a:gd name="connsiteY182" fmla="*/ 6468909 h 6858000"/>
              <a:gd name="connsiteX183" fmla="*/ 799775 w 12192000"/>
              <a:gd name="connsiteY183" fmla="*/ 6464271 h 6858000"/>
              <a:gd name="connsiteX184" fmla="*/ 773758 w 12192000"/>
              <a:gd name="connsiteY184" fmla="*/ 6437447 h 6858000"/>
              <a:gd name="connsiteX185" fmla="*/ 689402 w 12192000"/>
              <a:gd name="connsiteY185" fmla="*/ 6437447 h 6858000"/>
              <a:gd name="connsiteX186" fmla="*/ 674376 w 12192000"/>
              <a:gd name="connsiteY186" fmla="*/ 6444809 h 6858000"/>
              <a:gd name="connsiteX187" fmla="*/ 674376 w 12192000"/>
              <a:gd name="connsiteY187" fmla="*/ 6438859 h 6858000"/>
              <a:gd name="connsiteX188" fmla="*/ 660360 w 12192000"/>
              <a:gd name="connsiteY188" fmla="*/ 6438859 h 6858000"/>
              <a:gd name="connsiteX189" fmla="*/ 660360 w 12192000"/>
              <a:gd name="connsiteY189" fmla="*/ 6490893 h 6858000"/>
              <a:gd name="connsiteX190" fmla="*/ 674376 w 12192000"/>
              <a:gd name="connsiteY190" fmla="*/ 6490893 h 6858000"/>
              <a:gd name="connsiteX191" fmla="*/ 674376 w 12192000"/>
              <a:gd name="connsiteY191" fmla="*/ 6460036 h 6858000"/>
              <a:gd name="connsiteX192" fmla="*/ 683351 w 12192000"/>
              <a:gd name="connsiteY192" fmla="*/ 6449750 h 6858000"/>
              <a:gd name="connsiteX193" fmla="*/ 691923 w 12192000"/>
              <a:gd name="connsiteY193" fmla="*/ 6459632 h 6858000"/>
              <a:gd name="connsiteX194" fmla="*/ 691923 w 12192000"/>
              <a:gd name="connsiteY194" fmla="*/ 6490893 h 6858000"/>
              <a:gd name="connsiteX195" fmla="*/ 705839 w 12192000"/>
              <a:gd name="connsiteY195" fmla="*/ 6490893 h 6858000"/>
              <a:gd name="connsiteX196" fmla="*/ 705839 w 12192000"/>
              <a:gd name="connsiteY196" fmla="*/ 6458523 h 6858000"/>
              <a:gd name="connsiteX197" fmla="*/ 714915 w 12192000"/>
              <a:gd name="connsiteY197" fmla="*/ 6449750 h 6858000"/>
              <a:gd name="connsiteX198" fmla="*/ 723486 w 12192000"/>
              <a:gd name="connsiteY198" fmla="*/ 6459632 h 6858000"/>
              <a:gd name="connsiteX199" fmla="*/ 723486 w 12192000"/>
              <a:gd name="connsiteY199" fmla="*/ 6490893 h 6858000"/>
              <a:gd name="connsiteX200" fmla="*/ 737503 w 12192000"/>
              <a:gd name="connsiteY200" fmla="*/ 6490893 h 6858000"/>
              <a:gd name="connsiteX201" fmla="*/ 737503 w 12192000"/>
              <a:gd name="connsiteY201" fmla="*/ 6457010 h 6858000"/>
              <a:gd name="connsiteX202" fmla="*/ 719553 w 12192000"/>
              <a:gd name="connsiteY202" fmla="*/ 6437447 h 6858000"/>
              <a:gd name="connsiteX203" fmla="*/ 703520 w 12192000"/>
              <a:gd name="connsiteY203" fmla="*/ 6445716 h 6858000"/>
              <a:gd name="connsiteX204" fmla="*/ 689402 w 12192000"/>
              <a:gd name="connsiteY204" fmla="*/ 6437447 h 6858000"/>
              <a:gd name="connsiteX205" fmla="*/ 578189 w 12192000"/>
              <a:gd name="connsiteY205" fmla="*/ 6437447 h 6858000"/>
              <a:gd name="connsiteX206" fmla="*/ 553685 w 12192000"/>
              <a:gd name="connsiteY206" fmla="*/ 6464876 h 6858000"/>
              <a:gd name="connsiteX207" fmla="*/ 578189 w 12192000"/>
              <a:gd name="connsiteY207" fmla="*/ 6492405 h 6858000"/>
              <a:gd name="connsiteX208" fmla="*/ 594424 w 12192000"/>
              <a:gd name="connsiteY208" fmla="*/ 6483430 h 6858000"/>
              <a:gd name="connsiteX209" fmla="*/ 594424 w 12192000"/>
              <a:gd name="connsiteY209" fmla="*/ 6490893 h 6858000"/>
              <a:gd name="connsiteX210" fmla="*/ 608441 w 12192000"/>
              <a:gd name="connsiteY210" fmla="*/ 6490893 h 6858000"/>
              <a:gd name="connsiteX211" fmla="*/ 608441 w 12192000"/>
              <a:gd name="connsiteY211" fmla="*/ 6438859 h 6858000"/>
              <a:gd name="connsiteX212" fmla="*/ 594424 w 12192000"/>
              <a:gd name="connsiteY212" fmla="*/ 6438859 h 6858000"/>
              <a:gd name="connsiteX213" fmla="*/ 594424 w 12192000"/>
              <a:gd name="connsiteY213" fmla="*/ 6446422 h 6858000"/>
              <a:gd name="connsiteX214" fmla="*/ 578189 w 12192000"/>
              <a:gd name="connsiteY214" fmla="*/ 6437447 h 6858000"/>
              <a:gd name="connsiteX215" fmla="*/ 500903 w 12192000"/>
              <a:gd name="connsiteY215" fmla="*/ 6433615 h 6858000"/>
              <a:gd name="connsiteX216" fmla="*/ 518449 w 12192000"/>
              <a:gd name="connsiteY216" fmla="*/ 6433615 h 6858000"/>
              <a:gd name="connsiteX217" fmla="*/ 527121 w 12192000"/>
              <a:gd name="connsiteY217" fmla="*/ 6441078 h 6858000"/>
              <a:gd name="connsiteX218" fmla="*/ 518449 w 12192000"/>
              <a:gd name="connsiteY218" fmla="*/ 6448439 h 6858000"/>
              <a:gd name="connsiteX219" fmla="*/ 500903 w 12192000"/>
              <a:gd name="connsiteY219" fmla="*/ 6448439 h 6858000"/>
              <a:gd name="connsiteX220" fmla="*/ 1120007 w 12192000"/>
              <a:gd name="connsiteY220" fmla="*/ 6423632 h 6858000"/>
              <a:gd name="connsiteX221" fmla="*/ 1105990 w 12192000"/>
              <a:gd name="connsiteY221" fmla="*/ 6427666 h 6858000"/>
              <a:gd name="connsiteX222" fmla="*/ 1105990 w 12192000"/>
              <a:gd name="connsiteY222" fmla="*/ 6438859 h 6858000"/>
              <a:gd name="connsiteX223" fmla="*/ 1097217 w 12192000"/>
              <a:gd name="connsiteY223" fmla="*/ 6438859 h 6858000"/>
              <a:gd name="connsiteX224" fmla="*/ 1097217 w 12192000"/>
              <a:gd name="connsiteY224" fmla="*/ 6450758 h 6858000"/>
              <a:gd name="connsiteX225" fmla="*/ 1105990 w 12192000"/>
              <a:gd name="connsiteY225" fmla="*/ 6450758 h 6858000"/>
              <a:gd name="connsiteX226" fmla="*/ 1105990 w 12192000"/>
              <a:gd name="connsiteY226" fmla="*/ 6472943 h 6858000"/>
              <a:gd name="connsiteX227" fmla="*/ 1124041 w 12192000"/>
              <a:gd name="connsiteY227" fmla="*/ 6492103 h 6858000"/>
              <a:gd name="connsiteX228" fmla="*/ 1132007 w 12192000"/>
              <a:gd name="connsiteY228" fmla="*/ 6491195 h 6858000"/>
              <a:gd name="connsiteX229" fmla="*/ 1132007 w 12192000"/>
              <a:gd name="connsiteY229" fmla="*/ 6479296 h 6858000"/>
              <a:gd name="connsiteX230" fmla="*/ 1128075 w 12192000"/>
              <a:gd name="connsiteY230" fmla="*/ 6479699 h 6858000"/>
              <a:gd name="connsiteX231" fmla="*/ 1120007 w 12192000"/>
              <a:gd name="connsiteY231" fmla="*/ 6471733 h 6858000"/>
              <a:gd name="connsiteX232" fmla="*/ 1120007 w 12192000"/>
              <a:gd name="connsiteY232" fmla="*/ 6450758 h 6858000"/>
              <a:gd name="connsiteX233" fmla="*/ 1132007 w 12192000"/>
              <a:gd name="connsiteY233" fmla="*/ 6450758 h 6858000"/>
              <a:gd name="connsiteX234" fmla="*/ 1132007 w 12192000"/>
              <a:gd name="connsiteY234" fmla="*/ 6438859 h 6858000"/>
              <a:gd name="connsiteX235" fmla="*/ 1120007 w 12192000"/>
              <a:gd name="connsiteY235" fmla="*/ 6438859 h 6858000"/>
              <a:gd name="connsiteX236" fmla="*/ 1141989 w 12192000"/>
              <a:gd name="connsiteY236" fmla="*/ 6420305 h 6858000"/>
              <a:gd name="connsiteX237" fmla="*/ 1141989 w 12192000"/>
              <a:gd name="connsiteY237" fmla="*/ 6490893 h 6858000"/>
              <a:gd name="connsiteX238" fmla="*/ 1156006 w 12192000"/>
              <a:gd name="connsiteY238" fmla="*/ 6490893 h 6858000"/>
              <a:gd name="connsiteX239" fmla="*/ 1156006 w 12192000"/>
              <a:gd name="connsiteY239" fmla="*/ 6459733 h 6858000"/>
              <a:gd name="connsiteX240" fmla="*/ 1165586 w 12192000"/>
              <a:gd name="connsiteY240" fmla="*/ 6449750 h 6858000"/>
              <a:gd name="connsiteX241" fmla="*/ 1174561 w 12192000"/>
              <a:gd name="connsiteY241" fmla="*/ 6459229 h 6858000"/>
              <a:gd name="connsiteX242" fmla="*/ 1174561 w 12192000"/>
              <a:gd name="connsiteY242" fmla="*/ 6490893 h 6858000"/>
              <a:gd name="connsiteX243" fmla="*/ 1188578 w 12192000"/>
              <a:gd name="connsiteY243" fmla="*/ 6490893 h 6858000"/>
              <a:gd name="connsiteX244" fmla="*/ 1188578 w 12192000"/>
              <a:gd name="connsiteY244" fmla="*/ 6456708 h 6858000"/>
              <a:gd name="connsiteX245" fmla="*/ 1171636 w 12192000"/>
              <a:gd name="connsiteY245" fmla="*/ 6437447 h 6858000"/>
              <a:gd name="connsiteX246" fmla="*/ 1156006 w 12192000"/>
              <a:gd name="connsiteY246" fmla="*/ 6444809 h 6858000"/>
              <a:gd name="connsiteX247" fmla="*/ 1156006 w 12192000"/>
              <a:gd name="connsiteY247" fmla="*/ 6420305 h 6858000"/>
              <a:gd name="connsiteX248" fmla="*/ 485776 w 12192000"/>
              <a:gd name="connsiteY248" fmla="*/ 6420305 h 6858000"/>
              <a:gd name="connsiteX249" fmla="*/ 485776 w 12192000"/>
              <a:gd name="connsiteY249" fmla="*/ 6490893 h 6858000"/>
              <a:gd name="connsiteX250" fmla="*/ 520667 w 12192000"/>
              <a:gd name="connsiteY250" fmla="*/ 6490893 h 6858000"/>
              <a:gd name="connsiteX251" fmla="*/ 544567 w 12192000"/>
              <a:gd name="connsiteY251" fmla="*/ 6471229 h 6858000"/>
              <a:gd name="connsiteX252" fmla="*/ 532264 w 12192000"/>
              <a:gd name="connsiteY252" fmla="*/ 6454691 h 6858000"/>
              <a:gd name="connsiteX253" fmla="*/ 542752 w 12192000"/>
              <a:gd name="connsiteY253" fmla="*/ 6438960 h 6858000"/>
              <a:gd name="connsiteX254" fmla="*/ 520567 w 12192000"/>
              <a:gd name="connsiteY254" fmla="*/ 6420305 h 6858000"/>
              <a:gd name="connsiteX255" fmla="*/ 994260 w 12192000"/>
              <a:gd name="connsiteY255" fmla="*/ 6419094 h 6858000"/>
              <a:gd name="connsiteX256" fmla="*/ 958360 w 12192000"/>
              <a:gd name="connsiteY256" fmla="*/ 6455800 h 6858000"/>
              <a:gd name="connsiteX257" fmla="*/ 992041 w 12192000"/>
              <a:gd name="connsiteY257" fmla="*/ 6492405 h 6858000"/>
              <a:gd name="connsiteX258" fmla="*/ 1012613 w 12192000"/>
              <a:gd name="connsiteY258" fmla="*/ 6482624 h 6858000"/>
              <a:gd name="connsiteX259" fmla="*/ 1012613 w 12192000"/>
              <a:gd name="connsiteY259" fmla="*/ 6490893 h 6858000"/>
              <a:gd name="connsiteX260" fmla="*/ 1026226 w 12192000"/>
              <a:gd name="connsiteY260" fmla="*/ 6490893 h 6858000"/>
              <a:gd name="connsiteX261" fmla="*/ 1026226 w 12192000"/>
              <a:gd name="connsiteY261" fmla="*/ 6452977 h 6858000"/>
              <a:gd name="connsiteX262" fmla="*/ 994562 w 12192000"/>
              <a:gd name="connsiteY262" fmla="*/ 6452977 h 6858000"/>
              <a:gd name="connsiteX263" fmla="*/ 994562 w 12192000"/>
              <a:gd name="connsiteY263" fmla="*/ 6466489 h 6858000"/>
              <a:gd name="connsiteX264" fmla="*/ 1011302 w 12192000"/>
              <a:gd name="connsiteY264" fmla="*/ 6466489 h 6858000"/>
              <a:gd name="connsiteX265" fmla="*/ 994462 w 12192000"/>
              <a:gd name="connsiteY265" fmla="*/ 6478086 h 6858000"/>
              <a:gd name="connsiteX266" fmla="*/ 974394 w 12192000"/>
              <a:gd name="connsiteY266" fmla="*/ 6455800 h 6858000"/>
              <a:gd name="connsiteX267" fmla="*/ 994260 w 12192000"/>
              <a:gd name="connsiteY267" fmla="*/ 6433414 h 6858000"/>
              <a:gd name="connsiteX268" fmla="*/ 1012008 w 12192000"/>
              <a:gd name="connsiteY268" fmla="*/ 6443699 h 6858000"/>
              <a:gd name="connsiteX269" fmla="*/ 1024714 w 12192000"/>
              <a:gd name="connsiteY269" fmla="*/ 6435229 h 6858000"/>
              <a:gd name="connsiteX270" fmla="*/ 994260 w 12192000"/>
              <a:gd name="connsiteY270" fmla="*/ 6419094 h 6858000"/>
              <a:gd name="connsiteX271" fmla="*/ 875121 w 12192000"/>
              <a:gd name="connsiteY271" fmla="*/ 6416674 h 6858000"/>
              <a:gd name="connsiteX272" fmla="*/ 866751 w 12192000"/>
              <a:gd name="connsiteY272" fmla="*/ 6424943 h 6858000"/>
              <a:gd name="connsiteX273" fmla="*/ 875121 w 12192000"/>
              <a:gd name="connsiteY273" fmla="*/ 6433313 h 6858000"/>
              <a:gd name="connsiteX274" fmla="*/ 883491 w 12192000"/>
              <a:gd name="connsiteY274" fmla="*/ 6424943 h 6858000"/>
              <a:gd name="connsiteX275" fmla="*/ 875121 w 12192000"/>
              <a:gd name="connsiteY275" fmla="*/ 6416674 h 6858000"/>
              <a:gd name="connsiteX276" fmla="*/ 0 w 12192000"/>
              <a:gd name="connsiteY276" fmla="*/ 786751 h 6858000"/>
              <a:gd name="connsiteX277" fmla="*/ 471872 w 12192000"/>
              <a:gd name="connsiteY277" fmla="*/ 2680582 h 6858000"/>
              <a:gd name="connsiteX278" fmla="*/ 802876 w 12192000"/>
              <a:gd name="connsiteY278" fmla="*/ 2879540 h 6858000"/>
              <a:gd name="connsiteX279" fmla="*/ 857659 w 12192000"/>
              <a:gd name="connsiteY279" fmla="*/ 2865890 h 6858000"/>
              <a:gd name="connsiteX280" fmla="*/ 904737 w 12192000"/>
              <a:gd name="connsiteY280" fmla="*/ 2862396 h 6858000"/>
              <a:gd name="connsiteX281" fmla="*/ 12192000 w 12192000"/>
              <a:gd name="connsiteY281" fmla="*/ 872148 h 6858000"/>
              <a:gd name="connsiteX282" fmla="*/ 12192000 w 12192000"/>
              <a:gd name="connsiteY282" fmla="*/ 6858000 h 6858000"/>
              <a:gd name="connsiteX283" fmla="*/ 0 w 12192000"/>
              <a:gd name="connsiteY283" fmla="*/ 6858000 h 6858000"/>
              <a:gd name="connsiteX284" fmla="*/ 0 w 12192000"/>
              <a:gd name="connsiteY284" fmla="*/ 0 h 6858000"/>
              <a:gd name="connsiteX285" fmla="*/ 1 w 12192000"/>
              <a:gd name="connsiteY285" fmla="*/ 0 h 6858000"/>
              <a:gd name="connsiteX286" fmla="*/ 0 w 12192000"/>
              <a:gd name="connsiteY286" fmla="*/ 78675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Lst>
            <a:rect l="l" t="t" r="r" b="b"/>
            <a:pathLst>
              <a:path w="12192000" h="6858000">
                <a:moveTo>
                  <a:pt x="693262" y="6562790"/>
                </a:moveTo>
                <a:cubicBezTo>
                  <a:pt x="701252" y="6562790"/>
                  <a:pt x="707789" y="6568497"/>
                  <a:pt x="709242" y="6577940"/>
                </a:cubicBezTo>
                <a:lnTo>
                  <a:pt x="676660" y="6577940"/>
                </a:lnTo>
                <a:cubicBezTo>
                  <a:pt x="678217" y="6568705"/>
                  <a:pt x="684650" y="6562790"/>
                  <a:pt x="693262" y="6562790"/>
                </a:cubicBezTo>
                <a:close/>
                <a:moveTo>
                  <a:pt x="569365" y="6562790"/>
                </a:moveTo>
                <a:cubicBezTo>
                  <a:pt x="577355" y="6562790"/>
                  <a:pt x="583892" y="6568497"/>
                  <a:pt x="585345" y="6577940"/>
                </a:cubicBezTo>
                <a:lnTo>
                  <a:pt x="552763" y="6577940"/>
                </a:lnTo>
                <a:cubicBezTo>
                  <a:pt x="554320" y="6568705"/>
                  <a:pt x="560753" y="6562790"/>
                  <a:pt x="569365" y="6562790"/>
                </a:cubicBezTo>
                <a:close/>
                <a:moveTo>
                  <a:pt x="605700" y="6556045"/>
                </a:moveTo>
                <a:lnTo>
                  <a:pt x="605700" y="6608757"/>
                </a:lnTo>
                <a:lnTo>
                  <a:pt x="614416" y="6608757"/>
                </a:lnTo>
                <a:lnTo>
                  <a:pt x="614416" y="6556045"/>
                </a:lnTo>
                <a:close/>
                <a:moveTo>
                  <a:pt x="693262" y="6554697"/>
                </a:moveTo>
                <a:cubicBezTo>
                  <a:pt x="678528" y="6554697"/>
                  <a:pt x="667529" y="6566318"/>
                  <a:pt x="667529" y="6582401"/>
                </a:cubicBezTo>
                <a:cubicBezTo>
                  <a:pt x="667529" y="6598381"/>
                  <a:pt x="678735" y="6610106"/>
                  <a:pt x="693781" y="6610106"/>
                </a:cubicBezTo>
                <a:cubicBezTo>
                  <a:pt x="703535" y="6610106"/>
                  <a:pt x="712044" y="6605437"/>
                  <a:pt x="716402" y="6598485"/>
                </a:cubicBezTo>
                <a:lnTo>
                  <a:pt x="710280" y="6593297"/>
                </a:lnTo>
                <a:cubicBezTo>
                  <a:pt x="706959" y="6598692"/>
                  <a:pt x="701045" y="6602013"/>
                  <a:pt x="693781" y="6602013"/>
                </a:cubicBezTo>
                <a:cubicBezTo>
                  <a:pt x="684546" y="6602013"/>
                  <a:pt x="677698" y="6595268"/>
                  <a:pt x="676556" y="6585203"/>
                </a:cubicBezTo>
                <a:lnTo>
                  <a:pt x="718166" y="6585203"/>
                </a:lnTo>
                <a:cubicBezTo>
                  <a:pt x="718270" y="6584165"/>
                  <a:pt x="718373" y="6583024"/>
                  <a:pt x="718373" y="6582090"/>
                </a:cubicBezTo>
                <a:cubicBezTo>
                  <a:pt x="718373" y="6566629"/>
                  <a:pt x="707789" y="6554697"/>
                  <a:pt x="693262" y="6554697"/>
                </a:cubicBezTo>
                <a:close/>
                <a:moveTo>
                  <a:pt x="569365" y="6554697"/>
                </a:moveTo>
                <a:cubicBezTo>
                  <a:pt x="554631" y="6554697"/>
                  <a:pt x="543632" y="6566318"/>
                  <a:pt x="543632" y="6582401"/>
                </a:cubicBezTo>
                <a:cubicBezTo>
                  <a:pt x="543632" y="6598381"/>
                  <a:pt x="554838" y="6610106"/>
                  <a:pt x="569884" y="6610106"/>
                </a:cubicBezTo>
                <a:cubicBezTo>
                  <a:pt x="579638" y="6610106"/>
                  <a:pt x="588147" y="6605437"/>
                  <a:pt x="592505" y="6598485"/>
                </a:cubicBezTo>
                <a:lnTo>
                  <a:pt x="586383" y="6593297"/>
                </a:lnTo>
                <a:cubicBezTo>
                  <a:pt x="583062" y="6598692"/>
                  <a:pt x="577148" y="6602013"/>
                  <a:pt x="569884" y="6602013"/>
                </a:cubicBezTo>
                <a:cubicBezTo>
                  <a:pt x="560649" y="6602013"/>
                  <a:pt x="553801" y="6595268"/>
                  <a:pt x="552659" y="6585203"/>
                </a:cubicBezTo>
                <a:lnTo>
                  <a:pt x="594269" y="6585203"/>
                </a:lnTo>
                <a:cubicBezTo>
                  <a:pt x="594373" y="6584165"/>
                  <a:pt x="594476" y="6583024"/>
                  <a:pt x="594476" y="6582090"/>
                </a:cubicBezTo>
                <a:cubicBezTo>
                  <a:pt x="594476" y="6566629"/>
                  <a:pt x="583892" y="6554697"/>
                  <a:pt x="569365" y="6554697"/>
                </a:cubicBezTo>
                <a:close/>
                <a:moveTo>
                  <a:pt x="643657" y="6541207"/>
                </a:moveTo>
                <a:lnTo>
                  <a:pt x="634941" y="6544216"/>
                </a:lnTo>
                <a:lnTo>
                  <a:pt x="634941" y="6556045"/>
                </a:lnTo>
                <a:lnTo>
                  <a:pt x="625187" y="6556045"/>
                </a:lnTo>
                <a:lnTo>
                  <a:pt x="625187" y="6563620"/>
                </a:lnTo>
                <a:lnTo>
                  <a:pt x="634941" y="6563620"/>
                </a:lnTo>
                <a:lnTo>
                  <a:pt x="634941" y="6593608"/>
                </a:lnTo>
                <a:cubicBezTo>
                  <a:pt x="634941" y="6603881"/>
                  <a:pt x="640544" y="6609899"/>
                  <a:pt x="650298" y="6609899"/>
                </a:cubicBezTo>
                <a:cubicBezTo>
                  <a:pt x="653100" y="6609899"/>
                  <a:pt x="655590" y="6609484"/>
                  <a:pt x="657354" y="6608757"/>
                </a:cubicBezTo>
                <a:lnTo>
                  <a:pt x="657354" y="6600975"/>
                </a:lnTo>
                <a:cubicBezTo>
                  <a:pt x="655798" y="6601598"/>
                  <a:pt x="654034" y="6601909"/>
                  <a:pt x="652373" y="6601909"/>
                </a:cubicBezTo>
                <a:cubicBezTo>
                  <a:pt x="646562" y="6601909"/>
                  <a:pt x="643657" y="6598692"/>
                  <a:pt x="643657" y="6592778"/>
                </a:cubicBezTo>
                <a:lnTo>
                  <a:pt x="643657" y="6563620"/>
                </a:lnTo>
                <a:lnTo>
                  <a:pt x="657354" y="6563620"/>
                </a:lnTo>
                <a:lnTo>
                  <a:pt x="657354" y="6556045"/>
                </a:lnTo>
                <a:lnTo>
                  <a:pt x="643657" y="6556045"/>
                </a:lnTo>
                <a:close/>
                <a:moveTo>
                  <a:pt x="509588" y="6534878"/>
                </a:moveTo>
                <a:cubicBezTo>
                  <a:pt x="493920" y="6534878"/>
                  <a:pt x="484373" y="6542867"/>
                  <a:pt x="484373" y="6554800"/>
                </a:cubicBezTo>
                <a:cubicBezTo>
                  <a:pt x="484373" y="6565799"/>
                  <a:pt x="490288" y="6571921"/>
                  <a:pt x="503051" y="6574723"/>
                </a:cubicBezTo>
                <a:lnTo>
                  <a:pt x="511663" y="6576591"/>
                </a:lnTo>
                <a:cubicBezTo>
                  <a:pt x="520276" y="6578562"/>
                  <a:pt x="524945" y="6582401"/>
                  <a:pt x="524945" y="6589354"/>
                </a:cubicBezTo>
                <a:cubicBezTo>
                  <a:pt x="524945" y="6597032"/>
                  <a:pt x="518823" y="6601701"/>
                  <a:pt x="507720" y="6601701"/>
                </a:cubicBezTo>
                <a:cubicBezTo>
                  <a:pt x="500042" y="6601701"/>
                  <a:pt x="492259" y="6599107"/>
                  <a:pt x="485618" y="6593815"/>
                </a:cubicBezTo>
                <a:lnTo>
                  <a:pt x="485618" y="6603569"/>
                </a:lnTo>
                <a:cubicBezTo>
                  <a:pt x="491741" y="6607720"/>
                  <a:pt x="499834" y="6610003"/>
                  <a:pt x="507720" y="6610003"/>
                </a:cubicBezTo>
                <a:cubicBezTo>
                  <a:pt x="524115" y="6610003"/>
                  <a:pt x="534284" y="6602117"/>
                  <a:pt x="534284" y="6589042"/>
                </a:cubicBezTo>
                <a:cubicBezTo>
                  <a:pt x="534284" y="6577732"/>
                  <a:pt x="527954" y="6570780"/>
                  <a:pt x="514465" y="6567771"/>
                </a:cubicBezTo>
                <a:lnTo>
                  <a:pt x="505852" y="6565799"/>
                </a:lnTo>
                <a:cubicBezTo>
                  <a:pt x="497344" y="6563828"/>
                  <a:pt x="493816" y="6560196"/>
                  <a:pt x="493816" y="6554178"/>
                </a:cubicBezTo>
                <a:cubicBezTo>
                  <a:pt x="493816" y="6547433"/>
                  <a:pt x="499730" y="6543179"/>
                  <a:pt x="509588" y="6543179"/>
                </a:cubicBezTo>
                <a:cubicBezTo>
                  <a:pt x="517163" y="6543179"/>
                  <a:pt x="524737" y="6545669"/>
                  <a:pt x="530963" y="6551065"/>
                </a:cubicBezTo>
                <a:lnTo>
                  <a:pt x="531067" y="6541311"/>
                </a:lnTo>
                <a:cubicBezTo>
                  <a:pt x="524634" y="6536849"/>
                  <a:pt x="516436" y="6534878"/>
                  <a:pt x="509588" y="6534878"/>
                </a:cubicBezTo>
                <a:close/>
                <a:moveTo>
                  <a:pt x="610058" y="6534151"/>
                </a:moveTo>
                <a:cubicBezTo>
                  <a:pt x="606634" y="6534151"/>
                  <a:pt x="604039" y="6536849"/>
                  <a:pt x="604039" y="6540170"/>
                </a:cubicBezTo>
                <a:cubicBezTo>
                  <a:pt x="604039" y="6543594"/>
                  <a:pt x="606634" y="6546188"/>
                  <a:pt x="610058" y="6546188"/>
                </a:cubicBezTo>
                <a:cubicBezTo>
                  <a:pt x="613482" y="6546188"/>
                  <a:pt x="616076" y="6543594"/>
                  <a:pt x="616076" y="6540170"/>
                </a:cubicBezTo>
                <a:cubicBezTo>
                  <a:pt x="616076" y="6536849"/>
                  <a:pt x="613482" y="6534151"/>
                  <a:pt x="610058" y="6534151"/>
                </a:cubicBezTo>
                <a:close/>
                <a:moveTo>
                  <a:pt x="500903" y="6461548"/>
                </a:moveTo>
                <a:lnTo>
                  <a:pt x="519457" y="6461548"/>
                </a:lnTo>
                <a:cubicBezTo>
                  <a:pt x="525407" y="6461548"/>
                  <a:pt x="528835" y="6464573"/>
                  <a:pt x="528835" y="6469515"/>
                </a:cubicBezTo>
                <a:cubicBezTo>
                  <a:pt x="528835" y="6474657"/>
                  <a:pt x="525407" y="6477582"/>
                  <a:pt x="519457" y="6477582"/>
                </a:cubicBezTo>
                <a:lnTo>
                  <a:pt x="500903" y="6477582"/>
                </a:lnTo>
                <a:close/>
                <a:moveTo>
                  <a:pt x="1062844" y="6451061"/>
                </a:moveTo>
                <a:cubicBezTo>
                  <a:pt x="1070508" y="6451061"/>
                  <a:pt x="1075953" y="6457010"/>
                  <a:pt x="1075953" y="6464876"/>
                </a:cubicBezTo>
                <a:cubicBezTo>
                  <a:pt x="1075953" y="6472741"/>
                  <a:pt x="1070508" y="6478691"/>
                  <a:pt x="1062844" y="6478691"/>
                </a:cubicBezTo>
                <a:cubicBezTo>
                  <a:pt x="1055281" y="6478691"/>
                  <a:pt x="1049835" y="6472741"/>
                  <a:pt x="1049835" y="6464876"/>
                </a:cubicBezTo>
                <a:cubicBezTo>
                  <a:pt x="1049835" y="6457010"/>
                  <a:pt x="1055281" y="6451061"/>
                  <a:pt x="1062844" y="6451061"/>
                </a:cubicBezTo>
                <a:close/>
                <a:moveTo>
                  <a:pt x="1225495" y="6450960"/>
                </a:moveTo>
                <a:cubicBezTo>
                  <a:pt x="1233058" y="6450960"/>
                  <a:pt x="1238604" y="6457010"/>
                  <a:pt x="1238604" y="6464876"/>
                </a:cubicBezTo>
                <a:cubicBezTo>
                  <a:pt x="1238604" y="6472741"/>
                  <a:pt x="1233058" y="6478792"/>
                  <a:pt x="1225495" y="6478792"/>
                </a:cubicBezTo>
                <a:cubicBezTo>
                  <a:pt x="1217932" y="6478792"/>
                  <a:pt x="1212386" y="6472741"/>
                  <a:pt x="1212386" y="6464876"/>
                </a:cubicBezTo>
                <a:cubicBezTo>
                  <a:pt x="1212386" y="6457010"/>
                  <a:pt x="1217932" y="6450960"/>
                  <a:pt x="1225495" y="6450960"/>
                </a:cubicBezTo>
                <a:close/>
                <a:moveTo>
                  <a:pt x="919961" y="6450960"/>
                </a:moveTo>
                <a:cubicBezTo>
                  <a:pt x="927524" y="6450960"/>
                  <a:pt x="933070" y="6457010"/>
                  <a:pt x="933070" y="6464876"/>
                </a:cubicBezTo>
                <a:cubicBezTo>
                  <a:pt x="933070" y="6472741"/>
                  <a:pt x="927524" y="6478792"/>
                  <a:pt x="919961" y="6478792"/>
                </a:cubicBezTo>
                <a:cubicBezTo>
                  <a:pt x="912398" y="6478792"/>
                  <a:pt x="906852" y="6472741"/>
                  <a:pt x="906852" y="6464876"/>
                </a:cubicBezTo>
                <a:cubicBezTo>
                  <a:pt x="906852" y="6457010"/>
                  <a:pt x="912398" y="6450960"/>
                  <a:pt x="919961" y="6450960"/>
                </a:cubicBezTo>
                <a:close/>
                <a:moveTo>
                  <a:pt x="581315" y="6450960"/>
                </a:moveTo>
                <a:cubicBezTo>
                  <a:pt x="588878" y="6450960"/>
                  <a:pt x="594424" y="6457010"/>
                  <a:pt x="594424" y="6464876"/>
                </a:cubicBezTo>
                <a:cubicBezTo>
                  <a:pt x="594424" y="6472741"/>
                  <a:pt x="588878" y="6478792"/>
                  <a:pt x="581315" y="6478792"/>
                </a:cubicBezTo>
                <a:cubicBezTo>
                  <a:pt x="573752" y="6478792"/>
                  <a:pt x="568206" y="6472741"/>
                  <a:pt x="568206" y="6464876"/>
                </a:cubicBezTo>
                <a:cubicBezTo>
                  <a:pt x="568206" y="6457010"/>
                  <a:pt x="573752" y="6450960"/>
                  <a:pt x="581315" y="6450960"/>
                </a:cubicBezTo>
                <a:close/>
                <a:moveTo>
                  <a:pt x="1288499" y="6450153"/>
                </a:moveTo>
                <a:cubicBezTo>
                  <a:pt x="1294046" y="6450153"/>
                  <a:pt x="1298382" y="6452977"/>
                  <a:pt x="1299895" y="6458926"/>
                </a:cubicBezTo>
                <a:lnTo>
                  <a:pt x="1277306" y="6458926"/>
                </a:lnTo>
                <a:cubicBezTo>
                  <a:pt x="1278818" y="6453380"/>
                  <a:pt x="1282852" y="6450153"/>
                  <a:pt x="1288499" y="6450153"/>
                </a:cubicBezTo>
                <a:close/>
                <a:moveTo>
                  <a:pt x="773758" y="6450153"/>
                </a:moveTo>
                <a:cubicBezTo>
                  <a:pt x="779304" y="6450153"/>
                  <a:pt x="783640" y="6452977"/>
                  <a:pt x="785153" y="6458926"/>
                </a:cubicBezTo>
                <a:lnTo>
                  <a:pt x="762564" y="6458926"/>
                </a:lnTo>
                <a:cubicBezTo>
                  <a:pt x="764077" y="6453380"/>
                  <a:pt x="768111" y="6450153"/>
                  <a:pt x="773758" y="6450153"/>
                </a:cubicBezTo>
                <a:close/>
                <a:moveTo>
                  <a:pt x="868062" y="6438859"/>
                </a:moveTo>
                <a:lnTo>
                  <a:pt x="868062" y="6490893"/>
                </a:lnTo>
                <a:lnTo>
                  <a:pt x="882079" y="6490893"/>
                </a:lnTo>
                <a:lnTo>
                  <a:pt x="882079" y="6438859"/>
                </a:lnTo>
                <a:close/>
                <a:moveTo>
                  <a:pt x="1351643" y="6437851"/>
                </a:moveTo>
                <a:cubicBezTo>
                  <a:pt x="1343071" y="6437851"/>
                  <a:pt x="1338332" y="6442288"/>
                  <a:pt x="1336617" y="6448136"/>
                </a:cubicBezTo>
                <a:lnTo>
                  <a:pt x="1336617" y="6438859"/>
                </a:lnTo>
                <a:lnTo>
                  <a:pt x="1322600" y="6438859"/>
                </a:lnTo>
                <a:lnTo>
                  <a:pt x="1322600" y="6490893"/>
                </a:lnTo>
                <a:lnTo>
                  <a:pt x="1336617" y="6490893"/>
                </a:lnTo>
                <a:lnTo>
                  <a:pt x="1336617" y="6462557"/>
                </a:lnTo>
                <a:cubicBezTo>
                  <a:pt x="1336617" y="6455599"/>
                  <a:pt x="1339542" y="6452674"/>
                  <a:pt x="1350029" y="6452674"/>
                </a:cubicBezTo>
                <a:lnTo>
                  <a:pt x="1352550" y="6452674"/>
                </a:lnTo>
                <a:lnTo>
                  <a:pt x="1352550" y="6437851"/>
                </a:lnTo>
                <a:close/>
                <a:moveTo>
                  <a:pt x="650269" y="6437851"/>
                </a:moveTo>
                <a:cubicBezTo>
                  <a:pt x="641698" y="6437851"/>
                  <a:pt x="636958" y="6442288"/>
                  <a:pt x="635244" y="6448136"/>
                </a:cubicBezTo>
                <a:lnTo>
                  <a:pt x="635244" y="6438859"/>
                </a:lnTo>
                <a:lnTo>
                  <a:pt x="621227" y="6438859"/>
                </a:lnTo>
                <a:lnTo>
                  <a:pt x="621227" y="6490893"/>
                </a:lnTo>
                <a:lnTo>
                  <a:pt x="635244" y="6490893"/>
                </a:lnTo>
                <a:lnTo>
                  <a:pt x="635244" y="6462557"/>
                </a:lnTo>
                <a:cubicBezTo>
                  <a:pt x="635244" y="6455599"/>
                  <a:pt x="638168" y="6452674"/>
                  <a:pt x="648656" y="6452674"/>
                </a:cubicBezTo>
                <a:lnTo>
                  <a:pt x="651177" y="6452674"/>
                </a:lnTo>
                <a:lnTo>
                  <a:pt x="651177" y="6437851"/>
                </a:lnTo>
                <a:close/>
                <a:moveTo>
                  <a:pt x="1288499" y="6437447"/>
                </a:moveTo>
                <a:cubicBezTo>
                  <a:pt x="1273474" y="6437447"/>
                  <a:pt x="1262583" y="6449044"/>
                  <a:pt x="1262583" y="6464876"/>
                </a:cubicBezTo>
                <a:cubicBezTo>
                  <a:pt x="1262583" y="6480708"/>
                  <a:pt x="1273978" y="6492405"/>
                  <a:pt x="1289709" y="6492405"/>
                </a:cubicBezTo>
                <a:cubicBezTo>
                  <a:pt x="1299088" y="6492405"/>
                  <a:pt x="1308466" y="6487565"/>
                  <a:pt x="1312701" y="6480607"/>
                </a:cubicBezTo>
                <a:lnTo>
                  <a:pt x="1303222" y="6472540"/>
                </a:lnTo>
                <a:cubicBezTo>
                  <a:pt x="1300600" y="6476977"/>
                  <a:pt x="1295356" y="6479699"/>
                  <a:pt x="1289709" y="6479699"/>
                </a:cubicBezTo>
                <a:cubicBezTo>
                  <a:pt x="1282751" y="6479699"/>
                  <a:pt x="1278415" y="6474960"/>
                  <a:pt x="1277104" y="6468909"/>
                </a:cubicBezTo>
                <a:lnTo>
                  <a:pt x="1314113" y="6468909"/>
                </a:lnTo>
                <a:cubicBezTo>
                  <a:pt x="1314315" y="6467498"/>
                  <a:pt x="1314516" y="6465783"/>
                  <a:pt x="1314516" y="6464271"/>
                </a:cubicBezTo>
                <a:cubicBezTo>
                  <a:pt x="1314516" y="6449548"/>
                  <a:pt x="1304533" y="6437447"/>
                  <a:pt x="1288499" y="6437447"/>
                </a:cubicBezTo>
                <a:close/>
                <a:moveTo>
                  <a:pt x="1222369" y="6437447"/>
                </a:moveTo>
                <a:cubicBezTo>
                  <a:pt x="1209158" y="6437447"/>
                  <a:pt x="1197864" y="6448943"/>
                  <a:pt x="1197864" y="6464876"/>
                </a:cubicBezTo>
                <a:cubicBezTo>
                  <a:pt x="1197864" y="6480909"/>
                  <a:pt x="1209158" y="6492405"/>
                  <a:pt x="1222369" y="6492405"/>
                </a:cubicBezTo>
                <a:cubicBezTo>
                  <a:pt x="1230033" y="6492405"/>
                  <a:pt x="1235377" y="6489178"/>
                  <a:pt x="1238604" y="6483430"/>
                </a:cubicBezTo>
                <a:lnTo>
                  <a:pt x="1238604" y="6490893"/>
                </a:lnTo>
                <a:lnTo>
                  <a:pt x="1252621" y="6490893"/>
                </a:lnTo>
                <a:lnTo>
                  <a:pt x="1252621" y="6438859"/>
                </a:lnTo>
                <a:lnTo>
                  <a:pt x="1238604" y="6438859"/>
                </a:lnTo>
                <a:lnTo>
                  <a:pt x="1238604" y="6446422"/>
                </a:lnTo>
                <a:cubicBezTo>
                  <a:pt x="1235377" y="6440674"/>
                  <a:pt x="1230033" y="6437447"/>
                  <a:pt x="1222369" y="6437447"/>
                </a:cubicBezTo>
                <a:close/>
                <a:moveTo>
                  <a:pt x="1062844" y="6437447"/>
                </a:moveTo>
                <a:cubicBezTo>
                  <a:pt x="1047213" y="6437447"/>
                  <a:pt x="1035314" y="6448943"/>
                  <a:pt x="1035314" y="6464876"/>
                </a:cubicBezTo>
                <a:cubicBezTo>
                  <a:pt x="1035314" y="6480809"/>
                  <a:pt x="1047213" y="6492304"/>
                  <a:pt x="1062844" y="6492304"/>
                </a:cubicBezTo>
                <a:cubicBezTo>
                  <a:pt x="1078575" y="6492304"/>
                  <a:pt x="1090474" y="6480809"/>
                  <a:pt x="1090474" y="6464876"/>
                </a:cubicBezTo>
                <a:cubicBezTo>
                  <a:pt x="1090474" y="6448943"/>
                  <a:pt x="1078575" y="6437447"/>
                  <a:pt x="1062844" y="6437447"/>
                </a:cubicBezTo>
                <a:close/>
                <a:moveTo>
                  <a:pt x="916835" y="6437447"/>
                </a:moveTo>
                <a:cubicBezTo>
                  <a:pt x="903625" y="6437447"/>
                  <a:pt x="892331" y="6448943"/>
                  <a:pt x="892331" y="6464876"/>
                </a:cubicBezTo>
                <a:cubicBezTo>
                  <a:pt x="892331" y="6480909"/>
                  <a:pt x="903625" y="6492405"/>
                  <a:pt x="916835" y="6492405"/>
                </a:cubicBezTo>
                <a:cubicBezTo>
                  <a:pt x="924499" y="6492405"/>
                  <a:pt x="929843" y="6489178"/>
                  <a:pt x="933070" y="6483430"/>
                </a:cubicBezTo>
                <a:lnTo>
                  <a:pt x="933070" y="6490893"/>
                </a:lnTo>
                <a:lnTo>
                  <a:pt x="947087" y="6490893"/>
                </a:lnTo>
                <a:lnTo>
                  <a:pt x="947087" y="6438859"/>
                </a:lnTo>
                <a:lnTo>
                  <a:pt x="933070" y="6438859"/>
                </a:lnTo>
                <a:lnTo>
                  <a:pt x="933070" y="6446422"/>
                </a:lnTo>
                <a:cubicBezTo>
                  <a:pt x="929843" y="6440674"/>
                  <a:pt x="924499" y="6437447"/>
                  <a:pt x="916835" y="6437447"/>
                </a:cubicBezTo>
                <a:close/>
                <a:moveTo>
                  <a:pt x="839011" y="6437447"/>
                </a:moveTo>
                <a:cubicBezTo>
                  <a:pt x="830843" y="6437447"/>
                  <a:pt x="825700" y="6441178"/>
                  <a:pt x="823381" y="6444809"/>
                </a:cubicBezTo>
                <a:lnTo>
                  <a:pt x="823381" y="6438859"/>
                </a:lnTo>
                <a:lnTo>
                  <a:pt x="809364" y="6438859"/>
                </a:lnTo>
                <a:lnTo>
                  <a:pt x="809364" y="6490893"/>
                </a:lnTo>
                <a:lnTo>
                  <a:pt x="823381" y="6490893"/>
                </a:lnTo>
                <a:lnTo>
                  <a:pt x="823381" y="6459733"/>
                </a:lnTo>
                <a:cubicBezTo>
                  <a:pt x="823381" y="6453077"/>
                  <a:pt x="827313" y="6449750"/>
                  <a:pt x="832961" y="6449750"/>
                </a:cubicBezTo>
                <a:cubicBezTo>
                  <a:pt x="838809" y="6449750"/>
                  <a:pt x="841935" y="6453582"/>
                  <a:pt x="841935" y="6459229"/>
                </a:cubicBezTo>
                <a:lnTo>
                  <a:pt x="841935" y="6490893"/>
                </a:lnTo>
                <a:lnTo>
                  <a:pt x="855952" y="6490893"/>
                </a:lnTo>
                <a:lnTo>
                  <a:pt x="855952" y="6456708"/>
                </a:lnTo>
                <a:cubicBezTo>
                  <a:pt x="855952" y="6443195"/>
                  <a:pt x="848389" y="6437447"/>
                  <a:pt x="839011" y="6437447"/>
                </a:cubicBezTo>
                <a:close/>
                <a:moveTo>
                  <a:pt x="773758" y="6437447"/>
                </a:moveTo>
                <a:cubicBezTo>
                  <a:pt x="758732" y="6437447"/>
                  <a:pt x="747842" y="6449044"/>
                  <a:pt x="747842" y="6464876"/>
                </a:cubicBezTo>
                <a:cubicBezTo>
                  <a:pt x="747842" y="6480708"/>
                  <a:pt x="759237" y="6492405"/>
                  <a:pt x="774968" y="6492405"/>
                </a:cubicBezTo>
                <a:cubicBezTo>
                  <a:pt x="784346" y="6492405"/>
                  <a:pt x="793724" y="6487565"/>
                  <a:pt x="797960" y="6480607"/>
                </a:cubicBezTo>
                <a:lnTo>
                  <a:pt x="788480" y="6472540"/>
                </a:lnTo>
                <a:cubicBezTo>
                  <a:pt x="785859" y="6476977"/>
                  <a:pt x="780615" y="6479699"/>
                  <a:pt x="774968" y="6479699"/>
                </a:cubicBezTo>
                <a:cubicBezTo>
                  <a:pt x="768010" y="6479699"/>
                  <a:pt x="763674" y="6474960"/>
                  <a:pt x="762363" y="6468909"/>
                </a:cubicBezTo>
                <a:lnTo>
                  <a:pt x="799371" y="6468909"/>
                </a:lnTo>
                <a:cubicBezTo>
                  <a:pt x="799573" y="6467498"/>
                  <a:pt x="799775" y="6465783"/>
                  <a:pt x="799775" y="6464271"/>
                </a:cubicBezTo>
                <a:cubicBezTo>
                  <a:pt x="799775" y="6449548"/>
                  <a:pt x="789792" y="6437447"/>
                  <a:pt x="773758" y="6437447"/>
                </a:cubicBezTo>
                <a:close/>
                <a:moveTo>
                  <a:pt x="689402" y="6437447"/>
                </a:moveTo>
                <a:cubicBezTo>
                  <a:pt x="681435" y="6437447"/>
                  <a:pt x="676797" y="6441078"/>
                  <a:pt x="674376" y="6444809"/>
                </a:cubicBezTo>
                <a:lnTo>
                  <a:pt x="674376" y="6438859"/>
                </a:lnTo>
                <a:lnTo>
                  <a:pt x="660360" y="6438859"/>
                </a:lnTo>
                <a:lnTo>
                  <a:pt x="660360" y="6490893"/>
                </a:lnTo>
                <a:lnTo>
                  <a:pt x="674376" y="6490893"/>
                </a:lnTo>
                <a:lnTo>
                  <a:pt x="674376" y="6460036"/>
                </a:lnTo>
                <a:cubicBezTo>
                  <a:pt x="674376" y="6453077"/>
                  <a:pt x="677906" y="6449750"/>
                  <a:pt x="683351" y="6449750"/>
                </a:cubicBezTo>
                <a:cubicBezTo>
                  <a:pt x="689099" y="6449750"/>
                  <a:pt x="691923" y="6453683"/>
                  <a:pt x="691923" y="6459632"/>
                </a:cubicBezTo>
                <a:lnTo>
                  <a:pt x="691923" y="6490893"/>
                </a:lnTo>
                <a:lnTo>
                  <a:pt x="705839" y="6490893"/>
                </a:lnTo>
                <a:lnTo>
                  <a:pt x="705839" y="6458523"/>
                </a:lnTo>
                <a:cubicBezTo>
                  <a:pt x="705839" y="6453178"/>
                  <a:pt x="709570" y="6449750"/>
                  <a:pt x="714915" y="6449750"/>
                </a:cubicBezTo>
                <a:cubicBezTo>
                  <a:pt x="720562" y="6449750"/>
                  <a:pt x="723486" y="6453582"/>
                  <a:pt x="723486" y="6459632"/>
                </a:cubicBezTo>
                <a:lnTo>
                  <a:pt x="723486" y="6490893"/>
                </a:lnTo>
                <a:lnTo>
                  <a:pt x="737503" y="6490893"/>
                </a:lnTo>
                <a:lnTo>
                  <a:pt x="737503" y="6457010"/>
                </a:lnTo>
                <a:cubicBezTo>
                  <a:pt x="737503" y="6443296"/>
                  <a:pt x="730142" y="6437447"/>
                  <a:pt x="719553" y="6437447"/>
                </a:cubicBezTo>
                <a:cubicBezTo>
                  <a:pt x="712797" y="6437447"/>
                  <a:pt x="707351" y="6439968"/>
                  <a:pt x="703520" y="6445716"/>
                </a:cubicBezTo>
                <a:cubicBezTo>
                  <a:pt x="700595" y="6439968"/>
                  <a:pt x="695351" y="6437447"/>
                  <a:pt x="689402" y="6437447"/>
                </a:cubicBezTo>
                <a:close/>
                <a:moveTo>
                  <a:pt x="578189" y="6437447"/>
                </a:moveTo>
                <a:cubicBezTo>
                  <a:pt x="564979" y="6437447"/>
                  <a:pt x="553685" y="6448943"/>
                  <a:pt x="553685" y="6464876"/>
                </a:cubicBezTo>
                <a:cubicBezTo>
                  <a:pt x="553685" y="6480909"/>
                  <a:pt x="564979" y="6492405"/>
                  <a:pt x="578189" y="6492405"/>
                </a:cubicBezTo>
                <a:cubicBezTo>
                  <a:pt x="585853" y="6492405"/>
                  <a:pt x="591197" y="6489178"/>
                  <a:pt x="594424" y="6483430"/>
                </a:cubicBezTo>
                <a:lnTo>
                  <a:pt x="594424" y="6490893"/>
                </a:lnTo>
                <a:lnTo>
                  <a:pt x="608441" y="6490893"/>
                </a:lnTo>
                <a:lnTo>
                  <a:pt x="608441" y="6438859"/>
                </a:lnTo>
                <a:lnTo>
                  <a:pt x="594424" y="6438859"/>
                </a:lnTo>
                <a:lnTo>
                  <a:pt x="594424" y="6446422"/>
                </a:lnTo>
                <a:cubicBezTo>
                  <a:pt x="591197" y="6440674"/>
                  <a:pt x="585853" y="6437447"/>
                  <a:pt x="578189" y="6437447"/>
                </a:cubicBezTo>
                <a:close/>
                <a:moveTo>
                  <a:pt x="500903" y="6433615"/>
                </a:moveTo>
                <a:lnTo>
                  <a:pt x="518449" y="6433615"/>
                </a:lnTo>
                <a:cubicBezTo>
                  <a:pt x="523995" y="6433615"/>
                  <a:pt x="527121" y="6436338"/>
                  <a:pt x="527121" y="6441078"/>
                </a:cubicBezTo>
                <a:cubicBezTo>
                  <a:pt x="527121" y="6445716"/>
                  <a:pt x="523995" y="6448439"/>
                  <a:pt x="518449" y="6448439"/>
                </a:cubicBezTo>
                <a:lnTo>
                  <a:pt x="500903" y="6448439"/>
                </a:lnTo>
                <a:close/>
                <a:moveTo>
                  <a:pt x="1120007" y="6423632"/>
                </a:moveTo>
                <a:lnTo>
                  <a:pt x="1105990" y="6427666"/>
                </a:lnTo>
                <a:lnTo>
                  <a:pt x="1105990" y="6438859"/>
                </a:lnTo>
                <a:lnTo>
                  <a:pt x="1097217" y="6438859"/>
                </a:lnTo>
                <a:lnTo>
                  <a:pt x="1097217" y="6450758"/>
                </a:lnTo>
                <a:lnTo>
                  <a:pt x="1105990" y="6450758"/>
                </a:lnTo>
                <a:lnTo>
                  <a:pt x="1105990" y="6472943"/>
                </a:lnTo>
                <a:cubicBezTo>
                  <a:pt x="1105990" y="6485246"/>
                  <a:pt x="1112646" y="6492103"/>
                  <a:pt x="1124041" y="6492103"/>
                </a:cubicBezTo>
                <a:cubicBezTo>
                  <a:pt x="1127167" y="6492103"/>
                  <a:pt x="1129890" y="6491800"/>
                  <a:pt x="1132007" y="6491195"/>
                </a:cubicBezTo>
                <a:lnTo>
                  <a:pt x="1132007" y="6479296"/>
                </a:lnTo>
                <a:cubicBezTo>
                  <a:pt x="1130696" y="6479498"/>
                  <a:pt x="1129184" y="6479699"/>
                  <a:pt x="1128075" y="6479699"/>
                </a:cubicBezTo>
                <a:cubicBezTo>
                  <a:pt x="1122528" y="6479699"/>
                  <a:pt x="1120007" y="6476876"/>
                  <a:pt x="1120007" y="6471733"/>
                </a:cubicBezTo>
                <a:lnTo>
                  <a:pt x="1120007" y="6450758"/>
                </a:lnTo>
                <a:lnTo>
                  <a:pt x="1132007" y="6450758"/>
                </a:lnTo>
                <a:lnTo>
                  <a:pt x="1132007" y="6438859"/>
                </a:lnTo>
                <a:lnTo>
                  <a:pt x="1120007" y="6438859"/>
                </a:lnTo>
                <a:close/>
                <a:moveTo>
                  <a:pt x="1141989" y="6420305"/>
                </a:moveTo>
                <a:lnTo>
                  <a:pt x="1141989" y="6490893"/>
                </a:lnTo>
                <a:lnTo>
                  <a:pt x="1156006" y="6490893"/>
                </a:lnTo>
                <a:lnTo>
                  <a:pt x="1156006" y="6459733"/>
                </a:lnTo>
                <a:cubicBezTo>
                  <a:pt x="1156006" y="6453077"/>
                  <a:pt x="1159939" y="6449750"/>
                  <a:pt x="1165586" y="6449750"/>
                </a:cubicBezTo>
                <a:cubicBezTo>
                  <a:pt x="1171435" y="6449750"/>
                  <a:pt x="1174561" y="6453582"/>
                  <a:pt x="1174561" y="6459229"/>
                </a:cubicBezTo>
                <a:lnTo>
                  <a:pt x="1174561" y="6490893"/>
                </a:lnTo>
                <a:lnTo>
                  <a:pt x="1188578" y="6490893"/>
                </a:lnTo>
                <a:lnTo>
                  <a:pt x="1188578" y="6456708"/>
                </a:lnTo>
                <a:cubicBezTo>
                  <a:pt x="1188578" y="6443195"/>
                  <a:pt x="1181115" y="6437447"/>
                  <a:pt x="1171636" y="6437447"/>
                </a:cubicBezTo>
                <a:cubicBezTo>
                  <a:pt x="1163468" y="6437447"/>
                  <a:pt x="1158325" y="6441178"/>
                  <a:pt x="1156006" y="6444809"/>
                </a:cubicBezTo>
                <a:lnTo>
                  <a:pt x="1156006" y="6420305"/>
                </a:lnTo>
                <a:close/>
                <a:moveTo>
                  <a:pt x="485776" y="6420305"/>
                </a:moveTo>
                <a:lnTo>
                  <a:pt x="485776" y="6490893"/>
                </a:lnTo>
                <a:lnTo>
                  <a:pt x="520667" y="6490893"/>
                </a:lnTo>
                <a:cubicBezTo>
                  <a:pt x="535693" y="6490893"/>
                  <a:pt x="544567" y="6483430"/>
                  <a:pt x="544567" y="6471229"/>
                </a:cubicBezTo>
                <a:cubicBezTo>
                  <a:pt x="544567" y="6463262"/>
                  <a:pt x="540230" y="6457414"/>
                  <a:pt x="532264" y="6454691"/>
                </a:cubicBezTo>
                <a:cubicBezTo>
                  <a:pt x="538718" y="6452170"/>
                  <a:pt x="542752" y="6446321"/>
                  <a:pt x="542752" y="6438960"/>
                </a:cubicBezTo>
                <a:cubicBezTo>
                  <a:pt x="542752" y="6427162"/>
                  <a:pt x="534483" y="6420305"/>
                  <a:pt x="520567" y="6420305"/>
                </a:cubicBezTo>
                <a:close/>
                <a:moveTo>
                  <a:pt x="994260" y="6419094"/>
                </a:moveTo>
                <a:cubicBezTo>
                  <a:pt x="973789" y="6419094"/>
                  <a:pt x="958360" y="6434523"/>
                  <a:pt x="958360" y="6455800"/>
                </a:cubicBezTo>
                <a:cubicBezTo>
                  <a:pt x="958360" y="6477077"/>
                  <a:pt x="973083" y="6492405"/>
                  <a:pt x="992041" y="6492405"/>
                </a:cubicBezTo>
                <a:cubicBezTo>
                  <a:pt x="1001016" y="6492405"/>
                  <a:pt x="1008277" y="6488674"/>
                  <a:pt x="1012613" y="6482624"/>
                </a:cubicBezTo>
                <a:lnTo>
                  <a:pt x="1012613" y="6490893"/>
                </a:lnTo>
                <a:lnTo>
                  <a:pt x="1026226" y="6490893"/>
                </a:lnTo>
                <a:lnTo>
                  <a:pt x="1026226" y="6452977"/>
                </a:lnTo>
                <a:lnTo>
                  <a:pt x="994562" y="6452977"/>
                </a:lnTo>
                <a:lnTo>
                  <a:pt x="994562" y="6466489"/>
                </a:lnTo>
                <a:lnTo>
                  <a:pt x="1011302" y="6466489"/>
                </a:lnTo>
                <a:cubicBezTo>
                  <a:pt x="1009285" y="6473246"/>
                  <a:pt x="1002630" y="6478086"/>
                  <a:pt x="994462" y="6478086"/>
                </a:cubicBezTo>
                <a:cubicBezTo>
                  <a:pt x="982865" y="6478086"/>
                  <a:pt x="974394" y="6468506"/>
                  <a:pt x="974394" y="6455800"/>
                </a:cubicBezTo>
                <a:cubicBezTo>
                  <a:pt x="974394" y="6442994"/>
                  <a:pt x="982764" y="6433414"/>
                  <a:pt x="994260" y="6433414"/>
                </a:cubicBezTo>
                <a:cubicBezTo>
                  <a:pt x="1002932" y="6433414"/>
                  <a:pt x="1008882" y="6437851"/>
                  <a:pt x="1012008" y="6443699"/>
                </a:cubicBezTo>
                <a:lnTo>
                  <a:pt x="1024714" y="6435229"/>
                </a:lnTo>
                <a:cubicBezTo>
                  <a:pt x="1019470" y="6424943"/>
                  <a:pt x="1007873" y="6419094"/>
                  <a:pt x="994260" y="6419094"/>
                </a:cubicBezTo>
                <a:close/>
                <a:moveTo>
                  <a:pt x="875121" y="6416674"/>
                </a:moveTo>
                <a:cubicBezTo>
                  <a:pt x="870482" y="6416674"/>
                  <a:pt x="866751" y="6420405"/>
                  <a:pt x="866751" y="6424943"/>
                </a:cubicBezTo>
                <a:cubicBezTo>
                  <a:pt x="866751" y="6429582"/>
                  <a:pt x="870482" y="6433313"/>
                  <a:pt x="875121" y="6433313"/>
                </a:cubicBezTo>
                <a:cubicBezTo>
                  <a:pt x="879760" y="6433313"/>
                  <a:pt x="883491" y="6429582"/>
                  <a:pt x="883491" y="6424943"/>
                </a:cubicBezTo>
                <a:cubicBezTo>
                  <a:pt x="883491" y="6420405"/>
                  <a:pt x="879760" y="6416674"/>
                  <a:pt x="875121" y="6416674"/>
                </a:cubicBezTo>
                <a:close/>
                <a:moveTo>
                  <a:pt x="0" y="786751"/>
                </a:moveTo>
                <a:lnTo>
                  <a:pt x="471872" y="2680582"/>
                </a:lnTo>
                <a:cubicBezTo>
                  <a:pt x="508336" y="2826927"/>
                  <a:pt x="656532" y="2916005"/>
                  <a:pt x="802876" y="2879540"/>
                </a:cubicBezTo>
                <a:lnTo>
                  <a:pt x="857659" y="2865890"/>
                </a:lnTo>
                <a:lnTo>
                  <a:pt x="904737" y="2862396"/>
                </a:lnTo>
                <a:lnTo>
                  <a:pt x="12192000" y="872148"/>
                </a:lnTo>
                <a:lnTo>
                  <a:pt x="12192000" y="6858000"/>
                </a:lnTo>
                <a:lnTo>
                  <a:pt x="0" y="6858000"/>
                </a:lnTo>
                <a:close/>
                <a:moveTo>
                  <a:pt x="0" y="0"/>
                </a:moveTo>
                <a:lnTo>
                  <a:pt x="1" y="0"/>
                </a:lnTo>
                <a:lnTo>
                  <a:pt x="0" y="786751"/>
                </a:lnTo>
                <a:close/>
              </a:path>
            </a:pathLst>
          </a:custGeom>
          <a:gradFill>
            <a:gsLst>
              <a:gs pos="0">
                <a:srgbClr val="000000">
                  <a:alpha val="0"/>
                </a:srgbClr>
              </a:gs>
              <a:gs pos="64000">
                <a:srgbClr val="000000">
                  <a:alpha val="33326"/>
                </a:srgbClr>
              </a:gs>
              <a:gs pos="25000">
                <a:srgbClr val="000000">
                  <a:alpha val="32842"/>
                </a:srgbClr>
              </a:gs>
              <a:gs pos="98000">
                <a:srgbClr val="000000">
                  <a:alpha val="0"/>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4" name="Textplatzhalter 3">
            <a:extLst>
              <a:ext uri="{FF2B5EF4-FFF2-40B4-BE49-F238E27FC236}">
                <a16:creationId xmlns:a16="http://schemas.microsoft.com/office/drawing/2014/main" id="{1D713780-E7A6-341A-64CF-0FA9C9A35CF5}"/>
              </a:ext>
            </a:extLst>
          </p:cNvPr>
          <p:cNvSpPr>
            <a:spLocks noGrp="1"/>
          </p:cNvSpPr>
          <p:nvPr>
            <p:ph type="body" idx="1"/>
          </p:nvPr>
        </p:nvSpPr>
        <p:spPr/>
        <p:txBody>
          <a:bodyPr/>
          <a:lstStyle/>
          <a:p>
            <a:r>
              <a:rPr lang="de-DE"/>
              <a:t>Optionale kurze Einleitung, lorem ipsum </a:t>
            </a:r>
            <a:br>
              <a:rPr lang="de-DE"/>
            </a:br>
            <a:r>
              <a:rPr lang="de-DE"/>
              <a:t>dolor sit amet zum Beispiel mit zwei Zeilen.</a:t>
            </a:r>
            <a:endParaRPr lang="de-DE" dirty="0"/>
          </a:p>
        </p:txBody>
      </p:sp>
      <p:sp>
        <p:nvSpPr>
          <p:cNvPr id="9" name="Datumsplatzhalter 8">
            <a:extLst>
              <a:ext uri="{FF2B5EF4-FFF2-40B4-BE49-F238E27FC236}">
                <a16:creationId xmlns:a16="http://schemas.microsoft.com/office/drawing/2014/main" id="{03047F82-4875-1ABA-96CF-5D9BCA0046CE}"/>
              </a:ext>
            </a:extLst>
          </p:cNvPr>
          <p:cNvSpPr>
            <a:spLocks noGrp="1"/>
          </p:cNvSpPr>
          <p:nvPr>
            <p:ph type="dt" sz="half" idx="10"/>
          </p:nvPr>
        </p:nvSpPr>
        <p:spPr/>
        <p:txBody>
          <a:bodyPr/>
          <a:lstStyle/>
          <a:p>
            <a:fld id="{8F7DD952-C461-6B47-899B-95BA6753EF93}" type="datetime1">
              <a:rPr lang="de-DE" smtClean="0"/>
              <a:t>22.06.2026</a:t>
            </a:fld>
            <a:endParaRPr lang="de-DE"/>
          </a:p>
        </p:txBody>
      </p:sp>
      <p:sp>
        <p:nvSpPr>
          <p:cNvPr id="6" name="Fußzeilenplatzhalter 5">
            <a:extLst>
              <a:ext uri="{FF2B5EF4-FFF2-40B4-BE49-F238E27FC236}">
                <a16:creationId xmlns:a16="http://schemas.microsoft.com/office/drawing/2014/main" id="{F0C09D01-EEC8-6187-38BF-9398081B918D}"/>
              </a:ext>
            </a:extLst>
          </p:cNvPr>
          <p:cNvSpPr>
            <a:spLocks noGrp="1"/>
          </p:cNvSpPr>
          <p:nvPr>
            <p:ph type="ftr" sz="quarter" idx="11"/>
          </p:nvPr>
        </p:nvSpPr>
        <p:spPr/>
        <p:txBody>
          <a:bodyPr/>
          <a:lstStyle/>
          <a:p>
            <a:r>
              <a:rPr lang="de-DE"/>
              <a:t>Titel der Präsentation</a:t>
            </a:r>
            <a:endParaRPr lang="de-DE" dirty="0"/>
          </a:p>
        </p:txBody>
      </p:sp>
      <p:sp>
        <p:nvSpPr>
          <p:cNvPr id="8" name="Foliennummernplatzhalter 7">
            <a:extLst>
              <a:ext uri="{FF2B5EF4-FFF2-40B4-BE49-F238E27FC236}">
                <a16:creationId xmlns:a16="http://schemas.microsoft.com/office/drawing/2014/main" id="{CFF17D0B-6835-6DD6-0E40-137B94C3A55B}"/>
              </a:ext>
            </a:extLst>
          </p:cNvPr>
          <p:cNvSpPr>
            <a:spLocks noGrp="1"/>
          </p:cNvSpPr>
          <p:nvPr>
            <p:ph type="sldNum" sz="quarter" idx="12"/>
          </p:nvPr>
        </p:nvSpPr>
        <p:spPr/>
        <p:txBody>
          <a:bodyPr/>
          <a:lstStyle/>
          <a:p>
            <a:fld id="{D188B27D-4802-6948-A101-6CF6A7142FF4}" type="slidenum">
              <a:rPr lang="de-DE" smtClean="0"/>
              <a:pPr/>
              <a:t>15</a:t>
            </a:fld>
            <a:endParaRPr lang="de-DE"/>
          </a:p>
        </p:txBody>
      </p:sp>
      <p:sp>
        <p:nvSpPr>
          <p:cNvPr id="3" name="Titel 2">
            <a:extLst>
              <a:ext uri="{FF2B5EF4-FFF2-40B4-BE49-F238E27FC236}">
                <a16:creationId xmlns:a16="http://schemas.microsoft.com/office/drawing/2014/main" id="{2BA0331B-C84A-1FE5-6919-CDCC4E40A18C}"/>
              </a:ext>
            </a:extLst>
          </p:cNvPr>
          <p:cNvSpPr>
            <a:spLocks noGrp="1"/>
          </p:cNvSpPr>
          <p:nvPr>
            <p:ph type="title"/>
          </p:nvPr>
        </p:nvSpPr>
        <p:spPr/>
        <p:txBody>
          <a:bodyPr/>
          <a:lstStyle/>
          <a:p>
            <a:br>
              <a:rPr lang="de-DE" dirty="0"/>
            </a:br>
            <a:r>
              <a:rPr lang="de-DE" dirty="0"/>
              <a:t>Kapitelname</a:t>
            </a:r>
          </a:p>
        </p:txBody>
      </p:sp>
      <p:sp>
        <p:nvSpPr>
          <p:cNvPr id="5" name="Textplatzhalter 4">
            <a:extLst>
              <a:ext uri="{FF2B5EF4-FFF2-40B4-BE49-F238E27FC236}">
                <a16:creationId xmlns:a16="http://schemas.microsoft.com/office/drawing/2014/main" id="{A0F12808-5609-B40E-EE53-C02FD37144E5}"/>
              </a:ext>
            </a:extLst>
          </p:cNvPr>
          <p:cNvSpPr>
            <a:spLocks noGrp="1"/>
          </p:cNvSpPr>
          <p:nvPr>
            <p:ph type="body" sz="quarter" idx="15"/>
          </p:nvPr>
        </p:nvSpPr>
        <p:spPr/>
        <p:txBody>
          <a:bodyPr/>
          <a:lstStyle/>
          <a:p>
            <a:r>
              <a:rPr lang="de-DE" dirty="0"/>
              <a:t>01</a:t>
            </a:r>
          </a:p>
        </p:txBody>
      </p:sp>
      <p:sp>
        <p:nvSpPr>
          <p:cNvPr id="10" name="Bildplatzhalter 9">
            <a:extLst>
              <a:ext uri="{FF2B5EF4-FFF2-40B4-BE49-F238E27FC236}">
                <a16:creationId xmlns:a16="http://schemas.microsoft.com/office/drawing/2014/main" id="{AF32443C-07BC-D90A-A0A4-E63EEEA2F9CE}"/>
              </a:ext>
            </a:extLst>
          </p:cNvPr>
          <p:cNvSpPr>
            <a:spLocks noGrp="1"/>
          </p:cNvSpPr>
          <p:nvPr>
            <p:ph type="pic" sz="quarter" idx="14"/>
          </p:nvPr>
        </p:nvSpPr>
        <p:spPr/>
        <p:txBody>
          <a:bodyPr/>
          <a:lstStyle/>
          <a:p>
            <a:endParaRPr lang="de-DE"/>
          </a:p>
        </p:txBody>
      </p:sp>
    </p:spTree>
    <p:extLst>
      <p:ext uri="{BB962C8B-B14F-4D97-AF65-F5344CB8AC3E}">
        <p14:creationId xmlns:p14="http://schemas.microsoft.com/office/powerpoint/2010/main" val="3220862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74E39-3CF9-39C4-EF7F-2E3F2CEE5344}"/>
            </a:ext>
          </a:extLst>
        </p:cNvPr>
        <p:cNvGrpSpPr/>
        <p:nvPr/>
      </p:nvGrpSpPr>
      <p:grpSpPr>
        <a:xfrm>
          <a:off x="0" y="0"/>
          <a:ext cx="0" cy="0"/>
          <a:chOff x="0" y="0"/>
          <a:chExt cx="0" cy="0"/>
        </a:xfrm>
      </p:grpSpPr>
      <p:sp>
        <p:nvSpPr>
          <p:cNvPr id="8" name="Titel 7">
            <a:extLst>
              <a:ext uri="{FF2B5EF4-FFF2-40B4-BE49-F238E27FC236}">
                <a16:creationId xmlns:a16="http://schemas.microsoft.com/office/drawing/2014/main" id="{DEA460E8-D13C-876E-CEB4-8F2695817068}"/>
              </a:ext>
            </a:extLst>
          </p:cNvPr>
          <p:cNvSpPr>
            <a:spLocks noGrp="1"/>
          </p:cNvSpPr>
          <p:nvPr>
            <p:ph type="title"/>
          </p:nvPr>
        </p:nvSpPr>
        <p:spPr>
          <a:xfrm>
            <a:off x="479425" y="387560"/>
            <a:ext cx="8496300" cy="988803"/>
          </a:xfrm>
        </p:spPr>
        <p:txBody>
          <a:bodyPr/>
          <a:lstStyle/>
          <a:p>
            <a:r>
              <a:rPr lang="de-DE" dirty="0"/>
              <a:t>Titel der Folie, </a:t>
            </a:r>
            <a:br>
              <a:rPr lang="de-DE" dirty="0"/>
            </a:br>
            <a:r>
              <a:rPr lang="de-DE" dirty="0"/>
              <a:t>kurz und </a:t>
            </a:r>
            <a:r>
              <a:rPr lang="de-DE" dirty="0">
                <a:solidFill>
                  <a:schemeClr val="accent4"/>
                </a:solidFill>
              </a:rPr>
              <a:t>prägnant</a:t>
            </a:r>
          </a:p>
        </p:txBody>
      </p:sp>
      <p:sp>
        <p:nvSpPr>
          <p:cNvPr id="3" name="Datumsplatzhalter 2">
            <a:extLst>
              <a:ext uri="{FF2B5EF4-FFF2-40B4-BE49-F238E27FC236}">
                <a16:creationId xmlns:a16="http://schemas.microsoft.com/office/drawing/2014/main" id="{E28C12B2-7FCD-A092-BE85-8C98608E8EF6}"/>
              </a:ext>
            </a:extLst>
          </p:cNvPr>
          <p:cNvSpPr>
            <a:spLocks noGrp="1"/>
          </p:cNvSpPr>
          <p:nvPr>
            <p:ph type="dt" sz="half" idx="10"/>
          </p:nvPr>
        </p:nvSpPr>
        <p:spPr>
          <a:xfrm>
            <a:off x="3334722" y="6521213"/>
            <a:ext cx="1068585" cy="106468"/>
          </a:xfrm>
        </p:spPr>
        <p:txBody>
          <a:bodyPr/>
          <a:lstStyle/>
          <a:p>
            <a:fld id="{2DE66CE5-6E4E-254F-BACD-C75F7D6843BB}" type="datetime1">
              <a:rPr lang="de-DE" smtClean="0"/>
              <a:pPr/>
              <a:t>22.06.2026</a:t>
            </a:fld>
            <a:endParaRPr lang="de-DE" dirty="0"/>
          </a:p>
        </p:txBody>
      </p:sp>
      <p:sp>
        <p:nvSpPr>
          <p:cNvPr id="4" name="Fußzeilenplatzhalter 3">
            <a:extLst>
              <a:ext uri="{FF2B5EF4-FFF2-40B4-BE49-F238E27FC236}">
                <a16:creationId xmlns:a16="http://schemas.microsoft.com/office/drawing/2014/main" id="{A45E6F22-EE5E-7C0D-5A66-9DF246918F29}"/>
              </a:ext>
            </a:extLst>
          </p:cNvPr>
          <p:cNvSpPr>
            <a:spLocks noGrp="1"/>
          </p:cNvSpPr>
          <p:nvPr>
            <p:ph type="ftr" sz="quarter" idx="11"/>
          </p:nvPr>
        </p:nvSpPr>
        <p:spPr>
          <a:xfrm>
            <a:off x="3334720" y="6405343"/>
            <a:ext cx="2806997" cy="106470"/>
          </a:xfrm>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D73B30EE-68FB-EE33-0411-0E4C35863486}"/>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16</a:t>
            </a:fld>
            <a:endParaRPr lang="de-DE" dirty="0"/>
          </a:p>
        </p:txBody>
      </p:sp>
      <p:sp>
        <p:nvSpPr>
          <p:cNvPr id="9" name="Inhaltsplatzhalter 8">
            <a:extLst>
              <a:ext uri="{FF2B5EF4-FFF2-40B4-BE49-F238E27FC236}">
                <a16:creationId xmlns:a16="http://schemas.microsoft.com/office/drawing/2014/main" id="{B9C99410-B7B7-76B5-5B3B-07CB902FE46F}"/>
              </a:ext>
            </a:extLst>
          </p:cNvPr>
          <p:cNvSpPr>
            <a:spLocks noGrp="1"/>
          </p:cNvSpPr>
          <p:nvPr>
            <p:ph idx="1"/>
          </p:nvPr>
        </p:nvSpPr>
        <p:spPr>
          <a:xfrm>
            <a:off x="479425" y="2190996"/>
            <a:ext cx="8496300" cy="3758953"/>
          </a:xfrm>
        </p:spPr>
        <p:txBody>
          <a:bodyPr/>
          <a:lstStyle/>
          <a:p>
            <a:r>
              <a:rPr lang="de-DE"/>
              <a:t>Lorem ipsum dolor sit amet, consectetuer adipiscing elit. Aenean commodo ligula eget dolor. Aenean massa. Cum sociis natoque penatibus et magnis dis parturient montes, nascetur ridiculus mus. Donec quam felis, ultricies nec, pellentesque eu, pretium quis, sem. Nulla consequat massa quis enim. </a:t>
            </a:r>
          </a:p>
          <a:p>
            <a:pPr lvl="1"/>
            <a:r>
              <a:rPr lang="de-DE"/>
              <a:t>Donec pede justo, fringilla vel, aliquet nec, vulputate eget, arcu. </a:t>
            </a:r>
          </a:p>
          <a:p>
            <a:pPr lvl="1"/>
            <a:r>
              <a:rPr lang="de-DE"/>
              <a:t>In enim justo, rhoncus ut, imperdiet a, venenatis vitae, justo. </a:t>
            </a:r>
          </a:p>
          <a:p>
            <a:pPr lvl="3"/>
            <a:r>
              <a:rPr lang="de-DE"/>
              <a:t>Nullam dictum felis eu pede mollis pretium. Integer tincidunt. </a:t>
            </a:r>
          </a:p>
          <a:p>
            <a:r>
              <a:rPr lang="de-DE"/>
              <a:t>Cras dapibus. Vivamus elementum semper nisi. Aenean vulputate eleifend tellus. Aenean leo ligula, porttitor eu, consequat vitae, eleifend ac, enim. Aliquam lorem ante, dapibus in, viverra quis, feugiat a, tellus. Phasellus viverra nulla ut metus varius laoreet. </a:t>
            </a:r>
            <a:endParaRPr lang="de-DE" dirty="0"/>
          </a:p>
        </p:txBody>
      </p:sp>
      <p:sp>
        <p:nvSpPr>
          <p:cNvPr id="10" name="Textplatzhalter 9">
            <a:extLst>
              <a:ext uri="{FF2B5EF4-FFF2-40B4-BE49-F238E27FC236}">
                <a16:creationId xmlns:a16="http://schemas.microsoft.com/office/drawing/2014/main" id="{B52574F0-3A59-8B3A-C3F6-029169156025}"/>
              </a:ext>
            </a:extLst>
          </p:cNvPr>
          <p:cNvSpPr>
            <a:spLocks noGrp="1"/>
          </p:cNvSpPr>
          <p:nvPr>
            <p:ph type="body" idx="13"/>
          </p:nvPr>
        </p:nvSpPr>
        <p:spPr>
          <a:xfrm>
            <a:off x="479425" y="1581293"/>
            <a:ext cx="8496300" cy="366334"/>
          </a:xfrm>
        </p:spPr>
        <p:txBody>
          <a:bodyPr/>
          <a:lstStyle/>
          <a:p>
            <a:r>
              <a:rPr lang="de-DE"/>
              <a:t>Überschrift oder kurze Einleitung.</a:t>
            </a:r>
            <a:endParaRPr lang="de-DE" dirty="0"/>
          </a:p>
        </p:txBody>
      </p:sp>
      <p:sp>
        <p:nvSpPr>
          <p:cNvPr id="67" name="Textplatzhalter 66">
            <a:extLst>
              <a:ext uri="{FF2B5EF4-FFF2-40B4-BE49-F238E27FC236}">
                <a16:creationId xmlns:a16="http://schemas.microsoft.com/office/drawing/2014/main" id="{4CF51E6F-A719-46A0-2212-B15C470DF2B2}"/>
              </a:ext>
            </a:extLst>
          </p:cNvPr>
          <p:cNvSpPr>
            <a:spLocks noGrp="1"/>
          </p:cNvSpPr>
          <p:nvPr>
            <p:ph type="body" sz="quarter" idx="14"/>
          </p:nvPr>
        </p:nvSpPr>
        <p:spPr/>
        <p:txBody>
          <a:bodyPr/>
          <a:lstStyle/>
          <a:p>
            <a:r>
              <a:rPr lang="de-DE" dirty="0"/>
              <a:t>Quelle:</a:t>
            </a:r>
          </a:p>
        </p:txBody>
      </p:sp>
      <p:grpSp>
        <p:nvGrpSpPr>
          <p:cNvPr id="11" name="Gruppieren 10">
            <a:extLst>
              <a:ext uri="{FF2B5EF4-FFF2-40B4-BE49-F238E27FC236}">
                <a16:creationId xmlns:a16="http://schemas.microsoft.com/office/drawing/2014/main" id="{2134AADC-0FB3-ACFF-C102-A409F74FE3B7}"/>
              </a:ext>
            </a:extLst>
          </p:cNvPr>
          <p:cNvGrpSpPr/>
          <p:nvPr/>
        </p:nvGrpSpPr>
        <p:grpSpPr>
          <a:xfrm>
            <a:off x="10356560" y="5265642"/>
            <a:ext cx="1356015" cy="583903"/>
            <a:chOff x="1100037" y="3429000"/>
            <a:chExt cx="1356015" cy="583903"/>
          </a:xfrm>
        </p:grpSpPr>
        <p:sp>
          <p:nvSpPr>
            <p:cNvPr id="12" name="Textplatzhalter 31">
              <a:extLst>
                <a:ext uri="{FF2B5EF4-FFF2-40B4-BE49-F238E27FC236}">
                  <a16:creationId xmlns:a16="http://schemas.microsoft.com/office/drawing/2014/main" id="{8C515119-E40C-6311-DCA3-AEF7976D22F0}"/>
                </a:ext>
              </a:extLst>
            </p:cNvPr>
            <p:cNvSpPr txBox="1">
              <a:spLocks/>
            </p:cNvSpPr>
            <p:nvPr/>
          </p:nvSpPr>
          <p:spPr>
            <a:xfrm rot="347818">
              <a:off x="1111404" y="3773954"/>
              <a:ext cx="1256878" cy="238949"/>
            </a:xfrm>
            <a:prstGeom prst="roundRect">
              <a:avLst>
                <a:gd name="adj" fmla="val 13701"/>
              </a:avLst>
            </a:prstGeom>
            <a:solidFill>
              <a:schemeClr val="tx1"/>
            </a:solidFill>
          </p:spPr>
          <p:txBody>
            <a:bodyPr wrap="none" lIns="251999" tIns="125999" rIns="251999" bIns="125999" anchor="ctr">
              <a:no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endParaRPr lang="de-DE" sz="1600" dirty="0">
                <a:latin typeface="BarmeniaGothaer Offc Medium" panose="020B0603020204020204" pitchFamily="34" charset="0"/>
              </a:endParaRPr>
            </a:p>
          </p:txBody>
        </p:sp>
        <p:sp>
          <p:nvSpPr>
            <p:cNvPr id="13" name="Textplatzhalter 31">
              <a:extLst>
                <a:ext uri="{FF2B5EF4-FFF2-40B4-BE49-F238E27FC236}">
                  <a16:creationId xmlns:a16="http://schemas.microsoft.com/office/drawing/2014/main" id="{2CD07DC0-A706-8448-26A6-79E025BE1B23}"/>
                </a:ext>
              </a:extLst>
            </p:cNvPr>
            <p:cNvSpPr txBox="1">
              <a:spLocks/>
            </p:cNvSpPr>
            <p:nvPr/>
          </p:nvSpPr>
          <p:spPr>
            <a:xfrm>
              <a:off x="1100037" y="3429000"/>
              <a:ext cx="1356015" cy="524891"/>
            </a:xfrm>
            <a:prstGeom prst="roundRect">
              <a:avLst>
                <a:gd name="adj" fmla="val 8019"/>
              </a:avLst>
            </a:prstGeom>
            <a:solidFill>
              <a:srgbClr val="FF694E"/>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lnSpc>
                  <a:spcPct val="100000"/>
                </a:lnSpc>
              </a:pPr>
              <a:r>
                <a:rPr lang="de-DE" sz="1600" dirty="0">
                  <a:solidFill>
                    <a:schemeClr val="bg1"/>
                  </a:solidFill>
                  <a:latin typeface="BarmeniaGothaer Offc Medium" panose="020B0603020204020204" pitchFamily="34" charset="0"/>
                </a:rPr>
                <a:t>Vertraulich</a:t>
              </a:r>
            </a:p>
          </p:txBody>
        </p:sp>
      </p:grpSp>
    </p:spTree>
    <p:extLst>
      <p:ext uri="{BB962C8B-B14F-4D97-AF65-F5344CB8AC3E}">
        <p14:creationId xmlns:p14="http://schemas.microsoft.com/office/powerpoint/2010/main" val="41955765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C53D0-FCF4-CBEE-ADF8-7E0F20710C6F}"/>
            </a:ext>
          </a:extLst>
        </p:cNvPr>
        <p:cNvGrpSpPr/>
        <p:nvPr/>
      </p:nvGrpSpPr>
      <p:grpSpPr>
        <a:xfrm>
          <a:off x="0" y="0"/>
          <a:ext cx="0" cy="0"/>
          <a:chOff x="0" y="0"/>
          <a:chExt cx="0" cy="0"/>
        </a:xfrm>
      </p:grpSpPr>
      <p:sp>
        <p:nvSpPr>
          <p:cNvPr id="8" name="Titel 7">
            <a:extLst>
              <a:ext uri="{FF2B5EF4-FFF2-40B4-BE49-F238E27FC236}">
                <a16:creationId xmlns:a16="http://schemas.microsoft.com/office/drawing/2014/main" id="{1078E761-EA33-55B7-CC75-D80A09908606}"/>
              </a:ext>
            </a:extLst>
          </p:cNvPr>
          <p:cNvSpPr>
            <a:spLocks noGrp="1"/>
          </p:cNvSpPr>
          <p:nvPr>
            <p:ph type="title"/>
          </p:nvPr>
        </p:nvSpPr>
        <p:spPr>
          <a:xfrm>
            <a:off x="479425" y="387560"/>
            <a:ext cx="8496300" cy="988803"/>
          </a:xfrm>
        </p:spPr>
        <p:txBody>
          <a:bodyPr/>
          <a:lstStyle/>
          <a:p>
            <a:r>
              <a:rPr lang="de-DE" dirty="0"/>
              <a:t>Titel der Folie, </a:t>
            </a:r>
            <a:br>
              <a:rPr lang="de-DE" dirty="0"/>
            </a:br>
            <a:r>
              <a:rPr lang="de-DE" dirty="0"/>
              <a:t>kurz und </a:t>
            </a:r>
            <a:r>
              <a:rPr lang="de-DE" dirty="0">
                <a:solidFill>
                  <a:schemeClr val="accent4"/>
                </a:solidFill>
              </a:rPr>
              <a:t>prägnant</a:t>
            </a:r>
          </a:p>
        </p:txBody>
      </p:sp>
      <p:sp>
        <p:nvSpPr>
          <p:cNvPr id="3" name="Datumsplatzhalter 2">
            <a:extLst>
              <a:ext uri="{FF2B5EF4-FFF2-40B4-BE49-F238E27FC236}">
                <a16:creationId xmlns:a16="http://schemas.microsoft.com/office/drawing/2014/main" id="{2A9B851B-B200-506B-B136-1F30CDB2E7E7}"/>
              </a:ext>
            </a:extLst>
          </p:cNvPr>
          <p:cNvSpPr>
            <a:spLocks noGrp="1"/>
          </p:cNvSpPr>
          <p:nvPr>
            <p:ph type="dt" sz="half" idx="10"/>
          </p:nvPr>
        </p:nvSpPr>
        <p:spPr>
          <a:xfrm>
            <a:off x="3334722" y="6521213"/>
            <a:ext cx="1068585" cy="106468"/>
          </a:xfrm>
        </p:spPr>
        <p:txBody>
          <a:bodyPr/>
          <a:lstStyle/>
          <a:p>
            <a:fld id="{2DE66CE5-6E4E-254F-BACD-C75F7D6843BB}" type="datetime1">
              <a:rPr lang="de-DE" smtClean="0"/>
              <a:pPr/>
              <a:t>22.06.2026</a:t>
            </a:fld>
            <a:endParaRPr lang="de-DE" dirty="0"/>
          </a:p>
        </p:txBody>
      </p:sp>
      <p:sp>
        <p:nvSpPr>
          <p:cNvPr id="4" name="Fußzeilenplatzhalter 3">
            <a:extLst>
              <a:ext uri="{FF2B5EF4-FFF2-40B4-BE49-F238E27FC236}">
                <a16:creationId xmlns:a16="http://schemas.microsoft.com/office/drawing/2014/main" id="{58EC40A4-8FA9-E783-65FC-C0B0070E0C8A}"/>
              </a:ext>
            </a:extLst>
          </p:cNvPr>
          <p:cNvSpPr>
            <a:spLocks noGrp="1"/>
          </p:cNvSpPr>
          <p:nvPr>
            <p:ph type="ftr" sz="quarter" idx="11"/>
          </p:nvPr>
        </p:nvSpPr>
        <p:spPr>
          <a:xfrm>
            <a:off x="3334720" y="6405343"/>
            <a:ext cx="2806997" cy="106470"/>
          </a:xfrm>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2B4EB980-46A4-E30E-259A-C9A4E5637FA7}"/>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17</a:t>
            </a:fld>
            <a:endParaRPr lang="de-DE" dirty="0"/>
          </a:p>
        </p:txBody>
      </p:sp>
      <p:sp>
        <p:nvSpPr>
          <p:cNvPr id="9" name="Inhaltsplatzhalter 8">
            <a:extLst>
              <a:ext uri="{FF2B5EF4-FFF2-40B4-BE49-F238E27FC236}">
                <a16:creationId xmlns:a16="http://schemas.microsoft.com/office/drawing/2014/main" id="{F07A6E9F-6C39-658F-EF06-B751E6070752}"/>
              </a:ext>
            </a:extLst>
          </p:cNvPr>
          <p:cNvSpPr>
            <a:spLocks noGrp="1"/>
          </p:cNvSpPr>
          <p:nvPr>
            <p:ph idx="1"/>
          </p:nvPr>
        </p:nvSpPr>
        <p:spPr>
          <a:xfrm>
            <a:off x="479425" y="2190996"/>
            <a:ext cx="5382000" cy="3758953"/>
          </a:xfrm>
        </p:spPr>
        <p:txBody>
          <a:bodyPr/>
          <a:lstStyle/>
          <a:p>
            <a:r>
              <a:rPr lang="de-DE"/>
              <a:t>Lorem ipsum dolor sit amet, consectetuer adipiscing elit. Aenean commodo ligula eget dolor. Aenean massa. Cum sociis natoque penatibus et magnis dis parturient montes, nascetur ridiculus mus. Donec quam felis, ultricies nec, pellentesque eu, pretium quis, sem. Nulla consequat massa quis enim. </a:t>
            </a:r>
          </a:p>
          <a:p>
            <a:pPr lvl="1"/>
            <a:r>
              <a:rPr lang="de-DE"/>
              <a:t>Donec pede justo, fringilla vel, aliquet nec, vulputate eget, arcu. </a:t>
            </a:r>
          </a:p>
          <a:p>
            <a:pPr lvl="1"/>
            <a:r>
              <a:rPr lang="de-DE"/>
              <a:t>In enim justo, rhoncus ut, imperdiet a, venenatis vitae, justo. </a:t>
            </a:r>
          </a:p>
          <a:p>
            <a:pPr lvl="1"/>
            <a:r>
              <a:rPr lang="de-DE"/>
              <a:t>Nullam dictum felis eu pede mollis pretium. Integer tincidunt. </a:t>
            </a:r>
          </a:p>
          <a:p>
            <a:r>
              <a:rPr lang="de-DE"/>
              <a:t>Cras dapibus. Vivamus elementum semper nisi. Aenean vulputate eleifend tellus. Aenean leo ligula, porttitor eu, consequat vitae, eleifend ac, enim. Aliquam lorem ante, dapibus in, viverra quis, feugiat a, tellus. Phasellus viverra nulla ut metus varius laoreet. </a:t>
            </a:r>
            <a:endParaRPr lang="de-DE" dirty="0"/>
          </a:p>
        </p:txBody>
      </p:sp>
      <p:sp>
        <p:nvSpPr>
          <p:cNvPr id="10" name="Textplatzhalter 9">
            <a:extLst>
              <a:ext uri="{FF2B5EF4-FFF2-40B4-BE49-F238E27FC236}">
                <a16:creationId xmlns:a16="http://schemas.microsoft.com/office/drawing/2014/main" id="{A3C801CE-C3C8-70A5-6C8A-68F264F2958D}"/>
              </a:ext>
            </a:extLst>
          </p:cNvPr>
          <p:cNvSpPr>
            <a:spLocks noGrp="1"/>
          </p:cNvSpPr>
          <p:nvPr>
            <p:ph type="body" idx="13"/>
          </p:nvPr>
        </p:nvSpPr>
        <p:spPr>
          <a:xfrm>
            <a:off x="479425" y="1581293"/>
            <a:ext cx="8496300" cy="366334"/>
          </a:xfrm>
        </p:spPr>
        <p:txBody>
          <a:bodyPr/>
          <a:lstStyle/>
          <a:p>
            <a:r>
              <a:rPr lang="de-DE"/>
              <a:t>Überschrift oder kurze Einleitung.</a:t>
            </a:r>
            <a:endParaRPr lang="de-DE" dirty="0"/>
          </a:p>
        </p:txBody>
      </p:sp>
      <p:sp>
        <p:nvSpPr>
          <p:cNvPr id="2" name="Inhaltsplatzhalter 1">
            <a:extLst>
              <a:ext uri="{FF2B5EF4-FFF2-40B4-BE49-F238E27FC236}">
                <a16:creationId xmlns:a16="http://schemas.microsoft.com/office/drawing/2014/main" id="{AEAF8C02-7D92-CB8F-9E78-1217EE41907C}"/>
              </a:ext>
            </a:extLst>
          </p:cNvPr>
          <p:cNvSpPr>
            <a:spLocks noGrp="1"/>
          </p:cNvSpPr>
          <p:nvPr>
            <p:ph idx="14"/>
          </p:nvPr>
        </p:nvSpPr>
        <p:spPr>
          <a:xfrm>
            <a:off x="6330577" y="2190996"/>
            <a:ext cx="5382000" cy="3758953"/>
          </a:xfrm>
        </p:spPr>
        <p:txBody>
          <a:bodyPr/>
          <a:lstStyle/>
          <a:p>
            <a:r>
              <a:rPr lang="de-DE"/>
              <a:t>Lorem ipsum dolor sit amet, consectetuer adipiscing elit. Aenean commodo ligula eget dolor. Aenean massa. Cum sociis natoque penatibus et magnis dis parturient montes, nascetur ridiculus mus. Donec quam felis, ultricies nec, pellentesque eu, pretium quis, sem. Nulla consequat massa quis enim. </a:t>
            </a:r>
          </a:p>
          <a:p>
            <a:pPr lvl="1"/>
            <a:r>
              <a:rPr lang="de-DE"/>
              <a:t>Donec pede justo, fringilla vel, aliquet nec, vulputate eget, arcu. </a:t>
            </a:r>
          </a:p>
          <a:p>
            <a:pPr lvl="1"/>
            <a:r>
              <a:rPr lang="de-DE"/>
              <a:t>In enim justo, rhoncus ut, imperdiet a, venenatis vitae, justo. </a:t>
            </a:r>
          </a:p>
          <a:p>
            <a:pPr lvl="1"/>
            <a:r>
              <a:rPr lang="de-DE"/>
              <a:t>Nullam dictum felis eu pede mollis pretium. Integer tincidunt. </a:t>
            </a:r>
          </a:p>
          <a:p>
            <a:r>
              <a:rPr lang="de-DE"/>
              <a:t>Cras dapibus. Vivamus elementum semper nisi. Aenean vulputate eleifend tellus. Aenean leo ligula, porttitor eu, consequat vitae, eleifend ac, enim. Aliquam lorem ante, dapibus in, viverra quis, feugiat a, tellus. Phasellus viverra nulla ut metus varius laoreet. </a:t>
            </a:r>
            <a:endParaRPr lang="de-DE" dirty="0"/>
          </a:p>
        </p:txBody>
      </p:sp>
      <p:sp>
        <p:nvSpPr>
          <p:cNvPr id="30" name="Textplatzhalter 29">
            <a:extLst>
              <a:ext uri="{FF2B5EF4-FFF2-40B4-BE49-F238E27FC236}">
                <a16:creationId xmlns:a16="http://schemas.microsoft.com/office/drawing/2014/main" id="{8E01076F-C37A-CC9B-7C42-03B125B33253}"/>
              </a:ext>
            </a:extLst>
          </p:cNvPr>
          <p:cNvSpPr>
            <a:spLocks noGrp="1"/>
          </p:cNvSpPr>
          <p:nvPr>
            <p:ph type="body" sz="quarter" idx="15"/>
          </p:nvPr>
        </p:nvSpPr>
        <p:spPr/>
        <p:txBody>
          <a:bodyPr/>
          <a:lstStyle/>
          <a:p>
            <a:r>
              <a:rPr lang="de-DE" dirty="0"/>
              <a:t>Quelle:</a:t>
            </a:r>
          </a:p>
        </p:txBody>
      </p:sp>
    </p:spTree>
    <p:extLst>
      <p:ext uri="{BB962C8B-B14F-4D97-AF65-F5344CB8AC3E}">
        <p14:creationId xmlns:p14="http://schemas.microsoft.com/office/powerpoint/2010/main" val="37617206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5E4C2-A667-EA8E-36E8-FE5529A1D7FB}"/>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20F06610-D732-6C9A-787A-AE98B18833A1}"/>
              </a:ext>
            </a:extLst>
          </p:cNvPr>
          <p:cNvSpPr>
            <a:spLocks noGrp="1"/>
          </p:cNvSpPr>
          <p:nvPr>
            <p:ph type="title"/>
          </p:nvPr>
        </p:nvSpPr>
        <p:spPr>
          <a:xfrm>
            <a:off x="479425" y="387560"/>
            <a:ext cx="8496300" cy="988803"/>
          </a:xfrm>
        </p:spPr>
        <p:txBody>
          <a:bodyPr/>
          <a:lstStyle/>
          <a:p>
            <a:r>
              <a:rPr lang="de-DE" dirty="0"/>
              <a:t>Titel der Folie, </a:t>
            </a:r>
            <a:br>
              <a:rPr lang="de-DE" dirty="0"/>
            </a:br>
            <a:r>
              <a:rPr lang="de-DE" dirty="0"/>
              <a:t>kurz und </a:t>
            </a:r>
            <a:r>
              <a:rPr lang="de-DE" dirty="0">
                <a:solidFill>
                  <a:schemeClr val="accent4"/>
                </a:solidFill>
              </a:rPr>
              <a:t>prägnant</a:t>
            </a:r>
          </a:p>
        </p:txBody>
      </p:sp>
      <p:sp>
        <p:nvSpPr>
          <p:cNvPr id="2" name="Datumsplatzhalter 1">
            <a:extLst>
              <a:ext uri="{FF2B5EF4-FFF2-40B4-BE49-F238E27FC236}">
                <a16:creationId xmlns:a16="http://schemas.microsoft.com/office/drawing/2014/main" id="{7C96D196-A773-1737-B13C-E3C9119EE51C}"/>
              </a:ext>
            </a:extLst>
          </p:cNvPr>
          <p:cNvSpPr>
            <a:spLocks noGrp="1"/>
          </p:cNvSpPr>
          <p:nvPr>
            <p:ph type="dt" sz="half" idx="10"/>
          </p:nvPr>
        </p:nvSpPr>
        <p:spPr>
          <a:xfrm>
            <a:off x="3334722" y="6521213"/>
            <a:ext cx="1068585" cy="106468"/>
          </a:xfrm>
        </p:spPr>
        <p:txBody>
          <a:bodyPr/>
          <a:lstStyle/>
          <a:p>
            <a:fld id="{2009A30D-219C-4243-BB9B-EF33F8C32F5C}" type="datetime1">
              <a:rPr lang="de-DE" smtClean="0"/>
              <a:pPr/>
              <a:t>22.06.2026</a:t>
            </a:fld>
            <a:endParaRPr lang="de-DE"/>
          </a:p>
        </p:txBody>
      </p:sp>
      <p:sp>
        <p:nvSpPr>
          <p:cNvPr id="4" name="Fußzeilenplatzhalter 3">
            <a:extLst>
              <a:ext uri="{FF2B5EF4-FFF2-40B4-BE49-F238E27FC236}">
                <a16:creationId xmlns:a16="http://schemas.microsoft.com/office/drawing/2014/main" id="{394B756C-D263-D320-C04C-2B435F5B955A}"/>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D0C77954-8FDE-E48B-FD35-2A69DF8BE805}"/>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18</a:t>
            </a:fld>
            <a:endParaRPr lang="de-DE"/>
          </a:p>
        </p:txBody>
      </p:sp>
      <p:sp>
        <p:nvSpPr>
          <p:cNvPr id="3" name="Inhaltsplatzhalter 2">
            <a:extLst>
              <a:ext uri="{FF2B5EF4-FFF2-40B4-BE49-F238E27FC236}">
                <a16:creationId xmlns:a16="http://schemas.microsoft.com/office/drawing/2014/main" id="{7BABE8DC-830E-D3A4-FCD6-EDB5037E125B}"/>
              </a:ext>
            </a:extLst>
          </p:cNvPr>
          <p:cNvSpPr>
            <a:spLocks noGrp="1"/>
          </p:cNvSpPr>
          <p:nvPr>
            <p:ph idx="1"/>
          </p:nvPr>
        </p:nvSpPr>
        <p:spPr>
          <a:xfrm>
            <a:off x="479425" y="2443924"/>
            <a:ext cx="6822948" cy="3253097"/>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r>
              <a:rPr lang="de-DE" dirty="0"/>
              <a:t> </a:t>
            </a:r>
            <a:r>
              <a:rPr lang="de-DE" dirty="0" err="1"/>
              <a:t>enim</a:t>
            </a:r>
            <a:r>
              <a:rPr lang="de-DE" dirty="0"/>
              <a:t>. </a:t>
            </a:r>
          </a:p>
          <a:p>
            <a:pPr lvl="1"/>
            <a:r>
              <a:rPr lang="de-DE" dirty="0" err="1"/>
              <a:t>Donec</a:t>
            </a:r>
            <a:r>
              <a:rPr lang="de-DE" dirty="0"/>
              <a:t> pede </a:t>
            </a:r>
            <a:r>
              <a:rPr lang="de-DE" dirty="0" err="1"/>
              <a:t>justo</a:t>
            </a:r>
            <a:r>
              <a:rPr lang="de-DE" dirty="0"/>
              <a:t>, </a:t>
            </a:r>
            <a:r>
              <a:rPr lang="de-DE" dirty="0" err="1"/>
              <a:t>fringilla</a:t>
            </a:r>
            <a:r>
              <a:rPr lang="de-DE" dirty="0"/>
              <a:t> </a:t>
            </a:r>
            <a:r>
              <a:rPr lang="de-DE" dirty="0" err="1"/>
              <a:t>vel</a:t>
            </a:r>
            <a:r>
              <a:rPr lang="de-DE" dirty="0"/>
              <a:t>, </a:t>
            </a:r>
            <a:r>
              <a:rPr lang="de-DE" dirty="0" err="1"/>
              <a:t>aliquet</a:t>
            </a:r>
            <a:r>
              <a:rPr lang="de-DE" dirty="0"/>
              <a:t> </a:t>
            </a:r>
            <a:r>
              <a:rPr lang="de-DE" dirty="0" err="1"/>
              <a:t>nec</a:t>
            </a:r>
            <a:r>
              <a:rPr lang="de-DE" dirty="0"/>
              <a:t>, </a:t>
            </a:r>
            <a:r>
              <a:rPr lang="de-DE" dirty="0" err="1"/>
              <a:t>vulputate</a:t>
            </a:r>
            <a:r>
              <a:rPr lang="de-DE" dirty="0"/>
              <a:t> </a:t>
            </a:r>
            <a:r>
              <a:rPr lang="de-DE" dirty="0" err="1"/>
              <a:t>eget</a:t>
            </a:r>
            <a:r>
              <a:rPr lang="de-DE" dirty="0"/>
              <a:t>, </a:t>
            </a:r>
            <a:r>
              <a:rPr lang="de-DE" dirty="0" err="1"/>
              <a:t>arcu</a:t>
            </a:r>
            <a:r>
              <a:rPr lang="de-DE" dirty="0"/>
              <a:t>. </a:t>
            </a:r>
          </a:p>
          <a:p>
            <a:pPr lvl="1"/>
            <a:r>
              <a:rPr lang="de-DE" dirty="0"/>
              <a:t>In </a:t>
            </a:r>
            <a:r>
              <a:rPr lang="de-DE" dirty="0" err="1"/>
              <a:t>enim</a:t>
            </a:r>
            <a:r>
              <a:rPr lang="de-DE" dirty="0"/>
              <a:t> </a:t>
            </a:r>
            <a:r>
              <a:rPr lang="de-DE" dirty="0" err="1"/>
              <a:t>justo</a:t>
            </a:r>
            <a:r>
              <a:rPr lang="de-DE" dirty="0"/>
              <a:t>, </a:t>
            </a:r>
            <a:r>
              <a:rPr lang="de-DE" dirty="0" err="1"/>
              <a:t>rhoncus</a:t>
            </a:r>
            <a:r>
              <a:rPr lang="de-DE" dirty="0"/>
              <a:t> </a:t>
            </a:r>
            <a:r>
              <a:rPr lang="de-DE" dirty="0" err="1"/>
              <a:t>ut</a:t>
            </a:r>
            <a:r>
              <a:rPr lang="de-DE" dirty="0"/>
              <a:t>, </a:t>
            </a:r>
            <a:r>
              <a:rPr lang="de-DE" dirty="0" err="1"/>
              <a:t>imperdiet</a:t>
            </a:r>
            <a:r>
              <a:rPr lang="de-DE" dirty="0"/>
              <a:t> a, </a:t>
            </a:r>
            <a:r>
              <a:rPr lang="de-DE" dirty="0" err="1"/>
              <a:t>venenatis</a:t>
            </a:r>
            <a:r>
              <a:rPr lang="de-DE" dirty="0"/>
              <a:t> </a:t>
            </a:r>
            <a:r>
              <a:rPr lang="de-DE" dirty="0" err="1"/>
              <a:t>vitae</a:t>
            </a:r>
            <a:r>
              <a:rPr lang="de-DE" dirty="0"/>
              <a:t>, </a:t>
            </a:r>
            <a:r>
              <a:rPr lang="de-DE" dirty="0" err="1"/>
              <a:t>justo</a:t>
            </a:r>
            <a:r>
              <a:rPr lang="de-DE" dirty="0"/>
              <a:t>. </a:t>
            </a:r>
          </a:p>
          <a:p>
            <a:pPr lvl="1"/>
            <a:r>
              <a:rPr lang="de-DE" dirty="0" err="1"/>
              <a:t>Nullam</a:t>
            </a:r>
            <a:r>
              <a:rPr lang="de-DE" dirty="0"/>
              <a:t> </a:t>
            </a:r>
            <a:r>
              <a:rPr lang="de-DE" dirty="0" err="1"/>
              <a:t>dictum</a:t>
            </a:r>
            <a:r>
              <a:rPr lang="de-DE" dirty="0"/>
              <a:t> </a:t>
            </a:r>
            <a:r>
              <a:rPr lang="de-DE" dirty="0" err="1"/>
              <a:t>felis</a:t>
            </a:r>
            <a:r>
              <a:rPr lang="de-DE" dirty="0"/>
              <a:t> </a:t>
            </a:r>
            <a:r>
              <a:rPr lang="de-DE" dirty="0" err="1"/>
              <a:t>eu</a:t>
            </a:r>
            <a:r>
              <a:rPr lang="de-DE" dirty="0"/>
              <a:t> pede </a:t>
            </a:r>
            <a:r>
              <a:rPr lang="de-DE" dirty="0" err="1"/>
              <a:t>mollis</a:t>
            </a:r>
            <a:r>
              <a:rPr lang="de-DE" dirty="0"/>
              <a:t> </a:t>
            </a:r>
            <a:r>
              <a:rPr lang="de-DE" dirty="0" err="1"/>
              <a:t>pretium</a:t>
            </a:r>
            <a:r>
              <a:rPr lang="de-DE" dirty="0"/>
              <a:t>. Integer </a:t>
            </a:r>
            <a:r>
              <a:rPr lang="de-DE" dirty="0" err="1"/>
              <a:t>tincidunt</a:t>
            </a:r>
            <a:r>
              <a:rPr lang="de-DE" dirty="0"/>
              <a:t>. </a:t>
            </a:r>
          </a:p>
          <a:p>
            <a:r>
              <a:rPr lang="de-DE" dirty="0" err="1"/>
              <a:t>Cras</a:t>
            </a:r>
            <a:r>
              <a:rPr lang="de-DE" dirty="0"/>
              <a:t> </a:t>
            </a:r>
            <a:r>
              <a:rPr lang="de-DE" dirty="0" err="1"/>
              <a:t>dapibus</a:t>
            </a:r>
            <a:r>
              <a:rPr lang="de-DE" dirty="0"/>
              <a:t>. </a:t>
            </a:r>
            <a:r>
              <a:rPr lang="de-DE" dirty="0" err="1"/>
              <a:t>Vivamus</a:t>
            </a:r>
            <a:r>
              <a:rPr lang="de-DE" dirty="0"/>
              <a:t> </a:t>
            </a:r>
            <a:r>
              <a:rPr lang="de-DE" dirty="0" err="1"/>
              <a:t>elementum</a:t>
            </a:r>
            <a:r>
              <a:rPr lang="de-DE" dirty="0"/>
              <a:t> </a:t>
            </a:r>
            <a:r>
              <a:rPr lang="de-DE" dirty="0" err="1"/>
              <a:t>semper</a:t>
            </a:r>
            <a:r>
              <a:rPr lang="de-DE" dirty="0"/>
              <a:t> nisi. </a:t>
            </a:r>
            <a:r>
              <a:rPr lang="de-DE" dirty="0" err="1"/>
              <a:t>Aenean</a:t>
            </a:r>
            <a:r>
              <a:rPr lang="de-DE" dirty="0"/>
              <a:t> </a:t>
            </a:r>
            <a:r>
              <a:rPr lang="de-DE" dirty="0" err="1"/>
              <a:t>vulputate</a:t>
            </a:r>
            <a:r>
              <a:rPr lang="de-DE" dirty="0"/>
              <a:t> </a:t>
            </a:r>
            <a:r>
              <a:rPr lang="de-DE" dirty="0" err="1"/>
              <a:t>eleifend</a:t>
            </a:r>
            <a:r>
              <a:rPr lang="de-DE" dirty="0"/>
              <a:t> </a:t>
            </a:r>
            <a:r>
              <a:rPr lang="de-DE" dirty="0" err="1"/>
              <a:t>tellus</a:t>
            </a:r>
            <a:r>
              <a:rPr lang="de-DE" dirty="0"/>
              <a:t>. </a:t>
            </a:r>
            <a:r>
              <a:rPr lang="de-DE" dirty="0" err="1"/>
              <a:t>Aenean</a:t>
            </a:r>
            <a:r>
              <a:rPr lang="de-DE" dirty="0"/>
              <a:t> </a:t>
            </a:r>
            <a:r>
              <a:rPr lang="de-DE" dirty="0" err="1"/>
              <a:t>leo</a:t>
            </a:r>
            <a:r>
              <a:rPr lang="de-DE" dirty="0"/>
              <a:t> </a:t>
            </a:r>
            <a:r>
              <a:rPr lang="de-DE" dirty="0" err="1"/>
              <a:t>ligula</a:t>
            </a:r>
            <a:r>
              <a:rPr lang="de-DE" dirty="0"/>
              <a:t>, </a:t>
            </a:r>
            <a:r>
              <a:rPr lang="de-DE" dirty="0" err="1"/>
              <a:t>porttitor</a:t>
            </a:r>
            <a:r>
              <a:rPr lang="de-DE" dirty="0"/>
              <a:t> </a:t>
            </a:r>
            <a:r>
              <a:rPr lang="de-DE" dirty="0" err="1"/>
              <a:t>eu</a:t>
            </a:r>
            <a:r>
              <a:rPr lang="de-DE" dirty="0"/>
              <a:t>, </a:t>
            </a:r>
            <a:r>
              <a:rPr lang="de-DE" dirty="0" err="1"/>
              <a:t>consequat</a:t>
            </a:r>
            <a:r>
              <a:rPr lang="de-DE" dirty="0"/>
              <a:t> </a:t>
            </a:r>
            <a:r>
              <a:rPr lang="de-DE" dirty="0" err="1"/>
              <a:t>vitae</a:t>
            </a:r>
            <a:r>
              <a:rPr lang="de-DE" dirty="0"/>
              <a:t>, </a:t>
            </a:r>
            <a:r>
              <a:rPr lang="de-DE" dirty="0" err="1"/>
              <a:t>eleifend</a:t>
            </a:r>
            <a:r>
              <a:rPr lang="de-DE" dirty="0"/>
              <a:t> </a:t>
            </a:r>
            <a:r>
              <a:rPr lang="de-DE" dirty="0" err="1"/>
              <a:t>ac</a:t>
            </a:r>
            <a:r>
              <a:rPr lang="de-DE" dirty="0"/>
              <a:t>, </a:t>
            </a:r>
            <a:r>
              <a:rPr lang="de-DE" dirty="0" err="1"/>
              <a:t>enim</a:t>
            </a:r>
            <a:r>
              <a:rPr lang="de-DE" dirty="0"/>
              <a:t>. </a:t>
            </a:r>
            <a:r>
              <a:rPr lang="de-DE" dirty="0" err="1"/>
              <a:t>Aliquam</a:t>
            </a:r>
            <a:r>
              <a:rPr lang="de-DE" dirty="0"/>
              <a:t> </a:t>
            </a:r>
            <a:r>
              <a:rPr lang="de-DE" dirty="0" err="1"/>
              <a:t>lorem</a:t>
            </a:r>
            <a:r>
              <a:rPr lang="de-DE" dirty="0"/>
              <a:t> ante, </a:t>
            </a:r>
            <a:r>
              <a:rPr lang="de-DE" dirty="0" err="1"/>
              <a:t>dapibus</a:t>
            </a:r>
            <a:r>
              <a:rPr lang="de-DE" dirty="0"/>
              <a:t> in, </a:t>
            </a:r>
            <a:r>
              <a:rPr lang="de-DE" dirty="0" err="1"/>
              <a:t>viverra</a:t>
            </a:r>
            <a:r>
              <a:rPr lang="de-DE" dirty="0"/>
              <a:t> </a:t>
            </a:r>
            <a:r>
              <a:rPr lang="de-DE" dirty="0" err="1"/>
              <a:t>quis</a:t>
            </a:r>
            <a:r>
              <a:rPr lang="de-DE" dirty="0"/>
              <a:t>, </a:t>
            </a:r>
            <a:r>
              <a:rPr lang="de-DE" dirty="0" err="1"/>
              <a:t>feugiat</a:t>
            </a:r>
            <a:r>
              <a:rPr lang="de-DE" dirty="0"/>
              <a:t> a, </a:t>
            </a:r>
            <a:r>
              <a:rPr lang="de-DE" dirty="0" err="1"/>
              <a:t>tellus</a:t>
            </a:r>
            <a:r>
              <a:rPr lang="de-DE" dirty="0"/>
              <a:t>. </a:t>
            </a:r>
            <a:r>
              <a:rPr lang="de-DE" dirty="0" err="1"/>
              <a:t>Phasellus</a:t>
            </a:r>
            <a:r>
              <a:rPr lang="de-DE" dirty="0"/>
              <a:t> </a:t>
            </a:r>
            <a:r>
              <a:rPr lang="de-DE" dirty="0" err="1"/>
              <a:t>viverra</a:t>
            </a:r>
            <a:r>
              <a:rPr lang="de-DE" dirty="0"/>
              <a:t> nulla </a:t>
            </a:r>
            <a:r>
              <a:rPr lang="de-DE" dirty="0" err="1"/>
              <a:t>ut</a:t>
            </a:r>
            <a:r>
              <a:rPr lang="de-DE" dirty="0"/>
              <a:t> </a:t>
            </a:r>
            <a:r>
              <a:rPr lang="de-DE" dirty="0" err="1"/>
              <a:t>metus</a:t>
            </a:r>
            <a:r>
              <a:rPr lang="de-DE" dirty="0"/>
              <a:t> </a:t>
            </a:r>
            <a:r>
              <a:rPr lang="de-DE" dirty="0" err="1"/>
              <a:t>varius</a:t>
            </a:r>
            <a:r>
              <a:rPr lang="de-DE" dirty="0"/>
              <a:t> </a:t>
            </a:r>
            <a:r>
              <a:rPr lang="de-DE" dirty="0" err="1"/>
              <a:t>laoreet</a:t>
            </a:r>
            <a:r>
              <a:rPr lang="de-DE" dirty="0"/>
              <a:t>. </a:t>
            </a:r>
          </a:p>
        </p:txBody>
      </p:sp>
      <p:sp>
        <p:nvSpPr>
          <p:cNvPr id="43" name="Textplatzhalter 42">
            <a:extLst>
              <a:ext uri="{FF2B5EF4-FFF2-40B4-BE49-F238E27FC236}">
                <a16:creationId xmlns:a16="http://schemas.microsoft.com/office/drawing/2014/main" id="{7E7E8A0A-262F-297C-79A7-9248F9342788}"/>
              </a:ext>
            </a:extLst>
          </p:cNvPr>
          <p:cNvSpPr>
            <a:spLocks noGrp="1"/>
          </p:cNvSpPr>
          <p:nvPr>
            <p:ph type="body" idx="13"/>
          </p:nvPr>
        </p:nvSpPr>
        <p:spPr>
          <a:xfrm>
            <a:off x="479425" y="1834221"/>
            <a:ext cx="6822948" cy="366334"/>
          </a:xfrm>
        </p:spPr>
        <p:txBody>
          <a:bodyPr/>
          <a:lstStyle/>
          <a:p>
            <a:r>
              <a:rPr lang="de-DE" dirty="0"/>
              <a:t>Kurze Überschrift,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a:t>
            </a:r>
          </a:p>
        </p:txBody>
      </p:sp>
      <p:sp>
        <p:nvSpPr>
          <p:cNvPr id="44" name="Inhaltsplatzhalter 43">
            <a:extLst>
              <a:ext uri="{FF2B5EF4-FFF2-40B4-BE49-F238E27FC236}">
                <a16:creationId xmlns:a16="http://schemas.microsoft.com/office/drawing/2014/main" id="{D144B00F-3471-F6A2-BF2F-6775D25C9FF3}"/>
              </a:ext>
            </a:extLst>
          </p:cNvPr>
          <p:cNvSpPr>
            <a:spLocks noGrp="1"/>
          </p:cNvSpPr>
          <p:nvPr>
            <p:ph idx="14"/>
          </p:nvPr>
        </p:nvSpPr>
        <p:spPr>
          <a:xfrm>
            <a:off x="8043325" y="2443923"/>
            <a:ext cx="3416400" cy="3253097"/>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r>
              <a:rPr lang="de-DE" dirty="0"/>
              <a:t> </a:t>
            </a:r>
            <a:r>
              <a:rPr lang="de-DE" dirty="0" err="1"/>
              <a:t>enim</a:t>
            </a:r>
            <a:r>
              <a:rPr lang="de-DE" dirty="0"/>
              <a:t>. </a:t>
            </a:r>
          </a:p>
          <a:p>
            <a:pPr lvl="1"/>
            <a:r>
              <a:rPr lang="de-DE" dirty="0" err="1"/>
              <a:t>Donec</a:t>
            </a:r>
            <a:r>
              <a:rPr lang="de-DE" dirty="0"/>
              <a:t> pede </a:t>
            </a:r>
            <a:r>
              <a:rPr lang="de-DE" dirty="0" err="1"/>
              <a:t>justo</a:t>
            </a:r>
            <a:r>
              <a:rPr lang="de-DE" dirty="0"/>
              <a:t>, </a:t>
            </a:r>
            <a:r>
              <a:rPr lang="de-DE" dirty="0" err="1"/>
              <a:t>fringilla</a:t>
            </a:r>
            <a:r>
              <a:rPr lang="de-DE" dirty="0"/>
              <a:t> </a:t>
            </a:r>
            <a:r>
              <a:rPr lang="de-DE" dirty="0" err="1"/>
              <a:t>vel</a:t>
            </a:r>
            <a:r>
              <a:rPr lang="de-DE" dirty="0"/>
              <a:t>, </a:t>
            </a:r>
            <a:r>
              <a:rPr lang="de-DE" dirty="0" err="1"/>
              <a:t>aliquet</a:t>
            </a:r>
            <a:r>
              <a:rPr lang="de-DE" dirty="0"/>
              <a:t> </a:t>
            </a:r>
            <a:r>
              <a:rPr lang="de-DE" dirty="0" err="1"/>
              <a:t>nec</a:t>
            </a:r>
            <a:r>
              <a:rPr lang="de-DE" dirty="0"/>
              <a:t>, </a:t>
            </a:r>
            <a:r>
              <a:rPr lang="de-DE" dirty="0" err="1"/>
              <a:t>vulputate</a:t>
            </a:r>
            <a:r>
              <a:rPr lang="de-DE" dirty="0"/>
              <a:t> </a:t>
            </a:r>
            <a:r>
              <a:rPr lang="de-DE" dirty="0" err="1"/>
              <a:t>eget</a:t>
            </a:r>
            <a:r>
              <a:rPr lang="de-DE" dirty="0"/>
              <a:t>, </a:t>
            </a:r>
            <a:r>
              <a:rPr lang="de-DE" dirty="0" err="1"/>
              <a:t>arcu</a:t>
            </a:r>
            <a:r>
              <a:rPr lang="de-DE" dirty="0"/>
              <a:t>. </a:t>
            </a:r>
          </a:p>
          <a:p>
            <a:pPr lvl="1"/>
            <a:r>
              <a:rPr lang="de-DE" dirty="0"/>
              <a:t>In </a:t>
            </a:r>
            <a:r>
              <a:rPr lang="de-DE" dirty="0" err="1"/>
              <a:t>enim</a:t>
            </a:r>
            <a:r>
              <a:rPr lang="de-DE" dirty="0"/>
              <a:t> </a:t>
            </a:r>
            <a:r>
              <a:rPr lang="de-DE" dirty="0" err="1"/>
              <a:t>justo</a:t>
            </a:r>
            <a:r>
              <a:rPr lang="de-DE" dirty="0"/>
              <a:t>, </a:t>
            </a:r>
            <a:r>
              <a:rPr lang="de-DE" dirty="0" err="1"/>
              <a:t>rhoncus</a:t>
            </a:r>
            <a:r>
              <a:rPr lang="de-DE" dirty="0"/>
              <a:t> </a:t>
            </a:r>
            <a:r>
              <a:rPr lang="de-DE" dirty="0" err="1"/>
              <a:t>ut</a:t>
            </a:r>
            <a:r>
              <a:rPr lang="de-DE" dirty="0"/>
              <a:t>, </a:t>
            </a:r>
            <a:r>
              <a:rPr lang="de-DE" dirty="0" err="1"/>
              <a:t>imperdiet</a:t>
            </a:r>
            <a:r>
              <a:rPr lang="de-DE" dirty="0"/>
              <a:t> a, </a:t>
            </a:r>
            <a:r>
              <a:rPr lang="de-DE" dirty="0" err="1"/>
              <a:t>venenatis</a:t>
            </a:r>
            <a:r>
              <a:rPr lang="de-DE" dirty="0"/>
              <a:t> </a:t>
            </a:r>
            <a:r>
              <a:rPr lang="de-DE" dirty="0" err="1"/>
              <a:t>vitae</a:t>
            </a:r>
            <a:r>
              <a:rPr lang="de-DE" dirty="0"/>
              <a:t>, </a:t>
            </a:r>
            <a:r>
              <a:rPr lang="de-DE" dirty="0" err="1"/>
              <a:t>justo</a:t>
            </a:r>
            <a:r>
              <a:rPr lang="de-DE" dirty="0"/>
              <a:t>. </a:t>
            </a:r>
          </a:p>
          <a:p>
            <a:pPr lvl="1"/>
            <a:r>
              <a:rPr lang="de-DE" dirty="0" err="1"/>
              <a:t>Nullam</a:t>
            </a:r>
            <a:r>
              <a:rPr lang="de-DE" dirty="0"/>
              <a:t> </a:t>
            </a:r>
            <a:r>
              <a:rPr lang="de-DE" dirty="0" err="1"/>
              <a:t>dictum</a:t>
            </a:r>
            <a:r>
              <a:rPr lang="de-DE" dirty="0"/>
              <a:t> </a:t>
            </a:r>
            <a:r>
              <a:rPr lang="de-DE" dirty="0" err="1"/>
              <a:t>felis</a:t>
            </a:r>
            <a:r>
              <a:rPr lang="de-DE" dirty="0"/>
              <a:t> </a:t>
            </a:r>
            <a:r>
              <a:rPr lang="de-DE" dirty="0" err="1"/>
              <a:t>eu</a:t>
            </a:r>
            <a:r>
              <a:rPr lang="de-DE" dirty="0"/>
              <a:t> pede </a:t>
            </a:r>
            <a:r>
              <a:rPr lang="de-DE" dirty="0" err="1"/>
              <a:t>mollis</a:t>
            </a:r>
            <a:r>
              <a:rPr lang="de-DE" dirty="0"/>
              <a:t> </a:t>
            </a:r>
            <a:r>
              <a:rPr lang="de-DE" dirty="0" err="1"/>
              <a:t>pretium</a:t>
            </a:r>
            <a:r>
              <a:rPr lang="de-DE" dirty="0"/>
              <a:t>. Integer </a:t>
            </a:r>
            <a:r>
              <a:rPr lang="de-DE" dirty="0" err="1"/>
              <a:t>tincidunt</a:t>
            </a:r>
            <a:r>
              <a:rPr lang="de-DE" dirty="0"/>
              <a:t>. </a:t>
            </a:r>
          </a:p>
        </p:txBody>
      </p:sp>
      <p:sp>
        <p:nvSpPr>
          <p:cNvPr id="45" name="Textplatzhalter 44">
            <a:extLst>
              <a:ext uri="{FF2B5EF4-FFF2-40B4-BE49-F238E27FC236}">
                <a16:creationId xmlns:a16="http://schemas.microsoft.com/office/drawing/2014/main" id="{D8C97B90-C775-23FD-FEC3-2A23736567A2}"/>
              </a:ext>
            </a:extLst>
          </p:cNvPr>
          <p:cNvSpPr>
            <a:spLocks noGrp="1"/>
          </p:cNvSpPr>
          <p:nvPr>
            <p:ph type="body" idx="15"/>
          </p:nvPr>
        </p:nvSpPr>
        <p:spPr>
          <a:xfrm>
            <a:off x="8032369" y="1834221"/>
            <a:ext cx="3427356" cy="366334"/>
          </a:xfrm>
        </p:spPr>
        <p:txBody>
          <a:bodyPr/>
          <a:lstStyle/>
          <a:p>
            <a:r>
              <a:rPr lang="de-DE" dirty="0"/>
              <a:t>Kurze Überschrift, </a:t>
            </a:r>
            <a:r>
              <a:rPr lang="de-DE" dirty="0" err="1"/>
              <a:t>lorem</a:t>
            </a:r>
            <a:r>
              <a:rPr lang="de-DE" dirty="0"/>
              <a:t> </a:t>
            </a:r>
            <a:r>
              <a:rPr lang="de-DE" dirty="0" err="1"/>
              <a:t>ipsum</a:t>
            </a:r>
            <a:endParaRPr lang="de-DE" dirty="0"/>
          </a:p>
        </p:txBody>
      </p:sp>
      <p:sp>
        <p:nvSpPr>
          <p:cNvPr id="15" name="Textplatzhalter 14">
            <a:extLst>
              <a:ext uri="{FF2B5EF4-FFF2-40B4-BE49-F238E27FC236}">
                <a16:creationId xmlns:a16="http://schemas.microsoft.com/office/drawing/2014/main" id="{92E446A6-30C1-4D8C-F0A0-A21563CB78D7}"/>
              </a:ext>
            </a:extLst>
          </p:cNvPr>
          <p:cNvSpPr>
            <a:spLocks noGrp="1"/>
          </p:cNvSpPr>
          <p:nvPr>
            <p:ph type="body" sz="quarter" idx="16"/>
          </p:nvPr>
        </p:nvSpPr>
        <p:spPr/>
        <p:txBody>
          <a:bodyPr/>
          <a:lstStyle/>
          <a:p>
            <a:r>
              <a:rPr lang="de-DE" dirty="0"/>
              <a:t>Quelle:</a:t>
            </a:r>
          </a:p>
        </p:txBody>
      </p:sp>
    </p:spTree>
    <p:extLst>
      <p:ext uri="{BB962C8B-B14F-4D97-AF65-F5344CB8AC3E}">
        <p14:creationId xmlns:p14="http://schemas.microsoft.com/office/powerpoint/2010/main" val="796446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5E4C2-A667-EA8E-36E8-FE5529A1D7FB}"/>
            </a:ext>
          </a:extLst>
        </p:cNvPr>
        <p:cNvGrpSpPr/>
        <p:nvPr/>
      </p:nvGrpSpPr>
      <p:grpSpPr>
        <a:xfrm>
          <a:off x="0" y="0"/>
          <a:ext cx="0" cy="0"/>
          <a:chOff x="0" y="0"/>
          <a:chExt cx="0" cy="0"/>
        </a:xfrm>
      </p:grpSpPr>
      <p:sp>
        <p:nvSpPr>
          <p:cNvPr id="44" name="Inhaltsplatzhalter 43">
            <a:extLst>
              <a:ext uri="{FF2B5EF4-FFF2-40B4-BE49-F238E27FC236}">
                <a16:creationId xmlns:a16="http://schemas.microsoft.com/office/drawing/2014/main" id="{D144B00F-3471-F6A2-BF2F-6775D25C9FF3}"/>
              </a:ext>
            </a:extLst>
          </p:cNvPr>
          <p:cNvSpPr>
            <a:spLocks noGrp="1"/>
          </p:cNvSpPr>
          <p:nvPr>
            <p:ph idx="16"/>
          </p:nvPr>
        </p:nvSpPr>
        <p:spPr>
          <a:xfrm>
            <a:off x="8028381" y="2443924"/>
            <a:ext cx="3427356" cy="3262498"/>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r>
              <a:rPr lang="de-DE" dirty="0"/>
              <a:t> </a:t>
            </a:r>
            <a:r>
              <a:rPr lang="de-DE" dirty="0" err="1"/>
              <a:t>enim</a:t>
            </a:r>
            <a:r>
              <a:rPr lang="de-DE" dirty="0"/>
              <a:t>. </a:t>
            </a:r>
          </a:p>
          <a:p>
            <a:pPr lvl="1"/>
            <a:r>
              <a:rPr lang="de-DE" dirty="0" err="1"/>
              <a:t>Donec</a:t>
            </a:r>
            <a:r>
              <a:rPr lang="de-DE" dirty="0"/>
              <a:t> pede </a:t>
            </a:r>
            <a:r>
              <a:rPr lang="de-DE" dirty="0" err="1"/>
              <a:t>justo</a:t>
            </a:r>
            <a:r>
              <a:rPr lang="de-DE" dirty="0"/>
              <a:t>, </a:t>
            </a:r>
            <a:r>
              <a:rPr lang="de-DE" dirty="0" err="1"/>
              <a:t>fringilla</a:t>
            </a:r>
            <a:r>
              <a:rPr lang="de-DE" dirty="0"/>
              <a:t> </a:t>
            </a:r>
            <a:r>
              <a:rPr lang="de-DE" dirty="0" err="1"/>
              <a:t>vel</a:t>
            </a:r>
            <a:r>
              <a:rPr lang="de-DE" dirty="0"/>
              <a:t>, </a:t>
            </a:r>
            <a:r>
              <a:rPr lang="de-DE" dirty="0" err="1"/>
              <a:t>aliquet</a:t>
            </a:r>
            <a:r>
              <a:rPr lang="de-DE" dirty="0"/>
              <a:t> </a:t>
            </a:r>
            <a:r>
              <a:rPr lang="de-DE" dirty="0" err="1"/>
              <a:t>nec</a:t>
            </a:r>
            <a:r>
              <a:rPr lang="de-DE" dirty="0"/>
              <a:t>, </a:t>
            </a:r>
            <a:r>
              <a:rPr lang="de-DE" dirty="0" err="1"/>
              <a:t>vulputate</a:t>
            </a:r>
            <a:r>
              <a:rPr lang="de-DE" dirty="0"/>
              <a:t> </a:t>
            </a:r>
            <a:r>
              <a:rPr lang="de-DE" dirty="0" err="1"/>
              <a:t>eget</a:t>
            </a:r>
            <a:r>
              <a:rPr lang="de-DE" dirty="0"/>
              <a:t>, </a:t>
            </a:r>
            <a:r>
              <a:rPr lang="de-DE" dirty="0" err="1"/>
              <a:t>arcu</a:t>
            </a:r>
            <a:r>
              <a:rPr lang="de-DE" dirty="0"/>
              <a:t>. </a:t>
            </a:r>
          </a:p>
          <a:p>
            <a:pPr lvl="1"/>
            <a:r>
              <a:rPr lang="de-DE" dirty="0"/>
              <a:t>In </a:t>
            </a:r>
            <a:r>
              <a:rPr lang="de-DE" dirty="0" err="1"/>
              <a:t>enim</a:t>
            </a:r>
            <a:r>
              <a:rPr lang="de-DE" dirty="0"/>
              <a:t> </a:t>
            </a:r>
            <a:r>
              <a:rPr lang="de-DE" dirty="0" err="1"/>
              <a:t>justo</a:t>
            </a:r>
            <a:r>
              <a:rPr lang="de-DE" dirty="0"/>
              <a:t>, </a:t>
            </a:r>
            <a:r>
              <a:rPr lang="de-DE" dirty="0" err="1"/>
              <a:t>rhoncus</a:t>
            </a:r>
            <a:r>
              <a:rPr lang="de-DE" dirty="0"/>
              <a:t> </a:t>
            </a:r>
            <a:r>
              <a:rPr lang="de-DE" dirty="0" err="1"/>
              <a:t>ut</a:t>
            </a:r>
            <a:r>
              <a:rPr lang="de-DE" dirty="0"/>
              <a:t>, </a:t>
            </a:r>
            <a:r>
              <a:rPr lang="de-DE" dirty="0" err="1"/>
              <a:t>imperdiet</a:t>
            </a:r>
            <a:r>
              <a:rPr lang="de-DE" dirty="0"/>
              <a:t> a, </a:t>
            </a:r>
            <a:r>
              <a:rPr lang="de-DE" dirty="0" err="1"/>
              <a:t>venenatis</a:t>
            </a:r>
            <a:r>
              <a:rPr lang="de-DE" dirty="0"/>
              <a:t> </a:t>
            </a:r>
            <a:r>
              <a:rPr lang="de-DE" dirty="0" err="1"/>
              <a:t>vitae</a:t>
            </a:r>
            <a:r>
              <a:rPr lang="de-DE" dirty="0"/>
              <a:t>, </a:t>
            </a:r>
            <a:r>
              <a:rPr lang="de-DE" dirty="0" err="1"/>
              <a:t>justo</a:t>
            </a:r>
            <a:r>
              <a:rPr lang="de-DE" dirty="0"/>
              <a:t>. </a:t>
            </a:r>
          </a:p>
          <a:p>
            <a:pPr lvl="1"/>
            <a:r>
              <a:rPr lang="de-DE" dirty="0" err="1"/>
              <a:t>Nullam</a:t>
            </a:r>
            <a:r>
              <a:rPr lang="de-DE" dirty="0"/>
              <a:t> </a:t>
            </a:r>
            <a:r>
              <a:rPr lang="de-DE" dirty="0" err="1"/>
              <a:t>dictum</a:t>
            </a:r>
            <a:r>
              <a:rPr lang="de-DE" dirty="0"/>
              <a:t> </a:t>
            </a:r>
            <a:r>
              <a:rPr lang="de-DE" dirty="0" err="1"/>
              <a:t>felis</a:t>
            </a:r>
            <a:r>
              <a:rPr lang="de-DE" dirty="0"/>
              <a:t> </a:t>
            </a:r>
            <a:r>
              <a:rPr lang="de-DE" dirty="0" err="1"/>
              <a:t>eu</a:t>
            </a:r>
            <a:r>
              <a:rPr lang="de-DE" dirty="0"/>
              <a:t> pede </a:t>
            </a:r>
            <a:r>
              <a:rPr lang="de-DE" dirty="0" err="1"/>
              <a:t>mollis</a:t>
            </a:r>
            <a:r>
              <a:rPr lang="de-DE" dirty="0"/>
              <a:t> </a:t>
            </a:r>
            <a:r>
              <a:rPr lang="de-DE" dirty="0" err="1"/>
              <a:t>pretium</a:t>
            </a:r>
            <a:r>
              <a:rPr lang="de-DE" dirty="0"/>
              <a:t>. Integer </a:t>
            </a:r>
            <a:r>
              <a:rPr lang="de-DE" dirty="0" err="1"/>
              <a:t>tincidunt</a:t>
            </a:r>
            <a:r>
              <a:rPr lang="de-DE" dirty="0"/>
              <a:t>. </a:t>
            </a:r>
          </a:p>
        </p:txBody>
      </p:sp>
      <p:sp>
        <p:nvSpPr>
          <p:cNvPr id="45" name="Textplatzhalter 44">
            <a:extLst>
              <a:ext uri="{FF2B5EF4-FFF2-40B4-BE49-F238E27FC236}">
                <a16:creationId xmlns:a16="http://schemas.microsoft.com/office/drawing/2014/main" id="{D8C97B90-C775-23FD-FEC3-2A23736567A2}"/>
              </a:ext>
            </a:extLst>
          </p:cNvPr>
          <p:cNvSpPr>
            <a:spLocks noGrp="1"/>
          </p:cNvSpPr>
          <p:nvPr>
            <p:ph type="body" idx="17"/>
          </p:nvPr>
        </p:nvSpPr>
        <p:spPr>
          <a:xfrm>
            <a:off x="8028381" y="1834221"/>
            <a:ext cx="3427356" cy="276999"/>
          </a:xfrm>
        </p:spPr>
        <p:txBody>
          <a:bodyPr/>
          <a:lstStyle/>
          <a:p>
            <a:r>
              <a:rPr lang="de-DE" dirty="0"/>
              <a:t>Kurze Überschrift, </a:t>
            </a:r>
            <a:r>
              <a:rPr lang="de-DE" dirty="0" err="1"/>
              <a:t>lorem</a:t>
            </a:r>
            <a:r>
              <a:rPr lang="de-DE" dirty="0"/>
              <a:t> </a:t>
            </a:r>
            <a:r>
              <a:rPr lang="de-DE" dirty="0" err="1"/>
              <a:t>ipsum</a:t>
            </a:r>
            <a:endParaRPr lang="de-DE" dirty="0"/>
          </a:p>
        </p:txBody>
      </p:sp>
      <p:sp>
        <p:nvSpPr>
          <p:cNvPr id="6" name="Titel 5">
            <a:extLst>
              <a:ext uri="{FF2B5EF4-FFF2-40B4-BE49-F238E27FC236}">
                <a16:creationId xmlns:a16="http://schemas.microsoft.com/office/drawing/2014/main" id="{20F06610-D732-6C9A-787A-AE98B18833A1}"/>
              </a:ext>
            </a:extLst>
          </p:cNvPr>
          <p:cNvSpPr>
            <a:spLocks noGrp="1"/>
          </p:cNvSpPr>
          <p:nvPr>
            <p:ph type="title"/>
          </p:nvPr>
        </p:nvSpPr>
        <p:spPr>
          <a:xfrm>
            <a:off x="479425" y="387560"/>
            <a:ext cx="8496300" cy="988803"/>
          </a:xfrm>
        </p:spPr>
        <p:txBody>
          <a:bodyPr/>
          <a:lstStyle/>
          <a:p>
            <a:r>
              <a:rPr lang="de-DE" dirty="0"/>
              <a:t>Titel der Folie, </a:t>
            </a:r>
            <a:br>
              <a:rPr lang="de-DE" dirty="0"/>
            </a:br>
            <a:r>
              <a:rPr lang="de-DE" dirty="0">
                <a:solidFill>
                  <a:schemeClr val="accent4"/>
                </a:solidFill>
              </a:rPr>
              <a:t>kurz und prägnant</a:t>
            </a:r>
          </a:p>
        </p:txBody>
      </p:sp>
      <p:sp>
        <p:nvSpPr>
          <p:cNvPr id="2" name="Datumsplatzhalter 1">
            <a:extLst>
              <a:ext uri="{FF2B5EF4-FFF2-40B4-BE49-F238E27FC236}">
                <a16:creationId xmlns:a16="http://schemas.microsoft.com/office/drawing/2014/main" id="{7C96D196-A773-1737-B13C-E3C9119EE51C}"/>
              </a:ext>
            </a:extLst>
          </p:cNvPr>
          <p:cNvSpPr>
            <a:spLocks noGrp="1"/>
          </p:cNvSpPr>
          <p:nvPr>
            <p:ph type="dt" sz="half" idx="10"/>
          </p:nvPr>
        </p:nvSpPr>
        <p:spPr>
          <a:xfrm>
            <a:off x="3334722" y="6521213"/>
            <a:ext cx="1068585" cy="106468"/>
          </a:xfrm>
        </p:spPr>
        <p:txBody>
          <a:bodyPr/>
          <a:lstStyle/>
          <a:p>
            <a:fld id="{2009A30D-219C-4243-BB9B-EF33F8C32F5C}" type="datetime1">
              <a:rPr lang="de-DE" smtClean="0"/>
              <a:pPr/>
              <a:t>22.06.2026</a:t>
            </a:fld>
            <a:endParaRPr lang="de-DE"/>
          </a:p>
        </p:txBody>
      </p:sp>
      <p:sp>
        <p:nvSpPr>
          <p:cNvPr id="4" name="Fußzeilenplatzhalter 3">
            <a:extLst>
              <a:ext uri="{FF2B5EF4-FFF2-40B4-BE49-F238E27FC236}">
                <a16:creationId xmlns:a16="http://schemas.microsoft.com/office/drawing/2014/main" id="{394B756C-D263-D320-C04C-2B435F5B955A}"/>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D0C77954-8FDE-E48B-FD35-2A69DF8BE805}"/>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19</a:t>
            </a:fld>
            <a:endParaRPr lang="de-DE"/>
          </a:p>
        </p:txBody>
      </p:sp>
      <p:sp>
        <p:nvSpPr>
          <p:cNvPr id="3" name="Inhaltsplatzhalter 2">
            <a:extLst>
              <a:ext uri="{FF2B5EF4-FFF2-40B4-BE49-F238E27FC236}">
                <a16:creationId xmlns:a16="http://schemas.microsoft.com/office/drawing/2014/main" id="{7BABE8DC-830E-D3A4-FCD6-EDB5037E125B}"/>
              </a:ext>
            </a:extLst>
          </p:cNvPr>
          <p:cNvSpPr>
            <a:spLocks noGrp="1"/>
          </p:cNvSpPr>
          <p:nvPr>
            <p:ph idx="1"/>
          </p:nvPr>
        </p:nvSpPr>
        <p:spPr>
          <a:xfrm>
            <a:off x="479425" y="2443924"/>
            <a:ext cx="6822948" cy="3262498"/>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r>
              <a:rPr lang="de-DE" dirty="0"/>
              <a:t> </a:t>
            </a:r>
            <a:r>
              <a:rPr lang="de-DE" dirty="0" err="1"/>
              <a:t>enim</a:t>
            </a:r>
            <a:r>
              <a:rPr lang="de-DE" dirty="0"/>
              <a:t>. </a:t>
            </a:r>
          </a:p>
          <a:p>
            <a:pPr lvl="1"/>
            <a:r>
              <a:rPr lang="de-DE" dirty="0" err="1"/>
              <a:t>Donec</a:t>
            </a:r>
            <a:r>
              <a:rPr lang="de-DE" dirty="0"/>
              <a:t> pede </a:t>
            </a:r>
            <a:r>
              <a:rPr lang="de-DE" dirty="0" err="1"/>
              <a:t>justo</a:t>
            </a:r>
            <a:r>
              <a:rPr lang="de-DE" dirty="0"/>
              <a:t>, </a:t>
            </a:r>
            <a:r>
              <a:rPr lang="de-DE" dirty="0" err="1"/>
              <a:t>fringilla</a:t>
            </a:r>
            <a:r>
              <a:rPr lang="de-DE" dirty="0"/>
              <a:t> </a:t>
            </a:r>
            <a:r>
              <a:rPr lang="de-DE" dirty="0" err="1"/>
              <a:t>vel</a:t>
            </a:r>
            <a:r>
              <a:rPr lang="de-DE" dirty="0"/>
              <a:t>, </a:t>
            </a:r>
            <a:r>
              <a:rPr lang="de-DE" dirty="0" err="1"/>
              <a:t>aliquet</a:t>
            </a:r>
            <a:r>
              <a:rPr lang="de-DE" dirty="0"/>
              <a:t> </a:t>
            </a:r>
            <a:r>
              <a:rPr lang="de-DE" dirty="0" err="1"/>
              <a:t>nec</a:t>
            </a:r>
            <a:r>
              <a:rPr lang="de-DE" dirty="0"/>
              <a:t>, </a:t>
            </a:r>
            <a:r>
              <a:rPr lang="de-DE" dirty="0" err="1"/>
              <a:t>vulputate</a:t>
            </a:r>
            <a:r>
              <a:rPr lang="de-DE" dirty="0"/>
              <a:t> </a:t>
            </a:r>
            <a:r>
              <a:rPr lang="de-DE" dirty="0" err="1"/>
              <a:t>eget</a:t>
            </a:r>
            <a:r>
              <a:rPr lang="de-DE" dirty="0"/>
              <a:t>, </a:t>
            </a:r>
            <a:r>
              <a:rPr lang="de-DE" dirty="0" err="1"/>
              <a:t>arcu</a:t>
            </a:r>
            <a:r>
              <a:rPr lang="de-DE" dirty="0"/>
              <a:t>. </a:t>
            </a:r>
          </a:p>
          <a:p>
            <a:pPr lvl="1"/>
            <a:r>
              <a:rPr lang="de-DE" dirty="0"/>
              <a:t>In </a:t>
            </a:r>
            <a:r>
              <a:rPr lang="de-DE" dirty="0" err="1"/>
              <a:t>enim</a:t>
            </a:r>
            <a:r>
              <a:rPr lang="de-DE" dirty="0"/>
              <a:t> </a:t>
            </a:r>
            <a:r>
              <a:rPr lang="de-DE" dirty="0" err="1"/>
              <a:t>justo</a:t>
            </a:r>
            <a:r>
              <a:rPr lang="de-DE" dirty="0"/>
              <a:t>, </a:t>
            </a:r>
            <a:r>
              <a:rPr lang="de-DE" dirty="0" err="1"/>
              <a:t>rhoncus</a:t>
            </a:r>
            <a:r>
              <a:rPr lang="de-DE" dirty="0"/>
              <a:t> </a:t>
            </a:r>
            <a:r>
              <a:rPr lang="de-DE" dirty="0" err="1"/>
              <a:t>ut</a:t>
            </a:r>
            <a:r>
              <a:rPr lang="de-DE" dirty="0"/>
              <a:t>, </a:t>
            </a:r>
            <a:r>
              <a:rPr lang="de-DE" dirty="0" err="1"/>
              <a:t>imperdiet</a:t>
            </a:r>
            <a:r>
              <a:rPr lang="de-DE" dirty="0"/>
              <a:t> a, </a:t>
            </a:r>
            <a:r>
              <a:rPr lang="de-DE" dirty="0" err="1"/>
              <a:t>venenatis</a:t>
            </a:r>
            <a:r>
              <a:rPr lang="de-DE" dirty="0"/>
              <a:t> </a:t>
            </a:r>
            <a:r>
              <a:rPr lang="de-DE" dirty="0" err="1"/>
              <a:t>vitae</a:t>
            </a:r>
            <a:r>
              <a:rPr lang="de-DE" dirty="0"/>
              <a:t>, </a:t>
            </a:r>
            <a:r>
              <a:rPr lang="de-DE" dirty="0" err="1"/>
              <a:t>justo</a:t>
            </a:r>
            <a:r>
              <a:rPr lang="de-DE" dirty="0"/>
              <a:t>. </a:t>
            </a:r>
          </a:p>
          <a:p>
            <a:pPr lvl="1"/>
            <a:r>
              <a:rPr lang="de-DE" dirty="0" err="1"/>
              <a:t>Nullam</a:t>
            </a:r>
            <a:r>
              <a:rPr lang="de-DE" dirty="0"/>
              <a:t> </a:t>
            </a:r>
            <a:r>
              <a:rPr lang="de-DE" dirty="0" err="1"/>
              <a:t>dictum</a:t>
            </a:r>
            <a:r>
              <a:rPr lang="de-DE" dirty="0"/>
              <a:t> </a:t>
            </a:r>
            <a:r>
              <a:rPr lang="de-DE" dirty="0" err="1"/>
              <a:t>felis</a:t>
            </a:r>
            <a:r>
              <a:rPr lang="de-DE" dirty="0"/>
              <a:t> </a:t>
            </a:r>
            <a:r>
              <a:rPr lang="de-DE" dirty="0" err="1"/>
              <a:t>eu</a:t>
            </a:r>
            <a:r>
              <a:rPr lang="de-DE" dirty="0"/>
              <a:t> pede </a:t>
            </a:r>
            <a:r>
              <a:rPr lang="de-DE" dirty="0" err="1"/>
              <a:t>mollis</a:t>
            </a:r>
            <a:r>
              <a:rPr lang="de-DE" dirty="0"/>
              <a:t> </a:t>
            </a:r>
            <a:r>
              <a:rPr lang="de-DE" dirty="0" err="1"/>
              <a:t>pretium</a:t>
            </a:r>
            <a:r>
              <a:rPr lang="de-DE" dirty="0"/>
              <a:t>. Integer </a:t>
            </a:r>
            <a:r>
              <a:rPr lang="de-DE" dirty="0" err="1"/>
              <a:t>tincidunt</a:t>
            </a:r>
            <a:r>
              <a:rPr lang="de-DE" dirty="0"/>
              <a:t>. </a:t>
            </a:r>
          </a:p>
          <a:p>
            <a:r>
              <a:rPr lang="de-DE" dirty="0" err="1"/>
              <a:t>Cras</a:t>
            </a:r>
            <a:r>
              <a:rPr lang="de-DE" dirty="0"/>
              <a:t> </a:t>
            </a:r>
            <a:r>
              <a:rPr lang="de-DE" dirty="0" err="1"/>
              <a:t>dapibus</a:t>
            </a:r>
            <a:r>
              <a:rPr lang="de-DE" dirty="0"/>
              <a:t>. </a:t>
            </a:r>
            <a:r>
              <a:rPr lang="de-DE" dirty="0" err="1"/>
              <a:t>Vivamus</a:t>
            </a:r>
            <a:r>
              <a:rPr lang="de-DE" dirty="0"/>
              <a:t> </a:t>
            </a:r>
            <a:r>
              <a:rPr lang="de-DE" dirty="0" err="1"/>
              <a:t>elementum</a:t>
            </a:r>
            <a:r>
              <a:rPr lang="de-DE" dirty="0"/>
              <a:t> </a:t>
            </a:r>
            <a:r>
              <a:rPr lang="de-DE" dirty="0" err="1"/>
              <a:t>semper</a:t>
            </a:r>
            <a:r>
              <a:rPr lang="de-DE" dirty="0"/>
              <a:t> nisi. </a:t>
            </a:r>
            <a:r>
              <a:rPr lang="de-DE" dirty="0" err="1"/>
              <a:t>Aenean</a:t>
            </a:r>
            <a:r>
              <a:rPr lang="de-DE" dirty="0"/>
              <a:t> </a:t>
            </a:r>
            <a:r>
              <a:rPr lang="de-DE" dirty="0" err="1"/>
              <a:t>vulputate</a:t>
            </a:r>
            <a:r>
              <a:rPr lang="de-DE" dirty="0"/>
              <a:t> </a:t>
            </a:r>
            <a:r>
              <a:rPr lang="de-DE" dirty="0" err="1"/>
              <a:t>eleifend</a:t>
            </a:r>
            <a:r>
              <a:rPr lang="de-DE" dirty="0"/>
              <a:t> </a:t>
            </a:r>
            <a:r>
              <a:rPr lang="de-DE" dirty="0" err="1"/>
              <a:t>tellus</a:t>
            </a:r>
            <a:r>
              <a:rPr lang="de-DE" dirty="0"/>
              <a:t>. </a:t>
            </a:r>
            <a:r>
              <a:rPr lang="de-DE" dirty="0" err="1"/>
              <a:t>Aenean</a:t>
            </a:r>
            <a:r>
              <a:rPr lang="de-DE" dirty="0"/>
              <a:t> </a:t>
            </a:r>
            <a:r>
              <a:rPr lang="de-DE" dirty="0" err="1"/>
              <a:t>leo</a:t>
            </a:r>
            <a:r>
              <a:rPr lang="de-DE" dirty="0"/>
              <a:t> </a:t>
            </a:r>
            <a:r>
              <a:rPr lang="de-DE" dirty="0" err="1"/>
              <a:t>ligula</a:t>
            </a:r>
            <a:r>
              <a:rPr lang="de-DE" dirty="0"/>
              <a:t>, </a:t>
            </a:r>
            <a:r>
              <a:rPr lang="de-DE" dirty="0" err="1"/>
              <a:t>porttitor</a:t>
            </a:r>
            <a:r>
              <a:rPr lang="de-DE" dirty="0"/>
              <a:t> </a:t>
            </a:r>
            <a:r>
              <a:rPr lang="de-DE" dirty="0" err="1"/>
              <a:t>eu</a:t>
            </a:r>
            <a:r>
              <a:rPr lang="de-DE" dirty="0"/>
              <a:t>, </a:t>
            </a:r>
            <a:r>
              <a:rPr lang="de-DE" dirty="0" err="1"/>
              <a:t>consequat</a:t>
            </a:r>
            <a:r>
              <a:rPr lang="de-DE" dirty="0"/>
              <a:t> </a:t>
            </a:r>
            <a:r>
              <a:rPr lang="de-DE" dirty="0" err="1"/>
              <a:t>vitae</a:t>
            </a:r>
            <a:r>
              <a:rPr lang="de-DE" dirty="0"/>
              <a:t>, </a:t>
            </a:r>
            <a:r>
              <a:rPr lang="de-DE" dirty="0" err="1"/>
              <a:t>eleifend</a:t>
            </a:r>
            <a:r>
              <a:rPr lang="de-DE" dirty="0"/>
              <a:t> </a:t>
            </a:r>
            <a:r>
              <a:rPr lang="de-DE" dirty="0" err="1"/>
              <a:t>ac</a:t>
            </a:r>
            <a:r>
              <a:rPr lang="de-DE" dirty="0"/>
              <a:t>, </a:t>
            </a:r>
            <a:r>
              <a:rPr lang="de-DE" dirty="0" err="1"/>
              <a:t>enim</a:t>
            </a:r>
            <a:r>
              <a:rPr lang="de-DE" dirty="0"/>
              <a:t>. </a:t>
            </a:r>
            <a:r>
              <a:rPr lang="de-DE" dirty="0" err="1"/>
              <a:t>Aliquam</a:t>
            </a:r>
            <a:r>
              <a:rPr lang="de-DE" dirty="0"/>
              <a:t> </a:t>
            </a:r>
            <a:r>
              <a:rPr lang="de-DE" dirty="0" err="1"/>
              <a:t>lorem</a:t>
            </a:r>
            <a:r>
              <a:rPr lang="de-DE" dirty="0"/>
              <a:t> ante, </a:t>
            </a:r>
            <a:r>
              <a:rPr lang="de-DE" dirty="0" err="1"/>
              <a:t>dapibus</a:t>
            </a:r>
            <a:r>
              <a:rPr lang="de-DE" dirty="0"/>
              <a:t> in, </a:t>
            </a:r>
            <a:r>
              <a:rPr lang="de-DE" dirty="0" err="1"/>
              <a:t>viverra</a:t>
            </a:r>
            <a:r>
              <a:rPr lang="de-DE" dirty="0"/>
              <a:t> </a:t>
            </a:r>
            <a:r>
              <a:rPr lang="de-DE" dirty="0" err="1"/>
              <a:t>quis</a:t>
            </a:r>
            <a:r>
              <a:rPr lang="de-DE" dirty="0"/>
              <a:t>, </a:t>
            </a:r>
            <a:r>
              <a:rPr lang="de-DE" dirty="0" err="1"/>
              <a:t>feugiat</a:t>
            </a:r>
            <a:r>
              <a:rPr lang="de-DE" dirty="0"/>
              <a:t> a, </a:t>
            </a:r>
            <a:r>
              <a:rPr lang="de-DE" dirty="0" err="1"/>
              <a:t>tellus</a:t>
            </a:r>
            <a:r>
              <a:rPr lang="de-DE" dirty="0"/>
              <a:t>. </a:t>
            </a:r>
            <a:r>
              <a:rPr lang="de-DE" dirty="0" err="1"/>
              <a:t>Phasellus</a:t>
            </a:r>
            <a:r>
              <a:rPr lang="de-DE" dirty="0"/>
              <a:t> </a:t>
            </a:r>
            <a:r>
              <a:rPr lang="de-DE" dirty="0" err="1"/>
              <a:t>viverra</a:t>
            </a:r>
            <a:r>
              <a:rPr lang="de-DE" dirty="0"/>
              <a:t> nulla </a:t>
            </a:r>
            <a:r>
              <a:rPr lang="de-DE" dirty="0" err="1"/>
              <a:t>ut</a:t>
            </a:r>
            <a:r>
              <a:rPr lang="de-DE" dirty="0"/>
              <a:t> </a:t>
            </a:r>
            <a:r>
              <a:rPr lang="de-DE" dirty="0" err="1"/>
              <a:t>metus</a:t>
            </a:r>
            <a:r>
              <a:rPr lang="de-DE" dirty="0"/>
              <a:t> </a:t>
            </a:r>
            <a:r>
              <a:rPr lang="de-DE" dirty="0" err="1"/>
              <a:t>varius</a:t>
            </a:r>
            <a:r>
              <a:rPr lang="de-DE" dirty="0"/>
              <a:t> </a:t>
            </a:r>
            <a:r>
              <a:rPr lang="de-DE" dirty="0" err="1"/>
              <a:t>laoreet</a:t>
            </a:r>
            <a:r>
              <a:rPr lang="de-DE" dirty="0"/>
              <a:t>. </a:t>
            </a:r>
          </a:p>
        </p:txBody>
      </p:sp>
      <p:sp>
        <p:nvSpPr>
          <p:cNvPr id="43" name="Textplatzhalter 42">
            <a:extLst>
              <a:ext uri="{FF2B5EF4-FFF2-40B4-BE49-F238E27FC236}">
                <a16:creationId xmlns:a16="http://schemas.microsoft.com/office/drawing/2014/main" id="{7E7E8A0A-262F-297C-79A7-9248F9342788}"/>
              </a:ext>
            </a:extLst>
          </p:cNvPr>
          <p:cNvSpPr>
            <a:spLocks noGrp="1"/>
          </p:cNvSpPr>
          <p:nvPr>
            <p:ph type="body" idx="13"/>
          </p:nvPr>
        </p:nvSpPr>
        <p:spPr>
          <a:xfrm>
            <a:off x="479425" y="1834221"/>
            <a:ext cx="6822948" cy="276999"/>
          </a:xfrm>
        </p:spPr>
        <p:txBody>
          <a:bodyPr/>
          <a:lstStyle/>
          <a:p>
            <a:r>
              <a:rPr lang="de-DE" dirty="0"/>
              <a:t>Kurze Überschrift,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a:t>
            </a:r>
          </a:p>
        </p:txBody>
      </p:sp>
      <p:sp>
        <p:nvSpPr>
          <p:cNvPr id="16" name="Textplatzhalter 15">
            <a:extLst>
              <a:ext uri="{FF2B5EF4-FFF2-40B4-BE49-F238E27FC236}">
                <a16:creationId xmlns:a16="http://schemas.microsoft.com/office/drawing/2014/main" id="{9F02AD92-D00B-93DF-BDE6-078519535997}"/>
              </a:ext>
            </a:extLst>
          </p:cNvPr>
          <p:cNvSpPr>
            <a:spLocks noGrp="1"/>
          </p:cNvSpPr>
          <p:nvPr>
            <p:ph type="body" sz="quarter" idx="18"/>
          </p:nvPr>
        </p:nvSpPr>
        <p:spPr/>
        <p:txBody>
          <a:bodyPr/>
          <a:lstStyle/>
          <a:p>
            <a:r>
              <a:rPr lang="de-DE" dirty="0"/>
              <a:t>Quelle:</a:t>
            </a:r>
          </a:p>
        </p:txBody>
      </p:sp>
      <p:sp>
        <p:nvSpPr>
          <p:cNvPr id="7" name="Textplatzhalter 31">
            <a:extLst>
              <a:ext uri="{FF2B5EF4-FFF2-40B4-BE49-F238E27FC236}">
                <a16:creationId xmlns:a16="http://schemas.microsoft.com/office/drawing/2014/main" id="{66BC9194-951F-143A-3991-8AFF773AEDDA}"/>
              </a:ext>
            </a:extLst>
          </p:cNvPr>
          <p:cNvSpPr txBox="1">
            <a:spLocks/>
          </p:cNvSpPr>
          <p:nvPr/>
        </p:nvSpPr>
        <p:spPr>
          <a:xfrm>
            <a:off x="7501503" y="1151578"/>
            <a:ext cx="2401441" cy="524891"/>
          </a:xfrm>
          <a:prstGeom prst="roundRect">
            <a:avLst>
              <a:gd name="adj" fmla="val 8019"/>
            </a:avLst>
          </a:prstGeom>
          <a:solidFill>
            <a:schemeClr val="bg1"/>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accent6"/>
                </a:solidFill>
                <a:latin typeface="BarmeniaGothaer Offc Medium" panose="020B0603020204020204" pitchFamily="34" charset="0"/>
              </a:rPr>
              <a:t>Einfacher Störer</a:t>
            </a:r>
          </a:p>
        </p:txBody>
      </p:sp>
    </p:spTree>
    <p:extLst>
      <p:ext uri="{BB962C8B-B14F-4D97-AF65-F5344CB8AC3E}">
        <p14:creationId xmlns:p14="http://schemas.microsoft.com/office/powerpoint/2010/main" val="29535377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5E4C2-A667-EA8E-36E8-FE5529A1D7FB}"/>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20F06610-D732-6C9A-787A-AE98B18833A1}"/>
              </a:ext>
            </a:extLst>
          </p:cNvPr>
          <p:cNvSpPr>
            <a:spLocks noGrp="1"/>
          </p:cNvSpPr>
          <p:nvPr>
            <p:ph type="title"/>
          </p:nvPr>
        </p:nvSpPr>
        <p:spPr>
          <a:xfrm>
            <a:off x="479425" y="387560"/>
            <a:ext cx="7992000" cy="988803"/>
          </a:xfrm>
        </p:spPr>
        <p:txBody>
          <a:bodyPr/>
          <a:lstStyle/>
          <a:p>
            <a:r>
              <a:rPr lang="de-DE" dirty="0"/>
              <a:t>Titel der Folie, </a:t>
            </a:r>
            <a:br>
              <a:rPr lang="de-DE" dirty="0"/>
            </a:br>
            <a:r>
              <a:rPr lang="de-DE" dirty="0">
                <a:solidFill>
                  <a:schemeClr val="accent4"/>
                </a:solidFill>
              </a:rPr>
              <a:t>kurz und prägnant</a:t>
            </a:r>
          </a:p>
        </p:txBody>
      </p:sp>
      <p:sp>
        <p:nvSpPr>
          <p:cNvPr id="2" name="Datumsplatzhalter 1">
            <a:extLst>
              <a:ext uri="{FF2B5EF4-FFF2-40B4-BE49-F238E27FC236}">
                <a16:creationId xmlns:a16="http://schemas.microsoft.com/office/drawing/2014/main" id="{7C96D196-A773-1737-B13C-E3C9119EE51C}"/>
              </a:ext>
            </a:extLst>
          </p:cNvPr>
          <p:cNvSpPr>
            <a:spLocks noGrp="1"/>
          </p:cNvSpPr>
          <p:nvPr>
            <p:ph type="dt" sz="half" idx="10"/>
          </p:nvPr>
        </p:nvSpPr>
        <p:spPr>
          <a:xfrm>
            <a:off x="3334722" y="6521213"/>
            <a:ext cx="1068585" cy="106468"/>
          </a:xfrm>
        </p:spPr>
        <p:txBody>
          <a:bodyPr/>
          <a:lstStyle/>
          <a:p>
            <a:fld id="{2009A30D-219C-4243-BB9B-EF33F8C32F5C}" type="datetime1">
              <a:rPr lang="de-DE" smtClean="0"/>
              <a:pPr/>
              <a:t>22.06.2026</a:t>
            </a:fld>
            <a:endParaRPr lang="de-DE"/>
          </a:p>
        </p:txBody>
      </p:sp>
      <p:sp>
        <p:nvSpPr>
          <p:cNvPr id="4" name="Fußzeilenplatzhalter 3">
            <a:extLst>
              <a:ext uri="{FF2B5EF4-FFF2-40B4-BE49-F238E27FC236}">
                <a16:creationId xmlns:a16="http://schemas.microsoft.com/office/drawing/2014/main" id="{394B756C-D263-D320-C04C-2B435F5B955A}"/>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D0C77954-8FDE-E48B-FD35-2A69DF8BE805}"/>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20</a:t>
            </a:fld>
            <a:endParaRPr lang="de-DE"/>
          </a:p>
        </p:txBody>
      </p:sp>
      <p:sp>
        <p:nvSpPr>
          <p:cNvPr id="3" name="Inhaltsplatzhalter 2">
            <a:extLst>
              <a:ext uri="{FF2B5EF4-FFF2-40B4-BE49-F238E27FC236}">
                <a16:creationId xmlns:a16="http://schemas.microsoft.com/office/drawing/2014/main" id="{7BABE8DC-830E-D3A4-FCD6-EDB5037E125B}"/>
              </a:ext>
            </a:extLst>
          </p:cNvPr>
          <p:cNvSpPr>
            <a:spLocks noGrp="1"/>
          </p:cNvSpPr>
          <p:nvPr>
            <p:ph idx="1"/>
          </p:nvPr>
        </p:nvSpPr>
        <p:spPr>
          <a:xfrm>
            <a:off x="479425" y="2443924"/>
            <a:ext cx="7992000" cy="3506027"/>
          </a:xfrm>
        </p:spPr>
        <p:txBody>
          <a:bodyPr/>
          <a:lstStyle/>
          <a:p>
            <a:r>
              <a:rPr lang="de-DE"/>
              <a:t>Lorem ipsum dolor sit amet, consectetuer adipiscing elit. Aenean commodo ligula eget dolor. Aenean massa. Cum sociis natoque penatibus et magnis dis parturient montes, nascetur ridiculus mus. Donec quam felis, ultricies nec, pellentesque eu, pretium quis, sem. Nulla consequat massa quis enim. </a:t>
            </a:r>
          </a:p>
          <a:p>
            <a:pPr lvl="1"/>
            <a:r>
              <a:rPr lang="de-DE"/>
              <a:t>Donec pede justo, fringilla vel, aliquet nec, vulputate eget, arcu. </a:t>
            </a:r>
          </a:p>
          <a:p>
            <a:pPr lvl="1"/>
            <a:r>
              <a:rPr lang="de-DE"/>
              <a:t>In enim justo, rhoncus ut, imperdiet a, venenatis vitae, justo. </a:t>
            </a:r>
          </a:p>
          <a:p>
            <a:pPr lvl="1"/>
            <a:r>
              <a:rPr lang="de-DE"/>
              <a:t>Nullam dictum felis eu pede mollis pretium. Integer tincidunt. </a:t>
            </a:r>
          </a:p>
          <a:p>
            <a:r>
              <a:rPr lang="de-DE"/>
              <a:t>Cras dapibus. Vivamus elementum semper nisi. Aenean vulputate eleifend tellus. Aenean leo ligula, porttitor eu, consequat vitae, eleifend ac, enim. Aliquam lorem ante, dapibus in, viverra quis, feugiat a, tellus. Phasellus viverra nulla ut metus varius laoreet. </a:t>
            </a:r>
            <a:endParaRPr lang="de-DE" dirty="0"/>
          </a:p>
        </p:txBody>
      </p:sp>
      <p:sp>
        <p:nvSpPr>
          <p:cNvPr id="43" name="Textplatzhalter 42">
            <a:extLst>
              <a:ext uri="{FF2B5EF4-FFF2-40B4-BE49-F238E27FC236}">
                <a16:creationId xmlns:a16="http://schemas.microsoft.com/office/drawing/2014/main" id="{7E7E8A0A-262F-297C-79A7-9248F9342788}"/>
              </a:ext>
            </a:extLst>
          </p:cNvPr>
          <p:cNvSpPr>
            <a:spLocks noGrp="1"/>
          </p:cNvSpPr>
          <p:nvPr>
            <p:ph type="body" idx="13"/>
          </p:nvPr>
        </p:nvSpPr>
        <p:spPr>
          <a:xfrm>
            <a:off x="479425" y="1834221"/>
            <a:ext cx="7992000" cy="276999"/>
          </a:xfrm>
        </p:spPr>
        <p:txBody>
          <a:bodyPr/>
          <a:lstStyle/>
          <a:p>
            <a:r>
              <a:rPr lang="de-DE" dirty="0"/>
              <a:t>Kurze Überschrift,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a:t>
            </a:r>
          </a:p>
        </p:txBody>
      </p:sp>
      <p:sp>
        <p:nvSpPr>
          <p:cNvPr id="44" name="Inhaltsplatzhalter 43">
            <a:extLst>
              <a:ext uri="{FF2B5EF4-FFF2-40B4-BE49-F238E27FC236}">
                <a16:creationId xmlns:a16="http://schemas.microsoft.com/office/drawing/2014/main" id="{D144B00F-3471-F6A2-BF2F-6775D25C9FF3}"/>
              </a:ext>
            </a:extLst>
          </p:cNvPr>
          <p:cNvSpPr>
            <a:spLocks noGrp="1"/>
          </p:cNvSpPr>
          <p:nvPr>
            <p:ph idx="14"/>
          </p:nvPr>
        </p:nvSpPr>
        <p:spPr>
          <a:xfrm>
            <a:off x="9480572" y="2443923"/>
            <a:ext cx="2232001" cy="3506027"/>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p>
          <a:p>
            <a:pPr lvl="1"/>
            <a:r>
              <a:rPr lang="de-DE" dirty="0" err="1"/>
              <a:t>Donec</a:t>
            </a:r>
            <a:r>
              <a:rPr lang="de-DE" dirty="0"/>
              <a:t> pede </a:t>
            </a:r>
            <a:r>
              <a:rPr lang="de-DE" dirty="0" err="1"/>
              <a:t>justo</a:t>
            </a:r>
            <a:r>
              <a:rPr lang="de-DE" dirty="0"/>
              <a:t>, </a:t>
            </a:r>
            <a:r>
              <a:rPr lang="de-DE" dirty="0" err="1"/>
              <a:t>fringilla</a:t>
            </a:r>
            <a:r>
              <a:rPr lang="de-DE" dirty="0"/>
              <a:t> </a:t>
            </a:r>
            <a:r>
              <a:rPr lang="de-DE" dirty="0" err="1"/>
              <a:t>vel</a:t>
            </a:r>
            <a:r>
              <a:rPr lang="de-DE" dirty="0"/>
              <a:t>, </a:t>
            </a:r>
            <a:r>
              <a:rPr lang="de-DE" dirty="0" err="1"/>
              <a:t>aliquet</a:t>
            </a:r>
            <a:r>
              <a:rPr lang="de-DE" dirty="0"/>
              <a:t> </a:t>
            </a:r>
            <a:r>
              <a:rPr lang="de-DE" dirty="0" err="1"/>
              <a:t>nec</a:t>
            </a:r>
            <a:endParaRPr lang="de-DE" dirty="0"/>
          </a:p>
          <a:p>
            <a:pPr lvl="1"/>
            <a:r>
              <a:rPr lang="de-DE" dirty="0"/>
              <a:t>In </a:t>
            </a:r>
            <a:r>
              <a:rPr lang="de-DE" dirty="0" err="1"/>
              <a:t>enim</a:t>
            </a:r>
            <a:r>
              <a:rPr lang="de-DE" dirty="0"/>
              <a:t> </a:t>
            </a:r>
            <a:r>
              <a:rPr lang="de-DE" dirty="0" err="1"/>
              <a:t>justo</a:t>
            </a:r>
            <a:r>
              <a:rPr lang="de-DE" dirty="0"/>
              <a:t>, </a:t>
            </a:r>
            <a:r>
              <a:rPr lang="de-DE" dirty="0" err="1"/>
              <a:t>rhoncus</a:t>
            </a:r>
            <a:r>
              <a:rPr lang="de-DE" dirty="0"/>
              <a:t> </a:t>
            </a:r>
            <a:br>
              <a:rPr lang="de-DE" dirty="0"/>
            </a:br>
            <a:r>
              <a:rPr lang="de-DE" dirty="0" err="1"/>
              <a:t>ut</a:t>
            </a:r>
            <a:r>
              <a:rPr lang="de-DE" dirty="0"/>
              <a:t>, </a:t>
            </a:r>
            <a:r>
              <a:rPr lang="de-DE" dirty="0" err="1"/>
              <a:t>imperdiet</a:t>
            </a:r>
            <a:r>
              <a:rPr lang="de-DE" dirty="0"/>
              <a:t> </a:t>
            </a:r>
          </a:p>
          <a:p>
            <a:pPr lvl="1"/>
            <a:r>
              <a:rPr lang="de-DE" dirty="0" err="1"/>
              <a:t>Nullam</a:t>
            </a:r>
            <a:r>
              <a:rPr lang="de-DE" dirty="0"/>
              <a:t> </a:t>
            </a:r>
            <a:r>
              <a:rPr lang="de-DE" dirty="0" err="1"/>
              <a:t>dictum</a:t>
            </a:r>
            <a:r>
              <a:rPr lang="de-DE" dirty="0"/>
              <a:t> </a:t>
            </a:r>
            <a:r>
              <a:rPr lang="de-DE" dirty="0" err="1"/>
              <a:t>felis</a:t>
            </a:r>
            <a:r>
              <a:rPr lang="de-DE" dirty="0"/>
              <a:t> </a:t>
            </a:r>
            <a:r>
              <a:rPr lang="de-DE" dirty="0" err="1"/>
              <a:t>eu</a:t>
            </a:r>
            <a:r>
              <a:rPr lang="de-DE" dirty="0"/>
              <a:t> pede </a:t>
            </a:r>
            <a:r>
              <a:rPr lang="de-DE" dirty="0" err="1"/>
              <a:t>mollis</a:t>
            </a:r>
            <a:r>
              <a:rPr lang="de-DE" dirty="0"/>
              <a:t> </a:t>
            </a:r>
            <a:r>
              <a:rPr lang="de-DE" dirty="0" err="1"/>
              <a:t>pretium</a:t>
            </a:r>
            <a:r>
              <a:rPr lang="de-DE" dirty="0"/>
              <a:t>. Integer </a:t>
            </a:r>
            <a:r>
              <a:rPr lang="de-DE" dirty="0" err="1"/>
              <a:t>tincidunt</a:t>
            </a:r>
            <a:r>
              <a:rPr lang="de-DE" dirty="0"/>
              <a:t>. </a:t>
            </a:r>
          </a:p>
        </p:txBody>
      </p:sp>
      <p:sp>
        <p:nvSpPr>
          <p:cNvPr id="45" name="Textplatzhalter 44">
            <a:extLst>
              <a:ext uri="{FF2B5EF4-FFF2-40B4-BE49-F238E27FC236}">
                <a16:creationId xmlns:a16="http://schemas.microsoft.com/office/drawing/2014/main" id="{D8C97B90-C775-23FD-FEC3-2A23736567A2}"/>
              </a:ext>
            </a:extLst>
          </p:cNvPr>
          <p:cNvSpPr>
            <a:spLocks noGrp="1"/>
          </p:cNvSpPr>
          <p:nvPr>
            <p:ph type="body" idx="15"/>
          </p:nvPr>
        </p:nvSpPr>
        <p:spPr>
          <a:xfrm>
            <a:off x="9472605" y="1834221"/>
            <a:ext cx="2232001" cy="527014"/>
          </a:xfrm>
        </p:spPr>
        <p:txBody>
          <a:bodyPr/>
          <a:lstStyle/>
          <a:p>
            <a:r>
              <a:rPr lang="de-DE"/>
              <a:t>Kurze Überschrift, lorem ipsum</a:t>
            </a:r>
            <a:endParaRPr lang="de-DE" dirty="0"/>
          </a:p>
        </p:txBody>
      </p:sp>
      <p:sp>
        <p:nvSpPr>
          <p:cNvPr id="18" name="Textplatzhalter 17">
            <a:extLst>
              <a:ext uri="{FF2B5EF4-FFF2-40B4-BE49-F238E27FC236}">
                <a16:creationId xmlns:a16="http://schemas.microsoft.com/office/drawing/2014/main" id="{EDAAA47C-F891-3CCD-4228-DF6010ADC76A}"/>
              </a:ext>
            </a:extLst>
          </p:cNvPr>
          <p:cNvSpPr>
            <a:spLocks noGrp="1"/>
          </p:cNvSpPr>
          <p:nvPr>
            <p:ph type="body" sz="quarter" idx="16"/>
          </p:nvPr>
        </p:nvSpPr>
        <p:spPr/>
        <p:txBody>
          <a:bodyPr/>
          <a:lstStyle/>
          <a:p>
            <a:r>
              <a:rPr lang="de-DE" dirty="0"/>
              <a:t>Quelle:</a:t>
            </a:r>
          </a:p>
        </p:txBody>
      </p:sp>
    </p:spTree>
    <p:extLst>
      <p:ext uri="{BB962C8B-B14F-4D97-AF65-F5344CB8AC3E}">
        <p14:creationId xmlns:p14="http://schemas.microsoft.com/office/powerpoint/2010/main" val="36117507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5E4C2-A667-EA8E-36E8-FE5529A1D7FB}"/>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20F06610-D732-6C9A-787A-AE98B18833A1}"/>
              </a:ext>
            </a:extLst>
          </p:cNvPr>
          <p:cNvSpPr>
            <a:spLocks noGrp="1"/>
          </p:cNvSpPr>
          <p:nvPr>
            <p:ph type="title"/>
          </p:nvPr>
        </p:nvSpPr>
        <p:spPr>
          <a:xfrm>
            <a:off x="479425" y="387560"/>
            <a:ext cx="6822948" cy="988803"/>
          </a:xfrm>
        </p:spPr>
        <p:txBody>
          <a:bodyPr/>
          <a:lstStyle/>
          <a:p>
            <a:r>
              <a:rPr lang="de-DE" dirty="0"/>
              <a:t>Titel der Folie, </a:t>
            </a:r>
            <a:br>
              <a:rPr lang="de-DE" dirty="0"/>
            </a:br>
            <a:r>
              <a:rPr lang="de-DE" dirty="0">
                <a:solidFill>
                  <a:schemeClr val="accent4"/>
                </a:solidFill>
              </a:rPr>
              <a:t>kurz und prägnant</a:t>
            </a:r>
          </a:p>
        </p:txBody>
      </p:sp>
      <p:sp>
        <p:nvSpPr>
          <p:cNvPr id="2" name="Datumsplatzhalter 1">
            <a:extLst>
              <a:ext uri="{FF2B5EF4-FFF2-40B4-BE49-F238E27FC236}">
                <a16:creationId xmlns:a16="http://schemas.microsoft.com/office/drawing/2014/main" id="{7C96D196-A773-1737-B13C-E3C9119EE51C}"/>
              </a:ext>
            </a:extLst>
          </p:cNvPr>
          <p:cNvSpPr>
            <a:spLocks noGrp="1"/>
          </p:cNvSpPr>
          <p:nvPr>
            <p:ph type="dt" sz="half" idx="10"/>
          </p:nvPr>
        </p:nvSpPr>
        <p:spPr>
          <a:xfrm>
            <a:off x="3334722" y="6521213"/>
            <a:ext cx="1068585" cy="106468"/>
          </a:xfrm>
        </p:spPr>
        <p:txBody>
          <a:bodyPr/>
          <a:lstStyle/>
          <a:p>
            <a:fld id="{2009A30D-219C-4243-BB9B-EF33F8C32F5C}" type="datetime1">
              <a:rPr lang="de-DE" smtClean="0"/>
              <a:pPr/>
              <a:t>22.06.2026</a:t>
            </a:fld>
            <a:endParaRPr lang="de-DE"/>
          </a:p>
        </p:txBody>
      </p:sp>
      <p:sp>
        <p:nvSpPr>
          <p:cNvPr id="4" name="Fußzeilenplatzhalter 3">
            <a:extLst>
              <a:ext uri="{FF2B5EF4-FFF2-40B4-BE49-F238E27FC236}">
                <a16:creationId xmlns:a16="http://schemas.microsoft.com/office/drawing/2014/main" id="{394B756C-D263-D320-C04C-2B435F5B955A}"/>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D0C77954-8FDE-E48B-FD35-2A69DF8BE805}"/>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21</a:t>
            </a:fld>
            <a:endParaRPr lang="de-DE"/>
          </a:p>
        </p:txBody>
      </p:sp>
      <p:sp>
        <p:nvSpPr>
          <p:cNvPr id="3" name="Inhaltsplatzhalter 2">
            <a:extLst>
              <a:ext uri="{FF2B5EF4-FFF2-40B4-BE49-F238E27FC236}">
                <a16:creationId xmlns:a16="http://schemas.microsoft.com/office/drawing/2014/main" id="{7BABE8DC-830E-D3A4-FCD6-EDB5037E125B}"/>
              </a:ext>
            </a:extLst>
          </p:cNvPr>
          <p:cNvSpPr>
            <a:spLocks noGrp="1"/>
          </p:cNvSpPr>
          <p:nvPr>
            <p:ph idx="1"/>
          </p:nvPr>
        </p:nvSpPr>
        <p:spPr>
          <a:xfrm>
            <a:off x="479425" y="2443924"/>
            <a:ext cx="6822948" cy="3506027"/>
          </a:xfrm>
        </p:spPr>
        <p:txBody>
          <a:bodyPr/>
          <a:lstStyle/>
          <a:p>
            <a:r>
              <a:rPr lang="de-DE"/>
              <a:t>Lorem ipsum dolor sit amet, consectetuer adipiscing elit. Aenean commodo ligula eget dolor. Aenean massa. Cum sociis natoque penatibus et magnis dis parturient montes, nascetur ridiculus mus. Donec quam felis, ultricies nec, pellentesque eu, pretium quis, sem. Nulla consequat massa quis enim. </a:t>
            </a:r>
          </a:p>
          <a:p>
            <a:pPr lvl="1"/>
            <a:r>
              <a:rPr lang="de-DE"/>
              <a:t>Donec pede justo, fringilla vel, aliquet nec, vulputate eget, arcu. </a:t>
            </a:r>
          </a:p>
          <a:p>
            <a:pPr lvl="1"/>
            <a:r>
              <a:rPr lang="de-DE"/>
              <a:t>In enim justo, rhoncus ut, imperdiet a, venenatis vitae, justo. </a:t>
            </a:r>
          </a:p>
          <a:p>
            <a:pPr lvl="1"/>
            <a:r>
              <a:rPr lang="de-DE"/>
              <a:t>Nullam dictum felis eu pede mollis pretium. Integer tincidunt. </a:t>
            </a:r>
          </a:p>
          <a:p>
            <a:r>
              <a:rPr lang="de-DE"/>
              <a:t>Cras dapibus. Vivamus elementum semper nisi. Aenean vulputate eleifend tellus. Aenean leo ligula, porttitor eu, consequat vitae, eleifend ac, enim. Aliquam lorem ante, dapibus in, viverra quis, feugiat a, tellus. Phasellus viverra nulla ut metus varius laoreet. </a:t>
            </a:r>
            <a:endParaRPr lang="de-DE" dirty="0"/>
          </a:p>
        </p:txBody>
      </p:sp>
      <p:sp>
        <p:nvSpPr>
          <p:cNvPr id="43" name="Textplatzhalter 42">
            <a:extLst>
              <a:ext uri="{FF2B5EF4-FFF2-40B4-BE49-F238E27FC236}">
                <a16:creationId xmlns:a16="http://schemas.microsoft.com/office/drawing/2014/main" id="{7E7E8A0A-262F-297C-79A7-9248F9342788}"/>
              </a:ext>
            </a:extLst>
          </p:cNvPr>
          <p:cNvSpPr>
            <a:spLocks noGrp="1"/>
          </p:cNvSpPr>
          <p:nvPr>
            <p:ph type="body" idx="13"/>
          </p:nvPr>
        </p:nvSpPr>
        <p:spPr>
          <a:xfrm>
            <a:off x="479425" y="1834221"/>
            <a:ext cx="6822948" cy="276999"/>
          </a:xfrm>
        </p:spPr>
        <p:txBody>
          <a:bodyPr/>
          <a:lstStyle/>
          <a:p>
            <a:r>
              <a:rPr lang="de-DE"/>
              <a:t>Kurze Überschrift, lorem ipsum dolor sit amet.</a:t>
            </a:r>
            <a:endParaRPr lang="de-DE" dirty="0"/>
          </a:p>
        </p:txBody>
      </p:sp>
      <p:sp>
        <p:nvSpPr>
          <p:cNvPr id="44" name="Inhaltsplatzhalter 43">
            <a:extLst>
              <a:ext uri="{FF2B5EF4-FFF2-40B4-BE49-F238E27FC236}">
                <a16:creationId xmlns:a16="http://schemas.microsoft.com/office/drawing/2014/main" id="{D144B00F-3471-F6A2-BF2F-6775D25C9FF3}"/>
              </a:ext>
            </a:extLst>
          </p:cNvPr>
          <p:cNvSpPr>
            <a:spLocks noGrp="1"/>
          </p:cNvSpPr>
          <p:nvPr>
            <p:ph idx="14"/>
          </p:nvPr>
        </p:nvSpPr>
        <p:spPr>
          <a:xfrm>
            <a:off x="8295323" y="2443923"/>
            <a:ext cx="3417250" cy="3506027"/>
          </a:xfrm>
        </p:spPr>
        <p:txBody>
          <a:bodyPr/>
          <a:lstStyle/>
          <a:p>
            <a:r>
              <a:rPr lang="de-DE"/>
              <a:t>Lorem ipsum dolor sit amet, consectetuer adipiscing elit. Aenean commodo ligula eget dolor. Aenean massa. Cum sociis natoque penatibus et magnis dis parturient montes, nascetur ridiculus mus. Donec quam felis, ultricies nec, pellentesque eu, pretium quis, sem. Nulla consequat massa quis enim. </a:t>
            </a:r>
          </a:p>
          <a:p>
            <a:pPr lvl="1"/>
            <a:r>
              <a:rPr lang="de-DE"/>
              <a:t>Donec pede justo, fringilla vel, aliquet nec, vulputate eget, arcu. </a:t>
            </a:r>
          </a:p>
          <a:p>
            <a:pPr lvl="1"/>
            <a:r>
              <a:rPr lang="de-DE"/>
              <a:t>In enim justo, rhoncus ut, imperdiet a, venenatis vitae, justo. </a:t>
            </a:r>
          </a:p>
          <a:p>
            <a:pPr lvl="1"/>
            <a:r>
              <a:rPr lang="de-DE"/>
              <a:t>Nullam dictum felis eu pede mollis pretium. Integer tincidunt. </a:t>
            </a:r>
            <a:endParaRPr lang="de-DE" dirty="0"/>
          </a:p>
        </p:txBody>
      </p:sp>
      <p:sp>
        <p:nvSpPr>
          <p:cNvPr id="45" name="Textplatzhalter 44">
            <a:extLst>
              <a:ext uri="{FF2B5EF4-FFF2-40B4-BE49-F238E27FC236}">
                <a16:creationId xmlns:a16="http://schemas.microsoft.com/office/drawing/2014/main" id="{D8C97B90-C775-23FD-FEC3-2A23736567A2}"/>
              </a:ext>
            </a:extLst>
          </p:cNvPr>
          <p:cNvSpPr>
            <a:spLocks noGrp="1"/>
          </p:cNvSpPr>
          <p:nvPr>
            <p:ph type="body" idx="15"/>
          </p:nvPr>
        </p:nvSpPr>
        <p:spPr>
          <a:xfrm>
            <a:off x="8285175" y="1834221"/>
            <a:ext cx="3428209" cy="276999"/>
          </a:xfrm>
        </p:spPr>
        <p:txBody>
          <a:bodyPr/>
          <a:lstStyle/>
          <a:p>
            <a:r>
              <a:rPr lang="de-DE"/>
              <a:t>Kurze Überschrift, lorem ipsum</a:t>
            </a:r>
            <a:endParaRPr lang="de-DE" dirty="0"/>
          </a:p>
        </p:txBody>
      </p:sp>
      <p:sp>
        <p:nvSpPr>
          <p:cNvPr id="18" name="Textplatzhalter 17">
            <a:extLst>
              <a:ext uri="{FF2B5EF4-FFF2-40B4-BE49-F238E27FC236}">
                <a16:creationId xmlns:a16="http://schemas.microsoft.com/office/drawing/2014/main" id="{5F0D73ED-25A2-1068-9A99-D7F48031CEEC}"/>
              </a:ext>
            </a:extLst>
          </p:cNvPr>
          <p:cNvSpPr>
            <a:spLocks noGrp="1"/>
          </p:cNvSpPr>
          <p:nvPr>
            <p:ph type="body" sz="quarter" idx="16"/>
          </p:nvPr>
        </p:nvSpPr>
        <p:spPr/>
        <p:txBody>
          <a:bodyPr/>
          <a:lstStyle/>
          <a:p>
            <a:r>
              <a:rPr lang="de-DE" dirty="0"/>
              <a:t>Quelle:</a:t>
            </a:r>
          </a:p>
        </p:txBody>
      </p:sp>
      <p:grpSp>
        <p:nvGrpSpPr>
          <p:cNvPr id="15" name="Gruppieren 14">
            <a:extLst>
              <a:ext uri="{FF2B5EF4-FFF2-40B4-BE49-F238E27FC236}">
                <a16:creationId xmlns:a16="http://schemas.microsoft.com/office/drawing/2014/main" id="{F8F8FC64-DF83-D4F6-A7BB-5FF7A791D3C6}"/>
              </a:ext>
            </a:extLst>
          </p:cNvPr>
          <p:cNvGrpSpPr/>
          <p:nvPr/>
        </p:nvGrpSpPr>
        <p:grpSpPr>
          <a:xfrm>
            <a:off x="7359027" y="442695"/>
            <a:ext cx="2134387" cy="607351"/>
            <a:chOff x="682593" y="3429000"/>
            <a:chExt cx="2134387" cy="607351"/>
          </a:xfrm>
        </p:grpSpPr>
        <p:sp>
          <p:nvSpPr>
            <p:cNvPr id="16" name="Textplatzhalter 31">
              <a:extLst>
                <a:ext uri="{FF2B5EF4-FFF2-40B4-BE49-F238E27FC236}">
                  <a16:creationId xmlns:a16="http://schemas.microsoft.com/office/drawing/2014/main" id="{2422395F-2CB2-0723-217D-2082344CAAA5}"/>
                </a:ext>
              </a:extLst>
            </p:cNvPr>
            <p:cNvSpPr txBox="1">
              <a:spLocks/>
            </p:cNvSpPr>
            <p:nvPr/>
          </p:nvSpPr>
          <p:spPr>
            <a:xfrm rot="347818">
              <a:off x="692634" y="3752750"/>
              <a:ext cx="1674462" cy="283601"/>
            </a:xfrm>
            <a:prstGeom prst="roundRect">
              <a:avLst>
                <a:gd name="adj" fmla="val 13701"/>
              </a:avLst>
            </a:prstGeom>
            <a:solidFill>
              <a:schemeClr val="tx1"/>
            </a:solidFill>
          </p:spPr>
          <p:txBody>
            <a:bodyPr wrap="none" lIns="251999" tIns="125999" rIns="251999" bIns="125999" anchor="ctr">
              <a:no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endParaRPr lang="de-DE" sz="1600" dirty="0">
                <a:latin typeface="BarmeniaGothaer Offc Medium" panose="020B0603020204020204" pitchFamily="34" charset="0"/>
              </a:endParaRPr>
            </a:p>
          </p:txBody>
        </p:sp>
        <p:sp>
          <p:nvSpPr>
            <p:cNvPr id="17" name="Textplatzhalter 31">
              <a:extLst>
                <a:ext uri="{FF2B5EF4-FFF2-40B4-BE49-F238E27FC236}">
                  <a16:creationId xmlns:a16="http://schemas.microsoft.com/office/drawing/2014/main" id="{FE222FF6-2123-3466-D42E-BF15F9A93E88}"/>
                </a:ext>
              </a:extLst>
            </p:cNvPr>
            <p:cNvSpPr txBox="1">
              <a:spLocks/>
            </p:cNvSpPr>
            <p:nvPr/>
          </p:nvSpPr>
          <p:spPr>
            <a:xfrm>
              <a:off x="682593" y="3429000"/>
              <a:ext cx="2134387" cy="524891"/>
            </a:xfrm>
            <a:prstGeom prst="roundRect">
              <a:avLst>
                <a:gd name="adj" fmla="val 8019"/>
              </a:avLst>
            </a:prstGeom>
            <a:solidFill>
              <a:srgbClr val="FF694E"/>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bg1"/>
                  </a:solidFill>
                  <a:latin typeface="BarmeniaGothaer Offc Medium" panose="020B0603020204020204" pitchFamily="34" charset="0"/>
                </a:rPr>
                <a:t>Störer mit Text</a:t>
              </a:r>
            </a:p>
          </p:txBody>
        </p:sp>
      </p:grpSp>
    </p:spTree>
    <p:extLst>
      <p:ext uri="{BB962C8B-B14F-4D97-AF65-F5344CB8AC3E}">
        <p14:creationId xmlns:p14="http://schemas.microsoft.com/office/powerpoint/2010/main" val="8128156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5E4C2-A667-EA8E-36E8-FE5529A1D7FB}"/>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20F06610-D732-6C9A-787A-AE98B18833A1}"/>
              </a:ext>
            </a:extLst>
          </p:cNvPr>
          <p:cNvSpPr>
            <a:spLocks noGrp="1"/>
          </p:cNvSpPr>
          <p:nvPr>
            <p:ph type="title"/>
          </p:nvPr>
        </p:nvSpPr>
        <p:spPr>
          <a:xfrm>
            <a:off x="479425" y="387560"/>
            <a:ext cx="5112556" cy="988803"/>
          </a:xfrm>
        </p:spPr>
        <p:txBody>
          <a:bodyPr/>
          <a:lstStyle/>
          <a:p>
            <a:r>
              <a:rPr lang="de-DE" dirty="0"/>
              <a:t>Titel der Folie, </a:t>
            </a:r>
            <a:br>
              <a:rPr lang="de-DE" dirty="0"/>
            </a:br>
            <a:r>
              <a:rPr lang="de-DE" dirty="0">
                <a:solidFill>
                  <a:schemeClr val="accent4"/>
                </a:solidFill>
              </a:rPr>
              <a:t>kurz und prägnant</a:t>
            </a:r>
          </a:p>
        </p:txBody>
      </p:sp>
      <p:sp>
        <p:nvSpPr>
          <p:cNvPr id="2" name="Datumsplatzhalter 1">
            <a:extLst>
              <a:ext uri="{FF2B5EF4-FFF2-40B4-BE49-F238E27FC236}">
                <a16:creationId xmlns:a16="http://schemas.microsoft.com/office/drawing/2014/main" id="{7C96D196-A773-1737-B13C-E3C9119EE51C}"/>
              </a:ext>
            </a:extLst>
          </p:cNvPr>
          <p:cNvSpPr>
            <a:spLocks noGrp="1"/>
          </p:cNvSpPr>
          <p:nvPr>
            <p:ph type="dt" sz="half" idx="10"/>
          </p:nvPr>
        </p:nvSpPr>
        <p:spPr>
          <a:xfrm>
            <a:off x="3334722" y="6521213"/>
            <a:ext cx="1068585" cy="106468"/>
          </a:xfrm>
        </p:spPr>
        <p:txBody>
          <a:bodyPr/>
          <a:lstStyle/>
          <a:p>
            <a:fld id="{2009A30D-219C-4243-BB9B-EF33F8C32F5C}" type="datetime1">
              <a:rPr lang="de-DE" smtClean="0"/>
              <a:pPr/>
              <a:t>22.06.2026</a:t>
            </a:fld>
            <a:endParaRPr lang="de-DE"/>
          </a:p>
        </p:txBody>
      </p:sp>
      <p:sp>
        <p:nvSpPr>
          <p:cNvPr id="4" name="Fußzeilenplatzhalter 3">
            <a:extLst>
              <a:ext uri="{FF2B5EF4-FFF2-40B4-BE49-F238E27FC236}">
                <a16:creationId xmlns:a16="http://schemas.microsoft.com/office/drawing/2014/main" id="{394B756C-D263-D320-C04C-2B435F5B955A}"/>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D0C77954-8FDE-E48B-FD35-2A69DF8BE805}"/>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22</a:t>
            </a:fld>
            <a:endParaRPr lang="de-DE"/>
          </a:p>
        </p:txBody>
      </p:sp>
      <p:sp>
        <p:nvSpPr>
          <p:cNvPr id="43" name="Textplatzhalter 42">
            <a:extLst>
              <a:ext uri="{FF2B5EF4-FFF2-40B4-BE49-F238E27FC236}">
                <a16:creationId xmlns:a16="http://schemas.microsoft.com/office/drawing/2014/main" id="{7E7E8A0A-262F-297C-79A7-9248F9342788}"/>
              </a:ext>
            </a:extLst>
          </p:cNvPr>
          <p:cNvSpPr>
            <a:spLocks noGrp="1"/>
          </p:cNvSpPr>
          <p:nvPr>
            <p:ph type="body" idx="13"/>
          </p:nvPr>
        </p:nvSpPr>
        <p:spPr>
          <a:xfrm>
            <a:off x="479426" y="1834221"/>
            <a:ext cx="5112556" cy="276999"/>
          </a:xfrm>
        </p:spPr>
        <p:txBody>
          <a:bodyPr/>
          <a:lstStyle/>
          <a:p>
            <a:r>
              <a:rPr lang="de-DE"/>
              <a:t>Kurze Überschrift, lorem ipsum dolor sit amet.</a:t>
            </a:r>
            <a:endParaRPr lang="de-DE" dirty="0"/>
          </a:p>
        </p:txBody>
      </p:sp>
      <p:sp>
        <p:nvSpPr>
          <p:cNvPr id="45" name="Textplatzhalter 44">
            <a:extLst>
              <a:ext uri="{FF2B5EF4-FFF2-40B4-BE49-F238E27FC236}">
                <a16:creationId xmlns:a16="http://schemas.microsoft.com/office/drawing/2014/main" id="{D8C97B90-C775-23FD-FEC3-2A23736567A2}"/>
              </a:ext>
            </a:extLst>
          </p:cNvPr>
          <p:cNvSpPr>
            <a:spLocks noGrp="1"/>
          </p:cNvSpPr>
          <p:nvPr>
            <p:ph type="body" idx="15"/>
          </p:nvPr>
        </p:nvSpPr>
        <p:spPr>
          <a:xfrm>
            <a:off x="6600039" y="1834221"/>
            <a:ext cx="5113346" cy="285375"/>
          </a:xfrm>
        </p:spPr>
        <p:txBody>
          <a:bodyPr/>
          <a:lstStyle/>
          <a:p>
            <a:r>
              <a:rPr lang="de-DE"/>
              <a:t>Kurze Überschrift, lorem ipsum</a:t>
            </a:r>
            <a:endParaRPr lang="de-DE" dirty="0"/>
          </a:p>
        </p:txBody>
      </p:sp>
      <p:sp>
        <p:nvSpPr>
          <p:cNvPr id="44" name="Inhaltsplatzhalter 43">
            <a:extLst>
              <a:ext uri="{FF2B5EF4-FFF2-40B4-BE49-F238E27FC236}">
                <a16:creationId xmlns:a16="http://schemas.microsoft.com/office/drawing/2014/main" id="{D144B00F-3471-F6A2-BF2F-6775D25C9FF3}"/>
              </a:ext>
            </a:extLst>
          </p:cNvPr>
          <p:cNvSpPr>
            <a:spLocks noGrp="1"/>
          </p:cNvSpPr>
          <p:nvPr>
            <p:ph idx="16"/>
          </p:nvPr>
        </p:nvSpPr>
        <p:spPr>
          <a:xfrm>
            <a:off x="479425" y="2443922"/>
            <a:ext cx="5112556" cy="3506027"/>
          </a:xfrm>
        </p:spPr>
        <p:txBody>
          <a:bodyPr/>
          <a:lstStyle/>
          <a:p>
            <a:r>
              <a:rPr lang="de-DE"/>
              <a:t>Lorem ipsum dolor sit amet, consectetuer adipiscing elit. Aenean commodo ligula eget dolor. Aenean massa. Cum sociis natoque penatibus et magnis dis parturient montes, nascetur ridiculus mus. Donec quam felis, ultricies nec, pellentesque eu, pretium quis, sem. Nulla consequat massa quis enim. </a:t>
            </a:r>
          </a:p>
          <a:p>
            <a:pPr lvl="1"/>
            <a:r>
              <a:rPr lang="de-DE"/>
              <a:t>Donec pede justo, fringilla vel, aliquet nec, vulputate eget, arcu. </a:t>
            </a:r>
          </a:p>
          <a:p>
            <a:pPr lvl="1"/>
            <a:r>
              <a:rPr lang="de-DE"/>
              <a:t>In enim justo, rhoncus ut, imperdiet a, venenatis vitae, justo. </a:t>
            </a:r>
          </a:p>
          <a:p>
            <a:pPr lvl="1"/>
            <a:r>
              <a:rPr lang="de-DE"/>
              <a:t>Nullam dictum felis eu pede mollis pretium. Integer tincidunt. </a:t>
            </a:r>
          </a:p>
          <a:p>
            <a:r>
              <a:rPr lang="de-DE"/>
              <a:t>Cras dapibus. Vivamus elementum semper nisi. Aenean vulputate eleifend tellus. Aenean leo ligula, porttitor eu, consequat vitae, eleifend ac, enim. Aliquam lorem ante, dapibus in, viverra quis, feugiat a, tellus. Phasellus viverra nulla ut metus varius laoreet. </a:t>
            </a:r>
            <a:endParaRPr lang="de-DE" dirty="0"/>
          </a:p>
        </p:txBody>
      </p:sp>
      <p:sp>
        <p:nvSpPr>
          <p:cNvPr id="3" name="Inhaltsplatzhalter 2">
            <a:extLst>
              <a:ext uri="{FF2B5EF4-FFF2-40B4-BE49-F238E27FC236}">
                <a16:creationId xmlns:a16="http://schemas.microsoft.com/office/drawing/2014/main" id="{7BABE8DC-830E-D3A4-FCD6-EDB5037E125B}"/>
              </a:ext>
            </a:extLst>
          </p:cNvPr>
          <p:cNvSpPr>
            <a:spLocks noGrp="1"/>
          </p:cNvSpPr>
          <p:nvPr>
            <p:ph idx="14"/>
          </p:nvPr>
        </p:nvSpPr>
        <p:spPr>
          <a:xfrm>
            <a:off x="6599999" y="2443922"/>
            <a:ext cx="5112578" cy="3506027"/>
          </a:xfrm>
        </p:spPr>
        <p:txBody>
          <a:bodyPr/>
          <a:lstStyle/>
          <a:p>
            <a:r>
              <a:rPr lang="de-DE"/>
              <a:t>Lorem ipsum dolor sit amet, consectetuer adipiscing elit. Aenean commodo ligula eget dolor. Aenean massa. Cum sociis natoque penatibus et magnis dis parturient montes, nascetur ridiculus mus. Donec quam felis, ultricies nec, pellentesque eu, pretium quis, sem. Nulla consequat massa quis enim. </a:t>
            </a:r>
          </a:p>
          <a:p>
            <a:pPr lvl="1"/>
            <a:r>
              <a:rPr lang="de-DE"/>
              <a:t>Donec pede justo, fringilla vel, aliquet nec, vulputate eget, arcu. </a:t>
            </a:r>
          </a:p>
          <a:p>
            <a:pPr lvl="1"/>
            <a:r>
              <a:rPr lang="de-DE"/>
              <a:t>In enim justo, rhoncus ut, imperdiet a, venenatis vitae, justo. </a:t>
            </a:r>
          </a:p>
          <a:p>
            <a:pPr lvl="1"/>
            <a:r>
              <a:rPr lang="de-DE"/>
              <a:t>Nullam dictum felis eu pede mollis pretium. Integer tincidunt. </a:t>
            </a:r>
          </a:p>
          <a:p>
            <a:r>
              <a:rPr lang="de-DE"/>
              <a:t>Cras dapibus. Vivamus elementum semper nisi. Aenean vulputate eleifend tellus. Aenean leo ligula, porttitor eu, consequat vitae, eleifend ac, enim. Aliquam lorem ante, dapibus in, viverra quis, feugiat a, tellus. Phasellus viverra nulla ut metus varius laoreet. </a:t>
            </a:r>
            <a:endParaRPr lang="de-DE" dirty="0"/>
          </a:p>
        </p:txBody>
      </p:sp>
      <p:sp>
        <p:nvSpPr>
          <p:cNvPr id="15" name="Textplatzhalter 14">
            <a:extLst>
              <a:ext uri="{FF2B5EF4-FFF2-40B4-BE49-F238E27FC236}">
                <a16:creationId xmlns:a16="http://schemas.microsoft.com/office/drawing/2014/main" id="{B64F89BF-0F9A-7277-8454-08C69716F77C}"/>
              </a:ext>
            </a:extLst>
          </p:cNvPr>
          <p:cNvSpPr>
            <a:spLocks noGrp="1"/>
          </p:cNvSpPr>
          <p:nvPr>
            <p:ph type="body" sz="quarter" idx="17"/>
          </p:nvPr>
        </p:nvSpPr>
        <p:spPr/>
        <p:txBody>
          <a:bodyPr/>
          <a:lstStyle/>
          <a:p>
            <a:r>
              <a:rPr lang="de-DE" dirty="0"/>
              <a:t>Quelle:</a:t>
            </a:r>
          </a:p>
        </p:txBody>
      </p:sp>
    </p:spTree>
    <p:extLst>
      <p:ext uri="{BB962C8B-B14F-4D97-AF65-F5344CB8AC3E}">
        <p14:creationId xmlns:p14="http://schemas.microsoft.com/office/powerpoint/2010/main" val="22502315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80D56F81-BC49-7FCF-8A1C-6EFB1FA5F28C}"/>
              </a:ext>
            </a:extLst>
          </p:cNvPr>
          <p:cNvSpPr>
            <a:spLocks noGrp="1"/>
          </p:cNvSpPr>
          <p:nvPr>
            <p:ph type="title"/>
          </p:nvPr>
        </p:nvSpPr>
        <p:spPr>
          <a:xfrm>
            <a:off x="479425" y="387560"/>
            <a:ext cx="8496300" cy="988803"/>
          </a:xfrm>
        </p:spPr>
        <p:txBody>
          <a:bodyPr/>
          <a:lstStyle/>
          <a:p>
            <a:r>
              <a:rPr lang="de-DE" dirty="0"/>
              <a:t>Titel der Folie, kurz und prägnant, </a:t>
            </a:r>
            <a:br>
              <a:rPr lang="de-DE" dirty="0"/>
            </a:br>
            <a:r>
              <a:rPr lang="de-DE" dirty="0">
                <a:solidFill>
                  <a:schemeClr val="accent4"/>
                </a:solidFill>
              </a:rPr>
              <a:t>zweizeilig möglich.</a:t>
            </a:r>
          </a:p>
        </p:txBody>
      </p:sp>
      <p:sp>
        <p:nvSpPr>
          <p:cNvPr id="2" name="Datumsplatzhalter 1">
            <a:extLst>
              <a:ext uri="{FF2B5EF4-FFF2-40B4-BE49-F238E27FC236}">
                <a16:creationId xmlns:a16="http://schemas.microsoft.com/office/drawing/2014/main" id="{CB9DD339-BCA7-FFBF-3640-A2751ACC482C}"/>
              </a:ext>
            </a:extLst>
          </p:cNvPr>
          <p:cNvSpPr>
            <a:spLocks noGrp="1"/>
          </p:cNvSpPr>
          <p:nvPr>
            <p:ph type="dt" sz="half" idx="10"/>
          </p:nvPr>
        </p:nvSpPr>
        <p:spPr>
          <a:xfrm>
            <a:off x="3334722" y="6521213"/>
            <a:ext cx="1068585" cy="106468"/>
          </a:xfrm>
        </p:spPr>
        <p:txBody>
          <a:bodyPr/>
          <a:lstStyle/>
          <a:p>
            <a:fld id="{C1D6FC31-0FCA-3249-BB9D-09373C65DB19}" type="datetime1">
              <a:rPr lang="de-DE"/>
              <a:pPr/>
              <a:t>22.06.2026</a:t>
            </a:fld>
            <a:endParaRPr lang="de-DE"/>
          </a:p>
        </p:txBody>
      </p:sp>
      <p:sp>
        <p:nvSpPr>
          <p:cNvPr id="4" name="Fußzeilenplatzhalter 3">
            <a:extLst>
              <a:ext uri="{FF2B5EF4-FFF2-40B4-BE49-F238E27FC236}">
                <a16:creationId xmlns:a16="http://schemas.microsoft.com/office/drawing/2014/main" id="{F230EB46-A5C8-8C28-9CA5-D8E99F13F197}"/>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EDCBAAA7-3ABB-140D-B558-BD841F8E9FD8}"/>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23</a:t>
            </a:fld>
            <a:endParaRPr lang="de-DE"/>
          </a:p>
        </p:txBody>
      </p:sp>
      <p:graphicFrame>
        <p:nvGraphicFramePr>
          <p:cNvPr id="8" name="Inhaltsplatzhalter 7">
            <a:extLst>
              <a:ext uri="{FF2B5EF4-FFF2-40B4-BE49-F238E27FC236}">
                <a16:creationId xmlns:a16="http://schemas.microsoft.com/office/drawing/2014/main" id="{2B39C46E-8A70-687F-04CB-99DD6B7AE3BB}"/>
              </a:ext>
            </a:extLst>
          </p:cNvPr>
          <p:cNvGraphicFramePr>
            <a:graphicFrameLocks noGrp="1"/>
          </p:cNvGraphicFramePr>
          <p:nvPr>
            <p:ph idx="1"/>
            <p:extLst>
              <p:ext uri="{D42A27DB-BD31-4B8C-83A1-F6EECF244321}">
                <p14:modId xmlns:p14="http://schemas.microsoft.com/office/powerpoint/2010/main" val="3858548292"/>
              </p:ext>
            </p:extLst>
          </p:nvPr>
        </p:nvGraphicFramePr>
        <p:xfrm>
          <a:off x="479425" y="2012390"/>
          <a:ext cx="11233150" cy="3937560"/>
        </p:xfrm>
        <a:graphic>
          <a:graphicData uri="http://schemas.openxmlformats.org/drawingml/2006/table">
            <a:tbl>
              <a:tblPr firstRow="1" bandRow="1">
                <a:tableStyleId>{17292A2E-F333-43FB-9621-5CBBE7FDCDCB}</a:tableStyleId>
              </a:tblPr>
              <a:tblGrid>
                <a:gridCol w="2246630">
                  <a:extLst>
                    <a:ext uri="{9D8B030D-6E8A-4147-A177-3AD203B41FA5}">
                      <a16:colId xmlns:a16="http://schemas.microsoft.com/office/drawing/2014/main" val="1760002618"/>
                    </a:ext>
                  </a:extLst>
                </a:gridCol>
                <a:gridCol w="2246630">
                  <a:extLst>
                    <a:ext uri="{9D8B030D-6E8A-4147-A177-3AD203B41FA5}">
                      <a16:colId xmlns:a16="http://schemas.microsoft.com/office/drawing/2014/main" val="272971726"/>
                    </a:ext>
                  </a:extLst>
                </a:gridCol>
                <a:gridCol w="2246630">
                  <a:extLst>
                    <a:ext uri="{9D8B030D-6E8A-4147-A177-3AD203B41FA5}">
                      <a16:colId xmlns:a16="http://schemas.microsoft.com/office/drawing/2014/main" val="946539267"/>
                    </a:ext>
                  </a:extLst>
                </a:gridCol>
                <a:gridCol w="2246630">
                  <a:extLst>
                    <a:ext uri="{9D8B030D-6E8A-4147-A177-3AD203B41FA5}">
                      <a16:colId xmlns:a16="http://schemas.microsoft.com/office/drawing/2014/main" val="1204302394"/>
                    </a:ext>
                  </a:extLst>
                </a:gridCol>
                <a:gridCol w="2246630">
                  <a:extLst>
                    <a:ext uri="{9D8B030D-6E8A-4147-A177-3AD203B41FA5}">
                      <a16:colId xmlns:a16="http://schemas.microsoft.com/office/drawing/2014/main" val="260921524"/>
                    </a:ext>
                  </a:extLst>
                </a:gridCol>
              </a:tblGrid>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1"/>
                          </a:solidFill>
                          <a:effectLst/>
                          <a:uLnTx/>
                          <a:uFillTx/>
                        </a:rPr>
                        <a:t>Lorem</a:t>
                      </a:r>
                      <a:r>
                        <a:rPr kumimoji="0" lang="de-DE" sz="1200" b="0" u="none" strike="noStrike" kern="1200" cap="none" spc="0" normalizeH="0" baseline="0" noProof="0" dirty="0">
                          <a:ln>
                            <a:noFill/>
                          </a:ln>
                          <a:solidFill>
                            <a:schemeClr val="tx1"/>
                          </a:solidFill>
                          <a:effectLst/>
                          <a:uLnTx/>
                          <a:uFillTx/>
                        </a:rPr>
                        <a:t> </a:t>
                      </a:r>
                      <a:r>
                        <a:rPr kumimoji="0" lang="de-DE" sz="1200" b="0" u="none" strike="noStrike" kern="1200" cap="none" spc="0" normalizeH="0" baseline="0" noProof="0" dirty="0" err="1">
                          <a:ln>
                            <a:noFill/>
                          </a:ln>
                          <a:solidFill>
                            <a:schemeClr val="tx1"/>
                          </a:solidFill>
                          <a:effectLst/>
                          <a:uLnTx/>
                          <a:uFillTx/>
                        </a:rPr>
                        <a:t>ipsum</a:t>
                      </a:r>
                      <a:endParaRPr kumimoji="0" lang="de-DE" sz="1200" b="0" i="0" u="none" strike="noStrike" kern="1200" cap="none" spc="0" normalizeH="0" baseline="0" noProof="0" dirty="0">
                        <a:ln>
                          <a:noFill/>
                        </a:ln>
                        <a:solidFill>
                          <a:schemeClr val="tx1"/>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1"/>
                          </a:solidFill>
                          <a:effectLst/>
                          <a:uLnTx/>
                          <a:uFillTx/>
                        </a:rPr>
                        <a:t>Lorem</a:t>
                      </a:r>
                      <a:r>
                        <a:rPr kumimoji="0" lang="de-DE" sz="1200" b="0" u="none" strike="noStrike" kern="1200" cap="none" spc="0" normalizeH="0" baseline="0" noProof="0" dirty="0">
                          <a:ln>
                            <a:noFill/>
                          </a:ln>
                          <a:solidFill>
                            <a:schemeClr val="tx1"/>
                          </a:solidFill>
                          <a:effectLst/>
                          <a:uLnTx/>
                          <a:uFillTx/>
                        </a:rPr>
                        <a:t> </a:t>
                      </a:r>
                      <a:r>
                        <a:rPr kumimoji="0" lang="de-DE" sz="1200" b="0" u="none" strike="noStrike" kern="1200" cap="none" spc="0" normalizeH="0" baseline="0" noProof="0" dirty="0" err="1">
                          <a:ln>
                            <a:noFill/>
                          </a:ln>
                          <a:solidFill>
                            <a:schemeClr val="tx1"/>
                          </a:solidFill>
                          <a:effectLst/>
                          <a:uLnTx/>
                          <a:uFillTx/>
                        </a:rPr>
                        <a:t>ipsum</a:t>
                      </a:r>
                      <a:endParaRPr kumimoji="0" lang="de-DE" sz="1200" b="0" i="0" u="none" strike="noStrike" kern="1200" cap="none" spc="0" normalizeH="0" baseline="0" noProof="0" dirty="0">
                        <a:ln>
                          <a:noFill/>
                        </a:ln>
                        <a:solidFill>
                          <a:schemeClr val="tx1"/>
                        </a:solidFill>
                        <a:effectLst/>
                        <a:uLnTx/>
                        <a:uFillTx/>
                        <a:latin typeface="BarmeniaGothaer Offc" panose="020B0503020204020204" pitchFamily="34" charset="0"/>
                        <a:ea typeface="+mn-ea"/>
                        <a:cs typeface="+mn-cs"/>
                      </a:endParaRPr>
                    </a:p>
                  </a:txBody>
                  <a:tcPr marL="251999" marR="251999" anchor="ctr">
                    <a:lnT w="12700" cap="flat" cmpd="sng" algn="ctr">
                      <a:solidFill>
                        <a:schemeClr val="tx1"/>
                      </a:solidFill>
                      <a:prstDash val="solid"/>
                      <a:round/>
                      <a:headEnd type="none" w="med" len="med"/>
                      <a:tailEnd type="none" w="med" len="med"/>
                    </a:lnT>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1"/>
                          </a:solidFill>
                          <a:effectLst/>
                          <a:uLnTx/>
                          <a:uFillTx/>
                        </a:rPr>
                        <a:t>Lorem</a:t>
                      </a:r>
                      <a:r>
                        <a:rPr kumimoji="0" lang="de-DE" sz="1200" b="0" u="none" strike="noStrike" kern="1200" cap="none" spc="0" normalizeH="0" baseline="0" noProof="0" dirty="0">
                          <a:ln>
                            <a:noFill/>
                          </a:ln>
                          <a:solidFill>
                            <a:schemeClr val="tx1"/>
                          </a:solidFill>
                          <a:effectLst/>
                          <a:uLnTx/>
                          <a:uFillTx/>
                        </a:rPr>
                        <a:t> </a:t>
                      </a:r>
                      <a:r>
                        <a:rPr kumimoji="0" lang="de-DE" sz="1200" b="0" u="none" strike="noStrike" kern="1200" cap="none" spc="0" normalizeH="0" baseline="0" noProof="0" dirty="0" err="1">
                          <a:ln>
                            <a:noFill/>
                          </a:ln>
                          <a:solidFill>
                            <a:schemeClr val="tx1"/>
                          </a:solidFill>
                          <a:effectLst/>
                          <a:uLnTx/>
                          <a:uFillTx/>
                        </a:rPr>
                        <a:t>ipsum</a:t>
                      </a:r>
                      <a:endParaRPr kumimoji="0" lang="de-DE" sz="1200" b="0" i="0" u="none" strike="noStrike" kern="1200" cap="none" spc="0" normalizeH="0" baseline="0" noProof="0" dirty="0">
                        <a:ln>
                          <a:noFill/>
                        </a:ln>
                        <a:solidFill>
                          <a:schemeClr val="tx1"/>
                        </a:solidFill>
                        <a:effectLst/>
                        <a:uLnTx/>
                        <a:uFillTx/>
                        <a:latin typeface="BarmeniaGothaer Offc" panose="020B0503020204020204" pitchFamily="34" charset="0"/>
                        <a:ea typeface="+mn-ea"/>
                        <a:cs typeface="+mn-cs"/>
                      </a:endParaRPr>
                    </a:p>
                  </a:txBody>
                  <a:tcPr marL="251999" marR="251999" anchor="ctr">
                    <a:lnT w="12700" cap="flat" cmpd="sng" algn="ctr">
                      <a:solidFill>
                        <a:schemeClr val="tx1"/>
                      </a:solidFill>
                      <a:prstDash val="solid"/>
                      <a:round/>
                      <a:headEnd type="none" w="med" len="med"/>
                      <a:tailEnd type="none" w="med" len="med"/>
                    </a:lnT>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1"/>
                          </a:solidFill>
                          <a:effectLst/>
                          <a:uLnTx/>
                          <a:uFillTx/>
                        </a:rPr>
                        <a:t>Lorem</a:t>
                      </a:r>
                      <a:r>
                        <a:rPr kumimoji="0" lang="de-DE" sz="1200" b="0" u="none" strike="noStrike" kern="1200" cap="none" spc="0" normalizeH="0" baseline="0" noProof="0" dirty="0">
                          <a:ln>
                            <a:noFill/>
                          </a:ln>
                          <a:solidFill>
                            <a:schemeClr val="tx1"/>
                          </a:solidFill>
                          <a:effectLst/>
                          <a:uLnTx/>
                          <a:uFillTx/>
                        </a:rPr>
                        <a:t> </a:t>
                      </a:r>
                      <a:r>
                        <a:rPr kumimoji="0" lang="de-DE" sz="1200" b="0" u="none" strike="noStrike" kern="1200" cap="none" spc="0" normalizeH="0" baseline="0" noProof="0" dirty="0" err="1">
                          <a:ln>
                            <a:noFill/>
                          </a:ln>
                          <a:solidFill>
                            <a:schemeClr val="tx1"/>
                          </a:solidFill>
                          <a:effectLst/>
                          <a:uLnTx/>
                          <a:uFillTx/>
                        </a:rPr>
                        <a:t>ipsum</a:t>
                      </a:r>
                      <a:endParaRPr kumimoji="0" lang="de-DE" sz="1200" b="0" i="0" u="none" strike="noStrike" kern="1200" cap="none" spc="0" normalizeH="0" baseline="0" noProof="0" dirty="0">
                        <a:ln>
                          <a:noFill/>
                        </a:ln>
                        <a:solidFill>
                          <a:schemeClr val="tx1"/>
                        </a:solidFill>
                        <a:effectLst/>
                        <a:uLnTx/>
                        <a:uFillTx/>
                        <a:latin typeface="BarmeniaGothaer Offc" panose="020B0503020204020204" pitchFamily="34" charset="0"/>
                        <a:ea typeface="+mn-ea"/>
                        <a:cs typeface="+mn-cs"/>
                      </a:endParaRPr>
                    </a:p>
                  </a:txBody>
                  <a:tcPr marL="251999" marR="251999" anchor="ctr">
                    <a:lnT w="12700" cap="flat" cmpd="sng" algn="ctr">
                      <a:solidFill>
                        <a:schemeClr val="tx1"/>
                      </a:solidFill>
                      <a:prstDash val="solid"/>
                      <a:round/>
                      <a:headEnd type="none" w="med" len="med"/>
                      <a:tailEnd type="none" w="med" len="med"/>
                    </a:lnT>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1"/>
                          </a:solidFill>
                          <a:effectLst/>
                          <a:uLnTx/>
                          <a:uFillTx/>
                        </a:rPr>
                        <a:t>Lorem</a:t>
                      </a:r>
                      <a:r>
                        <a:rPr kumimoji="0" lang="de-DE" sz="1200" b="0" u="none" strike="noStrike" kern="1200" cap="none" spc="0" normalizeH="0" baseline="0" noProof="0" dirty="0">
                          <a:ln>
                            <a:noFill/>
                          </a:ln>
                          <a:solidFill>
                            <a:schemeClr val="tx1"/>
                          </a:solidFill>
                          <a:effectLst/>
                          <a:uLnTx/>
                          <a:uFillTx/>
                        </a:rPr>
                        <a:t> </a:t>
                      </a:r>
                      <a:r>
                        <a:rPr kumimoji="0" lang="de-DE" sz="1200" b="0" u="none" strike="noStrike" kern="1200" cap="none" spc="0" normalizeH="0" baseline="0" noProof="0" dirty="0" err="1">
                          <a:ln>
                            <a:noFill/>
                          </a:ln>
                          <a:solidFill>
                            <a:schemeClr val="tx1"/>
                          </a:solidFill>
                          <a:effectLst/>
                          <a:uLnTx/>
                          <a:uFillTx/>
                        </a:rPr>
                        <a:t>ipsum</a:t>
                      </a:r>
                      <a:endParaRPr kumimoji="0" lang="de-DE" sz="1200" b="0" i="0" u="none" strike="noStrike" kern="1200" cap="none" spc="0" normalizeH="0" baseline="0" noProof="0" dirty="0">
                        <a:ln>
                          <a:noFill/>
                        </a:ln>
                        <a:solidFill>
                          <a:schemeClr val="tx1"/>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074840732"/>
                  </a:ext>
                </a:extLst>
              </a:tr>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338724"/>
                  </a:ext>
                </a:extLst>
              </a:tr>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606174289"/>
                  </a:ext>
                </a:extLst>
              </a:tr>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2"/>
                          </a:solidFill>
                          <a:effectLst/>
                          <a:uLnTx/>
                          <a:uFillTx/>
                        </a:rPr>
                        <a:t>Lorem</a:t>
                      </a:r>
                      <a:r>
                        <a:rPr kumimoji="0" lang="de-DE" sz="1200" b="0" u="none" strike="noStrike" kern="1200" cap="none" spc="0" normalizeH="0" baseline="0" noProof="0" dirty="0">
                          <a:ln>
                            <a:noFill/>
                          </a:ln>
                          <a:solidFill>
                            <a:schemeClr val="tx2"/>
                          </a:solidFill>
                          <a:effectLst/>
                          <a:uLnTx/>
                          <a:uFillTx/>
                        </a:rPr>
                        <a:t> </a:t>
                      </a:r>
                      <a:r>
                        <a:rPr kumimoji="0" lang="de-DE" sz="1200" b="0" u="none" strike="noStrike" kern="1200" cap="none" spc="0" normalizeH="0" baseline="0" noProof="0" dirty="0" err="1">
                          <a:ln>
                            <a:noFill/>
                          </a:ln>
                          <a:solidFill>
                            <a:schemeClr val="tx2"/>
                          </a:solidFill>
                          <a:effectLst/>
                          <a:uLnTx/>
                          <a:uFillTx/>
                        </a:rPr>
                        <a:t>ipsum</a:t>
                      </a:r>
                      <a:endParaRPr kumimoji="0" lang="de-DE" sz="1200" b="0" i="0" u="none" strike="noStrike" kern="1200" cap="none" spc="0" normalizeH="0" baseline="0" noProof="0" dirty="0">
                        <a:ln>
                          <a:noFill/>
                        </a:ln>
                        <a:solidFill>
                          <a:schemeClr val="tx2"/>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solidFill>
                      <a:schemeClr val="bg1"/>
                    </a:solidFil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2"/>
                          </a:solidFill>
                          <a:effectLst/>
                          <a:uLnTx/>
                          <a:uFillTx/>
                        </a:rPr>
                        <a:t>Lorem</a:t>
                      </a:r>
                      <a:r>
                        <a:rPr kumimoji="0" lang="de-DE" sz="1200" b="0" u="none" strike="noStrike" kern="1200" cap="none" spc="0" normalizeH="0" baseline="0" noProof="0" dirty="0">
                          <a:ln>
                            <a:noFill/>
                          </a:ln>
                          <a:solidFill>
                            <a:schemeClr val="tx2"/>
                          </a:solidFill>
                          <a:effectLst/>
                          <a:uLnTx/>
                          <a:uFillTx/>
                        </a:rPr>
                        <a:t> </a:t>
                      </a:r>
                      <a:r>
                        <a:rPr kumimoji="0" lang="de-DE" sz="1200" b="0" u="none" strike="noStrike" kern="1200" cap="none" spc="0" normalizeH="0" baseline="0" noProof="0" dirty="0" err="1">
                          <a:ln>
                            <a:noFill/>
                          </a:ln>
                          <a:solidFill>
                            <a:schemeClr val="tx2"/>
                          </a:solidFill>
                          <a:effectLst/>
                          <a:uLnTx/>
                          <a:uFillTx/>
                        </a:rPr>
                        <a:t>ipsum</a:t>
                      </a:r>
                      <a:endParaRPr kumimoji="0" lang="de-DE" sz="1200" b="0" i="0" u="none" strike="noStrike" kern="1200" cap="none" spc="0" normalizeH="0" baseline="0" noProof="0" dirty="0">
                        <a:ln>
                          <a:noFill/>
                        </a:ln>
                        <a:solidFill>
                          <a:schemeClr val="tx2"/>
                        </a:solidFill>
                        <a:effectLst/>
                        <a:uLnTx/>
                        <a:uFillTx/>
                        <a:latin typeface="BarmeniaGothaer Offc" panose="020B0503020204020204" pitchFamily="34" charset="0"/>
                        <a:ea typeface="+mn-ea"/>
                        <a:cs typeface="+mn-cs"/>
                      </a:endParaRPr>
                    </a:p>
                  </a:txBody>
                  <a:tcPr marL="251999" marR="251999" anchor="ctr">
                    <a:solidFill>
                      <a:schemeClr val="bg1"/>
                    </a:solidFil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2"/>
                          </a:solidFill>
                          <a:effectLst/>
                          <a:uLnTx/>
                          <a:uFillTx/>
                        </a:rPr>
                        <a:t>Lorem</a:t>
                      </a:r>
                      <a:r>
                        <a:rPr kumimoji="0" lang="de-DE" sz="1200" b="0" u="none" strike="noStrike" kern="1200" cap="none" spc="0" normalizeH="0" baseline="0" noProof="0" dirty="0">
                          <a:ln>
                            <a:noFill/>
                          </a:ln>
                          <a:solidFill>
                            <a:schemeClr val="tx2"/>
                          </a:solidFill>
                          <a:effectLst/>
                          <a:uLnTx/>
                          <a:uFillTx/>
                        </a:rPr>
                        <a:t> </a:t>
                      </a:r>
                      <a:r>
                        <a:rPr kumimoji="0" lang="de-DE" sz="1200" b="0" u="none" strike="noStrike" kern="1200" cap="none" spc="0" normalizeH="0" baseline="0" noProof="0" dirty="0" err="1">
                          <a:ln>
                            <a:noFill/>
                          </a:ln>
                          <a:solidFill>
                            <a:schemeClr val="tx2"/>
                          </a:solidFill>
                          <a:effectLst/>
                          <a:uLnTx/>
                          <a:uFillTx/>
                        </a:rPr>
                        <a:t>ipsum</a:t>
                      </a:r>
                      <a:endParaRPr kumimoji="0" lang="de-DE" sz="1200" b="0" i="0" u="none" strike="noStrike" kern="1200" cap="none" spc="0" normalizeH="0" baseline="0" noProof="0" dirty="0">
                        <a:ln>
                          <a:noFill/>
                        </a:ln>
                        <a:solidFill>
                          <a:schemeClr val="tx2"/>
                        </a:solidFill>
                        <a:effectLst/>
                        <a:uLnTx/>
                        <a:uFillTx/>
                        <a:latin typeface="BarmeniaGothaer Offc" panose="020B0503020204020204" pitchFamily="34" charset="0"/>
                        <a:ea typeface="+mn-ea"/>
                        <a:cs typeface="+mn-cs"/>
                      </a:endParaRPr>
                    </a:p>
                  </a:txBody>
                  <a:tcPr marL="251999" marR="251999" anchor="ctr">
                    <a:solidFill>
                      <a:schemeClr val="bg1"/>
                    </a:solidFil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2"/>
                          </a:solidFill>
                          <a:effectLst/>
                          <a:uLnTx/>
                          <a:uFillTx/>
                        </a:rPr>
                        <a:t>Lorem</a:t>
                      </a:r>
                      <a:r>
                        <a:rPr kumimoji="0" lang="de-DE" sz="1200" b="0" u="none" strike="noStrike" kern="1200" cap="none" spc="0" normalizeH="0" baseline="0" noProof="0" dirty="0">
                          <a:ln>
                            <a:noFill/>
                          </a:ln>
                          <a:solidFill>
                            <a:schemeClr val="tx2"/>
                          </a:solidFill>
                          <a:effectLst/>
                          <a:uLnTx/>
                          <a:uFillTx/>
                        </a:rPr>
                        <a:t> </a:t>
                      </a:r>
                      <a:r>
                        <a:rPr kumimoji="0" lang="de-DE" sz="1200" b="0" u="none" strike="noStrike" kern="1200" cap="none" spc="0" normalizeH="0" baseline="0" noProof="0" dirty="0" err="1">
                          <a:ln>
                            <a:noFill/>
                          </a:ln>
                          <a:solidFill>
                            <a:schemeClr val="tx2"/>
                          </a:solidFill>
                          <a:effectLst/>
                          <a:uLnTx/>
                          <a:uFillTx/>
                        </a:rPr>
                        <a:t>ipsum</a:t>
                      </a:r>
                      <a:endParaRPr kumimoji="0" lang="de-DE" sz="1200" b="0" i="0" u="none" strike="noStrike" kern="1200" cap="none" spc="0" normalizeH="0" baseline="0" noProof="0" dirty="0">
                        <a:ln>
                          <a:noFill/>
                        </a:ln>
                        <a:solidFill>
                          <a:schemeClr val="tx2"/>
                        </a:solidFill>
                        <a:effectLst/>
                        <a:uLnTx/>
                        <a:uFillTx/>
                        <a:latin typeface="BarmeniaGothaer Offc" panose="020B0503020204020204" pitchFamily="34" charset="0"/>
                        <a:ea typeface="+mn-ea"/>
                        <a:cs typeface="+mn-cs"/>
                      </a:endParaRPr>
                    </a:p>
                  </a:txBody>
                  <a:tcPr marL="251999" marR="251999" anchor="ctr">
                    <a:solidFill>
                      <a:schemeClr val="bg1"/>
                    </a:solidFil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tx2"/>
                          </a:solidFill>
                          <a:effectLst/>
                          <a:uLnTx/>
                          <a:uFillTx/>
                        </a:rPr>
                        <a:t>Lorem</a:t>
                      </a:r>
                      <a:r>
                        <a:rPr kumimoji="0" lang="de-DE" sz="1200" b="0" u="none" strike="noStrike" kern="1200" cap="none" spc="0" normalizeH="0" baseline="0" noProof="0" dirty="0">
                          <a:ln>
                            <a:noFill/>
                          </a:ln>
                          <a:solidFill>
                            <a:schemeClr val="tx2"/>
                          </a:solidFill>
                          <a:effectLst/>
                          <a:uLnTx/>
                          <a:uFillTx/>
                        </a:rPr>
                        <a:t> </a:t>
                      </a:r>
                      <a:r>
                        <a:rPr kumimoji="0" lang="de-DE" sz="1200" b="0" u="none" strike="noStrike" kern="1200" cap="none" spc="0" normalizeH="0" baseline="0" noProof="0" dirty="0" err="1">
                          <a:ln>
                            <a:noFill/>
                          </a:ln>
                          <a:solidFill>
                            <a:schemeClr val="tx2"/>
                          </a:solidFill>
                          <a:effectLst/>
                          <a:uLnTx/>
                          <a:uFillTx/>
                        </a:rPr>
                        <a:t>ipsum</a:t>
                      </a:r>
                      <a:endParaRPr kumimoji="0" lang="de-DE" sz="1200" b="0" i="0" u="none" strike="noStrike" kern="1200" cap="none" spc="0" normalizeH="0" baseline="0" noProof="0" dirty="0">
                        <a:ln>
                          <a:noFill/>
                        </a:ln>
                        <a:solidFill>
                          <a:schemeClr val="tx2"/>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solidFill>
                      <a:schemeClr val="bg1"/>
                    </a:solidFill>
                  </a:tcPr>
                </a:tc>
                <a:extLst>
                  <a:ext uri="{0D108BD9-81ED-4DB2-BD59-A6C34878D82A}">
                    <a16:rowId xmlns:a16="http://schemas.microsoft.com/office/drawing/2014/main" val="1883281877"/>
                  </a:ext>
                </a:extLst>
              </a:tr>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142572004"/>
                  </a:ext>
                </a:extLst>
              </a:tr>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36985838"/>
                  </a:ext>
                </a:extLst>
              </a:tr>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089383793"/>
                  </a:ext>
                </a:extLst>
              </a:tr>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108850239"/>
                  </a:ext>
                </a:extLst>
              </a:tr>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790142711"/>
                  </a:ext>
                </a:extLst>
              </a:tr>
              <a:tr h="393756">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B w="12700" cap="flat" cmpd="sng" algn="ctr">
                      <a:solidFill>
                        <a:schemeClr val="tx1"/>
                      </a:solidFill>
                      <a:prstDash val="solid"/>
                      <a:round/>
                      <a:headEnd type="none" w="med" len="med"/>
                      <a:tailEnd type="none" w="med" len="med"/>
                    </a:lnB>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B w="12700" cap="flat" cmpd="sng" algn="ctr">
                      <a:solidFill>
                        <a:schemeClr val="tx1"/>
                      </a:solidFill>
                      <a:prstDash val="solid"/>
                      <a:round/>
                      <a:headEnd type="none" w="med" len="med"/>
                      <a:tailEnd type="none" w="med" len="med"/>
                    </a:lnB>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B w="12700" cap="flat" cmpd="sng" algn="ctr">
                      <a:solidFill>
                        <a:schemeClr val="tx1"/>
                      </a:solidFill>
                      <a:prstDash val="solid"/>
                      <a:round/>
                      <a:headEnd type="none" w="med" len="med"/>
                      <a:tailEnd type="none" w="med" len="med"/>
                    </a:lnB>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26341"/>
                  </a:ext>
                </a:extLst>
              </a:tr>
            </a:tbl>
          </a:graphicData>
        </a:graphic>
      </p:graphicFrame>
      <p:sp>
        <p:nvSpPr>
          <p:cNvPr id="13" name="Textplatzhalter 12">
            <a:extLst>
              <a:ext uri="{FF2B5EF4-FFF2-40B4-BE49-F238E27FC236}">
                <a16:creationId xmlns:a16="http://schemas.microsoft.com/office/drawing/2014/main" id="{16DBAED9-C8CF-1A6F-2389-E266C852E865}"/>
              </a:ext>
            </a:extLst>
          </p:cNvPr>
          <p:cNvSpPr>
            <a:spLocks noGrp="1"/>
          </p:cNvSpPr>
          <p:nvPr>
            <p:ph type="body" sz="quarter" idx="13"/>
          </p:nvPr>
        </p:nvSpPr>
        <p:spPr/>
        <p:txBody>
          <a:bodyPr/>
          <a:lstStyle/>
          <a:p>
            <a:r>
              <a:rPr lang="de-DE" dirty="0"/>
              <a:t>Quelle:</a:t>
            </a:r>
          </a:p>
        </p:txBody>
      </p:sp>
      <p:sp>
        <p:nvSpPr>
          <p:cNvPr id="9" name="Textplatzhalter 12">
            <a:extLst>
              <a:ext uri="{FF2B5EF4-FFF2-40B4-BE49-F238E27FC236}">
                <a16:creationId xmlns:a16="http://schemas.microsoft.com/office/drawing/2014/main" id="{F97E6F8B-BBD6-996F-E947-136B1E205A72}"/>
              </a:ext>
            </a:extLst>
          </p:cNvPr>
          <p:cNvSpPr txBox="1">
            <a:spLocks/>
          </p:cNvSpPr>
          <p:nvPr/>
        </p:nvSpPr>
        <p:spPr>
          <a:xfrm>
            <a:off x="479423" y="1581294"/>
            <a:ext cx="11233152" cy="269992"/>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solidFill>
                  <a:schemeClr val="bg1"/>
                </a:solidFill>
                <a:latin typeface="BarmeniaGothaer Offc Medium" panose="020B0603020204020204" pitchFamily="34" charset="0"/>
              </a:rPr>
              <a:t>Tabellenüberschrift</a:t>
            </a:r>
          </a:p>
        </p:txBody>
      </p:sp>
    </p:spTree>
    <p:extLst>
      <p:ext uri="{BB962C8B-B14F-4D97-AF65-F5344CB8AC3E}">
        <p14:creationId xmlns:p14="http://schemas.microsoft.com/office/powerpoint/2010/main" val="2164297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80D56F81-BC49-7FCF-8A1C-6EFB1FA5F28C}"/>
              </a:ext>
            </a:extLst>
          </p:cNvPr>
          <p:cNvSpPr>
            <a:spLocks noGrp="1"/>
          </p:cNvSpPr>
          <p:nvPr>
            <p:ph type="title"/>
          </p:nvPr>
        </p:nvSpPr>
        <p:spPr>
          <a:xfrm>
            <a:off x="479425" y="387560"/>
            <a:ext cx="8496300" cy="988803"/>
          </a:xfrm>
        </p:spPr>
        <p:txBody>
          <a:bodyPr/>
          <a:lstStyle/>
          <a:p>
            <a:r>
              <a:rPr lang="de-DE" dirty="0"/>
              <a:t>Titel der Folie, kurz und prägnant, </a:t>
            </a:r>
            <a:br>
              <a:rPr lang="de-DE" dirty="0"/>
            </a:br>
            <a:r>
              <a:rPr lang="de-DE" dirty="0"/>
              <a:t>zweizeilig möglich.</a:t>
            </a:r>
          </a:p>
        </p:txBody>
      </p:sp>
      <p:sp>
        <p:nvSpPr>
          <p:cNvPr id="2" name="Datumsplatzhalter 1">
            <a:extLst>
              <a:ext uri="{FF2B5EF4-FFF2-40B4-BE49-F238E27FC236}">
                <a16:creationId xmlns:a16="http://schemas.microsoft.com/office/drawing/2014/main" id="{75B1CBC3-67B2-0185-AB9C-2ACBE8670C4B}"/>
              </a:ext>
            </a:extLst>
          </p:cNvPr>
          <p:cNvSpPr>
            <a:spLocks noGrp="1"/>
          </p:cNvSpPr>
          <p:nvPr>
            <p:ph type="dt" sz="half" idx="10"/>
          </p:nvPr>
        </p:nvSpPr>
        <p:spPr>
          <a:xfrm>
            <a:off x="3334722" y="6521213"/>
            <a:ext cx="1068585" cy="106468"/>
          </a:xfrm>
        </p:spPr>
        <p:txBody>
          <a:bodyPr/>
          <a:lstStyle/>
          <a:p>
            <a:fld id="{6CDB86EE-F0F9-B947-8594-916A91DDDB0C}" type="datetime1">
              <a:rPr lang="de-DE"/>
              <a:pPr/>
              <a:t>22.06.2026</a:t>
            </a:fld>
            <a:endParaRPr lang="de-DE"/>
          </a:p>
        </p:txBody>
      </p:sp>
      <p:sp>
        <p:nvSpPr>
          <p:cNvPr id="4" name="Fußzeilenplatzhalter 3">
            <a:extLst>
              <a:ext uri="{FF2B5EF4-FFF2-40B4-BE49-F238E27FC236}">
                <a16:creationId xmlns:a16="http://schemas.microsoft.com/office/drawing/2014/main" id="{F230EB46-A5C8-8C28-9CA5-D8E99F13F197}"/>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EDCBAAA7-3ABB-140D-B558-BD841F8E9FD8}"/>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24</a:t>
            </a:fld>
            <a:endParaRPr lang="de-DE"/>
          </a:p>
        </p:txBody>
      </p:sp>
      <p:graphicFrame>
        <p:nvGraphicFramePr>
          <p:cNvPr id="8" name="Inhaltsplatzhalter 7">
            <a:extLst>
              <a:ext uri="{FF2B5EF4-FFF2-40B4-BE49-F238E27FC236}">
                <a16:creationId xmlns:a16="http://schemas.microsoft.com/office/drawing/2014/main" id="{2B39C46E-8A70-687F-04CB-99DD6B7AE3BB}"/>
              </a:ext>
            </a:extLst>
          </p:cNvPr>
          <p:cNvGraphicFramePr>
            <a:graphicFrameLocks noGrp="1"/>
          </p:cNvGraphicFramePr>
          <p:nvPr>
            <p:ph idx="1"/>
            <p:extLst>
              <p:ext uri="{D42A27DB-BD31-4B8C-83A1-F6EECF244321}">
                <p14:modId xmlns:p14="http://schemas.microsoft.com/office/powerpoint/2010/main" val="2247576776"/>
              </p:ext>
            </p:extLst>
          </p:nvPr>
        </p:nvGraphicFramePr>
        <p:xfrm>
          <a:off x="479425" y="2003443"/>
          <a:ext cx="11233150" cy="3513120"/>
        </p:xfrm>
        <a:graphic>
          <a:graphicData uri="http://schemas.openxmlformats.org/drawingml/2006/table">
            <a:tbl>
              <a:tblPr firstRow="1" bandRow="1">
                <a:tableStyleId>{7E9639D4-E3E2-4D34-9284-5A2195B3D0D7}</a:tableStyleId>
              </a:tblPr>
              <a:tblGrid>
                <a:gridCol w="2246630">
                  <a:extLst>
                    <a:ext uri="{9D8B030D-6E8A-4147-A177-3AD203B41FA5}">
                      <a16:colId xmlns:a16="http://schemas.microsoft.com/office/drawing/2014/main" val="1760002618"/>
                    </a:ext>
                  </a:extLst>
                </a:gridCol>
                <a:gridCol w="2246630">
                  <a:extLst>
                    <a:ext uri="{9D8B030D-6E8A-4147-A177-3AD203B41FA5}">
                      <a16:colId xmlns:a16="http://schemas.microsoft.com/office/drawing/2014/main" val="272971726"/>
                    </a:ext>
                  </a:extLst>
                </a:gridCol>
                <a:gridCol w="2246630">
                  <a:extLst>
                    <a:ext uri="{9D8B030D-6E8A-4147-A177-3AD203B41FA5}">
                      <a16:colId xmlns:a16="http://schemas.microsoft.com/office/drawing/2014/main" val="946539267"/>
                    </a:ext>
                  </a:extLst>
                </a:gridCol>
                <a:gridCol w="2246630">
                  <a:extLst>
                    <a:ext uri="{9D8B030D-6E8A-4147-A177-3AD203B41FA5}">
                      <a16:colId xmlns:a16="http://schemas.microsoft.com/office/drawing/2014/main" val="1204302394"/>
                    </a:ext>
                  </a:extLst>
                </a:gridCol>
                <a:gridCol w="2246630">
                  <a:extLst>
                    <a:ext uri="{9D8B030D-6E8A-4147-A177-3AD203B41FA5}">
                      <a16:colId xmlns:a16="http://schemas.microsoft.com/office/drawing/2014/main" val="260921524"/>
                    </a:ext>
                  </a:extLst>
                </a:gridCol>
              </a:tblGrid>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lnT w="12700" cap="flat" cmpd="sng" algn="ctr">
                      <a:noFill/>
                      <a:prstDash val="solid"/>
                      <a:round/>
                      <a:headEnd type="none" w="med" len="med"/>
                      <a:tailEnd type="none" w="med" len="med"/>
                    </a:lnT>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T w="12700" cap="flat" cmpd="sng" algn="ctr">
                      <a:noFill/>
                      <a:prstDash val="solid"/>
                      <a:round/>
                      <a:headEnd type="none" w="med" len="med"/>
                      <a:tailEnd type="none" w="med" len="med"/>
                    </a:lnT>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T w="12700" cap="flat" cmpd="sng" algn="ctr">
                      <a:noFill/>
                      <a:prstDash val="solid"/>
                      <a:round/>
                      <a:headEnd type="none" w="med" len="med"/>
                      <a:tailEnd type="none" w="med" len="med"/>
                    </a:lnT>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T w="12700" cap="flat" cmpd="sng" algn="ctr">
                      <a:noFill/>
                      <a:prstDash val="solid"/>
                      <a:round/>
                      <a:headEnd type="none" w="med" len="med"/>
                      <a:tailEnd type="none" w="med" len="med"/>
                    </a:lnT>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chemeClr val="bg1"/>
                          </a:solidFill>
                          <a:effectLst/>
                          <a:uLnTx/>
                          <a:uFillTx/>
                        </a:rPr>
                        <a:t>Lorem</a:t>
                      </a:r>
                      <a:r>
                        <a:rPr kumimoji="0" lang="de-DE" sz="1200" b="0" u="none" strike="noStrike" kern="1200" cap="none" spc="0" normalizeH="0" baseline="0" noProof="0" dirty="0">
                          <a:ln>
                            <a:noFill/>
                          </a:ln>
                          <a:solidFill>
                            <a:schemeClr val="bg1"/>
                          </a:solidFill>
                          <a:effectLst/>
                          <a:uLnTx/>
                          <a:uFillTx/>
                        </a:rPr>
                        <a:t> </a:t>
                      </a:r>
                      <a:r>
                        <a:rPr kumimoji="0" lang="de-DE" sz="1200" b="0" u="none" strike="noStrike" kern="1200" cap="none" spc="0" normalizeH="0" baseline="0" noProof="0" dirty="0" err="1">
                          <a:ln>
                            <a:noFill/>
                          </a:ln>
                          <a:solidFill>
                            <a:schemeClr val="bg1"/>
                          </a:solidFill>
                          <a:effectLst/>
                          <a:uLnTx/>
                          <a:uFillTx/>
                        </a:rPr>
                        <a:t>ipsum</a:t>
                      </a:r>
                      <a:endParaRPr kumimoji="0" lang="de-DE" sz="1200" b="0" i="0" u="none" strike="noStrike" kern="1200" cap="none" spc="0" normalizeH="0" baseline="0" noProof="0" dirty="0">
                        <a:ln>
                          <a:noFill/>
                        </a:ln>
                        <a:solidFill>
                          <a:schemeClr val="bg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extLst>
                  <a:ext uri="{0D108BD9-81ED-4DB2-BD59-A6C34878D82A}">
                    <a16:rowId xmlns:a16="http://schemas.microsoft.com/office/drawing/2014/main" val="3074840732"/>
                  </a:ext>
                </a:extLst>
              </a:tr>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tcPr>
                </a:tc>
                <a:extLst>
                  <a:ext uri="{0D108BD9-81ED-4DB2-BD59-A6C34878D82A}">
                    <a16:rowId xmlns:a16="http://schemas.microsoft.com/office/drawing/2014/main" val="197338724"/>
                  </a:ext>
                </a:extLst>
              </a:tr>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tcPr>
                </a:tc>
                <a:extLst>
                  <a:ext uri="{0D108BD9-81ED-4DB2-BD59-A6C34878D82A}">
                    <a16:rowId xmlns:a16="http://schemas.microsoft.com/office/drawing/2014/main" val="2606174289"/>
                  </a:ext>
                </a:extLst>
              </a:tr>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solidFill>
                      <a:schemeClr val="accent4"/>
                    </a:solidFil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solidFill>
                      <a:schemeClr val="accent4"/>
                    </a:solidFil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solidFill>
                      <a:schemeClr val="accent4"/>
                    </a:solidFil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solidFill>
                      <a:schemeClr val="accent4"/>
                    </a:solidFil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solidFill>
                      <a:schemeClr val="accent4"/>
                    </a:solidFill>
                  </a:tcPr>
                </a:tc>
                <a:extLst>
                  <a:ext uri="{0D108BD9-81ED-4DB2-BD59-A6C34878D82A}">
                    <a16:rowId xmlns:a16="http://schemas.microsoft.com/office/drawing/2014/main" val="1883281877"/>
                  </a:ext>
                </a:extLst>
              </a:tr>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tcPr>
                </a:tc>
                <a:extLst>
                  <a:ext uri="{0D108BD9-81ED-4DB2-BD59-A6C34878D82A}">
                    <a16:rowId xmlns:a16="http://schemas.microsoft.com/office/drawing/2014/main" val="4142572004"/>
                  </a:ext>
                </a:extLst>
              </a:tr>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tcPr>
                </a:tc>
                <a:extLst>
                  <a:ext uri="{0D108BD9-81ED-4DB2-BD59-A6C34878D82A}">
                    <a16:rowId xmlns:a16="http://schemas.microsoft.com/office/drawing/2014/main" val="3936985838"/>
                  </a:ext>
                </a:extLst>
              </a:tr>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tcPr>
                </a:tc>
                <a:extLst>
                  <a:ext uri="{0D108BD9-81ED-4DB2-BD59-A6C34878D82A}">
                    <a16:rowId xmlns:a16="http://schemas.microsoft.com/office/drawing/2014/main" val="4089383793"/>
                  </a:ext>
                </a:extLst>
              </a:tr>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tcPr>
                </a:tc>
                <a:extLst>
                  <a:ext uri="{0D108BD9-81ED-4DB2-BD59-A6C34878D82A}">
                    <a16:rowId xmlns:a16="http://schemas.microsoft.com/office/drawing/2014/main" val="1108850239"/>
                  </a:ext>
                </a:extLst>
              </a:tr>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tcPr>
                </a:tc>
                <a:extLst>
                  <a:ext uri="{0D108BD9-81ED-4DB2-BD59-A6C34878D82A}">
                    <a16:rowId xmlns:a16="http://schemas.microsoft.com/office/drawing/2014/main" val="1790142711"/>
                  </a:ext>
                </a:extLst>
              </a:tr>
              <a:tr h="351312">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L w="12700" cap="flat" cmpd="sng" algn="ctr">
                      <a:noFill/>
                      <a:prstDash val="solid"/>
                      <a:round/>
                      <a:headEnd type="none" w="med" len="med"/>
                      <a:tailEnd type="none" w="med" len="med"/>
                    </a:lnL>
                    <a:lnB w="12700" cap="flat" cmpd="sng" algn="ctr">
                      <a:noFill/>
                      <a:prstDash val="solid"/>
                      <a:round/>
                      <a:headEnd type="none" w="med" len="med"/>
                      <a:tailEnd type="none" w="med" len="med"/>
                    </a:lnB>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B w="12700" cap="flat" cmpd="sng" algn="ctr">
                      <a:noFill/>
                      <a:prstDash val="solid"/>
                      <a:round/>
                      <a:headEnd type="none" w="med" len="med"/>
                      <a:tailEnd type="none" w="med" len="med"/>
                    </a:lnB>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B w="12700" cap="flat" cmpd="sng" algn="ctr">
                      <a:noFill/>
                      <a:prstDash val="solid"/>
                      <a:round/>
                      <a:headEnd type="none" w="med" len="med"/>
                      <a:tailEnd type="none" w="med" len="med"/>
                    </a:lnB>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B w="12700" cap="flat" cmpd="sng" algn="ctr">
                      <a:noFill/>
                      <a:prstDash val="solid"/>
                      <a:round/>
                      <a:headEnd type="none" w="med" len="med"/>
                      <a:tailEnd type="none" w="med" len="med"/>
                    </a:lnB>
                  </a:tcPr>
                </a:tc>
                <a:tc>
                  <a:txBody>
                    <a:bodyPr/>
                    <a:lstStyle/>
                    <a:p>
                      <a:pPr marL="0" marR="0" lvl="8" indent="0" algn="l" defTabSz="914400" rtl="0" eaLnBrk="1" fontAlgn="auto" latinLnBrk="0" hangingPunct="1">
                        <a:lnSpc>
                          <a:spcPct val="120000"/>
                        </a:lnSpc>
                        <a:spcBef>
                          <a:spcPts val="800"/>
                        </a:spcBef>
                        <a:spcAft>
                          <a:spcPts val="800"/>
                        </a:spcAft>
                        <a:buClrTx/>
                        <a:buSzTx/>
                        <a:buFontTx/>
                        <a:buNone/>
                        <a:tabLst/>
                        <a:defRPr/>
                      </a:pPr>
                      <a:r>
                        <a:rPr kumimoji="0" lang="de-DE" sz="1200" b="0" u="none" strike="noStrike" kern="1200" cap="none" spc="0" normalizeH="0" baseline="0" noProof="0" dirty="0" err="1">
                          <a:ln>
                            <a:noFill/>
                          </a:ln>
                          <a:solidFill>
                            <a:srgbClr val="002641"/>
                          </a:solidFill>
                          <a:effectLst/>
                          <a:uLnTx/>
                          <a:uFillTx/>
                        </a:rPr>
                        <a:t>Lorem</a:t>
                      </a:r>
                      <a:r>
                        <a:rPr kumimoji="0" lang="de-DE" sz="1200" b="0" u="none" strike="noStrike" kern="1200" cap="none" spc="0" normalizeH="0" baseline="0" noProof="0" dirty="0">
                          <a:ln>
                            <a:noFill/>
                          </a:ln>
                          <a:solidFill>
                            <a:srgbClr val="002641"/>
                          </a:solidFill>
                          <a:effectLst/>
                          <a:uLnTx/>
                          <a:uFillTx/>
                        </a:rPr>
                        <a:t> </a:t>
                      </a:r>
                      <a:r>
                        <a:rPr kumimoji="0" lang="de-DE" sz="1200" b="0" u="none" strike="noStrike" kern="1200" cap="none" spc="0" normalizeH="0" baseline="0" noProof="0" dirty="0" err="1">
                          <a:ln>
                            <a:noFill/>
                          </a:ln>
                          <a:solidFill>
                            <a:srgbClr val="002641"/>
                          </a:solidFill>
                          <a:effectLst/>
                          <a:uLnTx/>
                          <a:uFillTx/>
                        </a:rPr>
                        <a:t>ipsum</a:t>
                      </a:r>
                      <a:endParaRPr kumimoji="0" lang="de-DE" sz="1200" b="0" i="0" u="none" strike="noStrike" kern="1200" cap="none" spc="0" normalizeH="0" baseline="0" noProof="0" dirty="0">
                        <a:ln>
                          <a:noFill/>
                        </a:ln>
                        <a:solidFill>
                          <a:srgbClr val="002641"/>
                        </a:solidFill>
                        <a:effectLst/>
                        <a:uLnTx/>
                        <a:uFillTx/>
                        <a:latin typeface="BarmeniaGothaer Offc" panose="020B0503020204020204" pitchFamily="34" charset="0"/>
                        <a:ea typeface="+mn-ea"/>
                        <a:cs typeface="+mn-cs"/>
                      </a:endParaRPr>
                    </a:p>
                  </a:txBody>
                  <a:tcPr marL="251999" marR="251999" anchor="ctr">
                    <a:lnR w="12700" cap="flat" cmpd="sng" algn="ctr">
                      <a:noFill/>
                      <a:prstDash val="solid"/>
                      <a:round/>
                      <a:headEnd type="none" w="med" len="med"/>
                      <a:tailEnd type="none" w="med" len="med"/>
                    </a:lnR>
                    <a:lnB w="12700" cap="flat" cmpd="sng" algn="ctr">
                      <a:noFill/>
                      <a:prstDash val="solid"/>
                      <a:round/>
                      <a:headEnd type="none" w="med" len="med"/>
                      <a:tailEnd type="none" w="med" len="med"/>
                    </a:lnB>
                  </a:tcPr>
                </a:tc>
                <a:extLst>
                  <a:ext uri="{0D108BD9-81ED-4DB2-BD59-A6C34878D82A}">
                    <a16:rowId xmlns:a16="http://schemas.microsoft.com/office/drawing/2014/main" val="4026341"/>
                  </a:ext>
                </a:extLst>
              </a:tr>
            </a:tbl>
          </a:graphicData>
        </a:graphic>
      </p:graphicFrame>
      <p:sp>
        <p:nvSpPr>
          <p:cNvPr id="16" name="Textplatzhalter 15">
            <a:extLst>
              <a:ext uri="{FF2B5EF4-FFF2-40B4-BE49-F238E27FC236}">
                <a16:creationId xmlns:a16="http://schemas.microsoft.com/office/drawing/2014/main" id="{72D3AE78-A2A9-877D-2AEF-831AC4851778}"/>
              </a:ext>
            </a:extLst>
          </p:cNvPr>
          <p:cNvSpPr>
            <a:spLocks noGrp="1"/>
          </p:cNvSpPr>
          <p:nvPr>
            <p:ph type="body" sz="quarter" idx="13"/>
          </p:nvPr>
        </p:nvSpPr>
        <p:spPr/>
        <p:txBody>
          <a:bodyPr/>
          <a:lstStyle/>
          <a:p>
            <a:r>
              <a:rPr lang="de-DE" dirty="0"/>
              <a:t>Quelle:</a:t>
            </a:r>
          </a:p>
        </p:txBody>
      </p:sp>
      <p:sp>
        <p:nvSpPr>
          <p:cNvPr id="9" name="Textplatzhalter 12">
            <a:extLst>
              <a:ext uri="{FF2B5EF4-FFF2-40B4-BE49-F238E27FC236}">
                <a16:creationId xmlns:a16="http://schemas.microsoft.com/office/drawing/2014/main" id="{F97E6F8B-BBD6-996F-E947-136B1E205A72}"/>
              </a:ext>
            </a:extLst>
          </p:cNvPr>
          <p:cNvSpPr txBox="1">
            <a:spLocks/>
          </p:cNvSpPr>
          <p:nvPr/>
        </p:nvSpPr>
        <p:spPr>
          <a:xfrm>
            <a:off x="479423" y="1581294"/>
            <a:ext cx="11233152" cy="269992"/>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latin typeface="BarmeniaGothaer Offc Medium" panose="020B0603020204020204" pitchFamily="34" charset="0"/>
              </a:rPr>
              <a:t>Tabellenüberschrift</a:t>
            </a:r>
          </a:p>
        </p:txBody>
      </p:sp>
      <p:grpSp>
        <p:nvGrpSpPr>
          <p:cNvPr id="3" name="Gruppieren 2">
            <a:extLst>
              <a:ext uri="{FF2B5EF4-FFF2-40B4-BE49-F238E27FC236}">
                <a16:creationId xmlns:a16="http://schemas.microsoft.com/office/drawing/2014/main" id="{D6A334A2-B149-73A9-BC26-759B4FA827A3}"/>
              </a:ext>
            </a:extLst>
          </p:cNvPr>
          <p:cNvGrpSpPr/>
          <p:nvPr/>
        </p:nvGrpSpPr>
        <p:grpSpPr>
          <a:xfrm>
            <a:off x="11025159" y="5825835"/>
            <a:ext cx="687416" cy="579508"/>
            <a:chOff x="682592" y="3429000"/>
            <a:chExt cx="687416" cy="579508"/>
          </a:xfrm>
        </p:grpSpPr>
        <p:sp>
          <p:nvSpPr>
            <p:cNvPr id="7" name="Textplatzhalter 31">
              <a:extLst>
                <a:ext uri="{FF2B5EF4-FFF2-40B4-BE49-F238E27FC236}">
                  <a16:creationId xmlns:a16="http://schemas.microsoft.com/office/drawing/2014/main" id="{2C54AB6A-9A30-0507-7FA1-9DFFBBC9D1E4}"/>
                </a:ext>
              </a:extLst>
            </p:cNvPr>
            <p:cNvSpPr txBox="1">
              <a:spLocks/>
            </p:cNvSpPr>
            <p:nvPr/>
          </p:nvSpPr>
          <p:spPr>
            <a:xfrm rot="656117">
              <a:off x="703861" y="3724907"/>
              <a:ext cx="620150" cy="283601"/>
            </a:xfrm>
            <a:prstGeom prst="roundRect">
              <a:avLst>
                <a:gd name="adj" fmla="val 13701"/>
              </a:avLst>
            </a:prstGeom>
            <a:solidFill>
              <a:schemeClr val="accent4"/>
            </a:solidFill>
          </p:spPr>
          <p:txBody>
            <a:bodyPr wrap="none" lIns="251999" tIns="125999" rIns="251999" bIns="125999" anchor="ctr">
              <a:no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endParaRPr lang="de-DE" sz="1600" dirty="0">
                <a:latin typeface="BarmeniaGothaer Offc Medium" panose="020B0603020204020204" pitchFamily="34" charset="0"/>
              </a:endParaRPr>
            </a:p>
          </p:txBody>
        </p:sp>
        <p:sp>
          <p:nvSpPr>
            <p:cNvPr id="10" name="Textplatzhalter 31">
              <a:extLst>
                <a:ext uri="{FF2B5EF4-FFF2-40B4-BE49-F238E27FC236}">
                  <a16:creationId xmlns:a16="http://schemas.microsoft.com/office/drawing/2014/main" id="{4DF06CDF-F074-13F7-D925-D0746F2F98F9}"/>
                </a:ext>
              </a:extLst>
            </p:cNvPr>
            <p:cNvSpPr txBox="1">
              <a:spLocks/>
            </p:cNvSpPr>
            <p:nvPr/>
          </p:nvSpPr>
          <p:spPr>
            <a:xfrm>
              <a:off x="682592" y="3429000"/>
              <a:ext cx="687416" cy="524891"/>
            </a:xfrm>
            <a:prstGeom prst="roundRect">
              <a:avLst>
                <a:gd name="adj" fmla="val 8019"/>
              </a:avLst>
            </a:prstGeom>
            <a:solidFill>
              <a:schemeClr val="tx1"/>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lnSpc>
                  <a:spcPct val="100000"/>
                </a:lnSpc>
              </a:pPr>
              <a:r>
                <a:rPr lang="de-DE" sz="1600" cap="all" dirty="0">
                  <a:solidFill>
                    <a:schemeClr val="bg1"/>
                  </a:solidFill>
                  <a:latin typeface="BarmeniaGothaer Offc Medium" panose="020B0603020204020204" pitchFamily="34" charset="0"/>
                </a:rPr>
                <a:t>WIP</a:t>
              </a:r>
            </a:p>
          </p:txBody>
        </p:sp>
      </p:grpSp>
    </p:spTree>
    <p:extLst>
      <p:ext uri="{BB962C8B-B14F-4D97-AF65-F5344CB8AC3E}">
        <p14:creationId xmlns:p14="http://schemas.microsoft.com/office/powerpoint/2010/main" val="11231155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C2D7D33B-B271-1EC6-7DC3-D7B58BF86C2F}"/>
              </a:ext>
            </a:extLst>
          </p:cNvPr>
          <p:cNvSpPr>
            <a:spLocks noGrp="1"/>
          </p:cNvSpPr>
          <p:nvPr>
            <p:ph type="title"/>
          </p:nvPr>
        </p:nvSpPr>
        <p:spPr>
          <a:xfrm>
            <a:off x="479425" y="387560"/>
            <a:ext cx="8496300" cy="988803"/>
          </a:xfrm>
        </p:spPr>
        <p:txBody>
          <a:bodyPr/>
          <a:lstStyle/>
          <a:p>
            <a:r>
              <a:rPr lang="de-DE" dirty="0"/>
              <a:t>Säulendiagramm Überschrift</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a:t>
            </a:r>
          </a:p>
        </p:txBody>
      </p:sp>
      <p:sp>
        <p:nvSpPr>
          <p:cNvPr id="5" name="Datumsplatzhalter 4">
            <a:extLst>
              <a:ext uri="{FF2B5EF4-FFF2-40B4-BE49-F238E27FC236}">
                <a16:creationId xmlns:a16="http://schemas.microsoft.com/office/drawing/2014/main" id="{6B1133BE-4825-ED20-E7AF-3666DF368371}"/>
              </a:ext>
            </a:extLst>
          </p:cNvPr>
          <p:cNvSpPr>
            <a:spLocks noGrp="1"/>
          </p:cNvSpPr>
          <p:nvPr>
            <p:ph type="dt" sz="half" idx="10"/>
          </p:nvPr>
        </p:nvSpPr>
        <p:spPr>
          <a:xfrm>
            <a:off x="3334722" y="6521213"/>
            <a:ext cx="1068585" cy="106468"/>
          </a:xfrm>
        </p:spPr>
        <p:txBody>
          <a:bodyPr/>
          <a:lstStyle/>
          <a:p>
            <a:fld id="{03427054-75EB-0643-BA93-C55BD269E607}" type="datetime1">
              <a:rPr lang="de-DE"/>
              <a:pPr/>
              <a:t>22.06.2026</a:t>
            </a:fld>
            <a:endParaRPr lang="de-DE"/>
          </a:p>
        </p:txBody>
      </p:sp>
      <p:sp>
        <p:nvSpPr>
          <p:cNvPr id="3" name="Fußzeilenplatzhalter 2">
            <a:extLst>
              <a:ext uri="{FF2B5EF4-FFF2-40B4-BE49-F238E27FC236}">
                <a16:creationId xmlns:a16="http://schemas.microsoft.com/office/drawing/2014/main" id="{089EA0CB-38C6-2B5B-11CC-1BF1C9394E07}"/>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4" name="Foliennummernplatzhalter 3">
            <a:extLst>
              <a:ext uri="{FF2B5EF4-FFF2-40B4-BE49-F238E27FC236}">
                <a16:creationId xmlns:a16="http://schemas.microsoft.com/office/drawing/2014/main" id="{3E79731D-5B2E-0FDD-168E-312D9B7778A1}"/>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25</a:t>
            </a:fld>
            <a:endParaRPr lang="de-DE"/>
          </a:p>
        </p:txBody>
      </p:sp>
      <p:graphicFrame>
        <p:nvGraphicFramePr>
          <p:cNvPr id="23" name="Inhaltsplatzhalter 22">
            <a:extLst>
              <a:ext uri="{FF2B5EF4-FFF2-40B4-BE49-F238E27FC236}">
                <a16:creationId xmlns:a16="http://schemas.microsoft.com/office/drawing/2014/main" id="{E5115C16-2787-FE9C-7470-4A988977994E}"/>
              </a:ext>
            </a:extLst>
          </p:cNvPr>
          <p:cNvGraphicFramePr>
            <a:graphicFrameLocks noGrp="1"/>
          </p:cNvGraphicFramePr>
          <p:nvPr>
            <p:ph idx="1"/>
            <p:extLst>
              <p:ext uri="{D42A27DB-BD31-4B8C-83A1-F6EECF244321}">
                <p14:modId xmlns:p14="http://schemas.microsoft.com/office/powerpoint/2010/main" val="2858800514"/>
              </p:ext>
            </p:extLst>
          </p:nvPr>
        </p:nvGraphicFramePr>
        <p:xfrm>
          <a:off x="479425" y="2190750"/>
          <a:ext cx="11233150" cy="3759200"/>
        </p:xfrm>
        <a:graphic>
          <a:graphicData uri="http://schemas.openxmlformats.org/drawingml/2006/chart">
            <c:chart xmlns:c="http://schemas.openxmlformats.org/drawingml/2006/chart" xmlns:r="http://schemas.openxmlformats.org/officeDocument/2006/relationships" r:id="rId2"/>
          </a:graphicData>
        </a:graphic>
      </p:graphicFrame>
      <p:sp>
        <p:nvSpPr>
          <p:cNvPr id="2" name="Textplatzhalter 1">
            <a:extLst>
              <a:ext uri="{FF2B5EF4-FFF2-40B4-BE49-F238E27FC236}">
                <a16:creationId xmlns:a16="http://schemas.microsoft.com/office/drawing/2014/main" id="{1E7D7537-1248-FB5E-C122-F16A75959D85}"/>
              </a:ext>
            </a:extLst>
          </p:cNvPr>
          <p:cNvSpPr>
            <a:spLocks noGrp="1"/>
          </p:cNvSpPr>
          <p:nvPr>
            <p:ph type="body" idx="13"/>
          </p:nvPr>
        </p:nvSpPr>
        <p:spPr>
          <a:xfrm>
            <a:off x="479425" y="1581293"/>
            <a:ext cx="8496300" cy="366334"/>
          </a:xfrm>
        </p:spPr>
        <p:txBody>
          <a:bodyPr/>
          <a:lstStyle/>
          <a:p>
            <a:r>
              <a:rPr lang="de-DE" dirty="0"/>
              <a:t>Titel</a:t>
            </a:r>
          </a:p>
        </p:txBody>
      </p:sp>
      <p:sp>
        <p:nvSpPr>
          <p:cNvPr id="13" name="Textplatzhalter 12">
            <a:extLst>
              <a:ext uri="{FF2B5EF4-FFF2-40B4-BE49-F238E27FC236}">
                <a16:creationId xmlns:a16="http://schemas.microsoft.com/office/drawing/2014/main" id="{983F2A73-E169-A549-1942-98382BBCB23C}"/>
              </a:ext>
            </a:extLst>
          </p:cNvPr>
          <p:cNvSpPr>
            <a:spLocks noGrp="1"/>
          </p:cNvSpPr>
          <p:nvPr>
            <p:ph type="body" sz="quarter" idx="14"/>
          </p:nvPr>
        </p:nvSpPr>
        <p:spPr/>
        <p:txBody>
          <a:bodyPr/>
          <a:lstStyle/>
          <a:p>
            <a:r>
              <a:rPr lang="de-DE" dirty="0"/>
              <a:t>Quelle:</a:t>
            </a:r>
          </a:p>
        </p:txBody>
      </p:sp>
    </p:spTree>
    <p:extLst>
      <p:ext uri="{BB962C8B-B14F-4D97-AF65-F5344CB8AC3E}">
        <p14:creationId xmlns:p14="http://schemas.microsoft.com/office/powerpoint/2010/main" val="26485420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C2D7D33B-B271-1EC6-7DC3-D7B58BF86C2F}"/>
              </a:ext>
            </a:extLst>
          </p:cNvPr>
          <p:cNvSpPr>
            <a:spLocks noGrp="1"/>
          </p:cNvSpPr>
          <p:nvPr>
            <p:ph type="title"/>
          </p:nvPr>
        </p:nvSpPr>
        <p:spPr>
          <a:xfrm>
            <a:off x="479425" y="387560"/>
            <a:ext cx="8496300" cy="988803"/>
          </a:xfrm>
        </p:spPr>
        <p:txBody>
          <a:bodyPr/>
          <a:lstStyle/>
          <a:p>
            <a:r>
              <a:rPr lang="de-DE" dirty="0"/>
              <a:t>Säulendiagramm Überschrift</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a:t>
            </a:r>
          </a:p>
        </p:txBody>
      </p:sp>
      <p:sp>
        <p:nvSpPr>
          <p:cNvPr id="5" name="Datumsplatzhalter 4">
            <a:extLst>
              <a:ext uri="{FF2B5EF4-FFF2-40B4-BE49-F238E27FC236}">
                <a16:creationId xmlns:a16="http://schemas.microsoft.com/office/drawing/2014/main" id="{18E01746-0876-2D4E-0F7A-A1A5C6EDD982}"/>
              </a:ext>
            </a:extLst>
          </p:cNvPr>
          <p:cNvSpPr>
            <a:spLocks noGrp="1"/>
          </p:cNvSpPr>
          <p:nvPr>
            <p:ph type="dt" sz="half" idx="10"/>
          </p:nvPr>
        </p:nvSpPr>
        <p:spPr>
          <a:xfrm>
            <a:off x="3334722" y="6521213"/>
            <a:ext cx="1068585" cy="106468"/>
          </a:xfrm>
        </p:spPr>
        <p:txBody>
          <a:bodyPr/>
          <a:lstStyle/>
          <a:p>
            <a:fld id="{456F9833-C0BF-7B41-A6D3-8D6761DD1C68}" type="datetime1">
              <a:rPr lang="de-DE"/>
              <a:pPr/>
              <a:t>22.06.2026</a:t>
            </a:fld>
            <a:endParaRPr lang="de-DE"/>
          </a:p>
        </p:txBody>
      </p:sp>
      <p:sp>
        <p:nvSpPr>
          <p:cNvPr id="3" name="Fußzeilenplatzhalter 2">
            <a:extLst>
              <a:ext uri="{FF2B5EF4-FFF2-40B4-BE49-F238E27FC236}">
                <a16:creationId xmlns:a16="http://schemas.microsoft.com/office/drawing/2014/main" id="{089EA0CB-38C6-2B5B-11CC-1BF1C9394E07}"/>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4" name="Foliennummernplatzhalter 3">
            <a:extLst>
              <a:ext uri="{FF2B5EF4-FFF2-40B4-BE49-F238E27FC236}">
                <a16:creationId xmlns:a16="http://schemas.microsoft.com/office/drawing/2014/main" id="{3E79731D-5B2E-0FDD-168E-312D9B7778A1}"/>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26</a:t>
            </a:fld>
            <a:endParaRPr lang="de-DE"/>
          </a:p>
        </p:txBody>
      </p:sp>
      <p:graphicFrame>
        <p:nvGraphicFramePr>
          <p:cNvPr id="17" name="Inhaltsplatzhalter 22">
            <a:extLst>
              <a:ext uri="{FF2B5EF4-FFF2-40B4-BE49-F238E27FC236}">
                <a16:creationId xmlns:a16="http://schemas.microsoft.com/office/drawing/2014/main" id="{4A81FF4A-1E54-DBFE-0E4F-C64A9E2ADE2A}"/>
              </a:ext>
            </a:extLst>
          </p:cNvPr>
          <p:cNvGraphicFramePr>
            <a:graphicFrameLocks noGrp="1"/>
          </p:cNvGraphicFramePr>
          <p:nvPr>
            <p:ph idx="1"/>
            <p:extLst>
              <p:ext uri="{D42A27DB-BD31-4B8C-83A1-F6EECF244321}">
                <p14:modId xmlns:p14="http://schemas.microsoft.com/office/powerpoint/2010/main" val="3809057332"/>
              </p:ext>
            </p:extLst>
          </p:nvPr>
        </p:nvGraphicFramePr>
        <p:xfrm>
          <a:off x="479425" y="2190750"/>
          <a:ext cx="11233150" cy="3759200"/>
        </p:xfrm>
        <a:graphic>
          <a:graphicData uri="http://schemas.openxmlformats.org/drawingml/2006/chart">
            <c:chart xmlns:c="http://schemas.openxmlformats.org/drawingml/2006/chart" xmlns:r="http://schemas.openxmlformats.org/officeDocument/2006/relationships" r:id="rId2"/>
          </a:graphicData>
        </a:graphic>
      </p:graphicFrame>
      <p:sp>
        <p:nvSpPr>
          <p:cNvPr id="2" name="Textplatzhalter 1">
            <a:extLst>
              <a:ext uri="{FF2B5EF4-FFF2-40B4-BE49-F238E27FC236}">
                <a16:creationId xmlns:a16="http://schemas.microsoft.com/office/drawing/2014/main" id="{EFB9F468-AF17-7F8F-8E20-5FBACFC45497}"/>
              </a:ext>
            </a:extLst>
          </p:cNvPr>
          <p:cNvSpPr>
            <a:spLocks noGrp="1"/>
          </p:cNvSpPr>
          <p:nvPr>
            <p:ph type="body" idx="13"/>
          </p:nvPr>
        </p:nvSpPr>
        <p:spPr>
          <a:xfrm>
            <a:off x="479424" y="1581293"/>
            <a:ext cx="8496301" cy="250463"/>
          </a:xfrm>
        </p:spPr>
        <p:txBody>
          <a:bodyPr/>
          <a:lstStyle/>
          <a:p>
            <a:r>
              <a:rPr lang="de-DE" dirty="0"/>
              <a:t>Titel</a:t>
            </a:r>
          </a:p>
          <a:p>
            <a:endParaRPr lang="de-DE" dirty="0"/>
          </a:p>
        </p:txBody>
      </p:sp>
      <p:sp>
        <p:nvSpPr>
          <p:cNvPr id="13" name="Textplatzhalter 12">
            <a:extLst>
              <a:ext uri="{FF2B5EF4-FFF2-40B4-BE49-F238E27FC236}">
                <a16:creationId xmlns:a16="http://schemas.microsoft.com/office/drawing/2014/main" id="{7AC45817-5AB1-CB37-A669-82CE02F9FA2B}"/>
              </a:ext>
            </a:extLst>
          </p:cNvPr>
          <p:cNvSpPr>
            <a:spLocks noGrp="1"/>
          </p:cNvSpPr>
          <p:nvPr>
            <p:ph type="body" sz="quarter" idx="14"/>
          </p:nvPr>
        </p:nvSpPr>
        <p:spPr/>
        <p:txBody>
          <a:bodyPr/>
          <a:lstStyle/>
          <a:p>
            <a:r>
              <a:rPr lang="de-DE" dirty="0"/>
              <a:t>Quelle:</a:t>
            </a:r>
          </a:p>
        </p:txBody>
      </p:sp>
    </p:spTree>
    <p:extLst>
      <p:ext uri="{BB962C8B-B14F-4D97-AF65-F5344CB8AC3E}">
        <p14:creationId xmlns:p14="http://schemas.microsoft.com/office/powerpoint/2010/main" val="12196376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C2D7D33B-B271-1EC6-7DC3-D7B58BF86C2F}"/>
              </a:ext>
            </a:extLst>
          </p:cNvPr>
          <p:cNvSpPr>
            <a:spLocks noGrp="1"/>
          </p:cNvSpPr>
          <p:nvPr>
            <p:ph type="title"/>
          </p:nvPr>
        </p:nvSpPr>
        <p:spPr>
          <a:xfrm>
            <a:off x="479425" y="387560"/>
            <a:ext cx="8496300" cy="988803"/>
          </a:xfrm>
        </p:spPr>
        <p:txBody>
          <a:bodyPr/>
          <a:lstStyle/>
          <a:p>
            <a:r>
              <a:rPr lang="de-DE" dirty="0"/>
              <a:t>Säulendiagramm Überschrift</a:t>
            </a:r>
            <a:br>
              <a:rPr lang="de-DE" dirty="0"/>
            </a:br>
            <a:r>
              <a:rPr lang="de-DE" dirty="0" err="1">
                <a:solidFill>
                  <a:schemeClr val="accent4"/>
                </a:solidFill>
              </a:rPr>
              <a:t>lorem</a:t>
            </a:r>
            <a:r>
              <a:rPr lang="de-DE" dirty="0">
                <a:solidFill>
                  <a:schemeClr val="accent4"/>
                </a:solidFill>
              </a:rPr>
              <a:t> </a:t>
            </a:r>
            <a:r>
              <a:rPr lang="de-DE" dirty="0" err="1">
                <a:solidFill>
                  <a:schemeClr val="accent4"/>
                </a:solidFill>
              </a:rPr>
              <a:t>ipsum</a:t>
            </a:r>
            <a:r>
              <a:rPr lang="de-DE" dirty="0">
                <a:solidFill>
                  <a:schemeClr val="accent4"/>
                </a:solidFill>
              </a:rPr>
              <a:t> </a:t>
            </a:r>
            <a:r>
              <a:rPr lang="de-DE" dirty="0" err="1">
                <a:solidFill>
                  <a:schemeClr val="accent4"/>
                </a:solidFill>
              </a:rPr>
              <a:t>dolor</a:t>
            </a:r>
            <a:r>
              <a:rPr lang="de-DE" dirty="0">
                <a:solidFill>
                  <a:schemeClr val="accent4"/>
                </a:solidFill>
              </a:rPr>
              <a:t> </a:t>
            </a:r>
            <a:r>
              <a:rPr lang="de-DE" dirty="0" err="1">
                <a:solidFill>
                  <a:schemeClr val="accent4"/>
                </a:solidFill>
              </a:rPr>
              <a:t>sit</a:t>
            </a:r>
            <a:r>
              <a:rPr lang="de-DE" dirty="0">
                <a:solidFill>
                  <a:schemeClr val="accent4"/>
                </a:solidFill>
              </a:rPr>
              <a:t> </a:t>
            </a:r>
            <a:r>
              <a:rPr lang="de-DE" dirty="0" err="1">
                <a:solidFill>
                  <a:schemeClr val="accent4"/>
                </a:solidFill>
              </a:rPr>
              <a:t>amet</a:t>
            </a:r>
            <a:r>
              <a:rPr lang="de-DE" dirty="0">
                <a:solidFill>
                  <a:schemeClr val="accent4"/>
                </a:solidFill>
              </a:rPr>
              <a:t>.</a:t>
            </a:r>
          </a:p>
        </p:txBody>
      </p:sp>
      <p:sp>
        <p:nvSpPr>
          <p:cNvPr id="5" name="Datumsplatzhalter 4">
            <a:extLst>
              <a:ext uri="{FF2B5EF4-FFF2-40B4-BE49-F238E27FC236}">
                <a16:creationId xmlns:a16="http://schemas.microsoft.com/office/drawing/2014/main" id="{7FF17E27-6311-A9A7-049E-A1E397BE2166}"/>
              </a:ext>
            </a:extLst>
          </p:cNvPr>
          <p:cNvSpPr>
            <a:spLocks noGrp="1"/>
          </p:cNvSpPr>
          <p:nvPr>
            <p:ph type="dt" sz="half" idx="10"/>
          </p:nvPr>
        </p:nvSpPr>
        <p:spPr>
          <a:xfrm>
            <a:off x="3334722" y="6521213"/>
            <a:ext cx="1068585" cy="106468"/>
          </a:xfrm>
        </p:spPr>
        <p:txBody>
          <a:bodyPr/>
          <a:lstStyle/>
          <a:p>
            <a:fld id="{224FEE29-E9AB-8F4C-B65F-B15A05BB5BDD}" type="datetime1">
              <a:rPr lang="de-DE" smtClean="0"/>
              <a:pPr/>
              <a:t>22.06.2026</a:t>
            </a:fld>
            <a:endParaRPr lang="de-DE"/>
          </a:p>
        </p:txBody>
      </p:sp>
      <p:sp>
        <p:nvSpPr>
          <p:cNvPr id="3" name="Fußzeilenplatzhalter 2">
            <a:extLst>
              <a:ext uri="{FF2B5EF4-FFF2-40B4-BE49-F238E27FC236}">
                <a16:creationId xmlns:a16="http://schemas.microsoft.com/office/drawing/2014/main" id="{0B024337-6A1D-C9B4-2620-3209FB33989F}"/>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4" name="Foliennummernplatzhalter 3">
            <a:extLst>
              <a:ext uri="{FF2B5EF4-FFF2-40B4-BE49-F238E27FC236}">
                <a16:creationId xmlns:a16="http://schemas.microsoft.com/office/drawing/2014/main" id="{D38C5C29-4358-1E51-D9C5-873C2271BAFA}"/>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27</a:t>
            </a:fld>
            <a:endParaRPr lang="de-DE"/>
          </a:p>
        </p:txBody>
      </p:sp>
      <p:graphicFrame>
        <p:nvGraphicFramePr>
          <p:cNvPr id="8" name="Inhaltsplatzhalter 7">
            <a:extLst>
              <a:ext uri="{FF2B5EF4-FFF2-40B4-BE49-F238E27FC236}">
                <a16:creationId xmlns:a16="http://schemas.microsoft.com/office/drawing/2014/main" id="{B1B22E34-3A1E-7134-4107-9C56F5E940CD}"/>
              </a:ext>
            </a:extLst>
          </p:cNvPr>
          <p:cNvGraphicFramePr>
            <a:graphicFrameLocks noGrp="1"/>
          </p:cNvGraphicFramePr>
          <p:nvPr>
            <p:ph idx="1"/>
            <p:extLst>
              <p:ext uri="{D42A27DB-BD31-4B8C-83A1-F6EECF244321}">
                <p14:modId xmlns:p14="http://schemas.microsoft.com/office/powerpoint/2010/main" val="989063676"/>
              </p:ext>
            </p:extLst>
          </p:nvPr>
        </p:nvGraphicFramePr>
        <p:xfrm>
          <a:off x="479425" y="2190750"/>
          <a:ext cx="11233150" cy="37592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platzhalter 6">
            <a:extLst>
              <a:ext uri="{FF2B5EF4-FFF2-40B4-BE49-F238E27FC236}">
                <a16:creationId xmlns:a16="http://schemas.microsoft.com/office/drawing/2014/main" id="{78EF1C00-1C0E-E75F-3D99-BDB3F8C1C361}"/>
              </a:ext>
            </a:extLst>
          </p:cNvPr>
          <p:cNvSpPr>
            <a:spLocks noGrp="1"/>
          </p:cNvSpPr>
          <p:nvPr>
            <p:ph type="body" idx="13"/>
          </p:nvPr>
        </p:nvSpPr>
        <p:spPr>
          <a:xfrm>
            <a:off x="479425" y="1581293"/>
            <a:ext cx="8496300" cy="366334"/>
          </a:xfrm>
        </p:spPr>
        <p:txBody>
          <a:bodyPr/>
          <a:lstStyle/>
          <a:p>
            <a:r>
              <a:rPr lang="de-DE"/>
              <a:t>Titel</a:t>
            </a:r>
          </a:p>
          <a:p>
            <a:endParaRPr lang="de-DE" dirty="0"/>
          </a:p>
        </p:txBody>
      </p:sp>
      <p:sp>
        <p:nvSpPr>
          <p:cNvPr id="14" name="Textplatzhalter 13">
            <a:extLst>
              <a:ext uri="{FF2B5EF4-FFF2-40B4-BE49-F238E27FC236}">
                <a16:creationId xmlns:a16="http://schemas.microsoft.com/office/drawing/2014/main" id="{BB2DADCE-6BDE-F126-ACAB-A5AFA7C1493E}"/>
              </a:ext>
            </a:extLst>
          </p:cNvPr>
          <p:cNvSpPr>
            <a:spLocks noGrp="1"/>
          </p:cNvSpPr>
          <p:nvPr>
            <p:ph type="body" sz="quarter" idx="14"/>
          </p:nvPr>
        </p:nvSpPr>
        <p:spPr/>
        <p:txBody>
          <a:bodyPr/>
          <a:lstStyle/>
          <a:p>
            <a:r>
              <a:rPr lang="de-DE" dirty="0"/>
              <a:t>Quelle:</a:t>
            </a:r>
          </a:p>
        </p:txBody>
      </p:sp>
    </p:spTree>
    <p:extLst>
      <p:ext uri="{BB962C8B-B14F-4D97-AF65-F5344CB8AC3E}">
        <p14:creationId xmlns:p14="http://schemas.microsoft.com/office/powerpoint/2010/main" val="22077591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1928F3F8-79DF-D69F-1144-34DCB95B235E}"/>
              </a:ext>
            </a:extLst>
          </p:cNvPr>
          <p:cNvSpPr>
            <a:spLocks noGrp="1"/>
          </p:cNvSpPr>
          <p:nvPr>
            <p:ph type="title"/>
          </p:nvPr>
        </p:nvSpPr>
        <p:spPr>
          <a:xfrm>
            <a:off x="479425" y="387560"/>
            <a:ext cx="8496300" cy="988803"/>
          </a:xfrm>
        </p:spPr>
        <p:txBody>
          <a:bodyPr/>
          <a:lstStyle/>
          <a:p>
            <a:r>
              <a:rPr lang="de-DE" dirty="0"/>
              <a:t>Säulendiagramm Überschrift</a:t>
            </a:r>
            <a:br>
              <a:rPr lang="de-DE" dirty="0"/>
            </a:br>
            <a:r>
              <a:rPr lang="de-DE" dirty="0" err="1">
                <a:solidFill>
                  <a:schemeClr val="accent4"/>
                </a:solidFill>
              </a:rPr>
              <a:t>lorem</a:t>
            </a:r>
            <a:r>
              <a:rPr lang="de-DE" dirty="0">
                <a:solidFill>
                  <a:schemeClr val="accent4"/>
                </a:solidFill>
              </a:rPr>
              <a:t> </a:t>
            </a:r>
            <a:r>
              <a:rPr lang="de-DE" dirty="0" err="1">
                <a:solidFill>
                  <a:schemeClr val="accent4"/>
                </a:solidFill>
              </a:rPr>
              <a:t>ipsum</a:t>
            </a:r>
            <a:r>
              <a:rPr lang="de-DE" dirty="0">
                <a:solidFill>
                  <a:schemeClr val="accent4"/>
                </a:solidFill>
              </a:rPr>
              <a:t> </a:t>
            </a:r>
            <a:r>
              <a:rPr lang="de-DE" dirty="0" err="1">
                <a:solidFill>
                  <a:schemeClr val="accent4"/>
                </a:solidFill>
              </a:rPr>
              <a:t>dolor</a:t>
            </a:r>
            <a:r>
              <a:rPr lang="de-DE" dirty="0">
                <a:solidFill>
                  <a:schemeClr val="accent4"/>
                </a:solidFill>
              </a:rPr>
              <a:t> </a:t>
            </a:r>
            <a:r>
              <a:rPr lang="de-DE" dirty="0" err="1">
                <a:solidFill>
                  <a:schemeClr val="accent4"/>
                </a:solidFill>
              </a:rPr>
              <a:t>sit</a:t>
            </a:r>
            <a:r>
              <a:rPr lang="de-DE" dirty="0">
                <a:solidFill>
                  <a:schemeClr val="accent4"/>
                </a:solidFill>
              </a:rPr>
              <a:t> </a:t>
            </a:r>
            <a:r>
              <a:rPr lang="de-DE" dirty="0" err="1">
                <a:solidFill>
                  <a:schemeClr val="accent4"/>
                </a:solidFill>
              </a:rPr>
              <a:t>amet</a:t>
            </a:r>
            <a:r>
              <a:rPr lang="de-DE" dirty="0">
                <a:solidFill>
                  <a:schemeClr val="accent4"/>
                </a:solidFill>
              </a:rPr>
              <a:t>.</a:t>
            </a:r>
          </a:p>
        </p:txBody>
      </p:sp>
      <p:sp>
        <p:nvSpPr>
          <p:cNvPr id="3" name="Datumsplatzhalter 2">
            <a:extLst>
              <a:ext uri="{FF2B5EF4-FFF2-40B4-BE49-F238E27FC236}">
                <a16:creationId xmlns:a16="http://schemas.microsoft.com/office/drawing/2014/main" id="{4B8B6C54-E693-D697-89AE-E3BB59592AF4}"/>
              </a:ext>
            </a:extLst>
          </p:cNvPr>
          <p:cNvSpPr>
            <a:spLocks noGrp="1"/>
          </p:cNvSpPr>
          <p:nvPr>
            <p:ph type="dt" sz="half" idx="10"/>
          </p:nvPr>
        </p:nvSpPr>
        <p:spPr>
          <a:xfrm>
            <a:off x="3334722" y="6521213"/>
            <a:ext cx="1068585" cy="106468"/>
          </a:xfrm>
        </p:spPr>
        <p:txBody>
          <a:bodyPr/>
          <a:lstStyle/>
          <a:p>
            <a:fld id="{A1F87E5B-FBD4-594B-B451-BFB21225B1C8}" type="datetime1">
              <a:rPr lang="de-DE" smtClean="0"/>
              <a:pPr/>
              <a:t>22.06.2026</a:t>
            </a:fld>
            <a:endParaRPr lang="de-DE"/>
          </a:p>
        </p:txBody>
      </p:sp>
      <p:sp>
        <p:nvSpPr>
          <p:cNvPr id="4" name="Fußzeilenplatzhalter 3">
            <a:extLst>
              <a:ext uri="{FF2B5EF4-FFF2-40B4-BE49-F238E27FC236}">
                <a16:creationId xmlns:a16="http://schemas.microsoft.com/office/drawing/2014/main" id="{65B94FCE-0089-DA16-96DC-065E2C18DC19}"/>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A122CFEE-6F3A-DD35-1B50-803BA8204AEC}"/>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28</a:t>
            </a:fld>
            <a:endParaRPr lang="de-DE"/>
          </a:p>
        </p:txBody>
      </p:sp>
      <p:graphicFrame>
        <p:nvGraphicFramePr>
          <p:cNvPr id="10" name="Inhaltsplatzhalter 7">
            <a:extLst>
              <a:ext uri="{FF2B5EF4-FFF2-40B4-BE49-F238E27FC236}">
                <a16:creationId xmlns:a16="http://schemas.microsoft.com/office/drawing/2014/main" id="{54FE78D7-F9FA-020C-9B32-656D2292DFD7}"/>
              </a:ext>
            </a:extLst>
          </p:cNvPr>
          <p:cNvGraphicFramePr>
            <a:graphicFrameLocks noGrp="1"/>
          </p:cNvGraphicFramePr>
          <p:nvPr>
            <p:ph idx="1"/>
            <p:extLst>
              <p:ext uri="{D42A27DB-BD31-4B8C-83A1-F6EECF244321}">
                <p14:modId xmlns:p14="http://schemas.microsoft.com/office/powerpoint/2010/main" val="2943302535"/>
              </p:ext>
            </p:extLst>
          </p:nvPr>
        </p:nvGraphicFramePr>
        <p:xfrm>
          <a:off x="479425" y="2190750"/>
          <a:ext cx="11233150" cy="3759200"/>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platzhalter 8">
            <a:extLst>
              <a:ext uri="{FF2B5EF4-FFF2-40B4-BE49-F238E27FC236}">
                <a16:creationId xmlns:a16="http://schemas.microsoft.com/office/drawing/2014/main" id="{1F5FE5B7-EBC1-449B-D2B0-EC74A508B24A}"/>
              </a:ext>
            </a:extLst>
          </p:cNvPr>
          <p:cNvSpPr>
            <a:spLocks noGrp="1"/>
          </p:cNvSpPr>
          <p:nvPr>
            <p:ph type="body" idx="13"/>
          </p:nvPr>
        </p:nvSpPr>
        <p:spPr>
          <a:xfrm>
            <a:off x="479424" y="1581293"/>
            <a:ext cx="8496301" cy="250463"/>
          </a:xfrm>
        </p:spPr>
        <p:txBody>
          <a:bodyPr/>
          <a:lstStyle/>
          <a:p>
            <a:r>
              <a:rPr lang="de-DE" dirty="0"/>
              <a:t>Titel</a:t>
            </a:r>
          </a:p>
          <a:p>
            <a:endParaRPr lang="de-DE" dirty="0"/>
          </a:p>
        </p:txBody>
      </p:sp>
      <p:sp>
        <p:nvSpPr>
          <p:cNvPr id="14" name="Textplatzhalter 13">
            <a:extLst>
              <a:ext uri="{FF2B5EF4-FFF2-40B4-BE49-F238E27FC236}">
                <a16:creationId xmlns:a16="http://schemas.microsoft.com/office/drawing/2014/main" id="{7C806BCB-B3EC-7A39-BDA7-C3824FEEB07F}"/>
              </a:ext>
            </a:extLst>
          </p:cNvPr>
          <p:cNvSpPr>
            <a:spLocks noGrp="1"/>
          </p:cNvSpPr>
          <p:nvPr>
            <p:ph type="body" sz="quarter" idx="14"/>
          </p:nvPr>
        </p:nvSpPr>
        <p:spPr/>
        <p:txBody>
          <a:bodyPr/>
          <a:lstStyle/>
          <a:p>
            <a:r>
              <a:rPr lang="de-DE" dirty="0"/>
              <a:t>Quelle:</a:t>
            </a:r>
          </a:p>
        </p:txBody>
      </p:sp>
    </p:spTree>
    <p:extLst>
      <p:ext uri="{BB962C8B-B14F-4D97-AF65-F5344CB8AC3E}">
        <p14:creationId xmlns:p14="http://schemas.microsoft.com/office/powerpoint/2010/main" val="13456612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Diagramm 80">
            <a:extLst>
              <a:ext uri="{FF2B5EF4-FFF2-40B4-BE49-F238E27FC236}">
                <a16:creationId xmlns:a16="http://schemas.microsoft.com/office/drawing/2014/main" id="{378D0D07-4A87-4210-C4E4-6B9ADD5241E7}"/>
              </a:ext>
            </a:extLst>
          </p:cNvPr>
          <p:cNvGraphicFramePr/>
          <p:nvPr>
            <p:extLst>
              <p:ext uri="{D42A27DB-BD31-4B8C-83A1-F6EECF244321}">
                <p14:modId xmlns:p14="http://schemas.microsoft.com/office/powerpoint/2010/main" val="2739919291"/>
              </p:ext>
            </p:extLst>
          </p:nvPr>
        </p:nvGraphicFramePr>
        <p:xfrm>
          <a:off x="500431" y="3962849"/>
          <a:ext cx="1115743" cy="1097451"/>
        </p:xfrm>
        <a:graphic>
          <a:graphicData uri="http://schemas.openxmlformats.org/drawingml/2006/chart">
            <c:chart xmlns:c="http://schemas.openxmlformats.org/drawingml/2006/chart" xmlns:r="http://schemas.openxmlformats.org/officeDocument/2006/relationships" r:id="rId2"/>
          </a:graphicData>
        </a:graphic>
      </p:graphicFrame>
      <p:sp>
        <p:nvSpPr>
          <p:cNvPr id="6" name="Titel 5">
            <a:extLst>
              <a:ext uri="{FF2B5EF4-FFF2-40B4-BE49-F238E27FC236}">
                <a16:creationId xmlns:a16="http://schemas.microsoft.com/office/drawing/2014/main" id="{9FDCDA41-5CC7-E8B0-FEC1-1C49BEC7C8CB}"/>
              </a:ext>
            </a:extLst>
          </p:cNvPr>
          <p:cNvSpPr>
            <a:spLocks noGrp="1"/>
          </p:cNvSpPr>
          <p:nvPr>
            <p:ph type="title"/>
          </p:nvPr>
        </p:nvSpPr>
        <p:spPr>
          <a:xfrm>
            <a:off x="479425" y="387560"/>
            <a:ext cx="8496300" cy="988803"/>
          </a:xfrm>
        </p:spPr>
        <p:txBody>
          <a:bodyPr/>
          <a:lstStyle/>
          <a:p>
            <a:r>
              <a:rPr lang="de-DE" dirty="0"/>
              <a:t>Titel der Folie, kurz und prägnant, </a:t>
            </a:r>
            <a:br>
              <a:rPr lang="de-DE" dirty="0"/>
            </a:br>
            <a:r>
              <a:rPr lang="de-DE" dirty="0">
                <a:solidFill>
                  <a:schemeClr val="accent4"/>
                </a:solidFill>
              </a:rPr>
              <a:t>zweizeilig möglich.</a:t>
            </a:r>
          </a:p>
        </p:txBody>
      </p:sp>
      <p:sp>
        <p:nvSpPr>
          <p:cNvPr id="2" name="Datumsplatzhalter 1">
            <a:extLst>
              <a:ext uri="{FF2B5EF4-FFF2-40B4-BE49-F238E27FC236}">
                <a16:creationId xmlns:a16="http://schemas.microsoft.com/office/drawing/2014/main" id="{EABB3554-59D3-2086-D303-0FEC2352052D}"/>
              </a:ext>
            </a:extLst>
          </p:cNvPr>
          <p:cNvSpPr>
            <a:spLocks noGrp="1"/>
          </p:cNvSpPr>
          <p:nvPr>
            <p:ph type="dt" sz="half" idx="10"/>
          </p:nvPr>
        </p:nvSpPr>
        <p:spPr>
          <a:xfrm>
            <a:off x="3334722" y="6521213"/>
            <a:ext cx="1068585" cy="106468"/>
          </a:xfrm>
        </p:spPr>
        <p:txBody>
          <a:bodyPr/>
          <a:lstStyle/>
          <a:p>
            <a:fld id="{590782F7-FE2D-CD44-A02A-EE36ACECF550}" type="datetime1">
              <a:rPr lang="de-DE"/>
              <a:pPr/>
              <a:t>22.06.2026</a:t>
            </a:fld>
            <a:endParaRPr lang="de-DE"/>
          </a:p>
        </p:txBody>
      </p:sp>
      <p:sp>
        <p:nvSpPr>
          <p:cNvPr id="4" name="Fußzeilenplatzhalter 3">
            <a:extLst>
              <a:ext uri="{FF2B5EF4-FFF2-40B4-BE49-F238E27FC236}">
                <a16:creationId xmlns:a16="http://schemas.microsoft.com/office/drawing/2014/main" id="{335F26FC-D55E-8730-8DAA-8EA900CB1891}"/>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2721F180-E5FE-6DDE-EBAF-AC085A8217DD}"/>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29</a:t>
            </a:fld>
            <a:endParaRPr lang="de-DE"/>
          </a:p>
        </p:txBody>
      </p:sp>
      <p:sp>
        <p:nvSpPr>
          <p:cNvPr id="17" name="Textplatzhalter 16">
            <a:extLst>
              <a:ext uri="{FF2B5EF4-FFF2-40B4-BE49-F238E27FC236}">
                <a16:creationId xmlns:a16="http://schemas.microsoft.com/office/drawing/2014/main" id="{94CF68DB-5B79-57BB-2807-8BCE5E20F0CD}"/>
              </a:ext>
            </a:extLst>
          </p:cNvPr>
          <p:cNvSpPr>
            <a:spLocks noGrp="1"/>
          </p:cNvSpPr>
          <p:nvPr>
            <p:ph type="body" sz="quarter" idx="13"/>
          </p:nvPr>
        </p:nvSpPr>
        <p:spPr/>
        <p:txBody>
          <a:bodyPr/>
          <a:lstStyle/>
          <a:p>
            <a:r>
              <a:rPr lang="de-DE" dirty="0"/>
              <a:t>Quelle:</a:t>
            </a:r>
          </a:p>
        </p:txBody>
      </p:sp>
      <p:graphicFrame>
        <p:nvGraphicFramePr>
          <p:cNvPr id="7" name="Diagramm 6">
            <a:extLst>
              <a:ext uri="{FF2B5EF4-FFF2-40B4-BE49-F238E27FC236}">
                <a16:creationId xmlns:a16="http://schemas.microsoft.com/office/drawing/2014/main" id="{ADA0C3E9-F57A-3CCD-1DAC-D6290CE7454E}"/>
              </a:ext>
            </a:extLst>
          </p:cNvPr>
          <p:cNvGraphicFramePr/>
          <p:nvPr>
            <p:extLst>
              <p:ext uri="{D42A27DB-BD31-4B8C-83A1-F6EECF244321}">
                <p14:modId xmlns:p14="http://schemas.microsoft.com/office/powerpoint/2010/main" val="4000828377"/>
              </p:ext>
            </p:extLst>
          </p:nvPr>
        </p:nvGraphicFramePr>
        <p:xfrm>
          <a:off x="479424" y="2198669"/>
          <a:ext cx="1115743" cy="1097451"/>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platzhalter 12">
            <a:extLst>
              <a:ext uri="{FF2B5EF4-FFF2-40B4-BE49-F238E27FC236}">
                <a16:creationId xmlns:a16="http://schemas.microsoft.com/office/drawing/2014/main" id="{FCCB0F5F-3EBF-6A76-3775-4A896AE542F2}"/>
              </a:ext>
            </a:extLst>
          </p:cNvPr>
          <p:cNvSpPr txBox="1">
            <a:spLocks/>
          </p:cNvSpPr>
          <p:nvPr/>
        </p:nvSpPr>
        <p:spPr>
          <a:xfrm>
            <a:off x="1749197" y="2198669"/>
            <a:ext cx="1359128" cy="1173892"/>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latin typeface="BarmeniaGothaer Offc" panose="020B0503020204020204" pitchFamily="34" charset="0"/>
              </a:rPr>
              <a:t>Nach</a:t>
            </a:r>
            <a:br>
              <a:rPr lang="de-DE" dirty="0">
                <a:latin typeface="BarmeniaGothaer Offc" panose="020B0503020204020204" pitchFamily="34" charset="0"/>
              </a:rPr>
            </a:br>
            <a:r>
              <a:rPr lang="de-DE" dirty="0">
                <a:latin typeface="BarmeniaGothaer Offc" panose="020B0503020204020204" pitchFamily="34" charset="0"/>
              </a:rPr>
              <a:t>zweimaligem Klicken auf die Diagrammfläche lässt sich die Farbe ändern</a:t>
            </a:r>
          </a:p>
        </p:txBody>
      </p:sp>
      <p:sp>
        <p:nvSpPr>
          <p:cNvPr id="9" name="Textplatzhalter 12">
            <a:extLst>
              <a:ext uri="{FF2B5EF4-FFF2-40B4-BE49-F238E27FC236}">
                <a16:creationId xmlns:a16="http://schemas.microsoft.com/office/drawing/2014/main" id="{DA2E3B0E-B22E-93A6-9CFF-C89123400067}"/>
              </a:ext>
            </a:extLst>
          </p:cNvPr>
          <p:cNvSpPr txBox="1">
            <a:spLocks/>
          </p:cNvSpPr>
          <p:nvPr/>
        </p:nvSpPr>
        <p:spPr>
          <a:xfrm>
            <a:off x="479424" y="3310813"/>
            <a:ext cx="1193458" cy="30178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sz="1600" dirty="0">
                <a:latin typeface="BarmeniaGothaer Offc Medium" panose="020B0603020204020204" pitchFamily="34" charset="0"/>
              </a:rPr>
              <a:t>+8%</a:t>
            </a:r>
          </a:p>
        </p:txBody>
      </p:sp>
      <p:sp>
        <p:nvSpPr>
          <p:cNvPr id="10" name="Textplatzhalter 12">
            <a:extLst>
              <a:ext uri="{FF2B5EF4-FFF2-40B4-BE49-F238E27FC236}">
                <a16:creationId xmlns:a16="http://schemas.microsoft.com/office/drawing/2014/main" id="{79DC6CF7-F2F0-A7CB-86BD-4FAF3B39AE75}"/>
              </a:ext>
            </a:extLst>
          </p:cNvPr>
          <p:cNvSpPr txBox="1">
            <a:spLocks/>
          </p:cNvSpPr>
          <p:nvPr/>
        </p:nvSpPr>
        <p:spPr>
          <a:xfrm>
            <a:off x="479423" y="1581293"/>
            <a:ext cx="11233152" cy="454045"/>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latin typeface="BarmeniaGothaer Offc Medium" panose="020B0603020204020204" pitchFamily="34" charset="0"/>
              </a:rPr>
              <a:t>Kurze Überschrift, </a:t>
            </a:r>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r>
              <a:rPr lang="de-DE" dirty="0">
                <a:latin typeface="BarmeniaGothaer Offc Medium" panose="020B0603020204020204" pitchFamily="34" charset="0"/>
              </a:rPr>
              <a:t> </a:t>
            </a:r>
            <a:r>
              <a:rPr lang="de-DE" dirty="0" err="1">
                <a:latin typeface="BarmeniaGothaer Offc Medium" panose="020B0603020204020204" pitchFamily="34" charset="0"/>
              </a:rPr>
              <a:t>sit</a:t>
            </a:r>
            <a:r>
              <a:rPr lang="de-DE" dirty="0">
                <a:latin typeface="BarmeniaGothaer Offc Medium" panose="020B0603020204020204" pitchFamily="34" charset="0"/>
              </a:rPr>
              <a:t> </a:t>
            </a:r>
            <a:r>
              <a:rPr lang="de-DE" dirty="0" err="1">
                <a:latin typeface="BarmeniaGothaer Offc Medium" panose="020B0603020204020204" pitchFamily="34" charset="0"/>
              </a:rPr>
              <a:t>amet</a:t>
            </a:r>
            <a:r>
              <a:rPr lang="de-DE" dirty="0">
                <a:latin typeface="BarmeniaGothaer Offc Medium" panose="020B0603020204020204" pitchFamily="34" charset="0"/>
              </a:rPr>
              <a:t>.</a:t>
            </a:r>
          </a:p>
        </p:txBody>
      </p:sp>
      <p:sp>
        <p:nvSpPr>
          <p:cNvPr id="13" name="Abgerundetes Rechteck 12">
            <a:extLst>
              <a:ext uri="{FF2B5EF4-FFF2-40B4-BE49-F238E27FC236}">
                <a16:creationId xmlns:a16="http://schemas.microsoft.com/office/drawing/2014/main" id="{43886066-C271-3A43-BDBB-CF96B4997BF1}"/>
              </a:ext>
            </a:extLst>
          </p:cNvPr>
          <p:cNvSpPr/>
          <p:nvPr/>
        </p:nvSpPr>
        <p:spPr>
          <a:xfrm>
            <a:off x="235200" y="5516563"/>
            <a:ext cx="11721600" cy="433387"/>
          </a:xfrm>
          <a:prstGeom prst="round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8" name="Gruppieren 17">
            <a:extLst>
              <a:ext uri="{FF2B5EF4-FFF2-40B4-BE49-F238E27FC236}">
                <a16:creationId xmlns:a16="http://schemas.microsoft.com/office/drawing/2014/main" id="{4D6CFB9C-403D-BABB-1861-C86E67838061}"/>
              </a:ext>
            </a:extLst>
          </p:cNvPr>
          <p:cNvGrpSpPr/>
          <p:nvPr/>
        </p:nvGrpSpPr>
        <p:grpSpPr>
          <a:xfrm>
            <a:off x="504399" y="5606398"/>
            <a:ext cx="1729135" cy="249413"/>
            <a:chOff x="504399" y="5606398"/>
            <a:chExt cx="1729135" cy="249413"/>
          </a:xfrm>
        </p:grpSpPr>
        <p:sp>
          <p:nvSpPr>
            <p:cNvPr id="14" name="Oval 13">
              <a:extLst>
                <a:ext uri="{FF2B5EF4-FFF2-40B4-BE49-F238E27FC236}">
                  <a16:creationId xmlns:a16="http://schemas.microsoft.com/office/drawing/2014/main" id="{44C053CA-EEF1-96ED-41D0-9B8F4B61F5A4}"/>
                </a:ext>
              </a:extLst>
            </p:cNvPr>
            <p:cNvSpPr/>
            <p:nvPr/>
          </p:nvSpPr>
          <p:spPr>
            <a:xfrm>
              <a:off x="504399" y="5610702"/>
              <a:ext cx="245109" cy="2451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5" name="Textplatzhalter 12">
              <a:extLst>
                <a:ext uri="{FF2B5EF4-FFF2-40B4-BE49-F238E27FC236}">
                  <a16:creationId xmlns:a16="http://schemas.microsoft.com/office/drawing/2014/main" id="{C16E00A7-FE07-6D33-04AD-4FEB99055391}"/>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Lorem</a:t>
              </a:r>
              <a:r>
                <a:rPr lang="de-DE" sz="1050" dirty="0">
                  <a:latin typeface="BarmeniaGothaer Offc" panose="020B0503020204020204" pitchFamily="34" charset="0"/>
                </a:rPr>
                <a:t> </a:t>
              </a:r>
              <a:r>
                <a:rPr lang="de-DE" sz="1050" dirty="0" err="1">
                  <a:latin typeface="BarmeniaGothaer Offc" panose="020B0503020204020204" pitchFamily="34" charset="0"/>
                </a:rPr>
                <a:t>ipsum</a:t>
              </a:r>
              <a:r>
                <a:rPr lang="de-DE" sz="1050" dirty="0">
                  <a:latin typeface="BarmeniaGothaer Offc" panose="020B0503020204020204" pitchFamily="34" charset="0"/>
                </a:rPr>
                <a:t> </a:t>
              </a:r>
              <a:r>
                <a:rPr lang="de-DE" sz="1050" dirty="0" err="1">
                  <a:latin typeface="BarmeniaGothaer Offc" panose="020B0503020204020204" pitchFamily="34" charset="0"/>
                </a:rPr>
                <a:t>dolor</a:t>
              </a:r>
              <a:r>
                <a:rPr lang="de-DE" sz="1050" dirty="0">
                  <a:latin typeface="BarmeniaGothaer Offc" panose="020B0503020204020204" pitchFamily="34" charset="0"/>
                </a:rPr>
                <a:t> </a:t>
              </a:r>
              <a:br>
                <a:rPr lang="de-DE" sz="1050" dirty="0">
                  <a:latin typeface="BarmeniaGothaer Offc" panose="020B0503020204020204" pitchFamily="34" charset="0"/>
                </a:rPr>
              </a:br>
              <a:r>
                <a:rPr lang="de-DE" sz="1050" dirty="0" err="1">
                  <a:latin typeface="BarmeniaGothaer Offc" panose="020B0503020204020204" pitchFamily="34" charset="0"/>
                </a:rPr>
                <a:t>sit</a:t>
              </a:r>
              <a:r>
                <a:rPr lang="de-DE" sz="1050" dirty="0">
                  <a:latin typeface="BarmeniaGothaer Offc" panose="020B0503020204020204" pitchFamily="34" charset="0"/>
                </a:rPr>
                <a:t> </a:t>
              </a:r>
              <a:r>
                <a:rPr lang="de-DE" sz="1050" dirty="0" err="1">
                  <a:latin typeface="BarmeniaGothaer Offc" panose="020B0503020204020204" pitchFamily="34" charset="0"/>
                </a:rPr>
                <a:t>amet</a:t>
              </a:r>
              <a:endParaRPr lang="de-DE" sz="1050" dirty="0">
                <a:latin typeface="BarmeniaGothaer Offc" panose="020B0503020204020204" pitchFamily="34" charset="0"/>
              </a:endParaRPr>
            </a:p>
          </p:txBody>
        </p:sp>
      </p:grpSp>
      <p:grpSp>
        <p:nvGrpSpPr>
          <p:cNvPr id="19" name="Gruppieren 18">
            <a:extLst>
              <a:ext uri="{FF2B5EF4-FFF2-40B4-BE49-F238E27FC236}">
                <a16:creationId xmlns:a16="http://schemas.microsoft.com/office/drawing/2014/main" id="{F35A7A27-C51E-1DEB-621C-889690703F5E}"/>
              </a:ext>
            </a:extLst>
          </p:cNvPr>
          <p:cNvGrpSpPr/>
          <p:nvPr/>
        </p:nvGrpSpPr>
        <p:grpSpPr>
          <a:xfrm>
            <a:off x="2400207" y="5606398"/>
            <a:ext cx="1729135" cy="249413"/>
            <a:chOff x="504399" y="5606398"/>
            <a:chExt cx="1729135" cy="249413"/>
          </a:xfrm>
        </p:grpSpPr>
        <p:sp>
          <p:nvSpPr>
            <p:cNvPr id="20" name="Oval 19">
              <a:extLst>
                <a:ext uri="{FF2B5EF4-FFF2-40B4-BE49-F238E27FC236}">
                  <a16:creationId xmlns:a16="http://schemas.microsoft.com/office/drawing/2014/main" id="{7DFCB0E4-908C-DD02-A05C-28CEFCB56DA0}"/>
                </a:ext>
              </a:extLst>
            </p:cNvPr>
            <p:cNvSpPr/>
            <p:nvPr/>
          </p:nvSpPr>
          <p:spPr>
            <a:xfrm>
              <a:off x="504399" y="5610702"/>
              <a:ext cx="245109" cy="245109"/>
            </a:xfrm>
            <a:prstGeom prst="ellips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Textplatzhalter 12">
              <a:extLst>
                <a:ext uri="{FF2B5EF4-FFF2-40B4-BE49-F238E27FC236}">
                  <a16:creationId xmlns:a16="http://schemas.microsoft.com/office/drawing/2014/main" id="{AEFFE3D5-F904-39E5-B787-AC4CF8304AB1}"/>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Lorem</a:t>
              </a:r>
              <a:r>
                <a:rPr lang="de-DE" sz="1050" dirty="0">
                  <a:latin typeface="BarmeniaGothaer Offc" panose="020B0503020204020204" pitchFamily="34" charset="0"/>
                </a:rPr>
                <a:t> </a:t>
              </a:r>
              <a:r>
                <a:rPr lang="de-DE" sz="1050" dirty="0" err="1">
                  <a:latin typeface="BarmeniaGothaer Offc" panose="020B0503020204020204" pitchFamily="34" charset="0"/>
                </a:rPr>
                <a:t>ipsum</a:t>
              </a:r>
              <a:r>
                <a:rPr lang="de-DE" sz="1050" dirty="0">
                  <a:latin typeface="BarmeniaGothaer Offc" panose="020B0503020204020204" pitchFamily="34" charset="0"/>
                </a:rPr>
                <a:t> </a:t>
              </a:r>
              <a:r>
                <a:rPr lang="de-DE" sz="1050" dirty="0" err="1">
                  <a:latin typeface="BarmeniaGothaer Offc" panose="020B0503020204020204" pitchFamily="34" charset="0"/>
                </a:rPr>
                <a:t>dolor</a:t>
              </a:r>
              <a:r>
                <a:rPr lang="de-DE" sz="1050" dirty="0">
                  <a:latin typeface="BarmeniaGothaer Offc" panose="020B0503020204020204" pitchFamily="34" charset="0"/>
                </a:rPr>
                <a:t> </a:t>
              </a:r>
              <a:br>
                <a:rPr lang="de-DE" sz="1050" dirty="0">
                  <a:latin typeface="BarmeniaGothaer Offc" panose="020B0503020204020204" pitchFamily="34" charset="0"/>
                </a:rPr>
              </a:br>
              <a:r>
                <a:rPr lang="de-DE" sz="1050" dirty="0" err="1">
                  <a:latin typeface="BarmeniaGothaer Offc" panose="020B0503020204020204" pitchFamily="34" charset="0"/>
                </a:rPr>
                <a:t>sit</a:t>
              </a:r>
              <a:r>
                <a:rPr lang="de-DE" sz="1050" dirty="0">
                  <a:latin typeface="BarmeniaGothaer Offc" panose="020B0503020204020204" pitchFamily="34" charset="0"/>
                </a:rPr>
                <a:t> </a:t>
              </a:r>
              <a:r>
                <a:rPr lang="de-DE" sz="1050" dirty="0" err="1">
                  <a:latin typeface="BarmeniaGothaer Offc" panose="020B0503020204020204" pitchFamily="34" charset="0"/>
                </a:rPr>
                <a:t>amet</a:t>
              </a:r>
              <a:endParaRPr lang="de-DE" sz="1050" dirty="0">
                <a:latin typeface="BarmeniaGothaer Offc" panose="020B0503020204020204" pitchFamily="34" charset="0"/>
              </a:endParaRPr>
            </a:p>
          </p:txBody>
        </p:sp>
      </p:grpSp>
      <p:grpSp>
        <p:nvGrpSpPr>
          <p:cNvPr id="22" name="Gruppieren 21">
            <a:extLst>
              <a:ext uri="{FF2B5EF4-FFF2-40B4-BE49-F238E27FC236}">
                <a16:creationId xmlns:a16="http://schemas.microsoft.com/office/drawing/2014/main" id="{6474A1E0-D00E-B5D2-BE22-E767981BE7C2}"/>
              </a:ext>
            </a:extLst>
          </p:cNvPr>
          <p:cNvGrpSpPr/>
          <p:nvPr/>
        </p:nvGrpSpPr>
        <p:grpSpPr>
          <a:xfrm>
            <a:off x="4296015" y="5606398"/>
            <a:ext cx="1729135" cy="249413"/>
            <a:chOff x="504399" y="5606398"/>
            <a:chExt cx="1729135" cy="249413"/>
          </a:xfrm>
        </p:grpSpPr>
        <p:sp>
          <p:nvSpPr>
            <p:cNvPr id="23" name="Oval 22">
              <a:extLst>
                <a:ext uri="{FF2B5EF4-FFF2-40B4-BE49-F238E27FC236}">
                  <a16:creationId xmlns:a16="http://schemas.microsoft.com/office/drawing/2014/main" id="{A84E0EB5-F86C-2093-55BE-225683358F10}"/>
                </a:ext>
              </a:extLst>
            </p:cNvPr>
            <p:cNvSpPr/>
            <p:nvPr/>
          </p:nvSpPr>
          <p:spPr>
            <a:xfrm>
              <a:off x="504399" y="5610702"/>
              <a:ext cx="245109" cy="245109"/>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4" name="Textplatzhalter 12">
              <a:extLst>
                <a:ext uri="{FF2B5EF4-FFF2-40B4-BE49-F238E27FC236}">
                  <a16:creationId xmlns:a16="http://schemas.microsoft.com/office/drawing/2014/main" id="{F01107E2-8C04-2E3A-EAC3-DCA4B395A294}"/>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Lorem</a:t>
              </a:r>
              <a:r>
                <a:rPr lang="de-DE" sz="1050" dirty="0">
                  <a:latin typeface="BarmeniaGothaer Offc" panose="020B0503020204020204" pitchFamily="34" charset="0"/>
                </a:rPr>
                <a:t> </a:t>
              </a:r>
              <a:r>
                <a:rPr lang="de-DE" sz="1050" dirty="0" err="1">
                  <a:latin typeface="BarmeniaGothaer Offc" panose="020B0503020204020204" pitchFamily="34" charset="0"/>
                </a:rPr>
                <a:t>ipsum</a:t>
              </a:r>
              <a:r>
                <a:rPr lang="de-DE" sz="1050" dirty="0">
                  <a:latin typeface="BarmeniaGothaer Offc" panose="020B0503020204020204" pitchFamily="34" charset="0"/>
                </a:rPr>
                <a:t> </a:t>
              </a:r>
              <a:r>
                <a:rPr lang="de-DE" sz="1050" dirty="0" err="1">
                  <a:latin typeface="BarmeniaGothaer Offc" panose="020B0503020204020204" pitchFamily="34" charset="0"/>
                </a:rPr>
                <a:t>dolor</a:t>
              </a:r>
              <a:r>
                <a:rPr lang="de-DE" sz="1050" dirty="0">
                  <a:latin typeface="BarmeniaGothaer Offc" panose="020B0503020204020204" pitchFamily="34" charset="0"/>
                </a:rPr>
                <a:t> </a:t>
              </a:r>
              <a:br>
                <a:rPr lang="de-DE" sz="1050" dirty="0">
                  <a:latin typeface="BarmeniaGothaer Offc" panose="020B0503020204020204" pitchFamily="34" charset="0"/>
                </a:rPr>
              </a:br>
              <a:r>
                <a:rPr lang="de-DE" sz="1050" dirty="0" err="1">
                  <a:latin typeface="BarmeniaGothaer Offc" panose="020B0503020204020204" pitchFamily="34" charset="0"/>
                </a:rPr>
                <a:t>sit</a:t>
              </a:r>
              <a:r>
                <a:rPr lang="de-DE" sz="1050" dirty="0">
                  <a:latin typeface="BarmeniaGothaer Offc" panose="020B0503020204020204" pitchFamily="34" charset="0"/>
                </a:rPr>
                <a:t> </a:t>
              </a:r>
              <a:r>
                <a:rPr lang="de-DE" sz="1050" dirty="0" err="1">
                  <a:latin typeface="BarmeniaGothaer Offc" panose="020B0503020204020204" pitchFamily="34" charset="0"/>
                </a:rPr>
                <a:t>amet</a:t>
              </a:r>
              <a:endParaRPr lang="de-DE" sz="1050" dirty="0">
                <a:latin typeface="BarmeniaGothaer Offc" panose="020B0503020204020204" pitchFamily="34" charset="0"/>
              </a:endParaRPr>
            </a:p>
          </p:txBody>
        </p:sp>
      </p:grpSp>
      <p:grpSp>
        <p:nvGrpSpPr>
          <p:cNvPr id="25" name="Gruppieren 24">
            <a:extLst>
              <a:ext uri="{FF2B5EF4-FFF2-40B4-BE49-F238E27FC236}">
                <a16:creationId xmlns:a16="http://schemas.microsoft.com/office/drawing/2014/main" id="{8A463B48-1629-306D-2A59-8D9AEE328E7C}"/>
              </a:ext>
            </a:extLst>
          </p:cNvPr>
          <p:cNvGrpSpPr/>
          <p:nvPr/>
        </p:nvGrpSpPr>
        <p:grpSpPr>
          <a:xfrm>
            <a:off x="6191823" y="5606398"/>
            <a:ext cx="1729135" cy="249413"/>
            <a:chOff x="504399" y="5606398"/>
            <a:chExt cx="1729135" cy="249413"/>
          </a:xfrm>
        </p:grpSpPr>
        <p:sp>
          <p:nvSpPr>
            <p:cNvPr id="26" name="Oval 25">
              <a:extLst>
                <a:ext uri="{FF2B5EF4-FFF2-40B4-BE49-F238E27FC236}">
                  <a16:creationId xmlns:a16="http://schemas.microsoft.com/office/drawing/2014/main" id="{435FC20E-0713-79B2-5A9D-59DF6E717634}"/>
                </a:ext>
              </a:extLst>
            </p:cNvPr>
            <p:cNvSpPr/>
            <p:nvPr/>
          </p:nvSpPr>
          <p:spPr>
            <a:xfrm>
              <a:off x="504399" y="5610702"/>
              <a:ext cx="245109" cy="245109"/>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2">
              <a:extLst>
                <a:ext uri="{FF2B5EF4-FFF2-40B4-BE49-F238E27FC236}">
                  <a16:creationId xmlns:a16="http://schemas.microsoft.com/office/drawing/2014/main" id="{05F7FD2E-99B4-6C3B-EB07-A94AA72A5106}"/>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Lorem</a:t>
              </a:r>
              <a:r>
                <a:rPr lang="de-DE" sz="1050" dirty="0">
                  <a:latin typeface="BarmeniaGothaer Offc" panose="020B0503020204020204" pitchFamily="34" charset="0"/>
                </a:rPr>
                <a:t> </a:t>
              </a:r>
              <a:r>
                <a:rPr lang="de-DE" sz="1050" dirty="0" err="1">
                  <a:latin typeface="BarmeniaGothaer Offc" panose="020B0503020204020204" pitchFamily="34" charset="0"/>
                </a:rPr>
                <a:t>ipsum</a:t>
              </a:r>
              <a:r>
                <a:rPr lang="de-DE" sz="1050" dirty="0">
                  <a:latin typeface="BarmeniaGothaer Offc" panose="020B0503020204020204" pitchFamily="34" charset="0"/>
                </a:rPr>
                <a:t> </a:t>
              </a:r>
              <a:r>
                <a:rPr lang="de-DE" sz="1050" dirty="0" err="1">
                  <a:latin typeface="BarmeniaGothaer Offc" panose="020B0503020204020204" pitchFamily="34" charset="0"/>
                </a:rPr>
                <a:t>dolor</a:t>
              </a:r>
              <a:r>
                <a:rPr lang="de-DE" sz="1050" dirty="0">
                  <a:latin typeface="BarmeniaGothaer Offc" panose="020B0503020204020204" pitchFamily="34" charset="0"/>
                </a:rPr>
                <a:t> </a:t>
              </a:r>
              <a:br>
                <a:rPr lang="de-DE" sz="1050" dirty="0">
                  <a:latin typeface="BarmeniaGothaer Offc" panose="020B0503020204020204" pitchFamily="34" charset="0"/>
                </a:rPr>
              </a:br>
              <a:r>
                <a:rPr lang="de-DE" sz="1050" dirty="0" err="1">
                  <a:latin typeface="BarmeniaGothaer Offc" panose="020B0503020204020204" pitchFamily="34" charset="0"/>
                </a:rPr>
                <a:t>sit</a:t>
              </a:r>
              <a:r>
                <a:rPr lang="de-DE" sz="1050" dirty="0">
                  <a:latin typeface="BarmeniaGothaer Offc" panose="020B0503020204020204" pitchFamily="34" charset="0"/>
                </a:rPr>
                <a:t> </a:t>
              </a:r>
              <a:r>
                <a:rPr lang="de-DE" sz="1050" dirty="0" err="1">
                  <a:latin typeface="BarmeniaGothaer Offc" panose="020B0503020204020204" pitchFamily="34" charset="0"/>
                </a:rPr>
                <a:t>amet</a:t>
              </a:r>
              <a:endParaRPr lang="de-DE" sz="1050" dirty="0">
                <a:latin typeface="BarmeniaGothaer Offc" panose="020B0503020204020204" pitchFamily="34" charset="0"/>
              </a:endParaRPr>
            </a:p>
          </p:txBody>
        </p:sp>
      </p:grpSp>
      <p:grpSp>
        <p:nvGrpSpPr>
          <p:cNvPr id="29" name="Gruppieren 28">
            <a:extLst>
              <a:ext uri="{FF2B5EF4-FFF2-40B4-BE49-F238E27FC236}">
                <a16:creationId xmlns:a16="http://schemas.microsoft.com/office/drawing/2014/main" id="{3120D2EB-841F-474F-8F66-A242F1B0AE1C}"/>
              </a:ext>
            </a:extLst>
          </p:cNvPr>
          <p:cNvGrpSpPr/>
          <p:nvPr/>
        </p:nvGrpSpPr>
        <p:grpSpPr>
          <a:xfrm>
            <a:off x="8087631" y="5606398"/>
            <a:ext cx="1729135" cy="249413"/>
            <a:chOff x="504399" y="5606398"/>
            <a:chExt cx="1729135" cy="249413"/>
          </a:xfrm>
        </p:grpSpPr>
        <p:sp>
          <p:nvSpPr>
            <p:cNvPr id="30" name="Oval 29">
              <a:extLst>
                <a:ext uri="{FF2B5EF4-FFF2-40B4-BE49-F238E27FC236}">
                  <a16:creationId xmlns:a16="http://schemas.microsoft.com/office/drawing/2014/main" id="{B69447E9-BBCB-6462-D00B-1F768B614378}"/>
                </a:ext>
              </a:extLst>
            </p:cNvPr>
            <p:cNvSpPr/>
            <p:nvPr/>
          </p:nvSpPr>
          <p:spPr>
            <a:xfrm>
              <a:off x="504399" y="5610702"/>
              <a:ext cx="245109" cy="245109"/>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1" name="Textplatzhalter 12">
              <a:extLst>
                <a:ext uri="{FF2B5EF4-FFF2-40B4-BE49-F238E27FC236}">
                  <a16:creationId xmlns:a16="http://schemas.microsoft.com/office/drawing/2014/main" id="{4E693056-6966-1557-67BF-B027FC7C614F}"/>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Lorem</a:t>
              </a:r>
              <a:r>
                <a:rPr lang="de-DE" sz="1050" dirty="0">
                  <a:latin typeface="BarmeniaGothaer Offc" panose="020B0503020204020204" pitchFamily="34" charset="0"/>
                </a:rPr>
                <a:t> </a:t>
              </a:r>
              <a:r>
                <a:rPr lang="de-DE" sz="1050" dirty="0" err="1">
                  <a:latin typeface="BarmeniaGothaer Offc" panose="020B0503020204020204" pitchFamily="34" charset="0"/>
                </a:rPr>
                <a:t>ipsum</a:t>
              </a:r>
              <a:r>
                <a:rPr lang="de-DE" sz="1050" dirty="0">
                  <a:latin typeface="BarmeniaGothaer Offc" panose="020B0503020204020204" pitchFamily="34" charset="0"/>
                </a:rPr>
                <a:t> </a:t>
              </a:r>
              <a:r>
                <a:rPr lang="de-DE" sz="1050" dirty="0" err="1">
                  <a:latin typeface="BarmeniaGothaer Offc" panose="020B0503020204020204" pitchFamily="34" charset="0"/>
                </a:rPr>
                <a:t>dolor</a:t>
              </a:r>
              <a:r>
                <a:rPr lang="de-DE" sz="1050" dirty="0">
                  <a:latin typeface="BarmeniaGothaer Offc" panose="020B0503020204020204" pitchFamily="34" charset="0"/>
                </a:rPr>
                <a:t> </a:t>
              </a:r>
              <a:br>
                <a:rPr lang="de-DE" sz="1050" dirty="0">
                  <a:latin typeface="BarmeniaGothaer Offc" panose="020B0503020204020204" pitchFamily="34" charset="0"/>
                </a:rPr>
              </a:br>
              <a:r>
                <a:rPr lang="de-DE" sz="1050" dirty="0" err="1">
                  <a:latin typeface="BarmeniaGothaer Offc" panose="020B0503020204020204" pitchFamily="34" charset="0"/>
                </a:rPr>
                <a:t>sit</a:t>
              </a:r>
              <a:r>
                <a:rPr lang="de-DE" sz="1050" dirty="0">
                  <a:latin typeface="BarmeniaGothaer Offc" panose="020B0503020204020204" pitchFamily="34" charset="0"/>
                </a:rPr>
                <a:t> </a:t>
              </a:r>
              <a:r>
                <a:rPr lang="de-DE" sz="1050" dirty="0" err="1">
                  <a:latin typeface="BarmeniaGothaer Offc" panose="020B0503020204020204" pitchFamily="34" charset="0"/>
                </a:rPr>
                <a:t>amet</a:t>
              </a:r>
              <a:endParaRPr lang="de-DE" sz="1050" dirty="0">
                <a:latin typeface="BarmeniaGothaer Offc" panose="020B0503020204020204" pitchFamily="34" charset="0"/>
              </a:endParaRPr>
            </a:p>
          </p:txBody>
        </p:sp>
      </p:grpSp>
      <p:grpSp>
        <p:nvGrpSpPr>
          <p:cNvPr id="33" name="Gruppieren 32">
            <a:extLst>
              <a:ext uri="{FF2B5EF4-FFF2-40B4-BE49-F238E27FC236}">
                <a16:creationId xmlns:a16="http://schemas.microsoft.com/office/drawing/2014/main" id="{0CB3C682-6C63-986F-BA7C-AA20D5A5712F}"/>
              </a:ext>
            </a:extLst>
          </p:cNvPr>
          <p:cNvGrpSpPr/>
          <p:nvPr/>
        </p:nvGrpSpPr>
        <p:grpSpPr>
          <a:xfrm>
            <a:off x="9983440" y="5606398"/>
            <a:ext cx="1729135" cy="249413"/>
            <a:chOff x="504399" y="5606398"/>
            <a:chExt cx="1729135" cy="249413"/>
          </a:xfrm>
        </p:grpSpPr>
        <p:sp>
          <p:nvSpPr>
            <p:cNvPr id="34" name="Oval 33">
              <a:extLst>
                <a:ext uri="{FF2B5EF4-FFF2-40B4-BE49-F238E27FC236}">
                  <a16:creationId xmlns:a16="http://schemas.microsoft.com/office/drawing/2014/main" id="{66AE49BE-BC42-DE3C-045C-40628BBBCA4B}"/>
                </a:ext>
              </a:extLst>
            </p:cNvPr>
            <p:cNvSpPr/>
            <p:nvPr/>
          </p:nvSpPr>
          <p:spPr>
            <a:xfrm>
              <a:off x="504399" y="5610702"/>
              <a:ext cx="245109" cy="245109"/>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2">
              <a:extLst>
                <a:ext uri="{FF2B5EF4-FFF2-40B4-BE49-F238E27FC236}">
                  <a16:creationId xmlns:a16="http://schemas.microsoft.com/office/drawing/2014/main" id="{170728C5-4DE9-63BB-59CA-B5790B1F9DF5}"/>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Lorem</a:t>
              </a:r>
              <a:r>
                <a:rPr lang="de-DE" sz="1050" dirty="0">
                  <a:latin typeface="BarmeniaGothaer Offc" panose="020B0503020204020204" pitchFamily="34" charset="0"/>
                </a:rPr>
                <a:t> </a:t>
              </a:r>
              <a:r>
                <a:rPr lang="de-DE" sz="1050" dirty="0" err="1">
                  <a:latin typeface="BarmeniaGothaer Offc" panose="020B0503020204020204" pitchFamily="34" charset="0"/>
                </a:rPr>
                <a:t>ipsum</a:t>
              </a:r>
              <a:r>
                <a:rPr lang="de-DE" sz="1050" dirty="0">
                  <a:latin typeface="BarmeniaGothaer Offc" panose="020B0503020204020204" pitchFamily="34" charset="0"/>
                </a:rPr>
                <a:t> </a:t>
              </a:r>
              <a:r>
                <a:rPr lang="de-DE" sz="1050" dirty="0" err="1">
                  <a:latin typeface="BarmeniaGothaer Offc" panose="020B0503020204020204" pitchFamily="34" charset="0"/>
                </a:rPr>
                <a:t>dolor</a:t>
              </a:r>
              <a:r>
                <a:rPr lang="de-DE" sz="1050" dirty="0">
                  <a:latin typeface="BarmeniaGothaer Offc" panose="020B0503020204020204" pitchFamily="34" charset="0"/>
                </a:rPr>
                <a:t> </a:t>
              </a:r>
              <a:br>
                <a:rPr lang="de-DE" sz="1050" dirty="0">
                  <a:latin typeface="BarmeniaGothaer Offc" panose="020B0503020204020204" pitchFamily="34" charset="0"/>
                </a:rPr>
              </a:br>
              <a:r>
                <a:rPr lang="de-DE" sz="1050" dirty="0" err="1">
                  <a:latin typeface="BarmeniaGothaer Offc" panose="020B0503020204020204" pitchFamily="34" charset="0"/>
                </a:rPr>
                <a:t>sit</a:t>
              </a:r>
              <a:r>
                <a:rPr lang="de-DE" sz="1050" dirty="0">
                  <a:latin typeface="BarmeniaGothaer Offc" panose="020B0503020204020204" pitchFamily="34" charset="0"/>
                </a:rPr>
                <a:t> </a:t>
              </a:r>
              <a:r>
                <a:rPr lang="de-DE" sz="1050" dirty="0" err="1">
                  <a:latin typeface="BarmeniaGothaer Offc" panose="020B0503020204020204" pitchFamily="34" charset="0"/>
                </a:rPr>
                <a:t>amet</a:t>
              </a:r>
              <a:endParaRPr lang="de-DE" sz="1050" dirty="0">
                <a:latin typeface="BarmeniaGothaer Offc" panose="020B0503020204020204" pitchFamily="34" charset="0"/>
              </a:endParaRPr>
            </a:p>
          </p:txBody>
        </p:sp>
      </p:grpSp>
      <p:sp>
        <p:nvSpPr>
          <p:cNvPr id="41" name="Textplatzhalter 12">
            <a:extLst>
              <a:ext uri="{FF2B5EF4-FFF2-40B4-BE49-F238E27FC236}">
                <a16:creationId xmlns:a16="http://schemas.microsoft.com/office/drawing/2014/main" id="{5F4B3DB9-662F-9225-CCAA-24EA737E2FC5}"/>
              </a:ext>
            </a:extLst>
          </p:cNvPr>
          <p:cNvSpPr txBox="1">
            <a:spLocks/>
          </p:cNvSpPr>
          <p:nvPr/>
        </p:nvSpPr>
        <p:spPr>
          <a:xfrm>
            <a:off x="1749197" y="3963204"/>
            <a:ext cx="1359128" cy="1173892"/>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a:t>
            </a:r>
          </a:p>
        </p:txBody>
      </p:sp>
      <p:sp>
        <p:nvSpPr>
          <p:cNvPr id="45" name="Textplatzhalter 12">
            <a:extLst>
              <a:ext uri="{FF2B5EF4-FFF2-40B4-BE49-F238E27FC236}">
                <a16:creationId xmlns:a16="http://schemas.microsoft.com/office/drawing/2014/main" id="{7CB0C0AA-0ED7-2BC3-A5D8-C2760E8C83AE}"/>
              </a:ext>
            </a:extLst>
          </p:cNvPr>
          <p:cNvSpPr txBox="1">
            <a:spLocks/>
          </p:cNvSpPr>
          <p:nvPr/>
        </p:nvSpPr>
        <p:spPr>
          <a:xfrm>
            <a:off x="479424" y="5075348"/>
            <a:ext cx="1193458" cy="30178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sz="1600" dirty="0">
                <a:latin typeface="BarmeniaGothaer Offc Medium" panose="020B0603020204020204" pitchFamily="34" charset="0"/>
              </a:rPr>
              <a:t>-15%</a:t>
            </a:r>
          </a:p>
        </p:txBody>
      </p:sp>
      <p:graphicFrame>
        <p:nvGraphicFramePr>
          <p:cNvPr id="82" name="Diagramm 81">
            <a:extLst>
              <a:ext uri="{FF2B5EF4-FFF2-40B4-BE49-F238E27FC236}">
                <a16:creationId xmlns:a16="http://schemas.microsoft.com/office/drawing/2014/main" id="{E244B61D-9FED-24B1-5377-6B934BE3F301}"/>
              </a:ext>
            </a:extLst>
          </p:cNvPr>
          <p:cNvGraphicFramePr/>
          <p:nvPr/>
        </p:nvGraphicFramePr>
        <p:xfrm>
          <a:off x="3326797" y="2198669"/>
          <a:ext cx="1115743" cy="1097451"/>
        </p:xfrm>
        <a:graphic>
          <a:graphicData uri="http://schemas.openxmlformats.org/drawingml/2006/chart">
            <c:chart xmlns:c="http://schemas.openxmlformats.org/drawingml/2006/chart" xmlns:r="http://schemas.openxmlformats.org/officeDocument/2006/relationships" r:id="rId6"/>
          </a:graphicData>
        </a:graphic>
      </p:graphicFrame>
      <p:sp>
        <p:nvSpPr>
          <p:cNvPr id="83" name="Textplatzhalter 12">
            <a:extLst>
              <a:ext uri="{FF2B5EF4-FFF2-40B4-BE49-F238E27FC236}">
                <a16:creationId xmlns:a16="http://schemas.microsoft.com/office/drawing/2014/main" id="{13EC93A1-B7A2-E270-AD22-DF98ED47F058}"/>
              </a:ext>
            </a:extLst>
          </p:cNvPr>
          <p:cNvSpPr txBox="1">
            <a:spLocks/>
          </p:cNvSpPr>
          <p:nvPr/>
        </p:nvSpPr>
        <p:spPr>
          <a:xfrm>
            <a:off x="4596570" y="2198669"/>
            <a:ext cx="1359128" cy="1173892"/>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a:t>
            </a:r>
          </a:p>
        </p:txBody>
      </p:sp>
      <p:sp>
        <p:nvSpPr>
          <p:cNvPr id="84" name="Textplatzhalter 12">
            <a:extLst>
              <a:ext uri="{FF2B5EF4-FFF2-40B4-BE49-F238E27FC236}">
                <a16:creationId xmlns:a16="http://schemas.microsoft.com/office/drawing/2014/main" id="{D4CA3AC7-9327-E439-7C9F-D6DF254D925E}"/>
              </a:ext>
            </a:extLst>
          </p:cNvPr>
          <p:cNvSpPr txBox="1">
            <a:spLocks/>
          </p:cNvSpPr>
          <p:nvPr/>
        </p:nvSpPr>
        <p:spPr>
          <a:xfrm>
            <a:off x="3326797" y="3310813"/>
            <a:ext cx="1193458" cy="30178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sz="1600" dirty="0">
                <a:latin typeface="BarmeniaGothaer Offc Medium" panose="020B0603020204020204" pitchFamily="34" charset="0"/>
              </a:rPr>
              <a:t>70%</a:t>
            </a:r>
          </a:p>
        </p:txBody>
      </p:sp>
      <p:sp>
        <p:nvSpPr>
          <p:cNvPr id="86" name="Textplatzhalter 12">
            <a:extLst>
              <a:ext uri="{FF2B5EF4-FFF2-40B4-BE49-F238E27FC236}">
                <a16:creationId xmlns:a16="http://schemas.microsoft.com/office/drawing/2014/main" id="{04B66C40-3AB9-8E35-C930-E06EEBF62CCE}"/>
              </a:ext>
            </a:extLst>
          </p:cNvPr>
          <p:cNvSpPr txBox="1">
            <a:spLocks/>
          </p:cNvSpPr>
          <p:nvPr/>
        </p:nvSpPr>
        <p:spPr>
          <a:xfrm>
            <a:off x="4596570" y="3963204"/>
            <a:ext cx="1359128" cy="1173892"/>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a:t>
            </a:r>
          </a:p>
        </p:txBody>
      </p:sp>
      <p:sp>
        <p:nvSpPr>
          <p:cNvPr id="87" name="Textplatzhalter 12">
            <a:extLst>
              <a:ext uri="{FF2B5EF4-FFF2-40B4-BE49-F238E27FC236}">
                <a16:creationId xmlns:a16="http://schemas.microsoft.com/office/drawing/2014/main" id="{09ACE51A-0491-FE5D-384A-40223A39BE88}"/>
              </a:ext>
            </a:extLst>
          </p:cNvPr>
          <p:cNvSpPr txBox="1">
            <a:spLocks/>
          </p:cNvSpPr>
          <p:nvPr/>
        </p:nvSpPr>
        <p:spPr>
          <a:xfrm>
            <a:off x="3326797" y="5075348"/>
            <a:ext cx="1193458" cy="30178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sz="1600" dirty="0">
                <a:latin typeface="BarmeniaGothaer Offc Medium" panose="020B0603020204020204" pitchFamily="34" charset="0"/>
              </a:rPr>
              <a:t>90%</a:t>
            </a:r>
          </a:p>
        </p:txBody>
      </p:sp>
      <p:graphicFrame>
        <p:nvGraphicFramePr>
          <p:cNvPr id="89" name="Diagramm 88">
            <a:extLst>
              <a:ext uri="{FF2B5EF4-FFF2-40B4-BE49-F238E27FC236}">
                <a16:creationId xmlns:a16="http://schemas.microsoft.com/office/drawing/2014/main" id="{D6A720D8-4152-7FB2-DAC1-4032D531552C}"/>
              </a:ext>
            </a:extLst>
          </p:cNvPr>
          <p:cNvGraphicFramePr/>
          <p:nvPr/>
        </p:nvGraphicFramePr>
        <p:xfrm>
          <a:off x="3324653" y="3962849"/>
          <a:ext cx="1115743" cy="1097451"/>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1" name="Diagramm 100">
            <a:extLst>
              <a:ext uri="{FF2B5EF4-FFF2-40B4-BE49-F238E27FC236}">
                <a16:creationId xmlns:a16="http://schemas.microsoft.com/office/drawing/2014/main" id="{D90BF686-1F33-E535-6526-90CCC0EBF1BC}"/>
              </a:ext>
            </a:extLst>
          </p:cNvPr>
          <p:cNvGraphicFramePr/>
          <p:nvPr>
            <p:extLst>
              <p:ext uri="{D42A27DB-BD31-4B8C-83A1-F6EECF244321}">
                <p14:modId xmlns:p14="http://schemas.microsoft.com/office/powerpoint/2010/main" val="4149740536"/>
              </p:ext>
            </p:extLst>
          </p:nvPr>
        </p:nvGraphicFramePr>
        <p:xfrm>
          <a:off x="6235687" y="3962849"/>
          <a:ext cx="1115743" cy="1097451"/>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02" name="Diagramm 101">
            <a:extLst>
              <a:ext uri="{FF2B5EF4-FFF2-40B4-BE49-F238E27FC236}">
                <a16:creationId xmlns:a16="http://schemas.microsoft.com/office/drawing/2014/main" id="{20A9DFEF-D3D4-141A-EA25-4F91F6B3C59F}"/>
              </a:ext>
            </a:extLst>
          </p:cNvPr>
          <p:cNvGraphicFramePr/>
          <p:nvPr>
            <p:extLst>
              <p:ext uri="{D42A27DB-BD31-4B8C-83A1-F6EECF244321}">
                <p14:modId xmlns:p14="http://schemas.microsoft.com/office/powerpoint/2010/main" val="2480109643"/>
              </p:ext>
            </p:extLst>
          </p:nvPr>
        </p:nvGraphicFramePr>
        <p:xfrm>
          <a:off x="6214680" y="2198669"/>
          <a:ext cx="1115743" cy="1097451"/>
        </p:xfrm>
        <a:graphic>
          <a:graphicData uri="http://schemas.openxmlformats.org/drawingml/2006/chart">
            <c:chart xmlns:c="http://schemas.openxmlformats.org/drawingml/2006/chart" xmlns:r="http://schemas.openxmlformats.org/officeDocument/2006/relationships" r:id="rId9"/>
          </a:graphicData>
        </a:graphic>
      </p:graphicFrame>
      <p:sp>
        <p:nvSpPr>
          <p:cNvPr id="103" name="Textplatzhalter 12">
            <a:extLst>
              <a:ext uri="{FF2B5EF4-FFF2-40B4-BE49-F238E27FC236}">
                <a16:creationId xmlns:a16="http://schemas.microsoft.com/office/drawing/2014/main" id="{D02FAC1C-AC21-0755-FCFD-FDC84F9ED72E}"/>
              </a:ext>
            </a:extLst>
          </p:cNvPr>
          <p:cNvSpPr txBox="1">
            <a:spLocks/>
          </p:cNvSpPr>
          <p:nvPr/>
        </p:nvSpPr>
        <p:spPr>
          <a:xfrm>
            <a:off x="7484453" y="2198669"/>
            <a:ext cx="1359128" cy="1173892"/>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a:t>
            </a:r>
          </a:p>
        </p:txBody>
      </p:sp>
      <p:sp>
        <p:nvSpPr>
          <p:cNvPr id="104" name="Textplatzhalter 12">
            <a:extLst>
              <a:ext uri="{FF2B5EF4-FFF2-40B4-BE49-F238E27FC236}">
                <a16:creationId xmlns:a16="http://schemas.microsoft.com/office/drawing/2014/main" id="{66C873D0-A2D5-3809-4842-A270353E807C}"/>
              </a:ext>
            </a:extLst>
          </p:cNvPr>
          <p:cNvSpPr txBox="1">
            <a:spLocks/>
          </p:cNvSpPr>
          <p:nvPr/>
        </p:nvSpPr>
        <p:spPr>
          <a:xfrm>
            <a:off x="6214680" y="3310813"/>
            <a:ext cx="1193458" cy="30178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sz="1600" dirty="0">
                <a:latin typeface="BarmeniaGothaer Offc Medium" panose="020B0603020204020204" pitchFamily="34" charset="0"/>
              </a:rPr>
              <a:t>+8%</a:t>
            </a:r>
          </a:p>
        </p:txBody>
      </p:sp>
      <p:sp>
        <p:nvSpPr>
          <p:cNvPr id="105" name="Textplatzhalter 12">
            <a:extLst>
              <a:ext uri="{FF2B5EF4-FFF2-40B4-BE49-F238E27FC236}">
                <a16:creationId xmlns:a16="http://schemas.microsoft.com/office/drawing/2014/main" id="{30A417C5-FA6F-D65A-AF38-9549A375685D}"/>
              </a:ext>
            </a:extLst>
          </p:cNvPr>
          <p:cNvSpPr txBox="1">
            <a:spLocks/>
          </p:cNvSpPr>
          <p:nvPr/>
        </p:nvSpPr>
        <p:spPr>
          <a:xfrm>
            <a:off x="7484453" y="3963204"/>
            <a:ext cx="1359128" cy="1173892"/>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a:t>
            </a:r>
          </a:p>
        </p:txBody>
      </p:sp>
      <p:sp>
        <p:nvSpPr>
          <p:cNvPr id="106" name="Textplatzhalter 12">
            <a:extLst>
              <a:ext uri="{FF2B5EF4-FFF2-40B4-BE49-F238E27FC236}">
                <a16:creationId xmlns:a16="http://schemas.microsoft.com/office/drawing/2014/main" id="{8A8AC6E8-278D-766B-76D0-0C80710CD0A0}"/>
              </a:ext>
            </a:extLst>
          </p:cNvPr>
          <p:cNvSpPr txBox="1">
            <a:spLocks/>
          </p:cNvSpPr>
          <p:nvPr/>
        </p:nvSpPr>
        <p:spPr>
          <a:xfrm>
            <a:off x="6214680" y="5075348"/>
            <a:ext cx="1193458" cy="30178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sz="1600" dirty="0">
                <a:latin typeface="BarmeniaGothaer Offc Medium" panose="020B0603020204020204" pitchFamily="34" charset="0"/>
              </a:rPr>
              <a:t>-15%</a:t>
            </a:r>
          </a:p>
        </p:txBody>
      </p:sp>
      <p:graphicFrame>
        <p:nvGraphicFramePr>
          <p:cNvPr id="107" name="Diagramm 106">
            <a:extLst>
              <a:ext uri="{FF2B5EF4-FFF2-40B4-BE49-F238E27FC236}">
                <a16:creationId xmlns:a16="http://schemas.microsoft.com/office/drawing/2014/main" id="{A347A3DE-0D62-9564-114F-621D80FF54C3}"/>
              </a:ext>
            </a:extLst>
          </p:cNvPr>
          <p:cNvGraphicFramePr/>
          <p:nvPr/>
        </p:nvGraphicFramePr>
        <p:xfrm>
          <a:off x="9062053" y="2198669"/>
          <a:ext cx="1115743" cy="1097451"/>
        </p:xfrm>
        <a:graphic>
          <a:graphicData uri="http://schemas.openxmlformats.org/drawingml/2006/chart">
            <c:chart xmlns:c="http://schemas.openxmlformats.org/drawingml/2006/chart" xmlns:r="http://schemas.openxmlformats.org/officeDocument/2006/relationships" r:id="rId10"/>
          </a:graphicData>
        </a:graphic>
      </p:graphicFrame>
      <p:sp>
        <p:nvSpPr>
          <p:cNvPr id="108" name="Textplatzhalter 12">
            <a:extLst>
              <a:ext uri="{FF2B5EF4-FFF2-40B4-BE49-F238E27FC236}">
                <a16:creationId xmlns:a16="http://schemas.microsoft.com/office/drawing/2014/main" id="{55FAE99A-B181-E9F4-3F57-88854B1BBD4E}"/>
              </a:ext>
            </a:extLst>
          </p:cNvPr>
          <p:cNvSpPr txBox="1">
            <a:spLocks/>
          </p:cNvSpPr>
          <p:nvPr/>
        </p:nvSpPr>
        <p:spPr>
          <a:xfrm>
            <a:off x="10331826" y="2198669"/>
            <a:ext cx="1359128" cy="1173892"/>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a:t>
            </a:r>
          </a:p>
        </p:txBody>
      </p:sp>
      <p:sp>
        <p:nvSpPr>
          <p:cNvPr id="109" name="Textplatzhalter 12">
            <a:extLst>
              <a:ext uri="{FF2B5EF4-FFF2-40B4-BE49-F238E27FC236}">
                <a16:creationId xmlns:a16="http://schemas.microsoft.com/office/drawing/2014/main" id="{F22693AB-7830-D14B-B938-5811263E883A}"/>
              </a:ext>
            </a:extLst>
          </p:cNvPr>
          <p:cNvSpPr txBox="1">
            <a:spLocks/>
          </p:cNvSpPr>
          <p:nvPr/>
        </p:nvSpPr>
        <p:spPr>
          <a:xfrm>
            <a:off x="9062053" y="3310813"/>
            <a:ext cx="1193458" cy="30178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sz="1600" dirty="0">
                <a:latin typeface="BarmeniaGothaer Offc Medium" panose="020B0603020204020204" pitchFamily="34" charset="0"/>
              </a:rPr>
              <a:t>70%</a:t>
            </a:r>
          </a:p>
        </p:txBody>
      </p:sp>
      <p:sp>
        <p:nvSpPr>
          <p:cNvPr id="110" name="Textplatzhalter 12">
            <a:extLst>
              <a:ext uri="{FF2B5EF4-FFF2-40B4-BE49-F238E27FC236}">
                <a16:creationId xmlns:a16="http://schemas.microsoft.com/office/drawing/2014/main" id="{A21D64C7-4653-3A52-3BC4-C1AB8BBE6CAA}"/>
              </a:ext>
            </a:extLst>
          </p:cNvPr>
          <p:cNvSpPr txBox="1">
            <a:spLocks/>
          </p:cNvSpPr>
          <p:nvPr/>
        </p:nvSpPr>
        <p:spPr>
          <a:xfrm>
            <a:off x="10331826" y="3963204"/>
            <a:ext cx="1359128" cy="1173892"/>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a:t>
            </a:r>
          </a:p>
        </p:txBody>
      </p:sp>
      <p:sp>
        <p:nvSpPr>
          <p:cNvPr id="111" name="Textplatzhalter 12">
            <a:extLst>
              <a:ext uri="{FF2B5EF4-FFF2-40B4-BE49-F238E27FC236}">
                <a16:creationId xmlns:a16="http://schemas.microsoft.com/office/drawing/2014/main" id="{7E0C212A-825A-2043-B153-A69A222B3CAC}"/>
              </a:ext>
            </a:extLst>
          </p:cNvPr>
          <p:cNvSpPr txBox="1">
            <a:spLocks/>
          </p:cNvSpPr>
          <p:nvPr/>
        </p:nvSpPr>
        <p:spPr>
          <a:xfrm>
            <a:off x="9062053" y="5075348"/>
            <a:ext cx="1193458" cy="30178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5"/>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sz="1600" dirty="0">
                <a:latin typeface="BarmeniaGothaer Offc Medium" panose="020B0603020204020204" pitchFamily="34" charset="0"/>
              </a:rPr>
              <a:t>90%</a:t>
            </a:r>
          </a:p>
        </p:txBody>
      </p:sp>
      <p:graphicFrame>
        <p:nvGraphicFramePr>
          <p:cNvPr id="112" name="Diagramm 111">
            <a:extLst>
              <a:ext uri="{FF2B5EF4-FFF2-40B4-BE49-F238E27FC236}">
                <a16:creationId xmlns:a16="http://schemas.microsoft.com/office/drawing/2014/main" id="{8DD61872-8356-1FF7-BA6C-B6963A0048C6}"/>
              </a:ext>
            </a:extLst>
          </p:cNvPr>
          <p:cNvGraphicFramePr/>
          <p:nvPr/>
        </p:nvGraphicFramePr>
        <p:xfrm>
          <a:off x="9059909" y="3962849"/>
          <a:ext cx="1115743" cy="1097451"/>
        </p:xfrm>
        <a:graphic>
          <a:graphicData uri="http://schemas.openxmlformats.org/drawingml/2006/chart">
            <c:chart xmlns:c="http://schemas.openxmlformats.org/drawingml/2006/chart" xmlns:r="http://schemas.openxmlformats.org/officeDocument/2006/relationships" r:id="rId11"/>
          </a:graphicData>
        </a:graphic>
      </p:graphicFrame>
    </p:spTree>
    <p:extLst>
      <p:ext uri="{BB962C8B-B14F-4D97-AF65-F5344CB8AC3E}">
        <p14:creationId xmlns:p14="http://schemas.microsoft.com/office/powerpoint/2010/main" val="23089608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bgerundetes Rechteck 11">
            <a:extLst>
              <a:ext uri="{FF2B5EF4-FFF2-40B4-BE49-F238E27FC236}">
                <a16:creationId xmlns:a16="http://schemas.microsoft.com/office/drawing/2014/main" id="{CE1ECB7E-F285-99CB-EB43-AA8C2D0F2837}"/>
              </a:ext>
            </a:extLst>
          </p:cNvPr>
          <p:cNvSpPr/>
          <p:nvPr/>
        </p:nvSpPr>
        <p:spPr>
          <a:xfrm>
            <a:off x="235200" y="1557339"/>
            <a:ext cx="11721600" cy="3823825"/>
          </a:xfrm>
          <a:prstGeom prst="roundRect">
            <a:avLst>
              <a:gd name="adj" fmla="val 864"/>
            </a:avLst>
          </a:prstGeom>
          <a:solidFill>
            <a:srgbClr val="F5F5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Titel 5">
            <a:extLst>
              <a:ext uri="{FF2B5EF4-FFF2-40B4-BE49-F238E27FC236}">
                <a16:creationId xmlns:a16="http://schemas.microsoft.com/office/drawing/2014/main" id="{9FDCDA41-5CC7-E8B0-FEC1-1C49BEC7C8CB}"/>
              </a:ext>
            </a:extLst>
          </p:cNvPr>
          <p:cNvSpPr>
            <a:spLocks noGrp="1"/>
          </p:cNvSpPr>
          <p:nvPr>
            <p:ph type="title"/>
          </p:nvPr>
        </p:nvSpPr>
        <p:spPr>
          <a:xfrm>
            <a:off x="479425" y="387560"/>
            <a:ext cx="8496300" cy="988803"/>
          </a:xfrm>
        </p:spPr>
        <p:txBody>
          <a:bodyPr/>
          <a:lstStyle/>
          <a:p>
            <a:r>
              <a:rPr lang="de-DE" dirty="0"/>
              <a:t>Diese Diagramme verwenden </a:t>
            </a:r>
            <a:br>
              <a:rPr lang="de-DE" dirty="0"/>
            </a:br>
            <a:r>
              <a:rPr lang="de-DE" dirty="0">
                <a:solidFill>
                  <a:schemeClr val="accent4"/>
                </a:solidFill>
              </a:rPr>
              <a:t>voreingestellte Farben.</a:t>
            </a:r>
          </a:p>
        </p:txBody>
      </p:sp>
      <p:sp>
        <p:nvSpPr>
          <p:cNvPr id="2" name="Datumsplatzhalter 1">
            <a:extLst>
              <a:ext uri="{FF2B5EF4-FFF2-40B4-BE49-F238E27FC236}">
                <a16:creationId xmlns:a16="http://schemas.microsoft.com/office/drawing/2014/main" id="{875D4D0C-878B-3558-0A6E-7C13499B481C}"/>
              </a:ext>
            </a:extLst>
          </p:cNvPr>
          <p:cNvSpPr>
            <a:spLocks noGrp="1"/>
          </p:cNvSpPr>
          <p:nvPr>
            <p:ph type="dt" sz="half" idx="10"/>
          </p:nvPr>
        </p:nvSpPr>
        <p:spPr>
          <a:xfrm>
            <a:off x="3334722" y="6521213"/>
            <a:ext cx="1068585" cy="106468"/>
          </a:xfrm>
        </p:spPr>
        <p:txBody>
          <a:bodyPr/>
          <a:lstStyle/>
          <a:p>
            <a:fld id="{2009A30D-219C-4243-BB9B-EF33F8C32F5C}" type="datetime1">
              <a:rPr lang="de-DE"/>
              <a:pPr/>
              <a:t>22.06.2026</a:t>
            </a:fld>
            <a:endParaRPr lang="de-DE"/>
          </a:p>
        </p:txBody>
      </p:sp>
      <p:sp>
        <p:nvSpPr>
          <p:cNvPr id="4" name="Fußzeilenplatzhalter 3">
            <a:extLst>
              <a:ext uri="{FF2B5EF4-FFF2-40B4-BE49-F238E27FC236}">
                <a16:creationId xmlns:a16="http://schemas.microsoft.com/office/drawing/2014/main" id="{335F26FC-D55E-8730-8DAA-8EA900CB1891}"/>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5" name="Foliennummernplatzhalter 4">
            <a:extLst>
              <a:ext uri="{FF2B5EF4-FFF2-40B4-BE49-F238E27FC236}">
                <a16:creationId xmlns:a16="http://schemas.microsoft.com/office/drawing/2014/main" id="{2721F180-E5FE-6DDE-EBAF-AC085A8217DD}"/>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30</a:t>
            </a:fld>
            <a:endParaRPr lang="de-DE"/>
          </a:p>
        </p:txBody>
      </p:sp>
      <p:sp>
        <p:nvSpPr>
          <p:cNvPr id="28" name="Textplatzhalter 27">
            <a:extLst>
              <a:ext uri="{FF2B5EF4-FFF2-40B4-BE49-F238E27FC236}">
                <a16:creationId xmlns:a16="http://schemas.microsoft.com/office/drawing/2014/main" id="{943D2572-F84B-83CD-4D81-2A2AD5611F95}"/>
              </a:ext>
            </a:extLst>
          </p:cNvPr>
          <p:cNvSpPr>
            <a:spLocks noGrp="1"/>
          </p:cNvSpPr>
          <p:nvPr>
            <p:ph type="body" sz="quarter" idx="13"/>
          </p:nvPr>
        </p:nvSpPr>
        <p:spPr/>
        <p:txBody>
          <a:bodyPr/>
          <a:lstStyle/>
          <a:p>
            <a:r>
              <a:rPr lang="de-DE" dirty="0"/>
              <a:t>Quelle:</a:t>
            </a:r>
          </a:p>
        </p:txBody>
      </p:sp>
      <p:graphicFrame>
        <p:nvGraphicFramePr>
          <p:cNvPr id="7" name="Diagramm 6">
            <a:extLst>
              <a:ext uri="{FF2B5EF4-FFF2-40B4-BE49-F238E27FC236}">
                <a16:creationId xmlns:a16="http://schemas.microsoft.com/office/drawing/2014/main" id="{ADA0C3E9-F57A-3CCD-1DAC-D6290CE7454E}"/>
              </a:ext>
            </a:extLst>
          </p:cNvPr>
          <p:cNvGraphicFramePr/>
          <p:nvPr>
            <p:extLst>
              <p:ext uri="{D42A27DB-BD31-4B8C-83A1-F6EECF244321}">
                <p14:modId xmlns:p14="http://schemas.microsoft.com/office/powerpoint/2010/main" val="4066542888"/>
              </p:ext>
            </p:extLst>
          </p:nvPr>
        </p:nvGraphicFramePr>
        <p:xfrm>
          <a:off x="933743" y="2422734"/>
          <a:ext cx="1720266" cy="1692066"/>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platzhalter 12">
            <a:extLst>
              <a:ext uri="{FF2B5EF4-FFF2-40B4-BE49-F238E27FC236}">
                <a16:creationId xmlns:a16="http://schemas.microsoft.com/office/drawing/2014/main" id="{FCCB0F5F-3EBF-6A76-3775-4A896AE542F2}"/>
              </a:ext>
            </a:extLst>
          </p:cNvPr>
          <p:cNvSpPr txBox="1">
            <a:spLocks/>
          </p:cNvSpPr>
          <p:nvPr/>
        </p:nvSpPr>
        <p:spPr>
          <a:xfrm>
            <a:off x="479423" y="4510422"/>
            <a:ext cx="2628901" cy="674558"/>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lorem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 ipsum door</a:t>
            </a:r>
            <a:endParaRPr lang="de-DE" dirty="0">
              <a:latin typeface="BarmeniaGothaer Offc" panose="020B0503020204020204" pitchFamily="34" charset="0"/>
            </a:endParaRPr>
          </a:p>
        </p:txBody>
      </p:sp>
      <p:sp>
        <p:nvSpPr>
          <p:cNvPr id="9" name="Textplatzhalter 12">
            <a:extLst>
              <a:ext uri="{FF2B5EF4-FFF2-40B4-BE49-F238E27FC236}">
                <a16:creationId xmlns:a16="http://schemas.microsoft.com/office/drawing/2014/main" id="{DA2E3B0E-B22E-93A6-9CFF-C89123400067}"/>
              </a:ext>
            </a:extLst>
          </p:cNvPr>
          <p:cNvSpPr txBox="1">
            <a:spLocks/>
          </p:cNvSpPr>
          <p:nvPr/>
        </p:nvSpPr>
        <p:spPr>
          <a:xfrm>
            <a:off x="479423" y="4122295"/>
            <a:ext cx="2628901" cy="43127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dirty="0">
                <a:latin typeface="BarmeniaGothaer Offc Medium" panose="020B0603020204020204" pitchFamily="34" charset="0"/>
              </a:rPr>
              <a:t>+8%</a:t>
            </a:r>
          </a:p>
        </p:txBody>
      </p:sp>
      <p:sp>
        <p:nvSpPr>
          <p:cNvPr id="10" name="Textplatzhalter 12">
            <a:extLst>
              <a:ext uri="{FF2B5EF4-FFF2-40B4-BE49-F238E27FC236}">
                <a16:creationId xmlns:a16="http://schemas.microsoft.com/office/drawing/2014/main" id="{79DC6CF7-F2F0-A7CB-86BD-4FAF3B39AE75}"/>
              </a:ext>
            </a:extLst>
          </p:cNvPr>
          <p:cNvSpPr txBox="1">
            <a:spLocks/>
          </p:cNvSpPr>
          <p:nvPr/>
        </p:nvSpPr>
        <p:spPr>
          <a:xfrm>
            <a:off x="479423" y="1785125"/>
            <a:ext cx="11233152" cy="454045"/>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latin typeface="BarmeniaGothaer Offc Medium" panose="020B0603020204020204" pitchFamily="34" charset="0"/>
              </a:rPr>
              <a:t>Kurze Überschrift, </a:t>
            </a:r>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r>
              <a:rPr lang="de-DE" dirty="0">
                <a:latin typeface="BarmeniaGothaer Offc Medium" panose="020B0603020204020204" pitchFamily="34" charset="0"/>
              </a:rPr>
              <a:t> </a:t>
            </a:r>
            <a:r>
              <a:rPr lang="de-DE" dirty="0" err="1">
                <a:latin typeface="BarmeniaGothaer Offc Medium" panose="020B0603020204020204" pitchFamily="34" charset="0"/>
              </a:rPr>
              <a:t>sit</a:t>
            </a:r>
            <a:r>
              <a:rPr lang="de-DE" dirty="0">
                <a:latin typeface="BarmeniaGothaer Offc Medium" panose="020B0603020204020204" pitchFamily="34" charset="0"/>
              </a:rPr>
              <a:t> </a:t>
            </a:r>
            <a:r>
              <a:rPr lang="de-DE" dirty="0" err="1">
                <a:latin typeface="BarmeniaGothaer Offc Medium" panose="020B0603020204020204" pitchFamily="34" charset="0"/>
              </a:rPr>
              <a:t>amet</a:t>
            </a:r>
            <a:r>
              <a:rPr lang="de-DE" dirty="0">
                <a:latin typeface="BarmeniaGothaer Offc Medium" panose="020B0603020204020204" pitchFamily="34" charset="0"/>
              </a:rPr>
              <a:t>.</a:t>
            </a:r>
          </a:p>
        </p:txBody>
      </p:sp>
      <p:sp>
        <p:nvSpPr>
          <p:cNvPr id="13" name="Abgerundetes Rechteck 12">
            <a:extLst>
              <a:ext uri="{FF2B5EF4-FFF2-40B4-BE49-F238E27FC236}">
                <a16:creationId xmlns:a16="http://schemas.microsoft.com/office/drawing/2014/main" id="{43886066-C271-3A43-BDBB-CF96B4997BF1}"/>
              </a:ext>
            </a:extLst>
          </p:cNvPr>
          <p:cNvSpPr/>
          <p:nvPr/>
        </p:nvSpPr>
        <p:spPr>
          <a:xfrm>
            <a:off x="235200" y="5516563"/>
            <a:ext cx="11721600" cy="433387"/>
          </a:xfrm>
          <a:prstGeom prst="roundRect">
            <a:avLst>
              <a:gd name="adj" fmla="val 8284"/>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8" name="Gruppieren 17">
            <a:extLst>
              <a:ext uri="{FF2B5EF4-FFF2-40B4-BE49-F238E27FC236}">
                <a16:creationId xmlns:a16="http://schemas.microsoft.com/office/drawing/2014/main" id="{4D6CFB9C-403D-BABB-1861-C86E67838061}"/>
              </a:ext>
            </a:extLst>
          </p:cNvPr>
          <p:cNvGrpSpPr/>
          <p:nvPr/>
        </p:nvGrpSpPr>
        <p:grpSpPr>
          <a:xfrm>
            <a:off x="504399" y="5606398"/>
            <a:ext cx="1729135" cy="249413"/>
            <a:chOff x="504399" y="5606398"/>
            <a:chExt cx="1729135" cy="249413"/>
          </a:xfrm>
        </p:grpSpPr>
        <p:sp>
          <p:nvSpPr>
            <p:cNvPr id="14" name="Oval 13">
              <a:extLst>
                <a:ext uri="{FF2B5EF4-FFF2-40B4-BE49-F238E27FC236}">
                  <a16:creationId xmlns:a16="http://schemas.microsoft.com/office/drawing/2014/main" id="{44C053CA-EEF1-96ED-41D0-9B8F4B61F5A4}"/>
                </a:ext>
              </a:extLst>
            </p:cNvPr>
            <p:cNvSpPr/>
            <p:nvPr/>
          </p:nvSpPr>
          <p:spPr>
            <a:xfrm>
              <a:off x="504399" y="5610702"/>
              <a:ext cx="245109" cy="245109"/>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5" name="Textplatzhalter 12">
              <a:extLst>
                <a:ext uri="{FF2B5EF4-FFF2-40B4-BE49-F238E27FC236}">
                  <a16:creationId xmlns:a16="http://schemas.microsoft.com/office/drawing/2014/main" id="{C16E00A7-FE07-6D33-04AD-4FEB99055391}"/>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Legende </a:t>
              </a:r>
              <a:endParaRPr lang="de-DE" sz="1050" dirty="0">
                <a:latin typeface="BarmeniaGothaer Offc" panose="020B0503020204020204" pitchFamily="34" charset="0"/>
              </a:endParaRPr>
            </a:p>
          </p:txBody>
        </p:sp>
      </p:grpSp>
      <p:grpSp>
        <p:nvGrpSpPr>
          <p:cNvPr id="19" name="Gruppieren 18">
            <a:extLst>
              <a:ext uri="{FF2B5EF4-FFF2-40B4-BE49-F238E27FC236}">
                <a16:creationId xmlns:a16="http://schemas.microsoft.com/office/drawing/2014/main" id="{F35A7A27-C51E-1DEB-621C-889690703F5E}"/>
              </a:ext>
            </a:extLst>
          </p:cNvPr>
          <p:cNvGrpSpPr/>
          <p:nvPr/>
        </p:nvGrpSpPr>
        <p:grpSpPr>
          <a:xfrm>
            <a:off x="2543206" y="5606398"/>
            <a:ext cx="1729135" cy="249413"/>
            <a:chOff x="504399" y="5606398"/>
            <a:chExt cx="1729135" cy="249413"/>
          </a:xfrm>
        </p:grpSpPr>
        <p:sp>
          <p:nvSpPr>
            <p:cNvPr id="20" name="Oval 19">
              <a:extLst>
                <a:ext uri="{FF2B5EF4-FFF2-40B4-BE49-F238E27FC236}">
                  <a16:creationId xmlns:a16="http://schemas.microsoft.com/office/drawing/2014/main" id="{7DFCB0E4-908C-DD02-A05C-28CEFCB56DA0}"/>
                </a:ext>
              </a:extLst>
            </p:cNvPr>
            <p:cNvSpPr/>
            <p:nvPr/>
          </p:nvSpPr>
          <p:spPr>
            <a:xfrm>
              <a:off x="504399" y="5610702"/>
              <a:ext cx="245109" cy="2451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Textplatzhalter 12">
              <a:extLst>
                <a:ext uri="{FF2B5EF4-FFF2-40B4-BE49-F238E27FC236}">
                  <a16:creationId xmlns:a16="http://schemas.microsoft.com/office/drawing/2014/main" id="{AEFFE3D5-F904-39E5-B787-AC4CF8304AB1}"/>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Legende</a:t>
              </a:r>
              <a:endParaRPr lang="de-DE" sz="1050" dirty="0">
                <a:latin typeface="BarmeniaGothaer Offc" panose="020B0503020204020204" pitchFamily="34" charset="0"/>
              </a:endParaRPr>
            </a:p>
          </p:txBody>
        </p:sp>
      </p:grpSp>
      <p:grpSp>
        <p:nvGrpSpPr>
          <p:cNvPr id="22" name="Gruppieren 21">
            <a:extLst>
              <a:ext uri="{FF2B5EF4-FFF2-40B4-BE49-F238E27FC236}">
                <a16:creationId xmlns:a16="http://schemas.microsoft.com/office/drawing/2014/main" id="{6474A1E0-D00E-B5D2-BE22-E767981BE7C2}"/>
              </a:ext>
            </a:extLst>
          </p:cNvPr>
          <p:cNvGrpSpPr/>
          <p:nvPr/>
        </p:nvGrpSpPr>
        <p:grpSpPr>
          <a:xfrm>
            <a:off x="4582013" y="5606398"/>
            <a:ext cx="1729135" cy="249413"/>
            <a:chOff x="504399" y="5606398"/>
            <a:chExt cx="1729135" cy="249413"/>
          </a:xfrm>
        </p:grpSpPr>
        <p:sp>
          <p:nvSpPr>
            <p:cNvPr id="23" name="Oval 22">
              <a:extLst>
                <a:ext uri="{FF2B5EF4-FFF2-40B4-BE49-F238E27FC236}">
                  <a16:creationId xmlns:a16="http://schemas.microsoft.com/office/drawing/2014/main" id="{A84E0EB5-F86C-2093-55BE-225683358F10}"/>
                </a:ext>
              </a:extLst>
            </p:cNvPr>
            <p:cNvSpPr/>
            <p:nvPr/>
          </p:nvSpPr>
          <p:spPr>
            <a:xfrm>
              <a:off x="504399" y="5610702"/>
              <a:ext cx="245109" cy="245109"/>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4" name="Textplatzhalter 12">
              <a:extLst>
                <a:ext uri="{FF2B5EF4-FFF2-40B4-BE49-F238E27FC236}">
                  <a16:creationId xmlns:a16="http://schemas.microsoft.com/office/drawing/2014/main" id="{F01107E2-8C04-2E3A-EAC3-DCA4B395A294}"/>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Legende </a:t>
              </a:r>
              <a:endParaRPr lang="de-DE" sz="1050" dirty="0">
                <a:latin typeface="BarmeniaGothaer Offc" panose="020B0503020204020204" pitchFamily="34" charset="0"/>
              </a:endParaRPr>
            </a:p>
          </p:txBody>
        </p:sp>
      </p:grpSp>
      <p:grpSp>
        <p:nvGrpSpPr>
          <p:cNvPr id="25" name="Gruppieren 24">
            <a:extLst>
              <a:ext uri="{FF2B5EF4-FFF2-40B4-BE49-F238E27FC236}">
                <a16:creationId xmlns:a16="http://schemas.microsoft.com/office/drawing/2014/main" id="{8A463B48-1629-306D-2A59-8D9AEE328E7C}"/>
              </a:ext>
            </a:extLst>
          </p:cNvPr>
          <p:cNvGrpSpPr/>
          <p:nvPr/>
        </p:nvGrpSpPr>
        <p:grpSpPr>
          <a:xfrm>
            <a:off x="6620820" y="5606398"/>
            <a:ext cx="1729135" cy="249413"/>
            <a:chOff x="504399" y="5606398"/>
            <a:chExt cx="1729135" cy="249413"/>
          </a:xfrm>
        </p:grpSpPr>
        <p:sp>
          <p:nvSpPr>
            <p:cNvPr id="26" name="Oval 25">
              <a:extLst>
                <a:ext uri="{FF2B5EF4-FFF2-40B4-BE49-F238E27FC236}">
                  <a16:creationId xmlns:a16="http://schemas.microsoft.com/office/drawing/2014/main" id="{435FC20E-0713-79B2-5A9D-59DF6E717634}"/>
                </a:ext>
              </a:extLst>
            </p:cNvPr>
            <p:cNvSpPr/>
            <p:nvPr/>
          </p:nvSpPr>
          <p:spPr>
            <a:xfrm>
              <a:off x="504399" y="5610702"/>
              <a:ext cx="245109" cy="245109"/>
            </a:xfrm>
            <a:prstGeom prst="ellips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2">
              <a:extLst>
                <a:ext uri="{FF2B5EF4-FFF2-40B4-BE49-F238E27FC236}">
                  <a16:creationId xmlns:a16="http://schemas.microsoft.com/office/drawing/2014/main" id="{05F7FD2E-99B4-6C3B-EB07-A94AA72A5106}"/>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Legende </a:t>
              </a:r>
              <a:endParaRPr lang="de-DE" sz="1050" dirty="0">
                <a:latin typeface="BarmeniaGothaer Offc" panose="020B0503020204020204" pitchFamily="34" charset="0"/>
              </a:endParaRPr>
            </a:p>
          </p:txBody>
        </p:sp>
      </p:grpSp>
      <p:grpSp>
        <p:nvGrpSpPr>
          <p:cNvPr id="29" name="Gruppieren 28">
            <a:extLst>
              <a:ext uri="{FF2B5EF4-FFF2-40B4-BE49-F238E27FC236}">
                <a16:creationId xmlns:a16="http://schemas.microsoft.com/office/drawing/2014/main" id="{3120D2EB-841F-474F-8F66-A242F1B0AE1C}"/>
              </a:ext>
            </a:extLst>
          </p:cNvPr>
          <p:cNvGrpSpPr/>
          <p:nvPr/>
        </p:nvGrpSpPr>
        <p:grpSpPr>
          <a:xfrm>
            <a:off x="8659627" y="5606398"/>
            <a:ext cx="1729135" cy="249413"/>
            <a:chOff x="504399" y="5606398"/>
            <a:chExt cx="1729135" cy="249413"/>
          </a:xfrm>
        </p:grpSpPr>
        <p:sp>
          <p:nvSpPr>
            <p:cNvPr id="30" name="Oval 29">
              <a:extLst>
                <a:ext uri="{FF2B5EF4-FFF2-40B4-BE49-F238E27FC236}">
                  <a16:creationId xmlns:a16="http://schemas.microsoft.com/office/drawing/2014/main" id="{B69447E9-BBCB-6462-D00B-1F768B614378}"/>
                </a:ext>
              </a:extLst>
            </p:cNvPr>
            <p:cNvSpPr/>
            <p:nvPr/>
          </p:nvSpPr>
          <p:spPr>
            <a:xfrm>
              <a:off x="504399" y="5610702"/>
              <a:ext cx="245109" cy="245109"/>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1" name="Textplatzhalter 12">
              <a:extLst>
                <a:ext uri="{FF2B5EF4-FFF2-40B4-BE49-F238E27FC236}">
                  <a16:creationId xmlns:a16="http://schemas.microsoft.com/office/drawing/2014/main" id="{4E693056-6966-1557-67BF-B027FC7C614F}"/>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Legende </a:t>
              </a:r>
              <a:endParaRPr lang="de-DE" sz="1050" dirty="0">
                <a:latin typeface="BarmeniaGothaer Offc" panose="020B0503020204020204" pitchFamily="34" charset="0"/>
              </a:endParaRPr>
            </a:p>
          </p:txBody>
        </p:sp>
      </p:grpSp>
      <p:grpSp>
        <p:nvGrpSpPr>
          <p:cNvPr id="33" name="Gruppieren 32">
            <a:extLst>
              <a:ext uri="{FF2B5EF4-FFF2-40B4-BE49-F238E27FC236}">
                <a16:creationId xmlns:a16="http://schemas.microsoft.com/office/drawing/2014/main" id="{0CB3C682-6C63-986F-BA7C-AA20D5A5712F}"/>
              </a:ext>
            </a:extLst>
          </p:cNvPr>
          <p:cNvGrpSpPr/>
          <p:nvPr/>
        </p:nvGrpSpPr>
        <p:grpSpPr>
          <a:xfrm>
            <a:off x="10698434" y="5606398"/>
            <a:ext cx="1729135" cy="249413"/>
            <a:chOff x="504399" y="5606398"/>
            <a:chExt cx="1729135" cy="249413"/>
          </a:xfrm>
        </p:grpSpPr>
        <p:sp>
          <p:nvSpPr>
            <p:cNvPr id="34" name="Oval 33">
              <a:extLst>
                <a:ext uri="{FF2B5EF4-FFF2-40B4-BE49-F238E27FC236}">
                  <a16:creationId xmlns:a16="http://schemas.microsoft.com/office/drawing/2014/main" id="{66AE49BE-BC42-DE3C-045C-40628BBBCA4B}"/>
                </a:ext>
              </a:extLst>
            </p:cNvPr>
            <p:cNvSpPr/>
            <p:nvPr/>
          </p:nvSpPr>
          <p:spPr>
            <a:xfrm>
              <a:off x="504399" y="5610702"/>
              <a:ext cx="245109" cy="245109"/>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2">
              <a:extLst>
                <a:ext uri="{FF2B5EF4-FFF2-40B4-BE49-F238E27FC236}">
                  <a16:creationId xmlns:a16="http://schemas.microsoft.com/office/drawing/2014/main" id="{170728C5-4DE9-63BB-59CA-B5790B1F9DF5}"/>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latin typeface="BarmeniaGothaer Offc" panose="020B0503020204020204" pitchFamily="34" charset="0"/>
                </a:rPr>
                <a:t>Legende </a:t>
              </a:r>
              <a:endParaRPr lang="de-DE" sz="1050" dirty="0">
                <a:latin typeface="BarmeniaGothaer Offc" panose="020B0503020204020204" pitchFamily="34" charset="0"/>
              </a:endParaRPr>
            </a:p>
          </p:txBody>
        </p:sp>
      </p:grpSp>
      <p:graphicFrame>
        <p:nvGraphicFramePr>
          <p:cNvPr id="37" name="Diagramm 36">
            <a:extLst>
              <a:ext uri="{FF2B5EF4-FFF2-40B4-BE49-F238E27FC236}">
                <a16:creationId xmlns:a16="http://schemas.microsoft.com/office/drawing/2014/main" id="{DADD2C56-2398-5BC3-216A-41C213430889}"/>
              </a:ext>
            </a:extLst>
          </p:cNvPr>
          <p:cNvGraphicFramePr/>
          <p:nvPr>
            <p:extLst>
              <p:ext uri="{D42A27DB-BD31-4B8C-83A1-F6EECF244321}">
                <p14:modId xmlns:p14="http://schemas.microsoft.com/office/powerpoint/2010/main" val="2922762660"/>
              </p:ext>
            </p:extLst>
          </p:nvPr>
        </p:nvGraphicFramePr>
        <p:xfrm>
          <a:off x="3796865" y="2422734"/>
          <a:ext cx="1720266" cy="1692066"/>
        </p:xfrm>
        <a:graphic>
          <a:graphicData uri="http://schemas.openxmlformats.org/drawingml/2006/chart">
            <c:chart xmlns:c="http://schemas.openxmlformats.org/drawingml/2006/chart" xmlns:r="http://schemas.openxmlformats.org/officeDocument/2006/relationships" r:id="rId5"/>
          </a:graphicData>
        </a:graphic>
      </p:graphicFrame>
      <p:sp>
        <p:nvSpPr>
          <p:cNvPr id="38" name="Textplatzhalter 12">
            <a:extLst>
              <a:ext uri="{FF2B5EF4-FFF2-40B4-BE49-F238E27FC236}">
                <a16:creationId xmlns:a16="http://schemas.microsoft.com/office/drawing/2014/main" id="{056B19FE-CE19-AEAE-E958-185523111CC1}"/>
              </a:ext>
            </a:extLst>
          </p:cNvPr>
          <p:cNvSpPr txBox="1">
            <a:spLocks/>
          </p:cNvSpPr>
          <p:nvPr/>
        </p:nvSpPr>
        <p:spPr>
          <a:xfrm>
            <a:off x="3342545" y="4510422"/>
            <a:ext cx="2628901" cy="674558"/>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lorem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 ipsum door</a:t>
            </a:r>
            <a:endParaRPr lang="de-DE" dirty="0">
              <a:latin typeface="BarmeniaGothaer Offc" panose="020B0503020204020204" pitchFamily="34" charset="0"/>
            </a:endParaRPr>
          </a:p>
        </p:txBody>
      </p:sp>
      <p:sp>
        <p:nvSpPr>
          <p:cNvPr id="39" name="Textplatzhalter 12">
            <a:extLst>
              <a:ext uri="{FF2B5EF4-FFF2-40B4-BE49-F238E27FC236}">
                <a16:creationId xmlns:a16="http://schemas.microsoft.com/office/drawing/2014/main" id="{E201F4BA-D8EE-5ED5-02AE-05436E758FD0}"/>
              </a:ext>
            </a:extLst>
          </p:cNvPr>
          <p:cNvSpPr txBox="1">
            <a:spLocks/>
          </p:cNvSpPr>
          <p:nvPr/>
        </p:nvSpPr>
        <p:spPr>
          <a:xfrm>
            <a:off x="3342545" y="4122295"/>
            <a:ext cx="2628901" cy="43127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dirty="0">
                <a:latin typeface="BarmeniaGothaer Offc Medium" panose="020B0603020204020204" pitchFamily="34" charset="0"/>
              </a:rPr>
              <a:t>-15%</a:t>
            </a:r>
          </a:p>
        </p:txBody>
      </p:sp>
      <p:graphicFrame>
        <p:nvGraphicFramePr>
          <p:cNvPr id="42" name="Diagramm 41">
            <a:extLst>
              <a:ext uri="{FF2B5EF4-FFF2-40B4-BE49-F238E27FC236}">
                <a16:creationId xmlns:a16="http://schemas.microsoft.com/office/drawing/2014/main" id="{F4015F83-FD96-933A-572E-C594C37E1693}"/>
              </a:ext>
            </a:extLst>
          </p:cNvPr>
          <p:cNvGraphicFramePr/>
          <p:nvPr>
            <p:extLst>
              <p:ext uri="{D42A27DB-BD31-4B8C-83A1-F6EECF244321}">
                <p14:modId xmlns:p14="http://schemas.microsoft.com/office/powerpoint/2010/main" val="528867461"/>
              </p:ext>
            </p:extLst>
          </p:nvPr>
        </p:nvGraphicFramePr>
        <p:xfrm>
          <a:off x="6667481" y="2422734"/>
          <a:ext cx="1720266" cy="1692066"/>
        </p:xfrm>
        <a:graphic>
          <a:graphicData uri="http://schemas.openxmlformats.org/drawingml/2006/chart">
            <c:chart xmlns:c="http://schemas.openxmlformats.org/drawingml/2006/chart" xmlns:r="http://schemas.openxmlformats.org/officeDocument/2006/relationships" r:id="rId6"/>
          </a:graphicData>
        </a:graphic>
      </p:graphicFrame>
      <p:sp>
        <p:nvSpPr>
          <p:cNvPr id="43" name="Textplatzhalter 12">
            <a:extLst>
              <a:ext uri="{FF2B5EF4-FFF2-40B4-BE49-F238E27FC236}">
                <a16:creationId xmlns:a16="http://schemas.microsoft.com/office/drawing/2014/main" id="{05D0D8B9-C44E-1D62-3851-1D9007D3704F}"/>
              </a:ext>
            </a:extLst>
          </p:cNvPr>
          <p:cNvSpPr txBox="1">
            <a:spLocks/>
          </p:cNvSpPr>
          <p:nvPr/>
        </p:nvSpPr>
        <p:spPr>
          <a:xfrm>
            <a:off x="6213161" y="4510422"/>
            <a:ext cx="2628901" cy="674558"/>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lorem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 ipsum door</a:t>
            </a:r>
            <a:endParaRPr lang="de-DE" dirty="0">
              <a:latin typeface="BarmeniaGothaer Offc" panose="020B0503020204020204" pitchFamily="34" charset="0"/>
            </a:endParaRPr>
          </a:p>
        </p:txBody>
      </p:sp>
      <p:sp>
        <p:nvSpPr>
          <p:cNvPr id="44" name="Textplatzhalter 12">
            <a:extLst>
              <a:ext uri="{FF2B5EF4-FFF2-40B4-BE49-F238E27FC236}">
                <a16:creationId xmlns:a16="http://schemas.microsoft.com/office/drawing/2014/main" id="{FEE18A53-6D59-A28D-93BD-48B25AD18310}"/>
              </a:ext>
            </a:extLst>
          </p:cNvPr>
          <p:cNvSpPr txBox="1">
            <a:spLocks/>
          </p:cNvSpPr>
          <p:nvPr/>
        </p:nvSpPr>
        <p:spPr>
          <a:xfrm>
            <a:off x="6213161" y="4122295"/>
            <a:ext cx="2628901" cy="43127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dirty="0">
                <a:latin typeface="BarmeniaGothaer Offc Medium" panose="020B0603020204020204" pitchFamily="34" charset="0"/>
              </a:rPr>
              <a:t>70%</a:t>
            </a:r>
          </a:p>
        </p:txBody>
      </p:sp>
      <p:graphicFrame>
        <p:nvGraphicFramePr>
          <p:cNvPr id="46" name="Diagramm 45">
            <a:extLst>
              <a:ext uri="{FF2B5EF4-FFF2-40B4-BE49-F238E27FC236}">
                <a16:creationId xmlns:a16="http://schemas.microsoft.com/office/drawing/2014/main" id="{7F4795B9-88AE-3F57-C6E3-6E6CE55D805F}"/>
              </a:ext>
            </a:extLst>
          </p:cNvPr>
          <p:cNvGraphicFramePr/>
          <p:nvPr>
            <p:extLst>
              <p:ext uri="{D42A27DB-BD31-4B8C-83A1-F6EECF244321}">
                <p14:modId xmlns:p14="http://schemas.microsoft.com/office/powerpoint/2010/main" val="2446223379"/>
              </p:ext>
            </p:extLst>
          </p:nvPr>
        </p:nvGraphicFramePr>
        <p:xfrm>
          <a:off x="9545592" y="2422734"/>
          <a:ext cx="1720266" cy="1692066"/>
        </p:xfrm>
        <a:graphic>
          <a:graphicData uri="http://schemas.openxmlformats.org/drawingml/2006/chart">
            <c:chart xmlns:c="http://schemas.openxmlformats.org/drawingml/2006/chart" xmlns:r="http://schemas.openxmlformats.org/officeDocument/2006/relationships" r:id="rId7"/>
          </a:graphicData>
        </a:graphic>
      </p:graphicFrame>
      <p:sp>
        <p:nvSpPr>
          <p:cNvPr id="47" name="Textplatzhalter 12">
            <a:extLst>
              <a:ext uri="{FF2B5EF4-FFF2-40B4-BE49-F238E27FC236}">
                <a16:creationId xmlns:a16="http://schemas.microsoft.com/office/drawing/2014/main" id="{2FBD5B19-687A-5CF7-1A88-D72DC4AB12C2}"/>
              </a:ext>
            </a:extLst>
          </p:cNvPr>
          <p:cNvSpPr txBox="1">
            <a:spLocks/>
          </p:cNvSpPr>
          <p:nvPr/>
        </p:nvSpPr>
        <p:spPr>
          <a:xfrm>
            <a:off x="9091272" y="4510422"/>
            <a:ext cx="2628901" cy="674558"/>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lorem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 ipsum door</a:t>
            </a:r>
            <a:endParaRPr lang="de-DE" dirty="0">
              <a:latin typeface="BarmeniaGothaer Offc" panose="020B0503020204020204" pitchFamily="34" charset="0"/>
            </a:endParaRPr>
          </a:p>
        </p:txBody>
      </p:sp>
      <p:sp>
        <p:nvSpPr>
          <p:cNvPr id="48" name="Textplatzhalter 12">
            <a:extLst>
              <a:ext uri="{FF2B5EF4-FFF2-40B4-BE49-F238E27FC236}">
                <a16:creationId xmlns:a16="http://schemas.microsoft.com/office/drawing/2014/main" id="{B4CC7231-74BB-89B3-682B-897B52755C4D}"/>
              </a:ext>
            </a:extLst>
          </p:cNvPr>
          <p:cNvSpPr txBox="1">
            <a:spLocks/>
          </p:cNvSpPr>
          <p:nvPr/>
        </p:nvSpPr>
        <p:spPr>
          <a:xfrm>
            <a:off x="9091272" y="4122295"/>
            <a:ext cx="2628901" cy="43127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dirty="0">
                <a:latin typeface="BarmeniaGothaer Offc Medium" panose="020B0603020204020204" pitchFamily="34" charset="0"/>
              </a:rPr>
              <a:t>90%</a:t>
            </a:r>
          </a:p>
        </p:txBody>
      </p:sp>
    </p:spTree>
    <p:extLst>
      <p:ext uri="{BB962C8B-B14F-4D97-AF65-F5344CB8AC3E}">
        <p14:creationId xmlns:p14="http://schemas.microsoft.com/office/powerpoint/2010/main" val="41018417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bgerundetes Rechteck 2">
            <a:extLst>
              <a:ext uri="{FF2B5EF4-FFF2-40B4-BE49-F238E27FC236}">
                <a16:creationId xmlns:a16="http://schemas.microsoft.com/office/drawing/2014/main" id="{BEF0B338-2651-4CF1-89E8-3B0B8114EE65}"/>
              </a:ext>
            </a:extLst>
          </p:cNvPr>
          <p:cNvSpPr/>
          <p:nvPr/>
        </p:nvSpPr>
        <p:spPr>
          <a:xfrm>
            <a:off x="235200" y="1557339"/>
            <a:ext cx="11721600" cy="4684965"/>
          </a:xfrm>
          <a:prstGeom prst="roundRect">
            <a:avLst>
              <a:gd name="adj" fmla="val 864"/>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Titel 5">
            <a:extLst>
              <a:ext uri="{FF2B5EF4-FFF2-40B4-BE49-F238E27FC236}">
                <a16:creationId xmlns:a16="http://schemas.microsoft.com/office/drawing/2014/main" id="{9FDCDA41-5CC7-E8B0-FEC1-1C49BEC7C8CB}"/>
              </a:ext>
            </a:extLst>
          </p:cNvPr>
          <p:cNvSpPr>
            <a:spLocks noGrp="1"/>
          </p:cNvSpPr>
          <p:nvPr>
            <p:ph type="title"/>
          </p:nvPr>
        </p:nvSpPr>
        <p:spPr/>
        <p:txBody>
          <a:bodyPr/>
          <a:lstStyle/>
          <a:p>
            <a:r>
              <a:rPr lang="de-DE" dirty="0"/>
              <a:t>Diese Diagramme verwenden </a:t>
            </a:r>
            <a:br>
              <a:rPr lang="de-DE" dirty="0"/>
            </a:br>
            <a:r>
              <a:rPr lang="de-DE" dirty="0">
                <a:solidFill>
                  <a:schemeClr val="accent2"/>
                </a:solidFill>
              </a:rPr>
              <a:t>voreingestellte Farben.</a:t>
            </a:r>
          </a:p>
        </p:txBody>
      </p:sp>
      <p:sp>
        <p:nvSpPr>
          <p:cNvPr id="4" name="Fußzeilenplatzhalter 3">
            <a:extLst>
              <a:ext uri="{FF2B5EF4-FFF2-40B4-BE49-F238E27FC236}">
                <a16:creationId xmlns:a16="http://schemas.microsoft.com/office/drawing/2014/main" id="{335F26FC-D55E-8730-8DAA-8EA900CB1891}"/>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2721F180-E5FE-6DDE-EBAF-AC085A8217DD}"/>
              </a:ext>
            </a:extLst>
          </p:cNvPr>
          <p:cNvSpPr>
            <a:spLocks noGrp="1"/>
          </p:cNvSpPr>
          <p:nvPr>
            <p:ph type="sldNum" sz="quarter" idx="12"/>
          </p:nvPr>
        </p:nvSpPr>
        <p:spPr/>
        <p:txBody>
          <a:bodyPr/>
          <a:lstStyle/>
          <a:p>
            <a:fld id="{D188B27D-4802-6948-A101-6CF6A7142FF4}" type="slidenum">
              <a:rPr lang="de-DE" smtClean="0"/>
              <a:pPr/>
              <a:t>31</a:t>
            </a:fld>
            <a:endParaRPr lang="de-DE"/>
          </a:p>
        </p:txBody>
      </p:sp>
      <p:sp>
        <p:nvSpPr>
          <p:cNvPr id="8" name="Textplatzhalter 12">
            <a:extLst>
              <a:ext uri="{FF2B5EF4-FFF2-40B4-BE49-F238E27FC236}">
                <a16:creationId xmlns:a16="http://schemas.microsoft.com/office/drawing/2014/main" id="{FCCB0F5F-3EBF-6A76-3775-4A896AE542F2}"/>
              </a:ext>
            </a:extLst>
          </p:cNvPr>
          <p:cNvSpPr txBox="1">
            <a:spLocks/>
          </p:cNvSpPr>
          <p:nvPr/>
        </p:nvSpPr>
        <p:spPr>
          <a:xfrm>
            <a:off x="479423" y="4510422"/>
            <a:ext cx="2628901" cy="674558"/>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solidFill>
                  <a:schemeClr val="bg1"/>
                </a:solidFill>
                <a:latin typeface="BarmeniaGothaer Offc" panose="020B0503020204020204" pitchFamily="34" charset="0"/>
              </a:rPr>
              <a:t>Auf dunklem Hintergrund wird die erste Aktzentfarbe (dunkel Blau) </a:t>
            </a:r>
            <a:br>
              <a:rPr lang="de-DE" dirty="0">
                <a:solidFill>
                  <a:schemeClr val="bg1"/>
                </a:solidFill>
                <a:latin typeface="BarmeniaGothaer Offc" panose="020B0503020204020204" pitchFamily="34" charset="0"/>
              </a:rPr>
            </a:br>
            <a:r>
              <a:rPr lang="de-DE" dirty="0">
                <a:solidFill>
                  <a:schemeClr val="bg1"/>
                </a:solidFill>
                <a:latin typeface="BarmeniaGothaer Offc" panose="020B0503020204020204" pitchFamily="34" charset="0"/>
              </a:rPr>
              <a:t>in weiß umgefärbt.</a:t>
            </a:r>
          </a:p>
        </p:txBody>
      </p:sp>
      <p:sp>
        <p:nvSpPr>
          <p:cNvPr id="9" name="Textplatzhalter 12">
            <a:extLst>
              <a:ext uri="{FF2B5EF4-FFF2-40B4-BE49-F238E27FC236}">
                <a16:creationId xmlns:a16="http://schemas.microsoft.com/office/drawing/2014/main" id="{DA2E3B0E-B22E-93A6-9CFF-C89123400067}"/>
              </a:ext>
            </a:extLst>
          </p:cNvPr>
          <p:cNvSpPr txBox="1">
            <a:spLocks/>
          </p:cNvSpPr>
          <p:nvPr/>
        </p:nvSpPr>
        <p:spPr>
          <a:xfrm>
            <a:off x="479423" y="4122295"/>
            <a:ext cx="2628901" cy="43127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dirty="0">
                <a:solidFill>
                  <a:schemeClr val="bg1"/>
                </a:solidFill>
                <a:latin typeface="BarmeniaGothaer Offc Medium" panose="020B0603020204020204" pitchFamily="34" charset="0"/>
              </a:rPr>
              <a:t>+8%</a:t>
            </a:r>
          </a:p>
        </p:txBody>
      </p:sp>
      <p:sp>
        <p:nvSpPr>
          <p:cNvPr id="10" name="Textplatzhalter 12">
            <a:extLst>
              <a:ext uri="{FF2B5EF4-FFF2-40B4-BE49-F238E27FC236}">
                <a16:creationId xmlns:a16="http://schemas.microsoft.com/office/drawing/2014/main" id="{79DC6CF7-F2F0-A7CB-86BD-4FAF3B39AE75}"/>
              </a:ext>
            </a:extLst>
          </p:cNvPr>
          <p:cNvSpPr txBox="1">
            <a:spLocks/>
          </p:cNvSpPr>
          <p:nvPr/>
        </p:nvSpPr>
        <p:spPr>
          <a:xfrm>
            <a:off x="479423" y="1785125"/>
            <a:ext cx="11233152" cy="454045"/>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solidFill>
                  <a:schemeClr val="bg1"/>
                </a:solidFill>
                <a:latin typeface="BarmeniaGothaer Offc Medium" panose="020B0603020204020204" pitchFamily="34" charset="0"/>
              </a:rPr>
              <a:t>Kurze Überschrift, </a:t>
            </a:r>
            <a:r>
              <a:rPr lang="de-DE" dirty="0" err="1">
                <a:solidFill>
                  <a:schemeClr val="bg1"/>
                </a:solidFill>
                <a:latin typeface="BarmeniaGothaer Offc Medium" panose="020B0603020204020204" pitchFamily="34" charset="0"/>
              </a:rPr>
              <a:t>lorem</a:t>
            </a:r>
            <a:r>
              <a:rPr lang="de-DE" dirty="0">
                <a:solidFill>
                  <a:schemeClr val="bg1"/>
                </a:solidFill>
                <a:latin typeface="BarmeniaGothaer Offc Medium" panose="020B0603020204020204" pitchFamily="34" charset="0"/>
              </a:rPr>
              <a:t> </a:t>
            </a:r>
            <a:r>
              <a:rPr lang="de-DE" dirty="0" err="1">
                <a:solidFill>
                  <a:schemeClr val="bg1"/>
                </a:solidFill>
                <a:latin typeface="BarmeniaGothaer Offc Medium" panose="020B0603020204020204" pitchFamily="34" charset="0"/>
              </a:rPr>
              <a:t>ipsum</a:t>
            </a:r>
            <a:r>
              <a:rPr lang="de-DE" dirty="0">
                <a:solidFill>
                  <a:schemeClr val="bg1"/>
                </a:solidFill>
                <a:latin typeface="BarmeniaGothaer Offc Medium" panose="020B0603020204020204" pitchFamily="34" charset="0"/>
              </a:rPr>
              <a:t> </a:t>
            </a:r>
            <a:r>
              <a:rPr lang="de-DE" dirty="0" err="1">
                <a:solidFill>
                  <a:schemeClr val="bg1"/>
                </a:solidFill>
                <a:latin typeface="BarmeniaGothaer Offc Medium" panose="020B0603020204020204" pitchFamily="34" charset="0"/>
              </a:rPr>
              <a:t>dolor</a:t>
            </a:r>
            <a:r>
              <a:rPr lang="de-DE" dirty="0">
                <a:solidFill>
                  <a:schemeClr val="bg1"/>
                </a:solidFill>
                <a:latin typeface="BarmeniaGothaer Offc Medium" panose="020B0603020204020204" pitchFamily="34" charset="0"/>
              </a:rPr>
              <a:t> </a:t>
            </a:r>
            <a:r>
              <a:rPr lang="de-DE" dirty="0" err="1">
                <a:solidFill>
                  <a:schemeClr val="bg1"/>
                </a:solidFill>
                <a:latin typeface="BarmeniaGothaer Offc Medium" panose="020B0603020204020204" pitchFamily="34" charset="0"/>
              </a:rPr>
              <a:t>sit</a:t>
            </a:r>
            <a:r>
              <a:rPr lang="de-DE" dirty="0">
                <a:solidFill>
                  <a:schemeClr val="bg1"/>
                </a:solidFill>
                <a:latin typeface="BarmeniaGothaer Offc Medium" panose="020B0603020204020204" pitchFamily="34" charset="0"/>
              </a:rPr>
              <a:t> </a:t>
            </a:r>
            <a:r>
              <a:rPr lang="de-DE" dirty="0" err="1">
                <a:solidFill>
                  <a:schemeClr val="bg1"/>
                </a:solidFill>
                <a:latin typeface="BarmeniaGothaer Offc Medium" panose="020B0603020204020204" pitchFamily="34" charset="0"/>
              </a:rPr>
              <a:t>amet</a:t>
            </a:r>
            <a:r>
              <a:rPr lang="de-DE" dirty="0">
                <a:solidFill>
                  <a:schemeClr val="bg1"/>
                </a:solidFill>
                <a:latin typeface="BarmeniaGothaer Offc Medium" panose="020B0603020204020204" pitchFamily="34" charset="0"/>
              </a:rPr>
              <a:t>.</a:t>
            </a:r>
          </a:p>
        </p:txBody>
      </p:sp>
      <p:grpSp>
        <p:nvGrpSpPr>
          <p:cNvPr id="18" name="Gruppieren 17">
            <a:extLst>
              <a:ext uri="{FF2B5EF4-FFF2-40B4-BE49-F238E27FC236}">
                <a16:creationId xmlns:a16="http://schemas.microsoft.com/office/drawing/2014/main" id="{4D6CFB9C-403D-BABB-1861-C86E67838061}"/>
              </a:ext>
            </a:extLst>
          </p:cNvPr>
          <p:cNvGrpSpPr/>
          <p:nvPr/>
        </p:nvGrpSpPr>
        <p:grpSpPr>
          <a:xfrm>
            <a:off x="504399" y="5606398"/>
            <a:ext cx="1729135" cy="249413"/>
            <a:chOff x="504399" y="5606398"/>
            <a:chExt cx="1729135" cy="249413"/>
          </a:xfrm>
        </p:grpSpPr>
        <p:sp>
          <p:nvSpPr>
            <p:cNvPr id="14" name="Oval 13">
              <a:extLst>
                <a:ext uri="{FF2B5EF4-FFF2-40B4-BE49-F238E27FC236}">
                  <a16:creationId xmlns:a16="http://schemas.microsoft.com/office/drawing/2014/main" id="{44C053CA-EEF1-96ED-41D0-9B8F4B61F5A4}"/>
                </a:ext>
              </a:extLst>
            </p:cNvPr>
            <p:cNvSpPr/>
            <p:nvPr/>
          </p:nvSpPr>
          <p:spPr>
            <a:xfrm>
              <a:off x="504399" y="5610702"/>
              <a:ext cx="245109" cy="24510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bg1"/>
                </a:solidFill>
              </a:endParaRPr>
            </a:p>
          </p:txBody>
        </p:sp>
        <p:sp>
          <p:nvSpPr>
            <p:cNvPr id="15" name="Textplatzhalter 12">
              <a:extLst>
                <a:ext uri="{FF2B5EF4-FFF2-40B4-BE49-F238E27FC236}">
                  <a16:creationId xmlns:a16="http://schemas.microsoft.com/office/drawing/2014/main" id="{C16E00A7-FE07-6D33-04AD-4FEB99055391}"/>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solidFill>
                    <a:schemeClr val="bg1"/>
                  </a:solidFill>
                  <a:latin typeface="BarmeniaGothaer Offc" panose="020B0503020204020204" pitchFamily="34" charset="0"/>
                </a:rPr>
                <a:t>Lorem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ipsum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dolor</a:t>
              </a:r>
              <a:r>
                <a:rPr lang="de-DE" sz="1050" dirty="0">
                  <a:solidFill>
                    <a:schemeClr val="bg1"/>
                  </a:solidFill>
                  <a:latin typeface="BarmeniaGothaer Offc" panose="020B0503020204020204" pitchFamily="34" charset="0"/>
                </a:rPr>
                <a:t> </a:t>
              </a:r>
              <a:br>
                <a:rPr lang="de-DE" sz="1050" dirty="0">
                  <a:solidFill>
                    <a:schemeClr val="bg1"/>
                  </a:solidFill>
                  <a:latin typeface="BarmeniaGothaer Offc" panose="020B0503020204020204" pitchFamily="34" charset="0"/>
                </a:rPr>
              </a:br>
              <a:r>
                <a:rPr lang="de-DE" sz="1050" dirty="0" err="1">
                  <a:solidFill>
                    <a:schemeClr val="bg1"/>
                  </a:solidFill>
                  <a:latin typeface="BarmeniaGothaer Offc" panose="020B0503020204020204" pitchFamily="34" charset="0"/>
                </a:rPr>
                <a:t>sit</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amet</a:t>
              </a:r>
              <a:endParaRPr lang="de-DE" sz="1050" dirty="0">
                <a:solidFill>
                  <a:schemeClr val="bg1"/>
                </a:solidFill>
                <a:latin typeface="BarmeniaGothaer Offc" panose="020B0503020204020204" pitchFamily="34" charset="0"/>
              </a:endParaRPr>
            </a:p>
          </p:txBody>
        </p:sp>
      </p:grpSp>
      <p:grpSp>
        <p:nvGrpSpPr>
          <p:cNvPr id="19" name="Gruppieren 18">
            <a:extLst>
              <a:ext uri="{FF2B5EF4-FFF2-40B4-BE49-F238E27FC236}">
                <a16:creationId xmlns:a16="http://schemas.microsoft.com/office/drawing/2014/main" id="{F35A7A27-C51E-1DEB-621C-889690703F5E}"/>
              </a:ext>
            </a:extLst>
          </p:cNvPr>
          <p:cNvGrpSpPr/>
          <p:nvPr/>
        </p:nvGrpSpPr>
        <p:grpSpPr>
          <a:xfrm>
            <a:off x="2400207" y="5606398"/>
            <a:ext cx="1729135" cy="249413"/>
            <a:chOff x="504399" y="5606398"/>
            <a:chExt cx="1729135" cy="249413"/>
          </a:xfrm>
        </p:grpSpPr>
        <p:sp>
          <p:nvSpPr>
            <p:cNvPr id="20" name="Oval 19">
              <a:extLst>
                <a:ext uri="{FF2B5EF4-FFF2-40B4-BE49-F238E27FC236}">
                  <a16:creationId xmlns:a16="http://schemas.microsoft.com/office/drawing/2014/main" id="{7DFCB0E4-908C-DD02-A05C-28CEFCB56DA0}"/>
                </a:ext>
              </a:extLst>
            </p:cNvPr>
            <p:cNvSpPr/>
            <p:nvPr/>
          </p:nvSpPr>
          <p:spPr>
            <a:xfrm>
              <a:off x="504399" y="5610702"/>
              <a:ext cx="245109" cy="2451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21" name="Textplatzhalter 12">
              <a:extLst>
                <a:ext uri="{FF2B5EF4-FFF2-40B4-BE49-F238E27FC236}">
                  <a16:creationId xmlns:a16="http://schemas.microsoft.com/office/drawing/2014/main" id="{AEFFE3D5-F904-39E5-B787-AC4CF8304AB1}"/>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solidFill>
                    <a:schemeClr val="bg1"/>
                  </a:solidFill>
                  <a:latin typeface="BarmeniaGothaer Offc" panose="020B0503020204020204" pitchFamily="34" charset="0"/>
                </a:rPr>
                <a:t>Lorem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ipsum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dolor</a:t>
              </a:r>
              <a:r>
                <a:rPr lang="de-DE" sz="1050" dirty="0">
                  <a:solidFill>
                    <a:schemeClr val="bg1"/>
                  </a:solidFill>
                  <a:latin typeface="BarmeniaGothaer Offc" panose="020B0503020204020204" pitchFamily="34" charset="0"/>
                </a:rPr>
                <a:t> </a:t>
              </a:r>
              <a:br>
                <a:rPr lang="de-DE" sz="1050" dirty="0">
                  <a:solidFill>
                    <a:schemeClr val="bg1"/>
                  </a:solidFill>
                  <a:latin typeface="BarmeniaGothaer Offc" panose="020B0503020204020204" pitchFamily="34" charset="0"/>
                </a:rPr>
              </a:br>
              <a:r>
                <a:rPr lang="de-DE" sz="1050" dirty="0" err="1">
                  <a:solidFill>
                    <a:schemeClr val="bg1"/>
                  </a:solidFill>
                  <a:latin typeface="BarmeniaGothaer Offc" panose="020B0503020204020204" pitchFamily="34" charset="0"/>
                </a:rPr>
                <a:t>sit</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amet</a:t>
              </a:r>
              <a:endParaRPr lang="de-DE" sz="1050" dirty="0">
                <a:solidFill>
                  <a:schemeClr val="bg1"/>
                </a:solidFill>
                <a:latin typeface="BarmeniaGothaer Offc" panose="020B0503020204020204" pitchFamily="34" charset="0"/>
              </a:endParaRPr>
            </a:p>
          </p:txBody>
        </p:sp>
      </p:grpSp>
      <p:grpSp>
        <p:nvGrpSpPr>
          <p:cNvPr id="22" name="Gruppieren 21">
            <a:extLst>
              <a:ext uri="{FF2B5EF4-FFF2-40B4-BE49-F238E27FC236}">
                <a16:creationId xmlns:a16="http://schemas.microsoft.com/office/drawing/2014/main" id="{6474A1E0-D00E-B5D2-BE22-E767981BE7C2}"/>
              </a:ext>
            </a:extLst>
          </p:cNvPr>
          <p:cNvGrpSpPr/>
          <p:nvPr/>
        </p:nvGrpSpPr>
        <p:grpSpPr>
          <a:xfrm>
            <a:off x="4296015" y="5606398"/>
            <a:ext cx="1729135" cy="249413"/>
            <a:chOff x="504399" y="5606398"/>
            <a:chExt cx="1729135" cy="249413"/>
          </a:xfrm>
        </p:grpSpPr>
        <p:sp>
          <p:nvSpPr>
            <p:cNvPr id="23" name="Oval 22">
              <a:extLst>
                <a:ext uri="{FF2B5EF4-FFF2-40B4-BE49-F238E27FC236}">
                  <a16:creationId xmlns:a16="http://schemas.microsoft.com/office/drawing/2014/main" id="{A84E0EB5-F86C-2093-55BE-225683358F10}"/>
                </a:ext>
              </a:extLst>
            </p:cNvPr>
            <p:cNvSpPr/>
            <p:nvPr/>
          </p:nvSpPr>
          <p:spPr>
            <a:xfrm>
              <a:off x="504399" y="5610702"/>
              <a:ext cx="245109" cy="245109"/>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24" name="Textplatzhalter 12">
              <a:extLst>
                <a:ext uri="{FF2B5EF4-FFF2-40B4-BE49-F238E27FC236}">
                  <a16:creationId xmlns:a16="http://schemas.microsoft.com/office/drawing/2014/main" id="{F01107E2-8C04-2E3A-EAC3-DCA4B395A294}"/>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solidFill>
                    <a:schemeClr val="bg1"/>
                  </a:solidFill>
                  <a:latin typeface="BarmeniaGothaer Offc" panose="020B0503020204020204" pitchFamily="34" charset="0"/>
                </a:rPr>
                <a:t>Lorem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ipsum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dolor</a:t>
              </a:r>
              <a:r>
                <a:rPr lang="de-DE" sz="1050" dirty="0">
                  <a:solidFill>
                    <a:schemeClr val="bg1"/>
                  </a:solidFill>
                  <a:latin typeface="BarmeniaGothaer Offc" panose="020B0503020204020204" pitchFamily="34" charset="0"/>
                </a:rPr>
                <a:t> </a:t>
              </a:r>
              <a:br>
                <a:rPr lang="de-DE" sz="1050" dirty="0">
                  <a:solidFill>
                    <a:schemeClr val="bg1"/>
                  </a:solidFill>
                  <a:latin typeface="BarmeniaGothaer Offc" panose="020B0503020204020204" pitchFamily="34" charset="0"/>
                </a:rPr>
              </a:br>
              <a:r>
                <a:rPr lang="de-DE" sz="1050" dirty="0" err="1">
                  <a:solidFill>
                    <a:schemeClr val="bg1"/>
                  </a:solidFill>
                  <a:latin typeface="BarmeniaGothaer Offc" panose="020B0503020204020204" pitchFamily="34" charset="0"/>
                </a:rPr>
                <a:t>sit</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amet</a:t>
              </a:r>
              <a:endParaRPr lang="de-DE" sz="1050" dirty="0">
                <a:solidFill>
                  <a:schemeClr val="bg1"/>
                </a:solidFill>
                <a:latin typeface="BarmeniaGothaer Offc" panose="020B0503020204020204" pitchFamily="34" charset="0"/>
              </a:endParaRPr>
            </a:p>
          </p:txBody>
        </p:sp>
      </p:grpSp>
      <p:grpSp>
        <p:nvGrpSpPr>
          <p:cNvPr id="25" name="Gruppieren 24">
            <a:extLst>
              <a:ext uri="{FF2B5EF4-FFF2-40B4-BE49-F238E27FC236}">
                <a16:creationId xmlns:a16="http://schemas.microsoft.com/office/drawing/2014/main" id="{8A463B48-1629-306D-2A59-8D9AEE328E7C}"/>
              </a:ext>
            </a:extLst>
          </p:cNvPr>
          <p:cNvGrpSpPr/>
          <p:nvPr/>
        </p:nvGrpSpPr>
        <p:grpSpPr>
          <a:xfrm>
            <a:off x="6191823" y="5606398"/>
            <a:ext cx="1729135" cy="249413"/>
            <a:chOff x="504399" y="5606398"/>
            <a:chExt cx="1729135" cy="249413"/>
          </a:xfrm>
        </p:grpSpPr>
        <p:sp>
          <p:nvSpPr>
            <p:cNvPr id="26" name="Oval 25">
              <a:extLst>
                <a:ext uri="{FF2B5EF4-FFF2-40B4-BE49-F238E27FC236}">
                  <a16:creationId xmlns:a16="http://schemas.microsoft.com/office/drawing/2014/main" id="{435FC20E-0713-79B2-5A9D-59DF6E717634}"/>
                </a:ext>
              </a:extLst>
            </p:cNvPr>
            <p:cNvSpPr/>
            <p:nvPr/>
          </p:nvSpPr>
          <p:spPr>
            <a:xfrm>
              <a:off x="504399" y="5610702"/>
              <a:ext cx="245109" cy="245109"/>
            </a:xfrm>
            <a:prstGeom prst="ellips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27" name="Textplatzhalter 12">
              <a:extLst>
                <a:ext uri="{FF2B5EF4-FFF2-40B4-BE49-F238E27FC236}">
                  <a16:creationId xmlns:a16="http://schemas.microsoft.com/office/drawing/2014/main" id="{05F7FD2E-99B4-6C3B-EB07-A94AA72A5106}"/>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solidFill>
                    <a:schemeClr val="bg1"/>
                  </a:solidFill>
                  <a:latin typeface="BarmeniaGothaer Offc" panose="020B0503020204020204" pitchFamily="34" charset="0"/>
                </a:rPr>
                <a:t>Lorem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ipsum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dolor</a:t>
              </a:r>
              <a:r>
                <a:rPr lang="de-DE" sz="1050" dirty="0">
                  <a:solidFill>
                    <a:schemeClr val="bg1"/>
                  </a:solidFill>
                  <a:latin typeface="BarmeniaGothaer Offc" panose="020B0503020204020204" pitchFamily="34" charset="0"/>
                </a:rPr>
                <a:t> </a:t>
              </a:r>
              <a:br>
                <a:rPr lang="de-DE" sz="1050" dirty="0">
                  <a:solidFill>
                    <a:schemeClr val="bg1"/>
                  </a:solidFill>
                  <a:latin typeface="BarmeniaGothaer Offc" panose="020B0503020204020204" pitchFamily="34" charset="0"/>
                </a:rPr>
              </a:br>
              <a:r>
                <a:rPr lang="de-DE" sz="1050" dirty="0" err="1">
                  <a:solidFill>
                    <a:schemeClr val="bg1"/>
                  </a:solidFill>
                  <a:latin typeface="BarmeniaGothaer Offc" panose="020B0503020204020204" pitchFamily="34" charset="0"/>
                </a:rPr>
                <a:t>sit</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amet</a:t>
              </a:r>
              <a:endParaRPr lang="de-DE" sz="1050" dirty="0">
                <a:solidFill>
                  <a:schemeClr val="bg1"/>
                </a:solidFill>
                <a:latin typeface="BarmeniaGothaer Offc" panose="020B0503020204020204" pitchFamily="34" charset="0"/>
              </a:endParaRPr>
            </a:p>
          </p:txBody>
        </p:sp>
      </p:grpSp>
      <p:grpSp>
        <p:nvGrpSpPr>
          <p:cNvPr id="29" name="Gruppieren 28">
            <a:extLst>
              <a:ext uri="{FF2B5EF4-FFF2-40B4-BE49-F238E27FC236}">
                <a16:creationId xmlns:a16="http://schemas.microsoft.com/office/drawing/2014/main" id="{3120D2EB-841F-474F-8F66-A242F1B0AE1C}"/>
              </a:ext>
            </a:extLst>
          </p:cNvPr>
          <p:cNvGrpSpPr/>
          <p:nvPr/>
        </p:nvGrpSpPr>
        <p:grpSpPr>
          <a:xfrm>
            <a:off x="8087631" y="5606398"/>
            <a:ext cx="1729135" cy="249413"/>
            <a:chOff x="504399" y="5606398"/>
            <a:chExt cx="1729135" cy="249413"/>
          </a:xfrm>
        </p:grpSpPr>
        <p:sp>
          <p:nvSpPr>
            <p:cNvPr id="30" name="Oval 29">
              <a:extLst>
                <a:ext uri="{FF2B5EF4-FFF2-40B4-BE49-F238E27FC236}">
                  <a16:creationId xmlns:a16="http://schemas.microsoft.com/office/drawing/2014/main" id="{B69447E9-BBCB-6462-D00B-1F768B614378}"/>
                </a:ext>
              </a:extLst>
            </p:cNvPr>
            <p:cNvSpPr/>
            <p:nvPr/>
          </p:nvSpPr>
          <p:spPr>
            <a:xfrm>
              <a:off x="504399" y="5610702"/>
              <a:ext cx="245109" cy="245109"/>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31" name="Textplatzhalter 12">
              <a:extLst>
                <a:ext uri="{FF2B5EF4-FFF2-40B4-BE49-F238E27FC236}">
                  <a16:creationId xmlns:a16="http://schemas.microsoft.com/office/drawing/2014/main" id="{4E693056-6966-1557-67BF-B027FC7C614F}"/>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solidFill>
                    <a:schemeClr val="bg1"/>
                  </a:solidFill>
                  <a:latin typeface="BarmeniaGothaer Offc" panose="020B0503020204020204" pitchFamily="34" charset="0"/>
                </a:rPr>
                <a:t>Lorem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ipsum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dolor</a:t>
              </a:r>
              <a:r>
                <a:rPr lang="de-DE" sz="1050" dirty="0">
                  <a:solidFill>
                    <a:schemeClr val="bg1"/>
                  </a:solidFill>
                  <a:latin typeface="BarmeniaGothaer Offc" panose="020B0503020204020204" pitchFamily="34" charset="0"/>
                </a:rPr>
                <a:t> </a:t>
              </a:r>
              <a:br>
                <a:rPr lang="de-DE" sz="1050" dirty="0">
                  <a:solidFill>
                    <a:schemeClr val="bg1"/>
                  </a:solidFill>
                  <a:latin typeface="BarmeniaGothaer Offc" panose="020B0503020204020204" pitchFamily="34" charset="0"/>
                </a:rPr>
              </a:br>
              <a:r>
                <a:rPr lang="de-DE" sz="1050" dirty="0" err="1">
                  <a:solidFill>
                    <a:schemeClr val="bg1"/>
                  </a:solidFill>
                  <a:latin typeface="BarmeniaGothaer Offc" panose="020B0503020204020204" pitchFamily="34" charset="0"/>
                </a:rPr>
                <a:t>sit</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amet</a:t>
              </a:r>
              <a:endParaRPr lang="de-DE" sz="1050" dirty="0">
                <a:solidFill>
                  <a:schemeClr val="bg1"/>
                </a:solidFill>
                <a:latin typeface="BarmeniaGothaer Offc" panose="020B0503020204020204" pitchFamily="34" charset="0"/>
              </a:endParaRPr>
            </a:p>
          </p:txBody>
        </p:sp>
      </p:grpSp>
      <p:grpSp>
        <p:nvGrpSpPr>
          <p:cNvPr id="33" name="Gruppieren 32">
            <a:extLst>
              <a:ext uri="{FF2B5EF4-FFF2-40B4-BE49-F238E27FC236}">
                <a16:creationId xmlns:a16="http://schemas.microsoft.com/office/drawing/2014/main" id="{0CB3C682-6C63-986F-BA7C-AA20D5A5712F}"/>
              </a:ext>
            </a:extLst>
          </p:cNvPr>
          <p:cNvGrpSpPr/>
          <p:nvPr/>
        </p:nvGrpSpPr>
        <p:grpSpPr>
          <a:xfrm>
            <a:off x="9983440" y="5606398"/>
            <a:ext cx="1729135" cy="249413"/>
            <a:chOff x="504399" y="5606398"/>
            <a:chExt cx="1729135" cy="249413"/>
          </a:xfrm>
        </p:grpSpPr>
        <p:sp>
          <p:nvSpPr>
            <p:cNvPr id="34" name="Oval 33">
              <a:extLst>
                <a:ext uri="{FF2B5EF4-FFF2-40B4-BE49-F238E27FC236}">
                  <a16:creationId xmlns:a16="http://schemas.microsoft.com/office/drawing/2014/main" id="{66AE49BE-BC42-DE3C-045C-40628BBBCA4B}"/>
                </a:ext>
              </a:extLst>
            </p:cNvPr>
            <p:cNvSpPr/>
            <p:nvPr/>
          </p:nvSpPr>
          <p:spPr>
            <a:xfrm>
              <a:off x="504399" y="5610702"/>
              <a:ext cx="245109" cy="245109"/>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solidFill>
                  <a:schemeClr val="bg1"/>
                </a:solidFill>
              </a:endParaRPr>
            </a:p>
          </p:txBody>
        </p:sp>
        <p:sp>
          <p:nvSpPr>
            <p:cNvPr id="35" name="Textplatzhalter 12">
              <a:extLst>
                <a:ext uri="{FF2B5EF4-FFF2-40B4-BE49-F238E27FC236}">
                  <a16:creationId xmlns:a16="http://schemas.microsoft.com/office/drawing/2014/main" id="{170728C5-4DE9-63BB-59CA-B5790B1F9DF5}"/>
                </a:ext>
              </a:extLst>
            </p:cNvPr>
            <p:cNvSpPr txBox="1">
              <a:spLocks/>
            </p:cNvSpPr>
            <p:nvPr/>
          </p:nvSpPr>
          <p:spPr>
            <a:xfrm>
              <a:off x="854177" y="5606398"/>
              <a:ext cx="1379357" cy="245109"/>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050" dirty="0" err="1">
                  <a:solidFill>
                    <a:schemeClr val="bg1"/>
                  </a:solidFill>
                  <a:latin typeface="BarmeniaGothaer Offc" panose="020B0503020204020204" pitchFamily="34" charset="0"/>
                </a:rPr>
                <a:t>Lorem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ipsum</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dolor</a:t>
              </a:r>
              <a:r>
                <a:rPr lang="de-DE" sz="1050" dirty="0">
                  <a:solidFill>
                    <a:schemeClr val="bg1"/>
                  </a:solidFill>
                  <a:latin typeface="BarmeniaGothaer Offc" panose="020B0503020204020204" pitchFamily="34" charset="0"/>
                </a:rPr>
                <a:t> </a:t>
              </a:r>
              <a:br>
                <a:rPr lang="de-DE" sz="1050" dirty="0">
                  <a:solidFill>
                    <a:schemeClr val="bg1"/>
                  </a:solidFill>
                  <a:latin typeface="BarmeniaGothaer Offc" panose="020B0503020204020204" pitchFamily="34" charset="0"/>
                </a:rPr>
              </a:br>
              <a:r>
                <a:rPr lang="de-DE" sz="1050" dirty="0" err="1">
                  <a:solidFill>
                    <a:schemeClr val="bg1"/>
                  </a:solidFill>
                  <a:latin typeface="BarmeniaGothaer Offc" panose="020B0503020204020204" pitchFamily="34" charset="0"/>
                </a:rPr>
                <a:t>sit</a:t>
              </a:r>
              <a:r>
                <a:rPr lang="de-DE" sz="1050" dirty="0">
                  <a:solidFill>
                    <a:schemeClr val="bg1"/>
                  </a:solidFill>
                  <a:latin typeface="BarmeniaGothaer Offc" panose="020B0503020204020204" pitchFamily="34" charset="0"/>
                </a:rPr>
                <a:t> </a:t>
              </a:r>
              <a:r>
                <a:rPr lang="de-DE" sz="1050" dirty="0" err="1">
                  <a:solidFill>
                    <a:schemeClr val="bg1"/>
                  </a:solidFill>
                  <a:latin typeface="BarmeniaGothaer Offc" panose="020B0503020204020204" pitchFamily="34" charset="0"/>
                </a:rPr>
                <a:t>amet</a:t>
              </a:r>
              <a:endParaRPr lang="de-DE" sz="1050" dirty="0">
                <a:solidFill>
                  <a:schemeClr val="bg1"/>
                </a:solidFill>
                <a:latin typeface="BarmeniaGothaer Offc" panose="020B0503020204020204" pitchFamily="34" charset="0"/>
              </a:endParaRPr>
            </a:p>
          </p:txBody>
        </p:sp>
      </p:grpSp>
      <p:sp>
        <p:nvSpPr>
          <p:cNvPr id="38" name="Textplatzhalter 12">
            <a:extLst>
              <a:ext uri="{FF2B5EF4-FFF2-40B4-BE49-F238E27FC236}">
                <a16:creationId xmlns:a16="http://schemas.microsoft.com/office/drawing/2014/main" id="{056B19FE-CE19-AEAE-E958-185523111CC1}"/>
              </a:ext>
            </a:extLst>
          </p:cNvPr>
          <p:cNvSpPr txBox="1">
            <a:spLocks/>
          </p:cNvSpPr>
          <p:nvPr/>
        </p:nvSpPr>
        <p:spPr>
          <a:xfrm>
            <a:off x="3342545" y="4510422"/>
            <a:ext cx="2628901" cy="674558"/>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solidFill>
                  <a:schemeClr val="bg1"/>
                </a:solidFill>
                <a:latin typeface="BarmeniaGothaer Offc" panose="020B0503020204020204" pitchFamily="34" charset="0"/>
              </a:rPr>
              <a:t>Auf dunklem Hintergrund wird die erste Aktzentfarbe (dunkel Blau) </a:t>
            </a:r>
            <a:br>
              <a:rPr lang="de-DE" dirty="0">
                <a:solidFill>
                  <a:schemeClr val="bg1"/>
                </a:solidFill>
                <a:latin typeface="BarmeniaGothaer Offc" panose="020B0503020204020204" pitchFamily="34" charset="0"/>
              </a:rPr>
            </a:br>
            <a:r>
              <a:rPr lang="de-DE" dirty="0">
                <a:solidFill>
                  <a:schemeClr val="bg1"/>
                </a:solidFill>
                <a:latin typeface="BarmeniaGothaer Offc" panose="020B0503020204020204" pitchFamily="34" charset="0"/>
              </a:rPr>
              <a:t>in weiß umgefärbt.</a:t>
            </a:r>
          </a:p>
        </p:txBody>
      </p:sp>
      <p:sp>
        <p:nvSpPr>
          <p:cNvPr id="39" name="Textplatzhalter 12">
            <a:extLst>
              <a:ext uri="{FF2B5EF4-FFF2-40B4-BE49-F238E27FC236}">
                <a16:creationId xmlns:a16="http://schemas.microsoft.com/office/drawing/2014/main" id="{E201F4BA-D8EE-5ED5-02AE-05436E758FD0}"/>
              </a:ext>
            </a:extLst>
          </p:cNvPr>
          <p:cNvSpPr txBox="1">
            <a:spLocks/>
          </p:cNvSpPr>
          <p:nvPr/>
        </p:nvSpPr>
        <p:spPr>
          <a:xfrm>
            <a:off x="3342545" y="4122295"/>
            <a:ext cx="2628901" cy="43127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dirty="0">
                <a:solidFill>
                  <a:schemeClr val="bg1"/>
                </a:solidFill>
                <a:latin typeface="BarmeniaGothaer Offc Medium" panose="020B0603020204020204" pitchFamily="34" charset="0"/>
              </a:rPr>
              <a:t>-15%</a:t>
            </a:r>
          </a:p>
        </p:txBody>
      </p:sp>
      <p:sp>
        <p:nvSpPr>
          <p:cNvPr id="43" name="Textplatzhalter 12">
            <a:extLst>
              <a:ext uri="{FF2B5EF4-FFF2-40B4-BE49-F238E27FC236}">
                <a16:creationId xmlns:a16="http://schemas.microsoft.com/office/drawing/2014/main" id="{05D0D8B9-C44E-1D62-3851-1D9007D3704F}"/>
              </a:ext>
            </a:extLst>
          </p:cNvPr>
          <p:cNvSpPr txBox="1">
            <a:spLocks/>
          </p:cNvSpPr>
          <p:nvPr/>
        </p:nvSpPr>
        <p:spPr>
          <a:xfrm>
            <a:off x="6213161" y="4510422"/>
            <a:ext cx="2628901" cy="674558"/>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solidFill>
                  <a:schemeClr val="bg1"/>
                </a:solidFill>
                <a:latin typeface="BarmeniaGothaer Offc" panose="020B0503020204020204" pitchFamily="34" charset="0"/>
              </a:rPr>
              <a:t>Auf dunklem Hintergrund wird die erste Aktzentfarbe (dunkel Blau) </a:t>
            </a:r>
            <a:br>
              <a:rPr lang="de-DE" dirty="0">
                <a:solidFill>
                  <a:schemeClr val="bg1"/>
                </a:solidFill>
                <a:latin typeface="BarmeniaGothaer Offc" panose="020B0503020204020204" pitchFamily="34" charset="0"/>
              </a:rPr>
            </a:br>
            <a:r>
              <a:rPr lang="de-DE" dirty="0">
                <a:solidFill>
                  <a:schemeClr val="bg1"/>
                </a:solidFill>
                <a:latin typeface="BarmeniaGothaer Offc" panose="020B0503020204020204" pitchFamily="34" charset="0"/>
              </a:rPr>
              <a:t>in weiß umgefärbt.</a:t>
            </a:r>
          </a:p>
        </p:txBody>
      </p:sp>
      <p:sp>
        <p:nvSpPr>
          <p:cNvPr id="44" name="Textplatzhalter 12">
            <a:extLst>
              <a:ext uri="{FF2B5EF4-FFF2-40B4-BE49-F238E27FC236}">
                <a16:creationId xmlns:a16="http://schemas.microsoft.com/office/drawing/2014/main" id="{FEE18A53-6D59-A28D-93BD-48B25AD18310}"/>
              </a:ext>
            </a:extLst>
          </p:cNvPr>
          <p:cNvSpPr txBox="1">
            <a:spLocks/>
          </p:cNvSpPr>
          <p:nvPr/>
        </p:nvSpPr>
        <p:spPr>
          <a:xfrm>
            <a:off x="6213161" y="4122295"/>
            <a:ext cx="2628901" cy="43127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dirty="0">
                <a:solidFill>
                  <a:schemeClr val="bg1"/>
                </a:solidFill>
                <a:latin typeface="BarmeniaGothaer Offc Medium" panose="020B0603020204020204" pitchFamily="34" charset="0"/>
              </a:rPr>
              <a:t>70%</a:t>
            </a:r>
          </a:p>
        </p:txBody>
      </p:sp>
      <p:sp>
        <p:nvSpPr>
          <p:cNvPr id="47" name="Textplatzhalter 12">
            <a:extLst>
              <a:ext uri="{FF2B5EF4-FFF2-40B4-BE49-F238E27FC236}">
                <a16:creationId xmlns:a16="http://schemas.microsoft.com/office/drawing/2014/main" id="{2FBD5B19-687A-5CF7-1A88-D72DC4AB12C2}"/>
              </a:ext>
            </a:extLst>
          </p:cNvPr>
          <p:cNvSpPr txBox="1">
            <a:spLocks/>
          </p:cNvSpPr>
          <p:nvPr/>
        </p:nvSpPr>
        <p:spPr>
          <a:xfrm>
            <a:off x="9091272" y="4510422"/>
            <a:ext cx="2628901" cy="674558"/>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solidFill>
                  <a:schemeClr val="bg1"/>
                </a:solidFill>
                <a:latin typeface="BarmeniaGothaer Offc" panose="020B0503020204020204" pitchFamily="34" charset="0"/>
              </a:rPr>
              <a:t>Auf dunklem Hintergrund wird die erste Aktzentfarbe (dunkel Blau) </a:t>
            </a:r>
            <a:br>
              <a:rPr lang="de-DE" dirty="0">
                <a:solidFill>
                  <a:schemeClr val="bg1"/>
                </a:solidFill>
                <a:latin typeface="BarmeniaGothaer Offc" panose="020B0503020204020204" pitchFamily="34" charset="0"/>
              </a:rPr>
            </a:br>
            <a:r>
              <a:rPr lang="de-DE" dirty="0">
                <a:solidFill>
                  <a:schemeClr val="bg1"/>
                </a:solidFill>
                <a:latin typeface="BarmeniaGothaer Offc" panose="020B0503020204020204" pitchFamily="34" charset="0"/>
              </a:rPr>
              <a:t>in weiß umgefärbt.</a:t>
            </a:r>
          </a:p>
        </p:txBody>
      </p:sp>
      <p:sp>
        <p:nvSpPr>
          <p:cNvPr id="48" name="Textplatzhalter 12">
            <a:extLst>
              <a:ext uri="{FF2B5EF4-FFF2-40B4-BE49-F238E27FC236}">
                <a16:creationId xmlns:a16="http://schemas.microsoft.com/office/drawing/2014/main" id="{B4CC7231-74BB-89B3-682B-897B52755C4D}"/>
              </a:ext>
            </a:extLst>
          </p:cNvPr>
          <p:cNvSpPr txBox="1">
            <a:spLocks/>
          </p:cNvSpPr>
          <p:nvPr/>
        </p:nvSpPr>
        <p:spPr>
          <a:xfrm>
            <a:off x="9091272" y="4122295"/>
            <a:ext cx="2628901" cy="431270"/>
          </a:xfrm>
          <a:prstGeom prst="rect">
            <a:avLst/>
          </a:prstGeom>
        </p:spPr>
        <p:txBody>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gn="ctr"/>
            <a:r>
              <a:rPr lang="de-DE" dirty="0">
                <a:solidFill>
                  <a:schemeClr val="bg1"/>
                </a:solidFill>
                <a:latin typeface="BarmeniaGothaer Offc Medium" panose="020B0603020204020204" pitchFamily="34" charset="0"/>
              </a:rPr>
              <a:t>90%</a:t>
            </a:r>
          </a:p>
        </p:txBody>
      </p:sp>
      <p:sp>
        <p:nvSpPr>
          <p:cNvPr id="2" name="Datumsplatzhalter 1">
            <a:extLst>
              <a:ext uri="{FF2B5EF4-FFF2-40B4-BE49-F238E27FC236}">
                <a16:creationId xmlns:a16="http://schemas.microsoft.com/office/drawing/2014/main" id="{8777D18D-3B7F-48BE-95C4-59C236602924}"/>
              </a:ext>
            </a:extLst>
          </p:cNvPr>
          <p:cNvSpPr>
            <a:spLocks noGrp="1"/>
          </p:cNvSpPr>
          <p:nvPr>
            <p:ph type="dt" sz="half" idx="10"/>
          </p:nvPr>
        </p:nvSpPr>
        <p:spPr/>
        <p:txBody>
          <a:bodyPr/>
          <a:lstStyle/>
          <a:p>
            <a:fld id="{04C259EE-6C44-6248-ADCB-7D5F507A75D3}" type="datetime1">
              <a:rPr lang="de-DE"/>
              <a:t>22.06.2026</a:t>
            </a:fld>
            <a:endParaRPr lang="de-DE"/>
          </a:p>
        </p:txBody>
      </p:sp>
      <p:graphicFrame>
        <p:nvGraphicFramePr>
          <p:cNvPr id="11" name="Diagramm 10">
            <a:extLst>
              <a:ext uri="{FF2B5EF4-FFF2-40B4-BE49-F238E27FC236}">
                <a16:creationId xmlns:a16="http://schemas.microsoft.com/office/drawing/2014/main" id="{8D4547EA-6557-5995-CC2B-372756166219}"/>
              </a:ext>
            </a:extLst>
          </p:cNvPr>
          <p:cNvGraphicFramePr/>
          <p:nvPr>
            <p:extLst>
              <p:ext uri="{D42A27DB-BD31-4B8C-83A1-F6EECF244321}">
                <p14:modId xmlns:p14="http://schemas.microsoft.com/office/powerpoint/2010/main" val="3273523508"/>
              </p:ext>
            </p:extLst>
          </p:nvPr>
        </p:nvGraphicFramePr>
        <p:xfrm>
          <a:off x="933743" y="2422734"/>
          <a:ext cx="1720266" cy="169206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6" name="Diagramm 15">
            <a:extLst>
              <a:ext uri="{FF2B5EF4-FFF2-40B4-BE49-F238E27FC236}">
                <a16:creationId xmlns:a16="http://schemas.microsoft.com/office/drawing/2014/main" id="{52E98AC1-D9C0-CF51-D5A6-F4201F2707B3}"/>
              </a:ext>
            </a:extLst>
          </p:cNvPr>
          <p:cNvGraphicFramePr/>
          <p:nvPr>
            <p:extLst>
              <p:ext uri="{D42A27DB-BD31-4B8C-83A1-F6EECF244321}">
                <p14:modId xmlns:p14="http://schemas.microsoft.com/office/powerpoint/2010/main" val="1138074767"/>
              </p:ext>
            </p:extLst>
          </p:nvPr>
        </p:nvGraphicFramePr>
        <p:xfrm>
          <a:off x="3796865" y="2422734"/>
          <a:ext cx="1720266" cy="169206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7" name="Diagramm 16">
            <a:extLst>
              <a:ext uri="{FF2B5EF4-FFF2-40B4-BE49-F238E27FC236}">
                <a16:creationId xmlns:a16="http://schemas.microsoft.com/office/drawing/2014/main" id="{3F55FBA5-1DD4-E8A6-A77D-2760750677A4}"/>
              </a:ext>
            </a:extLst>
          </p:cNvPr>
          <p:cNvGraphicFramePr/>
          <p:nvPr>
            <p:extLst>
              <p:ext uri="{D42A27DB-BD31-4B8C-83A1-F6EECF244321}">
                <p14:modId xmlns:p14="http://schemas.microsoft.com/office/powerpoint/2010/main" val="3128679108"/>
              </p:ext>
            </p:extLst>
          </p:nvPr>
        </p:nvGraphicFramePr>
        <p:xfrm>
          <a:off x="6667481" y="2422734"/>
          <a:ext cx="1720266" cy="169206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28" name="Diagramm 27">
            <a:extLst>
              <a:ext uri="{FF2B5EF4-FFF2-40B4-BE49-F238E27FC236}">
                <a16:creationId xmlns:a16="http://schemas.microsoft.com/office/drawing/2014/main" id="{198378A7-54A2-AF89-E71C-7C1DCAD0987F}"/>
              </a:ext>
            </a:extLst>
          </p:cNvPr>
          <p:cNvGraphicFramePr/>
          <p:nvPr>
            <p:extLst>
              <p:ext uri="{D42A27DB-BD31-4B8C-83A1-F6EECF244321}">
                <p14:modId xmlns:p14="http://schemas.microsoft.com/office/powerpoint/2010/main" val="251764601"/>
              </p:ext>
            </p:extLst>
          </p:nvPr>
        </p:nvGraphicFramePr>
        <p:xfrm>
          <a:off x="9545592" y="2422734"/>
          <a:ext cx="1720266" cy="169206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28939552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C2D7D33B-B271-1EC6-7DC3-D7B58BF86C2F}"/>
              </a:ext>
            </a:extLst>
          </p:cNvPr>
          <p:cNvSpPr>
            <a:spLocks noGrp="1"/>
          </p:cNvSpPr>
          <p:nvPr>
            <p:ph type="title"/>
          </p:nvPr>
        </p:nvSpPr>
        <p:spPr>
          <a:xfrm>
            <a:off x="479425" y="387560"/>
            <a:ext cx="5112000" cy="1425683"/>
          </a:xfrm>
        </p:spPr>
        <p:txBody>
          <a:bodyPr/>
          <a:lstStyle/>
          <a:p>
            <a:r>
              <a:rPr lang="de-DE" dirty="0"/>
              <a:t>Kreisdiagramm Überschrift </a:t>
            </a:r>
            <a:r>
              <a:rPr lang="de-DE" dirty="0" err="1"/>
              <a:t>lorem</a:t>
            </a:r>
            <a:r>
              <a:rPr lang="de-DE" dirty="0"/>
              <a:t> </a:t>
            </a:r>
            <a:br>
              <a:rPr lang="de-DE" dirty="0"/>
            </a:br>
            <a:r>
              <a:rPr lang="de-DE" dirty="0" err="1">
                <a:solidFill>
                  <a:schemeClr val="accent4"/>
                </a:solidFill>
              </a:rPr>
              <a:t>ipsum</a:t>
            </a:r>
            <a:r>
              <a:rPr lang="de-DE" dirty="0">
                <a:solidFill>
                  <a:schemeClr val="accent4"/>
                </a:solidFill>
              </a:rPr>
              <a:t> </a:t>
            </a:r>
            <a:r>
              <a:rPr lang="de-DE" dirty="0" err="1">
                <a:solidFill>
                  <a:schemeClr val="accent4"/>
                </a:solidFill>
              </a:rPr>
              <a:t>dolor</a:t>
            </a:r>
            <a:r>
              <a:rPr lang="de-DE" dirty="0">
                <a:solidFill>
                  <a:schemeClr val="accent4"/>
                </a:solidFill>
              </a:rPr>
              <a:t> </a:t>
            </a:r>
            <a:r>
              <a:rPr lang="de-DE" dirty="0" err="1">
                <a:solidFill>
                  <a:schemeClr val="accent4"/>
                </a:solidFill>
              </a:rPr>
              <a:t>sit</a:t>
            </a:r>
            <a:r>
              <a:rPr lang="de-DE" dirty="0">
                <a:solidFill>
                  <a:schemeClr val="accent4"/>
                </a:solidFill>
              </a:rPr>
              <a:t>. </a:t>
            </a:r>
          </a:p>
        </p:txBody>
      </p:sp>
      <p:graphicFrame>
        <p:nvGraphicFramePr>
          <p:cNvPr id="14" name="Inhaltsplatzhalter 13">
            <a:extLst>
              <a:ext uri="{FF2B5EF4-FFF2-40B4-BE49-F238E27FC236}">
                <a16:creationId xmlns:a16="http://schemas.microsoft.com/office/drawing/2014/main" id="{865E2B16-D575-5D55-D7E5-CFBAB5EC1C9B}"/>
              </a:ext>
            </a:extLst>
          </p:cNvPr>
          <p:cNvGraphicFramePr>
            <a:graphicFrameLocks noGrp="1"/>
          </p:cNvGraphicFramePr>
          <p:nvPr>
            <p:ph idx="15"/>
            <p:extLst>
              <p:ext uri="{D42A27DB-BD31-4B8C-83A1-F6EECF244321}">
                <p14:modId xmlns:p14="http://schemas.microsoft.com/office/powerpoint/2010/main" val="923543045"/>
              </p:ext>
            </p:extLst>
          </p:nvPr>
        </p:nvGraphicFramePr>
        <p:xfrm>
          <a:off x="479425" y="2955925"/>
          <a:ext cx="5111750" cy="2997200"/>
        </p:xfrm>
        <a:graphic>
          <a:graphicData uri="http://schemas.openxmlformats.org/drawingml/2006/chart">
            <c:chart xmlns:c="http://schemas.openxmlformats.org/drawingml/2006/chart" xmlns:r="http://schemas.openxmlformats.org/officeDocument/2006/relationships" r:id="rId3"/>
          </a:graphicData>
        </a:graphic>
      </p:graphicFrame>
      <p:sp>
        <p:nvSpPr>
          <p:cNvPr id="10" name="Datumsplatzhalter 9">
            <a:extLst>
              <a:ext uri="{FF2B5EF4-FFF2-40B4-BE49-F238E27FC236}">
                <a16:creationId xmlns:a16="http://schemas.microsoft.com/office/drawing/2014/main" id="{F65B3C1D-F47D-4B03-7874-5B019513865C}"/>
              </a:ext>
            </a:extLst>
          </p:cNvPr>
          <p:cNvSpPr>
            <a:spLocks noGrp="1"/>
          </p:cNvSpPr>
          <p:nvPr>
            <p:ph type="dt" sz="half" idx="16"/>
          </p:nvPr>
        </p:nvSpPr>
        <p:spPr>
          <a:xfrm>
            <a:off x="3334722" y="6521213"/>
            <a:ext cx="1068585" cy="106468"/>
          </a:xfrm>
        </p:spPr>
        <p:txBody>
          <a:bodyPr/>
          <a:lstStyle/>
          <a:p>
            <a:fld id="{9F6BFF4D-1653-CC4A-8C2D-D3AE7D1F8F76}" type="datetime1">
              <a:rPr lang="de-DE"/>
              <a:pPr/>
              <a:t>22.06.2026</a:t>
            </a:fld>
            <a:endParaRPr lang="de-DE"/>
          </a:p>
        </p:txBody>
      </p:sp>
      <p:sp>
        <p:nvSpPr>
          <p:cNvPr id="3" name="Fußzeilenplatzhalter 2">
            <a:extLst>
              <a:ext uri="{FF2B5EF4-FFF2-40B4-BE49-F238E27FC236}">
                <a16:creationId xmlns:a16="http://schemas.microsoft.com/office/drawing/2014/main" id="{ED878F3E-2D5B-17F8-A8B5-9166F260CEBE}"/>
              </a:ext>
            </a:extLst>
          </p:cNvPr>
          <p:cNvSpPr>
            <a:spLocks noGrp="1"/>
          </p:cNvSpPr>
          <p:nvPr>
            <p:ph type="ftr" sz="quarter" idx="17"/>
          </p:nvPr>
        </p:nvSpPr>
        <p:spPr>
          <a:xfrm>
            <a:off x="3334721" y="6405343"/>
            <a:ext cx="2653330" cy="106470"/>
          </a:xfrm>
        </p:spPr>
        <p:txBody>
          <a:bodyPr/>
          <a:lstStyle/>
          <a:p>
            <a:r>
              <a:rPr lang="de-DE" dirty="0"/>
              <a:t>Titel der Präsentation</a:t>
            </a:r>
          </a:p>
        </p:txBody>
      </p:sp>
      <p:sp>
        <p:nvSpPr>
          <p:cNvPr id="7" name="Foliennummernplatzhalter 6">
            <a:extLst>
              <a:ext uri="{FF2B5EF4-FFF2-40B4-BE49-F238E27FC236}">
                <a16:creationId xmlns:a16="http://schemas.microsoft.com/office/drawing/2014/main" id="{09D5577D-9EF8-B2F3-0F7B-BE00E48F386C}"/>
              </a:ext>
            </a:extLst>
          </p:cNvPr>
          <p:cNvSpPr>
            <a:spLocks noGrp="1"/>
          </p:cNvSpPr>
          <p:nvPr>
            <p:ph type="sldNum" sz="quarter" idx="18"/>
          </p:nvPr>
        </p:nvSpPr>
        <p:spPr>
          <a:xfrm>
            <a:off x="773108" y="6521213"/>
            <a:ext cx="976088" cy="106468"/>
          </a:xfrm>
        </p:spPr>
        <p:txBody>
          <a:bodyPr/>
          <a:lstStyle/>
          <a:p>
            <a:fld id="{D188B27D-4802-6948-A101-6CF6A7142FF4}" type="slidenum">
              <a:rPr lang="de-DE" smtClean="0"/>
              <a:pPr/>
              <a:t>32</a:t>
            </a:fld>
            <a:endParaRPr lang="de-DE"/>
          </a:p>
        </p:txBody>
      </p:sp>
      <p:sp>
        <p:nvSpPr>
          <p:cNvPr id="2" name="Textplatzhalter 1">
            <a:extLst>
              <a:ext uri="{FF2B5EF4-FFF2-40B4-BE49-F238E27FC236}">
                <a16:creationId xmlns:a16="http://schemas.microsoft.com/office/drawing/2014/main" id="{6381B01D-26FE-32EF-C003-7732DA89FB00}"/>
              </a:ext>
            </a:extLst>
          </p:cNvPr>
          <p:cNvSpPr>
            <a:spLocks noGrp="1"/>
          </p:cNvSpPr>
          <p:nvPr>
            <p:ph type="body" idx="13"/>
          </p:nvPr>
        </p:nvSpPr>
        <p:spPr>
          <a:xfrm>
            <a:off x="479425" y="2360854"/>
            <a:ext cx="5112000" cy="250463"/>
          </a:xfrm>
        </p:spPr>
        <p:txBody>
          <a:bodyPr/>
          <a:lstStyle/>
          <a:p>
            <a:r>
              <a:rPr lang="de-DE" dirty="0"/>
              <a:t>Titel</a:t>
            </a:r>
          </a:p>
        </p:txBody>
      </p:sp>
      <p:sp>
        <p:nvSpPr>
          <p:cNvPr id="16" name="Textplatzhalter 15">
            <a:extLst>
              <a:ext uri="{FF2B5EF4-FFF2-40B4-BE49-F238E27FC236}">
                <a16:creationId xmlns:a16="http://schemas.microsoft.com/office/drawing/2014/main" id="{E9D7D942-CC94-4AEC-3115-F632AB18BDDA}"/>
              </a:ext>
            </a:extLst>
          </p:cNvPr>
          <p:cNvSpPr>
            <a:spLocks noGrp="1"/>
          </p:cNvSpPr>
          <p:nvPr>
            <p:ph type="body" sz="quarter" idx="19"/>
          </p:nvPr>
        </p:nvSpPr>
        <p:spPr/>
        <p:txBody>
          <a:bodyPr/>
          <a:lstStyle/>
          <a:p>
            <a:r>
              <a:rPr lang="de-DE" dirty="0"/>
              <a:t>Quelle:</a:t>
            </a:r>
          </a:p>
          <a:p>
            <a:endParaRPr lang="de-DE" dirty="0"/>
          </a:p>
        </p:txBody>
      </p:sp>
      <p:sp>
        <p:nvSpPr>
          <p:cNvPr id="17" name="Freihandform 16">
            <a:extLst>
              <a:ext uri="{FF2B5EF4-FFF2-40B4-BE49-F238E27FC236}">
                <a16:creationId xmlns:a16="http://schemas.microsoft.com/office/drawing/2014/main" id="{17D43EC5-75F3-514E-922B-D84CD8A1DA4B}"/>
              </a:ext>
            </a:extLst>
          </p:cNvPr>
          <p:cNvSpPr/>
          <p:nvPr/>
        </p:nvSpPr>
        <p:spPr>
          <a:xfrm>
            <a:off x="6096000" y="0"/>
            <a:ext cx="6097200" cy="6858000"/>
          </a:xfrm>
          <a:custGeom>
            <a:avLst/>
            <a:gdLst>
              <a:gd name="connsiteX0" fmla="*/ 5346401 w 6097200"/>
              <a:gd name="connsiteY0" fmla="*/ 652256 h 6858000"/>
              <a:gd name="connsiteX1" fmla="*/ 5369451 w 6097200"/>
              <a:gd name="connsiteY1" fmla="*/ 677002 h 6858000"/>
              <a:gd name="connsiteX2" fmla="*/ 5346401 w 6097200"/>
              <a:gd name="connsiteY2" fmla="*/ 701748 h 6858000"/>
              <a:gd name="connsiteX3" fmla="*/ 5323350 w 6097200"/>
              <a:gd name="connsiteY3" fmla="*/ 677002 h 6858000"/>
              <a:gd name="connsiteX4" fmla="*/ 5346401 w 6097200"/>
              <a:gd name="connsiteY4" fmla="*/ 652256 h 6858000"/>
              <a:gd name="connsiteX5" fmla="*/ 5121193 w 6097200"/>
              <a:gd name="connsiteY5" fmla="*/ 652256 h 6858000"/>
              <a:gd name="connsiteX6" fmla="*/ 5144243 w 6097200"/>
              <a:gd name="connsiteY6" fmla="*/ 677002 h 6858000"/>
              <a:gd name="connsiteX7" fmla="*/ 5121193 w 6097200"/>
              <a:gd name="connsiteY7" fmla="*/ 701748 h 6858000"/>
              <a:gd name="connsiteX8" fmla="*/ 5098143 w 6097200"/>
              <a:gd name="connsiteY8" fmla="*/ 677002 h 6858000"/>
              <a:gd name="connsiteX9" fmla="*/ 5121193 w 6097200"/>
              <a:gd name="connsiteY9" fmla="*/ 652256 h 6858000"/>
              <a:gd name="connsiteX10" fmla="*/ 5436428 w 6097200"/>
              <a:gd name="connsiteY10" fmla="*/ 651335 h 6858000"/>
              <a:gd name="connsiteX11" fmla="*/ 5456689 w 6097200"/>
              <a:gd name="connsiteY11" fmla="*/ 668498 h 6858000"/>
              <a:gd name="connsiteX12" fmla="*/ 5415859 w 6097200"/>
              <a:gd name="connsiteY12" fmla="*/ 668498 h 6858000"/>
              <a:gd name="connsiteX13" fmla="*/ 5436428 w 6097200"/>
              <a:gd name="connsiteY13" fmla="*/ 651335 h 6858000"/>
              <a:gd name="connsiteX14" fmla="*/ 5524280 w 6097200"/>
              <a:gd name="connsiteY14" fmla="*/ 636015 h 6858000"/>
              <a:gd name="connsiteX15" fmla="*/ 5502624 w 6097200"/>
              <a:gd name="connsiteY15" fmla="*/ 651783 h 6858000"/>
              <a:gd name="connsiteX16" fmla="*/ 5502624 w 6097200"/>
              <a:gd name="connsiteY16" fmla="*/ 637396 h 6858000"/>
              <a:gd name="connsiteX17" fmla="*/ 5484997 w 6097200"/>
              <a:gd name="connsiteY17" fmla="*/ 637396 h 6858000"/>
              <a:gd name="connsiteX18" fmla="*/ 5484997 w 6097200"/>
              <a:gd name="connsiteY18" fmla="*/ 716570 h 6858000"/>
              <a:gd name="connsiteX19" fmla="*/ 5484997 w 6097200"/>
              <a:gd name="connsiteY19" fmla="*/ 716595 h 6858000"/>
              <a:gd name="connsiteX20" fmla="*/ 5502624 w 6097200"/>
              <a:gd name="connsiteY20" fmla="*/ 716595 h 6858000"/>
              <a:gd name="connsiteX21" fmla="*/ 5502624 w 6097200"/>
              <a:gd name="connsiteY21" fmla="*/ 673447 h 6858000"/>
              <a:gd name="connsiteX22" fmla="*/ 5522118 w 6097200"/>
              <a:gd name="connsiteY22" fmla="*/ 654264 h 6858000"/>
              <a:gd name="connsiteX23" fmla="*/ 5525981 w 6097200"/>
              <a:gd name="connsiteY23" fmla="*/ 654264 h 6858000"/>
              <a:gd name="connsiteX24" fmla="*/ 5525981 w 6097200"/>
              <a:gd name="connsiteY24" fmla="*/ 636015 h 6858000"/>
              <a:gd name="connsiteX25" fmla="*/ 5342845 w 6097200"/>
              <a:gd name="connsiteY25" fmla="*/ 635260 h 6858000"/>
              <a:gd name="connsiteX26" fmla="*/ 5305110 w 6097200"/>
              <a:gd name="connsiteY26" fmla="*/ 677015 h 6858000"/>
              <a:gd name="connsiteX27" fmla="*/ 5342845 w 6097200"/>
              <a:gd name="connsiteY27" fmla="*/ 718769 h 6858000"/>
              <a:gd name="connsiteX28" fmla="*/ 5369451 w 6097200"/>
              <a:gd name="connsiteY28" fmla="*/ 703461 h 6858000"/>
              <a:gd name="connsiteX29" fmla="*/ 5369451 w 6097200"/>
              <a:gd name="connsiteY29" fmla="*/ 716608 h 6858000"/>
              <a:gd name="connsiteX30" fmla="*/ 5387091 w 6097200"/>
              <a:gd name="connsiteY30" fmla="*/ 716608 h 6858000"/>
              <a:gd name="connsiteX31" fmla="*/ 5387091 w 6097200"/>
              <a:gd name="connsiteY31" fmla="*/ 637434 h 6858000"/>
              <a:gd name="connsiteX32" fmla="*/ 5369451 w 6097200"/>
              <a:gd name="connsiteY32" fmla="*/ 637434 h 6858000"/>
              <a:gd name="connsiteX33" fmla="*/ 5369451 w 6097200"/>
              <a:gd name="connsiteY33" fmla="*/ 650568 h 6858000"/>
              <a:gd name="connsiteX34" fmla="*/ 5342845 w 6097200"/>
              <a:gd name="connsiteY34" fmla="*/ 635260 h 6858000"/>
              <a:gd name="connsiteX35" fmla="*/ 5121193 w 6097200"/>
              <a:gd name="connsiteY35" fmla="*/ 635248 h 6858000"/>
              <a:gd name="connsiteX36" fmla="*/ 5079889 w 6097200"/>
              <a:gd name="connsiteY36" fmla="*/ 677002 h 6858000"/>
              <a:gd name="connsiteX37" fmla="*/ 5121193 w 6097200"/>
              <a:gd name="connsiteY37" fmla="*/ 718756 h 6858000"/>
              <a:gd name="connsiteX38" fmla="*/ 5162497 w 6097200"/>
              <a:gd name="connsiteY38" fmla="*/ 677002 h 6858000"/>
              <a:gd name="connsiteX39" fmla="*/ 5121193 w 6097200"/>
              <a:gd name="connsiteY39" fmla="*/ 635248 h 6858000"/>
              <a:gd name="connsiteX40" fmla="*/ 5436440 w 6097200"/>
              <a:gd name="connsiteY40" fmla="*/ 635235 h 6858000"/>
              <a:gd name="connsiteX41" fmla="*/ 5397311 w 6097200"/>
              <a:gd name="connsiteY41" fmla="*/ 676989 h 6858000"/>
              <a:gd name="connsiteX42" fmla="*/ 5397298 w 6097200"/>
              <a:gd name="connsiteY42" fmla="*/ 677002 h 6858000"/>
              <a:gd name="connsiteX43" fmla="*/ 5437822 w 6097200"/>
              <a:gd name="connsiteY43" fmla="*/ 718756 h 6858000"/>
              <a:gd name="connsiteX44" fmla="*/ 5472321 w 6097200"/>
              <a:gd name="connsiteY44" fmla="*/ 700968 h 6858000"/>
              <a:gd name="connsiteX45" fmla="*/ 5460258 w 6097200"/>
              <a:gd name="connsiteY45" fmla="*/ 690762 h 6858000"/>
              <a:gd name="connsiteX46" fmla="*/ 5437835 w 6097200"/>
              <a:gd name="connsiteY46" fmla="*/ 702669 h 6858000"/>
              <a:gd name="connsiteX47" fmla="*/ 5415411 w 6097200"/>
              <a:gd name="connsiteY47" fmla="*/ 682718 h 6858000"/>
              <a:gd name="connsiteX48" fmla="*/ 5474649 w 6097200"/>
              <a:gd name="connsiteY48" fmla="*/ 682718 h 6858000"/>
              <a:gd name="connsiteX49" fmla="*/ 5475109 w 6097200"/>
              <a:gd name="connsiteY49" fmla="*/ 676222 h 6858000"/>
              <a:gd name="connsiteX50" fmla="*/ 5436440 w 6097200"/>
              <a:gd name="connsiteY50" fmla="*/ 635235 h 6858000"/>
              <a:gd name="connsiteX51" fmla="*/ 5197290 w 6097200"/>
              <a:gd name="connsiteY51" fmla="*/ 614517 h 6858000"/>
              <a:gd name="connsiteX52" fmla="*/ 5179650 w 6097200"/>
              <a:gd name="connsiteY52" fmla="*/ 619927 h 6858000"/>
              <a:gd name="connsiteX53" fmla="*/ 5179650 w 6097200"/>
              <a:gd name="connsiteY53" fmla="*/ 637396 h 6858000"/>
              <a:gd name="connsiteX54" fmla="*/ 5164339 w 6097200"/>
              <a:gd name="connsiteY54" fmla="*/ 637396 h 6858000"/>
              <a:gd name="connsiteX55" fmla="*/ 5164339 w 6097200"/>
              <a:gd name="connsiteY55" fmla="*/ 652551 h 6858000"/>
              <a:gd name="connsiteX56" fmla="*/ 5179650 w 6097200"/>
              <a:gd name="connsiteY56" fmla="*/ 652551 h 6858000"/>
              <a:gd name="connsiteX57" fmla="*/ 5179650 w 6097200"/>
              <a:gd name="connsiteY57" fmla="*/ 691363 h 6858000"/>
              <a:gd name="connsiteX58" fmla="*/ 5205169 w 6097200"/>
              <a:gd name="connsiteY58" fmla="*/ 718271 h 6858000"/>
              <a:gd name="connsiteX59" fmla="*/ 5216618 w 6097200"/>
              <a:gd name="connsiteY59" fmla="*/ 716877 h 6858000"/>
              <a:gd name="connsiteX60" fmla="*/ 5216631 w 6097200"/>
              <a:gd name="connsiteY60" fmla="*/ 716902 h 6858000"/>
              <a:gd name="connsiteX61" fmla="*/ 5216631 w 6097200"/>
              <a:gd name="connsiteY61" fmla="*/ 702055 h 6858000"/>
              <a:gd name="connsiteX62" fmla="*/ 5209979 w 6097200"/>
              <a:gd name="connsiteY62" fmla="*/ 702515 h 6858000"/>
              <a:gd name="connsiteX63" fmla="*/ 5197290 w 6097200"/>
              <a:gd name="connsiteY63" fmla="*/ 689675 h 6858000"/>
              <a:gd name="connsiteX64" fmla="*/ 5197290 w 6097200"/>
              <a:gd name="connsiteY64" fmla="*/ 652563 h 6858000"/>
              <a:gd name="connsiteX65" fmla="*/ 5216631 w 6097200"/>
              <a:gd name="connsiteY65" fmla="*/ 652563 h 6858000"/>
              <a:gd name="connsiteX66" fmla="*/ 5216631 w 6097200"/>
              <a:gd name="connsiteY66" fmla="*/ 637409 h 6858000"/>
              <a:gd name="connsiteX67" fmla="*/ 5197290 w 6097200"/>
              <a:gd name="connsiteY67" fmla="*/ 637409 h 6858000"/>
              <a:gd name="connsiteX68" fmla="*/ 5228399 w 6097200"/>
              <a:gd name="connsiteY68" fmla="*/ 608341 h 6858000"/>
              <a:gd name="connsiteX69" fmla="*/ 5228399 w 6097200"/>
              <a:gd name="connsiteY69" fmla="*/ 716595 h 6858000"/>
              <a:gd name="connsiteX70" fmla="*/ 5246013 w 6097200"/>
              <a:gd name="connsiteY70" fmla="*/ 716595 h 6858000"/>
              <a:gd name="connsiteX71" fmla="*/ 5246013 w 6097200"/>
              <a:gd name="connsiteY71" fmla="*/ 669585 h 6858000"/>
              <a:gd name="connsiteX72" fmla="*/ 5262411 w 6097200"/>
              <a:gd name="connsiteY72" fmla="*/ 650722 h 6858000"/>
              <a:gd name="connsiteX73" fmla="*/ 5277876 w 6097200"/>
              <a:gd name="connsiteY73" fmla="*/ 668191 h 6858000"/>
              <a:gd name="connsiteX74" fmla="*/ 5277876 w 6097200"/>
              <a:gd name="connsiteY74" fmla="*/ 716595 h 6858000"/>
              <a:gd name="connsiteX75" fmla="*/ 5295516 w 6097200"/>
              <a:gd name="connsiteY75" fmla="*/ 716595 h 6858000"/>
              <a:gd name="connsiteX76" fmla="*/ 5295516 w 6097200"/>
              <a:gd name="connsiteY76" fmla="*/ 665096 h 6858000"/>
              <a:gd name="connsiteX77" fmla="*/ 5269690 w 6097200"/>
              <a:gd name="connsiteY77" fmla="*/ 635248 h 6858000"/>
              <a:gd name="connsiteX78" fmla="*/ 5246026 w 6097200"/>
              <a:gd name="connsiteY78" fmla="*/ 647934 h 6858000"/>
              <a:gd name="connsiteX79" fmla="*/ 5246026 w 6097200"/>
              <a:gd name="connsiteY79" fmla="*/ 608341 h 6858000"/>
              <a:gd name="connsiteX80" fmla="*/ 5020652 w 6097200"/>
              <a:gd name="connsiteY80" fmla="*/ 606486 h 6858000"/>
              <a:gd name="connsiteX81" fmla="*/ 4966198 w 6097200"/>
              <a:gd name="connsiteY81" fmla="*/ 662628 h 6858000"/>
              <a:gd name="connsiteX82" fmla="*/ 5018324 w 6097200"/>
              <a:gd name="connsiteY82" fmla="*/ 718769 h 6858000"/>
              <a:gd name="connsiteX83" fmla="*/ 5051428 w 6097200"/>
              <a:gd name="connsiteY83" fmla="*/ 702681 h 6858000"/>
              <a:gd name="connsiteX84" fmla="*/ 5051428 w 6097200"/>
              <a:gd name="connsiteY84" fmla="*/ 716595 h 6858000"/>
              <a:gd name="connsiteX85" fmla="*/ 5069375 w 6097200"/>
              <a:gd name="connsiteY85" fmla="*/ 716595 h 6858000"/>
              <a:gd name="connsiteX86" fmla="*/ 5069375 w 6097200"/>
              <a:gd name="connsiteY86" fmla="*/ 659686 h 6858000"/>
              <a:gd name="connsiteX87" fmla="*/ 5022506 w 6097200"/>
              <a:gd name="connsiteY87" fmla="*/ 659686 h 6858000"/>
              <a:gd name="connsiteX88" fmla="*/ 5022506 w 6097200"/>
              <a:gd name="connsiteY88" fmla="*/ 677322 h 6858000"/>
              <a:gd name="connsiteX89" fmla="*/ 5049880 w 6097200"/>
              <a:gd name="connsiteY89" fmla="*/ 677322 h 6858000"/>
              <a:gd name="connsiteX90" fmla="*/ 5020639 w 6097200"/>
              <a:gd name="connsiteY90" fmla="*/ 699906 h 6858000"/>
              <a:gd name="connsiteX91" fmla="*/ 4987227 w 6097200"/>
              <a:gd name="connsiteY91" fmla="*/ 662640 h 6858000"/>
              <a:gd name="connsiteX92" fmla="*/ 5020639 w 6097200"/>
              <a:gd name="connsiteY92" fmla="*/ 625375 h 6858000"/>
              <a:gd name="connsiteX93" fmla="*/ 5050034 w 6097200"/>
              <a:gd name="connsiteY93" fmla="*/ 642230 h 6858000"/>
              <a:gd name="connsiteX94" fmla="*/ 5066739 w 6097200"/>
              <a:gd name="connsiteY94" fmla="*/ 631091 h 6858000"/>
              <a:gd name="connsiteX95" fmla="*/ 5020639 w 6097200"/>
              <a:gd name="connsiteY95" fmla="*/ 606499 h 6858000"/>
              <a:gd name="connsiteX96" fmla="*/ 4744738 w 6097200"/>
              <a:gd name="connsiteY96" fmla="*/ 601537 h 6858000"/>
              <a:gd name="connsiteX97" fmla="*/ 4744746 w 6097200"/>
              <a:gd name="connsiteY97" fmla="*/ 601542 h 6858000"/>
              <a:gd name="connsiteX98" fmla="*/ 4743293 w 6097200"/>
              <a:gd name="connsiteY98" fmla="*/ 602995 h 6858000"/>
              <a:gd name="connsiteX99" fmla="*/ 4819735 w 6097200"/>
              <a:gd name="connsiteY99" fmla="*/ 697054 h 6858000"/>
              <a:gd name="connsiteX100" fmla="*/ 4866910 w 6097200"/>
              <a:gd name="connsiteY100" fmla="*/ 725125 h 6858000"/>
              <a:gd name="connsiteX101" fmla="*/ 4838820 w 6097200"/>
              <a:gd name="connsiteY101" fmla="*/ 677961 h 6858000"/>
              <a:gd name="connsiteX102" fmla="*/ 4788949 w 6097200"/>
              <a:gd name="connsiteY102" fmla="*/ 633203 h 6858000"/>
              <a:gd name="connsiteX103" fmla="*/ 4744746 w 6097200"/>
              <a:gd name="connsiteY103" fmla="*/ 601542 h 6858000"/>
              <a:gd name="connsiteX104" fmla="*/ 4744751 w 6097200"/>
              <a:gd name="connsiteY104" fmla="*/ 601537 h 6858000"/>
              <a:gd name="connsiteX105" fmla="*/ 4640551 w 6097200"/>
              <a:gd name="connsiteY105" fmla="*/ 588557 h 6858000"/>
              <a:gd name="connsiteX106" fmla="*/ 4608227 w 6097200"/>
              <a:gd name="connsiteY106" fmla="*/ 600258 h 6858000"/>
              <a:gd name="connsiteX107" fmla="*/ 4640551 w 6097200"/>
              <a:gd name="connsiteY107" fmla="*/ 611960 h 6858000"/>
              <a:gd name="connsiteX108" fmla="*/ 4703192 w 6097200"/>
              <a:gd name="connsiteY108" fmla="*/ 604184 h 6858000"/>
              <a:gd name="connsiteX109" fmla="*/ 4616030 w 6097200"/>
              <a:gd name="connsiteY109" fmla="*/ 678997 h 6858000"/>
              <a:gd name="connsiteX110" fmla="*/ 4587633 w 6097200"/>
              <a:gd name="connsiteY110" fmla="*/ 725164 h 6858000"/>
              <a:gd name="connsiteX111" fmla="*/ 4634296 w 6097200"/>
              <a:gd name="connsiteY111" fmla="*/ 697067 h 6858000"/>
              <a:gd name="connsiteX112" fmla="*/ 4709907 w 6097200"/>
              <a:gd name="connsiteY112" fmla="*/ 610834 h 6858000"/>
              <a:gd name="connsiteX113" fmla="*/ 4702117 w 6097200"/>
              <a:gd name="connsiteY113" fmla="*/ 673511 h 6858000"/>
              <a:gd name="connsiteX114" fmla="*/ 4713821 w 6097200"/>
              <a:gd name="connsiteY114" fmla="*/ 705815 h 6858000"/>
              <a:gd name="connsiteX115" fmla="*/ 4725526 w 6097200"/>
              <a:gd name="connsiteY115" fmla="*/ 673511 h 6858000"/>
              <a:gd name="connsiteX116" fmla="*/ 4714717 w 6097200"/>
              <a:gd name="connsiteY116" fmla="*/ 600297 h 6858000"/>
              <a:gd name="connsiteX117" fmla="*/ 4714333 w 6097200"/>
              <a:gd name="connsiteY117" fmla="*/ 599708 h 6858000"/>
              <a:gd name="connsiteX118" fmla="*/ 4714320 w 6097200"/>
              <a:gd name="connsiteY118" fmla="*/ 599695 h 6858000"/>
              <a:gd name="connsiteX119" fmla="*/ 4713783 w 6097200"/>
              <a:gd name="connsiteY119" fmla="*/ 599363 h 6858000"/>
              <a:gd name="connsiteX120" fmla="*/ 4640551 w 6097200"/>
              <a:gd name="connsiteY120" fmla="*/ 588557 h 6858000"/>
              <a:gd name="connsiteX121" fmla="*/ 4827410 w 6097200"/>
              <a:gd name="connsiteY121" fmla="*/ 575551 h 6858000"/>
              <a:gd name="connsiteX122" fmla="*/ 4747796 w 6097200"/>
              <a:gd name="connsiteY122" fmla="*/ 586357 h 6858000"/>
              <a:gd name="connsiteX123" fmla="*/ 4747796 w 6097200"/>
              <a:gd name="connsiteY123" fmla="*/ 588147 h 6858000"/>
              <a:gd name="connsiteX124" fmla="*/ 4827410 w 6097200"/>
              <a:gd name="connsiteY124" fmla="*/ 598941 h 6858000"/>
              <a:gd name="connsiteX125" fmla="*/ 4862549 w 6097200"/>
              <a:gd name="connsiteY125" fmla="*/ 587252 h 6858000"/>
              <a:gd name="connsiteX126" fmla="*/ 4827410 w 6097200"/>
              <a:gd name="connsiteY126" fmla="*/ 575551 h 6858000"/>
              <a:gd name="connsiteX127" fmla="*/ 4993111 w 6097200"/>
              <a:gd name="connsiteY127" fmla="*/ 515163 h 6858000"/>
              <a:gd name="connsiteX128" fmla="*/ 5024054 w 6097200"/>
              <a:gd name="connsiteY128" fmla="*/ 515163 h 6858000"/>
              <a:gd name="connsiteX129" fmla="*/ 5040913 w 6097200"/>
              <a:gd name="connsiteY129" fmla="*/ 529396 h 6858000"/>
              <a:gd name="connsiteX130" fmla="*/ 5024054 w 6097200"/>
              <a:gd name="connsiteY130" fmla="*/ 543630 h 6858000"/>
              <a:gd name="connsiteX131" fmla="*/ 5024054 w 6097200"/>
              <a:gd name="connsiteY131" fmla="*/ 543617 h 6858000"/>
              <a:gd name="connsiteX132" fmla="*/ 4993111 w 6097200"/>
              <a:gd name="connsiteY132" fmla="*/ 543617 h 6858000"/>
              <a:gd name="connsiteX133" fmla="*/ 5574716 w 6097200"/>
              <a:gd name="connsiteY133" fmla="*/ 497527 h 6858000"/>
              <a:gd name="connsiteX134" fmla="*/ 5597766 w 6097200"/>
              <a:gd name="connsiteY134" fmla="*/ 522273 h 6858000"/>
              <a:gd name="connsiteX135" fmla="*/ 5574716 w 6097200"/>
              <a:gd name="connsiteY135" fmla="*/ 547019 h 6858000"/>
              <a:gd name="connsiteX136" fmla="*/ 5551666 w 6097200"/>
              <a:gd name="connsiteY136" fmla="*/ 522273 h 6858000"/>
              <a:gd name="connsiteX137" fmla="*/ 5574716 w 6097200"/>
              <a:gd name="connsiteY137" fmla="*/ 497527 h 6858000"/>
              <a:gd name="connsiteX138" fmla="*/ 5111919 w 6097200"/>
              <a:gd name="connsiteY138" fmla="*/ 497527 h 6858000"/>
              <a:gd name="connsiteX139" fmla="*/ 5134969 w 6097200"/>
              <a:gd name="connsiteY139" fmla="*/ 522273 h 6858000"/>
              <a:gd name="connsiteX140" fmla="*/ 5111919 w 6097200"/>
              <a:gd name="connsiteY140" fmla="*/ 547019 h 6858000"/>
              <a:gd name="connsiteX141" fmla="*/ 5088869 w 6097200"/>
              <a:gd name="connsiteY141" fmla="*/ 522273 h 6858000"/>
              <a:gd name="connsiteX142" fmla="*/ 5111919 w 6097200"/>
              <a:gd name="connsiteY142" fmla="*/ 497527 h 6858000"/>
              <a:gd name="connsiteX143" fmla="*/ 5376882 w 6097200"/>
              <a:gd name="connsiteY143" fmla="*/ 496606 h 6858000"/>
              <a:gd name="connsiteX144" fmla="*/ 5397144 w 6097200"/>
              <a:gd name="connsiteY144" fmla="*/ 513769 h 6858000"/>
              <a:gd name="connsiteX145" fmla="*/ 5356314 w 6097200"/>
              <a:gd name="connsiteY145" fmla="*/ 513769 h 6858000"/>
              <a:gd name="connsiteX146" fmla="*/ 5376882 w 6097200"/>
              <a:gd name="connsiteY146" fmla="*/ 496606 h 6858000"/>
              <a:gd name="connsiteX147" fmla="*/ 5505578 w 6097200"/>
              <a:gd name="connsiteY147" fmla="*/ 482693 h 6858000"/>
              <a:gd name="connsiteX148" fmla="*/ 5505578 w 6097200"/>
              <a:gd name="connsiteY148" fmla="*/ 561866 h 6858000"/>
              <a:gd name="connsiteX149" fmla="*/ 5523217 w 6097200"/>
              <a:gd name="connsiteY149" fmla="*/ 561866 h 6858000"/>
              <a:gd name="connsiteX150" fmla="*/ 5523217 w 6097200"/>
              <a:gd name="connsiteY150" fmla="*/ 482693 h 6858000"/>
              <a:gd name="connsiteX151" fmla="*/ 5205502 w 6097200"/>
              <a:gd name="connsiteY151" fmla="*/ 481299 h 6858000"/>
              <a:gd name="connsiteX152" fmla="*/ 5183846 w 6097200"/>
              <a:gd name="connsiteY152" fmla="*/ 497080 h 6858000"/>
              <a:gd name="connsiteX153" fmla="*/ 5183846 w 6097200"/>
              <a:gd name="connsiteY153" fmla="*/ 482693 h 6858000"/>
              <a:gd name="connsiteX154" fmla="*/ 5166206 w 6097200"/>
              <a:gd name="connsiteY154" fmla="*/ 482693 h 6858000"/>
              <a:gd name="connsiteX155" fmla="*/ 5166206 w 6097200"/>
              <a:gd name="connsiteY155" fmla="*/ 561866 h 6858000"/>
              <a:gd name="connsiteX156" fmla="*/ 5183846 w 6097200"/>
              <a:gd name="connsiteY156" fmla="*/ 561866 h 6858000"/>
              <a:gd name="connsiteX157" fmla="*/ 5183846 w 6097200"/>
              <a:gd name="connsiteY157" fmla="*/ 518718 h 6858000"/>
              <a:gd name="connsiteX158" fmla="*/ 5203340 w 6097200"/>
              <a:gd name="connsiteY158" fmla="*/ 499548 h 6858000"/>
              <a:gd name="connsiteX159" fmla="*/ 5207203 w 6097200"/>
              <a:gd name="connsiteY159" fmla="*/ 499548 h 6858000"/>
              <a:gd name="connsiteX160" fmla="*/ 5207203 w 6097200"/>
              <a:gd name="connsiteY160" fmla="*/ 481299 h 6858000"/>
              <a:gd name="connsiteX161" fmla="*/ 5571160 w 6097200"/>
              <a:gd name="connsiteY161" fmla="*/ 480531 h 6858000"/>
              <a:gd name="connsiteX162" fmla="*/ 5533412 w 6097200"/>
              <a:gd name="connsiteY162" fmla="*/ 522286 h 6858000"/>
              <a:gd name="connsiteX163" fmla="*/ 5571160 w 6097200"/>
              <a:gd name="connsiteY163" fmla="*/ 564040 h 6858000"/>
              <a:gd name="connsiteX164" fmla="*/ 5597766 w 6097200"/>
              <a:gd name="connsiteY164" fmla="*/ 548732 h 6858000"/>
              <a:gd name="connsiteX165" fmla="*/ 5597766 w 6097200"/>
              <a:gd name="connsiteY165" fmla="*/ 561879 h 6858000"/>
              <a:gd name="connsiteX166" fmla="*/ 5615393 w 6097200"/>
              <a:gd name="connsiteY166" fmla="*/ 561879 h 6858000"/>
              <a:gd name="connsiteX167" fmla="*/ 5615393 w 6097200"/>
              <a:gd name="connsiteY167" fmla="*/ 482705 h 6858000"/>
              <a:gd name="connsiteX168" fmla="*/ 5597766 w 6097200"/>
              <a:gd name="connsiteY168" fmla="*/ 482705 h 6858000"/>
              <a:gd name="connsiteX169" fmla="*/ 5597766 w 6097200"/>
              <a:gd name="connsiteY169" fmla="*/ 495839 h 6858000"/>
              <a:gd name="connsiteX170" fmla="*/ 5571160 w 6097200"/>
              <a:gd name="connsiteY170" fmla="*/ 480531 h 6858000"/>
              <a:gd name="connsiteX171" fmla="*/ 5108350 w 6097200"/>
              <a:gd name="connsiteY171" fmla="*/ 480531 h 6858000"/>
              <a:gd name="connsiteX172" fmla="*/ 5070602 w 6097200"/>
              <a:gd name="connsiteY172" fmla="*/ 522286 h 6858000"/>
              <a:gd name="connsiteX173" fmla="*/ 5108350 w 6097200"/>
              <a:gd name="connsiteY173" fmla="*/ 564040 h 6858000"/>
              <a:gd name="connsiteX174" fmla="*/ 5134956 w 6097200"/>
              <a:gd name="connsiteY174" fmla="*/ 548732 h 6858000"/>
              <a:gd name="connsiteX175" fmla="*/ 5134956 w 6097200"/>
              <a:gd name="connsiteY175" fmla="*/ 561879 h 6858000"/>
              <a:gd name="connsiteX176" fmla="*/ 5152583 w 6097200"/>
              <a:gd name="connsiteY176" fmla="*/ 561879 h 6858000"/>
              <a:gd name="connsiteX177" fmla="*/ 5152583 w 6097200"/>
              <a:gd name="connsiteY177" fmla="*/ 482705 h 6858000"/>
              <a:gd name="connsiteX178" fmla="*/ 5134956 w 6097200"/>
              <a:gd name="connsiteY178" fmla="*/ 482705 h 6858000"/>
              <a:gd name="connsiteX179" fmla="*/ 5134956 w 6097200"/>
              <a:gd name="connsiteY179" fmla="*/ 495839 h 6858000"/>
              <a:gd name="connsiteX180" fmla="*/ 5108350 w 6097200"/>
              <a:gd name="connsiteY180" fmla="*/ 480531 h 6858000"/>
              <a:gd name="connsiteX181" fmla="*/ 5466756 w 6097200"/>
              <a:gd name="connsiteY181" fmla="*/ 480518 h 6858000"/>
              <a:gd name="connsiteX182" fmla="*/ 5443091 w 6097200"/>
              <a:gd name="connsiteY182" fmla="*/ 493205 h 6858000"/>
              <a:gd name="connsiteX183" fmla="*/ 5443091 w 6097200"/>
              <a:gd name="connsiteY183" fmla="*/ 482693 h 6858000"/>
              <a:gd name="connsiteX184" fmla="*/ 5425465 w 6097200"/>
              <a:gd name="connsiteY184" fmla="*/ 482693 h 6858000"/>
              <a:gd name="connsiteX185" fmla="*/ 5425465 w 6097200"/>
              <a:gd name="connsiteY185" fmla="*/ 561866 h 6858000"/>
              <a:gd name="connsiteX186" fmla="*/ 5443079 w 6097200"/>
              <a:gd name="connsiteY186" fmla="*/ 561866 h 6858000"/>
              <a:gd name="connsiteX187" fmla="*/ 5443079 w 6097200"/>
              <a:gd name="connsiteY187" fmla="*/ 514856 h 6858000"/>
              <a:gd name="connsiteX188" fmla="*/ 5459477 w 6097200"/>
              <a:gd name="connsiteY188" fmla="*/ 495993 h 6858000"/>
              <a:gd name="connsiteX189" fmla="*/ 5474942 w 6097200"/>
              <a:gd name="connsiteY189" fmla="*/ 513462 h 6858000"/>
              <a:gd name="connsiteX190" fmla="*/ 5474942 w 6097200"/>
              <a:gd name="connsiteY190" fmla="*/ 561866 h 6858000"/>
              <a:gd name="connsiteX191" fmla="*/ 5492582 w 6097200"/>
              <a:gd name="connsiteY191" fmla="*/ 561866 h 6858000"/>
              <a:gd name="connsiteX192" fmla="*/ 5492582 w 6097200"/>
              <a:gd name="connsiteY192" fmla="*/ 510367 h 6858000"/>
              <a:gd name="connsiteX193" fmla="*/ 5466756 w 6097200"/>
              <a:gd name="connsiteY193" fmla="*/ 480518 h 6858000"/>
              <a:gd name="connsiteX194" fmla="*/ 5376895 w 6097200"/>
              <a:gd name="connsiteY194" fmla="*/ 480518 h 6858000"/>
              <a:gd name="connsiteX195" fmla="*/ 5337753 w 6097200"/>
              <a:gd name="connsiteY195" fmla="*/ 522273 h 6858000"/>
              <a:gd name="connsiteX196" fmla="*/ 5378277 w 6097200"/>
              <a:gd name="connsiteY196" fmla="*/ 564027 h 6858000"/>
              <a:gd name="connsiteX197" fmla="*/ 5412776 w 6097200"/>
              <a:gd name="connsiteY197" fmla="*/ 546239 h 6858000"/>
              <a:gd name="connsiteX198" fmla="*/ 5400713 w 6097200"/>
              <a:gd name="connsiteY198" fmla="*/ 536033 h 6858000"/>
              <a:gd name="connsiteX199" fmla="*/ 5378290 w 6097200"/>
              <a:gd name="connsiteY199" fmla="*/ 547939 h 6858000"/>
              <a:gd name="connsiteX200" fmla="*/ 5355866 w 6097200"/>
              <a:gd name="connsiteY200" fmla="*/ 527989 h 6858000"/>
              <a:gd name="connsiteX201" fmla="*/ 5415103 w 6097200"/>
              <a:gd name="connsiteY201" fmla="*/ 527989 h 6858000"/>
              <a:gd name="connsiteX202" fmla="*/ 5415564 w 6097200"/>
              <a:gd name="connsiteY202" fmla="*/ 521493 h 6858000"/>
              <a:gd name="connsiteX203" fmla="*/ 5376895 w 6097200"/>
              <a:gd name="connsiteY203" fmla="*/ 480518 h 6858000"/>
              <a:gd name="connsiteX204" fmla="*/ 5256553 w 6097200"/>
              <a:gd name="connsiteY204" fmla="*/ 480518 h 6858000"/>
              <a:gd name="connsiteX205" fmla="*/ 5234129 w 6097200"/>
              <a:gd name="connsiteY205" fmla="*/ 493205 h 6858000"/>
              <a:gd name="connsiteX206" fmla="*/ 5234129 w 6097200"/>
              <a:gd name="connsiteY206" fmla="*/ 482693 h 6858000"/>
              <a:gd name="connsiteX207" fmla="*/ 5216490 w 6097200"/>
              <a:gd name="connsiteY207" fmla="*/ 482693 h 6858000"/>
              <a:gd name="connsiteX208" fmla="*/ 5216490 w 6097200"/>
              <a:gd name="connsiteY208" fmla="*/ 561866 h 6858000"/>
              <a:gd name="connsiteX209" fmla="*/ 5234116 w 6097200"/>
              <a:gd name="connsiteY209" fmla="*/ 561866 h 6858000"/>
              <a:gd name="connsiteX210" fmla="*/ 5234116 w 6097200"/>
              <a:gd name="connsiteY210" fmla="*/ 514856 h 6858000"/>
              <a:gd name="connsiteX211" fmla="*/ 5249274 w 6097200"/>
              <a:gd name="connsiteY211" fmla="*/ 495993 h 6858000"/>
              <a:gd name="connsiteX212" fmla="*/ 5263511 w 6097200"/>
              <a:gd name="connsiteY212" fmla="*/ 513462 h 6858000"/>
              <a:gd name="connsiteX213" fmla="*/ 5263511 w 6097200"/>
              <a:gd name="connsiteY213" fmla="*/ 561866 h 6858000"/>
              <a:gd name="connsiteX214" fmla="*/ 5281138 w 6097200"/>
              <a:gd name="connsiteY214" fmla="*/ 561866 h 6858000"/>
              <a:gd name="connsiteX215" fmla="*/ 5281138 w 6097200"/>
              <a:gd name="connsiteY215" fmla="*/ 513155 h 6858000"/>
              <a:gd name="connsiteX216" fmla="*/ 5296296 w 6097200"/>
              <a:gd name="connsiteY216" fmla="*/ 495993 h 6858000"/>
              <a:gd name="connsiteX217" fmla="*/ 5310533 w 6097200"/>
              <a:gd name="connsiteY217" fmla="*/ 513462 h 6858000"/>
              <a:gd name="connsiteX218" fmla="*/ 5310533 w 6097200"/>
              <a:gd name="connsiteY218" fmla="*/ 561866 h 6858000"/>
              <a:gd name="connsiteX219" fmla="*/ 5328172 w 6097200"/>
              <a:gd name="connsiteY219" fmla="*/ 561866 h 6858000"/>
              <a:gd name="connsiteX220" fmla="*/ 5328172 w 6097200"/>
              <a:gd name="connsiteY220" fmla="*/ 510367 h 6858000"/>
              <a:gd name="connsiteX221" fmla="*/ 5302026 w 6097200"/>
              <a:gd name="connsiteY221" fmla="*/ 480518 h 6858000"/>
              <a:gd name="connsiteX222" fmla="*/ 5278209 w 6097200"/>
              <a:gd name="connsiteY222" fmla="*/ 494125 h 6858000"/>
              <a:gd name="connsiteX223" fmla="*/ 5256553 w 6097200"/>
              <a:gd name="connsiteY223" fmla="*/ 480518 h 6858000"/>
              <a:gd name="connsiteX224" fmla="*/ 4993111 w 6097200"/>
              <a:gd name="connsiteY224" fmla="*/ 471861 h 6858000"/>
              <a:gd name="connsiteX225" fmla="*/ 5023120 w 6097200"/>
              <a:gd name="connsiteY225" fmla="*/ 471861 h 6858000"/>
              <a:gd name="connsiteX226" fmla="*/ 5038278 w 6097200"/>
              <a:gd name="connsiteY226" fmla="*/ 484381 h 6858000"/>
              <a:gd name="connsiteX227" fmla="*/ 5023120 w 6097200"/>
              <a:gd name="connsiteY227" fmla="*/ 496913 h 6858000"/>
              <a:gd name="connsiteX228" fmla="*/ 4993111 w 6097200"/>
              <a:gd name="connsiteY228" fmla="*/ 496913 h 6858000"/>
              <a:gd name="connsiteX229" fmla="*/ 4728340 w 6097200"/>
              <a:gd name="connsiteY229" fmla="*/ 462794 h 6858000"/>
              <a:gd name="connsiteX230" fmla="*/ 4716648 w 6097200"/>
              <a:gd name="connsiteY230" fmla="*/ 494561 h 6858000"/>
              <a:gd name="connsiteX231" fmla="*/ 4727457 w 6097200"/>
              <a:gd name="connsiteY231" fmla="*/ 566535 h 6858000"/>
              <a:gd name="connsiteX232" fmla="*/ 4729235 w 6097200"/>
              <a:gd name="connsiteY232" fmla="*/ 566535 h 6858000"/>
              <a:gd name="connsiteX233" fmla="*/ 4740044 w 6097200"/>
              <a:gd name="connsiteY233" fmla="*/ 494561 h 6858000"/>
              <a:gd name="connsiteX234" fmla="*/ 4728340 w 6097200"/>
              <a:gd name="connsiteY234" fmla="*/ 462794 h 6858000"/>
              <a:gd name="connsiteX235" fmla="*/ 4973003 w 6097200"/>
              <a:gd name="connsiteY235" fmla="*/ 453624 h 6858000"/>
              <a:gd name="connsiteX236" fmla="*/ 4973003 w 6097200"/>
              <a:gd name="connsiteY236" fmla="*/ 561866 h 6858000"/>
              <a:gd name="connsiteX237" fmla="*/ 5026369 w 6097200"/>
              <a:gd name="connsiteY237" fmla="*/ 561866 h 6858000"/>
              <a:gd name="connsiteX238" fmla="*/ 5061942 w 6097200"/>
              <a:gd name="connsiteY238" fmla="*/ 531404 h 6858000"/>
              <a:gd name="connsiteX239" fmla="*/ 5043075 w 6097200"/>
              <a:gd name="connsiteY239" fmla="*/ 505584 h 6858000"/>
              <a:gd name="connsiteX240" fmla="*/ 5059320 w 6097200"/>
              <a:gd name="connsiteY240" fmla="*/ 481772 h 6858000"/>
              <a:gd name="connsiteX241" fmla="*/ 5025909 w 6097200"/>
              <a:gd name="connsiteY241" fmla="*/ 453624 h 6858000"/>
              <a:gd name="connsiteX242" fmla="*/ 5514391 w 6097200"/>
              <a:gd name="connsiteY242" fmla="*/ 450670 h 6858000"/>
              <a:gd name="connsiteX243" fmla="*/ 5503403 w 6097200"/>
              <a:gd name="connsiteY243" fmla="*/ 461655 h 6858000"/>
              <a:gd name="connsiteX244" fmla="*/ 5514391 w 6097200"/>
              <a:gd name="connsiteY244" fmla="*/ 472641 h 6858000"/>
              <a:gd name="connsiteX245" fmla="*/ 5525379 w 6097200"/>
              <a:gd name="connsiteY245" fmla="*/ 461655 h 6858000"/>
              <a:gd name="connsiteX246" fmla="*/ 5514391 w 6097200"/>
              <a:gd name="connsiteY246" fmla="*/ 450670 h 6858000"/>
              <a:gd name="connsiteX247" fmla="*/ 4867038 w 6097200"/>
              <a:gd name="connsiteY247" fmla="*/ 447346 h 6858000"/>
              <a:gd name="connsiteX248" fmla="*/ 4819863 w 6097200"/>
              <a:gd name="connsiteY248" fmla="*/ 475417 h 6858000"/>
              <a:gd name="connsiteX249" fmla="*/ 4743421 w 6097200"/>
              <a:gd name="connsiteY249" fmla="*/ 569476 h 6858000"/>
              <a:gd name="connsiteX250" fmla="*/ 4744879 w 6097200"/>
              <a:gd name="connsiteY250" fmla="*/ 570934 h 6858000"/>
              <a:gd name="connsiteX251" fmla="*/ 4838961 w 6097200"/>
              <a:gd name="connsiteY251" fmla="*/ 494510 h 6858000"/>
              <a:gd name="connsiteX252" fmla="*/ 4867038 w 6097200"/>
              <a:gd name="connsiteY252" fmla="*/ 447346 h 6858000"/>
              <a:gd name="connsiteX253" fmla="*/ 4588234 w 6097200"/>
              <a:gd name="connsiteY253" fmla="*/ 447282 h 6858000"/>
              <a:gd name="connsiteX254" fmla="*/ 4616311 w 6097200"/>
              <a:gd name="connsiteY254" fmla="*/ 494446 h 6858000"/>
              <a:gd name="connsiteX255" fmla="*/ 4710393 w 6097200"/>
              <a:gd name="connsiteY255" fmla="*/ 570870 h 6858000"/>
              <a:gd name="connsiteX256" fmla="*/ 4710393 w 6097200"/>
              <a:gd name="connsiteY256" fmla="*/ 570883 h 6858000"/>
              <a:gd name="connsiteX257" fmla="*/ 4711851 w 6097200"/>
              <a:gd name="connsiteY257" fmla="*/ 569425 h 6858000"/>
              <a:gd name="connsiteX258" fmla="*/ 4635409 w 6097200"/>
              <a:gd name="connsiteY258" fmla="*/ 475365 h 6858000"/>
              <a:gd name="connsiteX259" fmla="*/ 4588234 w 6097200"/>
              <a:gd name="connsiteY259" fmla="*/ 447282 h 6858000"/>
              <a:gd name="connsiteX260" fmla="*/ 0 w 6097200"/>
              <a:gd name="connsiteY260" fmla="*/ 0 h 6858000"/>
              <a:gd name="connsiteX261" fmla="*/ 6097200 w 6097200"/>
              <a:gd name="connsiteY261" fmla="*/ 0 h 6858000"/>
              <a:gd name="connsiteX262" fmla="*/ 6097200 w 6097200"/>
              <a:gd name="connsiteY262" fmla="*/ 6858000 h 6858000"/>
              <a:gd name="connsiteX263" fmla="*/ 0 w 6097200"/>
              <a:gd name="connsiteY263"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Lst>
            <a:rect l="l" t="t" r="r" b="b"/>
            <a:pathLst>
              <a:path w="6097200" h="6858000">
                <a:moveTo>
                  <a:pt x="5346401" y="652256"/>
                </a:moveTo>
                <a:cubicBezTo>
                  <a:pt x="5359704" y="652256"/>
                  <a:pt x="5369451" y="662768"/>
                  <a:pt x="5369451" y="677002"/>
                </a:cubicBezTo>
                <a:cubicBezTo>
                  <a:pt x="5369451" y="691236"/>
                  <a:pt x="5359704" y="701748"/>
                  <a:pt x="5346401" y="701748"/>
                </a:cubicBezTo>
                <a:cubicBezTo>
                  <a:pt x="5333098" y="701748"/>
                  <a:pt x="5323350" y="691236"/>
                  <a:pt x="5323350" y="677002"/>
                </a:cubicBezTo>
                <a:cubicBezTo>
                  <a:pt x="5323350" y="662768"/>
                  <a:pt x="5333098" y="652256"/>
                  <a:pt x="5346401" y="652256"/>
                </a:cubicBezTo>
                <a:close/>
                <a:moveTo>
                  <a:pt x="5121193" y="652256"/>
                </a:moveTo>
                <a:cubicBezTo>
                  <a:pt x="5134496" y="652256"/>
                  <a:pt x="5144243" y="662768"/>
                  <a:pt x="5144243" y="677002"/>
                </a:cubicBezTo>
                <a:cubicBezTo>
                  <a:pt x="5144243" y="691236"/>
                  <a:pt x="5134496" y="701748"/>
                  <a:pt x="5121193" y="701748"/>
                </a:cubicBezTo>
                <a:cubicBezTo>
                  <a:pt x="5107890" y="701748"/>
                  <a:pt x="5098143" y="691236"/>
                  <a:pt x="5098143" y="677002"/>
                </a:cubicBezTo>
                <a:cubicBezTo>
                  <a:pt x="5098143" y="662768"/>
                  <a:pt x="5107890" y="652256"/>
                  <a:pt x="5121193" y="652256"/>
                </a:cubicBezTo>
                <a:close/>
                <a:moveTo>
                  <a:pt x="5436428" y="651335"/>
                </a:moveTo>
                <a:cubicBezTo>
                  <a:pt x="5446328" y="651335"/>
                  <a:pt x="5454374" y="657218"/>
                  <a:pt x="5456689" y="668498"/>
                </a:cubicBezTo>
                <a:lnTo>
                  <a:pt x="5415859" y="668498"/>
                </a:lnTo>
                <a:cubicBezTo>
                  <a:pt x="5418328" y="657832"/>
                  <a:pt x="5425913" y="651335"/>
                  <a:pt x="5436428" y="651335"/>
                </a:cubicBezTo>
                <a:close/>
                <a:moveTo>
                  <a:pt x="5524280" y="636015"/>
                </a:moveTo>
                <a:cubicBezTo>
                  <a:pt x="5512678" y="636015"/>
                  <a:pt x="5505105" y="642511"/>
                  <a:pt x="5502624" y="651783"/>
                </a:cubicBezTo>
                <a:lnTo>
                  <a:pt x="5502624" y="637396"/>
                </a:lnTo>
                <a:lnTo>
                  <a:pt x="5484997" y="637396"/>
                </a:lnTo>
                <a:lnTo>
                  <a:pt x="5484997" y="716570"/>
                </a:lnTo>
                <a:lnTo>
                  <a:pt x="5484997" y="716595"/>
                </a:lnTo>
                <a:lnTo>
                  <a:pt x="5502624" y="716595"/>
                </a:lnTo>
                <a:lnTo>
                  <a:pt x="5502624" y="673447"/>
                </a:lnTo>
                <a:cubicBezTo>
                  <a:pt x="5502624" y="660300"/>
                  <a:pt x="5508188" y="654264"/>
                  <a:pt x="5522118" y="654264"/>
                </a:cubicBezTo>
                <a:lnTo>
                  <a:pt x="5525981" y="654264"/>
                </a:lnTo>
                <a:lnTo>
                  <a:pt x="5525981" y="636015"/>
                </a:lnTo>
                <a:close/>
                <a:moveTo>
                  <a:pt x="5342845" y="635260"/>
                </a:moveTo>
                <a:cubicBezTo>
                  <a:pt x="5322122" y="635260"/>
                  <a:pt x="5305110" y="652729"/>
                  <a:pt x="5305110" y="677015"/>
                </a:cubicBezTo>
                <a:cubicBezTo>
                  <a:pt x="5305110" y="701300"/>
                  <a:pt x="5322122" y="718769"/>
                  <a:pt x="5342845" y="718769"/>
                </a:cubicBezTo>
                <a:cubicBezTo>
                  <a:pt x="5355061" y="718769"/>
                  <a:pt x="5364194" y="713513"/>
                  <a:pt x="5369451" y="703461"/>
                </a:cubicBezTo>
                <a:lnTo>
                  <a:pt x="5369451" y="716608"/>
                </a:lnTo>
                <a:lnTo>
                  <a:pt x="5387091" y="716608"/>
                </a:lnTo>
                <a:lnTo>
                  <a:pt x="5387091" y="637434"/>
                </a:lnTo>
                <a:lnTo>
                  <a:pt x="5369451" y="637434"/>
                </a:lnTo>
                <a:lnTo>
                  <a:pt x="5369451" y="650568"/>
                </a:lnTo>
                <a:cubicBezTo>
                  <a:pt x="5364194" y="640516"/>
                  <a:pt x="5355061" y="635260"/>
                  <a:pt x="5342845" y="635260"/>
                </a:cubicBezTo>
                <a:close/>
                <a:moveTo>
                  <a:pt x="5121193" y="635248"/>
                </a:moveTo>
                <a:cubicBezTo>
                  <a:pt x="5097682" y="635248"/>
                  <a:pt x="5079889" y="652717"/>
                  <a:pt x="5079889" y="677002"/>
                </a:cubicBezTo>
                <a:cubicBezTo>
                  <a:pt x="5079889" y="701287"/>
                  <a:pt x="5097682" y="718756"/>
                  <a:pt x="5121193" y="718756"/>
                </a:cubicBezTo>
                <a:cubicBezTo>
                  <a:pt x="5144704" y="718756"/>
                  <a:pt x="5162497" y="701287"/>
                  <a:pt x="5162497" y="677002"/>
                </a:cubicBezTo>
                <a:cubicBezTo>
                  <a:pt x="5162497" y="652717"/>
                  <a:pt x="5144704" y="635248"/>
                  <a:pt x="5121193" y="635248"/>
                </a:cubicBezTo>
                <a:close/>
                <a:moveTo>
                  <a:pt x="5436440" y="635235"/>
                </a:moveTo>
                <a:cubicBezTo>
                  <a:pt x="5413237" y="635235"/>
                  <a:pt x="5397311" y="652870"/>
                  <a:pt x="5397311" y="676989"/>
                </a:cubicBezTo>
                <a:lnTo>
                  <a:pt x="5397298" y="677002"/>
                </a:lnTo>
                <a:cubicBezTo>
                  <a:pt x="5397298" y="701121"/>
                  <a:pt x="5414464" y="718756"/>
                  <a:pt x="5437822" y="718756"/>
                </a:cubicBezTo>
                <a:cubicBezTo>
                  <a:pt x="5452212" y="718756"/>
                  <a:pt x="5465822" y="711646"/>
                  <a:pt x="5472321" y="700968"/>
                </a:cubicBezTo>
                <a:lnTo>
                  <a:pt x="5460258" y="690762"/>
                </a:lnTo>
                <a:cubicBezTo>
                  <a:pt x="5455768" y="698193"/>
                  <a:pt x="5447415" y="702669"/>
                  <a:pt x="5437835" y="702669"/>
                </a:cubicBezTo>
                <a:cubicBezTo>
                  <a:pt x="5426233" y="702669"/>
                  <a:pt x="5417573" y="694778"/>
                  <a:pt x="5415411" y="682718"/>
                </a:cubicBezTo>
                <a:lnTo>
                  <a:pt x="5474649" y="682718"/>
                </a:lnTo>
                <a:cubicBezTo>
                  <a:pt x="5474956" y="680711"/>
                  <a:pt x="5475109" y="678383"/>
                  <a:pt x="5475109" y="676222"/>
                </a:cubicBezTo>
                <a:cubicBezTo>
                  <a:pt x="5475109" y="653484"/>
                  <a:pt x="5459644" y="635235"/>
                  <a:pt x="5436440" y="635235"/>
                </a:cubicBezTo>
                <a:close/>
                <a:moveTo>
                  <a:pt x="5197290" y="614517"/>
                </a:moveTo>
                <a:lnTo>
                  <a:pt x="5179650" y="619927"/>
                </a:lnTo>
                <a:lnTo>
                  <a:pt x="5179650" y="637396"/>
                </a:lnTo>
                <a:lnTo>
                  <a:pt x="5164339" y="637396"/>
                </a:lnTo>
                <a:lnTo>
                  <a:pt x="5164339" y="652551"/>
                </a:lnTo>
                <a:lnTo>
                  <a:pt x="5179650" y="652551"/>
                </a:lnTo>
                <a:lnTo>
                  <a:pt x="5179650" y="691363"/>
                </a:lnTo>
                <a:cubicBezTo>
                  <a:pt x="5179650" y="708526"/>
                  <a:pt x="5189090" y="718271"/>
                  <a:pt x="5205169" y="718271"/>
                </a:cubicBezTo>
                <a:cubicBezTo>
                  <a:pt x="5209659" y="718271"/>
                  <a:pt x="5213676" y="717810"/>
                  <a:pt x="5216618" y="716877"/>
                </a:cubicBezTo>
                <a:lnTo>
                  <a:pt x="5216631" y="716902"/>
                </a:lnTo>
                <a:lnTo>
                  <a:pt x="5216631" y="702055"/>
                </a:lnTo>
                <a:cubicBezTo>
                  <a:pt x="5214622" y="702362"/>
                  <a:pt x="5211834" y="702515"/>
                  <a:pt x="5209979" y="702515"/>
                </a:cubicBezTo>
                <a:cubicBezTo>
                  <a:pt x="5201319" y="702515"/>
                  <a:pt x="5197290" y="698026"/>
                  <a:pt x="5197290" y="689675"/>
                </a:cubicBezTo>
                <a:lnTo>
                  <a:pt x="5197290" y="652563"/>
                </a:lnTo>
                <a:lnTo>
                  <a:pt x="5216631" y="652563"/>
                </a:lnTo>
                <a:lnTo>
                  <a:pt x="5216631" y="637409"/>
                </a:lnTo>
                <a:lnTo>
                  <a:pt x="5197290" y="637409"/>
                </a:lnTo>
                <a:close/>
                <a:moveTo>
                  <a:pt x="5228399" y="608341"/>
                </a:moveTo>
                <a:lnTo>
                  <a:pt x="5228399" y="716595"/>
                </a:lnTo>
                <a:lnTo>
                  <a:pt x="5246013" y="716595"/>
                </a:lnTo>
                <a:lnTo>
                  <a:pt x="5246013" y="669585"/>
                </a:lnTo>
                <a:cubicBezTo>
                  <a:pt x="5246013" y="657372"/>
                  <a:pt x="5252511" y="650722"/>
                  <a:pt x="5262411" y="650722"/>
                </a:cubicBezTo>
                <a:cubicBezTo>
                  <a:pt x="5272312" y="650722"/>
                  <a:pt x="5277876" y="657372"/>
                  <a:pt x="5277876" y="668191"/>
                </a:cubicBezTo>
                <a:lnTo>
                  <a:pt x="5277876" y="716595"/>
                </a:lnTo>
                <a:lnTo>
                  <a:pt x="5295516" y="716595"/>
                </a:lnTo>
                <a:lnTo>
                  <a:pt x="5295516" y="665096"/>
                </a:lnTo>
                <a:cubicBezTo>
                  <a:pt x="5295516" y="644685"/>
                  <a:pt x="5284528" y="635248"/>
                  <a:pt x="5269690" y="635248"/>
                </a:cubicBezTo>
                <a:cubicBezTo>
                  <a:pt x="5257474" y="635248"/>
                  <a:pt x="5249428" y="641284"/>
                  <a:pt x="5246026" y="647934"/>
                </a:cubicBezTo>
                <a:lnTo>
                  <a:pt x="5246026" y="608341"/>
                </a:lnTo>
                <a:close/>
                <a:moveTo>
                  <a:pt x="5020652" y="606486"/>
                </a:moveTo>
                <a:cubicBezTo>
                  <a:pt x="4989555" y="606486"/>
                  <a:pt x="4966198" y="629992"/>
                  <a:pt x="4966198" y="662628"/>
                </a:cubicBezTo>
                <a:cubicBezTo>
                  <a:pt x="4966198" y="695264"/>
                  <a:pt x="4989555" y="718769"/>
                  <a:pt x="5018324" y="718769"/>
                </a:cubicBezTo>
                <a:cubicBezTo>
                  <a:pt x="5031627" y="718769"/>
                  <a:pt x="5044150" y="712580"/>
                  <a:pt x="5051428" y="702681"/>
                </a:cubicBezTo>
                <a:lnTo>
                  <a:pt x="5051428" y="716595"/>
                </a:lnTo>
                <a:lnTo>
                  <a:pt x="5069375" y="716595"/>
                </a:lnTo>
                <a:lnTo>
                  <a:pt x="5069375" y="659686"/>
                </a:lnTo>
                <a:lnTo>
                  <a:pt x="5022506" y="659686"/>
                </a:lnTo>
                <a:lnTo>
                  <a:pt x="5022506" y="677322"/>
                </a:lnTo>
                <a:lnTo>
                  <a:pt x="5049880" y="677322"/>
                </a:lnTo>
                <a:cubicBezTo>
                  <a:pt x="5047245" y="690622"/>
                  <a:pt x="5035490" y="699906"/>
                  <a:pt x="5020639" y="699906"/>
                </a:cubicBezTo>
                <a:cubicBezTo>
                  <a:pt x="5001144" y="699906"/>
                  <a:pt x="4987227" y="684138"/>
                  <a:pt x="4987227" y="662640"/>
                </a:cubicBezTo>
                <a:cubicBezTo>
                  <a:pt x="4987227" y="641143"/>
                  <a:pt x="5001144" y="625375"/>
                  <a:pt x="5020639" y="625375"/>
                </a:cubicBezTo>
                <a:cubicBezTo>
                  <a:pt x="5034556" y="625375"/>
                  <a:pt x="5044610" y="632332"/>
                  <a:pt x="5050034" y="642230"/>
                </a:cubicBezTo>
                <a:lnTo>
                  <a:pt x="5066739" y="631091"/>
                </a:lnTo>
                <a:cubicBezTo>
                  <a:pt x="5058540" y="615630"/>
                  <a:pt x="5041220" y="606499"/>
                  <a:pt x="5020639" y="606499"/>
                </a:cubicBezTo>
                <a:close/>
                <a:moveTo>
                  <a:pt x="4744738" y="601537"/>
                </a:moveTo>
                <a:lnTo>
                  <a:pt x="4744746" y="601542"/>
                </a:lnTo>
                <a:lnTo>
                  <a:pt x="4743293" y="602995"/>
                </a:lnTo>
                <a:cubicBezTo>
                  <a:pt x="4761035" y="630631"/>
                  <a:pt x="4784546" y="661873"/>
                  <a:pt x="4819735" y="697054"/>
                </a:cubicBezTo>
                <a:cubicBezTo>
                  <a:pt x="4845357" y="722670"/>
                  <a:pt x="4859159" y="732888"/>
                  <a:pt x="4866910" y="725125"/>
                </a:cubicBezTo>
                <a:cubicBezTo>
                  <a:pt x="4874662" y="717376"/>
                  <a:pt x="4864442" y="703577"/>
                  <a:pt x="4838820" y="677961"/>
                </a:cubicBezTo>
                <a:cubicBezTo>
                  <a:pt x="4821225" y="660371"/>
                  <a:pt x="4804616" y="645696"/>
                  <a:pt x="4788949" y="633203"/>
                </a:cubicBezTo>
                <a:lnTo>
                  <a:pt x="4744746" y="601542"/>
                </a:lnTo>
                <a:lnTo>
                  <a:pt x="4744751" y="601537"/>
                </a:lnTo>
                <a:close/>
                <a:moveTo>
                  <a:pt x="4640551" y="588557"/>
                </a:moveTo>
                <a:cubicBezTo>
                  <a:pt x="4618550" y="588557"/>
                  <a:pt x="4608227" y="590756"/>
                  <a:pt x="4608227" y="600258"/>
                </a:cubicBezTo>
                <a:cubicBezTo>
                  <a:pt x="4608227" y="609760"/>
                  <a:pt x="4618537" y="611960"/>
                  <a:pt x="4640551" y="611960"/>
                </a:cubicBezTo>
                <a:cubicBezTo>
                  <a:pt x="4665495" y="611960"/>
                  <a:pt x="4685872" y="608724"/>
                  <a:pt x="4703192" y="604184"/>
                </a:cubicBezTo>
                <a:cubicBezTo>
                  <a:pt x="4677327" y="621794"/>
                  <a:pt x="4648597" y="646783"/>
                  <a:pt x="4616030" y="678997"/>
                </a:cubicBezTo>
                <a:cubicBezTo>
                  <a:pt x="4590472" y="704280"/>
                  <a:pt x="4580214" y="717823"/>
                  <a:pt x="4587633" y="725164"/>
                </a:cubicBezTo>
                <a:cubicBezTo>
                  <a:pt x="4595052" y="732504"/>
                  <a:pt x="4608739" y="722350"/>
                  <a:pt x="4634296" y="697067"/>
                </a:cubicBezTo>
                <a:cubicBezTo>
                  <a:pt x="4666864" y="664840"/>
                  <a:pt x="4692114" y="636424"/>
                  <a:pt x="4709907" y="610834"/>
                </a:cubicBezTo>
                <a:cubicBezTo>
                  <a:pt x="4705366" y="628150"/>
                  <a:pt x="4702117" y="648535"/>
                  <a:pt x="4702117" y="673511"/>
                </a:cubicBezTo>
                <a:cubicBezTo>
                  <a:pt x="4702117" y="695507"/>
                  <a:pt x="4704317" y="705815"/>
                  <a:pt x="4713821" y="705815"/>
                </a:cubicBezTo>
                <a:cubicBezTo>
                  <a:pt x="4723325" y="705815"/>
                  <a:pt x="4725526" y="695507"/>
                  <a:pt x="4725526" y="673511"/>
                </a:cubicBezTo>
                <a:cubicBezTo>
                  <a:pt x="4725526" y="643291"/>
                  <a:pt x="4720793" y="619773"/>
                  <a:pt x="4714717" y="600297"/>
                </a:cubicBezTo>
                <a:cubicBezTo>
                  <a:pt x="4714640" y="600028"/>
                  <a:pt x="4714499" y="599836"/>
                  <a:pt x="4714333" y="599708"/>
                </a:cubicBezTo>
                <a:lnTo>
                  <a:pt x="4714320" y="599695"/>
                </a:lnTo>
                <a:cubicBezTo>
                  <a:pt x="4714192" y="599555"/>
                  <a:pt x="4714013" y="599440"/>
                  <a:pt x="4713783" y="599363"/>
                </a:cubicBezTo>
                <a:cubicBezTo>
                  <a:pt x="4694289" y="593301"/>
                  <a:pt x="4670778" y="588557"/>
                  <a:pt x="4640551" y="588557"/>
                </a:cubicBezTo>
                <a:close/>
                <a:moveTo>
                  <a:pt x="4827410" y="575551"/>
                </a:moveTo>
                <a:cubicBezTo>
                  <a:pt x="4794549" y="575551"/>
                  <a:pt x="4768978" y="580295"/>
                  <a:pt x="4747796" y="586357"/>
                </a:cubicBezTo>
                <a:cubicBezTo>
                  <a:pt x="4746683" y="586677"/>
                  <a:pt x="4746683" y="587828"/>
                  <a:pt x="4747796" y="588147"/>
                </a:cubicBezTo>
                <a:cubicBezTo>
                  <a:pt x="4768978" y="594209"/>
                  <a:pt x="4794562" y="598941"/>
                  <a:pt x="4827410" y="598941"/>
                </a:cubicBezTo>
                <a:cubicBezTo>
                  <a:pt x="4851330" y="598941"/>
                  <a:pt x="4862549" y="596741"/>
                  <a:pt x="4862549" y="587252"/>
                </a:cubicBezTo>
                <a:cubicBezTo>
                  <a:pt x="4862549" y="577763"/>
                  <a:pt x="4851330" y="575551"/>
                  <a:pt x="4827410" y="575551"/>
                </a:cubicBezTo>
                <a:close/>
                <a:moveTo>
                  <a:pt x="4993111" y="515163"/>
                </a:moveTo>
                <a:lnTo>
                  <a:pt x="5024054" y="515163"/>
                </a:lnTo>
                <a:cubicBezTo>
                  <a:pt x="5034722" y="515163"/>
                  <a:pt x="5040913" y="520419"/>
                  <a:pt x="5040913" y="529396"/>
                </a:cubicBezTo>
                <a:cubicBezTo>
                  <a:pt x="5040913" y="538374"/>
                  <a:pt x="5034722" y="543630"/>
                  <a:pt x="5024054" y="543630"/>
                </a:cubicBezTo>
                <a:lnTo>
                  <a:pt x="5024054" y="543617"/>
                </a:lnTo>
                <a:lnTo>
                  <a:pt x="4993111" y="543617"/>
                </a:lnTo>
                <a:close/>
                <a:moveTo>
                  <a:pt x="5574716" y="497527"/>
                </a:moveTo>
                <a:cubicBezTo>
                  <a:pt x="5588019" y="497527"/>
                  <a:pt x="5597766" y="508039"/>
                  <a:pt x="5597766" y="522273"/>
                </a:cubicBezTo>
                <a:cubicBezTo>
                  <a:pt x="5597766" y="536507"/>
                  <a:pt x="5588019" y="547019"/>
                  <a:pt x="5574716" y="547019"/>
                </a:cubicBezTo>
                <a:cubicBezTo>
                  <a:pt x="5561413" y="547019"/>
                  <a:pt x="5551666" y="536507"/>
                  <a:pt x="5551666" y="522273"/>
                </a:cubicBezTo>
                <a:cubicBezTo>
                  <a:pt x="5551666" y="508039"/>
                  <a:pt x="5561413" y="497527"/>
                  <a:pt x="5574716" y="497527"/>
                </a:cubicBezTo>
                <a:close/>
                <a:moveTo>
                  <a:pt x="5111919" y="497527"/>
                </a:moveTo>
                <a:cubicBezTo>
                  <a:pt x="5125222" y="497527"/>
                  <a:pt x="5134969" y="508039"/>
                  <a:pt x="5134969" y="522273"/>
                </a:cubicBezTo>
                <a:cubicBezTo>
                  <a:pt x="5134969" y="536507"/>
                  <a:pt x="5125222" y="547019"/>
                  <a:pt x="5111919" y="547019"/>
                </a:cubicBezTo>
                <a:cubicBezTo>
                  <a:pt x="5098616" y="547019"/>
                  <a:pt x="5088869" y="536507"/>
                  <a:pt x="5088869" y="522273"/>
                </a:cubicBezTo>
                <a:cubicBezTo>
                  <a:pt x="5088869" y="508039"/>
                  <a:pt x="5098616" y="497527"/>
                  <a:pt x="5111919" y="497527"/>
                </a:cubicBezTo>
                <a:close/>
                <a:moveTo>
                  <a:pt x="5376882" y="496606"/>
                </a:moveTo>
                <a:cubicBezTo>
                  <a:pt x="5386783" y="496606"/>
                  <a:pt x="5394829" y="502489"/>
                  <a:pt x="5397144" y="513769"/>
                </a:cubicBezTo>
                <a:lnTo>
                  <a:pt x="5356314" y="513769"/>
                </a:lnTo>
                <a:cubicBezTo>
                  <a:pt x="5358782" y="503103"/>
                  <a:pt x="5366368" y="496606"/>
                  <a:pt x="5376882" y="496606"/>
                </a:cubicBezTo>
                <a:close/>
                <a:moveTo>
                  <a:pt x="5505578" y="482693"/>
                </a:moveTo>
                <a:lnTo>
                  <a:pt x="5505578" y="561866"/>
                </a:lnTo>
                <a:lnTo>
                  <a:pt x="5523217" y="561866"/>
                </a:lnTo>
                <a:lnTo>
                  <a:pt x="5523217" y="482693"/>
                </a:lnTo>
                <a:close/>
                <a:moveTo>
                  <a:pt x="5205502" y="481299"/>
                </a:moveTo>
                <a:cubicBezTo>
                  <a:pt x="5193900" y="481299"/>
                  <a:pt x="5186327" y="487795"/>
                  <a:pt x="5183846" y="497080"/>
                </a:cubicBezTo>
                <a:lnTo>
                  <a:pt x="5183846" y="482693"/>
                </a:lnTo>
                <a:lnTo>
                  <a:pt x="5166206" y="482693"/>
                </a:lnTo>
                <a:lnTo>
                  <a:pt x="5166206" y="561866"/>
                </a:lnTo>
                <a:lnTo>
                  <a:pt x="5183846" y="561866"/>
                </a:lnTo>
                <a:lnTo>
                  <a:pt x="5183846" y="518718"/>
                </a:lnTo>
                <a:cubicBezTo>
                  <a:pt x="5183846" y="505571"/>
                  <a:pt x="5189410" y="499548"/>
                  <a:pt x="5203340" y="499548"/>
                </a:cubicBezTo>
                <a:lnTo>
                  <a:pt x="5207203" y="499548"/>
                </a:lnTo>
                <a:lnTo>
                  <a:pt x="5207203" y="481299"/>
                </a:lnTo>
                <a:close/>
                <a:moveTo>
                  <a:pt x="5571160" y="480531"/>
                </a:moveTo>
                <a:cubicBezTo>
                  <a:pt x="5550438" y="480531"/>
                  <a:pt x="5533412" y="498000"/>
                  <a:pt x="5533412" y="522286"/>
                </a:cubicBezTo>
                <a:cubicBezTo>
                  <a:pt x="5533412" y="546571"/>
                  <a:pt x="5550425" y="564040"/>
                  <a:pt x="5571160" y="564040"/>
                </a:cubicBezTo>
                <a:cubicBezTo>
                  <a:pt x="5583376" y="564040"/>
                  <a:pt x="5592509" y="558784"/>
                  <a:pt x="5597766" y="548732"/>
                </a:cubicBezTo>
                <a:lnTo>
                  <a:pt x="5597766" y="561879"/>
                </a:lnTo>
                <a:lnTo>
                  <a:pt x="5615393" y="561879"/>
                </a:lnTo>
                <a:lnTo>
                  <a:pt x="5615393" y="482705"/>
                </a:lnTo>
                <a:lnTo>
                  <a:pt x="5597766" y="482705"/>
                </a:lnTo>
                <a:lnTo>
                  <a:pt x="5597766" y="495839"/>
                </a:lnTo>
                <a:cubicBezTo>
                  <a:pt x="5592509" y="485787"/>
                  <a:pt x="5583376" y="480531"/>
                  <a:pt x="5571160" y="480531"/>
                </a:cubicBezTo>
                <a:close/>
                <a:moveTo>
                  <a:pt x="5108350" y="480531"/>
                </a:moveTo>
                <a:cubicBezTo>
                  <a:pt x="5087628" y="480531"/>
                  <a:pt x="5070602" y="498000"/>
                  <a:pt x="5070602" y="522286"/>
                </a:cubicBezTo>
                <a:cubicBezTo>
                  <a:pt x="5070602" y="546571"/>
                  <a:pt x="5087615" y="564040"/>
                  <a:pt x="5108350" y="564040"/>
                </a:cubicBezTo>
                <a:cubicBezTo>
                  <a:pt x="5120566" y="564040"/>
                  <a:pt x="5129699" y="558784"/>
                  <a:pt x="5134956" y="548732"/>
                </a:cubicBezTo>
                <a:lnTo>
                  <a:pt x="5134956" y="561879"/>
                </a:lnTo>
                <a:lnTo>
                  <a:pt x="5152583" y="561879"/>
                </a:lnTo>
                <a:lnTo>
                  <a:pt x="5152583" y="482705"/>
                </a:lnTo>
                <a:lnTo>
                  <a:pt x="5134956" y="482705"/>
                </a:lnTo>
                <a:lnTo>
                  <a:pt x="5134956" y="495839"/>
                </a:lnTo>
                <a:cubicBezTo>
                  <a:pt x="5129699" y="485787"/>
                  <a:pt x="5120566" y="480531"/>
                  <a:pt x="5108350" y="480531"/>
                </a:cubicBezTo>
                <a:close/>
                <a:moveTo>
                  <a:pt x="5466756" y="480518"/>
                </a:moveTo>
                <a:cubicBezTo>
                  <a:pt x="5454540" y="480518"/>
                  <a:pt x="5446494" y="486555"/>
                  <a:pt x="5443091" y="493205"/>
                </a:cubicBezTo>
                <a:lnTo>
                  <a:pt x="5443091" y="482693"/>
                </a:lnTo>
                <a:lnTo>
                  <a:pt x="5425465" y="482693"/>
                </a:lnTo>
                <a:lnTo>
                  <a:pt x="5425465" y="561866"/>
                </a:lnTo>
                <a:lnTo>
                  <a:pt x="5443079" y="561866"/>
                </a:lnTo>
                <a:lnTo>
                  <a:pt x="5443079" y="514856"/>
                </a:lnTo>
                <a:cubicBezTo>
                  <a:pt x="5443079" y="502643"/>
                  <a:pt x="5449577" y="495993"/>
                  <a:pt x="5459477" y="495993"/>
                </a:cubicBezTo>
                <a:cubicBezTo>
                  <a:pt x="5469378" y="495993"/>
                  <a:pt x="5474942" y="502643"/>
                  <a:pt x="5474942" y="513462"/>
                </a:cubicBezTo>
                <a:lnTo>
                  <a:pt x="5474942" y="561866"/>
                </a:lnTo>
                <a:lnTo>
                  <a:pt x="5492582" y="561866"/>
                </a:lnTo>
                <a:lnTo>
                  <a:pt x="5492582" y="510367"/>
                </a:lnTo>
                <a:cubicBezTo>
                  <a:pt x="5492582" y="489956"/>
                  <a:pt x="5481594" y="480518"/>
                  <a:pt x="5466756" y="480518"/>
                </a:cubicBezTo>
                <a:close/>
                <a:moveTo>
                  <a:pt x="5376895" y="480518"/>
                </a:moveTo>
                <a:cubicBezTo>
                  <a:pt x="5353691" y="480518"/>
                  <a:pt x="5337753" y="498141"/>
                  <a:pt x="5337753" y="522273"/>
                </a:cubicBezTo>
                <a:cubicBezTo>
                  <a:pt x="5337753" y="546392"/>
                  <a:pt x="5354919" y="564027"/>
                  <a:pt x="5378277" y="564027"/>
                </a:cubicBezTo>
                <a:cubicBezTo>
                  <a:pt x="5392667" y="564027"/>
                  <a:pt x="5406277" y="556917"/>
                  <a:pt x="5412776" y="546239"/>
                </a:cubicBezTo>
                <a:lnTo>
                  <a:pt x="5400713" y="536033"/>
                </a:lnTo>
                <a:cubicBezTo>
                  <a:pt x="5396223" y="543451"/>
                  <a:pt x="5387870" y="547939"/>
                  <a:pt x="5378290" y="547939"/>
                </a:cubicBezTo>
                <a:cubicBezTo>
                  <a:pt x="5366688" y="547939"/>
                  <a:pt x="5358028" y="540049"/>
                  <a:pt x="5355866" y="527989"/>
                </a:cubicBezTo>
                <a:lnTo>
                  <a:pt x="5415103" y="527989"/>
                </a:lnTo>
                <a:cubicBezTo>
                  <a:pt x="5415411" y="525982"/>
                  <a:pt x="5415564" y="523654"/>
                  <a:pt x="5415564" y="521493"/>
                </a:cubicBezTo>
                <a:cubicBezTo>
                  <a:pt x="5415564" y="498755"/>
                  <a:pt x="5400099" y="480518"/>
                  <a:pt x="5376895" y="480518"/>
                </a:cubicBezTo>
                <a:close/>
                <a:moveTo>
                  <a:pt x="5256553" y="480518"/>
                </a:moveTo>
                <a:cubicBezTo>
                  <a:pt x="5245104" y="480518"/>
                  <a:pt x="5237532" y="486555"/>
                  <a:pt x="5234129" y="493205"/>
                </a:cubicBezTo>
                <a:lnTo>
                  <a:pt x="5234129" y="482693"/>
                </a:lnTo>
                <a:lnTo>
                  <a:pt x="5216490" y="482693"/>
                </a:lnTo>
                <a:lnTo>
                  <a:pt x="5216490" y="561866"/>
                </a:lnTo>
                <a:lnTo>
                  <a:pt x="5234116" y="561866"/>
                </a:lnTo>
                <a:lnTo>
                  <a:pt x="5234116" y="514856"/>
                </a:lnTo>
                <a:cubicBezTo>
                  <a:pt x="5234116" y="502643"/>
                  <a:pt x="5240154" y="495993"/>
                  <a:pt x="5249274" y="495993"/>
                </a:cubicBezTo>
                <a:cubicBezTo>
                  <a:pt x="5258395" y="495993"/>
                  <a:pt x="5263511" y="502643"/>
                  <a:pt x="5263511" y="513462"/>
                </a:cubicBezTo>
                <a:lnTo>
                  <a:pt x="5263511" y="561866"/>
                </a:lnTo>
                <a:lnTo>
                  <a:pt x="5281138" y="561866"/>
                </a:lnTo>
                <a:lnTo>
                  <a:pt x="5281138" y="513155"/>
                </a:lnTo>
                <a:cubicBezTo>
                  <a:pt x="5281138" y="502643"/>
                  <a:pt x="5287176" y="495993"/>
                  <a:pt x="5296296" y="495993"/>
                </a:cubicBezTo>
                <a:cubicBezTo>
                  <a:pt x="5305416" y="495993"/>
                  <a:pt x="5310533" y="502643"/>
                  <a:pt x="5310533" y="513462"/>
                </a:cubicBezTo>
                <a:lnTo>
                  <a:pt x="5310533" y="561866"/>
                </a:lnTo>
                <a:lnTo>
                  <a:pt x="5328172" y="561866"/>
                </a:lnTo>
                <a:lnTo>
                  <a:pt x="5328172" y="510367"/>
                </a:lnTo>
                <a:cubicBezTo>
                  <a:pt x="5328172" y="489956"/>
                  <a:pt x="5317658" y="480518"/>
                  <a:pt x="5302026" y="480518"/>
                </a:cubicBezTo>
                <a:cubicBezTo>
                  <a:pt x="5291512" y="480518"/>
                  <a:pt x="5283312" y="485161"/>
                  <a:pt x="5278209" y="494125"/>
                </a:cubicBezTo>
                <a:cubicBezTo>
                  <a:pt x="5274039" y="484841"/>
                  <a:pt x="5266146" y="480518"/>
                  <a:pt x="5256553" y="480518"/>
                </a:cubicBezTo>
                <a:close/>
                <a:moveTo>
                  <a:pt x="4993111" y="471861"/>
                </a:moveTo>
                <a:lnTo>
                  <a:pt x="5023120" y="471861"/>
                </a:lnTo>
                <a:cubicBezTo>
                  <a:pt x="5032714" y="471861"/>
                  <a:pt x="5038278" y="476503"/>
                  <a:pt x="5038278" y="484381"/>
                </a:cubicBezTo>
                <a:cubicBezTo>
                  <a:pt x="5038278" y="492258"/>
                  <a:pt x="5032714" y="496913"/>
                  <a:pt x="5023120" y="496913"/>
                </a:cubicBezTo>
                <a:lnTo>
                  <a:pt x="4993111" y="496913"/>
                </a:lnTo>
                <a:close/>
                <a:moveTo>
                  <a:pt x="4728340" y="462794"/>
                </a:moveTo>
                <a:cubicBezTo>
                  <a:pt x="4718848" y="462794"/>
                  <a:pt x="4716648" y="472936"/>
                  <a:pt x="4716648" y="494561"/>
                </a:cubicBezTo>
                <a:cubicBezTo>
                  <a:pt x="4716648" y="524269"/>
                  <a:pt x="4721381" y="547390"/>
                  <a:pt x="4727457" y="566535"/>
                </a:cubicBezTo>
                <a:cubicBezTo>
                  <a:pt x="4727777" y="567545"/>
                  <a:pt x="4728915" y="567545"/>
                  <a:pt x="4729235" y="566535"/>
                </a:cubicBezTo>
                <a:cubicBezTo>
                  <a:pt x="4735298" y="547378"/>
                  <a:pt x="4740044" y="524269"/>
                  <a:pt x="4740044" y="494561"/>
                </a:cubicBezTo>
                <a:cubicBezTo>
                  <a:pt x="4740044" y="472936"/>
                  <a:pt x="4737844" y="462794"/>
                  <a:pt x="4728340" y="462794"/>
                </a:cubicBezTo>
                <a:close/>
                <a:moveTo>
                  <a:pt x="4973003" y="453624"/>
                </a:moveTo>
                <a:lnTo>
                  <a:pt x="4973003" y="561866"/>
                </a:lnTo>
                <a:lnTo>
                  <a:pt x="5026369" y="561866"/>
                </a:lnTo>
                <a:cubicBezTo>
                  <a:pt x="5048793" y="561866"/>
                  <a:pt x="5061942" y="550574"/>
                  <a:pt x="5061942" y="531404"/>
                </a:cubicBezTo>
                <a:cubicBezTo>
                  <a:pt x="5061942" y="518257"/>
                  <a:pt x="5054677" y="509446"/>
                  <a:pt x="5043075" y="505584"/>
                </a:cubicBezTo>
                <a:cubicBezTo>
                  <a:pt x="5053129" y="501722"/>
                  <a:pt x="5059320" y="492744"/>
                  <a:pt x="5059320" y="481772"/>
                </a:cubicBezTo>
                <a:cubicBezTo>
                  <a:pt x="5059320" y="464136"/>
                  <a:pt x="5046951" y="453624"/>
                  <a:pt x="5025909" y="453624"/>
                </a:cubicBezTo>
                <a:close/>
                <a:moveTo>
                  <a:pt x="5514391" y="450670"/>
                </a:moveTo>
                <a:cubicBezTo>
                  <a:pt x="5508354" y="450670"/>
                  <a:pt x="5503403" y="455619"/>
                  <a:pt x="5503403" y="461655"/>
                </a:cubicBezTo>
                <a:cubicBezTo>
                  <a:pt x="5503403" y="467692"/>
                  <a:pt x="5508354" y="472641"/>
                  <a:pt x="5514391" y="472641"/>
                </a:cubicBezTo>
                <a:cubicBezTo>
                  <a:pt x="5520429" y="472641"/>
                  <a:pt x="5525379" y="467692"/>
                  <a:pt x="5525379" y="461655"/>
                </a:cubicBezTo>
                <a:cubicBezTo>
                  <a:pt x="5525379" y="455619"/>
                  <a:pt x="5520429" y="450670"/>
                  <a:pt x="5514391" y="450670"/>
                </a:cubicBezTo>
                <a:close/>
                <a:moveTo>
                  <a:pt x="4867038" y="447346"/>
                </a:moveTo>
                <a:cubicBezTo>
                  <a:pt x="4859287" y="439596"/>
                  <a:pt x="4845485" y="449814"/>
                  <a:pt x="4819863" y="475417"/>
                </a:cubicBezTo>
                <a:cubicBezTo>
                  <a:pt x="4784674" y="510598"/>
                  <a:pt x="4761150" y="541840"/>
                  <a:pt x="4743421" y="569476"/>
                </a:cubicBezTo>
                <a:cubicBezTo>
                  <a:pt x="4742487" y="570934"/>
                  <a:pt x="4743421" y="571868"/>
                  <a:pt x="4744879" y="570934"/>
                </a:cubicBezTo>
                <a:cubicBezTo>
                  <a:pt x="4772522" y="553196"/>
                  <a:pt x="4803771" y="529691"/>
                  <a:pt x="4838961" y="494510"/>
                </a:cubicBezTo>
                <a:cubicBezTo>
                  <a:pt x="4864582" y="468894"/>
                  <a:pt x="4874803" y="455096"/>
                  <a:pt x="4867038" y="447346"/>
                </a:cubicBezTo>
                <a:close/>
                <a:moveTo>
                  <a:pt x="4588234" y="447282"/>
                </a:moveTo>
                <a:cubicBezTo>
                  <a:pt x="4580482" y="455032"/>
                  <a:pt x="4590703" y="468830"/>
                  <a:pt x="4616311" y="494446"/>
                </a:cubicBezTo>
                <a:cubicBezTo>
                  <a:pt x="4651501" y="529627"/>
                  <a:pt x="4682751" y="553145"/>
                  <a:pt x="4710393" y="570870"/>
                </a:cubicBezTo>
                <a:lnTo>
                  <a:pt x="4710393" y="570883"/>
                </a:lnTo>
                <a:cubicBezTo>
                  <a:pt x="4711851" y="571816"/>
                  <a:pt x="4712785" y="570883"/>
                  <a:pt x="4711851" y="569425"/>
                </a:cubicBezTo>
                <a:cubicBezTo>
                  <a:pt x="4694109" y="541789"/>
                  <a:pt x="4670599" y="510547"/>
                  <a:pt x="4635409" y="475365"/>
                </a:cubicBezTo>
                <a:cubicBezTo>
                  <a:pt x="4609800" y="449750"/>
                  <a:pt x="4595986" y="439532"/>
                  <a:pt x="4588234" y="447282"/>
                </a:cubicBezTo>
                <a:close/>
                <a:moveTo>
                  <a:pt x="0" y="0"/>
                </a:moveTo>
                <a:lnTo>
                  <a:pt x="6097200" y="0"/>
                </a:lnTo>
                <a:lnTo>
                  <a:pt x="6097200" y="6858000"/>
                </a:lnTo>
                <a:lnTo>
                  <a:pt x="0" y="6858000"/>
                </a:lnTo>
                <a:close/>
              </a:path>
            </a:pathLst>
          </a:custGeom>
          <a:gradFill>
            <a:gsLst>
              <a:gs pos="0">
                <a:srgbClr val="000000">
                  <a:alpha val="64000"/>
                </a:srgbClr>
              </a:gs>
              <a:gs pos="39000">
                <a:srgbClr val="000000">
                  <a:alpha val="0"/>
                </a:srgbClr>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8" name="Bildplatzhalter 7">
            <a:extLst>
              <a:ext uri="{FF2B5EF4-FFF2-40B4-BE49-F238E27FC236}">
                <a16:creationId xmlns:a16="http://schemas.microsoft.com/office/drawing/2014/main" id="{698C957C-6394-6DBD-835D-6E389591E3B4}"/>
              </a:ext>
            </a:extLst>
          </p:cNvPr>
          <p:cNvSpPr>
            <a:spLocks noGrp="1"/>
          </p:cNvSpPr>
          <p:nvPr>
            <p:ph type="pic" sz="quarter" idx="14"/>
          </p:nvPr>
        </p:nvSpPr>
        <p:spPr/>
        <p:txBody>
          <a:bodyPr/>
          <a:lstStyle/>
          <a:p>
            <a:endParaRPr lang="de-DE"/>
          </a:p>
        </p:txBody>
      </p:sp>
    </p:spTree>
    <p:extLst>
      <p:ext uri="{BB962C8B-B14F-4D97-AF65-F5344CB8AC3E}">
        <p14:creationId xmlns:p14="http://schemas.microsoft.com/office/powerpoint/2010/main" val="16932690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C2D7D33B-B271-1EC6-7DC3-D7B58BF86C2F}"/>
              </a:ext>
            </a:extLst>
          </p:cNvPr>
          <p:cNvSpPr>
            <a:spLocks noGrp="1"/>
          </p:cNvSpPr>
          <p:nvPr>
            <p:ph type="title"/>
          </p:nvPr>
        </p:nvSpPr>
        <p:spPr>
          <a:xfrm>
            <a:off x="479425" y="387560"/>
            <a:ext cx="5112000" cy="1425683"/>
          </a:xfrm>
        </p:spPr>
        <p:txBody>
          <a:bodyPr/>
          <a:lstStyle/>
          <a:p>
            <a:r>
              <a:rPr lang="de-DE" dirty="0"/>
              <a:t>Kreisdiagramm Überschrift </a:t>
            </a:r>
            <a:r>
              <a:rPr lang="de-DE" dirty="0" err="1"/>
              <a:t>lorem</a:t>
            </a:r>
            <a:r>
              <a:rPr lang="de-DE" dirty="0"/>
              <a:t> </a:t>
            </a:r>
            <a:br>
              <a:rPr lang="de-DE" dirty="0"/>
            </a:br>
            <a:r>
              <a:rPr lang="de-DE" dirty="0" err="1"/>
              <a:t>ipsum</a:t>
            </a:r>
            <a:r>
              <a:rPr lang="de-DE" dirty="0"/>
              <a:t> </a:t>
            </a:r>
            <a:r>
              <a:rPr lang="de-DE" dirty="0" err="1"/>
              <a:t>dolor</a:t>
            </a:r>
            <a:r>
              <a:rPr lang="de-DE" dirty="0"/>
              <a:t> </a:t>
            </a:r>
            <a:r>
              <a:rPr lang="de-DE" dirty="0" err="1"/>
              <a:t>sit</a:t>
            </a:r>
            <a:r>
              <a:rPr lang="de-DE" dirty="0"/>
              <a:t>. </a:t>
            </a:r>
          </a:p>
        </p:txBody>
      </p:sp>
      <p:graphicFrame>
        <p:nvGraphicFramePr>
          <p:cNvPr id="21" name="Inhaltsplatzhalter 13">
            <a:extLst>
              <a:ext uri="{FF2B5EF4-FFF2-40B4-BE49-F238E27FC236}">
                <a16:creationId xmlns:a16="http://schemas.microsoft.com/office/drawing/2014/main" id="{96558DC2-9352-1DFA-C7EF-B11D517EF737}"/>
              </a:ext>
            </a:extLst>
          </p:cNvPr>
          <p:cNvGraphicFramePr>
            <a:graphicFrameLocks noGrp="1"/>
          </p:cNvGraphicFramePr>
          <p:nvPr>
            <p:ph idx="1"/>
            <p:extLst>
              <p:ext uri="{D42A27DB-BD31-4B8C-83A1-F6EECF244321}">
                <p14:modId xmlns:p14="http://schemas.microsoft.com/office/powerpoint/2010/main" val="2809528340"/>
              </p:ext>
            </p:extLst>
          </p:nvPr>
        </p:nvGraphicFramePr>
        <p:xfrm>
          <a:off x="479425" y="2955925"/>
          <a:ext cx="5111750" cy="2994025"/>
        </p:xfrm>
        <a:graphic>
          <a:graphicData uri="http://schemas.openxmlformats.org/drawingml/2006/chart">
            <c:chart xmlns:c="http://schemas.openxmlformats.org/drawingml/2006/chart" xmlns:r="http://schemas.openxmlformats.org/officeDocument/2006/relationships" r:id="rId2"/>
          </a:graphicData>
        </a:graphic>
      </p:graphicFrame>
      <p:sp>
        <p:nvSpPr>
          <p:cNvPr id="10" name="Datumsplatzhalter 9">
            <a:extLst>
              <a:ext uri="{FF2B5EF4-FFF2-40B4-BE49-F238E27FC236}">
                <a16:creationId xmlns:a16="http://schemas.microsoft.com/office/drawing/2014/main" id="{06267831-7290-4D78-1606-F63EB90CD574}"/>
              </a:ext>
            </a:extLst>
          </p:cNvPr>
          <p:cNvSpPr>
            <a:spLocks noGrp="1"/>
          </p:cNvSpPr>
          <p:nvPr>
            <p:ph type="dt" sz="half" idx="15"/>
          </p:nvPr>
        </p:nvSpPr>
        <p:spPr>
          <a:xfrm>
            <a:off x="3334722" y="6521213"/>
            <a:ext cx="1068585" cy="106468"/>
          </a:xfrm>
        </p:spPr>
        <p:txBody>
          <a:bodyPr/>
          <a:lstStyle/>
          <a:p>
            <a:fld id="{C5463CA2-FFD6-9D43-A55A-7BB5886936F1}" type="datetime1">
              <a:rPr lang="de-DE"/>
              <a:pPr/>
              <a:t>22.06.2026</a:t>
            </a:fld>
            <a:endParaRPr lang="de-DE"/>
          </a:p>
        </p:txBody>
      </p:sp>
      <p:sp>
        <p:nvSpPr>
          <p:cNvPr id="3" name="Fußzeilenplatzhalter 2">
            <a:extLst>
              <a:ext uri="{FF2B5EF4-FFF2-40B4-BE49-F238E27FC236}">
                <a16:creationId xmlns:a16="http://schemas.microsoft.com/office/drawing/2014/main" id="{1DE2E0EB-143B-C05D-66B6-FD3B760ECAEF}"/>
              </a:ext>
            </a:extLst>
          </p:cNvPr>
          <p:cNvSpPr>
            <a:spLocks noGrp="1"/>
          </p:cNvSpPr>
          <p:nvPr>
            <p:ph type="ftr" sz="quarter" idx="16"/>
          </p:nvPr>
        </p:nvSpPr>
        <p:spPr>
          <a:xfrm>
            <a:off x="3334720" y="6405343"/>
            <a:ext cx="2806997" cy="106470"/>
          </a:xfrm>
        </p:spPr>
        <p:txBody>
          <a:bodyPr/>
          <a:lstStyle/>
          <a:p>
            <a:r>
              <a:rPr lang="de-DE" dirty="0"/>
              <a:t>Titel der Präsentation</a:t>
            </a:r>
          </a:p>
        </p:txBody>
      </p:sp>
      <p:sp>
        <p:nvSpPr>
          <p:cNvPr id="7" name="Foliennummernplatzhalter 6">
            <a:extLst>
              <a:ext uri="{FF2B5EF4-FFF2-40B4-BE49-F238E27FC236}">
                <a16:creationId xmlns:a16="http://schemas.microsoft.com/office/drawing/2014/main" id="{CC5CEDAE-36CE-CCAC-DE73-06651981923F}"/>
              </a:ext>
            </a:extLst>
          </p:cNvPr>
          <p:cNvSpPr>
            <a:spLocks noGrp="1"/>
          </p:cNvSpPr>
          <p:nvPr>
            <p:ph type="sldNum" sz="quarter" idx="17"/>
          </p:nvPr>
        </p:nvSpPr>
        <p:spPr>
          <a:xfrm>
            <a:off x="773108" y="6521213"/>
            <a:ext cx="976088" cy="106468"/>
          </a:xfrm>
        </p:spPr>
        <p:txBody>
          <a:bodyPr/>
          <a:lstStyle/>
          <a:p>
            <a:fld id="{D188B27D-4802-6948-A101-6CF6A7142FF4}" type="slidenum">
              <a:rPr lang="de-DE" smtClean="0"/>
              <a:pPr/>
              <a:t>33</a:t>
            </a:fld>
            <a:endParaRPr lang="de-DE"/>
          </a:p>
        </p:txBody>
      </p:sp>
      <p:sp>
        <p:nvSpPr>
          <p:cNvPr id="16" name="Textplatzhalter 15">
            <a:extLst>
              <a:ext uri="{FF2B5EF4-FFF2-40B4-BE49-F238E27FC236}">
                <a16:creationId xmlns:a16="http://schemas.microsoft.com/office/drawing/2014/main" id="{E21F1EC8-B3F1-9064-3FED-CBA1FB225617}"/>
              </a:ext>
            </a:extLst>
          </p:cNvPr>
          <p:cNvSpPr>
            <a:spLocks noGrp="1"/>
          </p:cNvSpPr>
          <p:nvPr>
            <p:ph type="body" idx="13"/>
          </p:nvPr>
        </p:nvSpPr>
        <p:spPr>
          <a:xfrm>
            <a:off x="479425" y="2360854"/>
            <a:ext cx="5112000" cy="250463"/>
          </a:xfrm>
        </p:spPr>
        <p:txBody>
          <a:bodyPr/>
          <a:lstStyle/>
          <a:p>
            <a:r>
              <a:rPr lang="de-DE" dirty="0"/>
              <a:t>Titel</a:t>
            </a:r>
          </a:p>
        </p:txBody>
      </p:sp>
      <p:sp>
        <p:nvSpPr>
          <p:cNvPr id="17" name="Textplatzhalter 16">
            <a:extLst>
              <a:ext uri="{FF2B5EF4-FFF2-40B4-BE49-F238E27FC236}">
                <a16:creationId xmlns:a16="http://schemas.microsoft.com/office/drawing/2014/main" id="{FED781AF-E674-B523-E8DB-BAD3F4CEBDC5}"/>
              </a:ext>
            </a:extLst>
          </p:cNvPr>
          <p:cNvSpPr>
            <a:spLocks noGrp="1"/>
          </p:cNvSpPr>
          <p:nvPr>
            <p:ph type="body" sz="quarter" idx="18"/>
          </p:nvPr>
        </p:nvSpPr>
        <p:spPr/>
        <p:txBody>
          <a:bodyPr/>
          <a:lstStyle/>
          <a:p>
            <a:r>
              <a:rPr lang="de-DE" dirty="0"/>
              <a:t>Quelle:</a:t>
            </a:r>
          </a:p>
        </p:txBody>
      </p:sp>
      <p:sp>
        <p:nvSpPr>
          <p:cNvPr id="31" name="Freihandform 30">
            <a:extLst>
              <a:ext uri="{FF2B5EF4-FFF2-40B4-BE49-F238E27FC236}">
                <a16:creationId xmlns:a16="http://schemas.microsoft.com/office/drawing/2014/main" id="{5C5740EA-8132-1487-66E5-58BEF40C7574}"/>
              </a:ext>
            </a:extLst>
          </p:cNvPr>
          <p:cNvSpPr/>
          <p:nvPr/>
        </p:nvSpPr>
        <p:spPr>
          <a:xfrm>
            <a:off x="6096000" y="0"/>
            <a:ext cx="6097200" cy="6858000"/>
          </a:xfrm>
          <a:custGeom>
            <a:avLst/>
            <a:gdLst>
              <a:gd name="connsiteX0" fmla="*/ 5346401 w 6097200"/>
              <a:gd name="connsiteY0" fmla="*/ 652256 h 6858000"/>
              <a:gd name="connsiteX1" fmla="*/ 5369451 w 6097200"/>
              <a:gd name="connsiteY1" fmla="*/ 677002 h 6858000"/>
              <a:gd name="connsiteX2" fmla="*/ 5346401 w 6097200"/>
              <a:gd name="connsiteY2" fmla="*/ 701748 h 6858000"/>
              <a:gd name="connsiteX3" fmla="*/ 5323350 w 6097200"/>
              <a:gd name="connsiteY3" fmla="*/ 677002 h 6858000"/>
              <a:gd name="connsiteX4" fmla="*/ 5346401 w 6097200"/>
              <a:gd name="connsiteY4" fmla="*/ 652256 h 6858000"/>
              <a:gd name="connsiteX5" fmla="*/ 5121193 w 6097200"/>
              <a:gd name="connsiteY5" fmla="*/ 652256 h 6858000"/>
              <a:gd name="connsiteX6" fmla="*/ 5144243 w 6097200"/>
              <a:gd name="connsiteY6" fmla="*/ 677002 h 6858000"/>
              <a:gd name="connsiteX7" fmla="*/ 5121193 w 6097200"/>
              <a:gd name="connsiteY7" fmla="*/ 701748 h 6858000"/>
              <a:gd name="connsiteX8" fmla="*/ 5098143 w 6097200"/>
              <a:gd name="connsiteY8" fmla="*/ 677002 h 6858000"/>
              <a:gd name="connsiteX9" fmla="*/ 5121193 w 6097200"/>
              <a:gd name="connsiteY9" fmla="*/ 652256 h 6858000"/>
              <a:gd name="connsiteX10" fmla="*/ 5436428 w 6097200"/>
              <a:gd name="connsiteY10" fmla="*/ 651335 h 6858000"/>
              <a:gd name="connsiteX11" fmla="*/ 5456689 w 6097200"/>
              <a:gd name="connsiteY11" fmla="*/ 668498 h 6858000"/>
              <a:gd name="connsiteX12" fmla="*/ 5415859 w 6097200"/>
              <a:gd name="connsiteY12" fmla="*/ 668498 h 6858000"/>
              <a:gd name="connsiteX13" fmla="*/ 5436428 w 6097200"/>
              <a:gd name="connsiteY13" fmla="*/ 651335 h 6858000"/>
              <a:gd name="connsiteX14" fmla="*/ 5524280 w 6097200"/>
              <a:gd name="connsiteY14" fmla="*/ 636015 h 6858000"/>
              <a:gd name="connsiteX15" fmla="*/ 5502624 w 6097200"/>
              <a:gd name="connsiteY15" fmla="*/ 651783 h 6858000"/>
              <a:gd name="connsiteX16" fmla="*/ 5502624 w 6097200"/>
              <a:gd name="connsiteY16" fmla="*/ 637396 h 6858000"/>
              <a:gd name="connsiteX17" fmla="*/ 5484997 w 6097200"/>
              <a:gd name="connsiteY17" fmla="*/ 637396 h 6858000"/>
              <a:gd name="connsiteX18" fmla="*/ 5484997 w 6097200"/>
              <a:gd name="connsiteY18" fmla="*/ 716570 h 6858000"/>
              <a:gd name="connsiteX19" fmla="*/ 5484997 w 6097200"/>
              <a:gd name="connsiteY19" fmla="*/ 716595 h 6858000"/>
              <a:gd name="connsiteX20" fmla="*/ 5502624 w 6097200"/>
              <a:gd name="connsiteY20" fmla="*/ 716595 h 6858000"/>
              <a:gd name="connsiteX21" fmla="*/ 5502624 w 6097200"/>
              <a:gd name="connsiteY21" fmla="*/ 673447 h 6858000"/>
              <a:gd name="connsiteX22" fmla="*/ 5522118 w 6097200"/>
              <a:gd name="connsiteY22" fmla="*/ 654264 h 6858000"/>
              <a:gd name="connsiteX23" fmla="*/ 5525981 w 6097200"/>
              <a:gd name="connsiteY23" fmla="*/ 654264 h 6858000"/>
              <a:gd name="connsiteX24" fmla="*/ 5525981 w 6097200"/>
              <a:gd name="connsiteY24" fmla="*/ 636015 h 6858000"/>
              <a:gd name="connsiteX25" fmla="*/ 5342845 w 6097200"/>
              <a:gd name="connsiteY25" fmla="*/ 635260 h 6858000"/>
              <a:gd name="connsiteX26" fmla="*/ 5305110 w 6097200"/>
              <a:gd name="connsiteY26" fmla="*/ 677015 h 6858000"/>
              <a:gd name="connsiteX27" fmla="*/ 5342845 w 6097200"/>
              <a:gd name="connsiteY27" fmla="*/ 718769 h 6858000"/>
              <a:gd name="connsiteX28" fmla="*/ 5369451 w 6097200"/>
              <a:gd name="connsiteY28" fmla="*/ 703461 h 6858000"/>
              <a:gd name="connsiteX29" fmla="*/ 5369451 w 6097200"/>
              <a:gd name="connsiteY29" fmla="*/ 716608 h 6858000"/>
              <a:gd name="connsiteX30" fmla="*/ 5387091 w 6097200"/>
              <a:gd name="connsiteY30" fmla="*/ 716608 h 6858000"/>
              <a:gd name="connsiteX31" fmla="*/ 5387091 w 6097200"/>
              <a:gd name="connsiteY31" fmla="*/ 637434 h 6858000"/>
              <a:gd name="connsiteX32" fmla="*/ 5369451 w 6097200"/>
              <a:gd name="connsiteY32" fmla="*/ 637434 h 6858000"/>
              <a:gd name="connsiteX33" fmla="*/ 5369451 w 6097200"/>
              <a:gd name="connsiteY33" fmla="*/ 650568 h 6858000"/>
              <a:gd name="connsiteX34" fmla="*/ 5342845 w 6097200"/>
              <a:gd name="connsiteY34" fmla="*/ 635260 h 6858000"/>
              <a:gd name="connsiteX35" fmla="*/ 5121193 w 6097200"/>
              <a:gd name="connsiteY35" fmla="*/ 635248 h 6858000"/>
              <a:gd name="connsiteX36" fmla="*/ 5079889 w 6097200"/>
              <a:gd name="connsiteY36" fmla="*/ 677002 h 6858000"/>
              <a:gd name="connsiteX37" fmla="*/ 5121193 w 6097200"/>
              <a:gd name="connsiteY37" fmla="*/ 718756 h 6858000"/>
              <a:gd name="connsiteX38" fmla="*/ 5162497 w 6097200"/>
              <a:gd name="connsiteY38" fmla="*/ 677002 h 6858000"/>
              <a:gd name="connsiteX39" fmla="*/ 5121193 w 6097200"/>
              <a:gd name="connsiteY39" fmla="*/ 635248 h 6858000"/>
              <a:gd name="connsiteX40" fmla="*/ 5436440 w 6097200"/>
              <a:gd name="connsiteY40" fmla="*/ 635235 h 6858000"/>
              <a:gd name="connsiteX41" fmla="*/ 5397311 w 6097200"/>
              <a:gd name="connsiteY41" fmla="*/ 676989 h 6858000"/>
              <a:gd name="connsiteX42" fmla="*/ 5397298 w 6097200"/>
              <a:gd name="connsiteY42" fmla="*/ 677002 h 6858000"/>
              <a:gd name="connsiteX43" fmla="*/ 5437822 w 6097200"/>
              <a:gd name="connsiteY43" fmla="*/ 718756 h 6858000"/>
              <a:gd name="connsiteX44" fmla="*/ 5472321 w 6097200"/>
              <a:gd name="connsiteY44" fmla="*/ 700968 h 6858000"/>
              <a:gd name="connsiteX45" fmla="*/ 5460258 w 6097200"/>
              <a:gd name="connsiteY45" fmla="*/ 690762 h 6858000"/>
              <a:gd name="connsiteX46" fmla="*/ 5437835 w 6097200"/>
              <a:gd name="connsiteY46" fmla="*/ 702669 h 6858000"/>
              <a:gd name="connsiteX47" fmla="*/ 5415411 w 6097200"/>
              <a:gd name="connsiteY47" fmla="*/ 682718 h 6858000"/>
              <a:gd name="connsiteX48" fmla="*/ 5474649 w 6097200"/>
              <a:gd name="connsiteY48" fmla="*/ 682718 h 6858000"/>
              <a:gd name="connsiteX49" fmla="*/ 5475109 w 6097200"/>
              <a:gd name="connsiteY49" fmla="*/ 676222 h 6858000"/>
              <a:gd name="connsiteX50" fmla="*/ 5436440 w 6097200"/>
              <a:gd name="connsiteY50" fmla="*/ 635235 h 6858000"/>
              <a:gd name="connsiteX51" fmla="*/ 5197290 w 6097200"/>
              <a:gd name="connsiteY51" fmla="*/ 614517 h 6858000"/>
              <a:gd name="connsiteX52" fmla="*/ 5179650 w 6097200"/>
              <a:gd name="connsiteY52" fmla="*/ 619927 h 6858000"/>
              <a:gd name="connsiteX53" fmla="*/ 5179650 w 6097200"/>
              <a:gd name="connsiteY53" fmla="*/ 637396 h 6858000"/>
              <a:gd name="connsiteX54" fmla="*/ 5164339 w 6097200"/>
              <a:gd name="connsiteY54" fmla="*/ 637396 h 6858000"/>
              <a:gd name="connsiteX55" fmla="*/ 5164339 w 6097200"/>
              <a:gd name="connsiteY55" fmla="*/ 652551 h 6858000"/>
              <a:gd name="connsiteX56" fmla="*/ 5179650 w 6097200"/>
              <a:gd name="connsiteY56" fmla="*/ 652551 h 6858000"/>
              <a:gd name="connsiteX57" fmla="*/ 5179650 w 6097200"/>
              <a:gd name="connsiteY57" fmla="*/ 691363 h 6858000"/>
              <a:gd name="connsiteX58" fmla="*/ 5205169 w 6097200"/>
              <a:gd name="connsiteY58" fmla="*/ 718271 h 6858000"/>
              <a:gd name="connsiteX59" fmla="*/ 5216618 w 6097200"/>
              <a:gd name="connsiteY59" fmla="*/ 716877 h 6858000"/>
              <a:gd name="connsiteX60" fmla="*/ 5216631 w 6097200"/>
              <a:gd name="connsiteY60" fmla="*/ 716902 h 6858000"/>
              <a:gd name="connsiteX61" fmla="*/ 5216631 w 6097200"/>
              <a:gd name="connsiteY61" fmla="*/ 702055 h 6858000"/>
              <a:gd name="connsiteX62" fmla="*/ 5209979 w 6097200"/>
              <a:gd name="connsiteY62" fmla="*/ 702515 h 6858000"/>
              <a:gd name="connsiteX63" fmla="*/ 5197290 w 6097200"/>
              <a:gd name="connsiteY63" fmla="*/ 689675 h 6858000"/>
              <a:gd name="connsiteX64" fmla="*/ 5197290 w 6097200"/>
              <a:gd name="connsiteY64" fmla="*/ 652563 h 6858000"/>
              <a:gd name="connsiteX65" fmla="*/ 5216631 w 6097200"/>
              <a:gd name="connsiteY65" fmla="*/ 652563 h 6858000"/>
              <a:gd name="connsiteX66" fmla="*/ 5216631 w 6097200"/>
              <a:gd name="connsiteY66" fmla="*/ 637409 h 6858000"/>
              <a:gd name="connsiteX67" fmla="*/ 5197290 w 6097200"/>
              <a:gd name="connsiteY67" fmla="*/ 637409 h 6858000"/>
              <a:gd name="connsiteX68" fmla="*/ 5228399 w 6097200"/>
              <a:gd name="connsiteY68" fmla="*/ 608341 h 6858000"/>
              <a:gd name="connsiteX69" fmla="*/ 5228399 w 6097200"/>
              <a:gd name="connsiteY69" fmla="*/ 716595 h 6858000"/>
              <a:gd name="connsiteX70" fmla="*/ 5246013 w 6097200"/>
              <a:gd name="connsiteY70" fmla="*/ 716595 h 6858000"/>
              <a:gd name="connsiteX71" fmla="*/ 5246013 w 6097200"/>
              <a:gd name="connsiteY71" fmla="*/ 669585 h 6858000"/>
              <a:gd name="connsiteX72" fmla="*/ 5262411 w 6097200"/>
              <a:gd name="connsiteY72" fmla="*/ 650722 h 6858000"/>
              <a:gd name="connsiteX73" fmla="*/ 5277876 w 6097200"/>
              <a:gd name="connsiteY73" fmla="*/ 668191 h 6858000"/>
              <a:gd name="connsiteX74" fmla="*/ 5277876 w 6097200"/>
              <a:gd name="connsiteY74" fmla="*/ 716595 h 6858000"/>
              <a:gd name="connsiteX75" fmla="*/ 5295516 w 6097200"/>
              <a:gd name="connsiteY75" fmla="*/ 716595 h 6858000"/>
              <a:gd name="connsiteX76" fmla="*/ 5295516 w 6097200"/>
              <a:gd name="connsiteY76" fmla="*/ 665096 h 6858000"/>
              <a:gd name="connsiteX77" fmla="*/ 5269690 w 6097200"/>
              <a:gd name="connsiteY77" fmla="*/ 635248 h 6858000"/>
              <a:gd name="connsiteX78" fmla="*/ 5246026 w 6097200"/>
              <a:gd name="connsiteY78" fmla="*/ 647934 h 6858000"/>
              <a:gd name="connsiteX79" fmla="*/ 5246026 w 6097200"/>
              <a:gd name="connsiteY79" fmla="*/ 608341 h 6858000"/>
              <a:gd name="connsiteX80" fmla="*/ 5020652 w 6097200"/>
              <a:gd name="connsiteY80" fmla="*/ 606486 h 6858000"/>
              <a:gd name="connsiteX81" fmla="*/ 4966198 w 6097200"/>
              <a:gd name="connsiteY81" fmla="*/ 662628 h 6858000"/>
              <a:gd name="connsiteX82" fmla="*/ 5018324 w 6097200"/>
              <a:gd name="connsiteY82" fmla="*/ 718769 h 6858000"/>
              <a:gd name="connsiteX83" fmla="*/ 5051428 w 6097200"/>
              <a:gd name="connsiteY83" fmla="*/ 702681 h 6858000"/>
              <a:gd name="connsiteX84" fmla="*/ 5051428 w 6097200"/>
              <a:gd name="connsiteY84" fmla="*/ 716595 h 6858000"/>
              <a:gd name="connsiteX85" fmla="*/ 5069375 w 6097200"/>
              <a:gd name="connsiteY85" fmla="*/ 716595 h 6858000"/>
              <a:gd name="connsiteX86" fmla="*/ 5069375 w 6097200"/>
              <a:gd name="connsiteY86" fmla="*/ 659686 h 6858000"/>
              <a:gd name="connsiteX87" fmla="*/ 5022506 w 6097200"/>
              <a:gd name="connsiteY87" fmla="*/ 659686 h 6858000"/>
              <a:gd name="connsiteX88" fmla="*/ 5022506 w 6097200"/>
              <a:gd name="connsiteY88" fmla="*/ 677322 h 6858000"/>
              <a:gd name="connsiteX89" fmla="*/ 5049880 w 6097200"/>
              <a:gd name="connsiteY89" fmla="*/ 677322 h 6858000"/>
              <a:gd name="connsiteX90" fmla="*/ 5020639 w 6097200"/>
              <a:gd name="connsiteY90" fmla="*/ 699906 h 6858000"/>
              <a:gd name="connsiteX91" fmla="*/ 4987227 w 6097200"/>
              <a:gd name="connsiteY91" fmla="*/ 662640 h 6858000"/>
              <a:gd name="connsiteX92" fmla="*/ 5020639 w 6097200"/>
              <a:gd name="connsiteY92" fmla="*/ 625375 h 6858000"/>
              <a:gd name="connsiteX93" fmla="*/ 5050034 w 6097200"/>
              <a:gd name="connsiteY93" fmla="*/ 642230 h 6858000"/>
              <a:gd name="connsiteX94" fmla="*/ 5066739 w 6097200"/>
              <a:gd name="connsiteY94" fmla="*/ 631091 h 6858000"/>
              <a:gd name="connsiteX95" fmla="*/ 5020639 w 6097200"/>
              <a:gd name="connsiteY95" fmla="*/ 606499 h 6858000"/>
              <a:gd name="connsiteX96" fmla="*/ 4744738 w 6097200"/>
              <a:gd name="connsiteY96" fmla="*/ 601537 h 6858000"/>
              <a:gd name="connsiteX97" fmla="*/ 4744746 w 6097200"/>
              <a:gd name="connsiteY97" fmla="*/ 601542 h 6858000"/>
              <a:gd name="connsiteX98" fmla="*/ 4743293 w 6097200"/>
              <a:gd name="connsiteY98" fmla="*/ 602995 h 6858000"/>
              <a:gd name="connsiteX99" fmla="*/ 4819735 w 6097200"/>
              <a:gd name="connsiteY99" fmla="*/ 697054 h 6858000"/>
              <a:gd name="connsiteX100" fmla="*/ 4866910 w 6097200"/>
              <a:gd name="connsiteY100" fmla="*/ 725125 h 6858000"/>
              <a:gd name="connsiteX101" fmla="*/ 4838820 w 6097200"/>
              <a:gd name="connsiteY101" fmla="*/ 677961 h 6858000"/>
              <a:gd name="connsiteX102" fmla="*/ 4788949 w 6097200"/>
              <a:gd name="connsiteY102" fmla="*/ 633203 h 6858000"/>
              <a:gd name="connsiteX103" fmla="*/ 4744746 w 6097200"/>
              <a:gd name="connsiteY103" fmla="*/ 601542 h 6858000"/>
              <a:gd name="connsiteX104" fmla="*/ 4744751 w 6097200"/>
              <a:gd name="connsiteY104" fmla="*/ 601537 h 6858000"/>
              <a:gd name="connsiteX105" fmla="*/ 4640551 w 6097200"/>
              <a:gd name="connsiteY105" fmla="*/ 588557 h 6858000"/>
              <a:gd name="connsiteX106" fmla="*/ 4608227 w 6097200"/>
              <a:gd name="connsiteY106" fmla="*/ 600258 h 6858000"/>
              <a:gd name="connsiteX107" fmla="*/ 4640551 w 6097200"/>
              <a:gd name="connsiteY107" fmla="*/ 611960 h 6858000"/>
              <a:gd name="connsiteX108" fmla="*/ 4703192 w 6097200"/>
              <a:gd name="connsiteY108" fmla="*/ 604184 h 6858000"/>
              <a:gd name="connsiteX109" fmla="*/ 4616030 w 6097200"/>
              <a:gd name="connsiteY109" fmla="*/ 678997 h 6858000"/>
              <a:gd name="connsiteX110" fmla="*/ 4587633 w 6097200"/>
              <a:gd name="connsiteY110" fmla="*/ 725164 h 6858000"/>
              <a:gd name="connsiteX111" fmla="*/ 4634296 w 6097200"/>
              <a:gd name="connsiteY111" fmla="*/ 697067 h 6858000"/>
              <a:gd name="connsiteX112" fmla="*/ 4709907 w 6097200"/>
              <a:gd name="connsiteY112" fmla="*/ 610834 h 6858000"/>
              <a:gd name="connsiteX113" fmla="*/ 4702117 w 6097200"/>
              <a:gd name="connsiteY113" fmla="*/ 673511 h 6858000"/>
              <a:gd name="connsiteX114" fmla="*/ 4713821 w 6097200"/>
              <a:gd name="connsiteY114" fmla="*/ 705815 h 6858000"/>
              <a:gd name="connsiteX115" fmla="*/ 4725526 w 6097200"/>
              <a:gd name="connsiteY115" fmla="*/ 673511 h 6858000"/>
              <a:gd name="connsiteX116" fmla="*/ 4714717 w 6097200"/>
              <a:gd name="connsiteY116" fmla="*/ 600297 h 6858000"/>
              <a:gd name="connsiteX117" fmla="*/ 4714333 w 6097200"/>
              <a:gd name="connsiteY117" fmla="*/ 599708 h 6858000"/>
              <a:gd name="connsiteX118" fmla="*/ 4714320 w 6097200"/>
              <a:gd name="connsiteY118" fmla="*/ 599695 h 6858000"/>
              <a:gd name="connsiteX119" fmla="*/ 4713783 w 6097200"/>
              <a:gd name="connsiteY119" fmla="*/ 599363 h 6858000"/>
              <a:gd name="connsiteX120" fmla="*/ 4640551 w 6097200"/>
              <a:gd name="connsiteY120" fmla="*/ 588557 h 6858000"/>
              <a:gd name="connsiteX121" fmla="*/ 4827410 w 6097200"/>
              <a:gd name="connsiteY121" fmla="*/ 575551 h 6858000"/>
              <a:gd name="connsiteX122" fmla="*/ 4747796 w 6097200"/>
              <a:gd name="connsiteY122" fmla="*/ 586357 h 6858000"/>
              <a:gd name="connsiteX123" fmla="*/ 4747796 w 6097200"/>
              <a:gd name="connsiteY123" fmla="*/ 588147 h 6858000"/>
              <a:gd name="connsiteX124" fmla="*/ 4827410 w 6097200"/>
              <a:gd name="connsiteY124" fmla="*/ 598941 h 6858000"/>
              <a:gd name="connsiteX125" fmla="*/ 4862549 w 6097200"/>
              <a:gd name="connsiteY125" fmla="*/ 587252 h 6858000"/>
              <a:gd name="connsiteX126" fmla="*/ 4827410 w 6097200"/>
              <a:gd name="connsiteY126" fmla="*/ 575551 h 6858000"/>
              <a:gd name="connsiteX127" fmla="*/ 4993111 w 6097200"/>
              <a:gd name="connsiteY127" fmla="*/ 515163 h 6858000"/>
              <a:gd name="connsiteX128" fmla="*/ 5024054 w 6097200"/>
              <a:gd name="connsiteY128" fmla="*/ 515163 h 6858000"/>
              <a:gd name="connsiteX129" fmla="*/ 5040913 w 6097200"/>
              <a:gd name="connsiteY129" fmla="*/ 529396 h 6858000"/>
              <a:gd name="connsiteX130" fmla="*/ 5024054 w 6097200"/>
              <a:gd name="connsiteY130" fmla="*/ 543630 h 6858000"/>
              <a:gd name="connsiteX131" fmla="*/ 5024054 w 6097200"/>
              <a:gd name="connsiteY131" fmla="*/ 543617 h 6858000"/>
              <a:gd name="connsiteX132" fmla="*/ 4993111 w 6097200"/>
              <a:gd name="connsiteY132" fmla="*/ 543617 h 6858000"/>
              <a:gd name="connsiteX133" fmla="*/ 5574716 w 6097200"/>
              <a:gd name="connsiteY133" fmla="*/ 497527 h 6858000"/>
              <a:gd name="connsiteX134" fmla="*/ 5597766 w 6097200"/>
              <a:gd name="connsiteY134" fmla="*/ 522273 h 6858000"/>
              <a:gd name="connsiteX135" fmla="*/ 5574716 w 6097200"/>
              <a:gd name="connsiteY135" fmla="*/ 547019 h 6858000"/>
              <a:gd name="connsiteX136" fmla="*/ 5551666 w 6097200"/>
              <a:gd name="connsiteY136" fmla="*/ 522273 h 6858000"/>
              <a:gd name="connsiteX137" fmla="*/ 5574716 w 6097200"/>
              <a:gd name="connsiteY137" fmla="*/ 497527 h 6858000"/>
              <a:gd name="connsiteX138" fmla="*/ 5111919 w 6097200"/>
              <a:gd name="connsiteY138" fmla="*/ 497527 h 6858000"/>
              <a:gd name="connsiteX139" fmla="*/ 5134969 w 6097200"/>
              <a:gd name="connsiteY139" fmla="*/ 522273 h 6858000"/>
              <a:gd name="connsiteX140" fmla="*/ 5111919 w 6097200"/>
              <a:gd name="connsiteY140" fmla="*/ 547019 h 6858000"/>
              <a:gd name="connsiteX141" fmla="*/ 5088869 w 6097200"/>
              <a:gd name="connsiteY141" fmla="*/ 522273 h 6858000"/>
              <a:gd name="connsiteX142" fmla="*/ 5111919 w 6097200"/>
              <a:gd name="connsiteY142" fmla="*/ 497527 h 6858000"/>
              <a:gd name="connsiteX143" fmla="*/ 5376882 w 6097200"/>
              <a:gd name="connsiteY143" fmla="*/ 496606 h 6858000"/>
              <a:gd name="connsiteX144" fmla="*/ 5397144 w 6097200"/>
              <a:gd name="connsiteY144" fmla="*/ 513769 h 6858000"/>
              <a:gd name="connsiteX145" fmla="*/ 5356314 w 6097200"/>
              <a:gd name="connsiteY145" fmla="*/ 513769 h 6858000"/>
              <a:gd name="connsiteX146" fmla="*/ 5376882 w 6097200"/>
              <a:gd name="connsiteY146" fmla="*/ 496606 h 6858000"/>
              <a:gd name="connsiteX147" fmla="*/ 5505578 w 6097200"/>
              <a:gd name="connsiteY147" fmla="*/ 482693 h 6858000"/>
              <a:gd name="connsiteX148" fmla="*/ 5505578 w 6097200"/>
              <a:gd name="connsiteY148" fmla="*/ 561866 h 6858000"/>
              <a:gd name="connsiteX149" fmla="*/ 5523217 w 6097200"/>
              <a:gd name="connsiteY149" fmla="*/ 561866 h 6858000"/>
              <a:gd name="connsiteX150" fmla="*/ 5523217 w 6097200"/>
              <a:gd name="connsiteY150" fmla="*/ 482693 h 6858000"/>
              <a:gd name="connsiteX151" fmla="*/ 5205502 w 6097200"/>
              <a:gd name="connsiteY151" fmla="*/ 481299 h 6858000"/>
              <a:gd name="connsiteX152" fmla="*/ 5183846 w 6097200"/>
              <a:gd name="connsiteY152" fmla="*/ 497080 h 6858000"/>
              <a:gd name="connsiteX153" fmla="*/ 5183846 w 6097200"/>
              <a:gd name="connsiteY153" fmla="*/ 482693 h 6858000"/>
              <a:gd name="connsiteX154" fmla="*/ 5166206 w 6097200"/>
              <a:gd name="connsiteY154" fmla="*/ 482693 h 6858000"/>
              <a:gd name="connsiteX155" fmla="*/ 5166206 w 6097200"/>
              <a:gd name="connsiteY155" fmla="*/ 561866 h 6858000"/>
              <a:gd name="connsiteX156" fmla="*/ 5183846 w 6097200"/>
              <a:gd name="connsiteY156" fmla="*/ 561866 h 6858000"/>
              <a:gd name="connsiteX157" fmla="*/ 5183846 w 6097200"/>
              <a:gd name="connsiteY157" fmla="*/ 518718 h 6858000"/>
              <a:gd name="connsiteX158" fmla="*/ 5203340 w 6097200"/>
              <a:gd name="connsiteY158" fmla="*/ 499548 h 6858000"/>
              <a:gd name="connsiteX159" fmla="*/ 5207203 w 6097200"/>
              <a:gd name="connsiteY159" fmla="*/ 499548 h 6858000"/>
              <a:gd name="connsiteX160" fmla="*/ 5207203 w 6097200"/>
              <a:gd name="connsiteY160" fmla="*/ 481299 h 6858000"/>
              <a:gd name="connsiteX161" fmla="*/ 5571160 w 6097200"/>
              <a:gd name="connsiteY161" fmla="*/ 480531 h 6858000"/>
              <a:gd name="connsiteX162" fmla="*/ 5533412 w 6097200"/>
              <a:gd name="connsiteY162" fmla="*/ 522286 h 6858000"/>
              <a:gd name="connsiteX163" fmla="*/ 5571160 w 6097200"/>
              <a:gd name="connsiteY163" fmla="*/ 564040 h 6858000"/>
              <a:gd name="connsiteX164" fmla="*/ 5597766 w 6097200"/>
              <a:gd name="connsiteY164" fmla="*/ 548732 h 6858000"/>
              <a:gd name="connsiteX165" fmla="*/ 5597766 w 6097200"/>
              <a:gd name="connsiteY165" fmla="*/ 561879 h 6858000"/>
              <a:gd name="connsiteX166" fmla="*/ 5615393 w 6097200"/>
              <a:gd name="connsiteY166" fmla="*/ 561879 h 6858000"/>
              <a:gd name="connsiteX167" fmla="*/ 5615393 w 6097200"/>
              <a:gd name="connsiteY167" fmla="*/ 482705 h 6858000"/>
              <a:gd name="connsiteX168" fmla="*/ 5597766 w 6097200"/>
              <a:gd name="connsiteY168" fmla="*/ 482705 h 6858000"/>
              <a:gd name="connsiteX169" fmla="*/ 5597766 w 6097200"/>
              <a:gd name="connsiteY169" fmla="*/ 495839 h 6858000"/>
              <a:gd name="connsiteX170" fmla="*/ 5571160 w 6097200"/>
              <a:gd name="connsiteY170" fmla="*/ 480531 h 6858000"/>
              <a:gd name="connsiteX171" fmla="*/ 5108350 w 6097200"/>
              <a:gd name="connsiteY171" fmla="*/ 480531 h 6858000"/>
              <a:gd name="connsiteX172" fmla="*/ 5070602 w 6097200"/>
              <a:gd name="connsiteY172" fmla="*/ 522286 h 6858000"/>
              <a:gd name="connsiteX173" fmla="*/ 5108350 w 6097200"/>
              <a:gd name="connsiteY173" fmla="*/ 564040 h 6858000"/>
              <a:gd name="connsiteX174" fmla="*/ 5134956 w 6097200"/>
              <a:gd name="connsiteY174" fmla="*/ 548732 h 6858000"/>
              <a:gd name="connsiteX175" fmla="*/ 5134956 w 6097200"/>
              <a:gd name="connsiteY175" fmla="*/ 561879 h 6858000"/>
              <a:gd name="connsiteX176" fmla="*/ 5152583 w 6097200"/>
              <a:gd name="connsiteY176" fmla="*/ 561879 h 6858000"/>
              <a:gd name="connsiteX177" fmla="*/ 5152583 w 6097200"/>
              <a:gd name="connsiteY177" fmla="*/ 482705 h 6858000"/>
              <a:gd name="connsiteX178" fmla="*/ 5134956 w 6097200"/>
              <a:gd name="connsiteY178" fmla="*/ 482705 h 6858000"/>
              <a:gd name="connsiteX179" fmla="*/ 5134956 w 6097200"/>
              <a:gd name="connsiteY179" fmla="*/ 495839 h 6858000"/>
              <a:gd name="connsiteX180" fmla="*/ 5108350 w 6097200"/>
              <a:gd name="connsiteY180" fmla="*/ 480531 h 6858000"/>
              <a:gd name="connsiteX181" fmla="*/ 5466756 w 6097200"/>
              <a:gd name="connsiteY181" fmla="*/ 480518 h 6858000"/>
              <a:gd name="connsiteX182" fmla="*/ 5443091 w 6097200"/>
              <a:gd name="connsiteY182" fmla="*/ 493205 h 6858000"/>
              <a:gd name="connsiteX183" fmla="*/ 5443091 w 6097200"/>
              <a:gd name="connsiteY183" fmla="*/ 482693 h 6858000"/>
              <a:gd name="connsiteX184" fmla="*/ 5425465 w 6097200"/>
              <a:gd name="connsiteY184" fmla="*/ 482693 h 6858000"/>
              <a:gd name="connsiteX185" fmla="*/ 5425465 w 6097200"/>
              <a:gd name="connsiteY185" fmla="*/ 561866 h 6858000"/>
              <a:gd name="connsiteX186" fmla="*/ 5443079 w 6097200"/>
              <a:gd name="connsiteY186" fmla="*/ 561866 h 6858000"/>
              <a:gd name="connsiteX187" fmla="*/ 5443079 w 6097200"/>
              <a:gd name="connsiteY187" fmla="*/ 514856 h 6858000"/>
              <a:gd name="connsiteX188" fmla="*/ 5459477 w 6097200"/>
              <a:gd name="connsiteY188" fmla="*/ 495993 h 6858000"/>
              <a:gd name="connsiteX189" fmla="*/ 5474942 w 6097200"/>
              <a:gd name="connsiteY189" fmla="*/ 513462 h 6858000"/>
              <a:gd name="connsiteX190" fmla="*/ 5474942 w 6097200"/>
              <a:gd name="connsiteY190" fmla="*/ 561866 h 6858000"/>
              <a:gd name="connsiteX191" fmla="*/ 5492582 w 6097200"/>
              <a:gd name="connsiteY191" fmla="*/ 561866 h 6858000"/>
              <a:gd name="connsiteX192" fmla="*/ 5492582 w 6097200"/>
              <a:gd name="connsiteY192" fmla="*/ 510367 h 6858000"/>
              <a:gd name="connsiteX193" fmla="*/ 5466756 w 6097200"/>
              <a:gd name="connsiteY193" fmla="*/ 480518 h 6858000"/>
              <a:gd name="connsiteX194" fmla="*/ 5376895 w 6097200"/>
              <a:gd name="connsiteY194" fmla="*/ 480518 h 6858000"/>
              <a:gd name="connsiteX195" fmla="*/ 5337753 w 6097200"/>
              <a:gd name="connsiteY195" fmla="*/ 522273 h 6858000"/>
              <a:gd name="connsiteX196" fmla="*/ 5378277 w 6097200"/>
              <a:gd name="connsiteY196" fmla="*/ 564027 h 6858000"/>
              <a:gd name="connsiteX197" fmla="*/ 5412776 w 6097200"/>
              <a:gd name="connsiteY197" fmla="*/ 546239 h 6858000"/>
              <a:gd name="connsiteX198" fmla="*/ 5400713 w 6097200"/>
              <a:gd name="connsiteY198" fmla="*/ 536033 h 6858000"/>
              <a:gd name="connsiteX199" fmla="*/ 5378290 w 6097200"/>
              <a:gd name="connsiteY199" fmla="*/ 547939 h 6858000"/>
              <a:gd name="connsiteX200" fmla="*/ 5355866 w 6097200"/>
              <a:gd name="connsiteY200" fmla="*/ 527989 h 6858000"/>
              <a:gd name="connsiteX201" fmla="*/ 5415103 w 6097200"/>
              <a:gd name="connsiteY201" fmla="*/ 527989 h 6858000"/>
              <a:gd name="connsiteX202" fmla="*/ 5415564 w 6097200"/>
              <a:gd name="connsiteY202" fmla="*/ 521493 h 6858000"/>
              <a:gd name="connsiteX203" fmla="*/ 5376895 w 6097200"/>
              <a:gd name="connsiteY203" fmla="*/ 480518 h 6858000"/>
              <a:gd name="connsiteX204" fmla="*/ 5256553 w 6097200"/>
              <a:gd name="connsiteY204" fmla="*/ 480518 h 6858000"/>
              <a:gd name="connsiteX205" fmla="*/ 5234129 w 6097200"/>
              <a:gd name="connsiteY205" fmla="*/ 493205 h 6858000"/>
              <a:gd name="connsiteX206" fmla="*/ 5234129 w 6097200"/>
              <a:gd name="connsiteY206" fmla="*/ 482693 h 6858000"/>
              <a:gd name="connsiteX207" fmla="*/ 5216490 w 6097200"/>
              <a:gd name="connsiteY207" fmla="*/ 482693 h 6858000"/>
              <a:gd name="connsiteX208" fmla="*/ 5216490 w 6097200"/>
              <a:gd name="connsiteY208" fmla="*/ 561866 h 6858000"/>
              <a:gd name="connsiteX209" fmla="*/ 5234116 w 6097200"/>
              <a:gd name="connsiteY209" fmla="*/ 561866 h 6858000"/>
              <a:gd name="connsiteX210" fmla="*/ 5234116 w 6097200"/>
              <a:gd name="connsiteY210" fmla="*/ 514856 h 6858000"/>
              <a:gd name="connsiteX211" fmla="*/ 5249274 w 6097200"/>
              <a:gd name="connsiteY211" fmla="*/ 495993 h 6858000"/>
              <a:gd name="connsiteX212" fmla="*/ 5263511 w 6097200"/>
              <a:gd name="connsiteY212" fmla="*/ 513462 h 6858000"/>
              <a:gd name="connsiteX213" fmla="*/ 5263511 w 6097200"/>
              <a:gd name="connsiteY213" fmla="*/ 561866 h 6858000"/>
              <a:gd name="connsiteX214" fmla="*/ 5281138 w 6097200"/>
              <a:gd name="connsiteY214" fmla="*/ 561866 h 6858000"/>
              <a:gd name="connsiteX215" fmla="*/ 5281138 w 6097200"/>
              <a:gd name="connsiteY215" fmla="*/ 513155 h 6858000"/>
              <a:gd name="connsiteX216" fmla="*/ 5296296 w 6097200"/>
              <a:gd name="connsiteY216" fmla="*/ 495993 h 6858000"/>
              <a:gd name="connsiteX217" fmla="*/ 5310533 w 6097200"/>
              <a:gd name="connsiteY217" fmla="*/ 513462 h 6858000"/>
              <a:gd name="connsiteX218" fmla="*/ 5310533 w 6097200"/>
              <a:gd name="connsiteY218" fmla="*/ 561866 h 6858000"/>
              <a:gd name="connsiteX219" fmla="*/ 5328172 w 6097200"/>
              <a:gd name="connsiteY219" fmla="*/ 561866 h 6858000"/>
              <a:gd name="connsiteX220" fmla="*/ 5328172 w 6097200"/>
              <a:gd name="connsiteY220" fmla="*/ 510367 h 6858000"/>
              <a:gd name="connsiteX221" fmla="*/ 5302026 w 6097200"/>
              <a:gd name="connsiteY221" fmla="*/ 480518 h 6858000"/>
              <a:gd name="connsiteX222" fmla="*/ 5278209 w 6097200"/>
              <a:gd name="connsiteY222" fmla="*/ 494125 h 6858000"/>
              <a:gd name="connsiteX223" fmla="*/ 5256553 w 6097200"/>
              <a:gd name="connsiteY223" fmla="*/ 480518 h 6858000"/>
              <a:gd name="connsiteX224" fmla="*/ 4993111 w 6097200"/>
              <a:gd name="connsiteY224" fmla="*/ 471861 h 6858000"/>
              <a:gd name="connsiteX225" fmla="*/ 5023120 w 6097200"/>
              <a:gd name="connsiteY225" fmla="*/ 471861 h 6858000"/>
              <a:gd name="connsiteX226" fmla="*/ 5038278 w 6097200"/>
              <a:gd name="connsiteY226" fmla="*/ 484381 h 6858000"/>
              <a:gd name="connsiteX227" fmla="*/ 5023120 w 6097200"/>
              <a:gd name="connsiteY227" fmla="*/ 496913 h 6858000"/>
              <a:gd name="connsiteX228" fmla="*/ 4993111 w 6097200"/>
              <a:gd name="connsiteY228" fmla="*/ 496913 h 6858000"/>
              <a:gd name="connsiteX229" fmla="*/ 4728340 w 6097200"/>
              <a:gd name="connsiteY229" fmla="*/ 462794 h 6858000"/>
              <a:gd name="connsiteX230" fmla="*/ 4716648 w 6097200"/>
              <a:gd name="connsiteY230" fmla="*/ 494561 h 6858000"/>
              <a:gd name="connsiteX231" fmla="*/ 4727457 w 6097200"/>
              <a:gd name="connsiteY231" fmla="*/ 566535 h 6858000"/>
              <a:gd name="connsiteX232" fmla="*/ 4729235 w 6097200"/>
              <a:gd name="connsiteY232" fmla="*/ 566535 h 6858000"/>
              <a:gd name="connsiteX233" fmla="*/ 4740044 w 6097200"/>
              <a:gd name="connsiteY233" fmla="*/ 494561 h 6858000"/>
              <a:gd name="connsiteX234" fmla="*/ 4728340 w 6097200"/>
              <a:gd name="connsiteY234" fmla="*/ 462794 h 6858000"/>
              <a:gd name="connsiteX235" fmla="*/ 4973003 w 6097200"/>
              <a:gd name="connsiteY235" fmla="*/ 453624 h 6858000"/>
              <a:gd name="connsiteX236" fmla="*/ 4973003 w 6097200"/>
              <a:gd name="connsiteY236" fmla="*/ 561866 h 6858000"/>
              <a:gd name="connsiteX237" fmla="*/ 5026369 w 6097200"/>
              <a:gd name="connsiteY237" fmla="*/ 561866 h 6858000"/>
              <a:gd name="connsiteX238" fmla="*/ 5061942 w 6097200"/>
              <a:gd name="connsiteY238" fmla="*/ 531404 h 6858000"/>
              <a:gd name="connsiteX239" fmla="*/ 5043075 w 6097200"/>
              <a:gd name="connsiteY239" fmla="*/ 505584 h 6858000"/>
              <a:gd name="connsiteX240" fmla="*/ 5059320 w 6097200"/>
              <a:gd name="connsiteY240" fmla="*/ 481772 h 6858000"/>
              <a:gd name="connsiteX241" fmla="*/ 5025909 w 6097200"/>
              <a:gd name="connsiteY241" fmla="*/ 453624 h 6858000"/>
              <a:gd name="connsiteX242" fmla="*/ 5514391 w 6097200"/>
              <a:gd name="connsiteY242" fmla="*/ 450670 h 6858000"/>
              <a:gd name="connsiteX243" fmla="*/ 5503403 w 6097200"/>
              <a:gd name="connsiteY243" fmla="*/ 461655 h 6858000"/>
              <a:gd name="connsiteX244" fmla="*/ 5514391 w 6097200"/>
              <a:gd name="connsiteY244" fmla="*/ 472641 h 6858000"/>
              <a:gd name="connsiteX245" fmla="*/ 5525379 w 6097200"/>
              <a:gd name="connsiteY245" fmla="*/ 461655 h 6858000"/>
              <a:gd name="connsiteX246" fmla="*/ 5514391 w 6097200"/>
              <a:gd name="connsiteY246" fmla="*/ 450670 h 6858000"/>
              <a:gd name="connsiteX247" fmla="*/ 4867038 w 6097200"/>
              <a:gd name="connsiteY247" fmla="*/ 447346 h 6858000"/>
              <a:gd name="connsiteX248" fmla="*/ 4819863 w 6097200"/>
              <a:gd name="connsiteY248" fmla="*/ 475417 h 6858000"/>
              <a:gd name="connsiteX249" fmla="*/ 4743421 w 6097200"/>
              <a:gd name="connsiteY249" fmla="*/ 569476 h 6858000"/>
              <a:gd name="connsiteX250" fmla="*/ 4744879 w 6097200"/>
              <a:gd name="connsiteY250" fmla="*/ 570934 h 6858000"/>
              <a:gd name="connsiteX251" fmla="*/ 4838961 w 6097200"/>
              <a:gd name="connsiteY251" fmla="*/ 494510 h 6858000"/>
              <a:gd name="connsiteX252" fmla="*/ 4867038 w 6097200"/>
              <a:gd name="connsiteY252" fmla="*/ 447346 h 6858000"/>
              <a:gd name="connsiteX253" fmla="*/ 4588234 w 6097200"/>
              <a:gd name="connsiteY253" fmla="*/ 447282 h 6858000"/>
              <a:gd name="connsiteX254" fmla="*/ 4616311 w 6097200"/>
              <a:gd name="connsiteY254" fmla="*/ 494446 h 6858000"/>
              <a:gd name="connsiteX255" fmla="*/ 4710393 w 6097200"/>
              <a:gd name="connsiteY255" fmla="*/ 570870 h 6858000"/>
              <a:gd name="connsiteX256" fmla="*/ 4710393 w 6097200"/>
              <a:gd name="connsiteY256" fmla="*/ 570883 h 6858000"/>
              <a:gd name="connsiteX257" fmla="*/ 4711851 w 6097200"/>
              <a:gd name="connsiteY257" fmla="*/ 569425 h 6858000"/>
              <a:gd name="connsiteX258" fmla="*/ 4635409 w 6097200"/>
              <a:gd name="connsiteY258" fmla="*/ 475365 h 6858000"/>
              <a:gd name="connsiteX259" fmla="*/ 4588234 w 6097200"/>
              <a:gd name="connsiteY259" fmla="*/ 447282 h 6858000"/>
              <a:gd name="connsiteX260" fmla="*/ 0 w 6097200"/>
              <a:gd name="connsiteY260" fmla="*/ 0 h 6858000"/>
              <a:gd name="connsiteX261" fmla="*/ 6097200 w 6097200"/>
              <a:gd name="connsiteY261" fmla="*/ 0 h 6858000"/>
              <a:gd name="connsiteX262" fmla="*/ 6097200 w 6097200"/>
              <a:gd name="connsiteY262" fmla="*/ 6858000 h 6858000"/>
              <a:gd name="connsiteX263" fmla="*/ 0 w 6097200"/>
              <a:gd name="connsiteY263"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Lst>
            <a:rect l="l" t="t" r="r" b="b"/>
            <a:pathLst>
              <a:path w="6097200" h="6858000">
                <a:moveTo>
                  <a:pt x="5346401" y="652256"/>
                </a:moveTo>
                <a:cubicBezTo>
                  <a:pt x="5359704" y="652256"/>
                  <a:pt x="5369451" y="662768"/>
                  <a:pt x="5369451" y="677002"/>
                </a:cubicBezTo>
                <a:cubicBezTo>
                  <a:pt x="5369451" y="691236"/>
                  <a:pt x="5359704" y="701748"/>
                  <a:pt x="5346401" y="701748"/>
                </a:cubicBezTo>
                <a:cubicBezTo>
                  <a:pt x="5333098" y="701748"/>
                  <a:pt x="5323350" y="691236"/>
                  <a:pt x="5323350" y="677002"/>
                </a:cubicBezTo>
                <a:cubicBezTo>
                  <a:pt x="5323350" y="662768"/>
                  <a:pt x="5333098" y="652256"/>
                  <a:pt x="5346401" y="652256"/>
                </a:cubicBezTo>
                <a:close/>
                <a:moveTo>
                  <a:pt x="5121193" y="652256"/>
                </a:moveTo>
                <a:cubicBezTo>
                  <a:pt x="5134496" y="652256"/>
                  <a:pt x="5144243" y="662768"/>
                  <a:pt x="5144243" y="677002"/>
                </a:cubicBezTo>
                <a:cubicBezTo>
                  <a:pt x="5144243" y="691236"/>
                  <a:pt x="5134496" y="701748"/>
                  <a:pt x="5121193" y="701748"/>
                </a:cubicBezTo>
                <a:cubicBezTo>
                  <a:pt x="5107890" y="701748"/>
                  <a:pt x="5098143" y="691236"/>
                  <a:pt x="5098143" y="677002"/>
                </a:cubicBezTo>
                <a:cubicBezTo>
                  <a:pt x="5098143" y="662768"/>
                  <a:pt x="5107890" y="652256"/>
                  <a:pt x="5121193" y="652256"/>
                </a:cubicBezTo>
                <a:close/>
                <a:moveTo>
                  <a:pt x="5436428" y="651335"/>
                </a:moveTo>
                <a:cubicBezTo>
                  <a:pt x="5446328" y="651335"/>
                  <a:pt x="5454374" y="657218"/>
                  <a:pt x="5456689" y="668498"/>
                </a:cubicBezTo>
                <a:lnTo>
                  <a:pt x="5415859" y="668498"/>
                </a:lnTo>
                <a:cubicBezTo>
                  <a:pt x="5418328" y="657832"/>
                  <a:pt x="5425913" y="651335"/>
                  <a:pt x="5436428" y="651335"/>
                </a:cubicBezTo>
                <a:close/>
                <a:moveTo>
                  <a:pt x="5524280" y="636015"/>
                </a:moveTo>
                <a:cubicBezTo>
                  <a:pt x="5512678" y="636015"/>
                  <a:pt x="5505105" y="642511"/>
                  <a:pt x="5502624" y="651783"/>
                </a:cubicBezTo>
                <a:lnTo>
                  <a:pt x="5502624" y="637396"/>
                </a:lnTo>
                <a:lnTo>
                  <a:pt x="5484997" y="637396"/>
                </a:lnTo>
                <a:lnTo>
                  <a:pt x="5484997" y="716570"/>
                </a:lnTo>
                <a:lnTo>
                  <a:pt x="5484997" y="716595"/>
                </a:lnTo>
                <a:lnTo>
                  <a:pt x="5502624" y="716595"/>
                </a:lnTo>
                <a:lnTo>
                  <a:pt x="5502624" y="673447"/>
                </a:lnTo>
                <a:cubicBezTo>
                  <a:pt x="5502624" y="660300"/>
                  <a:pt x="5508188" y="654264"/>
                  <a:pt x="5522118" y="654264"/>
                </a:cubicBezTo>
                <a:lnTo>
                  <a:pt x="5525981" y="654264"/>
                </a:lnTo>
                <a:lnTo>
                  <a:pt x="5525981" y="636015"/>
                </a:lnTo>
                <a:close/>
                <a:moveTo>
                  <a:pt x="5342845" y="635260"/>
                </a:moveTo>
                <a:cubicBezTo>
                  <a:pt x="5322122" y="635260"/>
                  <a:pt x="5305110" y="652729"/>
                  <a:pt x="5305110" y="677015"/>
                </a:cubicBezTo>
                <a:cubicBezTo>
                  <a:pt x="5305110" y="701300"/>
                  <a:pt x="5322122" y="718769"/>
                  <a:pt x="5342845" y="718769"/>
                </a:cubicBezTo>
                <a:cubicBezTo>
                  <a:pt x="5355061" y="718769"/>
                  <a:pt x="5364194" y="713513"/>
                  <a:pt x="5369451" y="703461"/>
                </a:cubicBezTo>
                <a:lnTo>
                  <a:pt x="5369451" y="716608"/>
                </a:lnTo>
                <a:lnTo>
                  <a:pt x="5387091" y="716608"/>
                </a:lnTo>
                <a:lnTo>
                  <a:pt x="5387091" y="637434"/>
                </a:lnTo>
                <a:lnTo>
                  <a:pt x="5369451" y="637434"/>
                </a:lnTo>
                <a:lnTo>
                  <a:pt x="5369451" y="650568"/>
                </a:lnTo>
                <a:cubicBezTo>
                  <a:pt x="5364194" y="640516"/>
                  <a:pt x="5355061" y="635260"/>
                  <a:pt x="5342845" y="635260"/>
                </a:cubicBezTo>
                <a:close/>
                <a:moveTo>
                  <a:pt x="5121193" y="635248"/>
                </a:moveTo>
                <a:cubicBezTo>
                  <a:pt x="5097682" y="635248"/>
                  <a:pt x="5079889" y="652717"/>
                  <a:pt x="5079889" y="677002"/>
                </a:cubicBezTo>
                <a:cubicBezTo>
                  <a:pt x="5079889" y="701287"/>
                  <a:pt x="5097682" y="718756"/>
                  <a:pt x="5121193" y="718756"/>
                </a:cubicBezTo>
                <a:cubicBezTo>
                  <a:pt x="5144704" y="718756"/>
                  <a:pt x="5162497" y="701287"/>
                  <a:pt x="5162497" y="677002"/>
                </a:cubicBezTo>
                <a:cubicBezTo>
                  <a:pt x="5162497" y="652717"/>
                  <a:pt x="5144704" y="635248"/>
                  <a:pt x="5121193" y="635248"/>
                </a:cubicBezTo>
                <a:close/>
                <a:moveTo>
                  <a:pt x="5436440" y="635235"/>
                </a:moveTo>
                <a:cubicBezTo>
                  <a:pt x="5413237" y="635235"/>
                  <a:pt x="5397311" y="652870"/>
                  <a:pt x="5397311" y="676989"/>
                </a:cubicBezTo>
                <a:lnTo>
                  <a:pt x="5397298" y="677002"/>
                </a:lnTo>
                <a:cubicBezTo>
                  <a:pt x="5397298" y="701121"/>
                  <a:pt x="5414464" y="718756"/>
                  <a:pt x="5437822" y="718756"/>
                </a:cubicBezTo>
                <a:cubicBezTo>
                  <a:pt x="5452212" y="718756"/>
                  <a:pt x="5465822" y="711646"/>
                  <a:pt x="5472321" y="700968"/>
                </a:cubicBezTo>
                <a:lnTo>
                  <a:pt x="5460258" y="690762"/>
                </a:lnTo>
                <a:cubicBezTo>
                  <a:pt x="5455768" y="698193"/>
                  <a:pt x="5447415" y="702669"/>
                  <a:pt x="5437835" y="702669"/>
                </a:cubicBezTo>
                <a:cubicBezTo>
                  <a:pt x="5426233" y="702669"/>
                  <a:pt x="5417573" y="694778"/>
                  <a:pt x="5415411" y="682718"/>
                </a:cubicBezTo>
                <a:lnTo>
                  <a:pt x="5474649" y="682718"/>
                </a:lnTo>
                <a:cubicBezTo>
                  <a:pt x="5474956" y="680711"/>
                  <a:pt x="5475109" y="678383"/>
                  <a:pt x="5475109" y="676222"/>
                </a:cubicBezTo>
                <a:cubicBezTo>
                  <a:pt x="5475109" y="653484"/>
                  <a:pt x="5459644" y="635235"/>
                  <a:pt x="5436440" y="635235"/>
                </a:cubicBezTo>
                <a:close/>
                <a:moveTo>
                  <a:pt x="5197290" y="614517"/>
                </a:moveTo>
                <a:lnTo>
                  <a:pt x="5179650" y="619927"/>
                </a:lnTo>
                <a:lnTo>
                  <a:pt x="5179650" y="637396"/>
                </a:lnTo>
                <a:lnTo>
                  <a:pt x="5164339" y="637396"/>
                </a:lnTo>
                <a:lnTo>
                  <a:pt x="5164339" y="652551"/>
                </a:lnTo>
                <a:lnTo>
                  <a:pt x="5179650" y="652551"/>
                </a:lnTo>
                <a:lnTo>
                  <a:pt x="5179650" y="691363"/>
                </a:lnTo>
                <a:cubicBezTo>
                  <a:pt x="5179650" y="708526"/>
                  <a:pt x="5189090" y="718271"/>
                  <a:pt x="5205169" y="718271"/>
                </a:cubicBezTo>
                <a:cubicBezTo>
                  <a:pt x="5209659" y="718271"/>
                  <a:pt x="5213676" y="717810"/>
                  <a:pt x="5216618" y="716877"/>
                </a:cubicBezTo>
                <a:lnTo>
                  <a:pt x="5216631" y="716902"/>
                </a:lnTo>
                <a:lnTo>
                  <a:pt x="5216631" y="702055"/>
                </a:lnTo>
                <a:cubicBezTo>
                  <a:pt x="5214622" y="702362"/>
                  <a:pt x="5211834" y="702515"/>
                  <a:pt x="5209979" y="702515"/>
                </a:cubicBezTo>
                <a:cubicBezTo>
                  <a:pt x="5201319" y="702515"/>
                  <a:pt x="5197290" y="698026"/>
                  <a:pt x="5197290" y="689675"/>
                </a:cubicBezTo>
                <a:lnTo>
                  <a:pt x="5197290" y="652563"/>
                </a:lnTo>
                <a:lnTo>
                  <a:pt x="5216631" y="652563"/>
                </a:lnTo>
                <a:lnTo>
                  <a:pt x="5216631" y="637409"/>
                </a:lnTo>
                <a:lnTo>
                  <a:pt x="5197290" y="637409"/>
                </a:lnTo>
                <a:close/>
                <a:moveTo>
                  <a:pt x="5228399" y="608341"/>
                </a:moveTo>
                <a:lnTo>
                  <a:pt x="5228399" y="716595"/>
                </a:lnTo>
                <a:lnTo>
                  <a:pt x="5246013" y="716595"/>
                </a:lnTo>
                <a:lnTo>
                  <a:pt x="5246013" y="669585"/>
                </a:lnTo>
                <a:cubicBezTo>
                  <a:pt x="5246013" y="657372"/>
                  <a:pt x="5252511" y="650722"/>
                  <a:pt x="5262411" y="650722"/>
                </a:cubicBezTo>
                <a:cubicBezTo>
                  <a:pt x="5272312" y="650722"/>
                  <a:pt x="5277876" y="657372"/>
                  <a:pt x="5277876" y="668191"/>
                </a:cubicBezTo>
                <a:lnTo>
                  <a:pt x="5277876" y="716595"/>
                </a:lnTo>
                <a:lnTo>
                  <a:pt x="5295516" y="716595"/>
                </a:lnTo>
                <a:lnTo>
                  <a:pt x="5295516" y="665096"/>
                </a:lnTo>
                <a:cubicBezTo>
                  <a:pt x="5295516" y="644685"/>
                  <a:pt x="5284528" y="635248"/>
                  <a:pt x="5269690" y="635248"/>
                </a:cubicBezTo>
                <a:cubicBezTo>
                  <a:pt x="5257474" y="635248"/>
                  <a:pt x="5249428" y="641284"/>
                  <a:pt x="5246026" y="647934"/>
                </a:cubicBezTo>
                <a:lnTo>
                  <a:pt x="5246026" y="608341"/>
                </a:lnTo>
                <a:close/>
                <a:moveTo>
                  <a:pt x="5020652" y="606486"/>
                </a:moveTo>
                <a:cubicBezTo>
                  <a:pt x="4989555" y="606486"/>
                  <a:pt x="4966198" y="629992"/>
                  <a:pt x="4966198" y="662628"/>
                </a:cubicBezTo>
                <a:cubicBezTo>
                  <a:pt x="4966198" y="695264"/>
                  <a:pt x="4989555" y="718769"/>
                  <a:pt x="5018324" y="718769"/>
                </a:cubicBezTo>
                <a:cubicBezTo>
                  <a:pt x="5031627" y="718769"/>
                  <a:pt x="5044150" y="712580"/>
                  <a:pt x="5051428" y="702681"/>
                </a:cubicBezTo>
                <a:lnTo>
                  <a:pt x="5051428" y="716595"/>
                </a:lnTo>
                <a:lnTo>
                  <a:pt x="5069375" y="716595"/>
                </a:lnTo>
                <a:lnTo>
                  <a:pt x="5069375" y="659686"/>
                </a:lnTo>
                <a:lnTo>
                  <a:pt x="5022506" y="659686"/>
                </a:lnTo>
                <a:lnTo>
                  <a:pt x="5022506" y="677322"/>
                </a:lnTo>
                <a:lnTo>
                  <a:pt x="5049880" y="677322"/>
                </a:lnTo>
                <a:cubicBezTo>
                  <a:pt x="5047245" y="690622"/>
                  <a:pt x="5035490" y="699906"/>
                  <a:pt x="5020639" y="699906"/>
                </a:cubicBezTo>
                <a:cubicBezTo>
                  <a:pt x="5001144" y="699906"/>
                  <a:pt x="4987227" y="684138"/>
                  <a:pt x="4987227" y="662640"/>
                </a:cubicBezTo>
                <a:cubicBezTo>
                  <a:pt x="4987227" y="641143"/>
                  <a:pt x="5001144" y="625375"/>
                  <a:pt x="5020639" y="625375"/>
                </a:cubicBezTo>
                <a:cubicBezTo>
                  <a:pt x="5034556" y="625375"/>
                  <a:pt x="5044610" y="632332"/>
                  <a:pt x="5050034" y="642230"/>
                </a:cubicBezTo>
                <a:lnTo>
                  <a:pt x="5066739" y="631091"/>
                </a:lnTo>
                <a:cubicBezTo>
                  <a:pt x="5058540" y="615630"/>
                  <a:pt x="5041220" y="606499"/>
                  <a:pt x="5020639" y="606499"/>
                </a:cubicBezTo>
                <a:close/>
                <a:moveTo>
                  <a:pt x="4744738" y="601537"/>
                </a:moveTo>
                <a:lnTo>
                  <a:pt x="4744746" y="601542"/>
                </a:lnTo>
                <a:lnTo>
                  <a:pt x="4743293" y="602995"/>
                </a:lnTo>
                <a:cubicBezTo>
                  <a:pt x="4761035" y="630631"/>
                  <a:pt x="4784546" y="661873"/>
                  <a:pt x="4819735" y="697054"/>
                </a:cubicBezTo>
                <a:cubicBezTo>
                  <a:pt x="4845357" y="722670"/>
                  <a:pt x="4859159" y="732888"/>
                  <a:pt x="4866910" y="725125"/>
                </a:cubicBezTo>
                <a:cubicBezTo>
                  <a:pt x="4874662" y="717376"/>
                  <a:pt x="4864442" y="703577"/>
                  <a:pt x="4838820" y="677961"/>
                </a:cubicBezTo>
                <a:cubicBezTo>
                  <a:pt x="4821225" y="660371"/>
                  <a:pt x="4804616" y="645696"/>
                  <a:pt x="4788949" y="633203"/>
                </a:cubicBezTo>
                <a:lnTo>
                  <a:pt x="4744746" y="601542"/>
                </a:lnTo>
                <a:lnTo>
                  <a:pt x="4744751" y="601537"/>
                </a:lnTo>
                <a:close/>
                <a:moveTo>
                  <a:pt x="4640551" y="588557"/>
                </a:moveTo>
                <a:cubicBezTo>
                  <a:pt x="4618550" y="588557"/>
                  <a:pt x="4608227" y="590756"/>
                  <a:pt x="4608227" y="600258"/>
                </a:cubicBezTo>
                <a:cubicBezTo>
                  <a:pt x="4608227" y="609760"/>
                  <a:pt x="4618537" y="611960"/>
                  <a:pt x="4640551" y="611960"/>
                </a:cubicBezTo>
                <a:cubicBezTo>
                  <a:pt x="4665495" y="611960"/>
                  <a:pt x="4685872" y="608724"/>
                  <a:pt x="4703192" y="604184"/>
                </a:cubicBezTo>
                <a:cubicBezTo>
                  <a:pt x="4677327" y="621794"/>
                  <a:pt x="4648597" y="646783"/>
                  <a:pt x="4616030" y="678997"/>
                </a:cubicBezTo>
                <a:cubicBezTo>
                  <a:pt x="4590472" y="704280"/>
                  <a:pt x="4580214" y="717823"/>
                  <a:pt x="4587633" y="725164"/>
                </a:cubicBezTo>
                <a:cubicBezTo>
                  <a:pt x="4595052" y="732504"/>
                  <a:pt x="4608739" y="722350"/>
                  <a:pt x="4634296" y="697067"/>
                </a:cubicBezTo>
                <a:cubicBezTo>
                  <a:pt x="4666864" y="664840"/>
                  <a:pt x="4692114" y="636424"/>
                  <a:pt x="4709907" y="610834"/>
                </a:cubicBezTo>
                <a:cubicBezTo>
                  <a:pt x="4705366" y="628150"/>
                  <a:pt x="4702117" y="648535"/>
                  <a:pt x="4702117" y="673511"/>
                </a:cubicBezTo>
                <a:cubicBezTo>
                  <a:pt x="4702117" y="695507"/>
                  <a:pt x="4704317" y="705815"/>
                  <a:pt x="4713821" y="705815"/>
                </a:cubicBezTo>
                <a:cubicBezTo>
                  <a:pt x="4723325" y="705815"/>
                  <a:pt x="4725526" y="695507"/>
                  <a:pt x="4725526" y="673511"/>
                </a:cubicBezTo>
                <a:cubicBezTo>
                  <a:pt x="4725526" y="643291"/>
                  <a:pt x="4720793" y="619773"/>
                  <a:pt x="4714717" y="600297"/>
                </a:cubicBezTo>
                <a:cubicBezTo>
                  <a:pt x="4714640" y="600028"/>
                  <a:pt x="4714499" y="599836"/>
                  <a:pt x="4714333" y="599708"/>
                </a:cubicBezTo>
                <a:lnTo>
                  <a:pt x="4714320" y="599695"/>
                </a:lnTo>
                <a:cubicBezTo>
                  <a:pt x="4714192" y="599555"/>
                  <a:pt x="4714013" y="599440"/>
                  <a:pt x="4713783" y="599363"/>
                </a:cubicBezTo>
                <a:cubicBezTo>
                  <a:pt x="4694289" y="593301"/>
                  <a:pt x="4670778" y="588557"/>
                  <a:pt x="4640551" y="588557"/>
                </a:cubicBezTo>
                <a:close/>
                <a:moveTo>
                  <a:pt x="4827410" y="575551"/>
                </a:moveTo>
                <a:cubicBezTo>
                  <a:pt x="4794549" y="575551"/>
                  <a:pt x="4768978" y="580295"/>
                  <a:pt x="4747796" y="586357"/>
                </a:cubicBezTo>
                <a:cubicBezTo>
                  <a:pt x="4746683" y="586677"/>
                  <a:pt x="4746683" y="587828"/>
                  <a:pt x="4747796" y="588147"/>
                </a:cubicBezTo>
                <a:cubicBezTo>
                  <a:pt x="4768978" y="594209"/>
                  <a:pt x="4794562" y="598941"/>
                  <a:pt x="4827410" y="598941"/>
                </a:cubicBezTo>
                <a:cubicBezTo>
                  <a:pt x="4851330" y="598941"/>
                  <a:pt x="4862549" y="596741"/>
                  <a:pt x="4862549" y="587252"/>
                </a:cubicBezTo>
                <a:cubicBezTo>
                  <a:pt x="4862549" y="577763"/>
                  <a:pt x="4851330" y="575551"/>
                  <a:pt x="4827410" y="575551"/>
                </a:cubicBezTo>
                <a:close/>
                <a:moveTo>
                  <a:pt x="4993111" y="515163"/>
                </a:moveTo>
                <a:lnTo>
                  <a:pt x="5024054" y="515163"/>
                </a:lnTo>
                <a:cubicBezTo>
                  <a:pt x="5034722" y="515163"/>
                  <a:pt x="5040913" y="520419"/>
                  <a:pt x="5040913" y="529396"/>
                </a:cubicBezTo>
                <a:cubicBezTo>
                  <a:pt x="5040913" y="538374"/>
                  <a:pt x="5034722" y="543630"/>
                  <a:pt x="5024054" y="543630"/>
                </a:cubicBezTo>
                <a:lnTo>
                  <a:pt x="5024054" y="543617"/>
                </a:lnTo>
                <a:lnTo>
                  <a:pt x="4993111" y="543617"/>
                </a:lnTo>
                <a:close/>
                <a:moveTo>
                  <a:pt x="5574716" y="497527"/>
                </a:moveTo>
                <a:cubicBezTo>
                  <a:pt x="5588019" y="497527"/>
                  <a:pt x="5597766" y="508039"/>
                  <a:pt x="5597766" y="522273"/>
                </a:cubicBezTo>
                <a:cubicBezTo>
                  <a:pt x="5597766" y="536507"/>
                  <a:pt x="5588019" y="547019"/>
                  <a:pt x="5574716" y="547019"/>
                </a:cubicBezTo>
                <a:cubicBezTo>
                  <a:pt x="5561413" y="547019"/>
                  <a:pt x="5551666" y="536507"/>
                  <a:pt x="5551666" y="522273"/>
                </a:cubicBezTo>
                <a:cubicBezTo>
                  <a:pt x="5551666" y="508039"/>
                  <a:pt x="5561413" y="497527"/>
                  <a:pt x="5574716" y="497527"/>
                </a:cubicBezTo>
                <a:close/>
                <a:moveTo>
                  <a:pt x="5111919" y="497527"/>
                </a:moveTo>
                <a:cubicBezTo>
                  <a:pt x="5125222" y="497527"/>
                  <a:pt x="5134969" y="508039"/>
                  <a:pt x="5134969" y="522273"/>
                </a:cubicBezTo>
                <a:cubicBezTo>
                  <a:pt x="5134969" y="536507"/>
                  <a:pt x="5125222" y="547019"/>
                  <a:pt x="5111919" y="547019"/>
                </a:cubicBezTo>
                <a:cubicBezTo>
                  <a:pt x="5098616" y="547019"/>
                  <a:pt x="5088869" y="536507"/>
                  <a:pt x="5088869" y="522273"/>
                </a:cubicBezTo>
                <a:cubicBezTo>
                  <a:pt x="5088869" y="508039"/>
                  <a:pt x="5098616" y="497527"/>
                  <a:pt x="5111919" y="497527"/>
                </a:cubicBezTo>
                <a:close/>
                <a:moveTo>
                  <a:pt x="5376882" y="496606"/>
                </a:moveTo>
                <a:cubicBezTo>
                  <a:pt x="5386783" y="496606"/>
                  <a:pt x="5394829" y="502489"/>
                  <a:pt x="5397144" y="513769"/>
                </a:cubicBezTo>
                <a:lnTo>
                  <a:pt x="5356314" y="513769"/>
                </a:lnTo>
                <a:cubicBezTo>
                  <a:pt x="5358782" y="503103"/>
                  <a:pt x="5366368" y="496606"/>
                  <a:pt x="5376882" y="496606"/>
                </a:cubicBezTo>
                <a:close/>
                <a:moveTo>
                  <a:pt x="5505578" y="482693"/>
                </a:moveTo>
                <a:lnTo>
                  <a:pt x="5505578" y="561866"/>
                </a:lnTo>
                <a:lnTo>
                  <a:pt x="5523217" y="561866"/>
                </a:lnTo>
                <a:lnTo>
                  <a:pt x="5523217" y="482693"/>
                </a:lnTo>
                <a:close/>
                <a:moveTo>
                  <a:pt x="5205502" y="481299"/>
                </a:moveTo>
                <a:cubicBezTo>
                  <a:pt x="5193900" y="481299"/>
                  <a:pt x="5186327" y="487795"/>
                  <a:pt x="5183846" y="497080"/>
                </a:cubicBezTo>
                <a:lnTo>
                  <a:pt x="5183846" y="482693"/>
                </a:lnTo>
                <a:lnTo>
                  <a:pt x="5166206" y="482693"/>
                </a:lnTo>
                <a:lnTo>
                  <a:pt x="5166206" y="561866"/>
                </a:lnTo>
                <a:lnTo>
                  <a:pt x="5183846" y="561866"/>
                </a:lnTo>
                <a:lnTo>
                  <a:pt x="5183846" y="518718"/>
                </a:lnTo>
                <a:cubicBezTo>
                  <a:pt x="5183846" y="505571"/>
                  <a:pt x="5189410" y="499548"/>
                  <a:pt x="5203340" y="499548"/>
                </a:cubicBezTo>
                <a:lnTo>
                  <a:pt x="5207203" y="499548"/>
                </a:lnTo>
                <a:lnTo>
                  <a:pt x="5207203" y="481299"/>
                </a:lnTo>
                <a:close/>
                <a:moveTo>
                  <a:pt x="5571160" y="480531"/>
                </a:moveTo>
                <a:cubicBezTo>
                  <a:pt x="5550438" y="480531"/>
                  <a:pt x="5533412" y="498000"/>
                  <a:pt x="5533412" y="522286"/>
                </a:cubicBezTo>
                <a:cubicBezTo>
                  <a:pt x="5533412" y="546571"/>
                  <a:pt x="5550425" y="564040"/>
                  <a:pt x="5571160" y="564040"/>
                </a:cubicBezTo>
                <a:cubicBezTo>
                  <a:pt x="5583376" y="564040"/>
                  <a:pt x="5592509" y="558784"/>
                  <a:pt x="5597766" y="548732"/>
                </a:cubicBezTo>
                <a:lnTo>
                  <a:pt x="5597766" y="561879"/>
                </a:lnTo>
                <a:lnTo>
                  <a:pt x="5615393" y="561879"/>
                </a:lnTo>
                <a:lnTo>
                  <a:pt x="5615393" y="482705"/>
                </a:lnTo>
                <a:lnTo>
                  <a:pt x="5597766" y="482705"/>
                </a:lnTo>
                <a:lnTo>
                  <a:pt x="5597766" y="495839"/>
                </a:lnTo>
                <a:cubicBezTo>
                  <a:pt x="5592509" y="485787"/>
                  <a:pt x="5583376" y="480531"/>
                  <a:pt x="5571160" y="480531"/>
                </a:cubicBezTo>
                <a:close/>
                <a:moveTo>
                  <a:pt x="5108350" y="480531"/>
                </a:moveTo>
                <a:cubicBezTo>
                  <a:pt x="5087628" y="480531"/>
                  <a:pt x="5070602" y="498000"/>
                  <a:pt x="5070602" y="522286"/>
                </a:cubicBezTo>
                <a:cubicBezTo>
                  <a:pt x="5070602" y="546571"/>
                  <a:pt x="5087615" y="564040"/>
                  <a:pt x="5108350" y="564040"/>
                </a:cubicBezTo>
                <a:cubicBezTo>
                  <a:pt x="5120566" y="564040"/>
                  <a:pt x="5129699" y="558784"/>
                  <a:pt x="5134956" y="548732"/>
                </a:cubicBezTo>
                <a:lnTo>
                  <a:pt x="5134956" y="561879"/>
                </a:lnTo>
                <a:lnTo>
                  <a:pt x="5152583" y="561879"/>
                </a:lnTo>
                <a:lnTo>
                  <a:pt x="5152583" y="482705"/>
                </a:lnTo>
                <a:lnTo>
                  <a:pt x="5134956" y="482705"/>
                </a:lnTo>
                <a:lnTo>
                  <a:pt x="5134956" y="495839"/>
                </a:lnTo>
                <a:cubicBezTo>
                  <a:pt x="5129699" y="485787"/>
                  <a:pt x="5120566" y="480531"/>
                  <a:pt x="5108350" y="480531"/>
                </a:cubicBezTo>
                <a:close/>
                <a:moveTo>
                  <a:pt x="5466756" y="480518"/>
                </a:moveTo>
                <a:cubicBezTo>
                  <a:pt x="5454540" y="480518"/>
                  <a:pt x="5446494" y="486555"/>
                  <a:pt x="5443091" y="493205"/>
                </a:cubicBezTo>
                <a:lnTo>
                  <a:pt x="5443091" y="482693"/>
                </a:lnTo>
                <a:lnTo>
                  <a:pt x="5425465" y="482693"/>
                </a:lnTo>
                <a:lnTo>
                  <a:pt x="5425465" y="561866"/>
                </a:lnTo>
                <a:lnTo>
                  <a:pt x="5443079" y="561866"/>
                </a:lnTo>
                <a:lnTo>
                  <a:pt x="5443079" y="514856"/>
                </a:lnTo>
                <a:cubicBezTo>
                  <a:pt x="5443079" y="502643"/>
                  <a:pt x="5449577" y="495993"/>
                  <a:pt x="5459477" y="495993"/>
                </a:cubicBezTo>
                <a:cubicBezTo>
                  <a:pt x="5469378" y="495993"/>
                  <a:pt x="5474942" y="502643"/>
                  <a:pt x="5474942" y="513462"/>
                </a:cubicBezTo>
                <a:lnTo>
                  <a:pt x="5474942" y="561866"/>
                </a:lnTo>
                <a:lnTo>
                  <a:pt x="5492582" y="561866"/>
                </a:lnTo>
                <a:lnTo>
                  <a:pt x="5492582" y="510367"/>
                </a:lnTo>
                <a:cubicBezTo>
                  <a:pt x="5492582" y="489956"/>
                  <a:pt x="5481594" y="480518"/>
                  <a:pt x="5466756" y="480518"/>
                </a:cubicBezTo>
                <a:close/>
                <a:moveTo>
                  <a:pt x="5376895" y="480518"/>
                </a:moveTo>
                <a:cubicBezTo>
                  <a:pt x="5353691" y="480518"/>
                  <a:pt x="5337753" y="498141"/>
                  <a:pt x="5337753" y="522273"/>
                </a:cubicBezTo>
                <a:cubicBezTo>
                  <a:pt x="5337753" y="546392"/>
                  <a:pt x="5354919" y="564027"/>
                  <a:pt x="5378277" y="564027"/>
                </a:cubicBezTo>
                <a:cubicBezTo>
                  <a:pt x="5392667" y="564027"/>
                  <a:pt x="5406277" y="556917"/>
                  <a:pt x="5412776" y="546239"/>
                </a:cubicBezTo>
                <a:lnTo>
                  <a:pt x="5400713" y="536033"/>
                </a:lnTo>
                <a:cubicBezTo>
                  <a:pt x="5396223" y="543451"/>
                  <a:pt x="5387870" y="547939"/>
                  <a:pt x="5378290" y="547939"/>
                </a:cubicBezTo>
                <a:cubicBezTo>
                  <a:pt x="5366688" y="547939"/>
                  <a:pt x="5358028" y="540049"/>
                  <a:pt x="5355866" y="527989"/>
                </a:cubicBezTo>
                <a:lnTo>
                  <a:pt x="5415103" y="527989"/>
                </a:lnTo>
                <a:cubicBezTo>
                  <a:pt x="5415411" y="525982"/>
                  <a:pt x="5415564" y="523654"/>
                  <a:pt x="5415564" y="521493"/>
                </a:cubicBezTo>
                <a:cubicBezTo>
                  <a:pt x="5415564" y="498755"/>
                  <a:pt x="5400099" y="480518"/>
                  <a:pt x="5376895" y="480518"/>
                </a:cubicBezTo>
                <a:close/>
                <a:moveTo>
                  <a:pt x="5256553" y="480518"/>
                </a:moveTo>
                <a:cubicBezTo>
                  <a:pt x="5245104" y="480518"/>
                  <a:pt x="5237532" y="486555"/>
                  <a:pt x="5234129" y="493205"/>
                </a:cubicBezTo>
                <a:lnTo>
                  <a:pt x="5234129" y="482693"/>
                </a:lnTo>
                <a:lnTo>
                  <a:pt x="5216490" y="482693"/>
                </a:lnTo>
                <a:lnTo>
                  <a:pt x="5216490" y="561866"/>
                </a:lnTo>
                <a:lnTo>
                  <a:pt x="5234116" y="561866"/>
                </a:lnTo>
                <a:lnTo>
                  <a:pt x="5234116" y="514856"/>
                </a:lnTo>
                <a:cubicBezTo>
                  <a:pt x="5234116" y="502643"/>
                  <a:pt x="5240154" y="495993"/>
                  <a:pt x="5249274" y="495993"/>
                </a:cubicBezTo>
                <a:cubicBezTo>
                  <a:pt x="5258395" y="495993"/>
                  <a:pt x="5263511" y="502643"/>
                  <a:pt x="5263511" y="513462"/>
                </a:cubicBezTo>
                <a:lnTo>
                  <a:pt x="5263511" y="561866"/>
                </a:lnTo>
                <a:lnTo>
                  <a:pt x="5281138" y="561866"/>
                </a:lnTo>
                <a:lnTo>
                  <a:pt x="5281138" y="513155"/>
                </a:lnTo>
                <a:cubicBezTo>
                  <a:pt x="5281138" y="502643"/>
                  <a:pt x="5287176" y="495993"/>
                  <a:pt x="5296296" y="495993"/>
                </a:cubicBezTo>
                <a:cubicBezTo>
                  <a:pt x="5305416" y="495993"/>
                  <a:pt x="5310533" y="502643"/>
                  <a:pt x="5310533" y="513462"/>
                </a:cubicBezTo>
                <a:lnTo>
                  <a:pt x="5310533" y="561866"/>
                </a:lnTo>
                <a:lnTo>
                  <a:pt x="5328172" y="561866"/>
                </a:lnTo>
                <a:lnTo>
                  <a:pt x="5328172" y="510367"/>
                </a:lnTo>
                <a:cubicBezTo>
                  <a:pt x="5328172" y="489956"/>
                  <a:pt x="5317658" y="480518"/>
                  <a:pt x="5302026" y="480518"/>
                </a:cubicBezTo>
                <a:cubicBezTo>
                  <a:pt x="5291512" y="480518"/>
                  <a:pt x="5283312" y="485161"/>
                  <a:pt x="5278209" y="494125"/>
                </a:cubicBezTo>
                <a:cubicBezTo>
                  <a:pt x="5274039" y="484841"/>
                  <a:pt x="5266146" y="480518"/>
                  <a:pt x="5256553" y="480518"/>
                </a:cubicBezTo>
                <a:close/>
                <a:moveTo>
                  <a:pt x="4993111" y="471861"/>
                </a:moveTo>
                <a:lnTo>
                  <a:pt x="5023120" y="471861"/>
                </a:lnTo>
                <a:cubicBezTo>
                  <a:pt x="5032714" y="471861"/>
                  <a:pt x="5038278" y="476503"/>
                  <a:pt x="5038278" y="484381"/>
                </a:cubicBezTo>
                <a:cubicBezTo>
                  <a:pt x="5038278" y="492258"/>
                  <a:pt x="5032714" y="496913"/>
                  <a:pt x="5023120" y="496913"/>
                </a:cubicBezTo>
                <a:lnTo>
                  <a:pt x="4993111" y="496913"/>
                </a:lnTo>
                <a:close/>
                <a:moveTo>
                  <a:pt x="4728340" y="462794"/>
                </a:moveTo>
                <a:cubicBezTo>
                  <a:pt x="4718848" y="462794"/>
                  <a:pt x="4716648" y="472936"/>
                  <a:pt x="4716648" y="494561"/>
                </a:cubicBezTo>
                <a:cubicBezTo>
                  <a:pt x="4716648" y="524269"/>
                  <a:pt x="4721381" y="547390"/>
                  <a:pt x="4727457" y="566535"/>
                </a:cubicBezTo>
                <a:cubicBezTo>
                  <a:pt x="4727777" y="567545"/>
                  <a:pt x="4728915" y="567545"/>
                  <a:pt x="4729235" y="566535"/>
                </a:cubicBezTo>
                <a:cubicBezTo>
                  <a:pt x="4735298" y="547378"/>
                  <a:pt x="4740044" y="524269"/>
                  <a:pt x="4740044" y="494561"/>
                </a:cubicBezTo>
                <a:cubicBezTo>
                  <a:pt x="4740044" y="472936"/>
                  <a:pt x="4737844" y="462794"/>
                  <a:pt x="4728340" y="462794"/>
                </a:cubicBezTo>
                <a:close/>
                <a:moveTo>
                  <a:pt x="4973003" y="453624"/>
                </a:moveTo>
                <a:lnTo>
                  <a:pt x="4973003" y="561866"/>
                </a:lnTo>
                <a:lnTo>
                  <a:pt x="5026369" y="561866"/>
                </a:lnTo>
                <a:cubicBezTo>
                  <a:pt x="5048793" y="561866"/>
                  <a:pt x="5061942" y="550574"/>
                  <a:pt x="5061942" y="531404"/>
                </a:cubicBezTo>
                <a:cubicBezTo>
                  <a:pt x="5061942" y="518257"/>
                  <a:pt x="5054677" y="509446"/>
                  <a:pt x="5043075" y="505584"/>
                </a:cubicBezTo>
                <a:cubicBezTo>
                  <a:pt x="5053129" y="501722"/>
                  <a:pt x="5059320" y="492744"/>
                  <a:pt x="5059320" y="481772"/>
                </a:cubicBezTo>
                <a:cubicBezTo>
                  <a:pt x="5059320" y="464136"/>
                  <a:pt x="5046951" y="453624"/>
                  <a:pt x="5025909" y="453624"/>
                </a:cubicBezTo>
                <a:close/>
                <a:moveTo>
                  <a:pt x="5514391" y="450670"/>
                </a:moveTo>
                <a:cubicBezTo>
                  <a:pt x="5508354" y="450670"/>
                  <a:pt x="5503403" y="455619"/>
                  <a:pt x="5503403" y="461655"/>
                </a:cubicBezTo>
                <a:cubicBezTo>
                  <a:pt x="5503403" y="467692"/>
                  <a:pt x="5508354" y="472641"/>
                  <a:pt x="5514391" y="472641"/>
                </a:cubicBezTo>
                <a:cubicBezTo>
                  <a:pt x="5520429" y="472641"/>
                  <a:pt x="5525379" y="467692"/>
                  <a:pt x="5525379" y="461655"/>
                </a:cubicBezTo>
                <a:cubicBezTo>
                  <a:pt x="5525379" y="455619"/>
                  <a:pt x="5520429" y="450670"/>
                  <a:pt x="5514391" y="450670"/>
                </a:cubicBezTo>
                <a:close/>
                <a:moveTo>
                  <a:pt x="4867038" y="447346"/>
                </a:moveTo>
                <a:cubicBezTo>
                  <a:pt x="4859287" y="439596"/>
                  <a:pt x="4845485" y="449814"/>
                  <a:pt x="4819863" y="475417"/>
                </a:cubicBezTo>
                <a:cubicBezTo>
                  <a:pt x="4784674" y="510598"/>
                  <a:pt x="4761150" y="541840"/>
                  <a:pt x="4743421" y="569476"/>
                </a:cubicBezTo>
                <a:cubicBezTo>
                  <a:pt x="4742487" y="570934"/>
                  <a:pt x="4743421" y="571868"/>
                  <a:pt x="4744879" y="570934"/>
                </a:cubicBezTo>
                <a:cubicBezTo>
                  <a:pt x="4772522" y="553196"/>
                  <a:pt x="4803771" y="529691"/>
                  <a:pt x="4838961" y="494510"/>
                </a:cubicBezTo>
                <a:cubicBezTo>
                  <a:pt x="4864582" y="468894"/>
                  <a:pt x="4874803" y="455096"/>
                  <a:pt x="4867038" y="447346"/>
                </a:cubicBezTo>
                <a:close/>
                <a:moveTo>
                  <a:pt x="4588234" y="447282"/>
                </a:moveTo>
                <a:cubicBezTo>
                  <a:pt x="4580482" y="455032"/>
                  <a:pt x="4590703" y="468830"/>
                  <a:pt x="4616311" y="494446"/>
                </a:cubicBezTo>
                <a:cubicBezTo>
                  <a:pt x="4651501" y="529627"/>
                  <a:pt x="4682751" y="553145"/>
                  <a:pt x="4710393" y="570870"/>
                </a:cubicBezTo>
                <a:lnTo>
                  <a:pt x="4710393" y="570883"/>
                </a:lnTo>
                <a:cubicBezTo>
                  <a:pt x="4711851" y="571816"/>
                  <a:pt x="4712785" y="570883"/>
                  <a:pt x="4711851" y="569425"/>
                </a:cubicBezTo>
                <a:cubicBezTo>
                  <a:pt x="4694109" y="541789"/>
                  <a:pt x="4670599" y="510547"/>
                  <a:pt x="4635409" y="475365"/>
                </a:cubicBezTo>
                <a:cubicBezTo>
                  <a:pt x="4609800" y="449750"/>
                  <a:pt x="4595986" y="439532"/>
                  <a:pt x="4588234" y="447282"/>
                </a:cubicBezTo>
                <a:close/>
                <a:moveTo>
                  <a:pt x="0" y="0"/>
                </a:moveTo>
                <a:lnTo>
                  <a:pt x="6097200" y="0"/>
                </a:lnTo>
                <a:lnTo>
                  <a:pt x="6097200" y="6858000"/>
                </a:lnTo>
                <a:lnTo>
                  <a:pt x="0" y="6858000"/>
                </a:lnTo>
                <a:close/>
              </a:path>
            </a:pathLst>
          </a:custGeom>
          <a:gradFill>
            <a:gsLst>
              <a:gs pos="0">
                <a:srgbClr val="000000">
                  <a:alpha val="64000"/>
                </a:srgbClr>
              </a:gs>
              <a:gs pos="39000">
                <a:srgbClr val="000000">
                  <a:alpha val="0"/>
                </a:srgbClr>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5" name="Bildplatzhalter 4">
            <a:extLst>
              <a:ext uri="{FF2B5EF4-FFF2-40B4-BE49-F238E27FC236}">
                <a16:creationId xmlns:a16="http://schemas.microsoft.com/office/drawing/2014/main" id="{80175D92-4A3E-53A3-CE21-BDE07CB5052F}"/>
              </a:ext>
            </a:extLst>
          </p:cNvPr>
          <p:cNvSpPr>
            <a:spLocks noGrp="1"/>
          </p:cNvSpPr>
          <p:nvPr>
            <p:ph type="pic" sz="quarter" idx="14"/>
          </p:nvPr>
        </p:nvSpPr>
        <p:spPr/>
        <p:txBody>
          <a:bodyPr/>
          <a:lstStyle/>
          <a:p>
            <a:endParaRPr lang="de-DE"/>
          </a:p>
        </p:txBody>
      </p:sp>
    </p:spTree>
    <p:extLst>
      <p:ext uri="{BB962C8B-B14F-4D97-AF65-F5344CB8AC3E}">
        <p14:creationId xmlns:p14="http://schemas.microsoft.com/office/powerpoint/2010/main" val="37823830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C323809D-80AF-8AAA-9A33-AA38EA47C6A6}"/>
              </a:ext>
            </a:extLst>
          </p:cNvPr>
          <p:cNvSpPr>
            <a:spLocks noGrp="1"/>
          </p:cNvSpPr>
          <p:nvPr>
            <p:ph type="title"/>
          </p:nvPr>
        </p:nvSpPr>
        <p:spPr>
          <a:xfrm>
            <a:off x="479425" y="387560"/>
            <a:ext cx="5112000" cy="1425683"/>
          </a:xfrm>
        </p:spPr>
        <p:txBody>
          <a:bodyPr/>
          <a:lstStyle/>
          <a:p>
            <a:r>
              <a:rPr lang="de-DE" dirty="0"/>
              <a:t>Titel der Folie, kurz und </a:t>
            </a:r>
            <a:br>
              <a:rPr lang="de-DE" dirty="0"/>
            </a:br>
            <a:r>
              <a:rPr lang="de-DE" dirty="0"/>
              <a:t>prägnant, zwei- oder auch dreizeilig möglich.</a:t>
            </a:r>
          </a:p>
        </p:txBody>
      </p:sp>
      <p:sp>
        <p:nvSpPr>
          <p:cNvPr id="6" name="Inhaltsplatzhalter 5">
            <a:extLst>
              <a:ext uri="{FF2B5EF4-FFF2-40B4-BE49-F238E27FC236}">
                <a16:creationId xmlns:a16="http://schemas.microsoft.com/office/drawing/2014/main" id="{DDA7BBC3-8BC1-9A40-D6D1-D8CA7EED35F4}"/>
              </a:ext>
            </a:extLst>
          </p:cNvPr>
          <p:cNvSpPr>
            <a:spLocks noGrp="1"/>
          </p:cNvSpPr>
          <p:nvPr>
            <p:ph idx="15"/>
          </p:nvPr>
        </p:nvSpPr>
        <p:spPr>
          <a:xfrm>
            <a:off x="479425" y="2956560"/>
            <a:ext cx="5112000" cy="2996884"/>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a:t>
            </a:r>
          </a:p>
          <a:p>
            <a:pPr lvl="1"/>
            <a:r>
              <a:rPr lang="de-DE" dirty="0" err="1"/>
              <a:t>Aliquyam</a:t>
            </a:r>
            <a:r>
              <a:rPr lang="de-DE" dirty="0"/>
              <a:t> erat, sed </a:t>
            </a:r>
            <a:r>
              <a:rPr lang="de-DE" dirty="0" err="1"/>
              <a:t>diam</a:t>
            </a:r>
            <a:r>
              <a:rPr lang="de-DE" dirty="0"/>
              <a:t> </a:t>
            </a:r>
            <a:r>
              <a:rPr lang="de-DE" dirty="0" err="1"/>
              <a:t>voluptua</a:t>
            </a:r>
            <a:r>
              <a:rPr lang="de-DE" dirty="0"/>
              <a:t>. </a:t>
            </a:r>
          </a:p>
          <a:p>
            <a:pPr lvl="1"/>
            <a:r>
              <a:rPr lang="de-DE" dirty="0"/>
              <a:t>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a:t>
            </a:r>
          </a:p>
          <a:p>
            <a:pPr lvl="1"/>
            <a:r>
              <a:rPr lang="de-DE" dirty="0"/>
              <a:t>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r>
              <a:rPr lang="de-DE" dirty="0"/>
              <a:t> 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a:t>
            </a:r>
          </a:p>
          <a:p>
            <a:endParaRPr lang="de-DE" dirty="0"/>
          </a:p>
        </p:txBody>
      </p:sp>
      <p:sp>
        <p:nvSpPr>
          <p:cNvPr id="7" name="Datumsplatzhalter 6">
            <a:extLst>
              <a:ext uri="{FF2B5EF4-FFF2-40B4-BE49-F238E27FC236}">
                <a16:creationId xmlns:a16="http://schemas.microsoft.com/office/drawing/2014/main" id="{73FDFD34-9A06-BD83-23CF-569DC6B70EE2}"/>
              </a:ext>
            </a:extLst>
          </p:cNvPr>
          <p:cNvSpPr>
            <a:spLocks noGrp="1"/>
          </p:cNvSpPr>
          <p:nvPr>
            <p:ph type="dt" sz="half" idx="16"/>
          </p:nvPr>
        </p:nvSpPr>
        <p:spPr>
          <a:xfrm>
            <a:off x="3334722" y="6521213"/>
            <a:ext cx="1068585" cy="106468"/>
          </a:xfrm>
        </p:spPr>
        <p:txBody>
          <a:bodyPr/>
          <a:lstStyle/>
          <a:p>
            <a:fld id="{D8F2AEDB-9A33-584B-9F47-AE38F79FCB70}" type="datetime1">
              <a:rPr lang="de-DE"/>
              <a:pPr/>
              <a:t>22.06.2026</a:t>
            </a:fld>
            <a:endParaRPr lang="de-DE"/>
          </a:p>
        </p:txBody>
      </p:sp>
      <p:sp>
        <p:nvSpPr>
          <p:cNvPr id="3" name="Fußzeilenplatzhalter 2">
            <a:extLst>
              <a:ext uri="{FF2B5EF4-FFF2-40B4-BE49-F238E27FC236}">
                <a16:creationId xmlns:a16="http://schemas.microsoft.com/office/drawing/2014/main" id="{B197834B-E8D2-80E0-15AF-9E3BF9D42EDD}"/>
              </a:ext>
            </a:extLst>
          </p:cNvPr>
          <p:cNvSpPr>
            <a:spLocks noGrp="1"/>
          </p:cNvSpPr>
          <p:nvPr>
            <p:ph type="ftr" sz="quarter" idx="17"/>
          </p:nvPr>
        </p:nvSpPr>
        <p:spPr>
          <a:xfrm>
            <a:off x="3334721" y="6405343"/>
            <a:ext cx="2653330" cy="106470"/>
          </a:xfrm>
        </p:spPr>
        <p:txBody>
          <a:bodyPr/>
          <a:lstStyle/>
          <a:p>
            <a:r>
              <a:rPr lang="de-DE" dirty="0"/>
              <a:t>Titel der Präsentation</a:t>
            </a:r>
          </a:p>
        </p:txBody>
      </p:sp>
      <p:sp>
        <p:nvSpPr>
          <p:cNvPr id="5" name="Foliennummernplatzhalter 4">
            <a:extLst>
              <a:ext uri="{FF2B5EF4-FFF2-40B4-BE49-F238E27FC236}">
                <a16:creationId xmlns:a16="http://schemas.microsoft.com/office/drawing/2014/main" id="{37ECB3A6-1820-6D0B-AB21-471CA171A6A3}"/>
              </a:ext>
            </a:extLst>
          </p:cNvPr>
          <p:cNvSpPr>
            <a:spLocks noGrp="1"/>
          </p:cNvSpPr>
          <p:nvPr>
            <p:ph type="sldNum" sz="quarter" idx="18"/>
          </p:nvPr>
        </p:nvSpPr>
        <p:spPr>
          <a:xfrm>
            <a:off x="773108" y="6521213"/>
            <a:ext cx="976088" cy="106468"/>
          </a:xfrm>
        </p:spPr>
        <p:txBody>
          <a:bodyPr/>
          <a:lstStyle/>
          <a:p>
            <a:fld id="{D188B27D-4802-6948-A101-6CF6A7142FF4}" type="slidenum">
              <a:rPr lang="de-DE" smtClean="0"/>
              <a:pPr/>
              <a:t>34</a:t>
            </a:fld>
            <a:endParaRPr lang="de-DE"/>
          </a:p>
        </p:txBody>
      </p:sp>
      <p:sp>
        <p:nvSpPr>
          <p:cNvPr id="30" name="Textplatzhalter 29">
            <a:extLst>
              <a:ext uri="{FF2B5EF4-FFF2-40B4-BE49-F238E27FC236}">
                <a16:creationId xmlns:a16="http://schemas.microsoft.com/office/drawing/2014/main" id="{9A88EDD7-978F-5BC9-2468-A2D9E3077312}"/>
              </a:ext>
            </a:extLst>
          </p:cNvPr>
          <p:cNvSpPr>
            <a:spLocks noGrp="1"/>
          </p:cNvSpPr>
          <p:nvPr>
            <p:ph type="body" idx="13"/>
          </p:nvPr>
        </p:nvSpPr>
        <p:spPr>
          <a:xfrm>
            <a:off x="479425" y="2360854"/>
            <a:ext cx="5112000" cy="250463"/>
          </a:xfrm>
        </p:spPr>
        <p:txBody>
          <a:bodyPr/>
          <a:lstStyle/>
          <a:p>
            <a:r>
              <a:rPr lang="de-DE" dirty="0"/>
              <a:t>Überschrift oder kurze Einleitung.</a:t>
            </a:r>
          </a:p>
          <a:p>
            <a:endParaRPr lang="de-DE" dirty="0"/>
          </a:p>
        </p:txBody>
      </p:sp>
      <p:sp>
        <p:nvSpPr>
          <p:cNvPr id="2" name="Textplatzhalter 31">
            <a:extLst>
              <a:ext uri="{FF2B5EF4-FFF2-40B4-BE49-F238E27FC236}">
                <a16:creationId xmlns:a16="http://schemas.microsoft.com/office/drawing/2014/main" id="{2FB50573-9ABB-95A8-27DE-B6CC4642283E}"/>
              </a:ext>
            </a:extLst>
          </p:cNvPr>
          <p:cNvSpPr txBox="1">
            <a:spLocks/>
          </p:cNvSpPr>
          <p:nvPr/>
        </p:nvSpPr>
        <p:spPr>
          <a:xfrm>
            <a:off x="6501556" y="5880452"/>
            <a:ext cx="2401441" cy="524891"/>
          </a:xfrm>
          <a:prstGeom prst="roundRect">
            <a:avLst>
              <a:gd name="adj" fmla="val 8019"/>
            </a:avLst>
          </a:prstGeom>
          <a:solidFill>
            <a:schemeClr val="accent2"/>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tx2"/>
                </a:solidFill>
                <a:latin typeface="BarmeniaGothaer Offc Medium" panose="020B0603020204020204" pitchFamily="34" charset="0"/>
              </a:rPr>
              <a:t>Einfacher Störer</a:t>
            </a:r>
          </a:p>
        </p:txBody>
      </p:sp>
      <p:sp>
        <p:nvSpPr>
          <p:cNvPr id="18" name="Freihandform 17">
            <a:extLst>
              <a:ext uri="{FF2B5EF4-FFF2-40B4-BE49-F238E27FC236}">
                <a16:creationId xmlns:a16="http://schemas.microsoft.com/office/drawing/2014/main" id="{EF0A571A-6AB1-3926-BD15-0B894CF95DA0}"/>
              </a:ext>
            </a:extLst>
          </p:cNvPr>
          <p:cNvSpPr/>
          <p:nvPr/>
        </p:nvSpPr>
        <p:spPr>
          <a:xfrm>
            <a:off x="6096000" y="0"/>
            <a:ext cx="6097200" cy="6858000"/>
          </a:xfrm>
          <a:custGeom>
            <a:avLst/>
            <a:gdLst>
              <a:gd name="connsiteX0" fmla="*/ 5346401 w 6097200"/>
              <a:gd name="connsiteY0" fmla="*/ 652256 h 6858000"/>
              <a:gd name="connsiteX1" fmla="*/ 5369451 w 6097200"/>
              <a:gd name="connsiteY1" fmla="*/ 677002 h 6858000"/>
              <a:gd name="connsiteX2" fmla="*/ 5346401 w 6097200"/>
              <a:gd name="connsiteY2" fmla="*/ 701748 h 6858000"/>
              <a:gd name="connsiteX3" fmla="*/ 5323350 w 6097200"/>
              <a:gd name="connsiteY3" fmla="*/ 677002 h 6858000"/>
              <a:gd name="connsiteX4" fmla="*/ 5346401 w 6097200"/>
              <a:gd name="connsiteY4" fmla="*/ 652256 h 6858000"/>
              <a:gd name="connsiteX5" fmla="*/ 5121193 w 6097200"/>
              <a:gd name="connsiteY5" fmla="*/ 652256 h 6858000"/>
              <a:gd name="connsiteX6" fmla="*/ 5144243 w 6097200"/>
              <a:gd name="connsiteY6" fmla="*/ 677002 h 6858000"/>
              <a:gd name="connsiteX7" fmla="*/ 5121193 w 6097200"/>
              <a:gd name="connsiteY7" fmla="*/ 701748 h 6858000"/>
              <a:gd name="connsiteX8" fmla="*/ 5098143 w 6097200"/>
              <a:gd name="connsiteY8" fmla="*/ 677002 h 6858000"/>
              <a:gd name="connsiteX9" fmla="*/ 5121193 w 6097200"/>
              <a:gd name="connsiteY9" fmla="*/ 652256 h 6858000"/>
              <a:gd name="connsiteX10" fmla="*/ 5436428 w 6097200"/>
              <a:gd name="connsiteY10" fmla="*/ 651335 h 6858000"/>
              <a:gd name="connsiteX11" fmla="*/ 5456689 w 6097200"/>
              <a:gd name="connsiteY11" fmla="*/ 668498 h 6858000"/>
              <a:gd name="connsiteX12" fmla="*/ 5415859 w 6097200"/>
              <a:gd name="connsiteY12" fmla="*/ 668498 h 6858000"/>
              <a:gd name="connsiteX13" fmla="*/ 5436428 w 6097200"/>
              <a:gd name="connsiteY13" fmla="*/ 651335 h 6858000"/>
              <a:gd name="connsiteX14" fmla="*/ 5524280 w 6097200"/>
              <a:gd name="connsiteY14" fmla="*/ 636015 h 6858000"/>
              <a:gd name="connsiteX15" fmla="*/ 5502624 w 6097200"/>
              <a:gd name="connsiteY15" fmla="*/ 651783 h 6858000"/>
              <a:gd name="connsiteX16" fmla="*/ 5502624 w 6097200"/>
              <a:gd name="connsiteY16" fmla="*/ 637396 h 6858000"/>
              <a:gd name="connsiteX17" fmla="*/ 5484997 w 6097200"/>
              <a:gd name="connsiteY17" fmla="*/ 637396 h 6858000"/>
              <a:gd name="connsiteX18" fmla="*/ 5484997 w 6097200"/>
              <a:gd name="connsiteY18" fmla="*/ 716570 h 6858000"/>
              <a:gd name="connsiteX19" fmla="*/ 5484997 w 6097200"/>
              <a:gd name="connsiteY19" fmla="*/ 716595 h 6858000"/>
              <a:gd name="connsiteX20" fmla="*/ 5502624 w 6097200"/>
              <a:gd name="connsiteY20" fmla="*/ 716595 h 6858000"/>
              <a:gd name="connsiteX21" fmla="*/ 5502624 w 6097200"/>
              <a:gd name="connsiteY21" fmla="*/ 673447 h 6858000"/>
              <a:gd name="connsiteX22" fmla="*/ 5522118 w 6097200"/>
              <a:gd name="connsiteY22" fmla="*/ 654264 h 6858000"/>
              <a:gd name="connsiteX23" fmla="*/ 5525981 w 6097200"/>
              <a:gd name="connsiteY23" fmla="*/ 654264 h 6858000"/>
              <a:gd name="connsiteX24" fmla="*/ 5525981 w 6097200"/>
              <a:gd name="connsiteY24" fmla="*/ 636015 h 6858000"/>
              <a:gd name="connsiteX25" fmla="*/ 5342845 w 6097200"/>
              <a:gd name="connsiteY25" fmla="*/ 635260 h 6858000"/>
              <a:gd name="connsiteX26" fmla="*/ 5305110 w 6097200"/>
              <a:gd name="connsiteY26" fmla="*/ 677015 h 6858000"/>
              <a:gd name="connsiteX27" fmla="*/ 5342845 w 6097200"/>
              <a:gd name="connsiteY27" fmla="*/ 718769 h 6858000"/>
              <a:gd name="connsiteX28" fmla="*/ 5369451 w 6097200"/>
              <a:gd name="connsiteY28" fmla="*/ 703461 h 6858000"/>
              <a:gd name="connsiteX29" fmla="*/ 5369451 w 6097200"/>
              <a:gd name="connsiteY29" fmla="*/ 716608 h 6858000"/>
              <a:gd name="connsiteX30" fmla="*/ 5387091 w 6097200"/>
              <a:gd name="connsiteY30" fmla="*/ 716608 h 6858000"/>
              <a:gd name="connsiteX31" fmla="*/ 5387091 w 6097200"/>
              <a:gd name="connsiteY31" fmla="*/ 637434 h 6858000"/>
              <a:gd name="connsiteX32" fmla="*/ 5369451 w 6097200"/>
              <a:gd name="connsiteY32" fmla="*/ 637434 h 6858000"/>
              <a:gd name="connsiteX33" fmla="*/ 5369451 w 6097200"/>
              <a:gd name="connsiteY33" fmla="*/ 650568 h 6858000"/>
              <a:gd name="connsiteX34" fmla="*/ 5342845 w 6097200"/>
              <a:gd name="connsiteY34" fmla="*/ 635260 h 6858000"/>
              <a:gd name="connsiteX35" fmla="*/ 5121193 w 6097200"/>
              <a:gd name="connsiteY35" fmla="*/ 635248 h 6858000"/>
              <a:gd name="connsiteX36" fmla="*/ 5079889 w 6097200"/>
              <a:gd name="connsiteY36" fmla="*/ 677002 h 6858000"/>
              <a:gd name="connsiteX37" fmla="*/ 5121193 w 6097200"/>
              <a:gd name="connsiteY37" fmla="*/ 718756 h 6858000"/>
              <a:gd name="connsiteX38" fmla="*/ 5162497 w 6097200"/>
              <a:gd name="connsiteY38" fmla="*/ 677002 h 6858000"/>
              <a:gd name="connsiteX39" fmla="*/ 5121193 w 6097200"/>
              <a:gd name="connsiteY39" fmla="*/ 635248 h 6858000"/>
              <a:gd name="connsiteX40" fmla="*/ 5436440 w 6097200"/>
              <a:gd name="connsiteY40" fmla="*/ 635235 h 6858000"/>
              <a:gd name="connsiteX41" fmla="*/ 5397311 w 6097200"/>
              <a:gd name="connsiteY41" fmla="*/ 676989 h 6858000"/>
              <a:gd name="connsiteX42" fmla="*/ 5397298 w 6097200"/>
              <a:gd name="connsiteY42" fmla="*/ 677002 h 6858000"/>
              <a:gd name="connsiteX43" fmla="*/ 5437822 w 6097200"/>
              <a:gd name="connsiteY43" fmla="*/ 718756 h 6858000"/>
              <a:gd name="connsiteX44" fmla="*/ 5472321 w 6097200"/>
              <a:gd name="connsiteY44" fmla="*/ 700968 h 6858000"/>
              <a:gd name="connsiteX45" fmla="*/ 5460258 w 6097200"/>
              <a:gd name="connsiteY45" fmla="*/ 690762 h 6858000"/>
              <a:gd name="connsiteX46" fmla="*/ 5437835 w 6097200"/>
              <a:gd name="connsiteY46" fmla="*/ 702669 h 6858000"/>
              <a:gd name="connsiteX47" fmla="*/ 5415411 w 6097200"/>
              <a:gd name="connsiteY47" fmla="*/ 682718 h 6858000"/>
              <a:gd name="connsiteX48" fmla="*/ 5474649 w 6097200"/>
              <a:gd name="connsiteY48" fmla="*/ 682718 h 6858000"/>
              <a:gd name="connsiteX49" fmla="*/ 5475109 w 6097200"/>
              <a:gd name="connsiteY49" fmla="*/ 676222 h 6858000"/>
              <a:gd name="connsiteX50" fmla="*/ 5436440 w 6097200"/>
              <a:gd name="connsiteY50" fmla="*/ 635235 h 6858000"/>
              <a:gd name="connsiteX51" fmla="*/ 5197290 w 6097200"/>
              <a:gd name="connsiteY51" fmla="*/ 614517 h 6858000"/>
              <a:gd name="connsiteX52" fmla="*/ 5179650 w 6097200"/>
              <a:gd name="connsiteY52" fmla="*/ 619927 h 6858000"/>
              <a:gd name="connsiteX53" fmla="*/ 5179650 w 6097200"/>
              <a:gd name="connsiteY53" fmla="*/ 637396 h 6858000"/>
              <a:gd name="connsiteX54" fmla="*/ 5164339 w 6097200"/>
              <a:gd name="connsiteY54" fmla="*/ 637396 h 6858000"/>
              <a:gd name="connsiteX55" fmla="*/ 5164339 w 6097200"/>
              <a:gd name="connsiteY55" fmla="*/ 652551 h 6858000"/>
              <a:gd name="connsiteX56" fmla="*/ 5179650 w 6097200"/>
              <a:gd name="connsiteY56" fmla="*/ 652551 h 6858000"/>
              <a:gd name="connsiteX57" fmla="*/ 5179650 w 6097200"/>
              <a:gd name="connsiteY57" fmla="*/ 691363 h 6858000"/>
              <a:gd name="connsiteX58" fmla="*/ 5205169 w 6097200"/>
              <a:gd name="connsiteY58" fmla="*/ 718271 h 6858000"/>
              <a:gd name="connsiteX59" fmla="*/ 5216618 w 6097200"/>
              <a:gd name="connsiteY59" fmla="*/ 716877 h 6858000"/>
              <a:gd name="connsiteX60" fmla="*/ 5216631 w 6097200"/>
              <a:gd name="connsiteY60" fmla="*/ 716902 h 6858000"/>
              <a:gd name="connsiteX61" fmla="*/ 5216631 w 6097200"/>
              <a:gd name="connsiteY61" fmla="*/ 702055 h 6858000"/>
              <a:gd name="connsiteX62" fmla="*/ 5209979 w 6097200"/>
              <a:gd name="connsiteY62" fmla="*/ 702515 h 6858000"/>
              <a:gd name="connsiteX63" fmla="*/ 5197290 w 6097200"/>
              <a:gd name="connsiteY63" fmla="*/ 689675 h 6858000"/>
              <a:gd name="connsiteX64" fmla="*/ 5197290 w 6097200"/>
              <a:gd name="connsiteY64" fmla="*/ 652563 h 6858000"/>
              <a:gd name="connsiteX65" fmla="*/ 5216631 w 6097200"/>
              <a:gd name="connsiteY65" fmla="*/ 652563 h 6858000"/>
              <a:gd name="connsiteX66" fmla="*/ 5216631 w 6097200"/>
              <a:gd name="connsiteY66" fmla="*/ 637409 h 6858000"/>
              <a:gd name="connsiteX67" fmla="*/ 5197290 w 6097200"/>
              <a:gd name="connsiteY67" fmla="*/ 637409 h 6858000"/>
              <a:gd name="connsiteX68" fmla="*/ 5228399 w 6097200"/>
              <a:gd name="connsiteY68" fmla="*/ 608341 h 6858000"/>
              <a:gd name="connsiteX69" fmla="*/ 5228399 w 6097200"/>
              <a:gd name="connsiteY69" fmla="*/ 716595 h 6858000"/>
              <a:gd name="connsiteX70" fmla="*/ 5246013 w 6097200"/>
              <a:gd name="connsiteY70" fmla="*/ 716595 h 6858000"/>
              <a:gd name="connsiteX71" fmla="*/ 5246013 w 6097200"/>
              <a:gd name="connsiteY71" fmla="*/ 669585 h 6858000"/>
              <a:gd name="connsiteX72" fmla="*/ 5262411 w 6097200"/>
              <a:gd name="connsiteY72" fmla="*/ 650722 h 6858000"/>
              <a:gd name="connsiteX73" fmla="*/ 5277876 w 6097200"/>
              <a:gd name="connsiteY73" fmla="*/ 668191 h 6858000"/>
              <a:gd name="connsiteX74" fmla="*/ 5277876 w 6097200"/>
              <a:gd name="connsiteY74" fmla="*/ 716595 h 6858000"/>
              <a:gd name="connsiteX75" fmla="*/ 5295516 w 6097200"/>
              <a:gd name="connsiteY75" fmla="*/ 716595 h 6858000"/>
              <a:gd name="connsiteX76" fmla="*/ 5295516 w 6097200"/>
              <a:gd name="connsiteY76" fmla="*/ 665096 h 6858000"/>
              <a:gd name="connsiteX77" fmla="*/ 5269690 w 6097200"/>
              <a:gd name="connsiteY77" fmla="*/ 635248 h 6858000"/>
              <a:gd name="connsiteX78" fmla="*/ 5246026 w 6097200"/>
              <a:gd name="connsiteY78" fmla="*/ 647934 h 6858000"/>
              <a:gd name="connsiteX79" fmla="*/ 5246026 w 6097200"/>
              <a:gd name="connsiteY79" fmla="*/ 608341 h 6858000"/>
              <a:gd name="connsiteX80" fmla="*/ 5020652 w 6097200"/>
              <a:gd name="connsiteY80" fmla="*/ 606486 h 6858000"/>
              <a:gd name="connsiteX81" fmla="*/ 4966198 w 6097200"/>
              <a:gd name="connsiteY81" fmla="*/ 662628 h 6858000"/>
              <a:gd name="connsiteX82" fmla="*/ 5018324 w 6097200"/>
              <a:gd name="connsiteY82" fmla="*/ 718769 h 6858000"/>
              <a:gd name="connsiteX83" fmla="*/ 5051428 w 6097200"/>
              <a:gd name="connsiteY83" fmla="*/ 702681 h 6858000"/>
              <a:gd name="connsiteX84" fmla="*/ 5051428 w 6097200"/>
              <a:gd name="connsiteY84" fmla="*/ 716595 h 6858000"/>
              <a:gd name="connsiteX85" fmla="*/ 5069375 w 6097200"/>
              <a:gd name="connsiteY85" fmla="*/ 716595 h 6858000"/>
              <a:gd name="connsiteX86" fmla="*/ 5069375 w 6097200"/>
              <a:gd name="connsiteY86" fmla="*/ 659686 h 6858000"/>
              <a:gd name="connsiteX87" fmla="*/ 5022506 w 6097200"/>
              <a:gd name="connsiteY87" fmla="*/ 659686 h 6858000"/>
              <a:gd name="connsiteX88" fmla="*/ 5022506 w 6097200"/>
              <a:gd name="connsiteY88" fmla="*/ 677322 h 6858000"/>
              <a:gd name="connsiteX89" fmla="*/ 5049880 w 6097200"/>
              <a:gd name="connsiteY89" fmla="*/ 677322 h 6858000"/>
              <a:gd name="connsiteX90" fmla="*/ 5020639 w 6097200"/>
              <a:gd name="connsiteY90" fmla="*/ 699906 h 6858000"/>
              <a:gd name="connsiteX91" fmla="*/ 4987227 w 6097200"/>
              <a:gd name="connsiteY91" fmla="*/ 662640 h 6858000"/>
              <a:gd name="connsiteX92" fmla="*/ 5020639 w 6097200"/>
              <a:gd name="connsiteY92" fmla="*/ 625375 h 6858000"/>
              <a:gd name="connsiteX93" fmla="*/ 5050034 w 6097200"/>
              <a:gd name="connsiteY93" fmla="*/ 642230 h 6858000"/>
              <a:gd name="connsiteX94" fmla="*/ 5066739 w 6097200"/>
              <a:gd name="connsiteY94" fmla="*/ 631091 h 6858000"/>
              <a:gd name="connsiteX95" fmla="*/ 5020639 w 6097200"/>
              <a:gd name="connsiteY95" fmla="*/ 606499 h 6858000"/>
              <a:gd name="connsiteX96" fmla="*/ 4744738 w 6097200"/>
              <a:gd name="connsiteY96" fmla="*/ 601537 h 6858000"/>
              <a:gd name="connsiteX97" fmla="*/ 4744746 w 6097200"/>
              <a:gd name="connsiteY97" fmla="*/ 601542 h 6858000"/>
              <a:gd name="connsiteX98" fmla="*/ 4743293 w 6097200"/>
              <a:gd name="connsiteY98" fmla="*/ 602995 h 6858000"/>
              <a:gd name="connsiteX99" fmla="*/ 4819735 w 6097200"/>
              <a:gd name="connsiteY99" fmla="*/ 697054 h 6858000"/>
              <a:gd name="connsiteX100" fmla="*/ 4866910 w 6097200"/>
              <a:gd name="connsiteY100" fmla="*/ 725125 h 6858000"/>
              <a:gd name="connsiteX101" fmla="*/ 4838820 w 6097200"/>
              <a:gd name="connsiteY101" fmla="*/ 677961 h 6858000"/>
              <a:gd name="connsiteX102" fmla="*/ 4788949 w 6097200"/>
              <a:gd name="connsiteY102" fmla="*/ 633203 h 6858000"/>
              <a:gd name="connsiteX103" fmla="*/ 4744746 w 6097200"/>
              <a:gd name="connsiteY103" fmla="*/ 601542 h 6858000"/>
              <a:gd name="connsiteX104" fmla="*/ 4744751 w 6097200"/>
              <a:gd name="connsiteY104" fmla="*/ 601537 h 6858000"/>
              <a:gd name="connsiteX105" fmla="*/ 4640551 w 6097200"/>
              <a:gd name="connsiteY105" fmla="*/ 588557 h 6858000"/>
              <a:gd name="connsiteX106" fmla="*/ 4608227 w 6097200"/>
              <a:gd name="connsiteY106" fmla="*/ 600258 h 6858000"/>
              <a:gd name="connsiteX107" fmla="*/ 4640551 w 6097200"/>
              <a:gd name="connsiteY107" fmla="*/ 611960 h 6858000"/>
              <a:gd name="connsiteX108" fmla="*/ 4703192 w 6097200"/>
              <a:gd name="connsiteY108" fmla="*/ 604184 h 6858000"/>
              <a:gd name="connsiteX109" fmla="*/ 4616030 w 6097200"/>
              <a:gd name="connsiteY109" fmla="*/ 678997 h 6858000"/>
              <a:gd name="connsiteX110" fmla="*/ 4587633 w 6097200"/>
              <a:gd name="connsiteY110" fmla="*/ 725164 h 6858000"/>
              <a:gd name="connsiteX111" fmla="*/ 4634296 w 6097200"/>
              <a:gd name="connsiteY111" fmla="*/ 697067 h 6858000"/>
              <a:gd name="connsiteX112" fmla="*/ 4709907 w 6097200"/>
              <a:gd name="connsiteY112" fmla="*/ 610834 h 6858000"/>
              <a:gd name="connsiteX113" fmla="*/ 4702117 w 6097200"/>
              <a:gd name="connsiteY113" fmla="*/ 673511 h 6858000"/>
              <a:gd name="connsiteX114" fmla="*/ 4713821 w 6097200"/>
              <a:gd name="connsiteY114" fmla="*/ 705815 h 6858000"/>
              <a:gd name="connsiteX115" fmla="*/ 4725526 w 6097200"/>
              <a:gd name="connsiteY115" fmla="*/ 673511 h 6858000"/>
              <a:gd name="connsiteX116" fmla="*/ 4714717 w 6097200"/>
              <a:gd name="connsiteY116" fmla="*/ 600297 h 6858000"/>
              <a:gd name="connsiteX117" fmla="*/ 4714333 w 6097200"/>
              <a:gd name="connsiteY117" fmla="*/ 599708 h 6858000"/>
              <a:gd name="connsiteX118" fmla="*/ 4714320 w 6097200"/>
              <a:gd name="connsiteY118" fmla="*/ 599695 h 6858000"/>
              <a:gd name="connsiteX119" fmla="*/ 4713783 w 6097200"/>
              <a:gd name="connsiteY119" fmla="*/ 599363 h 6858000"/>
              <a:gd name="connsiteX120" fmla="*/ 4640551 w 6097200"/>
              <a:gd name="connsiteY120" fmla="*/ 588557 h 6858000"/>
              <a:gd name="connsiteX121" fmla="*/ 4827410 w 6097200"/>
              <a:gd name="connsiteY121" fmla="*/ 575551 h 6858000"/>
              <a:gd name="connsiteX122" fmla="*/ 4747796 w 6097200"/>
              <a:gd name="connsiteY122" fmla="*/ 586357 h 6858000"/>
              <a:gd name="connsiteX123" fmla="*/ 4747796 w 6097200"/>
              <a:gd name="connsiteY123" fmla="*/ 588147 h 6858000"/>
              <a:gd name="connsiteX124" fmla="*/ 4827410 w 6097200"/>
              <a:gd name="connsiteY124" fmla="*/ 598941 h 6858000"/>
              <a:gd name="connsiteX125" fmla="*/ 4862549 w 6097200"/>
              <a:gd name="connsiteY125" fmla="*/ 587252 h 6858000"/>
              <a:gd name="connsiteX126" fmla="*/ 4827410 w 6097200"/>
              <a:gd name="connsiteY126" fmla="*/ 575551 h 6858000"/>
              <a:gd name="connsiteX127" fmla="*/ 4993111 w 6097200"/>
              <a:gd name="connsiteY127" fmla="*/ 515163 h 6858000"/>
              <a:gd name="connsiteX128" fmla="*/ 5024054 w 6097200"/>
              <a:gd name="connsiteY128" fmla="*/ 515163 h 6858000"/>
              <a:gd name="connsiteX129" fmla="*/ 5040913 w 6097200"/>
              <a:gd name="connsiteY129" fmla="*/ 529396 h 6858000"/>
              <a:gd name="connsiteX130" fmla="*/ 5024054 w 6097200"/>
              <a:gd name="connsiteY130" fmla="*/ 543630 h 6858000"/>
              <a:gd name="connsiteX131" fmla="*/ 5024054 w 6097200"/>
              <a:gd name="connsiteY131" fmla="*/ 543617 h 6858000"/>
              <a:gd name="connsiteX132" fmla="*/ 4993111 w 6097200"/>
              <a:gd name="connsiteY132" fmla="*/ 543617 h 6858000"/>
              <a:gd name="connsiteX133" fmla="*/ 5574716 w 6097200"/>
              <a:gd name="connsiteY133" fmla="*/ 497527 h 6858000"/>
              <a:gd name="connsiteX134" fmla="*/ 5597766 w 6097200"/>
              <a:gd name="connsiteY134" fmla="*/ 522273 h 6858000"/>
              <a:gd name="connsiteX135" fmla="*/ 5574716 w 6097200"/>
              <a:gd name="connsiteY135" fmla="*/ 547019 h 6858000"/>
              <a:gd name="connsiteX136" fmla="*/ 5551666 w 6097200"/>
              <a:gd name="connsiteY136" fmla="*/ 522273 h 6858000"/>
              <a:gd name="connsiteX137" fmla="*/ 5574716 w 6097200"/>
              <a:gd name="connsiteY137" fmla="*/ 497527 h 6858000"/>
              <a:gd name="connsiteX138" fmla="*/ 5111919 w 6097200"/>
              <a:gd name="connsiteY138" fmla="*/ 497527 h 6858000"/>
              <a:gd name="connsiteX139" fmla="*/ 5134969 w 6097200"/>
              <a:gd name="connsiteY139" fmla="*/ 522273 h 6858000"/>
              <a:gd name="connsiteX140" fmla="*/ 5111919 w 6097200"/>
              <a:gd name="connsiteY140" fmla="*/ 547019 h 6858000"/>
              <a:gd name="connsiteX141" fmla="*/ 5088869 w 6097200"/>
              <a:gd name="connsiteY141" fmla="*/ 522273 h 6858000"/>
              <a:gd name="connsiteX142" fmla="*/ 5111919 w 6097200"/>
              <a:gd name="connsiteY142" fmla="*/ 497527 h 6858000"/>
              <a:gd name="connsiteX143" fmla="*/ 5376882 w 6097200"/>
              <a:gd name="connsiteY143" fmla="*/ 496606 h 6858000"/>
              <a:gd name="connsiteX144" fmla="*/ 5397144 w 6097200"/>
              <a:gd name="connsiteY144" fmla="*/ 513769 h 6858000"/>
              <a:gd name="connsiteX145" fmla="*/ 5356314 w 6097200"/>
              <a:gd name="connsiteY145" fmla="*/ 513769 h 6858000"/>
              <a:gd name="connsiteX146" fmla="*/ 5376882 w 6097200"/>
              <a:gd name="connsiteY146" fmla="*/ 496606 h 6858000"/>
              <a:gd name="connsiteX147" fmla="*/ 5505578 w 6097200"/>
              <a:gd name="connsiteY147" fmla="*/ 482693 h 6858000"/>
              <a:gd name="connsiteX148" fmla="*/ 5505578 w 6097200"/>
              <a:gd name="connsiteY148" fmla="*/ 561866 h 6858000"/>
              <a:gd name="connsiteX149" fmla="*/ 5523217 w 6097200"/>
              <a:gd name="connsiteY149" fmla="*/ 561866 h 6858000"/>
              <a:gd name="connsiteX150" fmla="*/ 5523217 w 6097200"/>
              <a:gd name="connsiteY150" fmla="*/ 482693 h 6858000"/>
              <a:gd name="connsiteX151" fmla="*/ 5205502 w 6097200"/>
              <a:gd name="connsiteY151" fmla="*/ 481299 h 6858000"/>
              <a:gd name="connsiteX152" fmla="*/ 5183846 w 6097200"/>
              <a:gd name="connsiteY152" fmla="*/ 497080 h 6858000"/>
              <a:gd name="connsiteX153" fmla="*/ 5183846 w 6097200"/>
              <a:gd name="connsiteY153" fmla="*/ 482693 h 6858000"/>
              <a:gd name="connsiteX154" fmla="*/ 5166206 w 6097200"/>
              <a:gd name="connsiteY154" fmla="*/ 482693 h 6858000"/>
              <a:gd name="connsiteX155" fmla="*/ 5166206 w 6097200"/>
              <a:gd name="connsiteY155" fmla="*/ 561866 h 6858000"/>
              <a:gd name="connsiteX156" fmla="*/ 5183846 w 6097200"/>
              <a:gd name="connsiteY156" fmla="*/ 561866 h 6858000"/>
              <a:gd name="connsiteX157" fmla="*/ 5183846 w 6097200"/>
              <a:gd name="connsiteY157" fmla="*/ 518718 h 6858000"/>
              <a:gd name="connsiteX158" fmla="*/ 5203340 w 6097200"/>
              <a:gd name="connsiteY158" fmla="*/ 499548 h 6858000"/>
              <a:gd name="connsiteX159" fmla="*/ 5207203 w 6097200"/>
              <a:gd name="connsiteY159" fmla="*/ 499548 h 6858000"/>
              <a:gd name="connsiteX160" fmla="*/ 5207203 w 6097200"/>
              <a:gd name="connsiteY160" fmla="*/ 481299 h 6858000"/>
              <a:gd name="connsiteX161" fmla="*/ 5571160 w 6097200"/>
              <a:gd name="connsiteY161" fmla="*/ 480531 h 6858000"/>
              <a:gd name="connsiteX162" fmla="*/ 5533412 w 6097200"/>
              <a:gd name="connsiteY162" fmla="*/ 522286 h 6858000"/>
              <a:gd name="connsiteX163" fmla="*/ 5571160 w 6097200"/>
              <a:gd name="connsiteY163" fmla="*/ 564040 h 6858000"/>
              <a:gd name="connsiteX164" fmla="*/ 5597766 w 6097200"/>
              <a:gd name="connsiteY164" fmla="*/ 548732 h 6858000"/>
              <a:gd name="connsiteX165" fmla="*/ 5597766 w 6097200"/>
              <a:gd name="connsiteY165" fmla="*/ 561879 h 6858000"/>
              <a:gd name="connsiteX166" fmla="*/ 5615393 w 6097200"/>
              <a:gd name="connsiteY166" fmla="*/ 561879 h 6858000"/>
              <a:gd name="connsiteX167" fmla="*/ 5615393 w 6097200"/>
              <a:gd name="connsiteY167" fmla="*/ 482705 h 6858000"/>
              <a:gd name="connsiteX168" fmla="*/ 5597766 w 6097200"/>
              <a:gd name="connsiteY168" fmla="*/ 482705 h 6858000"/>
              <a:gd name="connsiteX169" fmla="*/ 5597766 w 6097200"/>
              <a:gd name="connsiteY169" fmla="*/ 495839 h 6858000"/>
              <a:gd name="connsiteX170" fmla="*/ 5571160 w 6097200"/>
              <a:gd name="connsiteY170" fmla="*/ 480531 h 6858000"/>
              <a:gd name="connsiteX171" fmla="*/ 5108350 w 6097200"/>
              <a:gd name="connsiteY171" fmla="*/ 480531 h 6858000"/>
              <a:gd name="connsiteX172" fmla="*/ 5070602 w 6097200"/>
              <a:gd name="connsiteY172" fmla="*/ 522286 h 6858000"/>
              <a:gd name="connsiteX173" fmla="*/ 5108350 w 6097200"/>
              <a:gd name="connsiteY173" fmla="*/ 564040 h 6858000"/>
              <a:gd name="connsiteX174" fmla="*/ 5134956 w 6097200"/>
              <a:gd name="connsiteY174" fmla="*/ 548732 h 6858000"/>
              <a:gd name="connsiteX175" fmla="*/ 5134956 w 6097200"/>
              <a:gd name="connsiteY175" fmla="*/ 561879 h 6858000"/>
              <a:gd name="connsiteX176" fmla="*/ 5152583 w 6097200"/>
              <a:gd name="connsiteY176" fmla="*/ 561879 h 6858000"/>
              <a:gd name="connsiteX177" fmla="*/ 5152583 w 6097200"/>
              <a:gd name="connsiteY177" fmla="*/ 482705 h 6858000"/>
              <a:gd name="connsiteX178" fmla="*/ 5134956 w 6097200"/>
              <a:gd name="connsiteY178" fmla="*/ 482705 h 6858000"/>
              <a:gd name="connsiteX179" fmla="*/ 5134956 w 6097200"/>
              <a:gd name="connsiteY179" fmla="*/ 495839 h 6858000"/>
              <a:gd name="connsiteX180" fmla="*/ 5108350 w 6097200"/>
              <a:gd name="connsiteY180" fmla="*/ 480531 h 6858000"/>
              <a:gd name="connsiteX181" fmla="*/ 5466756 w 6097200"/>
              <a:gd name="connsiteY181" fmla="*/ 480518 h 6858000"/>
              <a:gd name="connsiteX182" fmla="*/ 5443091 w 6097200"/>
              <a:gd name="connsiteY182" fmla="*/ 493205 h 6858000"/>
              <a:gd name="connsiteX183" fmla="*/ 5443091 w 6097200"/>
              <a:gd name="connsiteY183" fmla="*/ 482693 h 6858000"/>
              <a:gd name="connsiteX184" fmla="*/ 5425465 w 6097200"/>
              <a:gd name="connsiteY184" fmla="*/ 482693 h 6858000"/>
              <a:gd name="connsiteX185" fmla="*/ 5425465 w 6097200"/>
              <a:gd name="connsiteY185" fmla="*/ 561866 h 6858000"/>
              <a:gd name="connsiteX186" fmla="*/ 5443079 w 6097200"/>
              <a:gd name="connsiteY186" fmla="*/ 561866 h 6858000"/>
              <a:gd name="connsiteX187" fmla="*/ 5443079 w 6097200"/>
              <a:gd name="connsiteY187" fmla="*/ 514856 h 6858000"/>
              <a:gd name="connsiteX188" fmla="*/ 5459477 w 6097200"/>
              <a:gd name="connsiteY188" fmla="*/ 495993 h 6858000"/>
              <a:gd name="connsiteX189" fmla="*/ 5474942 w 6097200"/>
              <a:gd name="connsiteY189" fmla="*/ 513462 h 6858000"/>
              <a:gd name="connsiteX190" fmla="*/ 5474942 w 6097200"/>
              <a:gd name="connsiteY190" fmla="*/ 561866 h 6858000"/>
              <a:gd name="connsiteX191" fmla="*/ 5492582 w 6097200"/>
              <a:gd name="connsiteY191" fmla="*/ 561866 h 6858000"/>
              <a:gd name="connsiteX192" fmla="*/ 5492582 w 6097200"/>
              <a:gd name="connsiteY192" fmla="*/ 510367 h 6858000"/>
              <a:gd name="connsiteX193" fmla="*/ 5466756 w 6097200"/>
              <a:gd name="connsiteY193" fmla="*/ 480518 h 6858000"/>
              <a:gd name="connsiteX194" fmla="*/ 5376895 w 6097200"/>
              <a:gd name="connsiteY194" fmla="*/ 480518 h 6858000"/>
              <a:gd name="connsiteX195" fmla="*/ 5337753 w 6097200"/>
              <a:gd name="connsiteY195" fmla="*/ 522273 h 6858000"/>
              <a:gd name="connsiteX196" fmla="*/ 5378277 w 6097200"/>
              <a:gd name="connsiteY196" fmla="*/ 564027 h 6858000"/>
              <a:gd name="connsiteX197" fmla="*/ 5412776 w 6097200"/>
              <a:gd name="connsiteY197" fmla="*/ 546239 h 6858000"/>
              <a:gd name="connsiteX198" fmla="*/ 5400713 w 6097200"/>
              <a:gd name="connsiteY198" fmla="*/ 536033 h 6858000"/>
              <a:gd name="connsiteX199" fmla="*/ 5378290 w 6097200"/>
              <a:gd name="connsiteY199" fmla="*/ 547939 h 6858000"/>
              <a:gd name="connsiteX200" fmla="*/ 5355866 w 6097200"/>
              <a:gd name="connsiteY200" fmla="*/ 527989 h 6858000"/>
              <a:gd name="connsiteX201" fmla="*/ 5415103 w 6097200"/>
              <a:gd name="connsiteY201" fmla="*/ 527989 h 6858000"/>
              <a:gd name="connsiteX202" fmla="*/ 5415564 w 6097200"/>
              <a:gd name="connsiteY202" fmla="*/ 521493 h 6858000"/>
              <a:gd name="connsiteX203" fmla="*/ 5376895 w 6097200"/>
              <a:gd name="connsiteY203" fmla="*/ 480518 h 6858000"/>
              <a:gd name="connsiteX204" fmla="*/ 5256553 w 6097200"/>
              <a:gd name="connsiteY204" fmla="*/ 480518 h 6858000"/>
              <a:gd name="connsiteX205" fmla="*/ 5234129 w 6097200"/>
              <a:gd name="connsiteY205" fmla="*/ 493205 h 6858000"/>
              <a:gd name="connsiteX206" fmla="*/ 5234129 w 6097200"/>
              <a:gd name="connsiteY206" fmla="*/ 482693 h 6858000"/>
              <a:gd name="connsiteX207" fmla="*/ 5216490 w 6097200"/>
              <a:gd name="connsiteY207" fmla="*/ 482693 h 6858000"/>
              <a:gd name="connsiteX208" fmla="*/ 5216490 w 6097200"/>
              <a:gd name="connsiteY208" fmla="*/ 561866 h 6858000"/>
              <a:gd name="connsiteX209" fmla="*/ 5234116 w 6097200"/>
              <a:gd name="connsiteY209" fmla="*/ 561866 h 6858000"/>
              <a:gd name="connsiteX210" fmla="*/ 5234116 w 6097200"/>
              <a:gd name="connsiteY210" fmla="*/ 514856 h 6858000"/>
              <a:gd name="connsiteX211" fmla="*/ 5249274 w 6097200"/>
              <a:gd name="connsiteY211" fmla="*/ 495993 h 6858000"/>
              <a:gd name="connsiteX212" fmla="*/ 5263511 w 6097200"/>
              <a:gd name="connsiteY212" fmla="*/ 513462 h 6858000"/>
              <a:gd name="connsiteX213" fmla="*/ 5263511 w 6097200"/>
              <a:gd name="connsiteY213" fmla="*/ 561866 h 6858000"/>
              <a:gd name="connsiteX214" fmla="*/ 5281138 w 6097200"/>
              <a:gd name="connsiteY214" fmla="*/ 561866 h 6858000"/>
              <a:gd name="connsiteX215" fmla="*/ 5281138 w 6097200"/>
              <a:gd name="connsiteY215" fmla="*/ 513155 h 6858000"/>
              <a:gd name="connsiteX216" fmla="*/ 5296296 w 6097200"/>
              <a:gd name="connsiteY216" fmla="*/ 495993 h 6858000"/>
              <a:gd name="connsiteX217" fmla="*/ 5310533 w 6097200"/>
              <a:gd name="connsiteY217" fmla="*/ 513462 h 6858000"/>
              <a:gd name="connsiteX218" fmla="*/ 5310533 w 6097200"/>
              <a:gd name="connsiteY218" fmla="*/ 561866 h 6858000"/>
              <a:gd name="connsiteX219" fmla="*/ 5328172 w 6097200"/>
              <a:gd name="connsiteY219" fmla="*/ 561866 h 6858000"/>
              <a:gd name="connsiteX220" fmla="*/ 5328172 w 6097200"/>
              <a:gd name="connsiteY220" fmla="*/ 510367 h 6858000"/>
              <a:gd name="connsiteX221" fmla="*/ 5302026 w 6097200"/>
              <a:gd name="connsiteY221" fmla="*/ 480518 h 6858000"/>
              <a:gd name="connsiteX222" fmla="*/ 5278209 w 6097200"/>
              <a:gd name="connsiteY222" fmla="*/ 494125 h 6858000"/>
              <a:gd name="connsiteX223" fmla="*/ 5256553 w 6097200"/>
              <a:gd name="connsiteY223" fmla="*/ 480518 h 6858000"/>
              <a:gd name="connsiteX224" fmla="*/ 4993111 w 6097200"/>
              <a:gd name="connsiteY224" fmla="*/ 471861 h 6858000"/>
              <a:gd name="connsiteX225" fmla="*/ 5023120 w 6097200"/>
              <a:gd name="connsiteY225" fmla="*/ 471861 h 6858000"/>
              <a:gd name="connsiteX226" fmla="*/ 5038278 w 6097200"/>
              <a:gd name="connsiteY226" fmla="*/ 484381 h 6858000"/>
              <a:gd name="connsiteX227" fmla="*/ 5023120 w 6097200"/>
              <a:gd name="connsiteY227" fmla="*/ 496913 h 6858000"/>
              <a:gd name="connsiteX228" fmla="*/ 4993111 w 6097200"/>
              <a:gd name="connsiteY228" fmla="*/ 496913 h 6858000"/>
              <a:gd name="connsiteX229" fmla="*/ 4728340 w 6097200"/>
              <a:gd name="connsiteY229" fmla="*/ 462794 h 6858000"/>
              <a:gd name="connsiteX230" fmla="*/ 4716648 w 6097200"/>
              <a:gd name="connsiteY230" fmla="*/ 494561 h 6858000"/>
              <a:gd name="connsiteX231" fmla="*/ 4727457 w 6097200"/>
              <a:gd name="connsiteY231" fmla="*/ 566535 h 6858000"/>
              <a:gd name="connsiteX232" fmla="*/ 4729235 w 6097200"/>
              <a:gd name="connsiteY232" fmla="*/ 566535 h 6858000"/>
              <a:gd name="connsiteX233" fmla="*/ 4740044 w 6097200"/>
              <a:gd name="connsiteY233" fmla="*/ 494561 h 6858000"/>
              <a:gd name="connsiteX234" fmla="*/ 4728340 w 6097200"/>
              <a:gd name="connsiteY234" fmla="*/ 462794 h 6858000"/>
              <a:gd name="connsiteX235" fmla="*/ 4973003 w 6097200"/>
              <a:gd name="connsiteY235" fmla="*/ 453624 h 6858000"/>
              <a:gd name="connsiteX236" fmla="*/ 4973003 w 6097200"/>
              <a:gd name="connsiteY236" fmla="*/ 561866 h 6858000"/>
              <a:gd name="connsiteX237" fmla="*/ 5026369 w 6097200"/>
              <a:gd name="connsiteY237" fmla="*/ 561866 h 6858000"/>
              <a:gd name="connsiteX238" fmla="*/ 5061942 w 6097200"/>
              <a:gd name="connsiteY238" fmla="*/ 531404 h 6858000"/>
              <a:gd name="connsiteX239" fmla="*/ 5043075 w 6097200"/>
              <a:gd name="connsiteY239" fmla="*/ 505584 h 6858000"/>
              <a:gd name="connsiteX240" fmla="*/ 5059320 w 6097200"/>
              <a:gd name="connsiteY240" fmla="*/ 481772 h 6858000"/>
              <a:gd name="connsiteX241" fmla="*/ 5025909 w 6097200"/>
              <a:gd name="connsiteY241" fmla="*/ 453624 h 6858000"/>
              <a:gd name="connsiteX242" fmla="*/ 5514391 w 6097200"/>
              <a:gd name="connsiteY242" fmla="*/ 450670 h 6858000"/>
              <a:gd name="connsiteX243" fmla="*/ 5503403 w 6097200"/>
              <a:gd name="connsiteY243" fmla="*/ 461655 h 6858000"/>
              <a:gd name="connsiteX244" fmla="*/ 5514391 w 6097200"/>
              <a:gd name="connsiteY244" fmla="*/ 472641 h 6858000"/>
              <a:gd name="connsiteX245" fmla="*/ 5525379 w 6097200"/>
              <a:gd name="connsiteY245" fmla="*/ 461655 h 6858000"/>
              <a:gd name="connsiteX246" fmla="*/ 5514391 w 6097200"/>
              <a:gd name="connsiteY246" fmla="*/ 450670 h 6858000"/>
              <a:gd name="connsiteX247" fmla="*/ 4867038 w 6097200"/>
              <a:gd name="connsiteY247" fmla="*/ 447346 h 6858000"/>
              <a:gd name="connsiteX248" fmla="*/ 4819863 w 6097200"/>
              <a:gd name="connsiteY248" fmla="*/ 475417 h 6858000"/>
              <a:gd name="connsiteX249" fmla="*/ 4743421 w 6097200"/>
              <a:gd name="connsiteY249" fmla="*/ 569476 h 6858000"/>
              <a:gd name="connsiteX250" fmla="*/ 4744879 w 6097200"/>
              <a:gd name="connsiteY250" fmla="*/ 570934 h 6858000"/>
              <a:gd name="connsiteX251" fmla="*/ 4838961 w 6097200"/>
              <a:gd name="connsiteY251" fmla="*/ 494510 h 6858000"/>
              <a:gd name="connsiteX252" fmla="*/ 4867038 w 6097200"/>
              <a:gd name="connsiteY252" fmla="*/ 447346 h 6858000"/>
              <a:gd name="connsiteX253" fmla="*/ 4588234 w 6097200"/>
              <a:gd name="connsiteY253" fmla="*/ 447282 h 6858000"/>
              <a:gd name="connsiteX254" fmla="*/ 4616311 w 6097200"/>
              <a:gd name="connsiteY254" fmla="*/ 494446 h 6858000"/>
              <a:gd name="connsiteX255" fmla="*/ 4710393 w 6097200"/>
              <a:gd name="connsiteY255" fmla="*/ 570870 h 6858000"/>
              <a:gd name="connsiteX256" fmla="*/ 4710393 w 6097200"/>
              <a:gd name="connsiteY256" fmla="*/ 570883 h 6858000"/>
              <a:gd name="connsiteX257" fmla="*/ 4711851 w 6097200"/>
              <a:gd name="connsiteY257" fmla="*/ 569425 h 6858000"/>
              <a:gd name="connsiteX258" fmla="*/ 4635409 w 6097200"/>
              <a:gd name="connsiteY258" fmla="*/ 475365 h 6858000"/>
              <a:gd name="connsiteX259" fmla="*/ 4588234 w 6097200"/>
              <a:gd name="connsiteY259" fmla="*/ 447282 h 6858000"/>
              <a:gd name="connsiteX260" fmla="*/ 0 w 6097200"/>
              <a:gd name="connsiteY260" fmla="*/ 0 h 6858000"/>
              <a:gd name="connsiteX261" fmla="*/ 6097200 w 6097200"/>
              <a:gd name="connsiteY261" fmla="*/ 0 h 6858000"/>
              <a:gd name="connsiteX262" fmla="*/ 6097200 w 6097200"/>
              <a:gd name="connsiteY262" fmla="*/ 6858000 h 6858000"/>
              <a:gd name="connsiteX263" fmla="*/ 0 w 6097200"/>
              <a:gd name="connsiteY263"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Lst>
            <a:rect l="l" t="t" r="r" b="b"/>
            <a:pathLst>
              <a:path w="6097200" h="6858000">
                <a:moveTo>
                  <a:pt x="5346401" y="652256"/>
                </a:moveTo>
                <a:cubicBezTo>
                  <a:pt x="5359704" y="652256"/>
                  <a:pt x="5369451" y="662768"/>
                  <a:pt x="5369451" y="677002"/>
                </a:cubicBezTo>
                <a:cubicBezTo>
                  <a:pt x="5369451" y="691236"/>
                  <a:pt x="5359704" y="701748"/>
                  <a:pt x="5346401" y="701748"/>
                </a:cubicBezTo>
                <a:cubicBezTo>
                  <a:pt x="5333098" y="701748"/>
                  <a:pt x="5323350" y="691236"/>
                  <a:pt x="5323350" y="677002"/>
                </a:cubicBezTo>
                <a:cubicBezTo>
                  <a:pt x="5323350" y="662768"/>
                  <a:pt x="5333098" y="652256"/>
                  <a:pt x="5346401" y="652256"/>
                </a:cubicBezTo>
                <a:close/>
                <a:moveTo>
                  <a:pt x="5121193" y="652256"/>
                </a:moveTo>
                <a:cubicBezTo>
                  <a:pt x="5134496" y="652256"/>
                  <a:pt x="5144243" y="662768"/>
                  <a:pt x="5144243" y="677002"/>
                </a:cubicBezTo>
                <a:cubicBezTo>
                  <a:pt x="5144243" y="691236"/>
                  <a:pt x="5134496" y="701748"/>
                  <a:pt x="5121193" y="701748"/>
                </a:cubicBezTo>
                <a:cubicBezTo>
                  <a:pt x="5107890" y="701748"/>
                  <a:pt x="5098143" y="691236"/>
                  <a:pt x="5098143" y="677002"/>
                </a:cubicBezTo>
                <a:cubicBezTo>
                  <a:pt x="5098143" y="662768"/>
                  <a:pt x="5107890" y="652256"/>
                  <a:pt x="5121193" y="652256"/>
                </a:cubicBezTo>
                <a:close/>
                <a:moveTo>
                  <a:pt x="5436428" y="651335"/>
                </a:moveTo>
                <a:cubicBezTo>
                  <a:pt x="5446328" y="651335"/>
                  <a:pt x="5454374" y="657218"/>
                  <a:pt x="5456689" y="668498"/>
                </a:cubicBezTo>
                <a:lnTo>
                  <a:pt x="5415859" y="668498"/>
                </a:lnTo>
                <a:cubicBezTo>
                  <a:pt x="5418328" y="657832"/>
                  <a:pt x="5425913" y="651335"/>
                  <a:pt x="5436428" y="651335"/>
                </a:cubicBezTo>
                <a:close/>
                <a:moveTo>
                  <a:pt x="5524280" y="636015"/>
                </a:moveTo>
                <a:cubicBezTo>
                  <a:pt x="5512678" y="636015"/>
                  <a:pt x="5505105" y="642511"/>
                  <a:pt x="5502624" y="651783"/>
                </a:cubicBezTo>
                <a:lnTo>
                  <a:pt x="5502624" y="637396"/>
                </a:lnTo>
                <a:lnTo>
                  <a:pt x="5484997" y="637396"/>
                </a:lnTo>
                <a:lnTo>
                  <a:pt x="5484997" y="716570"/>
                </a:lnTo>
                <a:lnTo>
                  <a:pt x="5484997" y="716595"/>
                </a:lnTo>
                <a:lnTo>
                  <a:pt x="5502624" y="716595"/>
                </a:lnTo>
                <a:lnTo>
                  <a:pt x="5502624" y="673447"/>
                </a:lnTo>
                <a:cubicBezTo>
                  <a:pt x="5502624" y="660300"/>
                  <a:pt x="5508188" y="654264"/>
                  <a:pt x="5522118" y="654264"/>
                </a:cubicBezTo>
                <a:lnTo>
                  <a:pt x="5525981" y="654264"/>
                </a:lnTo>
                <a:lnTo>
                  <a:pt x="5525981" y="636015"/>
                </a:lnTo>
                <a:close/>
                <a:moveTo>
                  <a:pt x="5342845" y="635260"/>
                </a:moveTo>
                <a:cubicBezTo>
                  <a:pt x="5322122" y="635260"/>
                  <a:pt x="5305110" y="652729"/>
                  <a:pt x="5305110" y="677015"/>
                </a:cubicBezTo>
                <a:cubicBezTo>
                  <a:pt x="5305110" y="701300"/>
                  <a:pt x="5322122" y="718769"/>
                  <a:pt x="5342845" y="718769"/>
                </a:cubicBezTo>
                <a:cubicBezTo>
                  <a:pt x="5355061" y="718769"/>
                  <a:pt x="5364194" y="713513"/>
                  <a:pt x="5369451" y="703461"/>
                </a:cubicBezTo>
                <a:lnTo>
                  <a:pt x="5369451" y="716608"/>
                </a:lnTo>
                <a:lnTo>
                  <a:pt x="5387091" y="716608"/>
                </a:lnTo>
                <a:lnTo>
                  <a:pt x="5387091" y="637434"/>
                </a:lnTo>
                <a:lnTo>
                  <a:pt x="5369451" y="637434"/>
                </a:lnTo>
                <a:lnTo>
                  <a:pt x="5369451" y="650568"/>
                </a:lnTo>
                <a:cubicBezTo>
                  <a:pt x="5364194" y="640516"/>
                  <a:pt x="5355061" y="635260"/>
                  <a:pt x="5342845" y="635260"/>
                </a:cubicBezTo>
                <a:close/>
                <a:moveTo>
                  <a:pt x="5121193" y="635248"/>
                </a:moveTo>
                <a:cubicBezTo>
                  <a:pt x="5097682" y="635248"/>
                  <a:pt x="5079889" y="652717"/>
                  <a:pt x="5079889" y="677002"/>
                </a:cubicBezTo>
                <a:cubicBezTo>
                  <a:pt x="5079889" y="701287"/>
                  <a:pt x="5097682" y="718756"/>
                  <a:pt x="5121193" y="718756"/>
                </a:cubicBezTo>
                <a:cubicBezTo>
                  <a:pt x="5144704" y="718756"/>
                  <a:pt x="5162497" y="701287"/>
                  <a:pt x="5162497" y="677002"/>
                </a:cubicBezTo>
                <a:cubicBezTo>
                  <a:pt x="5162497" y="652717"/>
                  <a:pt x="5144704" y="635248"/>
                  <a:pt x="5121193" y="635248"/>
                </a:cubicBezTo>
                <a:close/>
                <a:moveTo>
                  <a:pt x="5436440" y="635235"/>
                </a:moveTo>
                <a:cubicBezTo>
                  <a:pt x="5413237" y="635235"/>
                  <a:pt x="5397311" y="652870"/>
                  <a:pt x="5397311" y="676989"/>
                </a:cubicBezTo>
                <a:lnTo>
                  <a:pt x="5397298" y="677002"/>
                </a:lnTo>
                <a:cubicBezTo>
                  <a:pt x="5397298" y="701121"/>
                  <a:pt x="5414464" y="718756"/>
                  <a:pt x="5437822" y="718756"/>
                </a:cubicBezTo>
                <a:cubicBezTo>
                  <a:pt x="5452212" y="718756"/>
                  <a:pt x="5465822" y="711646"/>
                  <a:pt x="5472321" y="700968"/>
                </a:cubicBezTo>
                <a:lnTo>
                  <a:pt x="5460258" y="690762"/>
                </a:lnTo>
                <a:cubicBezTo>
                  <a:pt x="5455768" y="698193"/>
                  <a:pt x="5447415" y="702669"/>
                  <a:pt x="5437835" y="702669"/>
                </a:cubicBezTo>
                <a:cubicBezTo>
                  <a:pt x="5426233" y="702669"/>
                  <a:pt x="5417573" y="694778"/>
                  <a:pt x="5415411" y="682718"/>
                </a:cubicBezTo>
                <a:lnTo>
                  <a:pt x="5474649" y="682718"/>
                </a:lnTo>
                <a:cubicBezTo>
                  <a:pt x="5474956" y="680711"/>
                  <a:pt x="5475109" y="678383"/>
                  <a:pt x="5475109" y="676222"/>
                </a:cubicBezTo>
                <a:cubicBezTo>
                  <a:pt x="5475109" y="653484"/>
                  <a:pt x="5459644" y="635235"/>
                  <a:pt x="5436440" y="635235"/>
                </a:cubicBezTo>
                <a:close/>
                <a:moveTo>
                  <a:pt x="5197290" y="614517"/>
                </a:moveTo>
                <a:lnTo>
                  <a:pt x="5179650" y="619927"/>
                </a:lnTo>
                <a:lnTo>
                  <a:pt x="5179650" y="637396"/>
                </a:lnTo>
                <a:lnTo>
                  <a:pt x="5164339" y="637396"/>
                </a:lnTo>
                <a:lnTo>
                  <a:pt x="5164339" y="652551"/>
                </a:lnTo>
                <a:lnTo>
                  <a:pt x="5179650" y="652551"/>
                </a:lnTo>
                <a:lnTo>
                  <a:pt x="5179650" y="691363"/>
                </a:lnTo>
                <a:cubicBezTo>
                  <a:pt x="5179650" y="708526"/>
                  <a:pt x="5189090" y="718271"/>
                  <a:pt x="5205169" y="718271"/>
                </a:cubicBezTo>
                <a:cubicBezTo>
                  <a:pt x="5209659" y="718271"/>
                  <a:pt x="5213676" y="717810"/>
                  <a:pt x="5216618" y="716877"/>
                </a:cubicBezTo>
                <a:lnTo>
                  <a:pt x="5216631" y="716902"/>
                </a:lnTo>
                <a:lnTo>
                  <a:pt x="5216631" y="702055"/>
                </a:lnTo>
                <a:cubicBezTo>
                  <a:pt x="5214622" y="702362"/>
                  <a:pt x="5211834" y="702515"/>
                  <a:pt x="5209979" y="702515"/>
                </a:cubicBezTo>
                <a:cubicBezTo>
                  <a:pt x="5201319" y="702515"/>
                  <a:pt x="5197290" y="698026"/>
                  <a:pt x="5197290" y="689675"/>
                </a:cubicBezTo>
                <a:lnTo>
                  <a:pt x="5197290" y="652563"/>
                </a:lnTo>
                <a:lnTo>
                  <a:pt x="5216631" y="652563"/>
                </a:lnTo>
                <a:lnTo>
                  <a:pt x="5216631" y="637409"/>
                </a:lnTo>
                <a:lnTo>
                  <a:pt x="5197290" y="637409"/>
                </a:lnTo>
                <a:close/>
                <a:moveTo>
                  <a:pt x="5228399" y="608341"/>
                </a:moveTo>
                <a:lnTo>
                  <a:pt x="5228399" y="716595"/>
                </a:lnTo>
                <a:lnTo>
                  <a:pt x="5246013" y="716595"/>
                </a:lnTo>
                <a:lnTo>
                  <a:pt x="5246013" y="669585"/>
                </a:lnTo>
                <a:cubicBezTo>
                  <a:pt x="5246013" y="657372"/>
                  <a:pt x="5252511" y="650722"/>
                  <a:pt x="5262411" y="650722"/>
                </a:cubicBezTo>
                <a:cubicBezTo>
                  <a:pt x="5272312" y="650722"/>
                  <a:pt x="5277876" y="657372"/>
                  <a:pt x="5277876" y="668191"/>
                </a:cubicBezTo>
                <a:lnTo>
                  <a:pt x="5277876" y="716595"/>
                </a:lnTo>
                <a:lnTo>
                  <a:pt x="5295516" y="716595"/>
                </a:lnTo>
                <a:lnTo>
                  <a:pt x="5295516" y="665096"/>
                </a:lnTo>
                <a:cubicBezTo>
                  <a:pt x="5295516" y="644685"/>
                  <a:pt x="5284528" y="635248"/>
                  <a:pt x="5269690" y="635248"/>
                </a:cubicBezTo>
                <a:cubicBezTo>
                  <a:pt x="5257474" y="635248"/>
                  <a:pt x="5249428" y="641284"/>
                  <a:pt x="5246026" y="647934"/>
                </a:cubicBezTo>
                <a:lnTo>
                  <a:pt x="5246026" y="608341"/>
                </a:lnTo>
                <a:close/>
                <a:moveTo>
                  <a:pt x="5020652" y="606486"/>
                </a:moveTo>
                <a:cubicBezTo>
                  <a:pt x="4989555" y="606486"/>
                  <a:pt x="4966198" y="629992"/>
                  <a:pt x="4966198" y="662628"/>
                </a:cubicBezTo>
                <a:cubicBezTo>
                  <a:pt x="4966198" y="695264"/>
                  <a:pt x="4989555" y="718769"/>
                  <a:pt x="5018324" y="718769"/>
                </a:cubicBezTo>
                <a:cubicBezTo>
                  <a:pt x="5031627" y="718769"/>
                  <a:pt x="5044150" y="712580"/>
                  <a:pt x="5051428" y="702681"/>
                </a:cubicBezTo>
                <a:lnTo>
                  <a:pt x="5051428" y="716595"/>
                </a:lnTo>
                <a:lnTo>
                  <a:pt x="5069375" y="716595"/>
                </a:lnTo>
                <a:lnTo>
                  <a:pt x="5069375" y="659686"/>
                </a:lnTo>
                <a:lnTo>
                  <a:pt x="5022506" y="659686"/>
                </a:lnTo>
                <a:lnTo>
                  <a:pt x="5022506" y="677322"/>
                </a:lnTo>
                <a:lnTo>
                  <a:pt x="5049880" y="677322"/>
                </a:lnTo>
                <a:cubicBezTo>
                  <a:pt x="5047245" y="690622"/>
                  <a:pt x="5035490" y="699906"/>
                  <a:pt x="5020639" y="699906"/>
                </a:cubicBezTo>
                <a:cubicBezTo>
                  <a:pt x="5001144" y="699906"/>
                  <a:pt x="4987227" y="684138"/>
                  <a:pt x="4987227" y="662640"/>
                </a:cubicBezTo>
                <a:cubicBezTo>
                  <a:pt x="4987227" y="641143"/>
                  <a:pt x="5001144" y="625375"/>
                  <a:pt x="5020639" y="625375"/>
                </a:cubicBezTo>
                <a:cubicBezTo>
                  <a:pt x="5034556" y="625375"/>
                  <a:pt x="5044610" y="632332"/>
                  <a:pt x="5050034" y="642230"/>
                </a:cubicBezTo>
                <a:lnTo>
                  <a:pt x="5066739" y="631091"/>
                </a:lnTo>
                <a:cubicBezTo>
                  <a:pt x="5058540" y="615630"/>
                  <a:pt x="5041220" y="606499"/>
                  <a:pt x="5020639" y="606499"/>
                </a:cubicBezTo>
                <a:close/>
                <a:moveTo>
                  <a:pt x="4744738" y="601537"/>
                </a:moveTo>
                <a:lnTo>
                  <a:pt x="4744746" y="601542"/>
                </a:lnTo>
                <a:lnTo>
                  <a:pt x="4743293" y="602995"/>
                </a:lnTo>
                <a:cubicBezTo>
                  <a:pt x="4761035" y="630631"/>
                  <a:pt x="4784546" y="661873"/>
                  <a:pt x="4819735" y="697054"/>
                </a:cubicBezTo>
                <a:cubicBezTo>
                  <a:pt x="4845357" y="722670"/>
                  <a:pt x="4859159" y="732888"/>
                  <a:pt x="4866910" y="725125"/>
                </a:cubicBezTo>
                <a:cubicBezTo>
                  <a:pt x="4874662" y="717376"/>
                  <a:pt x="4864442" y="703577"/>
                  <a:pt x="4838820" y="677961"/>
                </a:cubicBezTo>
                <a:cubicBezTo>
                  <a:pt x="4821225" y="660371"/>
                  <a:pt x="4804616" y="645696"/>
                  <a:pt x="4788949" y="633203"/>
                </a:cubicBezTo>
                <a:lnTo>
                  <a:pt x="4744746" y="601542"/>
                </a:lnTo>
                <a:lnTo>
                  <a:pt x="4744751" y="601537"/>
                </a:lnTo>
                <a:close/>
                <a:moveTo>
                  <a:pt x="4640551" y="588557"/>
                </a:moveTo>
                <a:cubicBezTo>
                  <a:pt x="4618550" y="588557"/>
                  <a:pt x="4608227" y="590756"/>
                  <a:pt x="4608227" y="600258"/>
                </a:cubicBezTo>
                <a:cubicBezTo>
                  <a:pt x="4608227" y="609760"/>
                  <a:pt x="4618537" y="611960"/>
                  <a:pt x="4640551" y="611960"/>
                </a:cubicBezTo>
                <a:cubicBezTo>
                  <a:pt x="4665495" y="611960"/>
                  <a:pt x="4685872" y="608724"/>
                  <a:pt x="4703192" y="604184"/>
                </a:cubicBezTo>
                <a:cubicBezTo>
                  <a:pt x="4677327" y="621794"/>
                  <a:pt x="4648597" y="646783"/>
                  <a:pt x="4616030" y="678997"/>
                </a:cubicBezTo>
                <a:cubicBezTo>
                  <a:pt x="4590472" y="704280"/>
                  <a:pt x="4580214" y="717823"/>
                  <a:pt x="4587633" y="725164"/>
                </a:cubicBezTo>
                <a:cubicBezTo>
                  <a:pt x="4595052" y="732504"/>
                  <a:pt x="4608739" y="722350"/>
                  <a:pt x="4634296" y="697067"/>
                </a:cubicBezTo>
                <a:cubicBezTo>
                  <a:pt x="4666864" y="664840"/>
                  <a:pt x="4692114" y="636424"/>
                  <a:pt x="4709907" y="610834"/>
                </a:cubicBezTo>
                <a:cubicBezTo>
                  <a:pt x="4705366" y="628150"/>
                  <a:pt x="4702117" y="648535"/>
                  <a:pt x="4702117" y="673511"/>
                </a:cubicBezTo>
                <a:cubicBezTo>
                  <a:pt x="4702117" y="695507"/>
                  <a:pt x="4704317" y="705815"/>
                  <a:pt x="4713821" y="705815"/>
                </a:cubicBezTo>
                <a:cubicBezTo>
                  <a:pt x="4723325" y="705815"/>
                  <a:pt x="4725526" y="695507"/>
                  <a:pt x="4725526" y="673511"/>
                </a:cubicBezTo>
                <a:cubicBezTo>
                  <a:pt x="4725526" y="643291"/>
                  <a:pt x="4720793" y="619773"/>
                  <a:pt x="4714717" y="600297"/>
                </a:cubicBezTo>
                <a:cubicBezTo>
                  <a:pt x="4714640" y="600028"/>
                  <a:pt x="4714499" y="599836"/>
                  <a:pt x="4714333" y="599708"/>
                </a:cubicBezTo>
                <a:lnTo>
                  <a:pt x="4714320" y="599695"/>
                </a:lnTo>
                <a:cubicBezTo>
                  <a:pt x="4714192" y="599555"/>
                  <a:pt x="4714013" y="599440"/>
                  <a:pt x="4713783" y="599363"/>
                </a:cubicBezTo>
                <a:cubicBezTo>
                  <a:pt x="4694289" y="593301"/>
                  <a:pt x="4670778" y="588557"/>
                  <a:pt x="4640551" y="588557"/>
                </a:cubicBezTo>
                <a:close/>
                <a:moveTo>
                  <a:pt x="4827410" y="575551"/>
                </a:moveTo>
                <a:cubicBezTo>
                  <a:pt x="4794549" y="575551"/>
                  <a:pt x="4768978" y="580295"/>
                  <a:pt x="4747796" y="586357"/>
                </a:cubicBezTo>
                <a:cubicBezTo>
                  <a:pt x="4746683" y="586677"/>
                  <a:pt x="4746683" y="587828"/>
                  <a:pt x="4747796" y="588147"/>
                </a:cubicBezTo>
                <a:cubicBezTo>
                  <a:pt x="4768978" y="594209"/>
                  <a:pt x="4794562" y="598941"/>
                  <a:pt x="4827410" y="598941"/>
                </a:cubicBezTo>
                <a:cubicBezTo>
                  <a:pt x="4851330" y="598941"/>
                  <a:pt x="4862549" y="596741"/>
                  <a:pt x="4862549" y="587252"/>
                </a:cubicBezTo>
                <a:cubicBezTo>
                  <a:pt x="4862549" y="577763"/>
                  <a:pt x="4851330" y="575551"/>
                  <a:pt x="4827410" y="575551"/>
                </a:cubicBezTo>
                <a:close/>
                <a:moveTo>
                  <a:pt x="4993111" y="515163"/>
                </a:moveTo>
                <a:lnTo>
                  <a:pt x="5024054" y="515163"/>
                </a:lnTo>
                <a:cubicBezTo>
                  <a:pt x="5034722" y="515163"/>
                  <a:pt x="5040913" y="520419"/>
                  <a:pt x="5040913" y="529396"/>
                </a:cubicBezTo>
                <a:cubicBezTo>
                  <a:pt x="5040913" y="538374"/>
                  <a:pt x="5034722" y="543630"/>
                  <a:pt x="5024054" y="543630"/>
                </a:cubicBezTo>
                <a:lnTo>
                  <a:pt x="5024054" y="543617"/>
                </a:lnTo>
                <a:lnTo>
                  <a:pt x="4993111" y="543617"/>
                </a:lnTo>
                <a:close/>
                <a:moveTo>
                  <a:pt x="5574716" y="497527"/>
                </a:moveTo>
                <a:cubicBezTo>
                  <a:pt x="5588019" y="497527"/>
                  <a:pt x="5597766" y="508039"/>
                  <a:pt x="5597766" y="522273"/>
                </a:cubicBezTo>
                <a:cubicBezTo>
                  <a:pt x="5597766" y="536507"/>
                  <a:pt x="5588019" y="547019"/>
                  <a:pt x="5574716" y="547019"/>
                </a:cubicBezTo>
                <a:cubicBezTo>
                  <a:pt x="5561413" y="547019"/>
                  <a:pt x="5551666" y="536507"/>
                  <a:pt x="5551666" y="522273"/>
                </a:cubicBezTo>
                <a:cubicBezTo>
                  <a:pt x="5551666" y="508039"/>
                  <a:pt x="5561413" y="497527"/>
                  <a:pt x="5574716" y="497527"/>
                </a:cubicBezTo>
                <a:close/>
                <a:moveTo>
                  <a:pt x="5111919" y="497527"/>
                </a:moveTo>
                <a:cubicBezTo>
                  <a:pt x="5125222" y="497527"/>
                  <a:pt x="5134969" y="508039"/>
                  <a:pt x="5134969" y="522273"/>
                </a:cubicBezTo>
                <a:cubicBezTo>
                  <a:pt x="5134969" y="536507"/>
                  <a:pt x="5125222" y="547019"/>
                  <a:pt x="5111919" y="547019"/>
                </a:cubicBezTo>
                <a:cubicBezTo>
                  <a:pt x="5098616" y="547019"/>
                  <a:pt x="5088869" y="536507"/>
                  <a:pt x="5088869" y="522273"/>
                </a:cubicBezTo>
                <a:cubicBezTo>
                  <a:pt x="5088869" y="508039"/>
                  <a:pt x="5098616" y="497527"/>
                  <a:pt x="5111919" y="497527"/>
                </a:cubicBezTo>
                <a:close/>
                <a:moveTo>
                  <a:pt x="5376882" y="496606"/>
                </a:moveTo>
                <a:cubicBezTo>
                  <a:pt x="5386783" y="496606"/>
                  <a:pt x="5394829" y="502489"/>
                  <a:pt x="5397144" y="513769"/>
                </a:cubicBezTo>
                <a:lnTo>
                  <a:pt x="5356314" y="513769"/>
                </a:lnTo>
                <a:cubicBezTo>
                  <a:pt x="5358782" y="503103"/>
                  <a:pt x="5366368" y="496606"/>
                  <a:pt x="5376882" y="496606"/>
                </a:cubicBezTo>
                <a:close/>
                <a:moveTo>
                  <a:pt x="5505578" y="482693"/>
                </a:moveTo>
                <a:lnTo>
                  <a:pt x="5505578" y="561866"/>
                </a:lnTo>
                <a:lnTo>
                  <a:pt x="5523217" y="561866"/>
                </a:lnTo>
                <a:lnTo>
                  <a:pt x="5523217" y="482693"/>
                </a:lnTo>
                <a:close/>
                <a:moveTo>
                  <a:pt x="5205502" y="481299"/>
                </a:moveTo>
                <a:cubicBezTo>
                  <a:pt x="5193900" y="481299"/>
                  <a:pt x="5186327" y="487795"/>
                  <a:pt x="5183846" y="497080"/>
                </a:cubicBezTo>
                <a:lnTo>
                  <a:pt x="5183846" y="482693"/>
                </a:lnTo>
                <a:lnTo>
                  <a:pt x="5166206" y="482693"/>
                </a:lnTo>
                <a:lnTo>
                  <a:pt x="5166206" y="561866"/>
                </a:lnTo>
                <a:lnTo>
                  <a:pt x="5183846" y="561866"/>
                </a:lnTo>
                <a:lnTo>
                  <a:pt x="5183846" y="518718"/>
                </a:lnTo>
                <a:cubicBezTo>
                  <a:pt x="5183846" y="505571"/>
                  <a:pt x="5189410" y="499548"/>
                  <a:pt x="5203340" y="499548"/>
                </a:cubicBezTo>
                <a:lnTo>
                  <a:pt x="5207203" y="499548"/>
                </a:lnTo>
                <a:lnTo>
                  <a:pt x="5207203" y="481299"/>
                </a:lnTo>
                <a:close/>
                <a:moveTo>
                  <a:pt x="5571160" y="480531"/>
                </a:moveTo>
                <a:cubicBezTo>
                  <a:pt x="5550438" y="480531"/>
                  <a:pt x="5533412" y="498000"/>
                  <a:pt x="5533412" y="522286"/>
                </a:cubicBezTo>
                <a:cubicBezTo>
                  <a:pt x="5533412" y="546571"/>
                  <a:pt x="5550425" y="564040"/>
                  <a:pt x="5571160" y="564040"/>
                </a:cubicBezTo>
                <a:cubicBezTo>
                  <a:pt x="5583376" y="564040"/>
                  <a:pt x="5592509" y="558784"/>
                  <a:pt x="5597766" y="548732"/>
                </a:cubicBezTo>
                <a:lnTo>
                  <a:pt x="5597766" y="561879"/>
                </a:lnTo>
                <a:lnTo>
                  <a:pt x="5615393" y="561879"/>
                </a:lnTo>
                <a:lnTo>
                  <a:pt x="5615393" y="482705"/>
                </a:lnTo>
                <a:lnTo>
                  <a:pt x="5597766" y="482705"/>
                </a:lnTo>
                <a:lnTo>
                  <a:pt x="5597766" y="495839"/>
                </a:lnTo>
                <a:cubicBezTo>
                  <a:pt x="5592509" y="485787"/>
                  <a:pt x="5583376" y="480531"/>
                  <a:pt x="5571160" y="480531"/>
                </a:cubicBezTo>
                <a:close/>
                <a:moveTo>
                  <a:pt x="5108350" y="480531"/>
                </a:moveTo>
                <a:cubicBezTo>
                  <a:pt x="5087628" y="480531"/>
                  <a:pt x="5070602" y="498000"/>
                  <a:pt x="5070602" y="522286"/>
                </a:cubicBezTo>
                <a:cubicBezTo>
                  <a:pt x="5070602" y="546571"/>
                  <a:pt x="5087615" y="564040"/>
                  <a:pt x="5108350" y="564040"/>
                </a:cubicBezTo>
                <a:cubicBezTo>
                  <a:pt x="5120566" y="564040"/>
                  <a:pt x="5129699" y="558784"/>
                  <a:pt x="5134956" y="548732"/>
                </a:cubicBezTo>
                <a:lnTo>
                  <a:pt x="5134956" y="561879"/>
                </a:lnTo>
                <a:lnTo>
                  <a:pt x="5152583" y="561879"/>
                </a:lnTo>
                <a:lnTo>
                  <a:pt x="5152583" y="482705"/>
                </a:lnTo>
                <a:lnTo>
                  <a:pt x="5134956" y="482705"/>
                </a:lnTo>
                <a:lnTo>
                  <a:pt x="5134956" y="495839"/>
                </a:lnTo>
                <a:cubicBezTo>
                  <a:pt x="5129699" y="485787"/>
                  <a:pt x="5120566" y="480531"/>
                  <a:pt x="5108350" y="480531"/>
                </a:cubicBezTo>
                <a:close/>
                <a:moveTo>
                  <a:pt x="5466756" y="480518"/>
                </a:moveTo>
                <a:cubicBezTo>
                  <a:pt x="5454540" y="480518"/>
                  <a:pt x="5446494" y="486555"/>
                  <a:pt x="5443091" y="493205"/>
                </a:cubicBezTo>
                <a:lnTo>
                  <a:pt x="5443091" y="482693"/>
                </a:lnTo>
                <a:lnTo>
                  <a:pt x="5425465" y="482693"/>
                </a:lnTo>
                <a:lnTo>
                  <a:pt x="5425465" y="561866"/>
                </a:lnTo>
                <a:lnTo>
                  <a:pt x="5443079" y="561866"/>
                </a:lnTo>
                <a:lnTo>
                  <a:pt x="5443079" y="514856"/>
                </a:lnTo>
                <a:cubicBezTo>
                  <a:pt x="5443079" y="502643"/>
                  <a:pt x="5449577" y="495993"/>
                  <a:pt x="5459477" y="495993"/>
                </a:cubicBezTo>
                <a:cubicBezTo>
                  <a:pt x="5469378" y="495993"/>
                  <a:pt x="5474942" y="502643"/>
                  <a:pt x="5474942" y="513462"/>
                </a:cubicBezTo>
                <a:lnTo>
                  <a:pt x="5474942" y="561866"/>
                </a:lnTo>
                <a:lnTo>
                  <a:pt x="5492582" y="561866"/>
                </a:lnTo>
                <a:lnTo>
                  <a:pt x="5492582" y="510367"/>
                </a:lnTo>
                <a:cubicBezTo>
                  <a:pt x="5492582" y="489956"/>
                  <a:pt x="5481594" y="480518"/>
                  <a:pt x="5466756" y="480518"/>
                </a:cubicBezTo>
                <a:close/>
                <a:moveTo>
                  <a:pt x="5376895" y="480518"/>
                </a:moveTo>
                <a:cubicBezTo>
                  <a:pt x="5353691" y="480518"/>
                  <a:pt x="5337753" y="498141"/>
                  <a:pt x="5337753" y="522273"/>
                </a:cubicBezTo>
                <a:cubicBezTo>
                  <a:pt x="5337753" y="546392"/>
                  <a:pt x="5354919" y="564027"/>
                  <a:pt x="5378277" y="564027"/>
                </a:cubicBezTo>
                <a:cubicBezTo>
                  <a:pt x="5392667" y="564027"/>
                  <a:pt x="5406277" y="556917"/>
                  <a:pt x="5412776" y="546239"/>
                </a:cubicBezTo>
                <a:lnTo>
                  <a:pt x="5400713" y="536033"/>
                </a:lnTo>
                <a:cubicBezTo>
                  <a:pt x="5396223" y="543451"/>
                  <a:pt x="5387870" y="547939"/>
                  <a:pt x="5378290" y="547939"/>
                </a:cubicBezTo>
                <a:cubicBezTo>
                  <a:pt x="5366688" y="547939"/>
                  <a:pt x="5358028" y="540049"/>
                  <a:pt x="5355866" y="527989"/>
                </a:cubicBezTo>
                <a:lnTo>
                  <a:pt x="5415103" y="527989"/>
                </a:lnTo>
                <a:cubicBezTo>
                  <a:pt x="5415411" y="525982"/>
                  <a:pt x="5415564" y="523654"/>
                  <a:pt x="5415564" y="521493"/>
                </a:cubicBezTo>
                <a:cubicBezTo>
                  <a:pt x="5415564" y="498755"/>
                  <a:pt x="5400099" y="480518"/>
                  <a:pt x="5376895" y="480518"/>
                </a:cubicBezTo>
                <a:close/>
                <a:moveTo>
                  <a:pt x="5256553" y="480518"/>
                </a:moveTo>
                <a:cubicBezTo>
                  <a:pt x="5245104" y="480518"/>
                  <a:pt x="5237532" y="486555"/>
                  <a:pt x="5234129" y="493205"/>
                </a:cubicBezTo>
                <a:lnTo>
                  <a:pt x="5234129" y="482693"/>
                </a:lnTo>
                <a:lnTo>
                  <a:pt x="5216490" y="482693"/>
                </a:lnTo>
                <a:lnTo>
                  <a:pt x="5216490" y="561866"/>
                </a:lnTo>
                <a:lnTo>
                  <a:pt x="5234116" y="561866"/>
                </a:lnTo>
                <a:lnTo>
                  <a:pt x="5234116" y="514856"/>
                </a:lnTo>
                <a:cubicBezTo>
                  <a:pt x="5234116" y="502643"/>
                  <a:pt x="5240154" y="495993"/>
                  <a:pt x="5249274" y="495993"/>
                </a:cubicBezTo>
                <a:cubicBezTo>
                  <a:pt x="5258395" y="495993"/>
                  <a:pt x="5263511" y="502643"/>
                  <a:pt x="5263511" y="513462"/>
                </a:cubicBezTo>
                <a:lnTo>
                  <a:pt x="5263511" y="561866"/>
                </a:lnTo>
                <a:lnTo>
                  <a:pt x="5281138" y="561866"/>
                </a:lnTo>
                <a:lnTo>
                  <a:pt x="5281138" y="513155"/>
                </a:lnTo>
                <a:cubicBezTo>
                  <a:pt x="5281138" y="502643"/>
                  <a:pt x="5287176" y="495993"/>
                  <a:pt x="5296296" y="495993"/>
                </a:cubicBezTo>
                <a:cubicBezTo>
                  <a:pt x="5305416" y="495993"/>
                  <a:pt x="5310533" y="502643"/>
                  <a:pt x="5310533" y="513462"/>
                </a:cubicBezTo>
                <a:lnTo>
                  <a:pt x="5310533" y="561866"/>
                </a:lnTo>
                <a:lnTo>
                  <a:pt x="5328172" y="561866"/>
                </a:lnTo>
                <a:lnTo>
                  <a:pt x="5328172" y="510367"/>
                </a:lnTo>
                <a:cubicBezTo>
                  <a:pt x="5328172" y="489956"/>
                  <a:pt x="5317658" y="480518"/>
                  <a:pt x="5302026" y="480518"/>
                </a:cubicBezTo>
                <a:cubicBezTo>
                  <a:pt x="5291512" y="480518"/>
                  <a:pt x="5283312" y="485161"/>
                  <a:pt x="5278209" y="494125"/>
                </a:cubicBezTo>
                <a:cubicBezTo>
                  <a:pt x="5274039" y="484841"/>
                  <a:pt x="5266146" y="480518"/>
                  <a:pt x="5256553" y="480518"/>
                </a:cubicBezTo>
                <a:close/>
                <a:moveTo>
                  <a:pt x="4993111" y="471861"/>
                </a:moveTo>
                <a:lnTo>
                  <a:pt x="5023120" y="471861"/>
                </a:lnTo>
                <a:cubicBezTo>
                  <a:pt x="5032714" y="471861"/>
                  <a:pt x="5038278" y="476503"/>
                  <a:pt x="5038278" y="484381"/>
                </a:cubicBezTo>
                <a:cubicBezTo>
                  <a:pt x="5038278" y="492258"/>
                  <a:pt x="5032714" y="496913"/>
                  <a:pt x="5023120" y="496913"/>
                </a:cubicBezTo>
                <a:lnTo>
                  <a:pt x="4993111" y="496913"/>
                </a:lnTo>
                <a:close/>
                <a:moveTo>
                  <a:pt x="4728340" y="462794"/>
                </a:moveTo>
                <a:cubicBezTo>
                  <a:pt x="4718848" y="462794"/>
                  <a:pt x="4716648" y="472936"/>
                  <a:pt x="4716648" y="494561"/>
                </a:cubicBezTo>
                <a:cubicBezTo>
                  <a:pt x="4716648" y="524269"/>
                  <a:pt x="4721381" y="547390"/>
                  <a:pt x="4727457" y="566535"/>
                </a:cubicBezTo>
                <a:cubicBezTo>
                  <a:pt x="4727777" y="567545"/>
                  <a:pt x="4728915" y="567545"/>
                  <a:pt x="4729235" y="566535"/>
                </a:cubicBezTo>
                <a:cubicBezTo>
                  <a:pt x="4735298" y="547378"/>
                  <a:pt x="4740044" y="524269"/>
                  <a:pt x="4740044" y="494561"/>
                </a:cubicBezTo>
                <a:cubicBezTo>
                  <a:pt x="4740044" y="472936"/>
                  <a:pt x="4737844" y="462794"/>
                  <a:pt x="4728340" y="462794"/>
                </a:cubicBezTo>
                <a:close/>
                <a:moveTo>
                  <a:pt x="4973003" y="453624"/>
                </a:moveTo>
                <a:lnTo>
                  <a:pt x="4973003" y="561866"/>
                </a:lnTo>
                <a:lnTo>
                  <a:pt x="5026369" y="561866"/>
                </a:lnTo>
                <a:cubicBezTo>
                  <a:pt x="5048793" y="561866"/>
                  <a:pt x="5061942" y="550574"/>
                  <a:pt x="5061942" y="531404"/>
                </a:cubicBezTo>
                <a:cubicBezTo>
                  <a:pt x="5061942" y="518257"/>
                  <a:pt x="5054677" y="509446"/>
                  <a:pt x="5043075" y="505584"/>
                </a:cubicBezTo>
                <a:cubicBezTo>
                  <a:pt x="5053129" y="501722"/>
                  <a:pt x="5059320" y="492744"/>
                  <a:pt x="5059320" y="481772"/>
                </a:cubicBezTo>
                <a:cubicBezTo>
                  <a:pt x="5059320" y="464136"/>
                  <a:pt x="5046951" y="453624"/>
                  <a:pt x="5025909" y="453624"/>
                </a:cubicBezTo>
                <a:close/>
                <a:moveTo>
                  <a:pt x="5514391" y="450670"/>
                </a:moveTo>
                <a:cubicBezTo>
                  <a:pt x="5508354" y="450670"/>
                  <a:pt x="5503403" y="455619"/>
                  <a:pt x="5503403" y="461655"/>
                </a:cubicBezTo>
                <a:cubicBezTo>
                  <a:pt x="5503403" y="467692"/>
                  <a:pt x="5508354" y="472641"/>
                  <a:pt x="5514391" y="472641"/>
                </a:cubicBezTo>
                <a:cubicBezTo>
                  <a:pt x="5520429" y="472641"/>
                  <a:pt x="5525379" y="467692"/>
                  <a:pt x="5525379" y="461655"/>
                </a:cubicBezTo>
                <a:cubicBezTo>
                  <a:pt x="5525379" y="455619"/>
                  <a:pt x="5520429" y="450670"/>
                  <a:pt x="5514391" y="450670"/>
                </a:cubicBezTo>
                <a:close/>
                <a:moveTo>
                  <a:pt x="4867038" y="447346"/>
                </a:moveTo>
                <a:cubicBezTo>
                  <a:pt x="4859287" y="439596"/>
                  <a:pt x="4845485" y="449814"/>
                  <a:pt x="4819863" y="475417"/>
                </a:cubicBezTo>
                <a:cubicBezTo>
                  <a:pt x="4784674" y="510598"/>
                  <a:pt x="4761150" y="541840"/>
                  <a:pt x="4743421" y="569476"/>
                </a:cubicBezTo>
                <a:cubicBezTo>
                  <a:pt x="4742487" y="570934"/>
                  <a:pt x="4743421" y="571868"/>
                  <a:pt x="4744879" y="570934"/>
                </a:cubicBezTo>
                <a:cubicBezTo>
                  <a:pt x="4772522" y="553196"/>
                  <a:pt x="4803771" y="529691"/>
                  <a:pt x="4838961" y="494510"/>
                </a:cubicBezTo>
                <a:cubicBezTo>
                  <a:pt x="4864582" y="468894"/>
                  <a:pt x="4874803" y="455096"/>
                  <a:pt x="4867038" y="447346"/>
                </a:cubicBezTo>
                <a:close/>
                <a:moveTo>
                  <a:pt x="4588234" y="447282"/>
                </a:moveTo>
                <a:cubicBezTo>
                  <a:pt x="4580482" y="455032"/>
                  <a:pt x="4590703" y="468830"/>
                  <a:pt x="4616311" y="494446"/>
                </a:cubicBezTo>
                <a:cubicBezTo>
                  <a:pt x="4651501" y="529627"/>
                  <a:pt x="4682751" y="553145"/>
                  <a:pt x="4710393" y="570870"/>
                </a:cubicBezTo>
                <a:lnTo>
                  <a:pt x="4710393" y="570883"/>
                </a:lnTo>
                <a:cubicBezTo>
                  <a:pt x="4711851" y="571816"/>
                  <a:pt x="4712785" y="570883"/>
                  <a:pt x="4711851" y="569425"/>
                </a:cubicBezTo>
                <a:cubicBezTo>
                  <a:pt x="4694109" y="541789"/>
                  <a:pt x="4670599" y="510547"/>
                  <a:pt x="4635409" y="475365"/>
                </a:cubicBezTo>
                <a:cubicBezTo>
                  <a:pt x="4609800" y="449750"/>
                  <a:pt x="4595986" y="439532"/>
                  <a:pt x="4588234" y="447282"/>
                </a:cubicBezTo>
                <a:close/>
                <a:moveTo>
                  <a:pt x="0" y="0"/>
                </a:moveTo>
                <a:lnTo>
                  <a:pt x="6097200" y="0"/>
                </a:lnTo>
                <a:lnTo>
                  <a:pt x="6097200" y="6858000"/>
                </a:lnTo>
                <a:lnTo>
                  <a:pt x="0" y="6858000"/>
                </a:lnTo>
                <a:close/>
              </a:path>
            </a:pathLst>
          </a:custGeom>
          <a:gradFill>
            <a:gsLst>
              <a:gs pos="0">
                <a:srgbClr val="000000">
                  <a:alpha val="64000"/>
                </a:srgbClr>
              </a:gs>
              <a:gs pos="39000">
                <a:srgbClr val="000000">
                  <a:alpha val="0"/>
                </a:srgbClr>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10" name="Bildplatzhalter 9">
            <a:extLst>
              <a:ext uri="{FF2B5EF4-FFF2-40B4-BE49-F238E27FC236}">
                <a16:creationId xmlns:a16="http://schemas.microsoft.com/office/drawing/2014/main" id="{8F70BAAA-0584-B187-0798-7215A515A63C}"/>
              </a:ext>
            </a:extLst>
          </p:cNvPr>
          <p:cNvSpPr>
            <a:spLocks noGrp="1"/>
          </p:cNvSpPr>
          <p:nvPr>
            <p:ph type="pic" sz="quarter" idx="14"/>
          </p:nvPr>
        </p:nvSpPr>
        <p:spPr/>
        <p:txBody>
          <a:bodyPr/>
          <a:lstStyle/>
          <a:p>
            <a:endParaRPr lang="de-DE"/>
          </a:p>
        </p:txBody>
      </p:sp>
    </p:spTree>
    <p:extLst>
      <p:ext uri="{BB962C8B-B14F-4D97-AF65-F5344CB8AC3E}">
        <p14:creationId xmlns:p14="http://schemas.microsoft.com/office/powerpoint/2010/main" val="970741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C323809D-80AF-8AAA-9A33-AA38EA47C6A6}"/>
              </a:ext>
            </a:extLst>
          </p:cNvPr>
          <p:cNvSpPr>
            <a:spLocks noGrp="1"/>
          </p:cNvSpPr>
          <p:nvPr>
            <p:ph type="title"/>
          </p:nvPr>
        </p:nvSpPr>
        <p:spPr>
          <a:xfrm>
            <a:off x="479425" y="387560"/>
            <a:ext cx="5112000" cy="1425683"/>
          </a:xfrm>
        </p:spPr>
        <p:txBody>
          <a:bodyPr/>
          <a:lstStyle/>
          <a:p>
            <a:r>
              <a:rPr lang="de-DE"/>
              <a:t>Titel der Folie, kurz und </a:t>
            </a:r>
            <a:br>
              <a:rPr lang="de-DE"/>
            </a:br>
            <a:r>
              <a:rPr lang="de-DE"/>
              <a:t>prägnant, zwei- oder auch dreizeilig möglich.</a:t>
            </a:r>
            <a:endParaRPr lang="de-DE" dirty="0"/>
          </a:p>
        </p:txBody>
      </p:sp>
      <p:sp>
        <p:nvSpPr>
          <p:cNvPr id="6" name="Inhaltsplatzhalter 5">
            <a:extLst>
              <a:ext uri="{FF2B5EF4-FFF2-40B4-BE49-F238E27FC236}">
                <a16:creationId xmlns:a16="http://schemas.microsoft.com/office/drawing/2014/main" id="{DDA7BBC3-8BC1-9A40-D6D1-D8CA7EED35F4}"/>
              </a:ext>
            </a:extLst>
          </p:cNvPr>
          <p:cNvSpPr>
            <a:spLocks noGrp="1"/>
          </p:cNvSpPr>
          <p:nvPr>
            <p:ph idx="1"/>
          </p:nvPr>
        </p:nvSpPr>
        <p:spPr>
          <a:xfrm>
            <a:off x="479425" y="2956561"/>
            <a:ext cx="5112000" cy="2993390"/>
          </a:xfrm>
        </p:spPr>
        <p:txBody>
          <a:bodyPr/>
          <a:lstStyle/>
          <a:p>
            <a:r>
              <a:rPr lang="de-DE"/>
              <a:t>Lorem ipsum dolor sit amet, consetetur sadipscing elitr, sed diam nonumy eirmod tempor invidunt ut labore et dolore magna aliquyam erat, sed diam voluptua. At vero eos et accusam et justo duo dolores et ea rebum. </a:t>
            </a:r>
          </a:p>
          <a:p>
            <a:pPr lvl="1"/>
            <a:r>
              <a:rPr lang="de-DE"/>
              <a:t>Aliquyam erat, sed diam voluptua. </a:t>
            </a:r>
          </a:p>
          <a:p>
            <a:pPr lvl="1"/>
            <a:r>
              <a:rPr lang="de-DE"/>
              <a:t>At vero eos et accusam et justo duo dolores </a:t>
            </a:r>
          </a:p>
          <a:p>
            <a:pPr lvl="1"/>
            <a:r>
              <a:rPr lang="de-DE"/>
              <a:t>Et ea rebum. Stet clita kasd gubergren, no sea  takimata sanctus est Lorem ipsum dolor sit amet.</a:t>
            </a:r>
          </a:p>
          <a:p>
            <a:endParaRPr lang="de-DE" dirty="0"/>
          </a:p>
        </p:txBody>
      </p:sp>
      <p:sp>
        <p:nvSpPr>
          <p:cNvPr id="7" name="Datumsplatzhalter 6">
            <a:extLst>
              <a:ext uri="{FF2B5EF4-FFF2-40B4-BE49-F238E27FC236}">
                <a16:creationId xmlns:a16="http://schemas.microsoft.com/office/drawing/2014/main" id="{73FDFD34-9A06-BD83-23CF-569DC6B70EE2}"/>
              </a:ext>
            </a:extLst>
          </p:cNvPr>
          <p:cNvSpPr>
            <a:spLocks noGrp="1"/>
          </p:cNvSpPr>
          <p:nvPr>
            <p:ph type="dt" sz="half" idx="15"/>
          </p:nvPr>
        </p:nvSpPr>
        <p:spPr>
          <a:xfrm>
            <a:off x="3334722" y="6521213"/>
            <a:ext cx="1068585" cy="106468"/>
          </a:xfrm>
        </p:spPr>
        <p:txBody>
          <a:bodyPr/>
          <a:lstStyle/>
          <a:p>
            <a:fld id="{D8F2AEDB-9A33-584B-9F47-AE38F79FCB70}" type="datetime1">
              <a:rPr lang="de-DE" smtClean="0"/>
              <a:pPr/>
              <a:t>22.06.2026</a:t>
            </a:fld>
            <a:endParaRPr lang="de-DE"/>
          </a:p>
        </p:txBody>
      </p:sp>
      <p:sp>
        <p:nvSpPr>
          <p:cNvPr id="3" name="Fußzeilenplatzhalter 2">
            <a:extLst>
              <a:ext uri="{FF2B5EF4-FFF2-40B4-BE49-F238E27FC236}">
                <a16:creationId xmlns:a16="http://schemas.microsoft.com/office/drawing/2014/main" id="{B197834B-E8D2-80E0-15AF-9E3BF9D42EDD}"/>
              </a:ext>
            </a:extLst>
          </p:cNvPr>
          <p:cNvSpPr>
            <a:spLocks noGrp="1"/>
          </p:cNvSpPr>
          <p:nvPr>
            <p:ph type="ftr" sz="quarter" idx="16"/>
          </p:nvPr>
        </p:nvSpPr>
        <p:spPr>
          <a:xfrm>
            <a:off x="3334720" y="6405343"/>
            <a:ext cx="2806997" cy="106470"/>
          </a:xfrm>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37ECB3A6-1820-6D0B-AB21-471CA171A6A3}"/>
              </a:ext>
            </a:extLst>
          </p:cNvPr>
          <p:cNvSpPr>
            <a:spLocks noGrp="1"/>
          </p:cNvSpPr>
          <p:nvPr>
            <p:ph type="sldNum" sz="quarter" idx="17"/>
          </p:nvPr>
        </p:nvSpPr>
        <p:spPr>
          <a:xfrm>
            <a:off x="773108" y="6521213"/>
            <a:ext cx="976088" cy="106468"/>
          </a:xfrm>
        </p:spPr>
        <p:txBody>
          <a:bodyPr/>
          <a:lstStyle/>
          <a:p>
            <a:fld id="{D188B27D-4802-6948-A101-6CF6A7142FF4}" type="slidenum">
              <a:rPr lang="de-DE" smtClean="0"/>
              <a:pPr/>
              <a:t>35</a:t>
            </a:fld>
            <a:endParaRPr lang="de-DE"/>
          </a:p>
        </p:txBody>
      </p:sp>
      <p:sp>
        <p:nvSpPr>
          <p:cNvPr id="30" name="Textplatzhalter 29">
            <a:extLst>
              <a:ext uri="{FF2B5EF4-FFF2-40B4-BE49-F238E27FC236}">
                <a16:creationId xmlns:a16="http://schemas.microsoft.com/office/drawing/2014/main" id="{9A88EDD7-978F-5BC9-2468-A2D9E3077312}"/>
              </a:ext>
            </a:extLst>
          </p:cNvPr>
          <p:cNvSpPr>
            <a:spLocks noGrp="1"/>
          </p:cNvSpPr>
          <p:nvPr>
            <p:ph type="body" idx="13"/>
          </p:nvPr>
        </p:nvSpPr>
        <p:spPr>
          <a:xfrm>
            <a:off x="479425" y="2360854"/>
            <a:ext cx="5112000" cy="250463"/>
          </a:xfrm>
        </p:spPr>
        <p:txBody>
          <a:bodyPr/>
          <a:lstStyle/>
          <a:p>
            <a:r>
              <a:rPr lang="de-DE"/>
              <a:t>Überschrift oder kurze Einleitung.</a:t>
            </a:r>
          </a:p>
          <a:p>
            <a:endParaRPr lang="de-DE" dirty="0"/>
          </a:p>
        </p:txBody>
      </p:sp>
      <p:sp>
        <p:nvSpPr>
          <p:cNvPr id="32" name="Freihandform 31">
            <a:extLst>
              <a:ext uri="{FF2B5EF4-FFF2-40B4-BE49-F238E27FC236}">
                <a16:creationId xmlns:a16="http://schemas.microsoft.com/office/drawing/2014/main" id="{D4961CAA-3BD6-9609-B8EC-7E6C7BCD4AF5}"/>
              </a:ext>
            </a:extLst>
          </p:cNvPr>
          <p:cNvSpPr/>
          <p:nvPr/>
        </p:nvSpPr>
        <p:spPr>
          <a:xfrm>
            <a:off x="6096000" y="0"/>
            <a:ext cx="6097200" cy="6858000"/>
          </a:xfrm>
          <a:custGeom>
            <a:avLst/>
            <a:gdLst>
              <a:gd name="connsiteX0" fmla="*/ 5346401 w 6097200"/>
              <a:gd name="connsiteY0" fmla="*/ 652256 h 6858000"/>
              <a:gd name="connsiteX1" fmla="*/ 5369451 w 6097200"/>
              <a:gd name="connsiteY1" fmla="*/ 677002 h 6858000"/>
              <a:gd name="connsiteX2" fmla="*/ 5346401 w 6097200"/>
              <a:gd name="connsiteY2" fmla="*/ 701748 h 6858000"/>
              <a:gd name="connsiteX3" fmla="*/ 5323350 w 6097200"/>
              <a:gd name="connsiteY3" fmla="*/ 677002 h 6858000"/>
              <a:gd name="connsiteX4" fmla="*/ 5346401 w 6097200"/>
              <a:gd name="connsiteY4" fmla="*/ 652256 h 6858000"/>
              <a:gd name="connsiteX5" fmla="*/ 5121193 w 6097200"/>
              <a:gd name="connsiteY5" fmla="*/ 652256 h 6858000"/>
              <a:gd name="connsiteX6" fmla="*/ 5144243 w 6097200"/>
              <a:gd name="connsiteY6" fmla="*/ 677002 h 6858000"/>
              <a:gd name="connsiteX7" fmla="*/ 5121193 w 6097200"/>
              <a:gd name="connsiteY7" fmla="*/ 701748 h 6858000"/>
              <a:gd name="connsiteX8" fmla="*/ 5098143 w 6097200"/>
              <a:gd name="connsiteY8" fmla="*/ 677002 h 6858000"/>
              <a:gd name="connsiteX9" fmla="*/ 5121193 w 6097200"/>
              <a:gd name="connsiteY9" fmla="*/ 652256 h 6858000"/>
              <a:gd name="connsiteX10" fmla="*/ 5436428 w 6097200"/>
              <a:gd name="connsiteY10" fmla="*/ 651335 h 6858000"/>
              <a:gd name="connsiteX11" fmla="*/ 5456689 w 6097200"/>
              <a:gd name="connsiteY11" fmla="*/ 668498 h 6858000"/>
              <a:gd name="connsiteX12" fmla="*/ 5415859 w 6097200"/>
              <a:gd name="connsiteY12" fmla="*/ 668498 h 6858000"/>
              <a:gd name="connsiteX13" fmla="*/ 5436428 w 6097200"/>
              <a:gd name="connsiteY13" fmla="*/ 651335 h 6858000"/>
              <a:gd name="connsiteX14" fmla="*/ 5524280 w 6097200"/>
              <a:gd name="connsiteY14" fmla="*/ 636015 h 6858000"/>
              <a:gd name="connsiteX15" fmla="*/ 5502624 w 6097200"/>
              <a:gd name="connsiteY15" fmla="*/ 651783 h 6858000"/>
              <a:gd name="connsiteX16" fmla="*/ 5502624 w 6097200"/>
              <a:gd name="connsiteY16" fmla="*/ 637396 h 6858000"/>
              <a:gd name="connsiteX17" fmla="*/ 5484997 w 6097200"/>
              <a:gd name="connsiteY17" fmla="*/ 637396 h 6858000"/>
              <a:gd name="connsiteX18" fmla="*/ 5484997 w 6097200"/>
              <a:gd name="connsiteY18" fmla="*/ 716570 h 6858000"/>
              <a:gd name="connsiteX19" fmla="*/ 5484997 w 6097200"/>
              <a:gd name="connsiteY19" fmla="*/ 716595 h 6858000"/>
              <a:gd name="connsiteX20" fmla="*/ 5502624 w 6097200"/>
              <a:gd name="connsiteY20" fmla="*/ 716595 h 6858000"/>
              <a:gd name="connsiteX21" fmla="*/ 5502624 w 6097200"/>
              <a:gd name="connsiteY21" fmla="*/ 673447 h 6858000"/>
              <a:gd name="connsiteX22" fmla="*/ 5522118 w 6097200"/>
              <a:gd name="connsiteY22" fmla="*/ 654264 h 6858000"/>
              <a:gd name="connsiteX23" fmla="*/ 5525981 w 6097200"/>
              <a:gd name="connsiteY23" fmla="*/ 654264 h 6858000"/>
              <a:gd name="connsiteX24" fmla="*/ 5525981 w 6097200"/>
              <a:gd name="connsiteY24" fmla="*/ 636015 h 6858000"/>
              <a:gd name="connsiteX25" fmla="*/ 5342845 w 6097200"/>
              <a:gd name="connsiteY25" fmla="*/ 635260 h 6858000"/>
              <a:gd name="connsiteX26" fmla="*/ 5305110 w 6097200"/>
              <a:gd name="connsiteY26" fmla="*/ 677015 h 6858000"/>
              <a:gd name="connsiteX27" fmla="*/ 5342845 w 6097200"/>
              <a:gd name="connsiteY27" fmla="*/ 718769 h 6858000"/>
              <a:gd name="connsiteX28" fmla="*/ 5369451 w 6097200"/>
              <a:gd name="connsiteY28" fmla="*/ 703461 h 6858000"/>
              <a:gd name="connsiteX29" fmla="*/ 5369451 w 6097200"/>
              <a:gd name="connsiteY29" fmla="*/ 716608 h 6858000"/>
              <a:gd name="connsiteX30" fmla="*/ 5387091 w 6097200"/>
              <a:gd name="connsiteY30" fmla="*/ 716608 h 6858000"/>
              <a:gd name="connsiteX31" fmla="*/ 5387091 w 6097200"/>
              <a:gd name="connsiteY31" fmla="*/ 637434 h 6858000"/>
              <a:gd name="connsiteX32" fmla="*/ 5369451 w 6097200"/>
              <a:gd name="connsiteY32" fmla="*/ 637434 h 6858000"/>
              <a:gd name="connsiteX33" fmla="*/ 5369451 w 6097200"/>
              <a:gd name="connsiteY33" fmla="*/ 650568 h 6858000"/>
              <a:gd name="connsiteX34" fmla="*/ 5342845 w 6097200"/>
              <a:gd name="connsiteY34" fmla="*/ 635260 h 6858000"/>
              <a:gd name="connsiteX35" fmla="*/ 5121193 w 6097200"/>
              <a:gd name="connsiteY35" fmla="*/ 635248 h 6858000"/>
              <a:gd name="connsiteX36" fmla="*/ 5079889 w 6097200"/>
              <a:gd name="connsiteY36" fmla="*/ 677002 h 6858000"/>
              <a:gd name="connsiteX37" fmla="*/ 5121193 w 6097200"/>
              <a:gd name="connsiteY37" fmla="*/ 718756 h 6858000"/>
              <a:gd name="connsiteX38" fmla="*/ 5162497 w 6097200"/>
              <a:gd name="connsiteY38" fmla="*/ 677002 h 6858000"/>
              <a:gd name="connsiteX39" fmla="*/ 5121193 w 6097200"/>
              <a:gd name="connsiteY39" fmla="*/ 635248 h 6858000"/>
              <a:gd name="connsiteX40" fmla="*/ 5436440 w 6097200"/>
              <a:gd name="connsiteY40" fmla="*/ 635235 h 6858000"/>
              <a:gd name="connsiteX41" fmla="*/ 5397311 w 6097200"/>
              <a:gd name="connsiteY41" fmla="*/ 676989 h 6858000"/>
              <a:gd name="connsiteX42" fmla="*/ 5397298 w 6097200"/>
              <a:gd name="connsiteY42" fmla="*/ 677002 h 6858000"/>
              <a:gd name="connsiteX43" fmla="*/ 5437822 w 6097200"/>
              <a:gd name="connsiteY43" fmla="*/ 718756 h 6858000"/>
              <a:gd name="connsiteX44" fmla="*/ 5472321 w 6097200"/>
              <a:gd name="connsiteY44" fmla="*/ 700968 h 6858000"/>
              <a:gd name="connsiteX45" fmla="*/ 5460258 w 6097200"/>
              <a:gd name="connsiteY45" fmla="*/ 690762 h 6858000"/>
              <a:gd name="connsiteX46" fmla="*/ 5437835 w 6097200"/>
              <a:gd name="connsiteY46" fmla="*/ 702669 h 6858000"/>
              <a:gd name="connsiteX47" fmla="*/ 5415411 w 6097200"/>
              <a:gd name="connsiteY47" fmla="*/ 682718 h 6858000"/>
              <a:gd name="connsiteX48" fmla="*/ 5474649 w 6097200"/>
              <a:gd name="connsiteY48" fmla="*/ 682718 h 6858000"/>
              <a:gd name="connsiteX49" fmla="*/ 5475109 w 6097200"/>
              <a:gd name="connsiteY49" fmla="*/ 676222 h 6858000"/>
              <a:gd name="connsiteX50" fmla="*/ 5436440 w 6097200"/>
              <a:gd name="connsiteY50" fmla="*/ 635235 h 6858000"/>
              <a:gd name="connsiteX51" fmla="*/ 5197290 w 6097200"/>
              <a:gd name="connsiteY51" fmla="*/ 614517 h 6858000"/>
              <a:gd name="connsiteX52" fmla="*/ 5179650 w 6097200"/>
              <a:gd name="connsiteY52" fmla="*/ 619927 h 6858000"/>
              <a:gd name="connsiteX53" fmla="*/ 5179650 w 6097200"/>
              <a:gd name="connsiteY53" fmla="*/ 637396 h 6858000"/>
              <a:gd name="connsiteX54" fmla="*/ 5164339 w 6097200"/>
              <a:gd name="connsiteY54" fmla="*/ 637396 h 6858000"/>
              <a:gd name="connsiteX55" fmla="*/ 5164339 w 6097200"/>
              <a:gd name="connsiteY55" fmla="*/ 652551 h 6858000"/>
              <a:gd name="connsiteX56" fmla="*/ 5179650 w 6097200"/>
              <a:gd name="connsiteY56" fmla="*/ 652551 h 6858000"/>
              <a:gd name="connsiteX57" fmla="*/ 5179650 w 6097200"/>
              <a:gd name="connsiteY57" fmla="*/ 691363 h 6858000"/>
              <a:gd name="connsiteX58" fmla="*/ 5205169 w 6097200"/>
              <a:gd name="connsiteY58" fmla="*/ 718271 h 6858000"/>
              <a:gd name="connsiteX59" fmla="*/ 5216618 w 6097200"/>
              <a:gd name="connsiteY59" fmla="*/ 716877 h 6858000"/>
              <a:gd name="connsiteX60" fmla="*/ 5216631 w 6097200"/>
              <a:gd name="connsiteY60" fmla="*/ 716902 h 6858000"/>
              <a:gd name="connsiteX61" fmla="*/ 5216631 w 6097200"/>
              <a:gd name="connsiteY61" fmla="*/ 702055 h 6858000"/>
              <a:gd name="connsiteX62" fmla="*/ 5209979 w 6097200"/>
              <a:gd name="connsiteY62" fmla="*/ 702515 h 6858000"/>
              <a:gd name="connsiteX63" fmla="*/ 5197290 w 6097200"/>
              <a:gd name="connsiteY63" fmla="*/ 689675 h 6858000"/>
              <a:gd name="connsiteX64" fmla="*/ 5197290 w 6097200"/>
              <a:gd name="connsiteY64" fmla="*/ 652563 h 6858000"/>
              <a:gd name="connsiteX65" fmla="*/ 5216631 w 6097200"/>
              <a:gd name="connsiteY65" fmla="*/ 652563 h 6858000"/>
              <a:gd name="connsiteX66" fmla="*/ 5216631 w 6097200"/>
              <a:gd name="connsiteY66" fmla="*/ 637409 h 6858000"/>
              <a:gd name="connsiteX67" fmla="*/ 5197290 w 6097200"/>
              <a:gd name="connsiteY67" fmla="*/ 637409 h 6858000"/>
              <a:gd name="connsiteX68" fmla="*/ 5228399 w 6097200"/>
              <a:gd name="connsiteY68" fmla="*/ 608341 h 6858000"/>
              <a:gd name="connsiteX69" fmla="*/ 5228399 w 6097200"/>
              <a:gd name="connsiteY69" fmla="*/ 716595 h 6858000"/>
              <a:gd name="connsiteX70" fmla="*/ 5246013 w 6097200"/>
              <a:gd name="connsiteY70" fmla="*/ 716595 h 6858000"/>
              <a:gd name="connsiteX71" fmla="*/ 5246013 w 6097200"/>
              <a:gd name="connsiteY71" fmla="*/ 669585 h 6858000"/>
              <a:gd name="connsiteX72" fmla="*/ 5262411 w 6097200"/>
              <a:gd name="connsiteY72" fmla="*/ 650722 h 6858000"/>
              <a:gd name="connsiteX73" fmla="*/ 5277876 w 6097200"/>
              <a:gd name="connsiteY73" fmla="*/ 668191 h 6858000"/>
              <a:gd name="connsiteX74" fmla="*/ 5277876 w 6097200"/>
              <a:gd name="connsiteY74" fmla="*/ 716595 h 6858000"/>
              <a:gd name="connsiteX75" fmla="*/ 5295516 w 6097200"/>
              <a:gd name="connsiteY75" fmla="*/ 716595 h 6858000"/>
              <a:gd name="connsiteX76" fmla="*/ 5295516 w 6097200"/>
              <a:gd name="connsiteY76" fmla="*/ 665096 h 6858000"/>
              <a:gd name="connsiteX77" fmla="*/ 5269690 w 6097200"/>
              <a:gd name="connsiteY77" fmla="*/ 635248 h 6858000"/>
              <a:gd name="connsiteX78" fmla="*/ 5246026 w 6097200"/>
              <a:gd name="connsiteY78" fmla="*/ 647934 h 6858000"/>
              <a:gd name="connsiteX79" fmla="*/ 5246026 w 6097200"/>
              <a:gd name="connsiteY79" fmla="*/ 608341 h 6858000"/>
              <a:gd name="connsiteX80" fmla="*/ 5020652 w 6097200"/>
              <a:gd name="connsiteY80" fmla="*/ 606486 h 6858000"/>
              <a:gd name="connsiteX81" fmla="*/ 4966198 w 6097200"/>
              <a:gd name="connsiteY81" fmla="*/ 662628 h 6858000"/>
              <a:gd name="connsiteX82" fmla="*/ 5018324 w 6097200"/>
              <a:gd name="connsiteY82" fmla="*/ 718769 h 6858000"/>
              <a:gd name="connsiteX83" fmla="*/ 5051428 w 6097200"/>
              <a:gd name="connsiteY83" fmla="*/ 702681 h 6858000"/>
              <a:gd name="connsiteX84" fmla="*/ 5051428 w 6097200"/>
              <a:gd name="connsiteY84" fmla="*/ 716595 h 6858000"/>
              <a:gd name="connsiteX85" fmla="*/ 5069375 w 6097200"/>
              <a:gd name="connsiteY85" fmla="*/ 716595 h 6858000"/>
              <a:gd name="connsiteX86" fmla="*/ 5069375 w 6097200"/>
              <a:gd name="connsiteY86" fmla="*/ 659686 h 6858000"/>
              <a:gd name="connsiteX87" fmla="*/ 5022506 w 6097200"/>
              <a:gd name="connsiteY87" fmla="*/ 659686 h 6858000"/>
              <a:gd name="connsiteX88" fmla="*/ 5022506 w 6097200"/>
              <a:gd name="connsiteY88" fmla="*/ 677322 h 6858000"/>
              <a:gd name="connsiteX89" fmla="*/ 5049880 w 6097200"/>
              <a:gd name="connsiteY89" fmla="*/ 677322 h 6858000"/>
              <a:gd name="connsiteX90" fmla="*/ 5020639 w 6097200"/>
              <a:gd name="connsiteY90" fmla="*/ 699906 h 6858000"/>
              <a:gd name="connsiteX91" fmla="*/ 4987227 w 6097200"/>
              <a:gd name="connsiteY91" fmla="*/ 662640 h 6858000"/>
              <a:gd name="connsiteX92" fmla="*/ 5020639 w 6097200"/>
              <a:gd name="connsiteY92" fmla="*/ 625375 h 6858000"/>
              <a:gd name="connsiteX93" fmla="*/ 5050034 w 6097200"/>
              <a:gd name="connsiteY93" fmla="*/ 642230 h 6858000"/>
              <a:gd name="connsiteX94" fmla="*/ 5066739 w 6097200"/>
              <a:gd name="connsiteY94" fmla="*/ 631091 h 6858000"/>
              <a:gd name="connsiteX95" fmla="*/ 5020639 w 6097200"/>
              <a:gd name="connsiteY95" fmla="*/ 606499 h 6858000"/>
              <a:gd name="connsiteX96" fmla="*/ 4744738 w 6097200"/>
              <a:gd name="connsiteY96" fmla="*/ 601537 h 6858000"/>
              <a:gd name="connsiteX97" fmla="*/ 4744746 w 6097200"/>
              <a:gd name="connsiteY97" fmla="*/ 601542 h 6858000"/>
              <a:gd name="connsiteX98" fmla="*/ 4743293 w 6097200"/>
              <a:gd name="connsiteY98" fmla="*/ 602995 h 6858000"/>
              <a:gd name="connsiteX99" fmla="*/ 4819735 w 6097200"/>
              <a:gd name="connsiteY99" fmla="*/ 697054 h 6858000"/>
              <a:gd name="connsiteX100" fmla="*/ 4866910 w 6097200"/>
              <a:gd name="connsiteY100" fmla="*/ 725125 h 6858000"/>
              <a:gd name="connsiteX101" fmla="*/ 4838820 w 6097200"/>
              <a:gd name="connsiteY101" fmla="*/ 677961 h 6858000"/>
              <a:gd name="connsiteX102" fmla="*/ 4788949 w 6097200"/>
              <a:gd name="connsiteY102" fmla="*/ 633203 h 6858000"/>
              <a:gd name="connsiteX103" fmla="*/ 4744746 w 6097200"/>
              <a:gd name="connsiteY103" fmla="*/ 601542 h 6858000"/>
              <a:gd name="connsiteX104" fmla="*/ 4744751 w 6097200"/>
              <a:gd name="connsiteY104" fmla="*/ 601537 h 6858000"/>
              <a:gd name="connsiteX105" fmla="*/ 4640551 w 6097200"/>
              <a:gd name="connsiteY105" fmla="*/ 588557 h 6858000"/>
              <a:gd name="connsiteX106" fmla="*/ 4608227 w 6097200"/>
              <a:gd name="connsiteY106" fmla="*/ 600258 h 6858000"/>
              <a:gd name="connsiteX107" fmla="*/ 4640551 w 6097200"/>
              <a:gd name="connsiteY107" fmla="*/ 611960 h 6858000"/>
              <a:gd name="connsiteX108" fmla="*/ 4703192 w 6097200"/>
              <a:gd name="connsiteY108" fmla="*/ 604184 h 6858000"/>
              <a:gd name="connsiteX109" fmla="*/ 4616030 w 6097200"/>
              <a:gd name="connsiteY109" fmla="*/ 678997 h 6858000"/>
              <a:gd name="connsiteX110" fmla="*/ 4587633 w 6097200"/>
              <a:gd name="connsiteY110" fmla="*/ 725164 h 6858000"/>
              <a:gd name="connsiteX111" fmla="*/ 4634296 w 6097200"/>
              <a:gd name="connsiteY111" fmla="*/ 697067 h 6858000"/>
              <a:gd name="connsiteX112" fmla="*/ 4709907 w 6097200"/>
              <a:gd name="connsiteY112" fmla="*/ 610834 h 6858000"/>
              <a:gd name="connsiteX113" fmla="*/ 4702117 w 6097200"/>
              <a:gd name="connsiteY113" fmla="*/ 673511 h 6858000"/>
              <a:gd name="connsiteX114" fmla="*/ 4713821 w 6097200"/>
              <a:gd name="connsiteY114" fmla="*/ 705815 h 6858000"/>
              <a:gd name="connsiteX115" fmla="*/ 4725526 w 6097200"/>
              <a:gd name="connsiteY115" fmla="*/ 673511 h 6858000"/>
              <a:gd name="connsiteX116" fmla="*/ 4714717 w 6097200"/>
              <a:gd name="connsiteY116" fmla="*/ 600297 h 6858000"/>
              <a:gd name="connsiteX117" fmla="*/ 4714333 w 6097200"/>
              <a:gd name="connsiteY117" fmla="*/ 599708 h 6858000"/>
              <a:gd name="connsiteX118" fmla="*/ 4714320 w 6097200"/>
              <a:gd name="connsiteY118" fmla="*/ 599695 h 6858000"/>
              <a:gd name="connsiteX119" fmla="*/ 4713783 w 6097200"/>
              <a:gd name="connsiteY119" fmla="*/ 599363 h 6858000"/>
              <a:gd name="connsiteX120" fmla="*/ 4640551 w 6097200"/>
              <a:gd name="connsiteY120" fmla="*/ 588557 h 6858000"/>
              <a:gd name="connsiteX121" fmla="*/ 4827410 w 6097200"/>
              <a:gd name="connsiteY121" fmla="*/ 575551 h 6858000"/>
              <a:gd name="connsiteX122" fmla="*/ 4747796 w 6097200"/>
              <a:gd name="connsiteY122" fmla="*/ 586357 h 6858000"/>
              <a:gd name="connsiteX123" fmla="*/ 4747796 w 6097200"/>
              <a:gd name="connsiteY123" fmla="*/ 588147 h 6858000"/>
              <a:gd name="connsiteX124" fmla="*/ 4827410 w 6097200"/>
              <a:gd name="connsiteY124" fmla="*/ 598941 h 6858000"/>
              <a:gd name="connsiteX125" fmla="*/ 4862549 w 6097200"/>
              <a:gd name="connsiteY125" fmla="*/ 587252 h 6858000"/>
              <a:gd name="connsiteX126" fmla="*/ 4827410 w 6097200"/>
              <a:gd name="connsiteY126" fmla="*/ 575551 h 6858000"/>
              <a:gd name="connsiteX127" fmla="*/ 4993111 w 6097200"/>
              <a:gd name="connsiteY127" fmla="*/ 515163 h 6858000"/>
              <a:gd name="connsiteX128" fmla="*/ 5024054 w 6097200"/>
              <a:gd name="connsiteY128" fmla="*/ 515163 h 6858000"/>
              <a:gd name="connsiteX129" fmla="*/ 5040913 w 6097200"/>
              <a:gd name="connsiteY129" fmla="*/ 529396 h 6858000"/>
              <a:gd name="connsiteX130" fmla="*/ 5024054 w 6097200"/>
              <a:gd name="connsiteY130" fmla="*/ 543630 h 6858000"/>
              <a:gd name="connsiteX131" fmla="*/ 5024054 w 6097200"/>
              <a:gd name="connsiteY131" fmla="*/ 543617 h 6858000"/>
              <a:gd name="connsiteX132" fmla="*/ 4993111 w 6097200"/>
              <a:gd name="connsiteY132" fmla="*/ 543617 h 6858000"/>
              <a:gd name="connsiteX133" fmla="*/ 5574716 w 6097200"/>
              <a:gd name="connsiteY133" fmla="*/ 497527 h 6858000"/>
              <a:gd name="connsiteX134" fmla="*/ 5597766 w 6097200"/>
              <a:gd name="connsiteY134" fmla="*/ 522273 h 6858000"/>
              <a:gd name="connsiteX135" fmla="*/ 5574716 w 6097200"/>
              <a:gd name="connsiteY135" fmla="*/ 547019 h 6858000"/>
              <a:gd name="connsiteX136" fmla="*/ 5551666 w 6097200"/>
              <a:gd name="connsiteY136" fmla="*/ 522273 h 6858000"/>
              <a:gd name="connsiteX137" fmla="*/ 5574716 w 6097200"/>
              <a:gd name="connsiteY137" fmla="*/ 497527 h 6858000"/>
              <a:gd name="connsiteX138" fmla="*/ 5111919 w 6097200"/>
              <a:gd name="connsiteY138" fmla="*/ 497527 h 6858000"/>
              <a:gd name="connsiteX139" fmla="*/ 5134969 w 6097200"/>
              <a:gd name="connsiteY139" fmla="*/ 522273 h 6858000"/>
              <a:gd name="connsiteX140" fmla="*/ 5111919 w 6097200"/>
              <a:gd name="connsiteY140" fmla="*/ 547019 h 6858000"/>
              <a:gd name="connsiteX141" fmla="*/ 5088869 w 6097200"/>
              <a:gd name="connsiteY141" fmla="*/ 522273 h 6858000"/>
              <a:gd name="connsiteX142" fmla="*/ 5111919 w 6097200"/>
              <a:gd name="connsiteY142" fmla="*/ 497527 h 6858000"/>
              <a:gd name="connsiteX143" fmla="*/ 5376882 w 6097200"/>
              <a:gd name="connsiteY143" fmla="*/ 496606 h 6858000"/>
              <a:gd name="connsiteX144" fmla="*/ 5397144 w 6097200"/>
              <a:gd name="connsiteY144" fmla="*/ 513769 h 6858000"/>
              <a:gd name="connsiteX145" fmla="*/ 5356314 w 6097200"/>
              <a:gd name="connsiteY145" fmla="*/ 513769 h 6858000"/>
              <a:gd name="connsiteX146" fmla="*/ 5376882 w 6097200"/>
              <a:gd name="connsiteY146" fmla="*/ 496606 h 6858000"/>
              <a:gd name="connsiteX147" fmla="*/ 5505578 w 6097200"/>
              <a:gd name="connsiteY147" fmla="*/ 482693 h 6858000"/>
              <a:gd name="connsiteX148" fmla="*/ 5505578 w 6097200"/>
              <a:gd name="connsiteY148" fmla="*/ 561866 h 6858000"/>
              <a:gd name="connsiteX149" fmla="*/ 5523217 w 6097200"/>
              <a:gd name="connsiteY149" fmla="*/ 561866 h 6858000"/>
              <a:gd name="connsiteX150" fmla="*/ 5523217 w 6097200"/>
              <a:gd name="connsiteY150" fmla="*/ 482693 h 6858000"/>
              <a:gd name="connsiteX151" fmla="*/ 5205502 w 6097200"/>
              <a:gd name="connsiteY151" fmla="*/ 481299 h 6858000"/>
              <a:gd name="connsiteX152" fmla="*/ 5183846 w 6097200"/>
              <a:gd name="connsiteY152" fmla="*/ 497080 h 6858000"/>
              <a:gd name="connsiteX153" fmla="*/ 5183846 w 6097200"/>
              <a:gd name="connsiteY153" fmla="*/ 482693 h 6858000"/>
              <a:gd name="connsiteX154" fmla="*/ 5166206 w 6097200"/>
              <a:gd name="connsiteY154" fmla="*/ 482693 h 6858000"/>
              <a:gd name="connsiteX155" fmla="*/ 5166206 w 6097200"/>
              <a:gd name="connsiteY155" fmla="*/ 561866 h 6858000"/>
              <a:gd name="connsiteX156" fmla="*/ 5183846 w 6097200"/>
              <a:gd name="connsiteY156" fmla="*/ 561866 h 6858000"/>
              <a:gd name="connsiteX157" fmla="*/ 5183846 w 6097200"/>
              <a:gd name="connsiteY157" fmla="*/ 518718 h 6858000"/>
              <a:gd name="connsiteX158" fmla="*/ 5203340 w 6097200"/>
              <a:gd name="connsiteY158" fmla="*/ 499548 h 6858000"/>
              <a:gd name="connsiteX159" fmla="*/ 5207203 w 6097200"/>
              <a:gd name="connsiteY159" fmla="*/ 499548 h 6858000"/>
              <a:gd name="connsiteX160" fmla="*/ 5207203 w 6097200"/>
              <a:gd name="connsiteY160" fmla="*/ 481299 h 6858000"/>
              <a:gd name="connsiteX161" fmla="*/ 5571160 w 6097200"/>
              <a:gd name="connsiteY161" fmla="*/ 480531 h 6858000"/>
              <a:gd name="connsiteX162" fmla="*/ 5533412 w 6097200"/>
              <a:gd name="connsiteY162" fmla="*/ 522286 h 6858000"/>
              <a:gd name="connsiteX163" fmla="*/ 5571160 w 6097200"/>
              <a:gd name="connsiteY163" fmla="*/ 564040 h 6858000"/>
              <a:gd name="connsiteX164" fmla="*/ 5597766 w 6097200"/>
              <a:gd name="connsiteY164" fmla="*/ 548732 h 6858000"/>
              <a:gd name="connsiteX165" fmla="*/ 5597766 w 6097200"/>
              <a:gd name="connsiteY165" fmla="*/ 561879 h 6858000"/>
              <a:gd name="connsiteX166" fmla="*/ 5615393 w 6097200"/>
              <a:gd name="connsiteY166" fmla="*/ 561879 h 6858000"/>
              <a:gd name="connsiteX167" fmla="*/ 5615393 w 6097200"/>
              <a:gd name="connsiteY167" fmla="*/ 482705 h 6858000"/>
              <a:gd name="connsiteX168" fmla="*/ 5597766 w 6097200"/>
              <a:gd name="connsiteY168" fmla="*/ 482705 h 6858000"/>
              <a:gd name="connsiteX169" fmla="*/ 5597766 w 6097200"/>
              <a:gd name="connsiteY169" fmla="*/ 495839 h 6858000"/>
              <a:gd name="connsiteX170" fmla="*/ 5571160 w 6097200"/>
              <a:gd name="connsiteY170" fmla="*/ 480531 h 6858000"/>
              <a:gd name="connsiteX171" fmla="*/ 5108350 w 6097200"/>
              <a:gd name="connsiteY171" fmla="*/ 480531 h 6858000"/>
              <a:gd name="connsiteX172" fmla="*/ 5070602 w 6097200"/>
              <a:gd name="connsiteY172" fmla="*/ 522286 h 6858000"/>
              <a:gd name="connsiteX173" fmla="*/ 5108350 w 6097200"/>
              <a:gd name="connsiteY173" fmla="*/ 564040 h 6858000"/>
              <a:gd name="connsiteX174" fmla="*/ 5134956 w 6097200"/>
              <a:gd name="connsiteY174" fmla="*/ 548732 h 6858000"/>
              <a:gd name="connsiteX175" fmla="*/ 5134956 w 6097200"/>
              <a:gd name="connsiteY175" fmla="*/ 561879 h 6858000"/>
              <a:gd name="connsiteX176" fmla="*/ 5152583 w 6097200"/>
              <a:gd name="connsiteY176" fmla="*/ 561879 h 6858000"/>
              <a:gd name="connsiteX177" fmla="*/ 5152583 w 6097200"/>
              <a:gd name="connsiteY177" fmla="*/ 482705 h 6858000"/>
              <a:gd name="connsiteX178" fmla="*/ 5134956 w 6097200"/>
              <a:gd name="connsiteY178" fmla="*/ 482705 h 6858000"/>
              <a:gd name="connsiteX179" fmla="*/ 5134956 w 6097200"/>
              <a:gd name="connsiteY179" fmla="*/ 495839 h 6858000"/>
              <a:gd name="connsiteX180" fmla="*/ 5108350 w 6097200"/>
              <a:gd name="connsiteY180" fmla="*/ 480531 h 6858000"/>
              <a:gd name="connsiteX181" fmla="*/ 5466756 w 6097200"/>
              <a:gd name="connsiteY181" fmla="*/ 480518 h 6858000"/>
              <a:gd name="connsiteX182" fmla="*/ 5443091 w 6097200"/>
              <a:gd name="connsiteY182" fmla="*/ 493205 h 6858000"/>
              <a:gd name="connsiteX183" fmla="*/ 5443091 w 6097200"/>
              <a:gd name="connsiteY183" fmla="*/ 482693 h 6858000"/>
              <a:gd name="connsiteX184" fmla="*/ 5425465 w 6097200"/>
              <a:gd name="connsiteY184" fmla="*/ 482693 h 6858000"/>
              <a:gd name="connsiteX185" fmla="*/ 5425465 w 6097200"/>
              <a:gd name="connsiteY185" fmla="*/ 561866 h 6858000"/>
              <a:gd name="connsiteX186" fmla="*/ 5443079 w 6097200"/>
              <a:gd name="connsiteY186" fmla="*/ 561866 h 6858000"/>
              <a:gd name="connsiteX187" fmla="*/ 5443079 w 6097200"/>
              <a:gd name="connsiteY187" fmla="*/ 514856 h 6858000"/>
              <a:gd name="connsiteX188" fmla="*/ 5459477 w 6097200"/>
              <a:gd name="connsiteY188" fmla="*/ 495993 h 6858000"/>
              <a:gd name="connsiteX189" fmla="*/ 5474942 w 6097200"/>
              <a:gd name="connsiteY189" fmla="*/ 513462 h 6858000"/>
              <a:gd name="connsiteX190" fmla="*/ 5474942 w 6097200"/>
              <a:gd name="connsiteY190" fmla="*/ 561866 h 6858000"/>
              <a:gd name="connsiteX191" fmla="*/ 5492582 w 6097200"/>
              <a:gd name="connsiteY191" fmla="*/ 561866 h 6858000"/>
              <a:gd name="connsiteX192" fmla="*/ 5492582 w 6097200"/>
              <a:gd name="connsiteY192" fmla="*/ 510367 h 6858000"/>
              <a:gd name="connsiteX193" fmla="*/ 5466756 w 6097200"/>
              <a:gd name="connsiteY193" fmla="*/ 480518 h 6858000"/>
              <a:gd name="connsiteX194" fmla="*/ 5376895 w 6097200"/>
              <a:gd name="connsiteY194" fmla="*/ 480518 h 6858000"/>
              <a:gd name="connsiteX195" fmla="*/ 5337753 w 6097200"/>
              <a:gd name="connsiteY195" fmla="*/ 522273 h 6858000"/>
              <a:gd name="connsiteX196" fmla="*/ 5378277 w 6097200"/>
              <a:gd name="connsiteY196" fmla="*/ 564027 h 6858000"/>
              <a:gd name="connsiteX197" fmla="*/ 5412776 w 6097200"/>
              <a:gd name="connsiteY197" fmla="*/ 546239 h 6858000"/>
              <a:gd name="connsiteX198" fmla="*/ 5400713 w 6097200"/>
              <a:gd name="connsiteY198" fmla="*/ 536033 h 6858000"/>
              <a:gd name="connsiteX199" fmla="*/ 5378290 w 6097200"/>
              <a:gd name="connsiteY199" fmla="*/ 547939 h 6858000"/>
              <a:gd name="connsiteX200" fmla="*/ 5355866 w 6097200"/>
              <a:gd name="connsiteY200" fmla="*/ 527989 h 6858000"/>
              <a:gd name="connsiteX201" fmla="*/ 5415103 w 6097200"/>
              <a:gd name="connsiteY201" fmla="*/ 527989 h 6858000"/>
              <a:gd name="connsiteX202" fmla="*/ 5415564 w 6097200"/>
              <a:gd name="connsiteY202" fmla="*/ 521493 h 6858000"/>
              <a:gd name="connsiteX203" fmla="*/ 5376895 w 6097200"/>
              <a:gd name="connsiteY203" fmla="*/ 480518 h 6858000"/>
              <a:gd name="connsiteX204" fmla="*/ 5256553 w 6097200"/>
              <a:gd name="connsiteY204" fmla="*/ 480518 h 6858000"/>
              <a:gd name="connsiteX205" fmla="*/ 5234129 w 6097200"/>
              <a:gd name="connsiteY205" fmla="*/ 493205 h 6858000"/>
              <a:gd name="connsiteX206" fmla="*/ 5234129 w 6097200"/>
              <a:gd name="connsiteY206" fmla="*/ 482693 h 6858000"/>
              <a:gd name="connsiteX207" fmla="*/ 5216490 w 6097200"/>
              <a:gd name="connsiteY207" fmla="*/ 482693 h 6858000"/>
              <a:gd name="connsiteX208" fmla="*/ 5216490 w 6097200"/>
              <a:gd name="connsiteY208" fmla="*/ 561866 h 6858000"/>
              <a:gd name="connsiteX209" fmla="*/ 5234116 w 6097200"/>
              <a:gd name="connsiteY209" fmla="*/ 561866 h 6858000"/>
              <a:gd name="connsiteX210" fmla="*/ 5234116 w 6097200"/>
              <a:gd name="connsiteY210" fmla="*/ 514856 h 6858000"/>
              <a:gd name="connsiteX211" fmla="*/ 5249274 w 6097200"/>
              <a:gd name="connsiteY211" fmla="*/ 495993 h 6858000"/>
              <a:gd name="connsiteX212" fmla="*/ 5263511 w 6097200"/>
              <a:gd name="connsiteY212" fmla="*/ 513462 h 6858000"/>
              <a:gd name="connsiteX213" fmla="*/ 5263511 w 6097200"/>
              <a:gd name="connsiteY213" fmla="*/ 561866 h 6858000"/>
              <a:gd name="connsiteX214" fmla="*/ 5281138 w 6097200"/>
              <a:gd name="connsiteY214" fmla="*/ 561866 h 6858000"/>
              <a:gd name="connsiteX215" fmla="*/ 5281138 w 6097200"/>
              <a:gd name="connsiteY215" fmla="*/ 513155 h 6858000"/>
              <a:gd name="connsiteX216" fmla="*/ 5296296 w 6097200"/>
              <a:gd name="connsiteY216" fmla="*/ 495993 h 6858000"/>
              <a:gd name="connsiteX217" fmla="*/ 5310533 w 6097200"/>
              <a:gd name="connsiteY217" fmla="*/ 513462 h 6858000"/>
              <a:gd name="connsiteX218" fmla="*/ 5310533 w 6097200"/>
              <a:gd name="connsiteY218" fmla="*/ 561866 h 6858000"/>
              <a:gd name="connsiteX219" fmla="*/ 5328172 w 6097200"/>
              <a:gd name="connsiteY219" fmla="*/ 561866 h 6858000"/>
              <a:gd name="connsiteX220" fmla="*/ 5328172 w 6097200"/>
              <a:gd name="connsiteY220" fmla="*/ 510367 h 6858000"/>
              <a:gd name="connsiteX221" fmla="*/ 5302026 w 6097200"/>
              <a:gd name="connsiteY221" fmla="*/ 480518 h 6858000"/>
              <a:gd name="connsiteX222" fmla="*/ 5278209 w 6097200"/>
              <a:gd name="connsiteY222" fmla="*/ 494125 h 6858000"/>
              <a:gd name="connsiteX223" fmla="*/ 5256553 w 6097200"/>
              <a:gd name="connsiteY223" fmla="*/ 480518 h 6858000"/>
              <a:gd name="connsiteX224" fmla="*/ 4993111 w 6097200"/>
              <a:gd name="connsiteY224" fmla="*/ 471861 h 6858000"/>
              <a:gd name="connsiteX225" fmla="*/ 5023120 w 6097200"/>
              <a:gd name="connsiteY225" fmla="*/ 471861 h 6858000"/>
              <a:gd name="connsiteX226" fmla="*/ 5038278 w 6097200"/>
              <a:gd name="connsiteY226" fmla="*/ 484381 h 6858000"/>
              <a:gd name="connsiteX227" fmla="*/ 5023120 w 6097200"/>
              <a:gd name="connsiteY227" fmla="*/ 496913 h 6858000"/>
              <a:gd name="connsiteX228" fmla="*/ 4993111 w 6097200"/>
              <a:gd name="connsiteY228" fmla="*/ 496913 h 6858000"/>
              <a:gd name="connsiteX229" fmla="*/ 4728340 w 6097200"/>
              <a:gd name="connsiteY229" fmla="*/ 462794 h 6858000"/>
              <a:gd name="connsiteX230" fmla="*/ 4716648 w 6097200"/>
              <a:gd name="connsiteY230" fmla="*/ 494561 h 6858000"/>
              <a:gd name="connsiteX231" fmla="*/ 4727457 w 6097200"/>
              <a:gd name="connsiteY231" fmla="*/ 566535 h 6858000"/>
              <a:gd name="connsiteX232" fmla="*/ 4729235 w 6097200"/>
              <a:gd name="connsiteY232" fmla="*/ 566535 h 6858000"/>
              <a:gd name="connsiteX233" fmla="*/ 4740044 w 6097200"/>
              <a:gd name="connsiteY233" fmla="*/ 494561 h 6858000"/>
              <a:gd name="connsiteX234" fmla="*/ 4728340 w 6097200"/>
              <a:gd name="connsiteY234" fmla="*/ 462794 h 6858000"/>
              <a:gd name="connsiteX235" fmla="*/ 4973003 w 6097200"/>
              <a:gd name="connsiteY235" fmla="*/ 453624 h 6858000"/>
              <a:gd name="connsiteX236" fmla="*/ 4973003 w 6097200"/>
              <a:gd name="connsiteY236" fmla="*/ 561866 h 6858000"/>
              <a:gd name="connsiteX237" fmla="*/ 5026369 w 6097200"/>
              <a:gd name="connsiteY237" fmla="*/ 561866 h 6858000"/>
              <a:gd name="connsiteX238" fmla="*/ 5061942 w 6097200"/>
              <a:gd name="connsiteY238" fmla="*/ 531404 h 6858000"/>
              <a:gd name="connsiteX239" fmla="*/ 5043075 w 6097200"/>
              <a:gd name="connsiteY239" fmla="*/ 505584 h 6858000"/>
              <a:gd name="connsiteX240" fmla="*/ 5059320 w 6097200"/>
              <a:gd name="connsiteY240" fmla="*/ 481772 h 6858000"/>
              <a:gd name="connsiteX241" fmla="*/ 5025909 w 6097200"/>
              <a:gd name="connsiteY241" fmla="*/ 453624 h 6858000"/>
              <a:gd name="connsiteX242" fmla="*/ 5514391 w 6097200"/>
              <a:gd name="connsiteY242" fmla="*/ 450670 h 6858000"/>
              <a:gd name="connsiteX243" fmla="*/ 5503403 w 6097200"/>
              <a:gd name="connsiteY243" fmla="*/ 461655 h 6858000"/>
              <a:gd name="connsiteX244" fmla="*/ 5514391 w 6097200"/>
              <a:gd name="connsiteY244" fmla="*/ 472641 h 6858000"/>
              <a:gd name="connsiteX245" fmla="*/ 5525379 w 6097200"/>
              <a:gd name="connsiteY245" fmla="*/ 461655 h 6858000"/>
              <a:gd name="connsiteX246" fmla="*/ 5514391 w 6097200"/>
              <a:gd name="connsiteY246" fmla="*/ 450670 h 6858000"/>
              <a:gd name="connsiteX247" fmla="*/ 4867038 w 6097200"/>
              <a:gd name="connsiteY247" fmla="*/ 447346 h 6858000"/>
              <a:gd name="connsiteX248" fmla="*/ 4819863 w 6097200"/>
              <a:gd name="connsiteY248" fmla="*/ 475417 h 6858000"/>
              <a:gd name="connsiteX249" fmla="*/ 4743421 w 6097200"/>
              <a:gd name="connsiteY249" fmla="*/ 569476 h 6858000"/>
              <a:gd name="connsiteX250" fmla="*/ 4744879 w 6097200"/>
              <a:gd name="connsiteY250" fmla="*/ 570934 h 6858000"/>
              <a:gd name="connsiteX251" fmla="*/ 4838961 w 6097200"/>
              <a:gd name="connsiteY251" fmla="*/ 494510 h 6858000"/>
              <a:gd name="connsiteX252" fmla="*/ 4867038 w 6097200"/>
              <a:gd name="connsiteY252" fmla="*/ 447346 h 6858000"/>
              <a:gd name="connsiteX253" fmla="*/ 4588234 w 6097200"/>
              <a:gd name="connsiteY253" fmla="*/ 447282 h 6858000"/>
              <a:gd name="connsiteX254" fmla="*/ 4616311 w 6097200"/>
              <a:gd name="connsiteY254" fmla="*/ 494446 h 6858000"/>
              <a:gd name="connsiteX255" fmla="*/ 4710393 w 6097200"/>
              <a:gd name="connsiteY255" fmla="*/ 570870 h 6858000"/>
              <a:gd name="connsiteX256" fmla="*/ 4710393 w 6097200"/>
              <a:gd name="connsiteY256" fmla="*/ 570883 h 6858000"/>
              <a:gd name="connsiteX257" fmla="*/ 4711851 w 6097200"/>
              <a:gd name="connsiteY257" fmla="*/ 569425 h 6858000"/>
              <a:gd name="connsiteX258" fmla="*/ 4635409 w 6097200"/>
              <a:gd name="connsiteY258" fmla="*/ 475365 h 6858000"/>
              <a:gd name="connsiteX259" fmla="*/ 4588234 w 6097200"/>
              <a:gd name="connsiteY259" fmla="*/ 447282 h 6858000"/>
              <a:gd name="connsiteX260" fmla="*/ 0 w 6097200"/>
              <a:gd name="connsiteY260" fmla="*/ 0 h 6858000"/>
              <a:gd name="connsiteX261" fmla="*/ 6097200 w 6097200"/>
              <a:gd name="connsiteY261" fmla="*/ 0 h 6858000"/>
              <a:gd name="connsiteX262" fmla="*/ 6097200 w 6097200"/>
              <a:gd name="connsiteY262" fmla="*/ 6858000 h 6858000"/>
              <a:gd name="connsiteX263" fmla="*/ 0 w 6097200"/>
              <a:gd name="connsiteY263"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Lst>
            <a:rect l="l" t="t" r="r" b="b"/>
            <a:pathLst>
              <a:path w="6097200" h="6858000">
                <a:moveTo>
                  <a:pt x="5346401" y="652256"/>
                </a:moveTo>
                <a:cubicBezTo>
                  <a:pt x="5359704" y="652256"/>
                  <a:pt x="5369451" y="662768"/>
                  <a:pt x="5369451" y="677002"/>
                </a:cubicBezTo>
                <a:cubicBezTo>
                  <a:pt x="5369451" y="691236"/>
                  <a:pt x="5359704" y="701748"/>
                  <a:pt x="5346401" y="701748"/>
                </a:cubicBezTo>
                <a:cubicBezTo>
                  <a:pt x="5333098" y="701748"/>
                  <a:pt x="5323350" y="691236"/>
                  <a:pt x="5323350" y="677002"/>
                </a:cubicBezTo>
                <a:cubicBezTo>
                  <a:pt x="5323350" y="662768"/>
                  <a:pt x="5333098" y="652256"/>
                  <a:pt x="5346401" y="652256"/>
                </a:cubicBezTo>
                <a:close/>
                <a:moveTo>
                  <a:pt x="5121193" y="652256"/>
                </a:moveTo>
                <a:cubicBezTo>
                  <a:pt x="5134496" y="652256"/>
                  <a:pt x="5144243" y="662768"/>
                  <a:pt x="5144243" y="677002"/>
                </a:cubicBezTo>
                <a:cubicBezTo>
                  <a:pt x="5144243" y="691236"/>
                  <a:pt x="5134496" y="701748"/>
                  <a:pt x="5121193" y="701748"/>
                </a:cubicBezTo>
                <a:cubicBezTo>
                  <a:pt x="5107890" y="701748"/>
                  <a:pt x="5098143" y="691236"/>
                  <a:pt x="5098143" y="677002"/>
                </a:cubicBezTo>
                <a:cubicBezTo>
                  <a:pt x="5098143" y="662768"/>
                  <a:pt x="5107890" y="652256"/>
                  <a:pt x="5121193" y="652256"/>
                </a:cubicBezTo>
                <a:close/>
                <a:moveTo>
                  <a:pt x="5436428" y="651335"/>
                </a:moveTo>
                <a:cubicBezTo>
                  <a:pt x="5446328" y="651335"/>
                  <a:pt x="5454374" y="657218"/>
                  <a:pt x="5456689" y="668498"/>
                </a:cubicBezTo>
                <a:lnTo>
                  <a:pt x="5415859" y="668498"/>
                </a:lnTo>
                <a:cubicBezTo>
                  <a:pt x="5418328" y="657832"/>
                  <a:pt x="5425913" y="651335"/>
                  <a:pt x="5436428" y="651335"/>
                </a:cubicBezTo>
                <a:close/>
                <a:moveTo>
                  <a:pt x="5524280" y="636015"/>
                </a:moveTo>
                <a:cubicBezTo>
                  <a:pt x="5512678" y="636015"/>
                  <a:pt x="5505105" y="642511"/>
                  <a:pt x="5502624" y="651783"/>
                </a:cubicBezTo>
                <a:lnTo>
                  <a:pt x="5502624" y="637396"/>
                </a:lnTo>
                <a:lnTo>
                  <a:pt x="5484997" y="637396"/>
                </a:lnTo>
                <a:lnTo>
                  <a:pt x="5484997" y="716570"/>
                </a:lnTo>
                <a:lnTo>
                  <a:pt x="5484997" y="716595"/>
                </a:lnTo>
                <a:lnTo>
                  <a:pt x="5502624" y="716595"/>
                </a:lnTo>
                <a:lnTo>
                  <a:pt x="5502624" y="673447"/>
                </a:lnTo>
                <a:cubicBezTo>
                  <a:pt x="5502624" y="660300"/>
                  <a:pt x="5508188" y="654264"/>
                  <a:pt x="5522118" y="654264"/>
                </a:cubicBezTo>
                <a:lnTo>
                  <a:pt x="5525981" y="654264"/>
                </a:lnTo>
                <a:lnTo>
                  <a:pt x="5525981" y="636015"/>
                </a:lnTo>
                <a:close/>
                <a:moveTo>
                  <a:pt x="5342845" y="635260"/>
                </a:moveTo>
                <a:cubicBezTo>
                  <a:pt x="5322122" y="635260"/>
                  <a:pt x="5305110" y="652729"/>
                  <a:pt x="5305110" y="677015"/>
                </a:cubicBezTo>
                <a:cubicBezTo>
                  <a:pt x="5305110" y="701300"/>
                  <a:pt x="5322122" y="718769"/>
                  <a:pt x="5342845" y="718769"/>
                </a:cubicBezTo>
                <a:cubicBezTo>
                  <a:pt x="5355061" y="718769"/>
                  <a:pt x="5364194" y="713513"/>
                  <a:pt x="5369451" y="703461"/>
                </a:cubicBezTo>
                <a:lnTo>
                  <a:pt x="5369451" y="716608"/>
                </a:lnTo>
                <a:lnTo>
                  <a:pt x="5387091" y="716608"/>
                </a:lnTo>
                <a:lnTo>
                  <a:pt x="5387091" y="637434"/>
                </a:lnTo>
                <a:lnTo>
                  <a:pt x="5369451" y="637434"/>
                </a:lnTo>
                <a:lnTo>
                  <a:pt x="5369451" y="650568"/>
                </a:lnTo>
                <a:cubicBezTo>
                  <a:pt x="5364194" y="640516"/>
                  <a:pt x="5355061" y="635260"/>
                  <a:pt x="5342845" y="635260"/>
                </a:cubicBezTo>
                <a:close/>
                <a:moveTo>
                  <a:pt x="5121193" y="635248"/>
                </a:moveTo>
                <a:cubicBezTo>
                  <a:pt x="5097682" y="635248"/>
                  <a:pt x="5079889" y="652717"/>
                  <a:pt x="5079889" y="677002"/>
                </a:cubicBezTo>
                <a:cubicBezTo>
                  <a:pt x="5079889" y="701287"/>
                  <a:pt x="5097682" y="718756"/>
                  <a:pt x="5121193" y="718756"/>
                </a:cubicBezTo>
                <a:cubicBezTo>
                  <a:pt x="5144704" y="718756"/>
                  <a:pt x="5162497" y="701287"/>
                  <a:pt x="5162497" y="677002"/>
                </a:cubicBezTo>
                <a:cubicBezTo>
                  <a:pt x="5162497" y="652717"/>
                  <a:pt x="5144704" y="635248"/>
                  <a:pt x="5121193" y="635248"/>
                </a:cubicBezTo>
                <a:close/>
                <a:moveTo>
                  <a:pt x="5436440" y="635235"/>
                </a:moveTo>
                <a:cubicBezTo>
                  <a:pt x="5413237" y="635235"/>
                  <a:pt x="5397311" y="652870"/>
                  <a:pt x="5397311" y="676989"/>
                </a:cubicBezTo>
                <a:lnTo>
                  <a:pt x="5397298" y="677002"/>
                </a:lnTo>
                <a:cubicBezTo>
                  <a:pt x="5397298" y="701121"/>
                  <a:pt x="5414464" y="718756"/>
                  <a:pt x="5437822" y="718756"/>
                </a:cubicBezTo>
                <a:cubicBezTo>
                  <a:pt x="5452212" y="718756"/>
                  <a:pt x="5465822" y="711646"/>
                  <a:pt x="5472321" y="700968"/>
                </a:cubicBezTo>
                <a:lnTo>
                  <a:pt x="5460258" y="690762"/>
                </a:lnTo>
                <a:cubicBezTo>
                  <a:pt x="5455768" y="698193"/>
                  <a:pt x="5447415" y="702669"/>
                  <a:pt x="5437835" y="702669"/>
                </a:cubicBezTo>
                <a:cubicBezTo>
                  <a:pt x="5426233" y="702669"/>
                  <a:pt x="5417573" y="694778"/>
                  <a:pt x="5415411" y="682718"/>
                </a:cubicBezTo>
                <a:lnTo>
                  <a:pt x="5474649" y="682718"/>
                </a:lnTo>
                <a:cubicBezTo>
                  <a:pt x="5474956" y="680711"/>
                  <a:pt x="5475109" y="678383"/>
                  <a:pt x="5475109" y="676222"/>
                </a:cubicBezTo>
                <a:cubicBezTo>
                  <a:pt x="5475109" y="653484"/>
                  <a:pt x="5459644" y="635235"/>
                  <a:pt x="5436440" y="635235"/>
                </a:cubicBezTo>
                <a:close/>
                <a:moveTo>
                  <a:pt x="5197290" y="614517"/>
                </a:moveTo>
                <a:lnTo>
                  <a:pt x="5179650" y="619927"/>
                </a:lnTo>
                <a:lnTo>
                  <a:pt x="5179650" y="637396"/>
                </a:lnTo>
                <a:lnTo>
                  <a:pt x="5164339" y="637396"/>
                </a:lnTo>
                <a:lnTo>
                  <a:pt x="5164339" y="652551"/>
                </a:lnTo>
                <a:lnTo>
                  <a:pt x="5179650" y="652551"/>
                </a:lnTo>
                <a:lnTo>
                  <a:pt x="5179650" y="691363"/>
                </a:lnTo>
                <a:cubicBezTo>
                  <a:pt x="5179650" y="708526"/>
                  <a:pt x="5189090" y="718271"/>
                  <a:pt x="5205169" y="718271"/>
                </a:cubicBezTo>
                <a:cubicBezTo>
                  <a:pt x="5209659" y="718271"/>
                  <a:pt x="5213676" y="717810"/>
                  <a:pt x="5216618" y="716877"/>
                </a:cubicBezTo>
                <a:lnTo>
                  <a:pt x="5216631" y="716902"/>
                </a:lnTo>
                <a:lnTo>
                  <a:pt x="5216631" y="702055"/>
                </a:lnTo>
                <a:cubicBezTo>
                  <a:pt x="5214622" y="702362"/>
                  <a:pt x="5211834" y="702515"/>
                  <a:pt x="5209979" y="702515"/>
                </a:cubicBezTo>
                <a:cubicBezTo>
                  <a:pt x="5201319" y="702515"/>
                  <a:pt x="5197290" y="698026"/>
                  <a:pt x="5197290" y="689675"/>
                </a:cubicBezTo>
                <a:lnTo>
                  <a:pt x="5197290" y="652563"/>
                </a:lnTo>
                <a:lnTo>
                  <a:pt x="5216631" y="652563"/>
                </a:lnTo>
                <a:lnTo>
                  <a:pt x="5216631" y="637409"/>
                </a:lnTo>
                <a:lnTo>
                  <a:pt x="5197290" y="637409"/>
                </a:lnTo>
                <a:close/>
                <a:moveTo>
                  <a:pt x="5228399" y="608341"/>
                </a:moveTo>
                <a:lnTo>
                  <a:pt x="5228399" y="716595"/>
                </a:lnTo>
                <a:lnTo>
                  <a:pt x="5246013" y="716595"/>
                </a:lnTo>
                <a:lnTo>
                  <a:pt x="5246013" y="669585"/>
                </a:lnTo>
                <a:cubicBezTo>
                  <a:pt x="5246013" y="657372"/>
                  <a:pt x="5252511" y="650722"/>
                  <a:pt x="5262411" y="650722"/>
                </a:cubicBezTo>
                <a:cubicBezTo>
                  <a:pt x="5272312" y="650722"/>
                  <a:pt x="5277876" y="657372"/>
                  <a:pt x="5277876" y="668191"/>
                </a:cubicBezTo>
                <a:lnTo>
                  <a:pt x="5277876" y="716595"/>
                </a:lnTo>
                <a:lnTo>
                  <a:pt x="5295516" y="716595"/>
                </a:lnTo>
                <a:lnTo>
                  <a:pt x="5295516" y="665096"/>
                </a:lnTo>
                <a:cubicBezTo>
                  <a:pt x="5295516" y="644685"/>
                  <a:pt x="5284528" y="635248"/>
                  <a:pt x="5269690" y="635248"/>
                </a:cubicBezTo>
                <a:cubicBezTo>
                  <a:pt x="5257474" y="635248"/>
                  <a:pt x="5249428" y="641284"/>
                  <a:pt x="5246026" y="647934"/>
                </a:cubicBezTo>
                <a:lnTo>
                  <a:pt x="5246026" y="608341"/>
                </a:lnTo>
                <a:close/>
                <a:moveTo>
                  <a:pt x="5020652" y="606486"/>
                </a:moveTo>
                <a:cubicBezTo>
                  <a:pt x="4989555" y="606486"/>
                  <a:pt x="4966198" y="629992"/>
                  <a:pt x="4966198" y="662628"/>
                </a:cubicBezTo>
                <a:cubicBezTo>
                  <a:pt x="4966198" y="695264"/>
                  <a:pt x="4989555" y="718769"/>
                  <a:pt x="5018324" y="718769"/>
                </a:cubicBezTo>
                <a:cubicBezTo>
                  <a:pt x="5031627" y="718769"/>
                  <a:pt x="5044150" y="712580"/>
                  <a:pt x="5051428" y="702681"/>
                </a:cubicBezTo>
                <a:lnTo>
                  <a:pt x="5051428" y="716595"/>
                </a:lnTo>
                <a:lnTo>
                  <a:pt x="5069375" y="716595"/>
                </a:lnTo>
                <a:lnTo>
                  <a:pt x="5069375" y="659686"/>
                </a:lnTo>
                <a:lnTo>
                  <a:pt x="5022506" y="659686"/>
                </a:lnTo>
                <a:lnTo>
                  <a:pt x="5022506" y="677322"/>
                </a:lnTo>
                <a:lnTo>
                  <a:pt x="5049880" y="677322"/>
                </a:lnTo>
                <a:cubicBezTo>
                  <a:pt x="5047245" y="690622"/>
                  <a:pt x="5035490" y="699906"/>
                  <a:pt x="5020639" y="699906"/>
                </a:cubicBezTo>
                <a:cubicBezTo>
                  <a:pt x="5001144" y="699906"/>
                  <a:pt x="4987227" y="684138"/>
                  <a:pt x="4987227" y="662640"/>
                </a:cubicBezTo>
                <a:cubicBezTo>
                  <a:pt x="4987227" y="641143"/>
                  <a:pt x="5001144" y="625375"/>
                  <a:pt x="5020639" y="625375"/>
                </a:cubicBezTo>
                <a:cubicBezTo>
                  <a:pt x="5034556" y="625375"/>
                  <a:pt x="5044610" y="632332"/>
                  <a:pt x="5050034" y="642230"/>
                </a:cubicBezTo>
                <a:lnTo>
                  <a:pt x="5066739" y="631091"/>
                </a:lnTo>
                <a:cubicBezTo>
                  <a:pt x="5058540" y="615630"/>
                  <a:pt x="5041220" y="606499"/>
                  <a:pt x="5020639" y="606499"/>
                </a:cubicBezTo>
                <a:close/>
                <a:moveTo>
                  <a:pt x="4744738" y="601537"/>
                </a:moveTo>
                <a:lnTo>
                  <a:pt x="4744746" y="601542"/>
                </a:lnTo>
                <a:lnTo>
                  <a:pt x="4743293" y="602995"/>
                </a:lnTo>
                <a:cubicBezTo>
                  <a:pt x="4761035" y="630631"/>
                  <a:pt x="4784546" y="661873"/>
                  <a:pt x="4819735" y="697054"/>
                </a:cubicBezTo>
                <a:cubicBezTo>
                  <a:pt x="4845357" y="722670"/>
                  <a:pt x="4859159" y="732888"/>
                  <a:pt x="4866910" y="725125"/>
                </a:cubicBezTo>
                <a:cubicBezTo>
                  <a:pt x="4874662" y="717376"/>
                  <a:pt x="4864442" y="703577"/>
                  <a:pt x="4838820" y="677961"/>
                </a:cubicBezTo>
                <a:cubicBezTo>
                  <a:pt x="4821225" y="660371"/>
                  <a:pt x="4804616" y="645696"/>
                  <a:pt x="4788949" y="633203"/>
                </a:cubicBezTo>
                <a:lnTo>
                  <a:pt x="4744746" y="601542"/>
                </a:lnTo>
                <a:lnTo>
                  <a:pt x="4744751" y="601537"/>
                </a:lnTo>
                <a:close/>
                <a:moveTo>
                  <a:pt x="4640551" y="588557"/>
                </a:moveTo>
                <a:cubicBezTo>
                  <a:pt x="4618550" y="588557"/>
                  <a:pt x="4608227" y="590756"/>
                  <a:pt x="4608227" y="600258"/>
                </a:cubicBezTo>
                <a:cubicBezTo>
                  <a:pt x="4608227" y="609760"/>
                  <a:pt x="4618537" y="611960"/>
                  <a:pt x="4640551" y="611960"/>
                </a:cubicBezTo>
                <a:cubicBezTo>
                  <a:pt x="4665495" y="611960"/>
                  <a:pt x="4685872" y="608724"/>
                  <a:pt x="4703192" y="604184"/>
                </a:cubicBezTo>
                <a:cubicBezTo>
                  <a:pt x="4677327" y="621794"/>
                  <a:pt x="4648597" y="646783"/>
                  <a:pt x="4616030" y="678997"/>
                </a:cubicBezTo>
                <a:cubicBezTo>
                  <a:pt x="4590472" y="704280"/>
                  <a:pt x="4580214" y="717823"/>
                  <a:pt x="4587633" y="725164"/>
                </a:cubicBezTo>
                <a:cubicBezTo>
                  <a:pt x="4595052" y="732504"/>
                  <a:pt x="4608739" y="722350"/>
                  <a:pt x="4634296" y="697067"/>
                </a:cubicBezTo>
                <a:cubicBezTo>
                  <a:pt x="4666864" y="664840"/>
                  <a:pt x="4692114" y="636424"/>
                  <a:pt x="4709907" y="610834"/>
                </a:cubicBezTo>
                <a:cubicBezTo>
                  <a:pt x="4705366" y="628150"/>
                  <a:pt x="4702117" y="648535"/>
                  <a:pt x="4702117" y="673511"/>
                </a:cubicBezTo>
                <a:cubicBezTo>
                  <a:pt x="4702117" y="695507"/>
                  <a:pt x="4704317" y="705815"/>
                  <a:pt x="4713821" y="705815"/>
                </a:cubicBezTo>
                <a:cubicBezTo>
                  <a:pt x="4723325" y="705815"/>
                  <a:pt x="4725526" y="695507"/>
                  <a:pt x="4725526" y="673511"/>
                </a:cubicBezTo>
                <a:cubicBezTo>
                  <a:pt x="4725526" y="643291"/>
                  <a:pt x="4720793" y="619773"/>
                  <a:pt x="4714717" y="600297"/>
                </a:cubicBezTo>
                <a:cubicBezTo>
                  <a:pt x="4714640" y="600028"/>
                  <a:pt x="4714499" y="599836"/>
                  <a:pt x="4714333" y="599708"/>
                </a:cubicBezTo>
                <a:lnTo>
                  <a:pt x="4714320" y="599695"/>
                </a:lnTo>
                <a:cubicBezTo>
                  <a:pt x="4714192" y="599555"/>
                  <a:pt x="4714013" y="599440"/>
                  <a:pt x="4713783" y="599363"/>
                </a:cubicBezTo>
                <a:cubicBezTo>
                  <a:pt x="4694289" y="593301"/>
                  <a:pt x="4670778" y="588557"/>
                  <a:pt x="4640551" y="588557"/>
                </a:cubicBezTo>
                <a:close/>
                <a:moveTo>
                  <a:pt x="4827410" y="575551"/>
                </a:moveTo>
                <a:cubicBezTo>
                  <a:pt x="4794549" y="575551"/>
                  <a:pt x="4768978" y="580295"/>
                  <a:pt x="4747796" y="586357"/>
                </a:cubicBezTo>
                <a:cubicBezTo>
                  <a:pt x="4746683" y="586677"/>
                  <a:pt x="4746683" y="587828"/>
                  <a:pt x="4747796" y="588147"/>
                </a:cubicBezTo>
                <a:cubicBezTo>
                  <a:pt x="4768978" y="594209"/>
                  <a:pt x="4794562" y="598941"/>
                  <a:pt x="4827410" y="598941"/>
                </a:cubicBezTo>
                <a:cubicBezTo>
                  <a:pt x="4851330" y="598941"/>
                  <a:pt x="4862549" y="596741"/>
                  <a:pt x="4862549" y="587252"/>
                </a:cubicBezTo>
                <a:cubicBezTo>
                  <a:pt x="4862549" y="577763"/>
                  <a:pt x="4851330" y="575551"/>
                  <a:pt x="4827410" y="575551"/>
                </a:cubicBezTo>
                <a:close/>
                <a:moveTo>
                  <a:pt x="4993111" y="515163"/>
                </a:moveTo>
                <a:lnTo>
                  <a:pt x="5024054" y="515163"/>
                </a:lnTo>
                <a:cubicBezTo>
                  <a:pt x="5034722" y="515163"/>
                  <a:pt x="5040913" y="520419"/>
                  <a:pt x="5040913" y="529396"/>
                </a:cubicBezTo>
                <a:cubicBezTo>
                  <a:pt x="5040913" y="538374"/>
                  <a:pt x="5034722" y="543630"/>
                  <a:pt x="5024054" y="543630"/>
                </a:cubicBezTo>
                <a:lnTo>
                  <a:pt x="5024054" y="543617"/>
                </a:lnTo>
                <a:lnTo>
                  <a:pt x="4993111" y="543617"/>
                </a:lnTo>
                <a:close/>
                <a:moveTo>
                  <a:pt x="5574716" y="497527"/>
                </a:moveTo>
                <a:cubicBezTo>
                  <a:pt x="5588019" y="497527"/>
                  <a:pt x="5597766" y="508039"/>
                  <a:pt x="5597766" y="522273"/>
                </a:cubicBezTo>
                <a:cubicBezTo>
                  <a:pt x="5597766" y="536507"/>
                  <a:pt x="5588019" y="547019"/>
                  <a:pt x="5574716" y="547019"/>
                </a:cubicBezTo>
                <a:cubicBezTo>
                  <a:pt x="5561413" y="547019"/>
                  <a:pt x="5551666" y="536507"/>
                  <a:pt x="5551666" y="522273"/>
                </a:cubicBezTo>
                <a:cubicBezTo>
                  <a:pt x="5551666" y="508039"/>
                  <a:pt x="5561413" y="497527"/>
                  <a:pt x="5574716" y="497527"/>
                </a:cubicBezTo>
                <a:close/>
                <a:moveTo>
                  <a:pt x="5111919" y="497527"/>
                </a:moveTo>
                <a:cubicBezTo>
                  <a:pt x="5125222" y="497527"/>
                  <a:pt x="5134969" y="508039"/>
                  <a:pt x="5134969" y="522273"/>
                </a:cubicBezTo>
                <a:cubicBezTo>
                  <a:pt x="5134969" y="536507"/>
                  <a:pt x="5125222" y="547019"/>
                  <a:pt x="5111919" y="547019"/>
                </a:cubicBezTo>
                <a:cubicBezTo>
                  <a:pt x="5098616" y="547019"/>
                  <a:pt x="5088869" y="536507"/>
                  <a:pt x="5088869" y="522273"/>
                </a:cubicBezTo>
                <a:cubicBezTo>
                  <a:pt x="5088869" y="508039"/>
                  <a:pt x="5098616" y="497527"/>
                  <a:pt x="5111919" y="497527"/>
                </a:cubicBezTo>
                <a:close/>
                <a:moveTo>
                  <a:pt x="5376882" y="496606"/>
                </a:moveTo>
                <a:cubicBezTo>
                  <a:pt x="5386783" y="496606"/>
                  <a:pt x="5394829" y="502489"/>
                  <a:pt x="5397144" y="513769"/>
                </a:cubicBezTo>
                <a:lnTo>
                  <a:pt x="5356314" y="513769"/>
                </a:lnTo>
                <a:cubicBezTo>
                  <a:pt x="5358782" y="503103"/>
                  <a:pt x="5366368" y="496606"/>
                  <a:pt x="5376882" y="496606"/>
                </a:cubicBezTo>
                <a:close/>
                <a:moveTo>
                  <a:pt x="5505578" y="482693"/>
                </a:moveTo>
                <a:lnTo>
                  <a:pt x="5505578" y="561866"/>
                </a:lnTo>
                <a:lnTo>
                  <a:pt x="5523217" y="561866"/>
                </a:lnTo>
                <a:lnTo>
                  <a:pt x="5523217" y="482693"/>
                </a:lnTo>
                <a:close/>
                <a:moveTo>
                  <a:pt x="5205502" y="481299"/>
                </a:moveTo>
                <a:cubicBezTo>
                  <a:pt x="5193900" y="481299"/>
                  <a:pt x="5186327" y="487795"/>
                  <a:pt x="5183846" y="497080"/>
                </a:cubicBezTo>
                <a:lnTo>
                  <a:pt x="5183846" y="482693"/>
                </a:lnTo>
                <a:lnTo>
                  <a:pt x="5166206" y="482693"/>
                </a:lnTo>
                <a:lnTo>
                  <a:pt x="5166206" y="561866"/>
                </a:lnTo>
                <a:lnTo>
                  <a:pt x="5183846" y="561866"/>
                </a:lnTo>
                <a:lnTo>
                  <a:pt x="5183846" y="518718"/>
                </a:lnTo>
                <a:cubicBezTo>
                  <a:pt x="5183846" y="505571"/>
                  <a:pt x="5189410" y="499548"/>
                  <a:pt x="5203340" y="499548"/>
                </a:cubicBezTo>
                <a:lnTo>
                  <a:pt x="5207203" y="499548"/>
                </a:lnTo>
                <a:lnTo>
                  <a:pt x="5207203" y="481299"/>
                </a:lnTo>
                <a:close/>
                <a:moveTo>
                  <a:pt x="5571160" y="480531"/>
                </a:moveTo>
                <a:cubicBezTo>
                  <a:pt x="5550438" y="480531"/>
                  <a:pt x="5533412" y="498000"/>
                  <a:pt x="5533412" y="522286"/>
                </a:cubicBezTo>
                <a:cubicBezTo>
                  <a:pt x="5533412" y="546571"/>
                  <a:pt x="5550425" y="564040"/>
                  <a:pt x="5571160" y="564040"/>
                </a:cubicBezTo>
                <a:cubicBezTo>
                  <a:pt x="5583376" y="564040"/>
                  <a:pt x="5592509" y="558784"/>
                  <a:pt x="5597766" y="548732"/>
                </a:cubicBezTo>
                <a:lnTo>
                  <a:pt x="5597766" y="561879"/>
                </a:lnTo>
                <a:lnTo>
                  <a:pt x="5615393" y="561879"/>
                </a:lnTo>
                <a:lnTo>
                  <a:pt x="5615393" y="482705"/>
                </a:lnTo>
                <a:lnTo>
                  <a:pt x="5597766" y="482705"/>
                </a:lnTo>
                <a:lnTo>
                  <a:pt x="5597766" y="495839"/>
                </a:lnTo>
                <a:cubicBezTo>
                  <a:pt x="5592509" y="485787"/>
                  <a:pt x="5583376" y="480531"/>
                  <a:pt x="5571160" y="480531"/>
                </a:cubicBezTo>
                <a:close/>
                <a:moveTo>
                  <a:pt x="5108350" y="480531"/>
                </a:moveTo>
                <a:cubicBezTo>
                  <a:pt x="5087628" y="480531"/>
                  <a:pt x="5070602" y="498000"/>
                  <a:pt x="5070602" y="522286"/>
                </a:cubicBezTo>
                <a:cubicBezTo>
                  <a:pt x="5070602" y="546571"/>
                  <a:pt x="5087615" y="564040"/>
                  <a:pt x="5108350" y="564040"/>
                </a:cubicBezTo>
                <a:cubicBezTo>
                  <a:pt x="5120566" y="564040"/>
                  <a:pt x="5129699" y="558784"/>
                  <a:pt x="5134956" y="548732"/>
                </a:cubicBezTo>
                <a:lnTo>
                  <a:pt x="5134956" y="561879"/>
                </a:lnTo>
                <a:lnTo>
                  <a:pt x="5152583" y="561879"/>
                </a:lnTo>
                <a:lnTo>
                  <a:pt x="5152583" y="482705"/>
                </a:lnTo>
                <a:lnTo>
                  <a:pt x="5134956" y="482705"/>
                </a:lnTo>
                <a:lnTo>
                  <a:pt x="5134956" y="495839"/>
                </a:lnTo>
                <a:cubicBezTo>
                  <a:pt x="5129699" y="485787"/>
                  <a:pt x="5120566" y="480531"/>
                  <a:pt x="5108350" y="480531"/>
                </a:cubicBezTo>
                <a:close/>
                <a:moveTo>
                  <a:pt x="5466756" y="480518"/>
                </a:moveTo>
                <a:cubicBezTo>
                  <a:pt x="5454540" y="480518"/>
                  <a:pt x="5446494" y="486555"/>
                  <a:pt x="5443091" y="493205"/>
                </a:cubicBezTo>
                <a:lnTo>
                  <a:pt x="5443091" y="482693"/>
                </a:lnTo>
                <a:lnTo>
                  <a:pt x="5425465" y="482693"/>
                </a:lnTo>
                <a:lnTo>
                  <a:pt x="5425465" y="561866"/>
                </a:lnTo>
                <a:lnTo>
                  <a:pt x="5443079" y="561866"/>
                </a:lnTo>
                <a:lnTo>
                  <a:pt x="5443079" y="514856"/>
                </a:lnTo>
                <a:cubicBezTo>
                  <a:pt x="5443079" y="502643"/>
                  <a:pt x="5449577" y="495993"/>
                  <a:pt x="5459477" y="495993"/>
                </a:cubicBezTo>
                <a:cubicBezTo>
                  <a:pt x="5469378" y="495993"/>
                  <a:pt x="5474942" y="502643"/>
                  <a:pt x="5474942" y="513462"/>
                </a:cubicBezTo>
                <a:lnTo>
                  <a:pt x="5474942" y="561866"/>
                </a:lnTo>
                <a:lnTo>
                  <a:pt x="5492582" y="561866"/>
                </a:lnTo>
                <a:lnTo>
                  <a:pt x="5492582" y="510367"/>
                </a:lnTo>
                <a:cubicBezTo>
                  <a:pt x="5492582" y="489956"/>
                  <a:pt x="5481594" y="480518"/>
                  <a:pt x="5466756" y="480518"/>
                </a:cubicBezTo>
                <a:close/>
                <a:moveTo>
                  <a:pt x="5376895" y="480518"/>
                </a:moveTo>
                <a:cubicBezTo>
                  <a:pt x="5353691" y="480518"/>
                  <a:pt x="5337753" y="498141"/>
                  <a:pt x="5337753" y="522273"/>
                </a:cubicBezTo>
                <a:cubicBezTo>
                  <a:pt x="5337753" y="546392"/>
                  <a:pt x="5354919" y="564027"/>
                  <a:pt x="5378277" y="564027"/>
                </a:cubicBezTo>
                <a:cubicBezTo>
                  <a:pt x="5392667" y="564027"/>
                  <a:pt x="5406277" y="556917"/>
                  <a:pt x="5412776" y="546239"/>
                </a:cubicBezTo>
                <a:lnTo>
                  <a:pt x="5400713" y="536033"/>
                </a:lnTo>
                <a:cubicBezTo>
                  <a:pt x="5396223" y="543451"/>
                  <a:pt x="5387870" y="547939"/>
                  <a:pt x="5378290" y="547939"/>
                </a:cubicBezTo>
                <a:cubicBezTo>
                  <a:pt x="5366688" y="547939"/>
                  <a:pt x="5358028" y="540049"/>
                  <a:pt x="5355866" y="527989"/>
                </a:cubicBezTo>
                <a:lnTo>
                  <a:pt x="5415103" y="527989"/>
                </a:lnTo>
                <a:cubicBezTo>
                  <a:pt x="5415411" y="525982"/>
                  <a:pt x="5415564" y="523654"/>
                  <a:pt x="5415564" y="521493"/>
                </a:cubicBezTo>
                <a:cubicBezTo>
                  <a:pt x="5415564" y="498755"/>
                  <a:pt x="5400099" y="480518"/>
                  <a:pt x="5376895" y="480518"/>
                </a:cubicBezTo>
                <a:close/>
                <a:moveTo>
                  <a:pt x="5256553" y="480518"/>
                </a:moveTo>
                <a:cubicBezTo>
                  <a:pt x="5245104" y="480518"/>
                  <a:pt x="5237532" y="486555"/>
                  <a:pt x="5234129" y="493205"/>
                </a:cubicBezTo>
                <a:lnTo>
                  <a:pt x="5234129" y="482693"/>
                </a:lnTo>
                <a:lnTo>
                  <a:pt x="5216490" y="482693"/>
                </a:lnTo>
                <a:lnTo>
                  <a:pt x="5216490" y="561866"/>
                </a:lnTo>
                <a:lnTo>
                  <a:pt x="5234116" y="561866"/>
                </a:lnTo>
                <a:lnTo>
                  <a:pt x="5234116" y="514856"/>
                </a:lnTo>
                <a:cubicBezTo>
                  <a:pt x="5234116" y="502643"/>
                  <a:pt x="5240154" y="495993"/>
                  <a:pt x="5249274" y="495993"/>
                </a:cubicBezTo>
                <a:cubicBezTo>
                  <a:pt x="5258395" y="495993"/>
                  <a:pt x="5263511" y="502643"/>
                  <a:pt x="5263511" y="513462"/>
                </a:cubicBezTo>
                <a:lnTo>
                  <a:pt x="5263511" y="561866"/>
                </a:lnTo>
                <a:lnTo>
                  <a:pt x="5281138" y="561866"/>
                </a:lnTo>
                <a:lnTo>
                  <a:pt x="5281138" y="513155"/>
                </a:lnTo>
                <a:cubicBezTo>
                  <a:pt x="5281138" y="502643"/>
                  <a:pt x="5287176" y="495993"/>
                  <a:pt x="5296296" y="495993"/>
                </a:cubicBezTo>
                <a:cubicBezTo>
                  <a:pt x="5305416" y="495993"/>
                  <a:pt x="5310533" y="502643"/>
                  <a:pt x="5310533" y="513462"/>
                </a:cubicBezTo>
                <a:lnTo>
                  <a:pt x="5310533" y="561866"/>
                </a:lnTo>
                <a:lnTo>
                  <a:pt x="5328172" y="561866"/>
                </a:lnTo>
                <a:lnTo>
                  <a:pt x="5328172" y="510367"/>
                </a:lnTo>
                <a:cubicBezTo>
                  <a:pt x="5328172" y="489956"/>
                  <a:pt x="5317658" y="480518"/>
                  <a:pt x="5302026" y="480518"/>
                </a:cubicBezTo>
                <a:cubicBezTo>
                  <a:pt x="5291512" y="480518"/>
                  <a:pt x="5283312" y="485161"/>
                  <a:pt x="5278209" y="494125"/>
                </a:cubicBezTo>
                <a:cubicBezTo>
                  <a:pt x="5274039" y="484841"/>
                  <a:pt x="5266146" y="480518"/>
                  <a:pt x="5256553" y="480518"/>
                </a:cubicBezTo>
                <a:close/>
                <a:moveTo>
                  <a:pt x="4993111" y="471861"/>
                </a:moveTo>
                <a:lnTo>
                  <a:pt x="5023120" y="471861"/>
                </a:lnTo>
                <a:cubicBezTo>
                  <a:pt x="5032714" y="471861"/>
                  <a:pt x="5038278" y="476503"/>
                  <a:pt x="5038278" y="484381"/>
                </a:cubicBezTo>
                <a:cubicBezTo>
                  <a:pt x="5038278" y="492258"/>
                  <a:pt x="5032714" y="496913"/>
                  <a:pt x="5023120" y="496913"/>
                </a:cubicBezTo>
                <a:lnTo>
                  <a:pt x="4993111" y="496913"/>
                </a:lnTo>
                <a:close/>
                <a:moveTo>
                  <a:pt x="4728340" y="462794"/>
                </a:moveTo>
                <a:cubicBezTo>
                  <a:pt x="4718848" y="462794"/>
                  <a:pt x="4716648" y="472936"/>
                  <a:pt x="4716648" y="494561"/>
                </a:cubicBezTo>
                <a:cubicBezTo>
                  <a:pt x="4716648" y="524269"/>
                  <a:pt x="4721381" y="547390"/>
                  <a:pt x="4727457" y="566535"/>
                </a:cubicBezTo>
                <a:cubicBezTo>
                  <a:pt x="4727777" y="567545"/>
                  <a:pt x="4728915" y="567545"/>
                  <a:pt x="4729235" y="566535"/>
                </a:cubicBezTo>
                <a:cubicBezTo>
                  <a:pt x="4735298" y="547378"/>
                  <a:pt x="4740044" y="524269"/>
                  <a:pt x="4740044" y="494561"/>
                </a:cubicBezTo>
                <a:cubicBezTo>
                  <a:pt x="4740044" y="472936"/>
                  <a:pt x="4737844" y="462794"/>
                  <a:pt x="4728340" y="462794"/>
                </a:cubicBezTo>
                <a:close/>
                <a:moveTo>
                  <a:pt x="4973003" y="453624"/>
                </a:moveTo>
                <a:lnTo>
                  <a:pt x="4973003" y="561866"/>
                </a:lnTo>
                <a:lnTo>
                  <a:pt x="5026369" y="561866"/>
                </a:lnTo>
                <a:cubicBezTo>
                  <a:pt x="5048793" y="561866"/>
                  <a:pt x="5061942" y="550574"/>
                  <a:pt x="5061942" y="531404"/>
                </a:cubicBezTo>
                <a:cubicBezTo>
                  <a:pt x="5061942" y="518257"/>
                  <a:pt x="5054677" y="509446"/>
                  <a:pt x="5043075" y="505584"/>
                </a:cubicBezTo>
                <a:cubicBezTo>
                  <a:pt x="5053129" y="501722"/>
                  <a:pt x="5059320" y="492744"/>
                  <a:pt x="5059320" y="481772"/>
                </a:cubicBezTo>
                <a:cubicBezTo>
                  <a:pt x="5059320" y="464136"/>
                  <a:pt x="5046951" y="453624"/>
                  <a:pt x="5025909" y="453624"/>
                </a:cubicBezTo>
                <a:close/>
                <a:moveTo>
                  <a:pt x="5514391" y="450670"/>
                </a:moveTo>
                <a:cubicBezTo>
                  <a:pt x="5508354" y="450670"/>
                  <a:pt x="5503403" y="455619"/>
                  <a:pt x="5503403" y="461655"/>
                </a:cubicBezTo>
                <a:cubicBezTo>
                  <a:pt x="5503403" y="467692"/>
                  <a:pt x="5508354" y="472641"/>
                  <a:pt x="5514391" y="472641"/>
                </a:cubicBezTo>
                <a:cubicBezTo>
                  <a:pt x="5520429" y="472641"/>
                  <a:pt x="5525379" y="467692"/>
                  <a:pt x="5525379" y="461655"/>
                </a:cubicBezTo>
                <a:cubicBezTo>
                  <a:pt x="5525379" y="455619"/>
                  <a:pt x="5520429" y="450670"/>
                  <a:pt x="5514391" y="450670"/>
                </a:cubicBezTo>
                <a:close/>
                <a:moveTo>
                  <a:pt x="4867038" y="447346"/>
                </a:moveTo>
                <a:cubicBezTo>
                  <a:pt x="4859287" y="439596"/>
                  <a:pt x="4845485" y="449814"/>
                  <a:pt x="4819863" y="475417"/>
                </a:cubicBezTo>
                <a:cubicBezTo>
                  <a:pt x="4784674" y="510598"/>
                  <a:pt x="4761150" y="541840"/>
                  <a:pt x="4743421" y="569476"/>
                </a:cubicBezTo>
                <a:cubicBezTo>
                  <a:pt x="4742487" y="570934"/>
                  <a:pt x="4743421" y="571868"/>
                  <a:pt x="4744879" y="570934"/>
                </a:cubicBezTo>
                <a:cubicBezTo>
                  <a:pt x="4772522" y="553196"/>
                  <a:pt x="4803771" y="529691"/>
                  <a:pt x="4838961" y="494510"/>
                </a:cubicBezTo>
                <a:cubicBezTo>
                  <a:pt x="4864582" y="468894"/>
                  <a:pt x="4874803" y="455096"/>
                  <a:pt x="4867038" y="447346"/>
                </a:cubicBezTo>
                <a:close/>
                <a:moveTo>
                  <a:pt x="4588234" y="447282"/>
                </a:moveTo>
                <a:cubicBezTo>
                  <a:pt x="4580482" y="455032"/>
                  <a:pt x="4590703" y="468830"/>
                  <a:pt x="4616311" y="494446"/>
                </a:cubicBezTo>
                <a:cubicBezTo>
                  <a:pt x="4651501" y="529627"/>
                  <a:pt x="4682751" y="553145"/>
                  <a:pt x="4710393" y="570870"/>
                </a:cubicBezTo>
                <a:lnTo>
                  <a:pt x="4710393" y="570883"/>
                </a:lnTo>
                <a:cubicBezTo>
                  <a:pt x="4711851" y="571816"/>
                  <a:pt x="4712785" y="570883"/>
                  <a:pt x="4711851" y="569425"/>
                </a:cubicBezTo>
                <a:cubicBezTo>
                  <a:pt x="4694109" y="541789"/>
                  <a:pt x="4670599" y="510547"/>
                  <a:pt x="4635409" y="475365"/>
                </a:cubicBezTo>
                <a:cubicBezTo>
                  <a:pt x="4609800" y="449750"/>
                  <a:pt x="4595986" y="439532"/>
                  <a:pt x="4588234" y="447282"/>
                </a:cubicBezTo>
                <a:close/>
                <a:moveTo>
                  <a:pt x="0" y="0"/>
                </a:moveTo>
                <a:lnTo>
                  <a:pt x="6097200" y="0"/>
                </a:lnTo>
                <a:lnTo>
                  <a:pt x="6097200" y="6858000"/>
                </a:lnTo>
                <a:lnTo>
                  <a:pt x="0" y="6858000"/>
                </a:lnTo>
                <a:close/>
              </a:path>
            </a:pathLst>
          </a:custGeom>
          <a:gradFill>
            <a:gsLst>
              <a:gs pos="0">
                <a:srgbClr val="000000">
                  <a:alpha val="64000"/>
                </a:srgbClr>
              </a:gs>
              <a:gs pos="39000">
                <a:srgbClr val="000000">
                  <a:alpha val="0"/>
                </a:srgbClr>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DE" dirty="0">
              <a:latin typeface="BarmeniaGothaer Offc" panose="020B0503020204020204" pitchFamily="34" charset="0"/>
            </a:endParaRPr>
          </a:p>
        </p:txBody>
      </p:sp>
      <p:sp>
        <p:nvSpPr>
          <p:cNvPr id="9" name="Bildplatzhalter 8">
            <a:extLst>
              <a:ext uri="{FF2B5EF4-FFF2-40B4-BE49-F238E27FC236}">
                <a16:creationId xmlns:a16="http://schemas.microsoft.com/office/drawing/2014/main" id="{CF3C4D49-09EF-12C2-A6C4-A3FA6DA2A863}"/>
              </a:ext>
            </a:extLst>
          </p:cNvPr>
          <p:cNvSpPr>
            <a:spLocks noGrp="1"/>
          </p:cNvSpPr>
          <p:nvPr>
            <p:ph type="pic" sz="quarter" idx="14"/>
          </p:nvPr>
        </p:nvSpPr>
        <p:spPr/>
        <p:txBody>
          <a:bodyPr/>
          <a:lstStyle/>
          <a:p>
            <a:endParaRPr lang="de-DE"/>
          </a:p>
        </p:txBody>
      </p:sp>
    </p:spTree>
    <p:extLst>
      <p:ext uri="{BB962C8B-B14F-4D97-AF65-F5344CB8AC3E}">
        <p14:creationId xmlns:p14="http://schemas.microsoft.com/office/powerpoint/2010/main" val="27251392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3BA83ACC-1120-1087-0FFA-E182CA1BC782}"/>
              </a:ext>
            </a:extLst>
          </p:cNvPr>
          <p:cNvSpPr>
            <a:spLocks noGrp="1"/>
          </p:cNvSpPr>
          <p:nvPr>
            <p:ph type="title"/>
          </p:nvPr>
        </p:nvSpPr>
        <p:spPr>
          <a:xfrm>
            <a:off x="479425" y="387560"/>
            <a:ext cx="8424863" cy="1461759"/>
          </a:xfrm>
        </p:spPr>
        <p:txBody>
          <a:bodyPr/>
          <a:lstStyle/>
          <a:p>
            <a:r>
              <a:rPr lang="de-DE" dirty="0"/>
              <a:t>Titel der Folie, kurz und </a:t>
            </a:r>
            <a:br>
              <a:rPr lang="de-DE" dirty="0"/>
            </a:br>
            <a:r>
              <a:rPr lang="de-DE" dirty="0"/>
              <a:t>prägnant, zwei- oder auch </a:t>
            </a:r>
            <a:br>
              <a:rPr lang="de-DE" dirty="0"/>
            </a:br>
            <a:r>
              <a:rPr lang="de-DE" dirty="0">
                <a:solidFill>
                  <a:schemeClr val="accent4"/>
                </a:solidFill>
              </a:rPr>
              <a:t>dreizeilig möglich.</a:t>
            </a:r>
          </a:p>
        </p:txBody>
      </p:sp>
      <p:sp>
        <p:nvSpPr>
          <p:cNvPr id="5" name="Datumsplatzhalter 4">
            <a:extLst>
              <a:ext uri="{FF2B5EF4-FFF2-40B4-BE49-F238E27FC236}">
                <a16:creationId xmlns:a16="http://schemas.microsoft.com/office/drawing/2014/main" id="{B5FBB89F-A0AE-A934-6F1E-6FE1412F8965}"/>
              </a:ext>
            </a:extLst>
          </p:cNvPr>
          <p:cNvSpPr>
            <a:spLocks noGrp="1"/>
          </p:cNvSpPr>
          <p:nvPr>
            <p:ph type="dt" sz="half" idx="10"/>
          </p:nvPr>
        </p:nvSpPr>
        <p:spPr>
          <a:xfrm>
            <a:off x="3334722" y="6521213"/>
            <a:ext cx="1068585" cy="106468"/>
          </a:xfrm>
        </p:spPr>
        <p:txBody>
          <a:bodyPr/>
          <a:lstStyle/>
          <a:p>
            <a:fld id="{76E61733-B204-4341-B82D-59A7DD828AE5}" type="datetime1">
              <a:rPr lang="de-DE"/>
              <a:pPr/>
              <a:t>22.06.2026</a:t>
            </a:fld>
            <a:endParaRPr lang="de-DE"/>
          </a:p>
        </p:txBody>
      </p:sp>
      <p:sp>
        <p:nvSpPr>
          <p:cNvPr id="3" name="Fußzeilenplatzhalter 2">
            <a:extLst>
              <a:ext uri="{FF2B5EF4-FFF2-40B4-BE49-F238E27FC236}">
                <a16:creationId xmlns:a16="http://schemas.microsoft.com/office/drawing/2014/main" id="{E3A0CEB1-7E3D-B2CE-C145-51EF58B1636D}"/>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4" name="Foliennummernplatzhalter 3">
            <a:extLst>
              <a:ext uri="{FF2B5EF4-FFF2-40B4-BE49-F238E27FC236}">
                <a16:creationId xmlns:a16="http://schemas.microsoft.com/office/drawing/2014/main" id="{A1E6D105-0E10-FBC3-01BC-8489A527FFFD}"/>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36</a:t>
            </a:fld>
            <a:endParaRPr lang="de-DE"/>
          </a:p>
        </p:txBody>
      </p:sp>
      <p:sp>
        <p:nvSpPr>
          <p:cNvPr id="11" name="Textplatzhalter 10">
            <a:extLst>
              <a:ext uri="{FF2B5EF4-FFF2-40B4-BE49-F238E27FC236}">
                <a16:creationId xmlns:a16="http://schemas.microsoft.com/office/drawing/2014/main" id="{49CE0530-CAEF-62B9-F43A-769E11A98C66}"/>
              </a:ext>
            </a:extLst>
          </p:cNvPr>
          <p:cNvSpPr>
            <a:spLocks noGrp="1"/>
          </p:cNvSpPr>
          <p:nvPr>
            <p:ph type="body" sz="quarter" idx="20"/>
          </p:nvPr>
        </p:nvSpPr>
        <p:spPr>
          <a:xfrm>
            <a:off x="6362700" y="5283200"/>
            <a:ext cx="5362575" cy="666750"/>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a:t>
            </a:r>
          </a:p>
        </p:txBody>
      </p:sp>
      <p:sp>
        <p:nvSpPr>
          <p:cNvPr id="12" name="Textplatzhalter 11">
            <a:extLst>
              <a:ext uri="{FF2B5EF4-FFF2-40B4-BE49-F238E27FC236}">
                <a16:creationId xmlns:a16="http://schemas.microsoft.com/office/drawing/2014/main" id="{8B2C775D-841A-CE9B-7841-DA86A19D7224}"/>
              </a:ext>
            </a:extLst>
          </p:cNvPr>
          <p:cNvSpPr>
            <a:spLocks noGrp="1"/>
          </p:cNvSpPr>
          <p:nvPr>
            <p:ph type="body" sz="quarter" idx="21"/>
          </p:nvPr>
        </p:nvSpPr>
        <p:spPr>
          <a:xfrm>
            <a:off x="479425" y="5283200"/>
            <a:ext cx="5364163" cy="426912"/>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a:t>
            </a:r>
          </a:p>
        </p:txBody>
      </p:sp>
      <p:sp>
        <p:nvSpPr>
          <p:cNvPr id="2" name="Textplatzhalter 31">
            <a:extLst>
              <a:ext uri="{FF2B5EF4-FFF2-40B4-BE49-F238E27FC236}">
                <a16:creationId xmlns:a16="http://schemas.microsoft.com/office/drawing/2014/main" id="{B61707D4-A1E7-0A92-2348-286133FA1566}"/>
              </a:ext>
            </a:extLst>
          </p:cNvPr>
          <p:cNvSpPr txBox="1">
            <a:spLocks/>
          </p:cNvSpPr>
          <p:nvPr/>
        </p:nvSpPr>
        <p:spPr>
          <a:xfrm>
            <a:off x="6203950" y="4216376"/>
            <a:ext cx="2401441" cy="524891"/>
          </a:xfrm>
          <a:prstGeom prst="roundRect">
            <a:avLst>
              <a:gd name="adj" fmla="val 8019"/>
            </a:avLst>
          </a:prstGeom>
          <a:solidFill>
            <a:schemeClr val="accent4"/>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accent6"/>
                </a:solidFill>
                <a:latin typeface="BarmeniaGothaer Offc Medium" panose="020B0603020204020204" pitchFamily="34" charset="0"/>
              </a:rPr>
              <a:t>Einfacher Störer</a:t>
            </a:r>
          </a:p>
        </p:txBody>
      </p:sp>
      <p:sp>
        <p:nvSpPr>
          <p:cNvPr id="7" name="Bildplatzhalter 6">
            <a:extLst>
              <a:ext uri="{FF2B5EF4-FFF2-40B4-BE49-F238E27FC236}">
                <a16:creationId xmlns:a16="http://schemas.microsoft.com/office/drawing/2014/main" id="{E7764620-7E12-8381-B4CA-CC6C1C13E7ED}"/>
              </a:ext>
            </a:extLst>
          </p:cNvPr>
          <p:cNvSpPr>
            <a:spLocks noGrp="1"/>
          </p:cNvSpPr>
          <p:nvPr>
            <p:ph type="pic" sz="quarter" idx="14"/>
          </p:nvPr>
        </p:nvSpPr>
        <p:spPr/>
        <p:txBody>
          <a:bodyPr/>
          <a:lstStyle/>
          <a:p>
            <a:endParaRPr lang="de-DE"/>
          </a:p>
        </p:txBody>
      </p:sp>
      <p:sp>
        <p:nvSpPr>
          <p:cNvPr id="10" name="Bildplatzhalter 9">
            <a:extLst>
              <a:ext uri="{FF2B5EF4-FFF2-40B4-BE49-F238E27FC236}">
                <a16:creationId xmlns:a16="http://schemas.microsoft.com/office/drawing/2014/main" id="{41AF28AB-C4B2-F4C4-4F35-7EE563D6A970}"/>
              </a:ext>
            </a:extLst>
          </p:cNvPr>
          <p:cNvSpPr>
            <a:spLocks noGrp="1"/>
          </p:cNvSpPr>
          <p:nvPr>
            <p:ph type="pic" sz="quarter" idx="15"/>
          </p:nvPr>
        </p:nvSpPr>
        <p:spPr/>
        <p:txBody>
          <a:bodyPr/>
          <a:lstStyle/>
          <a:p>
            <a:endParaRPr lang="de-DE"/>
          </a:p>
        </p:txBody>
      </p:sp>
    </p:spTree>
    <p:extLst>
      <p:ext uri="{BB962C8B-B14F-4D97-AF65-F5344CB8AC3E}">
        <p14:creationId xmlns:p14="http://schemas.microsoft.com/office/powerpoint/2010/main" val="42453065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21123AD2-9845-9F5E-A595-D6E681DE5637}"/>
              </a:ext>
            </a:extLst>
          </p:cNvPr>
          <p:cNvSpPr>
            <a:spLocks noGrp="1"/>
          </p:cNvSpPr>
          <p:nvPr>
            <p:ph type="title"/>
          </p:nvPr>
        </p:nvSpPr>
        <p:spPr>
          <a:xfrm>
            <a:off x="479425" y="387560"/>
            <a:ext cx="8496300" cy="1461759"/>
          </a:xfrm>
        </p:spPr>
        <p:txBody>
          <a:bodyPr/>
          <a:lstStyle/>
          <a:p>
            <a:r>
              <a:rPr lang="de-DE" dirty="0"/>
              <a:t>Titel der Folie, kurz und </a:t>
            </a:r>
            <a:br>
              <a:rPr lang="de-DE" dirty="0"/>
            </a:br>
            <a:r>
              <a:rPr lang="de-DE" dirty="0"/>
              <a:t>prägnant, zwei- oder auch </a:t>
            </a:r>
            <a:br>
              <a:rPr lang="de-DE" dirty="0"/>
            </a:br>
            <a:r>
              <a:rPr lang="de-DE" dirty="0">
                <a:solidFill>
                  <a:schemeClr val="accent4"/>
                </a:solidFill>
              </a:rPr>
              <a:t>dreizeilig möglich.</a:t>
            </a:r>
          </a:p>
        </p:txBody>
      </p:sp>
      <p:sp>
        <p:nvSpPr>
          <p:cNvPr id="2" name="Datumsplatzhalter 1">
            <a:extLst>
              <a:ext uri="{FF2B5EF4-FFF2-40B4-BE49-F238E27FC236}">
                <a16:creationId xmlns:a16="http://schemas.microsoft.com/office/drawing/2014/main" id="{C66BA705-001F-0EE7-B898-8D96398CA8F0}"/>
              </a:ext>
            </a:extLst>
          </p:cNvPr>
          <p:cNvSpPr>
            <a:spLocks noGrp="1"/>
          </p:cNvSpPr>
          <p:nvPr>
            <p:ph type="dt" sz="half" idx="10"/>
          </p:nvPr>
        </p:nvSpPr>
        <p:spPr>
          <a:xfrm>
            <a:off x="3334722" y="6521213"/>
            <a:ext cx="1068585" cy="106468"/>
          </a:xfrm>
        </p:spPr>
        <p:txBody>
          <a:bodyPr/>
          <a:lstStyle/>
          <a:p>
            <a:fld id="{7465599D-A100-C649-AE06-A419726E6046}" type="datetime1">
              <a:rPr lang="de-DE"/>
              <a:pPr/>
              <a:t>22.06.2026</a:t>
            </a:fld>
            <a:endParaRPr lang="de-DE"/>
          </a:p>
        </p:txBody>
      </p:sp>
      <p:sp>
        <p:nvSpPr>
          <p:cNvPr id="30" name="Fußzeilenplatzhalter 29">
            <a:extLst>
              <a:ext uri="{FF2B5EF4-FFF2-40B4-BE49-F238E27FC236}">
                <a16:creationId xmlns:a16="http://schemas.microsoft.com/office/drawing/2014/main" id="{5CD62CB1-5358-D281-93C9-56E7C5E45DE0}"/>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31" name="Foliennummernplatzhalter 30">
            <a:extLst>
              <a:ext uri="{FF2B5EF4-FFF2-40B4-BE49-F238E27FC236}">
                <a16:creationId xmlns:a16="http://schemas.microsoft.com/office/drawing/2014/main" id="{C37CEAF1-7900-E20C-58E2-0A78F7EAD0C4}"/>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37</a:t>
            </a:fld>
            <a:endParaRPr lang="de-DE"/>
          </a:p>
        </p:txBody>
      </p:sp>
      <p:sp>
        <p:nvSpPr>
          <p:cNvPr id="11" name="Textplatzhalter 10">
            <a:extLst>
              <a:ext uri="{FF2B5EF4-FFF2-40B4-BE49-F238E27FC236}">
                <a16:creationId xmlns:a16="http://schemas.microsoft.com/office/drawing/2014/main" id="{EC15F0C3-B8DF-FC7A-2260-C11FA4628408}"/>
              </a:ext>
            </a:extLst>
          </p:cNvPr>
          <p:cNvSpPr>
            <a:spLocks noGrp="1"/>
          </p:cNvSpPr>
          <p:nvPr>
            <p:ph type="body" sz="quarter" idx="19"/>
          </p:nvPr>
        </p:nvSpPr>
        <p:spPr>
          <a:xfrm>
            <a:off x="8306974" y="5260769"/>
            <a:ext cx="3405600" cy="648511"/>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a:t>
            </a:r>
          </a:p>
        </p:txBody>
      </p:sp>
      <p:sp>
        <p:nvSpPr>
          <p:cNvPr id="12" name="Textplatzhalter 11">
            <a:extLst>
              <a:ext uri="{FF2B5EF4-FFF2-40B4-BE49-F238E27FC236}">
                <a16:creationId xmlns:a16="http://schemas.microsoft.com/office/drawing/2014/main" id="{BCCBF40B-2A77-FDC7-CC20-D8A278809176}"/>
              </a:ext>
            </a:extLst>
          </p:cNvPr>
          <p:cNvSpPr>
            <a:spLocks noGrp="1"/>
          </p:cNvSpPr>
          <p:nvPr>
            <p:ph type="body" sz="quarter" idx="20"/>
          </p:nvPr>
        </p:nvSpPr>
        <p:spPr>
          <a:xfrm>
            <a:off x="4399754" y="5260769"/>
            <a:ext cx="3405600" cy="648511"/>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a:t>
            </a:r>
          </a:p>
        </p:txBody>
      </p:sp>
      <p:sp>
        <p:nvSpPr>
          <p:cNvPr id="13" name="Textplatzhalter 12">
            <a:extLst>
              <a:ext uri="{FF2B5EF4-FFF2-40B4-BE49-F238E27FC236}">
                <a16:creationId xmlns:a16="http://schemas.microsoft.com/office/drawing/2014/main" id="{37B5683B-5F8C-297B-F8D3-AFA89B0DFE9F}"/>
              </a:ext>
            </a:extLst>
          </p:cNvPr>
          <p:cNvSpPr>
            <a:spLocks noGrp="1"/>
          </p:cNvSpPr>
          <p:nvPr>
            <p:ph type="body" sz="quarter" idx="21"/>
          </p:nvPr>
        </p:nvSpPr>
        <p:spPr>
          <a:xfrm>
            <a:off x="479423" y="5260769"/>
            <a:ext cx="3405600" cy="648511"/>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a:t>
            </a:r>
          </a:p>
        </p:txBody>
      </p:sp>
      <p:sp>
        <p:nvSpPr>
          <p:cNvPr id="34" name="Textplatzhalter 33">
            <a:extLst>
              <a:ext uri="{FF2B5EF4-FFF2-40B4-BE49-F238E27FC236}">
                <a16:creationId xmlns:a16="http://schemas.microsoft.com/office/drawing/2014/main" id="{F57BB093-2065-4D52-56A6-02F0909E993D}"/>
              </a:ext>
            </a:extLst>
          </p:cNvPr>
          <p:cNvSpPr>
            <a:spLocks noGrp="1"/>
          </p:cNvSpPr>
          <p:nvPr>
            <p:ph type="body" idx="13"/>
          </p:nvPr>
        </p:nvSpPr>
        <p:spPr>
          <a:xfrm>
            <a:off x="479424" y="2034711"/>
            <a:ext cx="3405599" cy="276999"/>
          </a:xfrm>
        </p:spPr>
        <p:txBody>
          <a:bodyPr/>
          <a:lstStyle/>
          <a:p>
            <a:r>
              <a:rPr lang="de-DE" dirty="0"/>
              <a:t>Bildüberschrift, einzeilig</a:t>
            </a:r>
          </a:p>
        </p:txBody>
      </p:sp>
      <p:sp>
        <p:nvSpPr>
          <p:cNvPr id="35" name="Textplatzhalter 34">
            <a:extLst>
              <a:ext uri="{FF2B5EF4-FFF2-40B4-BE49-F238E27FC236}">
                <a16:creationId xmlns:a16="http://schemas.microsoft.com/office/drawing/2014/main" id="{6E38359D-AF49-AFC2-066B-02C93D3BE1DA}"/>
              </a:ext>
            </a:extLst>
          </p:cNvPr>
          <p:cNvSpPr>
            <a:spLocks noGrp="1"/>
          </p:cNvSpPr>
          <p:nvPr>
            <p:ph type="body" idx="22"/>
          </p:nvPr>
        </p:nvSpPr>
        <p:spPr>
          <a:xfrm>
            <a:off x="4393199" y="2034711"/>
            <a:ext cx="3418710" cy="759182"/>
          </a:xfrm>
        </p:spPr>
        <p:txBody>
          <a:bodyPr/>
          <a:lstStyle/>
          <a:p>
            <a:r>
              <a:rPr lang="de-DE" dirty="0"/>
              <a:t>Bildüberschrift, einzeilig</a:t>
            </a:r>
          </a:p>
          <a:p>
            <a:endParaRPr lang="de-DE" dirty="0"/>
          </a:p>
        </p:txBody>
      </p:sp>
      <p:sp>
        <p:nvSpPr>
          <p:cNvPr id="36" name="Textplatzhalter 35">
            <a:extLst>
              <a:ext uri="{FF2B5EF4-FFF2-40B4-BE49-F238E27FC236}">
                <a16:creationId xmlns:a16="http://schemas.microsoft.com/office/drawing/2014/main" id="{992DDE3E-3C31-805B-73F0-48447D81B459}"/>
              </a:ext>
            </a:extLst>
          </p:cNvPr>
          <p:cNvSpPr>
            <a:spLocks noGrp="1"/>
          </p:cNvSpPr>
          <p:nvPr>
            <p:ph type="body" idx="23"/>
          </p:nvPr>
        </p:nvSpPr>
        <p:spPr>
          <a:xfrm>
            <a:off x="8295097" y="2034711"/>
            <a:ext cx="3418710" cy="759182"/>
          </a:xfrm>
        </p:spPr>
        <p:txBody>
          <a:bodyPr/>
          <a:lstStyle/>
          <a:p>
            <a:r>
              <a:rPr lang="de-DE"/>
              <a:t>Bildüberschrift, einzeilig</a:t>
            </a:r>
            <a:endParaRPr lang="de-DE" dirty="0"/>
          </a:p>
          <a:p>
            <a:endParaRPr lang="de-DE" dirty="0"/>
          </a:p>
        </p:txBody>
      </p:sp>
      <p:sp>
        <p:nvSpPr>
          <p:cNvPr id="6" name="Bildplatzhalter 5">
            <a:extLst>
              <a:ext uri="{FF2B5EF4-FFF2-40B4-BE49-F238E27FC236}">
                <a16:creationId xmlns:a16="http://schemas.microsoft.com/office/drawing/2014/main" id="{E361C427-BFFF-6EF3-70AD-DAB5F281F297}"/>
              </a:ext>
            </a:extLst>
          </p:cNvPr>
          <p:cNvSpPr>
            <a:spLocks noGrp="1"/>
          </p:cNvSpPr>
          <p:nvPr>
            <p:ph type="pic" sz="quarter" idx="14"/>
          </p:nvPr>
        </p:nvSpPr>
        <p:spPr/>
        <p:txBody>
          <a:bodyPr/>
          <a:lstStyle/>
          <a:p>
            <a:endParaRPr lang="de-DE"/>
          </a:p>
        </p:txBody>
      </p:sp>
      <p:sp>
        <p:nvSpPr>
          <p:cNvPr id="9" name="Bildplatzhalter 8">
            <a:extLst>
              <a:ext uri="{FF2B5EF4-FFF2-40B4-BE49-F238E27FC236}">
                <a16:creationId xmlns:a16="http://schemas.microsoft.com/office/drawing/2014/main" id="{7FD198B3-0713-7451-A260-9E0CF7D72C21}"/>
              </a:ext>
            </a:extLst>
          </p:cNvPr>
          <p:cNvSpPr>
            <a:spLocks noGrp="1"/>
          </p:cNvSpPr>
          <p:nvPr>
            <p:ph type="pic" sz="quarter" idx="16"/>
          </p:nvPr>
        </p:nvSpPr>
        <p:spPr/>
        <p:txBody>
          <a:bodyPr/>
          <a:lstStyle/>
          <a:p>
            <a:endParaRPr lang="de-DE"/>
          </a:p>
        </p:txBody>
      </p:sp>
      <p:sp>
        <p:nvSpPr>
          <p:cNvPr id="15" name="Bildplatzhalter 14">
            <a:extLst>
              <a:ext uri="{FF2B5EF4-FFF2-40B4-BE49-F238E27FC236}">
                <a16:creationId xmlns:a16="http://schemas.microsoft.com/office/drawing/2014/main" id="{AA28209D-66FD-365C-6BF1-F4F78BD7259F}"/>
              </a:ext>
            </a:extLst>
          </p:cNvPr>
          <p:cNvSpPr>
            <a:spLocks noGrp="1"/>
          </p:cNvSpPr>
          <p:nvPr>
            <p:ph type="pic" sz="quarter" idx="18"/>
          </p:nvPr>
        </p:nvSpPr>
        <p:spPr/>
        <p:txBody>
          <a:bodyPr/>
          <a:lstStyle/>
          <a:p>
            <a:endParaRPr lang="de-DE"/>
          </a:p>
        </p:txBody>
      </p:sp>
    </p:spTree>
    <p:extLst>
      <p:ext uri="{BB962C8B-B14F-4D97-AF65-F5344CB8AC3E}">
        <p14:creationId xmlns:p14="http://schemas.microsoft.com/office/powerpoint/2010/main" val="36947051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563E29A4-E0CC-1B0E-06C7-9B417088571B}"/>
              </a:ext>
            </a:extLst>
          </p:cNvPr>
          <p:cNvSpPr>
            <a:spLocks noGrp="1"/>
          </p:cNvSpPr>
          <p:nvPr>
            <p:ph type="dt" sz="half" idx="10"/>
          </p:nvPr>
        </p:nvSpPr>
        <p:spPr>
          <a:xfrm>
            <a:off x="3334722" y="6521213"/>
            <a:ext cx="1068585" cy="106468"/>
          </a:xfrm>
        </p:spPr>
        <p:txBody>
          <a:bodyPr/>
          <a:lstStyle/>
          <a:p>
            <a:fld id="{DBF9FDAD-FC19-C943-AEE8-90A30F21F6BA}" type="datetime1">
              <a:rPr lang="de-DE"/>
              <a:pPr/>
              <a:t>22.06.2026</a:t>
            </a:fld>
            <a:endParaRPr lang="de-DE" dirty="0"/>
          </a:p>
        </p:txBody>
      </p:sp>
      <p:sp>
        <p:nvSpPr>
          <p:cNvPr id="12" name="Fußzeilenplatzhalter 11">
            <a:extLst>
              <a:ext uri="{FF2B5EF4-FFF2-40B4-BE49-F238E27FC236}">
                <a16:creationId xmlns:a16="http://schemas.microsoft.com/office/drawing/2014/main" id="{706540D5-0318-9363-D26A-268790ED28EC}"/>
              </a:ext>
            </a:extLst>
          </p:cNvPr>
          <p:cNvSpPr>
            <a:spLocks noGrp="1"/>
          </p:cNvSpPr>
          <p:nvPr>
            <p:ph type="ftr" sz="quarter" idx="11"/>
          </p:nvPr>
        </p:nvSpPr>
        <p:spPr>
          <a:xfrm>
            <a:off x="3334720" y="6405343"/>
            <a:ext cx="2806997" cy="106470"/>
          </a:xfrm>
        </p:spPr>
        <p:txBody>
          <a:bodyPr/>
          <a:lstStyle/>
          <a:p>
            <a:r>
              <a:rPr lang="de-DE" dirty="0"/>
              <a:t>Titel der Präsentation</a:t>
            </a:r>
          </a:p>
        </p:txBody>
      </p:sp>
      <p:sp>
        <p:nvSpPr>
          <p:cNvPr id="13" name="Foliennummernplatzhalter 12">
            <a:extLst>
              <a:ext uri="{FF2B5EF4-FFF2-40B4-BE49-F238E27FC236}">
                <a16:creationId xmlns:a16="http://schemas.microsoft.com/office/drawing/2014/main" id="{87C9655A-CDAA-B0C5-0834-EEFED882647D}"/>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38</a:t>
            </a:fld>
            <a:endParaRPr lang="de-DE" dirty="0"/>
          </a:p>
        </p:txBody>
      </p:sp>
      <p:sp>
        <p:nvSpPr>
          <p:cNvPr id="20" name="Textplatzhalter 19">
            <a:extLst>
              <a:ext uri="{FF2B5EF4-FFF2-40B4-BE49-F238E27FC236}">
                <a16:creationId xmlns:a16="http://schemas.microsoft.com/office/drawing/2014/main" id="{C71CA91C-18A9-47B0-50CD-B84D1B9700B3}"/>
              </a:ext>
            </a:extLst>
          </p:cNvPr>
          <p:cNvSpPr>
            <a:spLocks noGrp="1"/>
          </p:cNvSpPr>
          <p:nvPr>
            <p:ph type="body" sz="quarter" idx="21"/>
          </p:nvPr>
        </p:nvSpPr>
        <p:spPr>
          <a:xfrm>
            <a:off x="479425" y="2668888"/>
            <a:ext cx="4763135" cy="2847675"/>
          </a:xfrm>
        </p:spPr>
        <p:txBody>
          <a:bodyPr/>
          <a:lstStyle/>
          <a:p>
            <a:r>
              <a:rPr lang="de-DE" dirty="0"/>
              <a:t>Hier ein Statement. </a:t>
            </a:r>
            <a:br>
              <a:rPr lang="de-DE" dirty="0"/>
            </a:br>
            <a:r>
              <a:rPr lang="de-DE" dirty="0"/>
              <a:t>Loren </a:t>
            </a:r>
            <a:r>
              <a:rPr lang="de-DE" dirty="0" err="1"/>
              <a:t>ipsum</a:t>
            </a:r>
            <a:r>
              <a:rPr lang="de-DE" dirty="0"/>
              <a:t> </a:t>
            </a:r>
            <a:r>
              <a:rPr lang="de-DE" dirty="0" err="1"/>
              <a:t>dolor</a:t>
            </a:r>
            <a:r>
              <a:rPr lang="de-DE" dirty="0"/>
              <a:t> </a:t>
            </a:r>
            <a:br>
              <a:rPr lang="de-DE" dirty="0"/>
            </a:br>
            <a:r>
              <a:rPr lang="de-DE" dirty="0" err="1"/>
              <a:t>sit</a:t>
            </a:r>
            <a:r>
              <a:rPr lang="de-DE" dirty="0"/>
              <a:t> </a:t>
            </a:r>
            <a:r>
              <a:rPr lang="de-DE" dirty="0" err="1"/>
              <a:t>amet</a:t>
            </a:r>
            <a:r>
              <a:rPr lang="de-DE" dirty="0"/>
              <a:t>, </a:t>
            </a:r>
            <a:r>
              <a:rPr lang="de-DE" dirty="0" err="1"/>
              <a:t>consetetur</a:t>
            </a:r>
            <a:r>
              <a:rPr lang="de-DE" dirty="0"/>
              <a:t> </a:t>
            </a:r>
            <a:br>
              <a:rPr lang="de-DE" dirty="0"/>
            </a:br>
            <a:r>
              <a:rPr lang="de-DE" dirty="0" err="1"/>
              <a:t>sadipscing</a:t>
            </a:r>
            <a:r>
              <a:rPr lang="de-DE" dirty="0"/>
              <a:t> </a:t>
            </a:r>
            <a:r>
              <a:rPr lang="de-DE" dirty="0" err="1"/>
              <a:t>elitr</a:t>
            </a:r>
            <a:r>
              <a:rPr lang="de-DE" dirty="0"/>
              <a:t>.</a:t>
            </a:r>
          </a:p>
        </p:txBody>
      </p:sp>
      <p:sp>
        <p:nvSpPr>
          <p:cNvPr id="4" name="Bildplatzhalter 3">
            <a:extLst>
              <a:ext uri="{FF2B5EF4-FFF2-40B4-BE49-F238E27FC236}">
                <a16:creationId xmlns:a16="http://schemas.microsoft.com/office/drawing/2014/main" id="{D6B26293-5827-5D0C-95D9-66346D21CB10}"/>
              </a:ext>
            </a:extLst>
          </p:cNvPr>
          <p:cNvSpPr>
            <a:spLocks noGrp="1"/>
          </p:cNvSpPr>
          <p:nvPr>
            <p:ph type="pic" sz="quarter" idx="15"/>
          </p:nvPr>
        </p:nvSpPr>
        <p:spPr/>
        <p:txBody>
          <a:bodyPr/>
          <a:lstStyle/>
          <a:p>
            <a:endParaRPr lang="de-DE"/>
          </a:p>
        </p:txBody>
      </p:sp>
    </p:spTree>
    <p:extLst>
      <p:ext uri="{BB962C8B-B14F-4D97-AF65-F5344CB8AC3E}">
        <p14:creationId xmlns:p14="http://schemas.microsoft.com/office/powerpoint/2010/main" val="12495242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5DFCF086-721D-08B7-0CD9-C09252DF94FE}"/>
              </a:ext>
            </a:extLst>
          </p:cNvPr>
          <p:cNvSpPr>
            <a:spLocks noGrp="1"/>
          </p:cNvSpPr>
          <p:nvPr>
            <p:ph type="dt" sz="half" idx="10"/>
          </p:nvPr>
        </p:nvSpPr>
        <p:spPr>
          <a:xfrm>
            <a:off x="3334722" y="6521213"/>
            <a:ext cx="1068585" cy="106468"/>
          </a:xfrm>
        </p:spPr>
        <p:txBody>
          <a:bodyPr/>
          <a:lstStyle/>
          <a:p>
            <a:fld id="{2DE66CE5-6E4E-254F-BACD-C75F7D6843BB}" type="datetime1">
              <a:rPr lang="de-DE"/>
              <a:pPr/>
              <a:t>22.06.2026</a:t>
            </a:fld>
            <a:endParaRPr lang="de-DE" dirty="0"/>
          </a:p>
        </p:txBody>
      </p:sp>
      <p:sp>
        <p:nvSpPr>
          <p:cNvPr id="4" name="Fußzeilenplatzhalter 3">
            <a:extLst>
              <a:ext uri="{FF2B5EF4-FFF2-40B4-BE49-F238E27FC236}">
                <a16:creationId xmlns:a16="http://schemas.microsoft.com/office/drawing/2014/main" id="{F2A1903C-AB33-3D82-A301-F09F15392778}"/>
              </a:ext>
            </a:extLst>
          </p:cNvPr>
          <p:cNvSpPr>
            <a:spLocks noGrp="1"/>
          </p:cNvSpPr>
          <p:nvPr>
            <p:ph type="ftr" sz="quarter" idx="11"/>
          </p:nvPr>
        </p:nvSpPr>
        <p:spPr>
          <a:xfrm>
            <a:off x="3334720" y="6405343"/>
            <a:ext cx="2806997" cy="106470"/>
          </a:xfrm>
        </p:spPr>
        <p:txBody>
          <a:bodyPr/>
          <a:lstStyle/>
          <a:p>
            <a:r>
              <a:rPr lang="de-DE" dirty="0"/>
              <a:t>Titel der Präsentation</a:t>
            </a:r>
          </a:p>
        </p:txBody>
      </p:sp>
      <p:sp>
        <p:nvSpPr>
          <p:cNvPr id="5" name="Foliennummernplatzhalter 4">
            <a:extLst>
              <a:ext uri="{FF2B5EF4-FFF2-40B4-BE49-F238E27FC236}">
                <a16:creationId xmlns:a16="http://schemas.microsoft.com/office/drawing/2014/main" id="{2CF8A7D6-292F-055E-C5A2-BEEB96C7242E}"/>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39</a:t>
            </a:fld>
            <a:endParaRPr lang="de-DE" dirty="0"/>
          </a:p>
        </p:txBody>
      </p:sp>
      <p:sp>
        <p:nvSpPr>
          <p:cNvPr id="11" name="Textplatzhalter 10">
            <a:extLst>
              <a:ext uri="{FF2B5EF4-FFF2-40B4-BE49-F238E27FC236}">
                <a16:creationId xmlns:a16="http://schemas.microsoft.com/office/drawing/2014/main" id="{9D185AEE-8436-6E1E-9843-53FCD44E9598}"/>
              </a:ext>
            </a:extLst>
          </p:cNvPr>
          <p:cNvSpPr>
            <a:spLocks noGrp="1"/>
          </p:cNvSpPr>
          <p:nvPr>
            <p:ph type="body" sz="quarter" idx="21"/>
          </p:nvPr>
        </p:nvSpPr>
        <p:spPr>
          <a:xfrm>
            <a:off x="479425" y="2668888"/>
            <a:ext cx="4763135" cy="2847675"/>
          </a:xfrm>
        </p:spPr>
        <p:txBody>
          <a:bodyPr/>
          <a:lstStyle/>
          <a:p>
            <a:r>
              <a:rPr lang="de-DE" dirty="0"/>
              <a:t>Hier ein Statement. </a:t>
            </a:r>
            <a:br>
              <a:rPr lang="de-DE" dirty="0"/>
            </a:br>
            <a:r>
              <a:rPr lang="de-DE" dirty="0"/>
              <a:t>Loren </a:t>
            </a:r>
            <a:r>
              <a:rPr lang="de-DE" dirty="0" err="1"/>
              <a:t>ipsum</a:t>
            </a:r>
            <a:r>
              <a:rPr lang="de-DE" dirty="0"/>
              <a:t> </a:t>
            </a:r>
            <a:r>
              <a:rPr lang="de-DE" dirty="0" err="1"/>
              <a:t>dolor</a:t>
            </a:r>
            <a:r>
              <a:rPr lang="de-DE" dirty="0"/>
              <a:t> </a:t>
            </a:r>
            <a:br>
              <a:rPr lang="de-DE" dirty="0"/>
            </a:br>
            <a:r>
              <a:rPr lang="de-DE" dirty="0" err="1"/>
              <a:t>sit</a:t>
            </a:r>
            <a:r>
              <a:rPr lang="de-DE" dirty="0"/>
              <a:t> </a:t>
            </a:r>
            <a:r>
              <a:rPr lang="de-DE" dirty="0" err="1"/>
              <a:t>amet</a:t>
            </a:r>
            <a:r>
              <a:rPr lang="de-DE" dirty="0"/>
              <a:t>, </a:t>
            </a:r>
            <a:r>
              <a:rPr lang="de-DE" dirty="0" err="1"/>
              <a:t>consetetur</a:t>
            </a:r>
            <a:r>
              <a:rPr lang="de-DE" dirty="0"/>
              <a:t> </a:t>
            </a:r>
            <a:br>
              <a:rPr lang="de-DE" dirty="0"/>
            </a:br>
            <a:r>
              <a:rPr lang="de-DE" dirty="0" err="1"/>
              <a:t>sadipscing</a:t>
            </a:r>
            <a:r>
              <a:rPr lang="de-DE" dirty="0"/>
              <a:t> </a:t>
            </a:r>
            <a:r>
              <a:rPr lang="de-DE" dirty="0" err="1"/>
              <a:t>elitr</a:t>
            </a:r>
            <a:r>
              <a:rPr lang="de-DE" dirty="0"/>
              <a:t>.</a:t>
            </a:r>
          </a:p>
        </p:txBody>
      </p:sp>
      <p:sp>
        <p:nvSpPr>
          <p:cNvPr id="16" name="Textplatzhalter 31">
            <a:extLst>
              <a:ext uri="{FF2B5EF4-FFF2-40B4-BE49-F238E27FC236}">
                <a16:creationId xmlns:a16="http://schemas.microsoft.com/office/drawing/2014/main" id="{EE1C5E12-0E43-D926-E73B-1104A4DB81DC}"/>
              </a:ext>
            </a:extLst>
          </p:cNvPr>
          <p:cNvSpPr txBox="1">
            <a:spLocks/>
          </p:cNvSpPr>
          <p:nvPr/>
        </p:nvSpPr>
        <p:spPr>
          <a:xfrm>
            <a:off x="3537967" y="1765340"/>
            <a:ext cx="2401441" cy="524891"/>
          </a:xfrm>
          <a:prstGeom prst="roundRect">
            <a:avLst>
              <a:gd name="adj" fmla="val 8019"/>
            </a:avLst>
          </a:prstGeom>
          <a:solidFill>
            <a:schemeClr val="tx1"/>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bg1"/>
                </a:solidFill>
                <a:latin typeface="BarmeniaGothaer Offc Medium" panose="020B0603020204020204" pitchFamily="34" charset="0"/>
              </a:rPr>
              <a:t>Einfacher Störer</a:t>
            </a:r>
          </a:p>
        </p:txBody>
      </p:sp>
      <p:sp>
        <p:nvSpPr>
          <p:cNvPr id="6" name="Bildplatzhalter 5">
            <a:extLst>
              <a:ext uri="{FF2B5EF4-FFF2-40B4-BE49-F238E27FC236}">
                <a16:creationId xmlns:a16="http://schemas.microsoft.com/office/drawing/2014/main" id="{7130AEE3-7C1F-B14A-4DEE-D7A2ADAD9CFD}"/>
              </a:ext>
            </a:extLst>
          </p:cNvPr>
          <p:cNvSpPr>
            <a:spLocks noGrp="1"/>
          </p:cNvSpPr>
          <p:nvPr>
            <p:ph type="pic" sz="quarter" idx="15"/>
          </p:nvPr>
        </p:nvSpPr>
        <p:spPr/>
        <p:txBody>
          <a:bodyPr/>
          <a:lstStyle/>
          <a:p>
            <a:endParaRPr lang="de-DE"/>
          </a:p>
        </p:txBody>
      </p:sp>
    </p:spTree>
    <p:extLst>
      <p:ext uri="{BB962C8B-B14F-4D97-AF65-F5344CB8AC3E}">
        <p14:creationId xmlns:p14="http://schemas.microsoft.com/office/powerpoint/2010/main" val="40995149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67B6A-8A86-0C6B-B6F7-84733723DC5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51B2630-0866-B5CD-4E34-16C3A73659C7}"/>
              </a:ext>
            </a:extLst>
          </p:cNvPr>
          <p:cNvSpPr>
            <a:spLocks noGrp="1"/>
          </p:cNvSpPr>
          <p:nvPr>
            <p:ph type="dt" sz="half" idx="10"/>
          </p:nvPr>
        </p:nvSpPr>
        <p:spPr>
          <a:xfrm>
            <a:off x="3334722" y="6521213"/>
            <a:ext cx="1068585" cy="106468"/>
          </a:xfrm>
        </p:spPr>
        <p:txBody>
          <a:bodyPr/>
          <a:lstStyle/>
          <a:p>
            <a:fld id="{DBF9FDAD-FC19-C943-AEE8-90A30F21F6BA}" type="datetime1">
              <a:rPr lang="de-DE"/>
              <a:pPr/>
              <a:t>22.06.2026</a:t>
            </a:fld>
            <a:endParaRPr lang="de-DE" dirty="0"/>
          </a:p>
        </p:txBody>
      </p:sp>
      <p:sp>
        <p:nvSpPr>
          <p:cNvPr id="12" name="Fußzeilenplatzhalter 11">
            <a:extLst>
              <a:ext uri="{FF2B5EF4-FFF2-40B4-BE49-F238E27FC236}">
                <a16:creationId xmlns:a16="http://schemas.microsoft.com/office/drawing/2014/main" id="{C5B56505-B60F-AAF0-7354-65E148397F2F}"/>
              </a:ext>
            </a:extLst>
          </p:cNvPr>
          <p:cNvSpPr>
            <a:spLocks noGrp="1"/>
          </p:cNvSpPr>
          <p:nvPr>
            <p:ph type="ftr" sz="quarter" idx="11"/>
          </p:nvPr>
        </p:nvSpPr>
        <p:spPr>
          <a:xfrm>
            <a:off x="3334720" y="6405343"/>
            <a:ext cx="2806997" cy="106470"/>
          </a:xfrm>
        </p:spPr>
        <p:txBody>
          <a:bodyPr/>
          <a:lstStyle/>
          <a:p>
            <a:r>
              <a:rPr lang="de-DE" dirty="0"/>
              <a:t>Titel der Präsentation</a:t>
            </a:r>
          </a:p>
        </p:txBody>
      </p:sp>
      <p:sp>
        <p:nvSpPr>
          <p:cNvPr id="13" name="Foliennummernplatzhalter 12">
            <a:extLst>
              <a:ext uri="{FF2B5EF4-FFF2-40B4-BE49-F238E27FC236}">
                <a16:creationId xmlns:a16="http://schemas.microsoft.com/office/drawing/2014/main" id="{44BF88D7-7F0A-631B-CD60-021045500983}"/>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40</a:t>
            </a:fld>
            <a:endParaRPr lang="de-DE" dirty="0"/>
          </a:p>
        </p:txBody>
      </p:sp>
      <p:sp>
        <p:nvSpPr>
          <p:cNvPr id="11" name="Textplatzhalter 10">
            <a:extLst>
              <a:ext uri="{FF2B5EF4-FFF2-40B4-BE49-F238E27FC236}">
                <a16:creationId xmlns:a16="http://schemas.microsoft.com/office/drawing/2014/main" id="{84CAB151-85D1-5FEC-32D3-AB9A1D825B2B}"/>
              </a:ext>
            </a:extLst>
          </p:cNvPr>
          <p:cNvSpPr>
            <a:spLocks noGrp="1"/>
          </p:cNvSpPr>
          <p:nvPr>
            <p:ph type="body" sz="quarter" idx="21"/>
          </p:nvPr>
        </p:nvSpPr>
        <p:spPr>
          <a:xfrm>
            <a:off x="479425" y="2568575"/>
            <a:ext cx="4762500" cy="2138599"/>
          </a:xfrm>
        </p:spPr>
        <p:txBody>
          <a:bodyPr anchor="t"/>
          <a:lstStyle/>
          <a:p>
            <a:r>
              <a:rPr lang="de-DE" dirty="0"/>
              <a:t>Hier steht ein Zitat. </a:t>
            </a:r>
            <a:br>
              <a:rPr lang="de-DE" dirty="0"/>
            </a:br>
            <a:r>
              <a:rPr lang="de-DE" dirty="0"/>
              <a:t>Loren </a:t>
            </a:r>
            <a:r>
              <a:rPr lang="de-DE" dirty="0" err="1"/>
              <a:t>ipsum</a:t>
            </a:r>
            <a:r>
              <a:rPr lang="de-DE" dirty="0"/>
              <a:t> </a:t>
            </a:r>
            <a:r>
              <a:rPr lang="de-DE" dirty="0" err="1"/>
              <a:t>dolor</a:t>
            </a:r>
            <a:r>
              <a:rPr lang="de-DE" dirty="0"/>
              <a:t> </a:t>
            </a:r>
            <a:br>
              <a:rPr lang="de-DE" dirty="0"/>
            </a:br>
            <a:r>
              <a:rPr lang="de-DE" dirty="0" err="1"/>
              <a:t>sit</a:t>
            </a:r>
            <a:r>
              <a:rPr lang="de-DE" dirty="0"/>
              <a:t> </a:t>
            </a:r>
            <a:r>
              <a:rPr lang="de-DE" dirty="0" err="1"/>
              <a:t>amet</a:t>
            </a:r>
            <a:r>
              <a:rPr lang="de-DE" dirty="0"/>
              <a:t>, </a:t>
            </a:r>
            <a:r>
              <a:rPr lang="de-DE" dirty="0" err="1"/>
              <a:t>consetetur</a:t>
            </a:r>
            <a:r>
              <a:rPr lang="de-DE" dirty="0"/>
              <a:t> </a:t>
            </a:r>
            <a:br>
              <a:rPr lang="de-DE" dirty="0"/>
            </a:br>
            <a:r>
              <a:rPr lang="de-DE" dirty="0" err="1"/>
              <a:t>sadipscing</a:t>
            </a:r>
            <a:r>
              <a:rPr lang="de-DE" dirty="0"/>
              <a:t> </a:t>
            </a:r>
            <a:r>
              <a:rPr lang="de-DE" dirty="0" err="1"/>
              <a:t>elitr</a:t>
            </a:r>
            <a:r>
              <a:rPr lang="de-DE" dirty="0"/>
              <a:t>. </a:t>
            </a:r>
          </a:p>
          <a:p>
            <a:pPr lvl="1"/>
            <a:r>
              <a:rPr lang="de-DE" dirty="0"/>
              <a:t>Name Vorname | Zusätzliche Info</a:t>
            </a:r>
          </a:p>
        </p:txBody>
      </p:sp>
      <p:sp>
        <p:nvSpPr>
          <p:cNvPr id="8" name="Textplatzhalter 7">
            <a:extLst>
              <a:ext uri="{FF2B5EF4-FFF2-40B4-BE49-F238E27FC236}">
                <a16:creationId xmlns:a16="http://schemas.microsoft.com/office/drawing/2014/main" id="{D575E86D-C00D-99EA-C6EE-BB90718308E1}"/>
              </a:ext>
            </a:extLst>
          </p:cNvPr>
          <p:cNvSpPr>
            <a:spLocks noGrp="1"/>
          </p:cNvSpPr>
          <p:nvPr>
            <p:ph type="body" sz="quarter" idx="13"/>
          </p:nvPr>
        </p:nvSpPr>
        <p:spPr/>
        <p:txBody>
          <a:bodyPr/>
          <a:lstStyle/>
          <a:p>
            <a:r>
              <a:rPr lang="de-DE" dirty="0"/>
              <a:t>Quelle:</a:t>
            </a:r>
          </a:p>
        </p:txBody>
      </p:sp>
      <p:sp>
        <p:nvSpPr>
          <p:cNvPr id="4" name="Bildplatzhalter 3">
            <a:extLst>
              <a:ext uri="{FF2B5EF4-FFF2-40B4-BE49-F238E27FC236}">
                <a16:creationId xmlns:a16="http://schemas.microsoft.com/office/drawing/2014/main" id="{40E07956-E075-CC59-AB8A-EA989DC8301F}"/>
              </a:ext>
            </a:extLst>
          </p:cNvPr>
          <p:cNvSpPr>
            <a:spLocks noGrp="1"/>
          </p:cNvSpPr>
          <p:nvPr>
            <p:ph type="pic" sz="quarter" idx="15"/>
          </p:nvPr>
        </p:nvSpPr>
        <p:spPr/>
        <p:txBody>
          <a:bodyPr/>
          <a:lstStyle/>
          <a:p>
            <a:endParaRPr lang="de-DE"/>
          </a:p>
        </p:txBody>
      </p:sp>
    </p:spTree>
    <p:extLst>
      <p:ext uri="{BB962C8B-B14F-4D97-AF65-F5344CB8AC3E}">
        <p14:creationId xmlns:p14="http://schemas.microsoft.com/office/powerpoint/2010/main" val="8824579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67B6A-8A86-0C6B-B6F7-84733723DC5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51B2630-0866-B5CD-4E34-16C3A73659C7}"/>
              </a:ext>
            </a:extLst>
          </p:cNvPr>
          <p:cNvSpPr>
            <a:spLocks noGrp="1"/>
          </p:cNvSpPr>
          <p:nvPr>
            <p:ph type="dt" sz="half" idx="10"/>
          </p:nvPr>
        </p:nvSpPr>
        <p:spPr>
          <a:xfrm>
            <a:off x="3334722" y="6521213"/>
            <a:ext cx="1068585" cy="106468"/>
          </a:xfrm>
        </p:spPr>
        <p:txBody>
          <a:bodyPr/>
          <a:lstStyle/>
          <a:p>
            <a:fld id="{DBF9FDAD-FC19-C943-AEE8-90A30F21F6BA}" type="datetime1">
              <a:rPr lang="de-DE"/>
              <a:pPr/>
              <a:t>22.06.2026</a:t>
            </a:fld>
            <a:endParaRPr lang="de-DE" dirty="0"/>
          </a:p>
        </p:txBody>
      </p:sp>
      <p:sp>
        <p:nvSpPr>
          <p:cNvPr id="12" name="Fußzeilenplatzhalter 11">
            <a:extLst>
              <a:ext uri="{FF2B5EF4-FFF2-40B4-BE49-F238E27FC236}">
                <a16:creationId xmlns:a16="http://schemas.microsoft.com/office/drawing/2014/main" id="{C5B56505-B60F-AAF0-7354-65E148397F2F}"/>
              </a:ext>
            </a:extLst>
          </p:cNvPr>
          <p:cNvSpPr>
            <a:spLocks noGrp="1"/>
          </p:cNvSpPr>
          <p:nvPr>
            <p:ph type="ftr" sz="quarter" idx="11"/>
          </p:nvPr>
        </p:nvSpPr>
        <p:spPr>
          <a:xfrm>
            <a:off x="3334720" y="6405343"/>
            <a:ext cx="2806997" cy="106470"/>
          </a:xfrm>
        </p:spPr>
        <p:txBody>
          <a:bodyPr/>
          <a:lstStyle/>
          <a:p>
            <a:r>
              <a:rPr lang="de-DE" dirty="0"/>
              <a:t>Titel der Präsentation</a:t>
            </a:r>
          </a:p>
        </p:txBody>
      </p:sp>
      <p:sp>
        <p:nvSpPr>
          <p:cNvPr id="13" name="Foliennummernplatzhalter 12">
            <a:extLst>
              <a:ext uri="{FF2B5EF4-FFF2-40B4-BE49-F238E27FC236}">
                <a16:creationId xmlns:a16="http://schemas.microsoft.com/office/drawing/2014/main" id="{44BF88D7-7F0A-631B-CD60-021045500983}"/>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41</a:t>
            </a:fld>
            <a:endParaRPr lang="de-DE" dirty="0"/>
          </a:p>
        </p:txBody>
      </p:sp>
      <p:sp>
        <p:nvSpPr>
          <p:cNvPr id="11" name="Textplatzhalter 10">
            <a:extLst>
              <a:ext uri="{FF2B5EF4-FFF2-40B4-BE49-F238E27FC236}">
                <a16:creationId xmlns:a16="http://schemas.microsoft.com/office/drawing/2014/main" id="{84CAB151-85D1-5FEC-32D3-AB9A1D825B2B}"/>
              </a:ext>
            </a:extLst>
          </p:cNvPr>
          <p:cNvSpPr>
            <a:spLocks noGrp="1"/>
          </p:cNvSpPr>
          <p:nvPr>
            <p:ph type="body" sz="quarter" idx="21"/>
          </p:nvPr>
        </p:nvSpPr>
        <p:spPr>
          <a:xfrm>
            <a:off x="479425" y="2569034"/>
            <a:ext cx="4763135" cy="802399"/>
          </a:xfrm>
        </p:spPr>
        <p:txBody>
          <a:bodyPr/>
          <a:lstStyle/>
          <a:p>
            <a:r>
              <a:rPr lang="de-DE" dirty="0"/>
              <a:t>Hier steht ein Zitat. </a:t>
            </a:r>
            <a:br>
              <a:rPr lang="de-DE" dirty="0"/>
            </a:br>
            <a:r>
              <a:rPr lang="de-DE" dirty="0"/>
              <a:t>Loren </a:t>
            </a:r>
            <a:r>
              <a:rPr lang="de-DE" dirty="0" err="1"/>
              <a:t>ipsum</a:t>
            </a:r>
            <a:r>
              <a:rPr lang="de-DE" dirty="0"/>
              <a:t> </a:t>
            </a:r>
            <a:r>
              <a:rPr lang="de-DE" dirty="0" err="1"/>
              <a:t>dolor</a:t>
            </a:r>
            <a:r>
              <a:rPr lang="de-DE" dirty="0"/>
              <a:t> </a:t>
            </a:r>
            <a:br>
              <a:rPr lang="de-DE" dirty="0"/>
            </a:br>
            <a:r>
              <a:rPr lang="de-DE" dirty="0" err="1"/>
              <a:t>sit</a:t>
            </a:r>
            <a:r>
              <a:rPr lang="de-DE" dirty="0"/>
              <a:t> </a:t>
            </a:r>
            <a:r>
              <a:rPr lang="de-DE" dirty="0" err="1"/>
              <a:t>amet</a:t>
            </a:r>
            <a:r>
              <a:rPr lang="de-DE" dirty="0"/>
              <a:t>, </a:t>
            </a:r>
            <a:r>
              <a:rPr lang="de-DE" dirty="0" err="1"/>
              <a:t>consetetur</a:t>
            </a:r>
            <a:r>
              <a:rPr lang="de-DE" dirty="0"/>
              <a:t> </a:t>
            </a:r>
            <a:br>
              <a:rPr lang="de-DE" dirty="0"/>
            </a:br>
            <a:r>
              <a:rPr lang="de-DE" dirty="0" err="1"/>
              <a:t>sadipscing</a:t>
            </a:r>
            <a:r>
              <a:rPr lang="de-DE" dirty="0"/>
              <a:t> </a:t>
            </a:r>
            <a:r>
              <a:rPr lang="de-DE" dirty="0" err="1"/>
              <a:t>elitr</a:t>
            </a:r>
            <a:r>
              <a:rPr lang="de-DE" dirty="0"/>
              <a:t>. </a:t>
            </a:r>
          </a:p>
          <a:p>
            <a:pPr lvl="1"/>
            <a:r>
              <a:rPr lang="de-DE" dirty="0"/>
              <a:t>Name Vorname | Zusätzliche Info</a:t>
            </a:r>
          </a:p>
        </p:txBody>
      </p:sp>
      <p:sp>
        <p:nvSpPr>
          <p:cNvPr id="8" name="Textplatzhalter 7">
            <a:extLst>
              <a:ext uri="{FF2B5EF4-FFF2-40B4-BE49-F238E27FC236}">
                <a16:creationId xmlns:a16="http://schemas.microsoft.com/office/drawing/2014/main" id="{F47F6580-91D0-7EB4-0530-B0AA2C778F13}"/>
              </a:ext>
            </a:extLst>
          </p:cNvPr>
          <p:cNvSpPr>
            <a:spLocks noGrp="1"/>
          </p:cNvSpPr>
          <p:nvPr>
            <p:ph type="body" sz="quarter" idx="13"/>
          </p:nvPr>
        </p:nvSpPr>
        <p:spPr/>
        <p:txBody>
          <a:bodyPr/>
          <a:lstStyle/>
          <a:p>
            <a:r>
              <a:rPr lang="de-DE" dirty="0"/>
              <a:t>Quelle:</a:t>
            </a:r>
          </a:p>
        </p:txBody>
      </p:sp>
      <p:sp>
        <p:nvSpPr>
          <p:cNvPr id="4" name="Bildplatzhalter 3">
            <a:extLst>
              <a:ext uri="{FF2B5EF4-FFF2-40B4-BE49-F238E27FC236}">
                <a16:creationId xmlns:a16="http://schemas.microsoft.com/office/drawing/2014/main" id="{A4BBBC8B-ECE9-E942-4162-4C77C5B863D6}"/>
              </a:ext>
            </a:extLst>
          </p:cNvPr>
          <p:cNvSpPr>
            <a:spLocks noGrp="1"/>
          </p:cNvSpPr>
          <p:nvPr>
            <p:ph type="pic" sz="quarter" idx="15"/>
          </p:nvPr>
        </p:nvSpPr>
        <p:spPr/>
        <p:txBody>
          <a:bodyPr/>
          <a:lstStyle/>
          <a:p>
            <a:endParaRPr lang="de-DE"/>
          </a:p>
        </p:txBody>
      </p:sp>
    </p:spTree>
    <p:extLst>
      <p:ext uri="{BB962C8B-B14F-4D97-AF65-F5344CB8AC3E}">
        <p14:creationId xmlns:p14="http://schemas.microsoft.com/office/powerpoint/2010/main" val="34744798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791A5838-8840-A639-D6E6-A6B9706C312B}"/>
              </a:ext>
            </a:extLst>
          </p:cNvPr>
          <p:cNvSpPr>
            <a:spLocks noGrp="1"/>
          </p:cNvSpPr>
          <p:nvPr>
            <p:ph type="title"/>
          </p:nvPr>
        </p:nvSpPr>
        <p:spPr>
          <a:xfrm>
            <a:off x="479424" y="387560"/>
            <a:ext cx="7055781" cy="988803"/>
          </a:xfrm>
        </p:spPr>
        <p:txBody>
          <a:bodyPr/>
          <a:lstStyle/>
          <a:p>
            <a:r>
              <a:rPr lang="de-DE" dirty="0"/>
              <a:t>Titel der Folie, </a:t>
            </a:r>
            <a:br>
              <a:rPr lang="de-DE" dirty="0"/>
            </a:br>
            <a:r>
              <a:rPr lang="de-DE" dirty="0">
                <a:solidFill>
                  <a:schemeClr val="accent4"/>
                </a:solidFill>
              </a:rPr>
              <a:t>kurz und prägnant</a:t>
            </a:r>
          </a:p>
        </p:txBody>
      </p:sp>
      <p:sp>
        <p:nvSpPr>
          <p:cNvPr id="3" name="Datumsplatzhalter 2">
            <a:extLst>
              <a:ext uri="{FF2B5EF4-FFF2-40B4-BE49-F238E27FC236}">
                <a16:creationId xmlns:a16="http://schemas.microsoft.com/office/drawing/2014/main" id="{76DD64D7-45F9-F1B6-EE55-F7E7B62C84E6}"/>
              </a:ext>
            </a:extLst>
          </p:cNvPr>
          <p:cNvSpPr>
            <a:spLocks noGrp="1"/>
          </p:cNvSpPr>
          <p:nvPr>
            <p:ph type="dt" sz="half" idx="10"/>
          </p:nvPr>
        </p:nvSpPr>
        <p:spPr>
          <a:xfrm>
            <a:off x="3334722" y="6521213"/>
            <a:ext cx="1068585" cy="106468"/>
          </a:xfrm>
        </p:spPr>
        <p:txBody>
          <a:bodyPr/>
          <a:lstStyle/>
          <a:p>
            <a:fld id="{2DE66CE5-6E4E-254F-BACD-C75F7D6843BB}" type="datetime1">
              <a:rPr lang="de-DE" smtClean="0"/>
              <a:pPr/>
              <a:t>22.06.2026</a:t>
            </a:fld>
            <a:endParaRPr lang="de-DE" dirty="0"/>
          </a:p>
        </p:txBody>
      </p:sp>
      <p:sp>
        <p:nvSpPr>
          <p:cNvPr id="4" name="Fußzeilenplatzhalter 3">
            <a:extLst>
              <a:ext uri="{FF2B5EF4-FFF2-40B4-BE49-F238E27FC236}">
                <a16:creationId xmlns:a16="http://schemas.microsoft.com/office/drawing/2014/main" id="{7B3C2096-4844-60D5-0081-A7A3DD9421D2}"/>
              </a:ext>
            </a:extLst>
          </p:cNvPr>
          <p:cNvSpPr>
            <a:spLocks noGrp="1"/>
          </p:cNvSpPr>
          <p:nvPr>
            <p:ph type="ftr" sz="quarter" idx="11"/>
          </p:nvPr>
        </p:nvSpPr>
        <p:spPr>
          <a:xfrm>
            <a:off x="3334720" y="6405343"/>
            <a:ext cx="2806997" cy="106470"/>
          </a:xfrm>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54A83FBB-CCD4-271D-2653-73F6AB9EDFE1}"/>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42</a:t>
            </a:fld>
            <a:endParaRPr lang="de-DE" dirty="0"/>
          </a:p>
        </p:txBody>
      </p:sp>
      <p:sp>
        <p:nvSpPr>
          <p:cNvPr id="9" name="Inhaltsplatzhalter 8">
            <a:extLst>
              <a:ext uri="{FF2B5EF4-FFF2-40B4-BE49-F238E27FC236}">
                <a16:creationId xmlns:a16="http://schemas.microsoft.com/office/drawing/2014/main" id="{B6AD251B-B823-EC01-73DE-CB2524205B99}"/>
              </a:ext>
            </a:extLst>
          </p:cNvPr>
          <p:cNvSpPr>
            <a:spLocks noGrp="1"/>
          </p:cNvSpPr>
          <p:nvPr>
            <p:ph idx="1"/>
          </p:nvPr>
        </p:nvSpPr>
        <p:spPr>
          <a:xfrm>
            <a:off x="479424" y="2190996"/>
            <a:ext cx="7055781" cy="3758953"/>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r>
              <a:rPr lang="de-DE" dirty="0"/>
              <a:t> </a:t>
            </a:r>
            <a:r>
              <a:rPr lang="de-DE" dirty="0" err="1"/>
              <a:t>enim</a:t>
            </a:r>
            <a:r>
              <a:rPr lang="de-DE" dirty="0"/>
              <a:t>. </a:t>
            </a:r>
          </a:p>
          <a:p>
            <a:pPr lvl="1"/>
            <a:r>
              <a:rPr lang="de-DE" dirty="0" err="1"/>
              <a:t>Donec</a:t>
            </a:r>
            <a:r>
              <a:rPr lang="de-DE" dirty="0"/>
              <a:t> pede </a:t>
            </a:r>
            <a:r>
              <a:rPr lang="de-DE" dirty="0" err="1"/>
              <a:t>justo</a:t>
            </a:r>
            <a:r>
              <a:rPr lang="de-DE" dirty="0"/>
              <a:t>, </a:t>
            </a:r>
            <a:r>
              <a:rPr lang="de-DE" dirty="0" err="1"/>
              <a:t>fringilla</a:t>
            </a:r>
            <a:r>
              <a:rPr lang="de-DE" dirty="0"/>
              <a:t> </a:t>
            </a:r>
            <a:r>
              <a:rPr lang="de-DE" dirty="0" err="1"/>
              <a:t>vel</a:t>
            </a:r>
            <a:r>
              <a:rPr lang="de-DE" dirty="0"/>
              <a:t>, </a:t>
            </a:r>
            <a:r>
              <a:rPr lang="de-DE" dirty="0" err="1"/>
              <a:t>aliquet</a:t>
            </a:r>
            <a:r>
              <a:rPr lang="de-DE" dirty="0"/>
              <a:t> </a:t>
            </a:r>
            <a:r>
              <a:rPr lang="de-DE" dirty="0" err="1"/>
              <a:t>nec</a:t>
            </a:r>
            <a:r>
              <a:rPr lang="de-DE" dirty="0"/>
              <a:t>, </a:t>
            </a:r>
            <a:r>
              <a:rPr lang="de-DE" dirty="0" err="1"/>
              <a:t>vulputate</a:t>
            </a:r>
            <a:r>
              <a:rPr lang="de-DE" dirty="0"/>
              <a:t> </a:t>
            </a:r>
            <a:r>
              <a:rPr lang="de-DE" dirty="0" err="1"/>
              <a:t>eget</a:t>
            </a:r>
            <a:r>
              <a:rPr lang="de-DE" dirty="0"/>
              <a:t>, </a:t>
            </a:r>
            <a:r>
              <a:rPr lang="de-DE" dirty="0" err="1"/>
              <a:t>arcu</a:t>
            </a:r>
            <a:r>
              <a:rPr lang="de-DE" dirty="0"/>
              <a:t>. </a:t>
            </a:r>
          </a:p>
          <a:p>
            <a:pPr lvl="1"/>
            <a:r>
              <a:rPr lang="de-DE" dirty="0"/>
              <a:t>In </a:t>
            </a:r>
            <a:r>
              <a:rPr lang="de-DE" dirty="0" err="1"/>
              <a:t>enim</a:t>
            </a:r>
            <a:r>
              <a:rPr lang="de-DE" dirty="0"/>
              <a:t> </a:t>
            </a:r>
            <a:r>
              <a:rPr lang="de-DE" dirty="0" err="1"/>
              <a:t>justo</a:t>
            </a:r>
            <a:r>
              <a:rPr lang="de-DE" dirty="0"/>
              <a:t>, </a:t>
            </a:r>
            <a:r>
              <a:rPr lang="de-DE" dirty="0" err="1"/>
              <a:t>rhoncus</a:t>
            </a:r>
            <a:r>
              <a:rPr lang="de-DE" dirty="0"/>
              <a:t> </a:t>
            </a:r>
            <a:r>
              <a:rPr lang="de-DE" dirty="0" err="1"/>
              <a:t>ut</a:t>
            </a:r>
            <a:r>
              <a:rPr lang="de-DE" dirty="0"/>
              <a:t>, </a:t>
            </a:r>
            <a:r>
              <a:rPr lang="de-DE" dirty="0" err="1"/>
              <a:t>imperdiet</a:t>
            </a:r>
            <a:r>
              <a:rPr lang="de-DE" dirty="0"/>
              <a:t> a, </a:t>
            </a:r>
            <a:r>
              <a:rPr lang="de-DE" dirty="0" err="1"/>
              <a:t>venenatis</a:t>
            </a:r>
            <a:r>
              <a:rPr lang="de-DE" dirty="0"/>
              <a:t> </a:t>
            </a:r>
            <a:r>
              <a:rPr lang="de-DE" dirty="0" err="1"/>
              <a:t>vitae</a:t>
            </a:r>
            <a:r>
              <a:rPr lang="de-DE" dirty="0"/>
              <a:t>, </a:t>
            </a:r>
            <a:r>
              <a:rPr lang="de-DE" dirty="0" err="1"/>
              <a:t>justo</a:t>
            </a:r>
            <a:r>
              <a:rPr lang="de-DE" dirty="0"/>
              <a:t>. </a:t>
            </a:r>
          </a:p>
          <a:p>
            <a:pPr lvl="1"/>
            <a:r>
              <a:rPr lang="de-DE" dirty="0" err="1"/>
              <a:t>Nullam</a:t>
            </a:r>
            <a:r>
              <a:rPr lang="de-DE" dirty="0"/>
              <a:t> </a:t>
            </a:r>
            <a:r>
              <a:rPr lang="de-DE" dirty="0" err="1"/>
              <a:t>dictum</a:t>
            </a:r>
            <a:r>
              <a:rPr lang="de-DE" dirty="0"/>
              <a:t> </a:t>
            </a:r>
            <a:r>
              <a:rPr lang="de-DE" dirty="0" err="1"/>
              <a:t>felis</a:t>
            </a:r>
            <a:r>
              <a:rPr lang="de-DE" dirty="0"/>
              <a:t> </a:t>
            </a:r>
            <a:r>
              <a:rPr lang="de-DE" dirty="0" err="1"/>
              <a:t>eu</a:t>
            </a:r>
            <a:r>
              <a:rPr lang="de-DE" dirty="0"/>
              <a:t> pede </a:t>
            </a:r>
            <a:r>
              <a:rPr lang="de-DE" dirty="0" err="1"/>
              <a:t>mollis</a:t>
            </a:r>
            <a:r>
              <a:rPr lang="de-DE" dirty="0"/>
              <a:t> </a:t>
            </a:r>
            <a:r>
              <a:rPr lang="de-DE" dirty="0" err="1"/>
              <a:t>pretium</a:t>
            </a:r>
            <a:r>
              <a:rPr lang="de-DE" dirty="0"/>
              <a:t>. Integer </a:t>
            </a:r>
            <a:r>
              <a:rPr lang="de-DE" dirty="0" err="1"/>
              <a:t>tincidunt</a:t>
            </a:r>
            <a:r>
              <a:rPr lang="de-DE" dirty="0"/>
              <a:t>. </a:t>
            </a:r>
          </a:p>
          <a:p>
            <a:r>
              <a:rPr lang="de-DE" dirty="0" err="1"/>
              <a:t>Cras</a:t>
            </a:r>
            <a:r>
              <a:rPr lang="de-DE" dirty="0"/>
              <a:t> </a:t>
            </a:r>
            <a:r>
              <a:rPr lang="de-DE" dirty="0" err="1"/>
              <a:t>dapibus</a:t>
            </a:r>
            <a:r>
              <a:rPr lang="de-DE" dirty="0"/>
              <a:t>. </a:t>
            </a:r>
            <a:r>
              <a:rPr lang="de-DE" dirty="0" err="1"/>
              <a:t>Vivamus</a:t>
            </a:r>
            <a:r>
              <a:rPr lang="de-DE" dirty="0"/>
              <a:t> </a:t>
            </a:r>
            <a:r>
              <a:rPr lang="de-DE" dirty="0" err="1"/>
              <a:t>elementum</a:t>
            </a:r>
            <a:r>
              <a:rPr lang="de-DE" dirty="0"/>
              <a:t> </a:t>
            </a:r>
            <a:r>
              <a:rPr lang="de-DE" dirty="0" err="1"/>
              <a:t>semper</a:t>
            </a:r>
            <a:r>
              <a:rPr lang="de-DE" dirty="0"/>
              <a:t> nisi. </a:t>
            </a:r>
            <a:r>
              <a:rPr lang="de-DE" dirty="0" err="1"/>
              <a:t>Aenean</a:t>
            </a:r>
            <a:r>
              <a:rPr lang="de-DE" dirty="0"/>
              <a:t> </a:t>
            </a:r>
            <a:r>
              <a:rPr lang="de-DE" dirty="0" err="1"/>
              <a:t>vulputate</a:t>
            </a:r>
            <a:r>
              <a:rPr lang="de-DE" dirty="0"/>
              <a:t> </a:t>
            </a:r>
            <a:r>
              <a:rPr lang="de-DE" dirty="0" err="1"/>
              <a:t>eleifend</a:t>
            </a:r>
            <a:r>
              <a:rPr lang="de-DE" dirty="0"/>
              <a:t> </a:t>
            </a:r>
            <a:r>
              <a:rPr lang="de-DE" dirty="0" err="1"/>
              <a:t>tellus</a:t>
            </a:r>
            <a:r>
              <a:rPr lang="de-DE" dirty="0"/>
              <a:t>. </a:t>
            </a:r>
            <a:r>
              <a:rPr lang="de-DE" dirty="0" err="1"/>
              <a:t>Aenean</a:t>
            </a:r>
            <a:r>
              <a:rPr lang="de-DE" dirty="0"/>
              <a:t> </a:t>
            </a:r>
            <a:r>
              <a:rPr lang="de-DE" dirty="0" err="1"/>
              <a:t>leo</a:t>
            </a:r>
            <a:r>
              <a:rPr lang="de-DE" dirty="0"/>
              <a:t> </a:t>
            </a:r>
            <a:r>
              <a:rPr lang="de-DE" dirty="0" err="1"/>
              <a:t>ligula</a:t>
            </a:r>
            <a:r>
              <a:rPr lang="de-DE" dirty="0"/>
              <a:t>, </a:t>
            </a:r>
            <a:r>
              <a:rPr lang="de-DE" dirty="0" err="1"/>
              <a:t>porttitor</a:t>
            </a:r>
            <a:r>
              <a:rPr lang="de-DE" dirty="0"/>
              <a:t> </a:t>
            </a:r>
            <a:r>
              <a:rPr lang="de-DE" dirty="0" err="1"/>
              <a:t>eu</a:t>
            </a:r>
            <a:r>
              <a:rPr lang="de-DE" dirty="0"/>
              <a:t>, </a:t>
            </a:r>
            <a:r>
              <a:rPr lang="de-DE" dirty="0" err="1"/>
              <a:t>consequat</a:t>
            </a:r>
            <a:r>
              <a:rPr lang="de-DE" dirty="0"/>
              <a:t> </a:t>
            </a:r>
            <a:r>
              <a:rPr lang="de-DE" dirty="0" err="1"/>
              <a:t>vitae</a:t>
            </a:r>
            <a:r>
              <a:rPr lang="de-DE" dirty="0"/>
              <a:t>, </a:t>
            </a:r>
            <a:r>
              <a:rPr lang="de-DE" dirty="0" err="1"/>
              <a:t>eleifend</a:t>
            </a:r>
            <a:r>
              <a:rPr lang="de-DE" dirty="0"/>
              <a:t> </a:t>
            </a:r>
            <a:r>
              <a:rPr lang="de-DE" dirty="0" err="1"/>
              <a:t>ac</a:t>
            </a:r>
            <a:r>
              <a:rPr lang="de-DE" dirty="0"/>
              <a:t>, </a:t>
            </a:r>
            <a:r>
              <a:rPr lang="de-DE" dirty="0" err="1"/>
              <a:t>enim</a:t>
            </a:r>
            <a:r>
              <a:rPr lang="de-DE" dirty="0"/>
              <a:t>. </a:t>
            </a:r>
            <a:r>
              <a:rPr lang="de-DE" dirty="0" err="1"/>
              <a:t>Aliquam</a:t>
            </a:r>
            <a:r>
              <a:rPr lang="de-DE" dirty="0"/>
              <a:t> </a:t>
            </a:r>
            <a:r>
              <a:rPr lang="de-DE" dirty="0" err="1"/>
              <a:t>lorem</a:t>
            </a:r>
            <a:r>
              <a:rPr lang="de-DE" dirty="0"/>
              <a:t> ante, </a:t>
            </a:r>
            <a:r>
              <a:rPr lang="de-DE" dirty="0" err="1"/>
              <a:t>dapibus</a:t>
            </a:r>
            <a:r>
              <a:rPr lang="de-DE" dirty="0"/>
              <a:t> in, </a:t>
            </a:r>
            <a:r>
              <a:rPr lang="de-DE" dirty="0" err="1"/>
              <a:t>viverra</a:t>
            </a:r>
            <a:r>
              <a:rPr lang="de-DE" dirty="0"/>
              <a:t> </a:t>
            </a:r>
            <a:r>
              <a:rPr lang="de-DE" dirty="0" err="1"/>
              <a:t>quis</a:t>
            </a:r>
            <a:r>
              <a:rPr lang="de-DE" dirty="0"/>
              <a:t>, </a:t>
            </a:r>
            <a:r>
              <a:rPr lang="de-DE" dirty="0" err="1"/>
              <a:t>feugiat</a:t>
            </a:r>
            <a:r>
              <a:rPr lang="de-DE" dirty="0"/>
              <a:t> a, </a:t>
            </a:r>
            <a:r>
              <a:rPr lang="de-DE" dirty="0" err="1"/>
              <a:t>tellus</a:t>
            </a:r>
            <a:r>
              <a:rPr lang="de-DE" dirty="0"/>
              <a:t>. </a:t>
            </a:r>
            <a:r>
              <a:rPr lang="de-DE" dirty="0" err="1"/>
              <a:t>Phasellus</a:t>
            </a:r>
            <a:r>
              <a:rPr lang="de-DE" dirty="0"/>
              <a:t> </a:t>
            </a:r>
            <a:r>
              <a:rPr lang="de-DE" dirty="0" err="1"/>
              <a:t>viverra</a:t>
            </a:r>
            <a:r>
              <a:rPr lang="de-DE" dirty="0"/>
              <a:t> nulla </a:t>
            </a:r>
            <a:r>
              <a:rPr lang="de-DE" dirty="0" err="1"/>
              <a:t>ut</a:t>
            </a:r>
            <a:r>
              <a:rPr lang="de-DE" dirty="0"/>
              <a:t> </a:t>
            </a:r>
            <a:r>
              <a:rPr lang="de-DE" dirty="0" err="1"/>
              <a:t>metus</a:t>
            </a:r>
            <a:r>
              <a:rPr lang="de-DE" dirty="0"/>
              <a:t> </a:t>
            </a:r>
            <a:r>
              <a:rPr lang="de-DE" dirty="0" err="1"/>
              <a:t>varius</a:t>
            </a:r>
            <a:r>
              <a:rPr lang="de-DE" dirty="0"/>
              <a:t> </a:t>
            </a:r>
            <a:r>
              <a:rPr lang="de-DE" dirty="0" err="1"/>
              <a:t>laoreet</a:t>
            </a:r>
            <a:r>
              <a:rPr lang="de-DE" dirty="0"/>
              <a:t>. </a:t>
            </a:r>
          </a:p>
        </p:txBody>
      </p:sp>
      <p:sp>
        <p:nvSpPr>
          <p:cNvPr id="10" name="Textplatzhalter 9">
            <a:extLst>
              <a:ext uri="{FF2B5EF4-FFF2-40B4-BE49-F238E27FC236}">
                <a16:creationId xmlns:a16="http://schemas.microsoft.com/office/drawing/2014/main" id="{DE31A3DB-7F9A-51E5-6AA0-FDCDD287D3A8}"/>
              </a:ext>
            </a:extLst>
          </p:cNvPr>
          <p:cNvSpPr>
            <a:spLocks noGrp="1"/>
          </p:cNvSpPr>
          <p:nvPr>
            <p:ph type="body" idx="13"/>
          </p:nvPr>
        </p:nvSpPr>
        <p:spPr>
          <a:xfrm>
            <a:off x="479424" y="1581293"/>
            <a:ext cx="7055782" cy="250463"/>
          </a:xfrm>
        </p:spPr>
        <p:txBody>
          <a:bodyPr/>
          <a:lstStyle/>
          <a:p>
            <a:r>
              <a:rPr lang="de-DE" dirty="0"/>
              <a:t>Überschrift oder kurze Einleitung.</a:t>
            </a:r>
          </a:p>
        </p:txBody>
      </p:sp>
      <p:sp>
        <p:nvSpPr>
          <p:cNvPr id="11" name="Textplatzhalter 10">
            <a:extLst>
              <a:ext uri="{FF2B5EF4-FFF2-40B4-BE49-F238E27FC236}">
                <a16:creationId xmlns:a16="http://schemas.microsoft.com/office/drawing/2014/main" id="{78E47468-BFA7-9A5B-08DB-BC938313561B}"/>
              </a:ext>
            </a:extLst>
          </p:cNvPr>
          <p:cNvSpPr>
            <a:spLocks noGrp="1"/>
          </p:cNvSpPr>
          <p:nvPr>
            <p:ph type="body" sz="quarter" idx="14"/>
          </p:nvPr>
        </p:nvSpPr>
        <p:spPr>
          <a:xfrm>
            <a:off x="8867775" y="1220596"/>
            <a:ext cx="2628901" cy="1740092"/>
          </a:xfrm>
        </p:spPr>
        <p:txBody>
          <a:bodyPr/>
          <a:lstStyle/>
          <a:p>
            <a:r>
              <a:rPr lang="de-DE" dirty="0"/>
              <a:t>Kurzer prägnanter Satz, der sich über Mehrere Zeilen erstrecken kann.</a:t>
            </a:r>
          </a:p>
          <a:p>
            <a:r>
              <a:rPr lang="de-DE" dirty="0">
                <a:solidFill>
                  <a:schemeClr val="accent4"/>
                </a:solidFill>
              </a:rPr>
              <a:t>Wichtige passsagen können </a:t>
            </a:r>
            <a:br>
              <a:rPr lang="de-DE" dirty="0">
                <a:solidFill>
                  <a:schemeClr val="accent4"/>
                </a:solidFill>
              </a:rPr>
            </a:br>
            <a:r>
              <a:rPr lang="de-DE" dirty="0">
                <a:solidFill>
                  <a:schemeClr val="accent4"/>
                </a:solidFill>
              </a:rPr>
              <a:t>farblich eingefärt werden. </a:t>
            </a:r>
            <a:r>
              <a:rPr lang="de-DE" dirty="0"/>
              <a:t>Um die Aussage zu unterstreichen können Icosn eingefügt werden.</a:t>
            </a:r>
          </a:p>
        </p:txBody>
      </p:sp>
      <p:grpSp>
        <p:nvGrpSpPr>
          <p:cNvPr id="2" name="Gruppieren 1">
            <a:extLst>
              <a:ext uri="{FF2B5EF4-FFF2-40B4-BE49-F238E27FC236}">
                <a16:creationId xmlns:a16="http://schemas.microsoft.com/office/drawing/2014/main" id="{EBD4B763-F200-95D8-A155-060FDF92FEB8}"/>
              </a:ext>
            </a:extLst>
          </p:cNvPr>
          <p:cNvGrpSpPr/>
          <p:nvPr/>
        </p:nvGrpSpPr>
        <p:grpSpPr>
          <a:xfrm>
            <a:off x="9681585" y="3741841"/>
            <a:ext cx="618116" cy="644630"/>
            <a:chOff x="7910012" y="4476625"/>
            <a:chExt cx="206858" cy="215732"/>
          </a:xfrm>
        </p:grpSpPr>
        <p:sp>
          <p:nvSpPr>
            <p:cNvPr id="6" name="Freihandform 5">
              <a:extLst>
                <a:ext uri="{FF2B5EF4-FFF2-40B4-BE49-F238E27FC236}">
                  <a16:creationId xmlns:a16="http://schemas.microsoft.com/office/drawing/2014/main" id="{607D9E86-FDEA-AA4C-FFDA-08B8F36E1C1E}"/>
                </a:ext>
              </a:extLst>
            </p:cNvPr>
            <p:cNvSpPr/>
            <p:nvPr/>
          </p:nvSpPr>
          <p:spPr>
            <a:xfrm>
              <a:off x="7975094" y="4546192"/>
              <a:ext cx="76671" cy="76671"/>
            </a:xfrm>
            <a:custGeom>
              <a:avLst/>
              <a:gdLst>
                <a:gd name="connsiteX0" fmla="*/ 77938 w 76671"/>
                <a:gd name="connsiteY0" fmla="*/ 38803 h 76671"/>
                <a:gd name="connsiteX1" fmla="*/ 39606 w 76671"/>
                <a:gd name="connsiteY1" fmla="*/ 77143 h 76671"/>
                <a:gd name="connsiteX2" fmla="*/ 1266 w 76671"/>
                <a:gd name="connsiteY2" fmla="*/ 38811 h 76671"/>
                <a:gd name="connsiteX3" fmla="*/ 39598 w 76671"/>
                <a:gd name="connsiteY3" fmla="*/ 471 h 76671"/>
                <a:gd name="connsiteX4" fmla="*/ 39606 w 76671"/>
                <a:gd name="connsiteY4" fmla="*/ 471 h 76671"/>
                <a:gd name="connsiteX5" fmla="*/ 77938 w 76671"/>
                <a:gd name="connsiteY5" fmla="*/ 38803 h 76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671" h="76671">
                  <a:moveTo>
                    <a:pt x="77938" y="38803"/>
                  </a:moveTo>
                  <a:cubicBezTo>
                    <a:pt x="77942" y="59974"/>
                    <a:pt x="60778" y="77139"/>
                    <a:pt x="39606" y="77143"/>
                  </a:cubicBezTo>
                  <a:cubicBezTo>
                    <a:pt x="18434" y="77147"/>
                    <a:pt x="1270" y="59983"/>
                    <a:pt x="1266" y="38811"/>
                  </a:cubicBezTo>
                  <a:cubicBezTo>
                    <a:pt x="1262" y="17639"/>
                    <a:pt x="18426" y="475"/>
                    <a:pt x="39598" y="471"/>
                  </a:cubicBezTo>
                  <a:cubicBezTo>
                    <a:pt x="39602" y="471"/>
                    <a:pt x="39602" y="471"/>
                    <a:pt x="39606" y="471"/>
                  </a:cubicBezTo>
                  <a:cubicBezTo>
                    <a:pt x="60774" y="479"/>
                    <a:pt x="77930" y="17635"/>
                    <a:pt x="77938" y="38803"/>
                  </a:cubicBezTo>
                  <a:close/>
                </a:path>
              </a:pathLst>
            </a:custGeom>
            <a:noFill/>
            <a:ln w="22225" cap="rnd">
              <a:solidFill>
                <a:schemeClr val="accent4"/>
              </a:solidFill>
              <a:prstDash val="solid"/>
              <a:round/>
            </a:ln>
          </p:spPr>
          <p:txBody>
            <a:bodyPr rtlCol="0" anchor="ctr"/>
            <a:lstStyle/>
            <a:p>
              <a:endParaRPr lang="de-DE"/>
            </a:p>
          </p:txBody>
        </p:sp>
        <p:sp>
          <p:nvSpPr>
            <p:cNvPr id="7" name="Freihandform 6">
              <a:extLst>
                <a:ext uri="{FF2B5EF4-FFF2-40B4-BE49-F238E27FC236}">
                  <a16:creationId xmlns:a16="http://schemas.microsoft.com/office/drawing/2014/main" id="{F39F070C-F63B-A811-F88D-3D04B915F44D}"/>
                </a:ext>
              </a:extLst>
            </p:cNvPr>
            <p:cNvSpPr/>
            <p:nvPr/>
          </p:nvSpPr>
          <p:spPr>
            <a:xfrm>
              <a:off x="7910012" y="4476625"/>
              <a:ext cx="206858" cy="215732"/>
            </a:xfrm>
            <a:custGeom>
              <a:avLst/>
              <a:gdLst>
                <a:gd name="connsiteX0" fmla="*/ 162538 w 206858"/>
                <a:gd name="connsiteY0" fmla="*/ 42241 h 215732"/>
                <a:gd name="connsiteX1" fmla="*/ 174107 w 206858"/>
                <a:gd name="connsiteY1" fmla="*/ 35557 h 215732"/>
                <a:gd name="connsiteX2" fmla="*/ 189599 w 206858"/>
                <a:gd name="connsiteY2" fmla="*/ 39674 h 215732"/>
                <a:gd name="connsiteX3" fmla="*/ 189620 w 206858"/>
                <a:gd name="connsiteY3" fmla="*/ 39710 h 215732"/>
                <a:gd name="connsiteX4" fmla="*/ 206415 w 206858"/>
                <a:gd name="connsiteY4" fmla="*/ 68857 h 215732"/>
                <a:gd name="connsiteX5" fmla="*/ 202306 w 206858"/>
                <a:gd name="connsiteY5" fmla="*/ 84349 h 215732"/>
                <a:gd name="connsiteX6" fmla="*/ 202274 w 206858"/>
                <a:gd name="connsiteY6" fmla="*/ 84369 h 215732"/>
                <a:gd name="connsiteX7" fmla="*/ 190705 w 206858"/>
                <a:gd name="connsiteY7" fmla="*/ 91061 h 215732"/>
                <a:gd name="connsiteX8" fmla="*/ 190866 w 206858"/>
                <a:gd name="connsiteY8" fmla="*/ 125405 h 215732"/>
                <a:gd name="connsiteX9" fmla="*/ 202424 w 206858"/>
                <a:gd name="connsiteY9" fmla="*/ 132072 h 215732"/>
                <a:gd name="connsiteX10" fmla="*/ 206602 w 206858"/>
                <a:gd name="connsiteY10" fmla="*/ 147585 h 215732"/>
                <a:gd name="connsiteX11" fmla="*/ 206602 w 206858"/>
                <a:gd name="connsiteY11" fmla="*/ 147585 h 215732"/>
                <a:gd name="connsiteX12" fmla="*/ 189769 w 206858"/>
                <a:gd name="connsiteY12" fmla="*/ 176731 h 215732"/>
                <a:gd name="connsiteX13" fmla="*/ 174257 w 206858"/>
                <a:gd name="connsiteY13" fmla="*/ 180881 h 215732"/>
                <a:gd name="connsiteX14" fmla="*/ 162667 w 206858"/>
                <a:gd name="connsiteY14" fmla="*/ 174213 h 215732"/>
                <a:gd name="connsiteX15" fmla="*/ 133027 w 206858"/>
                <a:gd name="connsiteY15" fmla="*/ 191503 h 215732"/>
                <a:gd name="connsiteX16" fmla="*/ 133027 w 206858"/>
                <a:gd name="connsiteY16" fmla="*/ 204862 h 215732"/>
                <a:gd name="connsiteX17" fmla="*/ 121660 w 206858"/>
                <a:gd name="connsiteY17" fmla="*/ 216197 h 215732"/>
                <a:gd name="connsiteX18" fmla="*/ 88028 w 206858"/>
                <a:gd name="connsiteY18" fmla="*/ 216197 h 215732"/>
                <a:gd name="connsiteX19" fmla="*/ 76653 w 206858"/>
                <a:gd name="connsiteY19" fmla="*/ 204850 h 215732"/>
                <a:gd name="connsiteX20" fmla="*/ 76653 w 206858"/>
                <a:gd name="connsiteY20" fmla="*/ 191491 h 215732"/>
                <a:gd name="connsiteX21" fmla="*/ 46850 w 206858"/>
                <a:gd name="connsiteY21" fmla="*/ 174448 h 215732"/>
                <a:gd name="connsiteX22" fmla="*/ 35281 w 206858"/>
                <a:gd name="connsiteY22" fmla="*/ 181140 h 215732"/>
                <a:gd name="connsiteX23" fmla="*/ 19793 w 206858"/>
                <a:gd name="connsiteY23" fmla="*/ 177007 h 215732"/>
                <a:gd name="connsiteX24" fmla="*/ 19781 w 206858"/>
                <a:gd name="connsiteY24" fmla="*/ 176986 h 215732"/>
                <a:gd name="connsiteX25" fmla="*/ 2948 w 206858"/>
                <a:gd name="connsiteY25" fmla="*/ 147840 h 215732"/>
                <a:gd name="connsiteX26" fmla="*/ 7098 w 206858"/>
                <a:gd name="connsiteY26" fmla="*/ 132315 h 215732"/>
                <a:gd name="connsiteX27" fmla="*/ 7102 w 206858"/>
                <a:gd name="connsiteY27" fmla="*/ 132311 h 215732"/>
                <a:gd name="connsiteX28" fmla="*/ 18643 w 206858"/>
                <a:gd name="connsiteY28" fmla="*/ 125644 h 215732"/>
                <a:gd name="connsiteX29" fmla="*/ 18509 w 206858"/>
                <a:gd name="connsiteY29" fmla="*/ 91300 h 215732"/>
                <a:gd name="connsiteX30" fmla="*/ 6940 w 206858"/>
                <a:gd name="connsiteY30" fmla="*/ 84616 h 215732"/>
                <a:gd name="connsiteX31" fmla="*/ 2774 w 206858"/>
                <a:gd name="connsiteY31" fmla="*/ 69136 h 215732"/>
                <a:gd name="connsiteX32" fmla="*/ 2790 w 206858"/>
                <a:gd name="connsiteY32" fmla="*/ 69108 h 215732"/>
                <a:gd name="connsiteX33" fmla="*/ 19594 w 206858"/>
                <a:gd name="connsiteY33" fmla="*/ 39961 h 215732"/>
                <a:gd name="connsiteX34" fmla="*/ 35143 w 206858"/>
                <a:gd name="connsiteY34" fmla="*/ 35792 h 215732"/>
                <a:gd name="connsiteX35" fmla="*/ 46713 w 206858"/>
                <a:gd name="connsiteY35" fmla="*/ 42447 h 215732"/>
                <a:gd name="connsiteX36" fmla="*/ 76353 w 206858"/>
                <a:gd name="connsiteY36" fmla="*/ 25157 h 215732"/>
                <a:gd name="connsiteX37" fmla="*/ 76353 w 206858"/>
                <a:gd name="connsiteY37" fmla="*/ 11799 h 215732"/>
                <a:gd name="connsiteX38" fmla="*/ 87688 w 206858"/>
                <a:gd name="connsiteY38" fmla="*/ 464 h 215732"/>
                <a:gd name="connsiteX39" fmla="*/ 121336 w 206858"/>
                <a:gd name="connsiteY39" fmla="*/ 464 h 215732"/>
                <a:gd name="connsiteX40" fmla="*/ 132731 w 206858"/>
                <a:gd name="connsiteY40" fmla="*/ 11795 h 215732"/>
                <a:gd name="connsiteX41" fmla="*/ 132731 w 206858"/>
                <a:gd name="connsiteY41" fmla="*/ 11799 h 215732"/>
                <a:gd name="connsiteX42" fmla="*/ 132731 w 206858"/>
                <a:gd name="connsiteY42" fmla="*/ 25157 h 215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06858" h="215732">
                  <a:moveTo>
                    <a:pt x="162538" y="42241"/>
                  </a:moveTo>
                  <a:lnTo>
                    <a:pt x="174107" y="35557"/>
                  </a:lnTo>
                  <a:cubicBezTo>
                    <a:pt x="179524" y="32416"/>
                    <a:pt x="186458" y="34262"/>
                    <a:pt x="189599" y="39674"/>
                  </a:cubicBezTo>
                  <a:cubicBezTo>
                    <a:pt x="189608" y="39686"/>
                    <a:pt x="189612" y="39698"/>
                    <a:pt x="189620" y="39710"/>
                  </a:cubicBezTo>
                  <a:lnTo>
                    <a:pt x="206415" y="68857"/>
                  </a:lnTo>
                  <a:cubicBezTo>
                    <a:pt x="209561" y="74269"/>
                    <a:pt x="207719" y="81208"/>
                    <a:pt x="202306" y="84349"/>
                  </a:cubicBezTo>
                  <a:cubicBezTo>
                    <a:pt x="202294" y="84357"/>
                    <a:pt x="202286" y="84361"/>
                    <a:pt x="202274" y="84369"/>
                  </a:cubicBezTo>
                  <a:lnTo>
                    <a:pt x="190705" y="91061"/>
                  </a:lnTo>
                  <a:lnTo>
                    <a:pt x="190866" y="125405"/>
                  </a:lnTo>
                  <a:lnTo>
                    <a:pt x="202424" y="132072"/>
                  </a:lnTo>
                  <a:cubicBezTo>
                    <a:pt x="207860" y="135202"/>
                    <a:pt x="209731" y="142148"/>
                    <a:pt x="206602" y="147585"/>
                  </a:cubicBezTo>
                  <a:cubicBezTo>
                    <a:pt x="206602" y="147585"/>
                    <a:pt x="206602" y="147585"/>
                    <a:pt x="206602" y="147585"/>
                  </a:cubicBezTo>
                  <a:lnTo>
                    <a:pt x="189769" y="176731"/>
                  </a:lnTo>
                  <a:cubicBezTo>
                    <a:pt x="186632" y="182160"/>
                    <a:pt x="179685" y="184018"/>
                    <a:pt x="174257" y="180881"/>
                  </a:cubicBezTo>
                  <a:lnTo>
                    <a:pt x="162667" y="174213"/>
                  </a:lnTo>
                  <a:lnTo>
                    <a:pt x="133027" y="191503"/>
                  </a:lnTo>
                  <a:lnTo>
                    <a:pt x="133027" y="204862"/>
                  </a:lnTo>
                  <a:cubicBezTo>
                    <a:pt x="133015" y="211128"/>
                    <a:pt x="127926" y="216205"/>
                    <a:pt x="121660" y="216197"/>
                  </a:cubicBezTo>
                  <a:lnTo>
                    <a:pt x="88028" y="216197"/>
                  </a:lnTo>
                  <a:cubicBezTo>
                    <a:pt x="81757" y="216193"/>
                    <a:pt x="76669" y="211120"/>
                    <a:pt x="76653" y="204850"/>
                  </a:cubicBezTo>
                  <a:lnTo>
                    <a:pt x="76653" y="191491"/>
                  </a:lnTo>
                  <a:lnTo>
                    <a:pt x="46850" y="174448"/>
                  </a:lnTo>
                  <a:lnTo>
                    <a:pt x="35281" y="181140"/>
                  </a:lnTo>
                  <a:cubicBezTo>
                    <a:pt x="29865" y="184277"/>
                    <a:pt x="22930" y="182427"/>
                    <a:pt x="19793" y="177007"/>
                  </a:cubicBezTo>
                  <a:cubicBezTo>
                    <a:pt x="19789" y="177003"/>
                    <a:pt x="19784" y="176994"/>
                    <a:pt x="19781" y="176986"/>
                  </a:cubicBezTo>
                  <a:lnTo>
                    <a:pt x="2948" y="147840"/>
                  </a:lnTo>
                  <a:cubicBezTo>
                    <a:pt x="-193" y="142407"/>
                    <a:pt x="1665" y="135457"/>
                    <a:pt x="7098" y="132315"/>
                  </a:cubicBezTo>
                  <a:cubicBezTo>
                    <a:pt x="7098" y="132315"/>
                    <a:pt x="7098" y="132311"/>
                    <a:pt x="7102" y="132311"/>
                  </a:cubicBezTo>
                  <a:lnTo>
                    <a:pt x="18643" y="125644"/>
                  </a:lnTo>
                  <a:lnTo>
                    <a:pt x="18509" y="91300"/>
                  </a:lnTo>
                  <a:lnTo>
                    <a:pt x="6940" y="84616"/>
                  </a:lnTo>
                  <a:cubicBezTo>
                    <a:pt x="1515" y="81491"/>
                    <a:pt x="-351" y="74561"/>
                    <a:pt x="2774" y="69136"/>
                  </a:cubicBezTo>
                  <a:cubicBezTo>
                    <a:pt x="2778" y="69128"/>
                    <a:pt x="2787" y="69116"/>
                    <a:pt x="2790" y="69108"/>
                  </a:cubicBezTo>
                  <a:lnTo>
                    <a:pt x="19594" y="39961"/>
                  </a:lnTo>
                  <a:cubicBezTo>
                    <a:pt x="22736" y="34517"/>
                    <a:pt x="29698" y="32651"/>
                    <a:pt x="35143" y="35792"/>
                  </a:cubicBezTo>
                  <a:lnTo>
                    <a:pt x="46713" y="42447"/>
                  </a:lnTo>
                  <a:lnTo>
                    <a:pt x="76353" y="25157"/>
                  </a:lnTo>
                  <a:lnTo>
                    <a:pt x="76353" y="11799"/>
                  </a:lnTo>
                  <a:cubicBezTo>
                    <a:pt x="76353" y="5540"/>
                    <a:pt x="81429" y="464"/>
                    <a:pt x="87688" y="464"/>
                  </a:cubicBezTo>
                  <a:lnTo>
                    <a:pt x="121336" y="464"/>
                  </a:lnTo>
                  <a:cubicBezTo>
                    <a:pt x="127611" y="448"/>
                    <a:pt x="132715" y="5520"/>
                    <a:pt x="132731" y="11795"/>
                  </a:cubicBezTo>
                  <a:cubicBezTo>
                    <a:pt x="132731" y="11795"/>
                    <a:pt x="132731" y="11799"/>
                    <a:pt x="132731" y="11799"/>
                  </a:cubicBezTo>
                  <a:lnTo>
                    <a:pt x="132731" y="25157"/>
                  </a:lnTo>
                  <a:close/>
                </a:path>
              </a:pathLst>
            </a:custGeom>
            <a:noFill/>
            <a:ln w="22225" cap="rnd">
              <a:solidFill>
                <a:schemeClr val="accent4"/>
              </a:solidFill>
              <a:prstDash val="solid"/>
              <a:round/>
            </a:ln>
          </p:spPr>
          <p:txBody>
            <a:bodyPr rtlCol="0" anchor="ctr"/>
            <a:lstStyle/>
            <a:p>
              <a:endParaRPr lang="de-DE"/>
            </a:p>
          </p:txBody>
        </p:sp>
      </p:grpSp>
    </p:spTree>
    <p:extLst>
      <p:ext uri="{BB962C8B-B14F-4D97-AF65-F5344CB8AC3E}">
        <p14:creationId xmlns:p14="http://schemas.microsoft.com/office/powerpoint/2010/main" val="40744714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791A5838-8840-A639-D6E6-A6B9706C312B}"/>
              </a:ext>
            </a:extLst>
          </p:cNvPr>
          <p:cNvSpPr>
            <a:spLocks noGrp="1"/>
          </p:cNvSpPr>
          <p:nvPr>
            <p:ph type="title"/>
          </p:nvPr>
        </p:nvSpPr>
        <p:spPr>
          <a:xfrm>
            <a:off x="479425" y="387560"/>
            <a:ext cx="5182733" cy="988803"/>
          </a:xfrm>
        </p:spPr>
        <p:txBody>
          <a:bodyPr/>
          <a:lstStyle/>
          <a:p>
            <a:r>
              <a:rPr lang="de-DE" dirty="0"/>
              <a:t>Titel der Folie, </a:t>
            </a:r>
            <a:br>
              <a:rPr lang="de-DE" dirty="0"/>
            </a:br>
            <a:r>
              <a:rPr lang="de-DE" dirty="0">
                <a:solidFill>
                  <a:schemeClr val="accent4"/>
                </a:solidFill>
              </a:rPr>
              <a:t>kurz und prägnant</a:t>
            </a:r>
          </a:p>
        </p:txBody>
      </p:sp>
      <p:sp>
        <p:nvSpPr>
          <p:cNvPr id="3" name="Datumsplatzhalter 2">
            <a:extLst>
              <a:ext uri="{FF2B5EF4-FFF2-40B4-BE49-F238E27FC236}">
                <a16:creationId xmlns:a16="http://schemas.microsoft.com/office/drawing/2014/main" id="{76DD64D7-45F9-F1B6-EE55-F7E7B62C84E6}"/>
              </a:ext>
            </a:extLst>
          </p:cNvPr>
          <p:cNvSpPr>
            <a:spLocks noGrp="1"/>
          </p:cNvSpPr>
          <p:nvPr>
            <p:ph type="dt" sz="half" idx="10"/>
          </p:nvPr>
        </p:nvSpPr>
        <p:spPr>
          <a:xfrm>
            <a:off x="3334722" y="6521213"/>
            <a:ext cx="1068585" cy="106468"/>
          </a:xfrm>
        </p:spPr>
        <p:txBody>
          <a:bodyPr/>
          <a:lstStyle/>
          <a:p>
            <a:fld id="{2DE66CE5-6E4E-254F-BACD-C75F7D6843BB}" type="datetime1">
              <a:rPr lang="de-DE" smtClean="0"/>
              <a:pPr/>
              <a:t>22.06.2026</a:t>
            </a:fld>
            <a:endParaRPr lang="de-DE" dirty="0"/>
          </a:p>
        </p:txBody>
      </p:sp>
      <p:sp>
        <p:nvSpPr>
          <p:cNvPr id="4" name="Fußzeilenplatzhalter 3">
            <a:extLst>
              <a:ext uri="{FF2B5EF4-FFF2-40B4-BE49-F238E27FC236}">
                <a16:creationId xmlns:a16="http://schemas.microsoft.com/office/drawing/2014/main" id="{7B3C2096-4844-60D5-0081-A7A3DD9421D2}"/>
              </a:ext>
            </a:extLst>
          </p:cNvPr>
          <p:cNvSpPr>
            <a:spLocks noGrp="1"/>
          </p:cNvSpPr>
          <p:nvPr>
            <p:ph type="ftr" sz="quarter" idx="11"/>
          </p:nvPr>
        </p:nvSpPr>
        <p:spPr>
          <a:xfrm>
            <a:off x="3334720" y="6405343"/>
            <a:ext cx="2806997" cy="106470"/>
          </a:xfrm>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54A83FBB-CCD4-271D-2653-73F6AB9EDFE1}"/>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43</a:t>
            </a:fld>
            <a:endParaRPr lang="de-DE" dirty="0"/>
          </a:p>
        </p:txBody>
      </p:sp>
      <p:sp>
        <p:nvSpPr>
          <p:cNvPr id="9" name="Inhaltsplatzhalter 8">
            <a:extLst>
              <a:ext uri="{FF2B5EF4-FFF2-40B4-BE49-F238E27FC236}">
                <a16:creationId xmlns:a16="http://schemas.microsoft.com/office/drawing/2014/main" id="{B6AD251B-B823-EC01-73DE-CB2524205B99}"/>
              </a:ext>
            </a:extLst>
          </p:cNvPr>
          <p:cNvSpPr>
            <a:spLocks noGrp="1"/>
          </p:cNvSpPr>
          <p:nvPr>
            <p:ph idx="1"/>
          </p:nvPr>
        </p:nvSpPr>
        <p:spPr>
          <a:xfrm>
            <a:off x="479425" y="2190996"/>
            <a:ext cx="5508626" cy="3758953"/>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r>
              <a:rPr lang="de-DE" dirty="0"/>
              <a:t> </a:t>
            </a:r>
            <a:r>
              <a:rPr lang="de-DE" dirty="0" err="1"/>
              <a:t>enim</a:t>
            </a:r>
            <a:r>
              <a:rPr lang="de-DE" dirty="0"/>
              <a:t>. </a:t>
            </a:r>
          </a:p>
          <a:p>
            <a:pPr lvl="1"/>
            <a:r>
              <a:rPr lang="de-DE" dirty="0" err="1"/>
              <a:t>Donec</a:t>
            </a:r>
            <a:r>
              <a:rPr lang="de-DE" dirty="0"/>
              <a:t> pede </a:t>
            </a:r>
            <a:r>
              <a:rPr lang="de-DE" dirty="0" err="1"/>
              <a:t>justo</a:t>
            </a:r>
            <a:r>
              <a:rPr lang="de-DE" dirty="0"/>
              <a:t>, </a:t>
            </a:r>
            <a:r>
              <a:rPr lang="de-DE" dirty="0" err="1"/>
              <a:t>fringilla</a:t>
            </a:r>
            <a:r>
              <a:rPr lang="de-DE" dirty="0"/>
              <a:t> </a:t>
            </a:r>
            <a:r>
              <a:rPr lang="de-DE" dirty="0" err="1"/>
              <a:t>vel</a:t>
            </a:r>
            <a:r>
              <a:rPr lang="de-DE" dirty="0"/>
              <a:t>, </a:t>
            </a:r>
            <a:r>
              <a:rPr lang="de-DE" dirty="0" err="1"/>
              <a:t>aliquet</a:t>
            </a:r>
            <a:r>
              <a:rPr lang="de-DE" dirty="0"/>
              <a:t> </a:t>
            </a:r>
            <a:r>
              <a:rPr lang="de-DE" dirty="0" err="1"/>
              <a:t>nec</a:t>
            </a:r>
            <a:r>
              <a:rPr lang="de-DE" dirty="0"/>
              <a:t>, </a:t>
            </a:r>
            <a:r>
              <a:rPr lang="de-DE" dirty="0" err="1"/>
              <a:t>vulputate</a:t>
            </a:r>
            <a:r>
              <a:rPr lang="de-DE" dirty="0"/>
              <a:t> </a:t>
            </a:r>
            <a:r>
              <a:rPr lang="de-DE" dirty="0" err="1"/>
              <a:t>eget</a:t>
            </a:r>
            <a:r>
              <a:rPr lang="de-DE" dirty="0"/>
              <a:t>, </a:t>
            </a:r>
            <a:r>
              <a:rPr lang="de-DE" dirty="0" err="1"/>
              <a:t>arcu</a:t>
            </a:r>
            <a:r>
              <a:rPr lang="de-DE" dirty="0"/>
              <a:t>. </a:t>
            </a:r>
          </a:p>
          <a:p>
            <a:pPr lvl="1"/>
            <a:r>
              <a:rPr lang="de-DE" dirty="0"/>
              <a:t>In </a:t>
            </a:r>
            <a:r>
              <a:rPr lang="de-DE" dirty="0" err="1"/>
              <a:t>enim</a:t>
            </a:r>
            <a:r>
              <a:rPr lang="de-DE" dirty="0"/>
              <a:t> </a:t>
            </a:r>
            <a:r>
              <a:rPr lang="de-DE" dirty="0" err="1"/>
              <a:t>justo</a:t>
            </a:r>
            <a:r>
              <a:rPr lang="de-DE" dirty="0"/>
              <a:t>, </a:t>
            </a:r>
            <a:r>
              <a:rPr lang="de-DE" dirty="0" err="1"/>
              <a:t>rhoncus</a:t>
            </a:r>
            <a:r>
              <a:rPr lang="de-DE" dirty="0"/>
              <a:t> </a:t>
            </a:r>
            <a:r>
              <a:rPr lang="de-DE" dirty="0" err="1"/>
              <a:t>ut</a:t>
            </a:r>
            <a:r>
              <a:rPr lang="de-DE" dirty="0"/>
              <a:t>, </a:t>
            </a:r>
            <a:r>
              <a:rPr lang="de-DE" dirty="0" err="1"/>
              <a:t>imperdiet</a:t>
            </a:r>
            <a:r>
              <a:rPr lang="de-DE" dirty="0"/>
              <a:t> a, </a:t>
            </a:r>
            <a:r>
              <a:rPr lang="de-DE" dirty="0" err="1"/>
              <a:t>venenatis</a:t>
            </a:r>
            <a:r>
              <a:rPr lang="de-DE" dirty="0"/>
              <a:t> </a:t>
            </a:r>
            <a:r>
              <a:rPr lang="de-DE" dirty="0" err="1"/>
              <a:t>vitae</a:t>
            </a:r>
            <a:r>
              <a:rPr lang="de-DE" dirty="0"/>
              <a:t>, </a:t>
            </a:r>
            <a:r>
              <a:rPr lang="de-DE" dirty="0" err="1"/>
              <a:t>justo</a:t>
            </a:r>
            <a:r>
              <a:rPr lang="de-DE" dirty="0"/>
              <a:t>. </a:t>
            </a:r>
          </a:p>
          <a:p>
            <a:pPr lvl="1"/>
            <a:r>
              <a:rPr lang="de-DE" dirty="0" err="1"/>
              <a:t>Nullam</a:t>
            </a:r>
            <a:r>
              <a:rPr lang="de-DE" dirty="0"/>
              <a:t> </a:t>
            </a:r>
            <a:r>
              <a:rPr lang="de-DE" dirty="0" err="1"/>
              <a:t>dictum</a:t>
            </a:r>
            <a:r>
              <a:rPr lang="de-DE" dirty="0"/>
              <a:t> </a:t>
            </a:r>
            <a:r>
              <a:rPr lang="de-DE" dirty="0" err="1"/>
              <a:t>felis</a:t>
            </a:r>
            <a:r>
              <a:rPr lang="de-DE" dirty="0"/>
              <a:t> </a:t>
            </a:r>
            <a:r>
              <a:rPr lang="de-DE" dirty="0" err="1"/>
              <a:t>eu</a:t>
            </a:r>
            <a:r>
              <a:rPr lang="de-DE" dirty="0"/>
              <a:t> pede </a:t>
            </a:r>
            <a:r>
              <a:rPr lang="de-DE" dirty="0" err="1"/>
              <a:t>mollis</a:t>
            </a:r>
            <a:r>
              <a:rPr lang="de-DE" dirty="0"/>
              <a:t> </a:t>
            </a:r>
            <a:r>
              <a:rPr lang="de-DE" dirty="0" err="1"/>
              <a:t>pretium</a:t>
            </a:r>
            <a:r>
              <a:rPr lang="de-DE" dirty="0"/>
              <a:t>. Integer </a:t>
            </a:r>
            <a:r>
              <a:rPr lang="de-DE" dirty="0" err="1"/>
              <a:t>tincidunt</a:t>
            </a:r>
            <a:r>
              <a:rPr lang="de-DE" dirty="0"/>
              <a:t>. </a:t>
            </a:r>
          </a:p>
          <a:p>
            <a:r>
              <a:rPr lang="de-DE" dirty="0" err="1"/>
              <a:t>Cras</a:t>
            </a:r>
            <a:r>
              <a:rPr lang="de-DE" dirty="0"/>
              <a:t> </a:t>
            </a:r>
            <a:r>
              <a:rPr lang="de-DE" dirty="0" err="1"/>
              <a:t>dapibus</a:t>
            </a:r>
            <a:r>
              <a:rPr lang="de-DE" dirty="0"/>
              <a:t>. </a:t>
            </a:r>
            <a:r>
              <a:rPr lang="de-DE" dirty="0" err="1"/>
              <a:t>Vivamus</a:t>
            </a:r>
            <a:r>
              <a:rPr lang="de-DE" dirty="0"/>
              <a:t> </a:t>
            </a:r>
            <a:r>
              <a:rPr lang="de-DE" dirty="0" err="1"/>
              <a:t>elementum</a:t>
            </a:r>
            <a:r>
              <a:rPr lang="de-DE" dirty="0"/>
              <a:t> </a:t>
            </a:r>
            <a:r>
              <a:rPr lang="de-DE" dirty="0" err="1"/>
              <a:t>semper</a:t>
            </a:r>
            <a:r>
              <a:rPr lang="de-DE" dirty="0"/>
              <a:t> nisi. </a:t>
            </a:r>
            <a:r>
              <a:rPr lang="de-DE" dirty="0" err="1"/>
              <a:t>Aenean</a:t>
            </a:r>
            <a:r>
              <a:rPr lang="de-DE" dirty="0"/>
              <a:t> </a:t>
            </a:r>
            <a:r>
              <a:rPr lang="de-DE" dirty="0" err="1"/>
              <a:t>vulputate</a:t>
            </a:r>
            <a:r>
              <a:rPr lang="de-DE" dirty="0"/>
              <a:t> </a:t>
            </a:r>
            <a:r>
              <a:rPr lang="de-DE" dirty="0" err="1"/>
              <a:t>eleifend</a:t>
            </a:r>
            <a:r>
              <a:rPr lang="de-DE" dirty="0"/>
              <a:t> </a:t>
            </a:r>
            <a:r>
              <a:rPr lang="de-DE" dirty="0" err="1"/>
              <a:t>tellus</a:t>
            </a:r>
            <a:r>
              <a:rPr lang="de-DE" dirty="0"/>
              <a:t>. </a:t>
            </a:r>
            <a:r>
              <a:rPr lang="de-DE" dirty="0" err="1"/>
              <a:t>Aenean</a:t>
            </a:r>
            <a:r>
              <a:rPr lang="de-DE" dirty="0"/>
              <a:t> </a:t>
            </a:r>
            <a:r>
              <a:rPr lang="de-DE" dirty="0" err="1"/>
              <a:t>leo</a:t>
            </a:r>
            <a:r>
              <a:rPr lang="de-DE" dirty="0"/>
              <a:t> </a:t>
            </a:r>
            <a:r>
              <a:rPr lang="de-DE" dirty="0" err="1"/>
              <a:t>ligula</a:t>
            </a:r>
            <a:r>
              <a:rPr lang="de-DE" dirty="0"/>
              <a:t>, </a:t>
            </a:r>
            <a:r>
              <a:rPr lang="de-DE" dirty="0" err="1"/>
              <a:t>porttitor</a:t>
            </a:r>
            <a:r>
              <a:rPr lang="de-DE" dirty="0"/>
              <a:t> </a:t>
            </a:r>
            <a:r>
              <a:rPr lang="de-DE" dirty="0" err="1"/>
              <a:t>eu</a:t>
            </a:r>
            <a:r>
              <a:rPr lang="de-DE" dirty="0"/>
              <a:t>, </a:t>
            </a:r>
            <a:r>
              <a:rPr lang="de-DE" dirty="0" err="1"/>
              <a:t>consequat</a:t>
            </a:r>
            <a:r>
              <a:rPr lang="de-DE" dirty="0"/>
              <a:t> </a:t>
            </a:r>
            <a:r>
              <a:rPr lang="de-DE" dirty="0" err="1"/>
              <a:t>vitae</a:t>
            </a:r>
            <a:r>
              <a:rPr lang="de-DE" dirty="0"/>
              <a:t>, </a:t>
            </a:r>
            <a:r>
              <a:rPr lang="de-DE" dirty="0" err="1"/>
              <a:t>eleifend</a:t>
            </a:r>
            <a:r>
              <a:rPr lang="de-DE" dirty="0"/>
              <a:t> </a:t>
            </a:r>
            <a:r>
              <a:rPr lang="de-DE" dirty="0" err="1"/>
              <a:t>ac</a:t>
            </a:r>
            <a:r>
              <a:rPr lang="de-DE" dirty="0"/>
              <a:t>, </a:t>
            </a:r>
            <a:r>
              <a:rPr lang="de-DE" dirty="0" err="1"/>
              <a:t>enim</a:t>
            </a:r>
            <a:r>
              <a:rPr lang="de-DE" dirty="0"/>
              <a:t>. </a:t>
            </a:r>
            <a:r>
              <a:rPr lang="de-DE" dirty="0" err="1"/>
              <a:t>Aliquam</a:t>
            </a:r>
            <a:r>
              <a:rPr lang="de-DE" dirty="0"/>
              <a:t> </a:t>
            </a:r>
            <a:r>
              <a:rPr lang="de-DE" dirty="0" err="1"/>
              <a:t>lorem</a:t>
            </a:r>
            <a:r>
              <a:rPr lang="de-DE" dirty="0"/>
              <a:t> ante, </a:t>
            </a:r>
            <a:r>
              <a:rPr lang="de-DE" dirty="0" err="1"/>
              <a:t>dapibus</a:t>
            </a:r>
            <a:r>
              <a:rPr lang="de-DE" dirty="0"/>
              <a:t> in, </a:t>
            </a:r>
            <a:r>
              <a:rPr lang="de-DE" dirty="0" err="1"/>
              <a:t>viverra</a:t>
            </a:r>
            <a:r>
              <a:rPr lang="de-DE" dirty="0"/>
              <a:t> </a:t>
            </a:r>
            <a:r>
              <a:rPr lang="de-DE" dirty="0" err="1"/>
              <a:t>quis</a:t>
            </a:r>
            <a:r>
              <a:rPr lang="de-DE" dirty="0"/>
              <a:t>, </a:t>
            </a:r>
            <a:r>
              <a:rPr lang="de-DE" dirty="0" err="1"/>
              <a:t>feugiat</a:t>
            </a:r>
            <a:r>
              <a:rPr lang="de-DE" dirty="0"/>
              <a:t> a, </a:t>
            </a:r>
            <a:r>
              <a:rPr lang="de-DE" dirty="0" err="1"/>
              <a:t>tellus</a:t>
            </a:r>
            <a:r>
              <a:rPr lang="de-DE" dirty="0"/>
              <a:t>. </a:t>
            </a:r>
            <a:r>
              <a:rPr lang="de-DE" dirty="0" err="1"/>
              <a:t>Phasellus</a:t>
            </a:r>
            <a:r>
              <a:rPr lang="de-DE" dirty="0"/>
              <a:t> </a:t>
            </a:r>
            <a:r>
              <a:rPr lang="de-DE" dirty="0" err="1"/>
              <a:t>viverra</a:t>
            </a:r>
            <a:r>
              <a:rPr lang="de-DE" dirty="0"/>
              <a:t> nulla </a:t>
            </a:r>
            <a:r>
              <a:rPr lang="de-DE" dirty="0" err="1"/>
              <a:t>ut</a:t>
            </a:r>
            <a:r>
              <a:rPr lang="de-DE" dirty="0"/>
              <a:t> </a:t>
            </a:r>
            <a:r>
              <a:rPr lang="de-DE" dirty="0" err="1"/>
              <a:t>metus</a:t>
            </a:r>
            <a:r>
              <a:rPr lang="de-DE" dirty="0"/>
              <a:t> </a:t>
            </a:r>
            <a:r>
              <a:rPr lang="de-DE" dirty="0" err="1"/>
              <a:t>varius</a:t>
            </a:r>
            <a:r>
              <a:rPr lang="de-DE" dirty="0"/>
              <a:t> </a:t>
            </a:r>
            <a:r>
              <a:rPr lang="de-DE" dirty="0" err="1"/>
              <a:t>laoreet</a:t>
            </a:r>
            <a:r>
              <a:rPr lang="de-DE" dirty="0"/>
              <a:t>. </a:t>
            </a:r>
          </a:p>
        </p:txBody>
      </p:sp>
      <p:sp>
        <p:nvSpPr>
          <p:cNvPr id="10" name="Textplatzhalter 9">
            <a:extLst>
              <a:ext uri="{FF2B5EF4-FFF2-40B4-BE49-F238E27FC236}">
                <a16:creationId xmlns:a16="http://schemas.microsoft.com/office/drawing/2014/main" id="{DE31A3DB-7F9A-51E5-6AA0-FDCDD287D3A8}"/>
              </a:ext>
            </a:extLst>
          </p:cNvPr>
          <p:cNvSpPr>
            <a:spLocks noGrp="1"/>
          </p:cNvSpPr>
          <p:nvPr>
            <p:ph type="body" idx="13"/>
          </p:nvPr>
        </p:nvSpPr>
        <p:spPr>
          <a:xfrm>
            <a:off x="479425" y="1581293"/>
            <a:ext cx="5182734" cy="250463"/>
          </a:xfrm>
        </p:spPr>
        <p:txBody>
          <a:bodyPr/>
          <a:lstStyle/>
          <a:p>
            <a:r>
              <a:rPr lang="de-DE"/>
              <a:t>Überschrift oder kurze Einleitung.</a:t>
            </a:r>
            <a:endParaRPr lang="de-DE" dirty="0"/>
          </a:p>
        </p:txBody>
      </p:sp>
      <p:sp>
        <p:nvSpPr>
          <p:cNvPr id="11" name="Textplatzhalter 10">
            <a:extLst>
              <a:ext uri="{FF2B5EF4-FFF2-40B4-BE49-F238E27FC236}">
                <a16:creationId xmlns:a16="http://schemas.microsoft.com/office/drawing/2014/main" id="{78E47468-BFA7-9A5B-08DB-BC938313561B}"/>
              </a:ext>
            </a:extLst>
          </p:cNvPr>
          <p:cNvSpPr>
            <a:spLocks noGrp="1"/>
          </p:cNvSpPr>
          <p:nvPr>
            <p:ph idx="15"/>
          </p:nvPr>
        </p:nvSpPr>
        <p:spPr>
          <a:xfrm>
            <a:off x="8363712" y="1168782"/>
            <a:ext cx="3348863" cy="1254924"/>
          </a:xfrm>
        </p:spPr>
        <p:txBody>
          <a:bodyPr anchor="ctr"/>
          <a:lstStyle/>
          <a:p>
            <a:pPr lvl="2"/>
            <a:r>
              <a:rPr lang="de-DE" dirty="0">
                <a:solidFill>
                  <a:schemeClr val="bg1"/>
                </a:solidFill>
                <a:latin typeface="+mj-lt"/>
              </a:rPr>
              <a:t>Statt der vorangelegten Textfelder können auch </a:t>
            </a:r>
            <a:r>
              <a:rPr lang="de-DE" dirty="0" err="1">
                <a:solidFill>
                  <a:schemeClr val="bg1"/>
                </a:solidFill>
                <a:latin typeface="+mj-lt"/>
              </a:rPr>
              <a:t>Textboxen</a:t>
            </a:r>
            <a:r>
              <a:rPr lang="de-DE" dirty="0">
                <a:solidFill>
                  <a:schemeClr val="bg1"/>
                </a:solidFill>
                <a:latin typeface="+mj-lt"/>
              </a:rPr>
              <a:t> aus den Elementen auf diese Fläche </a:t>
            </a:r>
            <a:br>
              <a:rPr lang="de-DE" dirty="0">
                <a:solidFill>
                  <a:schemeClr val="bg1"/>
                </a:solidFill>
                <a:latin typeface="+mj-lt"/>
              </a:rPr>
            </a:br>
            <a:r>
              <a:rPr lang="de-DE" dirty="0">
                <a:solidFill>
                  <a:schemeClr val="bg1"/>
                </a:solidFill>
                <a:latin typeface="+mj-lt"/>
              </a:rPr>
              <a:t>kopiert werden</a:t>
            </a:r>
          </a:p>
        </p:txBody>
      </p:sp>
      <p:grpSp>
        <p:nvGrpSpPr>
          <p:cNvPr id="18" name="Gruppieren 17">
            <a:extLst>
              <a:ext uri="{FF2B5EF4-FFF2-40B4-BE49-F238E27FC236}">
                <a16:creationId xmlns:a16="http://schemas.microsoft.com/office/drawing/2014/main" id="{7B86D40C-1D59-6FD5-05DF-2C37253EA19B}"/>
              </a:ext>
            </a:extLst>
          </p:cNvPr>
          <p:cNvGrpSpPr/>
          <p:nvPr/>
        </p:nvGrpSpPr>
        <p:grpSpPr>
          <a:xfrm>
            <a:off x="7405201" y="1484034"/>
            <a:ext cx="466518" cy="469643"/>
            <a:chOff x="4641933" y="4015864"/>
            <a:chExt cx="193342" cy="194637"/>
          </a:xfrm>
        </p:grpSpPr>
        <p:sp>
          <p:nvSpPr>
            <p:cNvPr id="16" name="Freihandform 15">
              <a:extLst>
                <a:ext uri="{FF2B5EF4-FFF2-40B4-BE49-F238E27FC236}">
                  <a16:creationId xmlns:a16="http://schemas.microsoft.com/office/drawing/2014/main" id="{78DA938F-0BB3-F383-7205-3A78EC383E6A}"/>
                </a:ext>
              </a:extLst>
            </p:cNvPr>
            <p:cNvSpPr/>
            <p:nvPr/>
          </p:nvSpPr>
          <p:spPr>
            <a:xfrm>
              <a:off x="4689640" y="4015864"/>
              <a:ext cx="97964" cy="97964"/>
            </a:xfrm>
            <a:custGeom>
              <a:avLst/>
              <a:gdLst>
                <a:gd name="connsiteX0" fmla="*/ 98886 w 97964"/>
                <a:gd name="connsiteY0" fmla="*/ 49398 h 97964"/>
                <a:gd name="connsiteX1" fmla="*/ 49904 w 97964"/>
                <a:gd name="connsiteY1" fmla="*/ 98380 h 97964"/>
                <a:gd name="connsiteX2" fmla="*/ 921 w 97964"/>
                <a:gd name="connsiteY2" fmla="*/ 49398 h 97964"/>
                <a:gd name="connsiteX3" fmla="*/ 49904 w 97964"/>
                <a:gd name="connsiteY3" fmla="*/ 415 h 97964"/>
                <a:gd name="connsiteX4" fmla="*/ 98886 w 97964"/>
                <a:gd name="connsiteY4" fmla="*/ 49398 h 97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964" h="97964">
                  <a:moveTo>
                    <a:pt x="98886" y="49398"/>
                  </a:moveTo>
                  <a:cubicBezTo>
                    <a:pt x="98886" y="76451"/>
                    <a:pt x="76956" y="98380"/>
                    <a:pt x="49904" y="98380"/>
                  </a:cubicBezTo>
                  <a:cubicBezTo>
                    <a:pt x="22852" y="98380"/>
                    <a:pt x="921" y="76451"/>
                    <a:pt x="921" y="49398"/>
                  </a:cubicBezTo>
                  <a:cubicBezTo>
                    <a:pt x="921" y="22344"/>
                    <a:pt x="22852" y="415"/>
                    <a:pt x="49904" y="415"/>
                  </a:cubicBezTo>
                  <a:cubicBezTo>
                    <a:pt x="76956" y="415"/>
                    <a:pt x="98886" y="22344"/>
                    <a:pt x="98886" y="49398"/>
                  </a:cubicBezTo>
                  <a:close/>
                </a:path>
              </a:pathLst>
            </a:custGeom>
            <a:noFill/>
            <a:ln w="19050" cap="rnd">
              <a:solidFill>
                <a:schemeClr val="accent4"/>
              </a:solidFill>
              <a:prstDash val="solid"/>
              <a:round/>
            </a:ln>
          </p:spPr>
          <p:txBody>
            <a:bodyPr rtlCol="0" anchor="ctr"/>
            <a:lstStyle/>
            <a:p>
              <a:endParaRPr lang="de-DE"/>
            </a:p>
          </p:txBody>
        </p:sp>
        <p:sp>
          <p:nvSpPr>
            <p:cNvPr id="17" name="Freihandform 16">
              <a:extLst>
                <a:ext uri="{FF2B5EF4-FFF2-40B4-BE49-F238E27FC236}">
                  <a16:creationId xmlns:a16="http://schemas.microsoft.com/office/drawing/2014/main" id="{2A0C364B-D7AE-A066-7D3B-D9E78DBB4AA5}"/>
                </a:ext>
              </a:extLst>
            </p:cNvPr>
            <p:cNvSpPr/>
            <p:nvPr/>
          </p:nvSpPr>
          <p:spPr>
            <a:xfrm>
              <a:off x="4641933" y="4113828"/>
              <a:ext cx="193342" cy="96673"/>
            </a:xfrm>
            <a:custGeom>
              <a:avLst/>
              <a:gdLst>
                <a:gd name="connsiteX0" fmla="*/ 916 w 193342"/>
                <a:gd name="connsiteY0" fmla="*/ 97099 h 96673"/>
                <a:gd name="connsiteX1" fmla="*/ 97588 w 193342"/>
                <a:gd name="connsiteY1" fmla="*/ 426 h 96673"/>
                <a:gd name="connsiteX2" fmla="*/ 194259 w 193342"/>
                <a:gd name="connsiteY2" fmla="*/ 97099 h 96673"/>
              </a:gdLst>
              <a:ahLst/>
              <a:cxnLst>
                <a:cxn ang="0">
                  <a:pos x="connsiteX0" y="connsiteY0"/>
                </a:cxn>
                <a:cxn ang="0">
                  <a:pos x="connsiteX1" y="connsiteY1"/>
                </a:cxn>
                <a:cxn ang="0">
                  <a:pos x="connsiteX2" y="connsiteY2"/>
                </a:cxn>
              </a:cxnLst>
              <a:rect l="l" t="t" r="r" b="b"/>
              <a:pathLst>
                <a:path w="193342" h="96673">
                  <a:moveTo>
                    <a:pt x="916" y="97099"/>
                  </a:moveTo>
                  <a:cubicBezTo>
                    <a:pt x="916" y="43708"/>
                    <a:pt x="44198" y="426"/>
                    <a:pt x="97588" y="426"/>
                  </a:cubicBezTo>
                  <a:cubicBezTo>
                    <a:pt x="150976" y="426"/>
                    <a:pt x="194259" y="43708"/>
                    <a:pt x="194259" y="97099"/>
                  </a:cubicBezTo>
                  <a:close/>
                </a:path>
              </a:pathLst>
            </a:custGeom>
            <a:noFill/>
            <a:ln w="19050" cap="rnd">
              <a:solidFill>
                <a:schemeClr val="accent4"/>
              </a:solidFill>
              <a:prstDash val="solid"/>
              <a:round/>
            </a:ln>
          </p:spPr>
          <p:txBody>
            <a:bodyPr rtlCol="0" anchor="ctr"/>
            <a:lstStyle/>
            <a:p>
              <a:endParaRPr lang="de-DE"/>
            </a:p>
          </p:txBody>
        </p:sp>
      </p:grpSp>
      <p:sp>
        <p:nvSpPr>
          <p:cNvPr id="19" name="Textplatzhalter 10">
            <a:extLst>
              <a:ext uri="{FF2B5EF4-FFF2-40B4-BE49-F238E27FC236}">
                <a16:creationId xmlns:a16="http://schemas.microsoft.com/office/drawing/2014/main" id="{C308FBD2-F302-1F83-59CB-03735B0D8670}"/>
              </a:ext>
            </a:extLst>
          </p:cNvPr>
          <p:cNvSpPr txBox="1">
            <a:spLocks/>
          </p:cNvSpPr>
          <p:nvPr/>
        </p:nvSpPr>
        <p:spPr>
          <a:xfrm>
            <a:off x="8363712" y="2917513"/>
            <a:ext cx="3348863" cy="1254924"/>
          </a:xfrm>
          <a:prstGeom prst="rect">
            <a:avLst/>
          </a:prstGeom>
        </p:spPr>
        <p:txBody>
          <a:bodyPr vert="horz" lIns="0" tIns="0" rIns="0" bIns="0" rtlCol="0" anchor="ctr">
            <a:noAutofit/>
          </a:bodyPr>
          <a:lstStyle>
            <a:lvl1pPr marL="0" indent="0" algn="l" defTabSz="914400" rtl="0" eaLnBrk="1" latinLnBrk="0" hangingPunct="1">
              <a:lnSpc>
                <a:spcPct val="120000"/>
              </a:lnSpc>
              <a:spcBef>
                <a:spcPts val="800"/>
              </a:spcBef>
              <a:spcAft>
                <a:spcPts val="800"/>
              </a:spcAft>
              <a:buFontTx/>
              <a:buNone/>
              <a:defRPr sz="2000" b="0" i="0" kern="1200">
                <a:solidFill>
                  <a:schemeClr val="bg1"/>
                </a:solidFill>
                <a:latin typeface="+mj-lt"/>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Bold"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Bold"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Bold"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Bold"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Bold" pitchFamily="2" charset="0"/>
                <a:ea typeface="+mn-ea"/>
                <a:cs typeface="+mn-cs"/>
              </a:defRPr>
            </a:lvl9pPr>
          </a:lstStyle>
          <a:p>
            <a:pPr lvl="2"/>
            <a:r>
              <a:rPr lang="de-DE" dirty="0">
                <a:solidFill>
                  <a:schemeClr val="bg1"/>
                </a:solidFill>
                <a:latin typeface="+mj-lt"/>
              </a:rPr>
              <a:t>Statt der vorangelegten Textfelder können auch </a:t>
            </a:r>
            <a:r>
              <a:rPr lang="de-DE" dirty="0" err="1">
                <a:solidFill>
                  <a:schemeClr val="bg1"/>
                </a:solidFill>
                <a:latin typeface="+mj-lt"/>
              </a:rPr>
              <a:t>Textboxen</a:t>
            </a:r>
            <a:r>
              <a:rPr lang="de-DE" dirty="0">
                <a:solidFill>
                  <a:schemeClr val="bg1"/>
                </a:solidFill>
                <a:latin typeface="+mj-lt"/>
              </a:rPr>
              <a:t> aus den Elementen auf diese Fläche </a:t>
            </a:r>
            <a:br>
              <a:rPr lang="de-DE" dirty="0">
                <a:solidFill>
                  <a:schemeClr val="bg1"/>
                </a:solidFill>
                <a:latin typeface="+mj-lt"/>
              </a:rPr>
            </a:br>
            <a:r>
              <a:rPr lang="de-DE" dirty="0">
                <a:solidFill>
                  <a:schemeClr val="bg1"/>
                </a:solidFill>
                <a:latin typeface="+mj-lt"/>
              </a:rPr>
              <a:t>kopiert werden</a:t>
            </a:r>
          </a:p>
        </p:txBody>
      </p:sp>
      <p:grpSp>
        <p:nvGrpSpPr>
          <p:cNvPr id="24" name="Gruppieren 23">
            <a:extLst>
              <a:ext uri="{FF2B5EF4-FFF2-40B4-BE49-F238E27FC236}">
                <a16:creationId xmlns:a16="http://schemas.microsoft.com/office/drawing/2014/main" id="{15ED80B7-4C5A-7C34-54E5-1AFAC1F7117A}"/>
              </a:ext>
            </a:extLst>
          </p:cNvPr>
          <p:cNvGrpSpPr/>
          <p:nvPr/>
        </p:nvGrpSpPr>
        <p:grpSpPr>
          <a:xfrm>
            <a:off x="7360565" y="3382459"/>
            <a:ext cx="555790" cy="555770"/>
            <a:chOff x="7930397" y="4973748"/>
            <a:chExt cx="190605" cy="190598"/>
          </a:xfrm>
        </p:grpSpPr>
        <p:sp>
          <p:nvSpPr>
            <p:cNvPr id="25" name="Freihandform 24">
              <a:extLst>
                <a:ext uri="{FF2B5EF4-FFF2-40B4-BE49-F238E27FC236}">
                  <a16:creationId xmlns:a16="http://schemas.microsoft.com/office/drawing/2014/main" id="{45834675-4B70-01E5-C003-0554FC774AEA}"/>
                </a:ext>
              </a:extLst>
            </p:cNvPr>
            <p:cNvSpPr/>
            <p:nvPr/>
          </p:nvSpPr>
          <p:spPr>
            <a:xfrm>
              <a:off x="7930397" y="4973748"/>
              <a:ext cx="190605" cy="190598"/>
            </a:xfrm>
            <a:custGeom>
              <a:avLst/>
              <a:gdLst>
                <a:gd name="connsiteX0" fmla="*/ 150194 w 190605"/>
                <a:gd name="connsiteY0" fmla="*/ 105438 h 190598"/>
                <a:gd name="connsiteX1" fmla="*/ 187339 w 190605"/>
                <a:gd name="connsiteY1" fmla="*/ 68293 h 190598"/>
                <a:gd name="connsiteX2" fmla="*/ 174620 w 190605"/>
                <a:gd name="connsiteY2" fmla="*/ 41701 h 190598"/>
                <a:gd name="connsiteX3" fmla="*/ 26143 w 190605"/>
                <a:gd name="connsiteY3" fmla="*/ 1911 h 190598"/>
                <a:gd name="connsiteX4" fmla="*/ 5303 w 190605"/>
                <a:gd name="connsiteY4" fmla="*/ 4567 h 190598"/>
                <a:gd name="connsiteX5" fmla="*/ 2636 w 190605"/>
                <a:gd name="connsiteY5" fmla="*/ 25391 h 190598"/>
                <a:gd name="connsiteX6" fmla="*/ 42437 w 190605"/>
                <a:gd name="connsiteY6" fmla="*/ 173868 h 190598"/>
                <a:gd name="connsiteX7" fmla="*/ 69029 w 190605"/>
                <a:gd name="connsiteY7" fmla="*/ 186587 h 190598"/>
                <a:gd name="connsiteX8" fmla="*/ 106191 w 190605"/>
                <a:gd name="connsiteY8" fmla="*/ 149441 h 190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0605" h="190598">
                  <a:moveTo>
                    <a:pt x="150194" y="105438"/>
                  </a:moveTo>
                  <a:cubicBezTo>
                    <a:pt x="150194" y="105438"/>
                    <a:pt x="172835" y="82769"/>
                    <a:pt x="187339" y="68293"/>
                  </a:cubicBezTo>
                  <a:cubicBezTo>
                    <a:pt x="197261" y="58359"/>
                    <a:pt x="189918" y="45785"/>
                    <a:pt x="174620" y="41701"/>
                  </a:cubicBezTo>
                  <a:cubicBezTo>
                    <a:pt x="136135" y="31382"/>
                    <a:pt x="68466" y="13242"/>
                    <a:pt x="26143" y="1911"/>
                  </a:cubicBezTo>
                  <a:cubicBezTo>
                    <a:pt x="16529" y="-671"/>
                    <a:pt x="9404" y="397"/>
                    <a:pt x="5303" y="4567"/>
                  </a:cubicBezTo>
                  <a:cubicBezTo>
                    <a:pt x="1134" y="8635"/>
                    <a:pt x="93" y="15764"/>
                    <a:pt x="2636" y="25391"/>
                  </a:cubicBezTo>
                  <a:cubicBezTo>
                    <a:pt x="14011" y="67750"/>
                    <a:pt x="32122" y="135394"/>
                    <a:pt x="42437" y="173868"/>
                  </a:cubicBezTo>
                  <a:cubicBezTo>
                    <a:pt x="46550" y="189162"/>
                    <a:pt x="59091" y="196509"/>
                    <a:pt x="69029" y="186587"/>
                  </a:cubicBezTo>
                  <a:cubicBezTo>
                    <a:pt x="83537" y="172095"/>
                    <a:pt x="106191" y="149441"/>
                    <a:pt x="106191" y="149441"/>
                  </a:cubicBezTo>
                </a:path>
              </a:pathLst>
            </a:custGeom>
            <a:noFill/>
            <a:ln w="19050" cap="rnd">
              <a:solidFill>
                <a:schemeClr val="accent4"/>
              </a:solidFill>
              <a:prstDash val="solid"/>
              <a:round/>
            </a:ln>
          </p:spPr>
          <p:txBody>
            <a:bodyPr rtlCol="0" anchor="ctr"/>
            <a:lstStyle/>
            <a:p>
              <a:endParaRPr lang="de-DE"/>
            </a:p>
          </p:txBody>
        </p:sp>
        <p:sp>
          <p:nvSpPr>
            <p:cNvPr id="26" name="Freihandform 25">
              <a:extLst>
                <a:ext uri="{FF2B5EF4-FFF2-40B4-BE49-F238E27FC236}">
                  <a16:creationId xmlns:a16="http://schemas.microsoft.com/office/drawing/2014/main" id="{D5699072-6D8D-8C53-130E-E2E9457F7D3F}"/>
                </a:ext>
              </a:extLst>
            </p:cNvPr>
            <p:cNvSpPr/>
            <p:nvPr/>
          </p:nvSpPr>
          <p:spPr>
            <a:xfrm>
              <a:off x="8035330" y="5122666"/>
              <a:ext cx="44675" cy="688"/>
            </a:xfrm>
            <a:custGeom>
              <a:avLst/>
              <a:gdLst>
                <a:gd name="connsiteX0" fmla="*/ 46500 w 44675"/>
                <a:gd name="connsiteY0" fmla="*/ 1647 h 688"/>
                <a:gd name="connsiteX1" fmla="*/ 1825 w 44675"/>
                <a:gd name="connsiteY1" fmla="*/ 958 h 688"/>
              </a:gdLst>
              <a:ahLst/>
              <a:cxnLst>
                <a:cxn ang="0">
                  <a:pos x="connsiteX0" y="connsiteY0"/>
                </a:cxn>
                <a:cxn ang="0">
                  <a:pos x="connsiteX1" y="connsiteY1"/>
                </a:cxn>
              </a:cxnLst>
              <a:rect l="l" t="t" r="r" b="b"/>
              <a:pathLst>
                <a:path w="44675" h="688">
                  <a:moveTo>
                    <a:pt x="46500" y="1647"/>
                  </a:moveTo>
                  <a:lnTo>
                    <a:pt x="1825" y="958"/>
                  </a:lnTo>
                </a:path>
              </a:pathLst>
            </a:custGeom>
            <a:ln w="19050" cap="rnd">
              <a:solidFill>
                <a:schemeClr val="accent4"/>
              </a:solidFill>
              <a:prstDash val="solid"/>
              <a:round/>
            </a:ln>
          </p:spPr>
          <p:txBody>
            <a:bodyPr rtlCol="0" anchor="ctr"/>
            <a:lstStyle/>
            <a:p>
              <a:endParaRPr lang="de-DE"/>
            </a:p>
          </p:txBody>
        </p:sp>
        <p:sp>
          <p:nvSpPr>
            <p:cNvPr id="27" name="Freihandform 26">
              <a:extLst>
                <a:ext uri="{FF2B5EF4-FFF2-40B4-BE49-F238E27FC236}">
                  <a16:creationId xmlns:a16="http://schemas.microsoft.com/office/drawing/2014/main" id="{5E29ED77-B017-CA1F-4E38-AC06F2321DA6}"/>
                </a:ext>
              </a:extLst>
            </p:cNvPr>
            <p:cNvSpPr/>
            <p:nvPr/>
          </p:nvSpPr>
          <p:spPr>
            <a:xfrm>
              <a:off x="7931775" y="4975124"/>
              <a:ext cx="148230" cy="148218"/>
            </a:xfrm>
            <a:custGeom>
              <a:avLst/>
              <a:gdLst>
                <a:gd name="connsiteX0" fmla="*/ 24769 w 148230"/>
                <a:gd name="connsiteY0" fmla="*/ 516 h 148218"/>
                <a:gd name="connsiteX1" fmla="*/ 148816 w 148230"/>
                <a:gd name="connsiteY1" fmla="*/ 104043 h 148218"/>
                <a:gd name="connsiteX2" fmla="*/ 149492 w 148230"/>
                <a:gd name="connsiteY2" fmla="*/ 148734 h 148218"/>
                <a:gd name="connsiteX3" fmla="*/ 104817 w 148230"/>
                <a:gd name="connsiteY3" fmla="*/ 148046 h 148218"/>
                <a:gd name="connsiteX4" fmla="*/ 1262 w 148230"/>
                <a:gd name="connsiteY4" fmla="*/ 23995 h 1482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230" h="148218">
                  <a:moveTo>
                    <a:pt x="24769" y="516"/>
                  </a:moveTo>
                  <a:lnTo>
                    <a:pt x="148816" y="104043"/>
                  </a:lnTo>
                  <a:lnTo>
                    <a:pt x="149492" y="148734"/>
                  </a:lnTo>
                  <a:lnTo>
                    <a:pt x="104817" y="148046"/>
                  </a:lnTo>
                  <a:lnTo>
                    <a:pt x="1262" y="23995"/>
                  </a:lnTo>
                </a:path>
              </a:pathLst>
            </a:custGeom>
            <a:noFill/>
            <a:ln w="19050" cap="rnd">
              <a:solidFill>
                <a:schemeClr val="accent4"/>
              </a:solidFill>
              <a:prstDash val="solid"/>
              <a:round/>
            </a:ln>
          </p:spPr>
          <p:txBody>
            <a:bodyPr rtlCol="0" anchor="ctr"/>
            <a:lstStyle/>
            <a:p>
              <a:endParaRPr lang="de-DE"/>
            </a:p>
          </p:txBody>
        </p:sp>
      </p:grpSp>
    </p:spTree>
    <p:extLst>
      <p:ext uri="{BB962C8B-B14F-4D97-AF65-F5344CB8AC3E}">
        <p14:creationId xmlns:p14="http://schemas.microsoft.com/office/powerpoint/2010/main" val="35044822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EFF22-027D-3460-1109-55C8671A52E0}"/>
            </a:ext>
          </a:extLst>
        </p:cNvPr>
        <p:cNvGrpSpPr/>
        <p:nvPr/>
      </p:nvGrpSpPr>
      <p:grpSpPr>
        <a:xfrm>
          <a:off x="0" y="0"/>
          <a:ext cx="0" cy="0"/>
          <a:chOff x="0" y="0"/>
          <a:chExt cx="0" cy="0"/>
        </a:xfrm>
      </p:grpSpPr>
      <p:sp>
        <p:nvSpPr>
          <p:cNvPr id="8" name="Titel 7">
            <a:extLst>
              <a:ext uri="{FF2B5EF4-FFF2-40B4-BE49-F238E27FC236}">
                <a16:creationId xmlns:a16="http://schemas.microsoft.com/office/drawing/2014/main" id="{B4B01166-7811-810C-0DD9-B193D46A4A14}"/>
              </a:ext>
            </a:extLst>
          </p:cNvPr>
          <p:cNvSpPr>
            <a:spLocks noGrp="1"/>
          </p:cNvSpPr>
          <p:nvPr>
            <p:ph type="title"/>
          </p:nvPr>
        </p:nvSpPr>
        <p:spPr>
          <a:xfrm>
            <a:off x="479425" y="387560"/>
            <a:ext cx="5182733" cy="988803"/>
          </a:xfrm>
        </p:spPr>
        <p:txBody>
          <a:bodyPr/>
          <a:lstStyle/>
          <a:p>
            <a:r>
              <a:rPr lang="de-DE" dirty="0"/>
              <a:t>Titel der Folie, </a:t>
            </a:r>
            <a:br>
              <a:rPr lang="de-DE" dirty="0"/>
            </a:br>
            <a:r>
              <a:rPr lang="de-DE" dirty="0">
                <a:solidFill>
                  <a:schemeClr val="accent4"/>
                </a:solidFill>
              </a:rPr>
              <a:t>kurz und prägnant</a:t>
            </a:r>
          </a:p>
        </p:txBody>
      </p:sp>
      <p:sp>
        <p:nvSpPr>
          <p:cNvPr id="3" name="Datumsplatzhalter 2">
            <a:extLst>
              <a:ext uri="{FF2B5EF4-FFF2-40B4-BE49-F238E27FC236}">
                <a16:creationId xmlns:a16="http://schemas.microsoft.com/office/drawing/2014/main" id="{096C7613-0451-F9C5-D24D-BFEEAEA3BFAA}"/>
              </a:ext>
            </a:extLst>
          </p:cNvPr>
          <p:cNvSpPr>
            <a:spLocks noGrp="1"/>
          </p:cNvSpPr>
          <p:nvPr>
            <p:ph type="dt" sz="half" idx="10"/>
          </p:nvPr>
        </p:nvSpPr>
        <p:spPr>
          <a:xfrm>
            <a:off x="3334722" y="6521213"/>
            <a:ext cx="1068585" cy="106468"/>
          </a:xfrm>
        </p:spPr>
        <p:txBody>
          <a:bodyPr/>
          <a:lstStyle/>
          <a:p>
            <a:fld id="{2DE66CE5-6E4E-254F-BACD-C75F7D6843BB}" type="datetime1">
              <a:rPr lang="de-DE" smtClean="0"/>
              <a:pPr/>
              <a:t>22.06.2026</a:t>
            </a:fld>
            <a:endParaRPr lang="de-DE" dirty="0"/>
          </a:p>
        </p:txBody>
      </p:sp>
      <p:sp>
        <p:nvSpPr>
          <p:cNvPr id="4" name="Fußzeilenplatzhalter 3">
            <a:extLst>
              <a:ext uri="{FF2B5EF4-FFF2-40B4-BE49-F238E27FC236}">
                <a16:creationId xmlns:a16="http://schemas.microsoft.com/office/drawing/2014/main" id="{002750D8-9CFB-54B3-0545-20F12B944B24}"/>
              </a:ext>
            </a:extLst>
          </p:cNvPr>
          <p:cNvSpPr>
            <a:spLocks noGrp="1"/>
          </p:cNvSpPr>
          <p:nvPr>
            <p:ph type="ftr" sz="quarter" idx="11"/>
          </p:nvPr>
        </p:nvSpPr>
        <p:spPr>
          <a:xfrm>
            <a:off x="3334720" y="6405343"/>
            <a:ext cx="2806997" cy="106470"/>
          </a:xfrm>
        </p:spPr>
        <p:txBody>
          <a:bodyPr/>
          <a:lstStyle/>
          <a:p>
            <a:r>
              <a:rPr lang="de-DE"/>
              <a:t>Titel der Präsentation</a:t>
            </a:r>
            <a:endParaRPr lang="de-DE" dirty="0"/>
          </a:p>
        </p:txBody>
      </p:sp>
      <p:sp>
        <p:nvSpPr>
          <p:cNvPr id="5" name="Foliennummernplatzhalter 4">
            <a:extLst>
              <a:ext uri="{FF2B5EF4-FFF2-40B4-BE49-F238E27FC236}">
                <a16:creationId xmlns:a16="http://schemas.microsoft.com/office/drawing/2014/main" id="{B688E95D-8620-25E1-CEF6-A740FC943911}"/>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44</a:t>
            </a:fld>
            <a:endParaRPr lang="de-DE" dirty="0"/>
          </a:p>
        </p:txBody>
      </p:sp>
      <p:sp>
        <p:nvSpPr>
          <p:cNvPr id="9" name="Inhaltsplatzhalter 8">
            <a:extLst>
              <a:ext uri="{FF2B5EF4-FFF2-40B4-BE49-F238E27FC236}">
                <a16:creationId xmlns:a16="http://schemas.microsoft.com/office/drawing/2014/main" id="{060F1442-C73E-42D7-2038-302738A2DA5E}"/>
              </a:ext>
            </a:extLst>
          </p:cNvPr>
          <p:cNvSpPr>
            <a:spLocks noGrp="1"/>
          </p:cNvSpPr>
          <p:nvPr>
            <p:ph idx="1"/>
          </p:nvPr>
        </p:nvSpPr>
        <p:spPr>
          <a:xfrm>
            <a:off x="479425" y="2190996"/>
            <a:ext cx="5508626" cy="3758953"/>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r>
              <a:rPr lang="de-DE" dirty="0"/>
              <a:t> </a:t>
            </a:r>
            <a:r>
              <a:rPr lang="de-DE" dirty="0" err="1"/>
              <a:t>enim</a:t>
            </a:r>
            <a:r>
              <a:rPr lang="de-DE" dirty="0"/>
              <a:t>. </a:t>
            </a:r>
          </a:p>
          <a:p>
            <a:pPr lvl="1"/>
            <a:r>
              <a:rPr lang="de-DE" dirty="0" err="1"/>
              <a:t>Donec</a:t>
            </a:r>
            <a:r>
              <a:rPr lang="de-DE" dirty="0"/>
              <a:t> pede </a:t>
            </a:r>
            <a:r>
              <a:rPr lang="de-DE" dirty="0" err="1"/>
              <a:t>justo</a:t>
            </a:r>
            <a:r>
              <a:rPr lang="de-DE" dirty="0"/>
              <a:t>, </a:t>
            </a:r>
            <a:r>
              <a:rPr lang="de-DE" dirty="0" err="1"/>
              <a:t>fringilla</a:t>
            </a:r>
            <a:r>
              <a:rPr lang="de-DE" dirty="0"/>
              <a:t> </a:t>
            </a:r>
            <a:r>
              <a:rPr lang="de-DE" dirty="0" err="1"/>
              <a:t>vel</a:t>
            </a:r>
            <a:r>
              <a:rPr lang="de-DE" dirty="0"/>
              <a:t>, </a:t>
            </a:r>
            <a:r>
              <a:rPr lang="de-DE" dirty="0" err="1"/>
              <a:t>aliquet</a:t>
            </a:r>
            <a:r>
              <a:rPr lang="de-DE" dirty="0"/>
              <a:t> </a:t>
            </a:r>
            <a:r>
              <a:rPr lang="de-DE" dirty="0" err="1"/>
              <a:t>nec</a:t>
            </a:r>
            <a:r>
              <a:rPr lang="de-DE" dirty="0"/>
              <a:t>, </a:t>
            </a:r>
            <a:r>
              <a:rPr lang="de-DE" dirty="0" err="1"/>
              <a:t>vulputate</a:t>
            </a:r>
            <a:r>
              <a:rPr lang="de-DE" dirty="0"/>
              <a:t> </a:t>
            </a:r>
            <a:r>
              <a:rPr lang="de-DE" dirty="0" err="1"/>
              <a:t>eget</a:t>
            </a:r>
            <a:r>
              <a:rPr lang="de-DE" dirty="0"/>
              <a:t>, </a:t>
            </a:r>
            <a:r>
              <a:rPr lang="de-DE" dirty="0" err="1"/>
              <a:t>arcu</a:t>
            </a:r>
            <a:r>
              <a:rPr lang="de-DE" dirty="0"/>
              <a:t>. </a:t>
            </a:r>
          </a:p>
          <a:p>
            <a:pPr lvl="1"/>
            <a:r>
              <a:rPr lang="de-DE" dirty="0"/>
              <a:t>In </a:t>
            </a:r>
            <a:r>
              <a:rPr lang="de-DE" dirty="0" err="1"/>
              <a:t>enim</a:t>
            </a:r>
            <a:r>
              <a:rPr lang="de-DE" dirty="0"/>
              <a:t> </a:t>
            </a:r>
            <a:r>
              <a:rPr lang="de-DE" dirty="0" err="1"/>
              <a:t>justo</a:t>
            </a:r>
            <a:r>
              <a:rPr lang="de-DE" dirty="0"/>
              <a:t>, </a:t>
            </a:r>
            <a:r>
              <a:rPr lang="de-DE" dirty="0" err="1"/>
              <a:t>rhoncus</a:t>
            </a:r>
            <a:r>
              <a:rPr lang="de-DE" dirty="0"/>
              <a:t> </a:t>
            </a:r>
            <a:r>
              <a:rPr lang="de-DE" dirty="0" err="1"/>
              <a:t>ut</a:t>
            </a:r>
            <a:r>
              <a:rPr lang="de-DE" dirty="0"/>
              <a:t>, </a:t>
            </a:r>
            <a:r>
              <a:rPr lang="de-DE" dirty="0" err="1"/>
              <a:t>imperdiet</a:t>
            </a:r>
            <a:r>
              <a:rPr lang="de-DE" dirty="0"/>
              <a:t> a, </a:t>
            </a:r>
            <a:r>
              <a:rPr lang="de-DE" dirty="0" err="1"/>
              <a:t>venenatis</a:t>
            </a:r>
            <a:r>
              <a:rPr lang="de-DE" dirty="0"/>
              <a:t> </a:t>
            </a:r>
            <a:r>
              <a:rPr lang="de-DE" dirty="0" err="1"/>
              <a:t>vitae</a:t>
            </a:r>
            <a:r>
              <a:rPr lang="de-DE" dirty="0"/>
              <a:t>, </a:t>
            </a:r>
            <a:r>
              <a:rPr lang="de-DE" dirty="0" err="1"/>
              <a:t>justo</a:t>
            </a:r>
            <a:r>
              <a:rPr lang="de-DE" dirty="0"/>
              <a:t>. </a:t>
            </a:r>
          </a:p>
          <a:p>
            <a:pPr lvl="1"/>
            <a:r>
              <a:rPr lang="de-DE" dirty="0" err="1"/>
              <a:t>Nullam</a:t>
            </a:r>
            <a:r>
              <a:rPr lang="de-DE" dirty="0"/>
              <a:t> </a:t>
            </a:r>
            <a:r>
              <a:rPr lang="de-DE" dirty="0" err="1"/>
              <a:t>dictum</a:t>
            </a:r>
            <a:r>
              <a:rPr lang="de-DE" dirty="0"/>
              <a:t> </a:t>
            </a:r>
            <a:r>
              <a:rPr lang="de-DE" dirty="0" err="1"/>
              <a:t>felis</a:t>
            </a:r>
            <a:r>
              <a:rPr lang="de-DE" dirty="0"/>
              <a:t> </a:t>
            </a:r>
            <a:r>
              <a:rPr lang="de-DE" dirty="0" err="1"/>
              <a:t>eu</a:t>
            </a:r>
            <a:r>
              <a:rPr lang="de-DE" dirty="0"/>
              <a:t> pede </a:t>
            </a:r>
            <a:r>
              <a:rPr lang="de-DE" dirty="0" err="1"/>
              <a:t>mollis</a:t>
            </a:r>
            <a:r>
              <a:rPr lang="de-DE" dirty="0"/>
              <a:t> </a:t>
            </a:r>
            <a:r>
              <a:rPr lang="de-DE" dirty="0" err="1"/>
              <a:t>pretium</a:t>
            </a:r>
            <a:r>
              <a:rPr lang="de-DE" dirty="0"/>
              <a:t>. Integer </a:t>
            </a:r>
            <a:r>
              <a:rPr lang="de-DE" dirty="0" err="1"/>
              <a:t>tincidunt</a:t>
            </a:r>
            <a:r>
              <a:rPr lang="de-DE" dirty="0"/>
              <a:t>. </a:t>
            </a:r>
          </a:p>
          <a:p>
            <a:r>
              <a:rPr lang="de-DE" dirty="0" err="1"/>
              <a:t>Cras</a:t>
            </a:r>
            <a:r>
              <a:rPr lang="de-DE" dirty="0"/>
              <a:t> </a:t>
            </a:r>
            <a:r>
              <a:rPr lang="de-DE" dirty="0" err="1"/>
              <a:t>dapibus</a:t>
            </a:r>
            <a:r>
              <a:rPr lang="de-DE" dirty="0"/>
              <a:t>. </a:t>
            </a:r>
            <a:r>
              <a:rPr lang="de-DE" dirty="0" err="1"/>
              <a:t>Vivamus</a:t>
            </a:r>
            <a:r>
              <a:rPr lang="de-DE" dirty="0"/>
              <a:t> </a:t>
            </a:r>
            <a:r>
              <a:rPr lang="de-DE" dirty="0" err="1"/>
              <a:t>elementum</a:t>
            </a:r>
            <a:r>
              <a:rPr lang="de-DE" dirty="0"/>
              <a:t> </a:t>
            </a:r>
            <a:r>
              <a:rPr lang="de-DE" dirty="0" err="1"/>
              <a:t>semper</a:t>
            </a:r>
            <a:r>
              <a:rPr lang="de-DE" dirty="0"/>
              <a:t> nisi. </a:t>
            </a:r>
            <a:r>
              <a:rPr lang="de-DE" dirty="0" err="1"/>
              <a:t>Aenean</a:t>
            </a:r>
            <a:r>
              <a:rPr lang="de-DE" dirty="0"/>
              <a:t> </a:t>
            </a:r>
            <a:r>
              <a:rPr lang="de-DE" dirty="0" err="1"/>
              <a:t>vulputate</a:t>
            </a:r>
            <a:r>
              <a:rPr lang="de-DE" dirty="0"/>
              <a:t> </a:t>
            </a:r>
            <a:r>
              <a:rPr lang="de-DE" dirty="0" err="1"/>
              <a:t>eleifend</a:t>
            </a:r>
            <a:r>
              <a:rPr lang="de-DE" dirty="0"/>
              <a:t> </a:t>
            </a:r>
            <a:r>
              <a:rPr lang="de-DE" dirty="0" err="1"/>
              <a:t>tellus</a:t>
            </a:r>
            <a:r>
              <a:rPr lang="de-DE" dirty="0"/>
              <a:t>. </a:t>
            </a:r>
            <a:r>
              <a:rPr lang="de-DE" dirty="0" err="1"/>
              <a:t>Aenean</a:t>
            </a:r>
            <a:r>
              <a:rPr lang="de-DE" dirty="0"/>
              <a:t> </a:t>
            </a:r>
            <a:r>
              <a:rPr lang="de-DE" dirty="0" err="1"/>
              <a:t>leo</a:t>
            </a:r>
            <a:r>
              <a:rPr lang="de-DE" dirty="0"/>
              <a:t> </a:t>
            </a:r>
            <a:r>
              <a:rPr lang="de-DE" dirty="0" err="1"/>
              <a:t>ligula</a:t>
            </a:r>
            <a:r>
              <a:rPr lang="de-DE" dirty="0"/>
              <a:t>, </a:t>
            </a:r>
            <a:r>
              <a:rPr lang="de-DE" dirty="0" err="1"/>
              <a:t>porttitor</a:t>
            </a:r>
            <a:r>
              <a:rPr lang="de-DE" dirty="0"/>
              <a:t> </a:t>
            </a:r>
            <a:r>
              <a:rPr lang="de-DE" dirty="0" err="1"/>
              <a:t>eu</a:t>
            </a:r>
            <a:r>
              <a:rPr lang="de-DE" dirty="0"/>
              <a:t>, </a:t>
            </a:r>
            <a:r>
              <a:rPr lang="de-DE" dirty="0" err="1"/>
              <a:t>consequat</a:t>
            </a:r>
            <a:r>
              <a:rPr lang="de-DE" dirty="0"/>
              <a:t> </a:t>
            </a:r>
            <a:r>
              <a:rPr lang="de-DE" dirty="0" err="1"/>
              <a:t>vitae</a:t>
            </a:r>
            <a:r>
              <a:rPr lang="de-DE" dirty="0"/>
              <a:t>, </a:t>
            </a:r>
            <a:r>
              <a:rPr lang="de-DE" dirty="0" err="1"/>
              <a:t>eleifend</a:t>
            </a:r>
            <a:r>
              <a:rPr lang="de-DE" dirty="0"/>
              <a:t> </a:t>
            </a:r>
            <a:r>
              <a:rPr lang="de-DE" dirty="0" err="1"/>
              <a:t>ac</a:t>
            </a:r>
            <a:r>
              <a:rPr lang="de-DE" dirty="0"/>
              <a:t>, </a:t>
            </a:r>
            <a:r>
              <a:rPr lang="de-DE" dirty="0" err="1"/>
              <a:t>enim</a:t>
            </a:r>
            <a:r>
              <a:rPr lang="de-DE" dirty="0"/>
              <a:t>. </a:t>
            </a:r>
            <a:r>
              <a:rPr lang="de-DE" dirty="0" err="1"/>
              <a:t>Aliquam</a:t>
            </a:r>
            <a:r>
              <a:rPr lang="de-DE" dirty="0"/>
              <a:t> </a:t>
            </a:r>
            <a:r>
              <a:rPr lang="de-DE" dirty="0" err="1"/>
              <a:t>lorem</a:t>
            </a:r>
            <a:r>
              <a:rPr lang="de-DE" dirty="0"/>
              <a:t> ante, </a:t>
            </a:r>
            <a:r>
              <a:rPr lang="de-DE" dirty="0" err="1"/>
              <a:t>dapibus</a:t>
            </a:r>
            <a:r>
              <a:rPr lang="de-DE" dirty="0"/>
              <a:t> in, </a:t>
            </a:r>
            <a:r>
              <a:rPr lang="de-DE" dirty="0" err="1"/>
              <a:t>viverra</a:t>
            </a:r>
            <a:r>
              <a:rPr lang="de-DE" dirty="0"/>
              <a:t> </a:t>
            </a:r>
            <a:r>
              <a:rPr lang="de-DE" dirty="0" err="1"/>
              <a:t>quis</a:t>
            </a:r>
            <a:r>
              <a:rPr lang="de-DE" dirty="0"/>
              <a:t>, </a:t>
            </a:r>
            <a:r>
              <a:rPr lang="de-DE" dirty="0" err="1"/>
              <a:t>feugiat</a:t>
            </a:r>
            <a:r>
              <a:rPr lang="de-DE" dirty="0"/>
              <a:t> a, </a:t>
            </a:r>
            <a:r>
              <a:rPr lang="de-DE" dirty="0" err="1"/>
              <a:t>tellus</a:t>
            </a:r>
            <a:r>
              <a:rPr lang="de-DE" dirty="0"/>
              <a:t>. </a:t>
            </a:r>
            <a:r>
              <a:rPr lang="de-DE" dirty="0" err="1"/>
              <a:t>Phasellus</a:t>
            </a:r>
            <a:r>
              <a:rPr lang="de-DE" dirty="0"/>
              <a:t> </a:t>
            </a:r>
            <a:r>
              <a:rPr lang="de-DE" dirty="0" err="1"/>
              <a:t>viverra</a:t>
            </a:r>
            <a:r>
              <a:rPr lang="de-DE" dirty="0"/>
              <a:t> nulla </a:t>
            </a:r>
            <a:r>
              <a:rPr lang="de-DE" dirty="0" err="1"/>
              <a:t>ut</a:t>
            </a:r>
            <a:r>
              <a:rPr lang="de-DE" dirty="0"/>
              <a:t> </a:t>
            </a:r>
            <a:r>
              <a:rPr lang="de-DE" dirty="0" err="1"/>
              <a:t>metus</a:t>
            </a:r>
            <a:r>
              <a:rPr lang="de-DE" dirty="0"/>
              <a:t> </a:t>
            </a:r>
            <a:r>
              <a:rPr lang="de-DE" dirty="0" err="1"/>
              <a:t>varius</a:t>
            </a:r>
            <a:r>
              <a:rPr lang="de-DE" dirty="0"/>
              <a:t> </a:t>
            </a:r>
            <a:r>
              <a:rPr lang="de-DE" dirty="0" err="1"/>
              <a:t>laoreet</a:t>
            </a:r>
            <a:r>
              <a:rPr lang="de-DE" dirty="0"/>
              <a:t>. </a:t>
            </a:r>
          </a:p>
        </p:txBody>
      </p:sp>
      <p:sp>
        <p:nvSpPr>
          <p:cNvPr id="10" name="Textplatzhalter 9">
            <a:extLst>
              <a:ext uri="{FF2B5EF4-FFF2-40B4-BE49-F238E27FC236}">
                <a16:creationId xmlns:a16="http://schemas.microsoft.com/office/drawing/2014/main" id="{D28F1242-557F-4607-B4A4-853932FFBD7D}"/>
              </a:ext>
            </a:extLst>
          </p:cNvPr>
          <p:cNvSpPr>
            <a:spLocks noGrp="1"/>
          </p:cNvSpPr>
          <p:nvPr>
            <p:ph type="body" idx="13"/>
          </p:nvPr>
        </p:nvSpPr>
        <p:spPr>
          <a:xfrm>
            <a:off x="479425" y="1581293"/>
            <a:ext cx="5182734" cy="250463"/>
          </a:xfrm>
        </p:spPr>
        <p:txBody>
          <a:bodyPr/>
          <a:lstStyle/>
          <a:p>
            <a:r>
              <a:rPr lang="de-DE" dirty="0"/>
              <a:t>Überschrift oder kurze Einleitung.</a:t>
            </a:r>
          </a:p>
        </p:txBody>
      </p:sp>
      <p:sp>
        <p:nvSpPr>
          <p:cNvPr id="11" name="Textplatzhalter 10">
            <a:extLst>
              <a:ext uri="{FF2B5EF4-FFF2-40B4-BE49-F238E27FC236}">
                <a16:creationId xmlns:a16="http://schemas.microsoft.com/office/drawing/2014/main" id="{000A5C1D-5998-A1B2-B985-1B116287388C}"/>
              </a:ext>
            </a:extLst>
          </p:cNvPr>
          <p:cNvSpPr>
            <a:spLocks noGrp="1"/>
          </p:cNvSpPr>
          <p:nvPr>
            <p:ph idx="15"/>
          </p:nvPr>
        </p:nvSpPr>
        <p:spPr>
          <a:xfrm>
            <a:off x="7455077" y="1025060"/>
            <a:ext cx="4246752" cy="4004592"/>
          </a:xfrm>
        </p:spPr>
        <p:txBody>
          <a:bodyPr anchor="t"/>
          <a:lstStyle/>
          <a:p>
            <a:pPr>
              <a:lnSpc>
                <a:spcPct val="100000"/>
              </a:lnSpc>
            </a:pPr>
            <a:r>
              <a:rPr lang="de-DE" dirty="0"/>
              <a:t>Hier kannText oder </a:t>
            </a:r>
            <a:br>
              <a:rPr lang="de-DE" dirty="0"/>
            </a:br>
            <a:r>
              <a:rPr lang="de-DE" dirty="0"/>
              <a:t>ein einfaches Diagramm stehen</a:t>
            </a:r>
          </a:p>
        </p:txBody>
      </p:sp>
      <p:graphicFrame>
        <p:nvGraphicFramePr>
          <p:cNvPr id="16" name="Diagramm 15">
            <a:extLst>
              <a:ext uri="{FF2B5EF4-FFF2-40B4-BE49-F238E27FC236}">
                <a16:creationId xmlns:a16="http://schemas.microsoft.com/office/drawing/2014/main" id="{5C87F549-C955-9911-B552-6AEB178E17D4}"/>
              </a:ext>
            </a:extLst>
          </p:cNvPr>
          <p:cNvGraphicFramePr/>
          <p:nvPr>
            <p:extLst>
              <p:ext uri="{D42A27DB-BD31-4B8C-83A1-F6EECF244321}">
                <p14:modId xmlns:p14="http://schemas.microsoft.com/office/powerpoint/2010/main" val="4264494899"/>
              </p:ext>
            </p:extLst>
          </p:nvPr>
        </p:nvGraphicFramePr>
        <p:xfrm>
          <a:off x="7401179" y="1794510"/>
          <a:ext cx="3364992" cy="323469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08348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platzhalter 30">
            <a:extLst>
              <a:ext uri="{FF2B5EF4-FFF2-40B4-BE49-F238E27FC236}">
                <a16:creationId xmlns:a16="http://schemas.microsoft.com/office/drawing/2014/main" id="{D82C7C24-5270-7F99-D0B4-1443219F4BF8}"/>
              </a:ext>
            </a:extLst>
          </p:cNvPr>
          <p:cNvSpPr>
            <a:spLocks noGrp="1"/>
          </p:cNvSpPr>
          <p:nvPr>
            <p:ph idx="15"/>
          </p:nvPr>
        </p:nvSpPr>
        <p:spPr>
          <a:xfrm>
            <a:off x="479425" y="1907162"/>
            <a:ext cx="4763134" cy="4050529"/>
          </a:xfrm>
        </p:spPr>
        <p:txBody>
          <a:bodyPr/>
          <a:lstStyle/>
          <a:p>
            <a:r>
              <a:rPr lang="de-DE" dirty="0" err="1"/>
              <a:t>Lorem</a:t>
            </a:r>
            <a:r>
              <a:rPr lang="de-DE" dirty="0"/>
              <a:t> </a:t>
            </a:r>
            <a:r>
              <a:rPr lang="de-DE" dirty="0" err="1"/>
              <a:t>ipsum</a:t>
            </a:r>
            <a:r>
              <a:rPr lang="de-DE" dirty="0"/>
              <a:t> </a:t>
            </a:r>
            <a:r>
              <a:rPr lang="de-DE" dirty="0" err="1"/>
              <a:t>dolor</a:t>
            </a:r>
            <a:r>
              <a:rPr lang="de-DE" dirty="0"/>
              <a:t> </a:t>
            </a:r>
            <a:br>
              <a:rPr lang="de-DE" dirty="0"/>
            </a:b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a:t>
            </a:r>
          </a:p>
          <a:p>
            <a:pPr lvl="1"/>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endParaRPr lang="de-DE" dirty="0"/>
          </a:p>
        </p:txBody>
      </p:sp>
      <p:sp>
        <p:nvSpPr>
          <p:cNvPr id="2" name="Titel 1">
            <a:extLst>
              <a:ext uri="{FF2B5EF4-FFF2-40B4-BE49-F238E27FC236}">
                <a16:creationId xmlns:a16="http://schemas.microsoft.com/office/drawing/2014/main" id="{19D5AA75-1657-CFDB-6C53-97BE3FFF1DEB}"/>
              </a:ext>
            </a:extLst>
          </p:cNvPr>
          <p:cNvSpPr>
            <a:spLocks noGrp="1"/>
          </p:cNvSpPr>
          <p:nvPr>
            <p:ph type="title"/>
          </p:nvPr>
        </p:nvSpPr>
        <p:spPr>
          <a:xfrm>
            <a:off x="6949440" y="1370641"/>
            <a:ext cx="4763135" cy="2219667"/>
          </a:xfrm>
        </p:spPr>
        <p:txBody>
          <a:bodyPr/>
          <a:lstStyle/>
          <a:p>
            <a:r>
              <a:rPr lang="de-DE" dirty="0" err="1"/>
              <a:t>Lorem</a:t>
            </a:r>
            <a:r>
              <a:rPr lang="de-DE" dirty="0"/>
              <a:t> </a:t>
            </a:r>
            <a:r>
              <a:rPr lang="de-DE" dirty="0" err="1"/>
              <a:t>ipsum</a:t>
            </a:r>
            <a:r>
              <a:rPr lang="de-DE" dirty="0"/>
              <a:t> </a:t>
            </a:r>
            <a:r>
              <a:rPr lang="de-DE" dirty="0" err="1"/>
              <a:t>dolor</a:t>
            </a:r>
            <a:r>
              <a:rPr lang="de-DE" dirty="0"/>
              <a:t> </a:t>
            </a:r>
            <a:br>
              <a:rPr lang="de-DE" dirty="0"/>
            </a:b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a:t>
            </a:r>
          </a:p>
        </p:txBody>
      </p:sp>
      <p:sp>
        <p:nvSpPr>
          <p:cNvPr id="6" name="Textplatzhalter 5">
            <a:extLst>
              <a:ext uri="{FF2B5EF4-FFF2-40B4-BE49-F238E27FC236}">
                <a16:creationId xmlns:a16="http://schemas.microsoft.com/office/drawing/2014/main" id="{CF11095D-E48A-C7CA-EDA7-3884E741A7CF}"/>
              </a:ext>
            </a:extLst>
          </p:cNvPr>
          <p:cNvSpPr>
            <a:spLocks noGrp="1"/>
          </p:cNvSpPr>
          <p:nvPr>
            <p:ph type="body" sz="quarter" idx="21"/>
          </p:nvPr>
        </p:nvSpPr>
        <p:spPr>
          <a:xfrm>
            <a:off x="6949440" y="3813664"/>
            <a:ext cx="4763135" cy="2136285"/>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endParaRPr lang="de-DE" dirty="0"/>
          </a:p>
        </p:txBody>
      </p:sp>
      <p:sp>
        <p:nvSpPr>
          <p:cNvPr id="4" name="Fußzeilenplatzhalter 3">
            <a:extLst>
              <a:ext uri="{FF2B5EF4-FFF2-40B4-BE49-F238E27FC236}">
                <a16:creationId xmlns:a16="http://schemas.microsoft.com/office/drawing/2014/main" id="{7A0D077D-8271-6BC6-8D34-D16A74CD7AC5}"/>
              </a:ext>
            </a:extLst>
          </p:cNvPr>
          <p:cNvSpPr>
            <a:spLocks noGrp="1"/>
          </p:cNvSpPr>
          <p:nvPr>
            <p:ph type="ftr" sz="quarter" idx="11"/>
          </p:nvPr>
        </p:nvSpPr>
        <p:spPr>
          <a:xfrm>
            <a:off x="3334720" y="6405343"/>
            <a:ext cx="2806997" cy="106470"/>
          </a:xfrm>
        </p:spPr>
        <p:txBody>
          <a:bodyPr/>
          <a:lstStyle/>
          <a:p>
            <a:r>
              <a:rPr lang="de-DE" dirty="0"/>
              <a:t>Titel der Präsentation</a:t>
            </a:r>
          </a:p>
        </p:txBody>
      </p:sp>
      <p:sp>
        <p:nvSpPr>
          <p:cNvPr id="3" name="Datumsplatzhalter 2">
            <a:extLst>
              <a:ext uri="{FF2B5EF4-FFF2-40B4-BE49-F238E27FC236}">
                <a16:creationId xmlns:a16="http://schemas.microsoft.com/office/drawing/2014/main" id="{DB3E19AF-0F82-E44C-4B31-89EA44AD46E8}"/>
              </a:ext>
            </a:extLst>
          </p:cNvPr>
          <p:cNvSpPr>
            <a:spLocks noGrp="1"/>
          </p:cNvSpPr>
          <p:nvPr>
            <p:ph type="dt" sz="half" idx="10"/>
          </p:nvPr>
        </p:nvSpPr>
        <p:spPr>
          <a:xfrm>
            <a:off x="3334722" y="6521213"/>
            <a:ext cx="1068585" cy="106468"/>
          </a:xfrm>
        </p:spPr>
        <p:txBody>
          <a:bodyPr/>
          <a:lstStyle/>
          <a:p>
            <a:fld id="{2DE66CE5-6E4E-254F-BACD-C75F7D6843BB}" type="datetime1">
              <a:rPr lang="de-DE"/>
              <a:pPr/>
              <a:t>22.06.2026</a:t>
            </a:fld>
            <a:endParaRPr lang="de-DE" dirty="0"/>
          </a:p>
        </p:txBody>
      </p:sp>
      <p:sp>
        <p:nvSpPr>
          <p:cNvPr id="5" name="Foliennummernplatzhalter 4">
            <a:extLst>
              <a:ext uri="{FF2B5EF4-FFF2-40B4-BE49-F238E27FC236}">
                <a16:creationId xmlns:a16="http://schemas.microsoft.com/office/drawing/2014/main" id="{7664A1AA-3CB8-DB8F-D182-B40144C0BCA1}"/>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45</a:t>
            </a:fld>
            <a:endParaRPr lang="de-DE" dirty="0"/>
          </a:p>
        </p:txBody>
      </p:sp>
    </p:spTree>
    <p:extLst>
      <p:ext uri="{BB962C8B-B14F-4D97-AF65-F5344CB8AC3E}">
        <p14:creationId xmlns:p14="http://schemas.microsoft.com/office/powerpoint/2010/main" val="5527933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D5AA75-1657-CFDB-6C53-97BE3FFF1DEB}"/>
              </a:ext>
            </a:extLst>
          </p:cNvPr>
          <p:cNvSpPr>
            <a:spLocks noGrp="1"/>
          </p:cNvSpPr>
          <p:nvPr>
            <p:ph type="title"/>
          </p:nvPr>
        </p:nvSpPr>
        <p:spPr>
          <a:xfrm>
            <a:off x="6949440" y="1370641"/>
            <a:ext cx="4763135" cy="2219667"/>
          </a:xfrm>
        </p:spPr>
        <p:txBody>
          <a:bodyPr/>
          <a:lstStyle/>
          <a:p>
            <a:r>
              <a:rPr lang="de-DE" dirty="0" err="1"/>
              <a:t>Lorem</a:t>
            </a:r>
            <a:r>
              <a:rPr lang="de-DE" dirty="0"/>
              <a:t> </a:t>
            </a:r>
            <a:r>
              <a:rPr lang="de-DE" dirty="0" err="1"/>
              <a:t>ipsum</a:t>
            </a:r>
            <a:r>
              <a:rPr lang="de-DE" dirty="0"/>
              <a:t> </a:t>
            </a:r>
            <a:r>
              <a:rPr lang="de-DE" dirty="0" err="1"/>
              <a:t>dolor</a:t>
            </a:r>
            <a:r>
              <a:rPr lang="de-DE" dirty="0"/>
              <a:t> </a:t>
            </a:r>
            <a:br>
              <a:rPr lang="de-DE" dirty="0"/>
            </a:b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a:t>
            </a:r>
          </a:p>
        </p:txBody>
      </p:sp>
      <p:sp>
        <p:nvSpPr>
          <p:cNvPr id="6" name="Textplatzhalter 5">
            <a:extLst>
              <a:ext uri="{FF2B5EF4-FFF2-40B4-BE49-F238E27FC236}">
                <a16:creationId xmlns:a16="http://schemas.microsoft.com/office/drawing/2014/main" id="{CF11095D-E48A-C7CA-EDA7-3884E741A7CF}"/>
              </a:ext>
            </a:extLst>
          </p:cNvPr>
          <p:cNvSpPr>
            <a:spLocks noGrp="1"/>
          </p:cNvSpPr>
          <p:nvPr>
            <p:ph type="body" sz="quarter" idx="21"/>
          </p:nvPr>
        </p:nvSpPr>
        <p:spPr>
          <a:xfrm>
            <a:off x="6949440" y="3813664"/>
            <a:ext cx="4763135" cy="2136285"/>
          </a:xfrm>
        </p:spPr>
        <p:txBody>
          <a:bodyPr/>
          <a:lstStyle/>
          <a:p>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consectetuer</a:t>
            </a:r>
            <a:r>
              <a:rPr lang="de-DE" dirty="0"/>
              <a:t> </a:t>
            </a:r>
            <a:r>
              <a:rPr lang="de-DE" dirty="0" err="1"/>
              <a:t>adipiscing</a:t>
            </a:r>
            <a:r>
              <a:rPr lang="de-DE" dirty="0"/>
              <a:t> </a:t>
            </a:r>
            <a:r>
              <a:rPr lang="de-DE" dirty="0" err="1"/>
              <a:t>elit</a:t>
            </a:r>
            <a:r>
              <a:rPr lang="de-DE" dirty="0"/>
              <a:t>. </a:t>
            </a:r>
            <a:r>
              <a:rPr lang="de-DE" dirty="0" err="1"/>
              <a:t>Aenean</a:t>
            </a:r>
            <a:r>
              <a:rPr lang="de-DE" dirty="0"/>
              <a:t> commodo </a:t>
            </a:r>
            <a:r>
              <a:rPr lang="de-DE" dirty="0" err="1"/>
              <a:t>ligula</a:t>
            </a:r>
            <a:r>
              <a:rPr lang="de-DE" dirty="0"/>
              <a:t> </a:t>
            </a:r>
            <a:r>
              <a:rPr lang="de-DE" dirty="0" err="1"/>
              <a:t>eget</a:t>
            </a:r>
            <a:r>
              <a:rPr lang="de-DE" dirty="0"/>
              <a:t> </a:t>
            </a:r>
            <a:r>
              <a:rPr lang="de-DE" dirty="0" err="1"/>
              <a:t>dolor</a:t>
            </a:r>
            <a:r>
              <a:rPr lang="de-DE" dirty="0"/>
              <a:t>. </a:t>
            </a:r>
            <a:r>
              <a:rPr lang="de-DE" dirty="0" err="1"/>
              <a:t>Aenean</a:t>
            </a:r>
            <a:r>
              <a:rPr lang="de-DE" dirty="0"/>
              <a:t> </a:t>
            </a:r>
            <a:r>
              <a:rPr lang="de-DE" dirty="0" err="1"/>
              <a:t>massa</a:t>
            </a:r>
            <a:r>
              <a:rPr lang="de-DE" dirty="0"/>
              <a:t>. Cum </a:t>
            </a:r>
            <a:r>
              <a:rPr lang="de-DE" dirty="0" err="1"/>
              <a:t>sociis</a:t>
            </a:r>
            <a:r>
              <a:rPr lang="de-DE" dirty="0"/>
              <a:t> </a:t>
            </a:r>
            <a:r>
              <a:rPr lang="de-DE" dirty="0" err="1"/>
              <a:t>natoque</a:t>
            </a:r>
            <a:r>
              <a:rPr lang="de-DE" dirty="0"/>
              <a:t> </a:t>
            </a:r>
            <a:r>
              <a:rPr lang="de-DE" dirty="0" err="1"/>
              <a:t>penatibus</a:t>
            </a:r>
            <a:r>
              <a:rPr lang="de-DE" dirty="0"/>
              <a:t> et </a:t>
            </a:r>
            <a:r>
              <a:rPr lang="de-DE" dirty="0" err="1"/>
              <a:t>magnis</a:t>
            </a:r>
            <a:r>
              <a:rPr lang="de-DE" dirty="0"/>
              <a:t> </a:t>
            </a:r>
            <a:r>
              <a:rPr lang="de-DE" dirty="0" err="1"/>
              <a:t>dis</a:t>
            </a:r>
            <a:r>
              <a:rPr lang="de-DE" dirty="0"/>
              <a:t> </a:t>
            </a:r>
            <a:r>
              <a:rPr lang="de-DE" dirty="0" err="1"/>
              <a:t>parturient</a:t>
            </a:r>
            <a:r>
              <a:rPr lang="de-DE" dirty="0"/>
              <a:t> </a:t>
            </a:r>
            <a:r>
              <a:rPr lang="de-DE" dirty="0" err="1"/>
              <a:t>montes</a:t>
            </a:r>
            <a:r>
              <a:rPr lang="de-DE" dirty="0"/>
              <a:t>, </a:t>
            </a:r>
            <a:r>
              <a:rPr lang="de-DE" dirty="0" err="1"/>
              <a:t>nascetur</a:t>
            </a:r>
            <a:r>
              <a:rPr lang="de-DE" dirty="0"/>
              <a:t> </a:t>
            </a:r>
            <a:r>
              <a:rPr lang="de-DE" dirty="0" err="1"/>
              <a:t>ridiculus</a:t>
            </a:r>
            <a:r>
              <a:rPr lang="de-DE" dirty="0"/>
              <a:t> </a:t>
            </a:r>
            <a:r>
              <a:rPr lang="de-DE" dirty="0" err="1"/>
              <a:t>mus</a:t>
            </a:r>
            <a:r>
              <a:rPr lang="de-DE" dirty="0"/>
              <a:t>. </a:t>
            </a:r>
            <a:r>
              <a:rPr lang="de-DE" dirty="0" err="1"/>
              <a:t>Donec</a:t>
            </a:r>
            <a:r>
              <a:rPr lang="de-DE" dirty="0"/>
              <a:t> quam </a:t>
            </a:r>
            <a:r>
              <a:rPr lang="de-DE" dirty="0" err="1"/>
              <a:t>felis</a:t>
            </a:r>
            <a:r>
              <a:rPr lang="de-DE" dirty="0"/>
              <a:t>, </a:t>
            </a:r>
            <a:r>
              <a:rPr lang="de-DE" dirty="0" err="1"/>
              <a:t>ultricies</a:t>
            </a:r>
            <a:r>
              <a:rPr lang="de-DE" dirty="0"/>
              <a:t> </a:t>
            </a:r>
            <a:r>
              <a:rPr lang="de-DE" dirty="0" err="1"/>
              <a:t>nec</a:t>
            </a:r>
            <a:r>
              <a:rPr lang="de-DE" dirty="0"/>
              <a:t>, </a:t>
            </a:r>
            <a:r>
              <a:rPr lang="de-DE" dirty="0" err="1"/>
              <a:t>pellentesque</a:t>
            </a:r>
            <a:r>
              <a:rPr lang="de-DE" dirty="0"/>
              <a:t> </a:t>
            </a:r>
            <a:r>
              <a:rPr lang="de-DE" dirty="0" err="1"/>
              <a:t>eu</a:t>
            </a:r>
            <a:r>
              <a:rPr lang="de-DE" dirty="0"/>
              <a:t>, </a:t>
            </a:r>
            <a:r>
              <a:rPr lang="de-DE" dirty="0" err="1"/>
              <a:t>pretium</a:t>
            </a:r>
            <a:r>
              <a:rPr lang="de-DE" dirty="0"/>
              <a:t> </a:t>
            </a:r>
            <a:r>
              <a:rPr lang="de-DE" dirty="0" err="1"/>
              <a:t>quis</a:t>
            </a:r>
            <a:r>
              <a:rPr lang="de-DE" dirty="0"/>
              <a:t>, </a:t>
            </a:r>
            <a:r>
              <a:rPr lang="de-DE" dirty="0" err="1"/>
              <a:t>sem</a:t>
            </a:r>
            <a:r>
              <a:rPr lang="de-DE" dirty="0"/>
              <a:t>. Nulla </a:t>
            </a:r>
            <a:r>
              <a:rPr lang="de-DE" dirty="0" err="1"/>
              <a:t>consequat</a:t>
            </a:r>
            <a:r>
              <a:rPr lang="de-DE" dirty="0"/>
              <a:t> </a:t>
            </a:r>
            <a:r>
              <a:rPr lang="de-DE" dirty="0" err="1"/>
              <a:t>massa</a:t>
            </a:r>
            <a:r>
              <a:rPr lang="de-DE" dirty="0"/>
              <a:t> </a:t>
            </a:r>
            <a:r>
              <a:rPr lang="de-DE" dirty="0" err="1"/>
              <a:t>quis</a:t>
            </a:r>
            <a:endParaRPr lang="de-DE"/>
          </a:p>
        </p:txBody>
      </p:sp>
      <p:sp>
        <p:nvSpPr>
          <p:cNvPr id="4" name="Fußzeilenplatzhalter 3">
            <a:extLst>
              <a:ext uri="{FF2B5EF4-FFF2-40B4-BE49-F238E27FC236}">
                <a16:creationId xmlns:a16="http://schemas.microsoft.com/office/drawing/2014/main" id="{7A0D077D-8271-6BC6-8D34-D16A74CD7AC5}"/>
              </a:ext>
            </a:extLst>
          </p:cNvPr>
          <p:cNvSpPr>
            <a:spLocks noGrp="1"/>
          </p:cNvSpPr>
          <p:nvPr>
            <p:ph type="ftr" sz="quarter" idx="11"/>
          </p:nvPr>
        </p:nvSpPr>
        <p:spPr>
          <a:xfrm>
            <a:off x="3334720" y="6405343"/>
            <a:ext cx="2806997" cy="106470"/>
          </a:xfrm>
        </p:spPr>
        <p:txBody>
          <a:bodyPr/>
          <a:lstStyle/>
          <a:p>
            <a:r>
              <a:rPr lang="de-DE" dirty="0"/>
              <a:t>Titel der Präsentation</a:t>
            </a:r>
          </a:p>
        </p:txBody>
      </p:sp>
      <p:sp>
        <p:nvSpPr>
          <p:cNvPr id="3" name="Datumsplatzhalter 2">
            <a:extLst>
              <a:ext uri="{FF2B5EF4-FFF2-40B4-BE49-F238E27FC236}">
                <a16:creationId xmlns:a16="http://schemas.microsoft.com/office/drawing/2014/main" id="{DB3E19AF-0F82-E44C-4B31-89EA44AD46E8}"/>
              </a:ext>
            </a:extLst>
          </p:cNvPr>
          <p:cNvSpPr>
            <a:spLocks noGrp="1"/>
          </p:cNvSpPr>
          <p:nvPr>
            <p:ph type="dt" sz="half" idx="10"/>
          </p:nvPr>
        </p:nvSpPr>
        <p:spPr>
          <a:xfrm>
            <a:off x="3334722" y="6521213"/>
            <a:ext cx="1068585" cy="106468"/>
          </a:xfrm>
        </p:spPr>
        <p:txBody>
          <a:bodyPr/>
          <a:lstStyle/>
          <a:p>
            <a:fld id="{2DE66CE5-6E4E-254F-BACD-C75F7D6843BB}" type="datetime1">
              <a:rPr lang="de-DE"/>
              <a:pPr/>
              <a:t>22.06.2026</a:t>
            </a:fld>
            <a:endParaRPr lang="de-DE" dirty="0"/>
          </a:p>
        </p:txBody>
      </p:sp>
      <p:sp>
        <p:nvSpPr>
          <p:cNvPr id="5" name="Foliennummernplatzhalter 4">
            <a:extLst>
              <a:ext uri="{FF2B5EF4-FFF2-40B4-BE49-F238E27FC236}">
                <a16:creationId xmlns:a16="http://schemas.microsoft.com/office/drawing/2014/main" id="{7664A1AA-3CB8-DB8F-D182-B40144C0BCA1}"/>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46</a:t>
            </a:fld>
            <a:endParaRPr lang="de-DE" dirty="0"/>
          </a:p>
        </p:txBody>
      </p:sp>
      <p:sp>
        <p:nvSpPr>
          <p:cNvPr id="13" name="Textplatzhalter 12">
            <a:extLst>
              <a:ext uri="{FF2B5EF4-FFF2-40B4-BE49-F238E27FC236}">
                <a16:creationId xmlns:a16="http://schemas.microsoft.com/office/drawing/2014/main" id="{A0BC3345-9291-7CC8-4545-45268C0C2570}"/>
              </a:ext>
            </a:extLst>
          </p:cNvPr>
          <p:cNvSpPr txBox="1">
            <a:spLocks/>
          </p:cNvSpPr>
          <p:nvPr/>
        </p:nvSpPr>
        <p:spPr>
          <a:xfrm>
            <a:off x="479425" y="2762260"/>
            <a:ext cx="5027602" cy="897747"/>
          </a:xfrm>
          <a:prstGeom prst="rect">
            <a:avLst/>
          </a:prstGeom>
          <a:blipFill dpi="0"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0" ty="0" sx="60000" sy="60000" flip="none" algn="tl"/>
          </a:blipFill>
        </p:spPr>
        <p:txBody>
          <a:bodyPr vert="horz" lIns="57600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r>
              <a:rPr lang="de-DE" dirty="0">
                <a:solidFill>
                  <a:schemeClr val="bg1"/>
                </a:solidFill>
                <a:latin typeface="+mj-lt"/>
              </a:rPr>
              <a:t>Statt der vorangelegten Textfelder können auch </a:t>
            </a:r>
            <a:r>
              <a:rPr lang="de-DE" dirty="0" err="1">
                <a:solidFill>
                  <a:schemeClr val="bg1"/>
                </a:solidFill>
                <a:latin typeface="+mj-lt"/>
              </a:rPr>
              <a:t>Textboxen</a:t>
            </a:r>
            <a:r>
              <a:rPr lang="de-DE" dirty="0">
                <a:solidFill>
                  <a:schemeClr val="bg1"/>
                </a:solidFill>
                <a:latin typeface="+mj-lt"/>
              </a:rPr>
              <a:t> aus den Elementen auf diese Fläche </a:t>
            </a:r>
            <a:br>
              <a:rPr lang="de-DE" dirty="0">
                <a:solidFill>
                  <a:schemeClr val="bg1"/>
                </a:solidFill>
                <a:latin typeface="+mj-lt"/>
              </a:rPr>
            </a:br>
            <a:r>
              <a:rPr lang="de-DE" dirty="0">
                <a:solidFill>
                  <a:schemeClr val="bg1"/>
                </a:solidFill>
                <a:latin typeface="+mj-lt"/>
              </a:rPr>
              <a:t>kopiert werden</a:t>
            </a:r>
          </a:p>
        </p:txBody>
      </p:sp>
      <p:sp>
        <p:nvSpPr>
          <p:cNvPr id="14" name="Textplatzhalter 12">
            <a:extLst>
              <a:ext uri="{FF2B5EF4-FFF2-40B4-BE49-F238E27FC236}">
                <a16:creationId xmlns:a16="http://schemas.microsoft.com/office/drawing/2014/main" id="{9683FA37-C34F-02FA-2B0B-2024225D9589}"/>
              </a:ext>
            </a:extLst>
          </p:cNvPr>
          <p:cNvSpPr txBox="1">
            <a:spLocks/>
          </p:cNvSpPr>
          <p:nvPr/>
        </p:nvSpPr>
        <p:spPr>
          <a:xfrm>
            <a:off x="479424" y="4290207"/>
            <a:ext cx="5027603" cy="897747"/>
          </a:xfrm>
          <a:prstGeom prst="rect">
            <a:avLst/>
          </a:prstGeom>
          <a:blipFill dpi="0"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0" ty="0" sx="60000" sy="60000" flip="none" algn="tl"/>
          </a:blipFill>
        </p:spPr>
        <p:txBody>
          <a:bodyPr vert="horz" lIns="57600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r>
              <a:rPr lang="de-DE" dirty="0">
                <a:solidFill>
                  <a:schemeClr val="bg1"/>
                </a:solidFill>
                <a:latin typeface="+mj-lt"/>
              </a:rPr>
              <a:t>Statt der vorangelegten Textfelder können auch </a:t>
            </a:r>
            <a:r>
              <a:rPr lang="de-DE" dirty="0" err="1">
                <a:solidFill>
                  <a:schemeClr val="bg1"/>
                </a:solidFill>
                <a:latin typeface="+mj-lt"/>
              </a:rPr>
              <a:t>Textboxen</a:t>
            </a:r>
            <a:r>
              <a:rPr lang="de-DE" dirty="0">
                <a:solidFill>
                  <a:schemeClr val="bg1"/>
                </a:solidFill>
                <a:latin typeface="+mj-lt"/>
              </a:rPr>
              <a:t> aus den Elementen auf diese Fläche </a:t>
            </a:r>
            <a:br>
              <a:rPr lang="de-DE" dirty="0">
                <a:solidFill>
                  <a:schemeClr val="bg1"/>
                </a:solidFill>
                <a:latin typeface="+mj-lt"/>
              </a:rPr>
            </a:br>
            <a:r>
              <a:rPr lang="de-DE" dirty="0">
                <a:solidFill>
                  <a:schemeClr val="bg1"/>
                </a:solidFill>
                <a:latin typeface="+mj-lt"/>
              </a:rPr>
              <a:t>kopiert werden</a:t>
            </a:r>
          </a:p>
        </p:txBody>
      </p:sp>
    </p:spTree>
    <p:extLst>
      <p:ext uri="{BB962C8B-B14F-4D97-AF65-F5344CB8AC3E}">
        <p14:creationId xmlns:p14="http://schemas.microsoft.com/office/powerpoint/2010/main" val="31517874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D8736941-1015-EDEE-4E7E-CE2E03A47F8F}"/>
              </a:ext>
            </a:extLst>
          </p:cNvPr>
          <p:cNvSpPr>
            <a:spLocks noGrp="1"/>
          </p:cNvSpPr>
          <p:nvPr>
            <p:ph type="title"/>
          </p:nvPr>
        </p:nvSpPr>
        <p:spPr/>
        <p:txBody>
          <a:bodyPr/>
          <a:lstStyle/>
          <a:p>
            <a:r>
              <a:rPr lang="de-DE" dirty="0"/>
              <a:t>Titel der Folie, kurz und prägnant, </a:t>
            </a:r>
            <a:br>
              <a:rPr lang="de-DE" dirty="0"/>
            </a:br>
            <a:r>
              <a:rPr lang="de-DE" dirty="0">
                <a:solidFill>
                  <a:schemeClr val="accent4"/>
                </a:solidFill>
              </a:rPr>
              <a:t>zweizeilig möglich.</a:t>
            </a:r>
          </a:p>
        </p:txBody>
      </p:sp>
      <p:sp>
        <p:nvSpPr>
          <p:cNvPr id="4" name="Fußzeilenplatzhalter 3">
            <a:extLst>
              <a:ext uri="{FF2B5EF4-FFF2-40B4-BE49-F238E27FC236}">
                <a16:creationId xmlns:a16="http://schemas.microsoft.com/office/drawing/2014/main" id="{86D6127B-D6C6-D95E-0809-92A25575FD02}"/>
              </a:ext>
            </a:extLst>
          </p:cNvPr>
          <p:cNvSpPr>
            <a:spLocks noGrp="1"/>
          </p:cNvSpPr>
          <p:nvPr>
            <p:ph type="ftr" sz="quarter" idx="11"/>
          </p:nvPr>
        </p:nvSpPr>
        <p:spPr/>
        <p:txBody>
          <a:bodyPr/>
          <a:lstStyle/>
          <a:p>
            <a:r>
              <a:rPr lang="de-DE" dirty="0"/>
              <a:t>Titel der Präsentation</a:t>
            </a:r>
          </a:p>
        </p:txBody>
      </p:sp>
      <p:sp>
        <p:nvSpPr>
          <p:cNvPr id="5" name="Foliennummernplatzhalter 4">
            <a:extLst>
              <a:ext uri="{FF2B5EF4-FFF2-40B4-BE49-F238E27FC236}">
                <a16:creationId xmlns:a16="http://schemas.microsoft.com/office/drawing/2014/main" id="{80DDAE62-C461-58E1-D933-76A004D5F02B}"/>
              </a:ext>
            </a:extLst>
          </p:cNvPr>
          <p:cNvSpPr>
            <a:spLocks noGrp="1"/>
          </p:cNvSpPr>
          <p:nvPr>
            <p:ph type="sldNum" sz="quarter" idx="12"/>
          </p:nvPr>
        </p:nvSpPr>
        <p:spPr/>
        <p:txBody>
          <a:bodyPr/>
          <a:lstStyle/>
          <a:p>
            <a:fld id="{D188B27D-4802-6948-A101-6CF6A7142FF4}" type="slidenum">
              <a:rPr lang="de-DE" smtClean="0"/>
              <a:pPr/>
              <a:t>47</a:t>
            </a:fld>
            <a:endParaRPr lang="de-DE" dirty="0"/>
          </a:p>
        </p:txBody>
      </p:sp>
      <p:sp>
        <p:nvSpPr>
          <p:cNvPr id="10" name="Textplatzhalter 12">
            <a:extLst>
              <a:ext uri="{FF2B5EF4-FFF2-40B4-BE49-F238E27FC236}">
                <a16:creationId xmlns:a16="http://schemas.microsoft.com/office/drawing/2014/main" id="{179689C7-1A06-AA8D-C63D-141A67FAD9A0}"/>
              </a:ext>
            </a:extLst>
          </p:cNvPr>
          <p:cNvSpPr txBox="1">
            <a:spLocks/>
          </p:cNvSpPr>
          <p:nvPr/>
        </p:nvSpPr>
        <p:spPr>
          <a:xfrm>
            <a:off x="479425" y="2901696"/>
            <a:ext cx="2628900" cy="3037471"/>
          </a:xfrm>
          <a:prstGeom prst="rect">
            <a:avLst/>
          </a:prstGeom>
          <a:solidFill>
            <a:schemeClr val="bg1"/>
          </a:solidFill>
          <a:effectLst>
            <a:outerShdw dist="15465" dir="10800000" algn="r" rotWithShape="0">
              <a:schemeClr val="tx1"/>
            </a:outerShdw>
          </a:effectLst>
        </p:spPr>
        <p:txBody>
          <a:bodyPr wrap="square" lIns="251999" tIns="108000" rIns="0" bIns="108000">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latin typeface="BarmeniaGothaer Offc Medium" panose="020B0603020204020204" pitchFamily="34" charset="0"/>
              </a:rPr>
              <a:t>Überschrift oder kurze Einleitung.</a:t>
            </a:r>
          </a:p>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a:t>
            </a:r>
          </a:p>
        </p:txBody>
      </p:sp>
      <p:sp>
        <p:nvSpPr>
          <p:cNvPr id="11" name="Textplatzhalter 53">
            <a:extLst>
              <a:ext uri="{FF2B5EF4-FFF2-40B4-BE49-F238E27FC236}">
                <a16:creationId xmlns:a16="http://schemas.microsoft.com/office/drawing/2014/main" id="{C6D8091A-ED5A-2FDE-EFD9-5A7C6DE2DE2D}"/>
              </a:ext>
            </a:extLst>
          </p:cNvPr>
          <p:cNvSpPr txBox="1">
            <a:spLocks/>
          </p:cNvSpPr>
          <p:nvPr/>
        </p:nvSpPr>
        <p:spPr>
          <a:xfrm>
            <a:off x="454877" y="2304288"/>
            <a:ext cx="976088" cy="609600"/>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3200" dirty="0">
                <a:solidFill>
                  <a:schemeClr val="accent4"/>
                </a:solidFill>
                <a:latin typeface="BarmeniaGothaer Offc Medium" panose="020B0603020204020204" pitchFamily="34" charset="0"/>
              </a:rPr>
              <a:t>01</a:t>
            </a:r>
          </a:p>
        </p:txBody>
      </p:sp>
      <p:sp>
        <p:nvSpPr>
          <p:cNvPr id="13" name="Textplatzhalter 12">
            <a:extLst>
              <a:ext uri="{FF2B5EF4-FFF2-40B4-BE49-F238E27FC236}">
                <a16:creationId xmlns:a16="http://schemas.microsoft.com/office/drawing/2014/main" id="{ED30E9BD-DB70-B124-B8BC-801B2B5DA767}"/>
              </a:ext>
            </a:extLst>
          </p:cNvPr>
          <p:cNvSpPr txBox="1">
            <a:spLocks/>
          </p:cNvSpPr>
          <p:nvPr/>
        </p:nvSpPr>
        <p:spPr>
          <a:xfrm>
            <a:off x="3332353" y="2901696"/>
            <a:ext cx="2628900" cy="1945890"/>
          </a:xfrm>
          <a:prstGeom prst="rect">
            <a:avLst/>
          </a:prstGeom>
          <a:solidFill>
            <a:schemeClr val="bg1"/>
          </a:solidFill>
          <a:effectLst>
            <a:outerShdw dist="15465" dir="10800000" algn="r" rotWithShape="0">
              <a:schemeClr val="tx1"/>
            </a:outerShdw>
          </a:effectLst>
        </p:spPr>
        <p:txBody>
          <a:bodyPr wrap="square" lIns="251999" tIns="108000" rIns="0" bIns="108000">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latin typeface="BarmeniaGothaer Offc Medium" panose="020B0603020204020204" pitchFamily="34" charset="0"/>
              </a:rPr>
              <a:t>Überschrift oder kurze Einleitung.</a:t>
            </a:r>
          </a:p>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p:txBody>
      </p:sp>
      <p:sp>
        <p:nvSpPr>
          <p:cNvPr id="14" name="Textplatzhalter 53">
            <a:extLst>
              <a:ext uri="{FF2B5EF4-FFF2-40B4-BE49-F238E27FC236}">
                <a16:creationId xmlns:a16="http://schemas.microsoft.com/office/drawing/2014/main" id="{CFF3CF93-93C1-B2D4-1DE7-58239A47B825}"/>
              </a:ext>
            </a:extLst>
          </p:cNvPr>
          <p:cNvSpPr txBox="1">
            <a:spLocks/>
          </p:cNvSpPr>
          <p:nvPr/>
        </p:nvSpPr>
        <p:spPr>
          <a:xfrm>
            <a:off x="3307805" y="2304288"/>
            <a:ext cx="976088" cy="609600"/>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3200" dirty="0">
                <a:solidFill>
                  <a:schemeClr val="accent4"/>
                </a:solidFill>
                <a:latin typeface="BarmeniaGothaer Offc Medium" panose="020B0603020204020204" pitchFamily="34" charset="0"/>
              </a:rPr>
              <a:t>02</a:t>
            </a:r>
          </a:p>
        </p:txBody>
      </p:sp>
      <p:sp>
        <p:nvSpPr>
          <p:cNvPr id="15" name="Textplatzhalter 12">
            <a:extLst>
              <a:ext uri="{FF2B5EF4-FFF2-40B4-BE49-F238E27FC236}">
                <a16:creationId xmlns:a16="http://schemas.microsoft.com/office/drawing/2014/main" id="{5D0C7DFB-84B0-EAA4-8678-3421F47CC840}"/>
              </a:ext>
            </a:extLst>
          </p:cNvPr>
          <p:cNvSpPr txBox="1">
            <a:spLocks/>
          </p:cNvSpPr>
          <p:nvPr/>
        </p:nvSpPr>
        <p:spPr>
          <a:xfrm>
            <a:off x="6209665" y="2901696"/>
            <a:ext cx="2628900" cy="3037471"/>
          </a:xfrm>
          <a:prstGeom prst="rect">
            <a:avLst/>
          </a:prstGeom>
          <a:solidFill>
            <a:schemeClr val="bg1"/>
          </a:solidFill>
          <a:effectLst>
            <a:outerShdw dist="15465" dir="10800000" algn="r" rotWithShape="0">
              <a:schemeClr val="tx1"/>
            </a:outerShdw>
          </a:effectLst>
        </p:spPr>
        <p:txBody>
          <a:bodyPr wrap="square" lIns="251999" tIns="108000" rIns="0" bIns="108000">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latin typeface="BarmeniaGothaer Offc Medium" panose="020B0603020204020204" pitchFamily="34" charset="0"/>
              </a:rPr>
              <a:t>Überschrift oder kurze Einleitung.</a:t>
            </a:r>
          </a:p>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a:t>
            </a:r>
          </a:p>
        </p:txBody>
      </p:sp>
      <p:sp>
        <p:nvSpPr>
          <p:cNvPr id="16" name="Textplatzhalter 53">
            <a:extLst>
              <a:ext uri="{FF2B5EF4-FFF2-40B4-BE49-F238E27FC236}">
                <a16:creationId xmlns:a16="http://schemas.microsoft.com/office/drawing/2014/main" id="{9FB0F880-76F2-6E82-D569-C6C6C70FDB57}"/>
              </a:ext>
            </a:extLst>
          </p:cNvPr>
          <p:cNvSpPr txBox="1">
            <a:spLocks/>
          </p:cNvSpPr>
          <p:nvPr/>
        </p:nvSpPr>
        <p:spPr>
          <a:xfrm>
            <a:off x="6185117" y="2304288"/>
            <a:ext cx="976088" cy="609600"/>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3200" dirty="0">
                <a:solidFill>
                  <a:schemeClr val="accent4"/>
                </a:solidFill>
                <a:latin typeface="BarmeniaGothaer Offc Medium" panose="020B0603020204020204" pitchFamily="34" charset="0"/>
              </a:rPr>
              <a:t>03</a:t>
            </a:r>
          </a:p>
        </p:txBody>
      </p:sp>
      <p:sp>
        <p:nvSpPr>
          <p:cNvPr id="17" name="Textplatzhalter 12">
            <a:extLst>
              <a:ext uri="{FF2B5EF4-FFF2-40B4-BE49-F238E27FC236}">
                <a16:creationId xmlns:a16="http://schemas.microsoft.com/office/drawing/2014/main" id="{1936AFFE-6EB6-0E69-D44E-8059C5D8DC5E}"/>
              </a:ext>
            </a:extLst>
          </p:cNvPr>
          <p:cNvSpPr txBox="1">
            <a:spLocks/>
          </p:cNvSpPr>
          <p:nvPr/>
        </p:nvSpPr>
        <p:spPr>
          <a:xfrm>
            <a:off x="9086977" y="2901696"/>
            <a:ext cx="2628900" cy="2491680"/>
          </a:xfrm>
          <a:prstGeom prst="rect">
            <a:avLst/>
          </a:prstGeom>
          <a:solidFill>
            <a:schemeClr val="bg1"/>
          </a:solidFill>
          <a:effectLst>
            <a:outerShdw dist="15465" dir="10800000" algn="r" rotWithShape="0">
              <a:schemeClr val="tx1"/>
            </a:outerShdw>
          </a:effectLst>
        </p:spPr>
        <p:txBody>
          <a:bodyPr wrap="square" lIns="251999" tIns="108000" rIns="0" bIns="108000">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latin typeface="BarmeniaGothaer Offc Medium" panose="020B0603020204020204" pitchFamily="34" charset="0"/>
              </a:rPr>
              <a:t>Überschrift oder kurze Einleitung.</a:t>
            </a:r>
          </a:p>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p:txBody>
      </p:sp>
      <p:sp>
        <p:nvSpPr>
          <p:cNvPr id="18" name="Textplatzhalter 53">
            <a:extLst>
              <a:ext uri="{FF2B5EF4-FFF2-40B4-BE49-F238E27FC236}">
                <a16:creationId xmlns:a16="http://schemas.microsoft.com/office/drawing/2014/main" id="{ED064369-B961-10B0-E432-91378FA59018}"/>
              </a:ext>
            </a:extLst>
          </p:cNvPr>
          <p:cNvSpPr txBox="1">
            <a:spLocks/>
          </p:cNvSpPr>
          <p:nvPr/>
        </p:nvSpPr>
        <p:spPr>
          <a:xfrm>
            <a:off x="9062429" y="2304288"/>
            <a:ext cx="976088" cy="609600"/>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3200" dirty="0">
                <a:solidFill>
                  <a:schemeClr val="accent4"/>
                </a:solidFill>
                <a:latin typeface="BarmeniaGothaer Offc Medium" panose="020B0603020204020204" pitchFamily="34" charset="0"/>
              </a:rPr>
              <a:t>04</a:t>
            </a:r>
          </a:p>
        </p:txBody>
      </p:sp>
      <p:sp>
        <p:nvSpPr>
          <p:cNvPr id="2" name="Datumsplatzhalter 1">
            <a:extLst>
              <a:ext uri="{FF2B5EF4-FFF2-40B4-BE49-F238E27FC236}">
                <a16:creationId xmlns:a16="http://schemas.microsoft.com/office/drawing/2014/main" id="{620B059E-93C9-1FAE-18E7-5A3AFD7B7CBA}"/>
              </a:ext>
            </a:extLst>
          </p:cNvPr>
          <p:cNvSpPr>
            <a:spLocks noGrp="1"/>
          </p:cNvSpPr>
          <p:nvPr>
            <p:ph type="dt" sz="half" idx="10"/>
          </p:nvPr>
        </p:nvSpPr>
        <p:spPr/>
        <p:txBody>
          <a:bodyPr/>
          <a:lstStyle/>
          <a:p>
            <a:fld id="{C107F6E2-F1C1-504A-B31F-188A78EC4C64}" type="datetime1">
              <a:rPr lang="de-DE"/>
              <a:t>22.06.2026</a:t>
            </a:fld>
            <a:endParaRPr lang="de-DE"/>
          </a:p>
        </p:txBody>
      </p:sp>
    </p:spTree>
    <p:extLst>
      <p:ext uri="{BB962C8B-B14F-4D97-AF65-F5344CB8AC3E}">
        <p14:creationId xmlns:p14="http://schemas.microsoft.com/office/powerpoint/2010/main" val="86916100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CFA705B0-BAF9-AD69-C20F-26E71CF3EE20}"/>
              </a:ext>
            </a:extLst>
          </p:cNvPr>
          <p:cNvSpPr>
            <a:spLocks noGrp="1"/>
          </p:cNvSpPr>
          <p:nvPr>
            <p:ph type="title"/>
          </p:nvPr>
        </p:nvSpPr>
        <p:spPr/>
        <p:txBody>
          <a:bodyPr/>
          <a:lstStyle/>
          <a:p>
            <a:r>
              <a:rPr lang="de-DE" dirty="0"/>
              <a:t>Titel der Folie, kurz und prägnant,</a:t>
            </a:r>
            <a:br>
              <a:rPr lang="de-DE" dirty="0"/>
            </a:br>
            <a:r>
              <a:rPr lang="de-DE" dirty="0"/>
              <a:t>ein- oder zweizeilig möglich.</a:t>
            </a:r>
          </a:p>
        </p:txBody>
      </p:sp>
      <p:sp>
        <p:nvSpPr>
          <p:cNvPr id="6" name="Textplatzhalter 12">
            <a:extLst>
              <a:ext uri="{FF2B5EF4-FFF2-40B4-BE49-F238E27FC236}">
                <a16:creationId xmlns:a16="http://schemas.microsoft.com/office/drawing/2014/main" id="{9C7FF038-D6D6-1DB9-B133-E9C18077F500}"/>
              </a:ext>
            </a:extLst>
          </p:cNvPr>
          <p:cNvSpPr txBox="1">
            <a:spLocks/>
          </p:cNvSpPr>
          <p:nvPr/>
        </p:nvSpPr>
        <p:spPr>
          <a:xfrm>
            <a:off x="479424" y="3384045"/>
            <a:ext cx="5508625" cy="897747"/>
          </a:xfrm>
          <a:prstGeom prst="rect">
            <a:avLst/>
          </a:prstGeom>
          <a:blipFill dpi="0"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0" ty="0" sx="60000" sy="60000" flip="none" algn="tl"/>
          </a:blipFill>
        </p:spPr>
        <p:txBody>
          <a:bodyPr vert="horz" lIns="57600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r>
              <a:rPr lang="de-DE" dirty="0">
                <a:latin typeface="+mj-lt"/>
              </a:rPr>
              <a:t>Wichtiger </a:t>
            </a:r>
            <a:r>
              <a:rPr lang="de-DE" dirty="0" err="1">
                <a:latin typeface="+mj-lt"/>
              </a:rPr>
              <a:t>Bulletpoint</a:t>
            </a:r>
            <a:r>
              <a:rPr lang="de-DE" dirty="0">
                <a:latin typeface="+mj-lt"/>
              </a:rPr>
              <a:t> oder Insight. </a:t>
            </a:r>
            <a:br>
              <a:rPr lang="de-DE" dirty="0">
                <a:latin typeface="+mj-lt"/>
              </a:rPr>
            </a:br>
            <a:r>
              <a:rPr lang="de-DE" dirty="0" err="1">
                <a:latin typeface="+mj-lt"/>
              </a:rPr>
              <a:t>Lorem</a:t>
            </a:r>
            <a:r>
              <a:rPr lang="de-DE" dirty="0">
                <a:latin typeface="+mj-lt"/>
              </a:rPr>
              <a:t> </a:t>
            </a:r>
            <a:r>
              <a:rPr lang="de-DE" dirty="0" err="1">
                <a:latin typeface="+mj-lt"/>
              </a:rPr>
              <a:t>ipsum</a:t>
            </a:r>
            <a:r>
              <a:rPr lang="de-DE" dirty="0">
                <a:latin typeface="+mj-lt"/>
              </a:rPr>
              <a:t> </a:t>
            </a:r>
            <a:r>
              <a:rPr lang="de-DE" dirty="0" err="1">
                <a:latin typeface="+mj-lt"/>
              </a:rPr>
              <a:t>dolor</a:t>
            </a:r>
            <a:r>
              <a:rPr lang="de-DE" dirty="0">
                <a:latin typeface="+mj-lt"/>
              </a:rPr>
              <a:t> </a:t>
            </a:r>
            <a:r>
              <a:rPr lang="de-DE" dirty="0" err="1">
                <a:latin typeface="+mj-lt"/>
              </a:rPr>
              <a:t>sit</a:t>
            </a:r>
            <a:r>
              <a:rPr lang="de-DE" dirty="0">
                <a:latin typeface="+mj-lt"/>
              </a:rPr>
              <a:t> </a:t>
            </a:r>
            <a:r>
              <a:rPr lang="de-DE" dirty="0" err="1">
                <a:latin typeface="+mj-lt"/>
              </a:rPr>
              <a:t>amet</a:t>
            </a:r>
            <a:r>
              <a:rPr lang="de-DE" dirty="0">
                <a:latin typeface="+mj-lt"/>
              </a:rPr>
              <a:t>, </a:t>
            </a:r>
            <a:r>
              <a:rPr lang="de-DE" dirty="0" err="1">
                <a:latin typeface="+mj-lt"/>
              </a:rPr>
              <a:t>consetetur</a:t>
            </a:r>
            <a:r>
              <a:rPr lang="de-DE" dirty="0">
                <a:latin typeface="+mj-lt"/>
              </a:rPr>
              <a:t>  </a:t>
            </a:r>
            <a:r>
              <a:rPr lang="de-DE" dirty="0" err="1">
                <a:latin typeface="+mj-lt"/>
              </a:rPr>
              <a:t>sadipscing</a:t>
            </a:r>
            <a:r>
              <a:rPr lang="de-DE" dirty="0">
                <a:latin typeface="+mj-lt"/>
              </a:rPr>
              <a:t> </a:t>
            </a:r>
            <a:r>
              <a:rPr lang="de-DE" dirty="0" err="1">
                <a:latin typeface="+mj-lt"/>
              </a:rPr>
              <a:t>elitr</a:t>
            </a:r>
            <a:r>
              <a:rPr lang="de-DE" dirty="0">
                <a:latin typeface="+mj-lt"/>
              </a:rPr>
              <a:t>, sed </a:t>
            </a:r>
            <a:r>
              <a:rPr lang="de-DE" dirty="0" err="1">
                <a:latin typeface="+mj-lt"/>
              </a:rPr>
              <a:t>diam</a:t>
            </a:r>
            <a:r>
              <a:rPr lang="de-DE" dirty="0">
                <a:latin typeface="+mj-lt"/>
              </a:rPr>
              <a:t>.</a:t>
            </a:r>
          </a:p>
        </p:txBody>
      </p:sp>
      <p:sp>
        <p:nvSpPr>
          <p:cNvPr id="3" name="Fußzeilenplatzhalter 2">
            <a:extLst>
              <a:ext uri="{FF2B5EF4-FFF2-40B4-BE49-F238E27FC236}">
                <a16:creationId xmlns:a16="http://schemas.microsoft.com/office/drawing/2014/main" id="{FBB3DF2A-5E9B-75D1-AACD-F7EE51551AD6}"/>
              </a:ext>
            </a:extLst>
          </p:cNvPr>
          <p:cNvSpPr>
            <a:spLocks noGrp="1"/>
          </p:cNvSpPr>
          <p:nvPr>
            <p:ph type="ftr" sz="quarter" idx="11"/>
          </p:nvPr>
        </p:nvSpPr>
        <p:spPr/>
        <p:txBody>
          <a:bodyPr/>
          <a:lstStyle/>
          <a:p>
            <a:r>
              <a:rPr lang="de-DE"/>
              <a:t>Titel der Präsentation</a:t>
            </a:r>
          </a:p>
        </p:txBody>
      </p:sp>
      <p:sp>
        <p:nvSpPr>
          <p:cNvPr id="4" name="Foliennummernplatzhalter 3">
            <a:extLst>
              <a:ext uri="{FF2B5EF4-FFF2-40B4-BE49-F238E27FC236}">
                <a16:creationId xmlns:a16="http://schemas.microsoft.com/office/drawing/2014/main" id="{93026B91-D1D8-A961-DF4E-8693B8DAFBEE}"/>
              </a:ext>
            </a:extLst>
          </p:cNvPr>
          <p:cNvSpPr>
            <a:spLocks noGrp="1"/>
          </p:cNvSpPr>
          <p:nvPr>
            <p:ph type="sldNum" sz="quarter" idx="12"/>
          </p:nvPr>
        </p:nvSpPr>
        <p:spPr/>
        <p:txBody>
          <a:bodyPr/>
          <a:lstStyle/>
          <a:p>
            <a:fld id="{D188B27D-4802-6948-A101-6CF6A7142FF4}" type="slidenum">
              <a:rPr lang="de-DE" smtClean="0"/>
              <a:t>48</a:t>
            </a:fld>
            <a:endParaRPr lang="de-DE"/>
          </a:p>
        </p:txBody>
      </p:sp>
      <p:sp>
        <p:nvSpPr>
          <p:cNvPr id="11" name="Textplatzhalter 12">
            <a:extLst>
              <a:ext uri="{FF2B5EF4-FFF2-40B4-BE49-F238E27FC236}">
                <a16:creationId xmlns:a16="http://schemas.microsoft.com/office/drawing/2014/main" id="{A2F6E63B-106A-8F19-568F-922C7E85D21E}"/>
              </a:ext>
            </a:extLst>
          </p:cNvPr>
          <p:cNvSpPr txBox="1">
            <a:spLocks/>
          </p:cNvSpPr>
          <p:nvPr/>
        </p:nvSpPr>
        <p:spPr>
          <a:xfrm>
            <a:off x="479424" y="4809889"/>
            <a:ext cx="5508625" cy="897747"/>
          </a:xfrm>
          <a:prstGeom prst="rect">
            <a:avLst/>
          </a:prstGeom>
          <a:blipFill dpi="0"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0" ty="0" sx="60000" sy="60000" flip="none" algn="tl"/>
          </a:blipFill>
        </p:spPr>
        <p:txBody>
          <a:bodyPr vert="horz" lIns="57600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r>
              <a:rPr lang="de-DE" dirty="0">
                <a:latin typeface="+mj-lt"/>
              </a:rPr>
              <a:t>Wichtiger </a:t>
            </a:r>
            <a:r>
              <a:rPr lang="de-DE" dirty="0" err="1">
                <a:latin typeface="+mj-lt"/>
              </a:rPr>
              <a:t>Bulletpoint</a:t>
            </a:r>
            <a:r>
              <a:rPr lang="de-DE" dirty="0">
                <a:latin typeface="+mj-lt"/>
              </a:rPr>
              <a:t> oder Insight. </a:t>
            </a:r>
            <a:br>
              <a:rPr lang="de-DE" dirty="0">
                <a:latin typeface="+mj-lt"/>
              </a:rPr>
            </a:br>
            <a:r>
              <a:rPr lang="de-DE" dirty="0" err="1">
                <a:latin typeface="+mj-lt"/>
              </a:rPr>
              <a:t>Lorem</a:t>
            </a:r>
            <a:r>
              <a:rPr lang="de-DE" dirty="0">
                <a:latin typeface="+mj-lt"/>
              </a:rPr>
              <a:t> </a:t>
            </a:r>
            <a:r>
              <a:rPr lang="de-DE" dirty="0" err="1">
                <a:latin typeface="+mj-lt"/>
              </a:rPr>
              <a:t>ipsum</a:t>
            </a:r>
            <a:r>
              <a:rPr lang="de-DE" dirty="0">
                <a:latin typeface="+mj-lt"/>
              </a:rPr>
              <a:t> </a:t>
            </a:r>
            <a:r>
              <a:rPr lang="de-DE" dirty="0" err="1">
                <a:latin typeface="+mj-lt"/>
              </a:rPr>
              <a:t>dolor</a:t>
            </a:r>
            <a:r>
              <a:rPr lang="de-DE" dirty="0">
                <a:latin typeface="+mj-lt"/>
              </a:rPr>
              <a:t> </a:t>
            </a:r>
            <a:r>
              <a:rPr lang="de-DE" dirty="0" err="1">
                <a:latin typeface="+mj-lt"/>
              </a:rPr>
              <a:t>sit</a:t>
            </a:r>
            <a:r>
              <a:rPr lang="de-DE" dirty="0">
                <a:latin typeface="+mj-lt"/>
              </a:rPr>
              <a:t> </a:t>
            </a:r>
            <a:r>
              <a:rPr lang="de-DE" dirty="0" err="1">
                <a:latin typeface="+mj-lt"/>
              </a:rPr>
              <a:t>amet</a:t>
            </a:r>
            <a:r>
              <a:rPr lang="de-DE" dirty="0">
                <a:latin typeface="+mj-lt"/>
              </a:rPr>
              <a:t>, </a:t>
            </a:r>
            <a:r>
              <a:rPr lang="de-DE" dirty="0" err="1">
                <a:latin typeface="+mj-lt"/>
              </a:rPr>
              <a:t>consetetur</a:t>
            </a:r>
            <a:r>
              <a:rPr lang="de-DE" dirty="0">
                <a:latin typeface="+mj-lt"/>
              </a:rPr>
              <a:t>  </a:t>
            </a:r>
            <a:r>
              <a:rPr lang="de-DE" dirty="0" err="1">
                <a:latin typeface="+mj-lt"/>
              </a:rPr>
              <a:t>sadipscing</a:t>
            </a:r>
            <a:r>
              <a:rPr lang="de-DE" dirty="0">
                <a:latin typeface="+mj-lt"/>
              </a:rPr>
              <a:t> </a:t>
            </a:r>
            <a:r>
              <a:rPr lang="de-DE" dirty="0" err="1">
                <a:latin typeface="+mj-lt"/>
              </a:rPr>
              <a:t>elitr</a:t>
            </a:r>
            <a:r>
              <a:rPr lang="de-DE" dirty="0">
                <a:latin typeface="+mj-lt"/>
              </a:rPr>
              <a:t>, sed </a:t>
            </a:r>
            <a:r>
              <a:rPr lang="de-DE" dirty="0" err="1">
                <a:latin typeface="+mj-lt"/>
              </a:rPr>
              <a:t>diam</a:t>
            </a:r>
            <a:r>
              <a:rPr lang="de-DE" dirty="0">
                <a:latin typeface="+mj-lt"/>
              </a:rPr>
              <a:t>.</a:t>
            </a:r>
          </a:p>
        </p:txBody>
      </p:sp>
      <p:sp>
        <p:nvSpPr>
          <p:cNvPr id="12" name="Textplatzhalter 12">
            <a:extLst>
              <a:ext uri="{FF2B5EF4-FFF2-40B4-BE49-F238E27FC236}">
                <a16:creationId xmlns:a16="http://schemas.microsoft.com/office/drawing/2014/main" id="{3D7D1BCB-6ADD-05C7-BDC0-67E08A6656D2}"/>
              </a:ext>
            </a:extLst>
          </p:cNvPr>
          <p:cNvSpPr txBox="1">
            <a:spLocks/>
          </p:cNvSpPr>
          <p:nvPr/>
        </p:nvSpPr>
        <p:spPr>
          <a:xfrm>
            <a:off x="6182801" y="3384045"/>
            <a:ext cx="5508625" cy="897747"/>
          </a:xfrm>
          <a:prstGeom prst="rect">
            <a:avLst/>
          </a:prstGeom>
          <a:blipFill dpi="0"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0" ty="0" sx="60000" sy="60000" flip="none" algn="tl"/>
          </a:blipFill>
        </p:spPr>
        <p:txBody>
          <a:bodyPr vert="horz" lIns="57600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r>
              <a:rPr lang="de-DE" dirty="0">
                <a:latin typeface="+mj-lt"/>
              </a:rPr>
              <a:t>Wichtiger </a:t>
            </a:r>
            <a:r>
              <a:rPr lang="de-DE" dirty="0" err="1">
                <a:latin typeface="+mj-lt"/>
              </a:rPr>
              <a:t>Bulletpoint</a:t>
            </a:r>
            <a:r>
              <a:rPr lang="de-DE" dirty="0">
                <a:latin typeface="+mj-lt"/>
              </a:rPr>
              <a:t> oder Insight. </a:t>
            </a:r>
            <a:br>
              <a:rPr lang="de-DE" dirty="0">
                <a:latin typeface="+mj-lt"/>
              </a:rPr>
            </a:br>
            <a:r>
              <a:rPr lang="de-DE" dirty="0" err="1">
                <a:latin typeface="+mj-lt"/>
              </a:rPr>
              <a:t>Lorem</a:t>
            </a:r>
            <a:r>
              <a:rPr lang="de-DE" dirty="0">
                <a:latin typeface="+mj-lt"/>
              </a:rPr>
              <a:t> </a:t>
            </a:r>
            <a:r>
              <a:rPr lang="de-DE" dirty="0" err="1">
                <a:latin typeface="+mj-lt"/>
              </a:rPr>
              <a:t>ipsum</a:t>
            </a:r>
            <a:r>
              <a:rPr lang="de-DE" dirty="0">
                <a:latin typeface="+mj-lt"/>
              </a:rPr>
              <a:t> </a:t>
            </a:r>
            <a:r>
              <a:rPr lang="de-DE" dirty="0" err="1">
                <a:latin typeface="+mj-lt"/>
              </a:rPr>
              <a:t>dolor</a:t>
            </a:r>
            <a:r>
              <a:rPr lang="de-DE" dirty="0">
                <a:latin typeface="+mj-lt"/>
              </a:rPr>
              <a:t> </a:t>
            </a:r>
            <a:r>
              <a:rPr lang="de-DE" dirty="0" err="1">
                <a:latin typeface="+mj-lt"/>
              </a:rPr>
              <a:t>sit</a:t>
            </a:r>
            <a:r>
              <a:rPr lang="de-DE" dirty="0">
                <a:latin typeface="+mj-lt"/>
              </a:rPr>
              <a:t> </a:t>
            </a:r>
            <a:r>
              <a:rPr lang="de-DE" dirty="0" err="1">
                <a:latin typeface="+mj-lt"/>
              </a:rPr>
              <a:t>amet</a:t>
            </a:r>
            <a:r>
              <a:rPr lang="de-DE" dirty="0">
                <a:latin typeface="+mj-lt"/>
              </a:rPr>
              <a:t>, </a:t>
            </a:r>
            <a:r>
              <a:rPr lang="de-DE" dirty="0" err="1">
                <a:latin typeface="+mj-lt"/>
              </a:rPr>
              <a:t>consetetur</a:t>
            </a:r>
            <a:r>
              <a:rPr lang="de-DE" dirty="0">
                <a:latin typeface="+mj-lt"/>
              </a:rPr>
              <a:t>  </a:t>
            </a:r>
            <a:r>
              <a:rPr lang="de-DE" dirty="0" err="1">
                <a:latin typeface="+mj-lt"/>
              </a:rPr>
              <a:t>sadipscing</a:t>
            </a:r>
            <a:r>
              <a:rPr lang="de-DE" dirty="0">
                <a:latin typeface="+mj-lt"/>
              </a:rPr>
              <a:t> </a:t>
            </a:r>
            <a:r>
              <a:rPr lang="de-DE" dirty="0" err="1">
                <a:latin typeface="+mj-lt"/>
              </a:rPr>
              <a:t>elitr</a:t>
            </a:r>
            <a:r>
              <a:rPr lang="de-DE" dirty="0">
                <a:latin typeface="+mj-lt"/>
              </a:rPr>
              <a:t>, sed </a:t>
            </a:r>
            <a:r>
              <a:rPr lang="de-DE" dirty="0" err="1">
                <a:latin typeface="+mj-lt"/>
              </a:rPr>
              <a:t>diam</a:t>
            </a:r>
            <a:r>
              <a:rPr lang="de-DE" dirty="0">
                <a:latin typeface="+mj-lt"/>
              </a:rPr>
              <a:t>.</a:t>
            </a:r>
          </a:p>
        </p:txBody>
      </p:sp>
      <p:sp>
        <p:nvSpPr>
          <p:cNvPr id="13" name="Textplatzhalter 12">
            <a:extLst>
              <a:ext uri="{FF2B5EF4-FFF2-40B4-BE49-F238E27FC236}">
                <a16:creationId xmlns:a16="http://schemas.microsoft.com/office/drawing/2014/main" id="{0626E75A-B84A-E8B8-9C78-C1DD240148F3}"/>
              </a:ext>
            </a:extLst>
          </p:cNvPr>
          <p:cNvSpPr txBox="1">
            <a:spLocks/>
          </p:cNvSpPr>
          <p:nvPr/>
        </p:nvSpPr>
        <p:spPr>
          <a:xfrm>
            <a:off x="6182801" y="4809889"/>
            <a:ext cx="5508625" cy="897747"/>
          </a:xfrm>
          <a:prstGeom prst="rect">
            <a:avLst/>
          </a:prstGeom>
          <a:blipFill dpi="0"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tile tx="0" ty="0" sx="60000" sy="60000" flip="none" algn="tl"/>
          </a:blipFill>
        </p:spPr>
        <p:txBody>
          <a:bodyPr vert="horz" lIns="57600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r>
              <a:rPr lang="de-DE" dirty="0">
                <a:latin typeface="+mj-lt"/>
              </a:rPr>
              <a:t>Wichtiger </a:t>
            </a:r>
            <a:r>
              <a:rPr lang="de-DE" dirty="0" err="1">
                <a:latin typeface="+mj-lt"/>
              </a:rPr>
              <a:t>Bulletpoint</a:t>
            </a:r>
            <a:r>
              <a:rPr lang="de-DE" dirty="0">
                <a:latin typeface="+mj-lt"/>
              </a:rPr>
              <a:t> oder Insight. </a:t>
            </a:r>
            <a:br>
              <a:rPr lang="de-DE" dirty="0">
                <a:latin typeface="+mj-lt"/>
              </a:rPr>
            </a:br>
            <a:r>
              <a:rPr lang="de-DE" dirty="0" err="1">
                <a:latin typeface="+mj-lt"/>
              </a:rPr>
              <a:t>Lorem</a:t>
            </a:r>
            <a:r>
              <a:rPr lang="de-DE" dirty="0">
                <a:latin typeface="+mj-lt"/>
              </a:rPr>
              <a:t> </a:t>
            </a:r>
            <a:r>
              <a:rPr lang="de-DE" dirty="0" err="1">
                <a:latin typeface="+mj-lt"/>
              </a:rPr>
              <a:t>ipsum</a:t>
            </a:r>
            <a:r>
              <a:rPr lang="de-DE" dirty="0">
                <a:latin typeface="+mj-lt"/>
              </a:rPr>
              <a:t> </a:t>
            </a:r>
            <a:r>
              <a:rPr lang="de-DE" dirty="0" err="1">
                <a:latin typeface="+mj-lt"/>
              </a:rPr>
              <a:t>dolor</a:t>
            </a:r>
            <a:r>
              <a:rPr lang="de-DE" dirty="0">
                <a:latin typeface="+mj-lt"/>
              </a:rPr>
              <a:t> </a:t>
            </a:r>
            <a:r>
              <a:rPr lang="de-DE" dirty="0" err="1">
                <a:latin typeface="+mj-lt"/>
              </a:rPr>
              <a:t>sit</a:t>
            </a:r>
            <a:r>
              <a:rPr lang="de-DE" dirty="0">
                <a:latin typeface="+mj-lt"/>
              </a:rPr>
              <a:t> </a:t>
            </a:r>
            <a:r>
              <a:rPr lang="de-DE" dirty="0" err="1">
                <a:latin typeface="+mj-lt"/>
              </a:rPr>
              <a:t>amet</a:t>
            </a:r>
            <a:r>
              <a:rPr lang="de-DE" dirty="0">
                <a:latin typeface="+mj-lt"/>
              </a:rPr>
              <a:t>, </a:t>
            </a:r>
            <a:r>
              <a:rPr lang="de-DE" dirty="0" err="1">
                <a:latin typeface="+mj-lt"/>
              </a:rPr>
              <a:t>consetetur</a:t>
            </a:r>
            <a:r>
              <a:rPr lang="de-DE" dirty="0">
                <a:latin typeface="+mj-lt"/>
              </a:rPr>
              <a:t>  </a:t>
            </a:r>
            <a:r>
              <a:rPr lang="de-DE" dirty="0" err="1">
                <a:latin typeface="+mj-lt"/>
              </a:rPr>
              <a:t>sadipscing</a:t>
            </a:r>
            <a:r>
              <a:rPr lang="de-DE" dirty="0">
                <a:latin typeface="+mj-lt"/>
              </a:rPr>
              <a:t> </a:t>
            </a:r>
            <a:r>
              <a:rPr lang="de-DE" dirty="0" err="1">
                <a:latin typeface="+mj-lt"/>
              </a:rPr>
              <a:t>elitr</a:t>
            </a:r>
            <a:r>
              <a:rPr lang="de-DE" dirty="0">
                <a:latin typeface="+mj-lt"/>
              </a:rPr>
              <a:t>, sed </a:t>
            </a:r>
            <a:r>
              <a:rPr lang="de-DE" dirty="0" err="1">
                <a:latin typeface="+mj-lt"/>
              </a:rPr>
              <a:t>diam</a:t>
            </a:r>
            <a:r>
              <a:rPr lang="de-DE" dirty="0">
                <a:latin typeface="+mj-lt"/>
              </a:rPr>
              <a:t>.</a:t>
            </a:r>
          </a:p>
        </p:txBody>
      </p:sp>
      <p:sp>
        <p:nvSpPr>
          <p:cNvPr id="7" name="Datumsplatzhalter 6">
            <a:extLst>
              <a:ext uri="{FF2B5EF4-FFF2-40B4-BE49-F238E27FC236}">
                <a16:creationId xmlns:a16="http://schemas.microsoft.com/office/drawing/2014/main" id="{BE1E4FE7-5A00-1A28-CA34-BEDB1C80557A}"/>
              </a:ext>
            </a:extLst>
          </p:cNvPr>
          <p:cNvSpPr>
            <a:spLocks noGrp="1"/>
          </p:cNvSpPr>
          <p:nvPr>
            <p:ph type="dt" sz="half" idx="10"/>
          </p:nvPr>
        </p:nvSpPr>
        <p:spPr/>
        <p:txBody>
          <a:bodyPr/>
          <a:lstStyle/>
          <a:p>
            <a:fld id="{AB838A70-90F5-DF43-9DB7-07BB0636B282}" type="datetime1">
              <a:rPr lang="de-DE"/>
              <a:t>22.06.2026</a:t>
            </a:fld>
            <a:endParaRPr lang="de-DE"/>
          </a:p>
        </p:txBody>
      </p:sp>
    </p:spTree>
    <p:extLst>
      <p:ext uri="{BB962C8B-B14F-4D97-AF65-F5344CB8AC3E}">
        <p14:creationId xmlns:p14="http://schemas.microsoft.com/office/powerpoint/2010/main" val="14849796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Freihandform 15">
            <a:extLst>
              <a:ext uri="{FF2B5EF4-FFF2-40B4-BE49-F238E27FC236}">
                <a16:creationId xmlns:a16="http://schemas.microsoft.com/office/drawing/2014/main" id="{1A8957CF-F2D8-EEBE-6881-EA80C3E51805}"/>
              </a:ext>
            </a:extLst>
          </p:cNvPr>
          <p:cNvSpPr/>
          <p:nvPr/>
        </p:nvSpPr>
        <p:spPr>
          <a:xfrm>
            <a:off x="2" y="0"/>
            <a:ext cx="12193199" cy="6858000"/>
          </a:xfrm>
          <a:custGeom>
            <a:avLst/>
            <a:gdLst>
              <a:gd name="connsiteX0" fmla="*/ 693263 w 12193199"/>
              <a:gd name="connsiteY0" fmla="*/ 6562790 h 6858000"/>
              <a:gd name="connsiteX1" fmla="*/ 709243 w 12193199"/>
              <a:gd name="connsiteY1" fmla="*/ 6577940 h 6858000"/>
              <a:gd name="connsiteX2" fmla="*/ 676661 w 12193199"/>
              <a:gd name="connsiteY2" fmla="*/ 6577940 h 6858000"/>
              <a:gd name="connsiteX3" fmla="*/ 693263 w 12193199"/>
              <a:gd name="connsiteY3" fmla="*/ 6562790 h 6858000"/>
              <a:gd name="connsiteX4" fmla="*/ 569366 w 12193199"/>
              <a:gd name="connsiteY4" fmla="*/ 6562790 h 6858000"/>
              <a:gd name="connsiteX5" fmla="*/ 585346 w 12193199"/>
              <a:gd name="connsiteY5" fmla="*/ 6577940 h 6858000"/>
              <a:gd name="connsiteX6" fmla="*/ 552764 w 12193199"/>
              <a:gd name="connsiteY6" fmla="*/ 6577940 h 6858000"/>
              <a:gd name="connsiteX7" fmla="*/ 569366 w 12193199"/>
              <a:gd name="connsiteY7" fmla="*/ 6562790 h 6858000"/>
              <a:gd name="connsiteX8" fmla="*/ 605701 w 12193199"/>
              <a:gd name="connsiteY8" fmla="*/ 6556045 h 6858000"/>
              <a:gd name="connsiteX9" fmla="*/ 605701 w 12193199"/>
              <a:gd name="connsiteY9" fmla="*/ 6608757 h 6858000"/>
              <a:gd name="connsiteX10" fmla="*/ 614417 w 12193199"/>
              <a:gd name="connsiteY10" fmla="*/ 6608757 h 6858000"/>
              <a:gd name="connsiteX11" fmla="*/ 614417 w 12193199"/>
              <a:gd name="connsiteY11" fmla="*/ 6556045 h 6858000"/>
              <a:gd name="connsiteX12" fmla="*/ 693263 w 12193199"/>
              <a:gd name="connsiteY12" fmla="*/ 6554697 h 6858000"/>
              <a:gd name="connsiteX13" fmla="*/ 667530 w 12193199"/>
              <a:gd name="connsiteY13" fmla="*/ 6582401 h 6858000"/>
              <a:gd name="connsiteX14" fmla="*/ 693781 w 12193199"/>
              <a:gd name="connsiteY14" fmla="*/ 6610106 h 6858000"/>
              <a:gd name="connsiteX15" fmla="*/ 716403 w 12193199"/>
              <a:gd name="connsiteY15" fmla="*/ 6598485 h 6858000"/>
              <a:gd name="connsiteX16" fmla="*/ 710280 w 12193199"/>
              <a:gd name="connsiteY16" fmla="*/ 6593297 h 6858000"/>
              <a:gd name="connsiteX17" fmla="*/ 693781 w 12193199"/>
              <a:gd name="connsiteY17" fmla="*/ 6602013 h 6858000"/>
              <a:gd name="connsiteX18" fmla="*/ 676557 w 12193199"/>
              <a:gd name="connsiteY18" fmla="*/ 6585203 h 6858000"/>
              <a:gd name="connsiteX19" fmla="*/ 718166 w 12193199"/>
              <a:gd name="connsiteY19" fmla="*/ 6585203 h 6858000"/>
              <a:gd name="connsiteX20" fmla="*/ 718374 w 12193199"/>
              <a:gd name="connsiteY20" fmla="*/ 6582090 h 6858000"/>
              <a:gd name="connsiteX21" fmla="*/ 693263 w 12193199"/>
              <a:gd name="connsiteY21" fmla="*/ 6554697 h 6858000"/>
              <a:gd name="connsiteX22" fmla="*/ 569366 w 12193199"/>
              <a:gd name="connsiteY22" fmla="*/ 6554697 h 6858000"/>
              <a:gd name="connsiteX23" fmla="*/ 543633 w 12193199"/>
              <a:gd name="connsiteY23" fmla="*/ 6582401 h 6858000"/>
              <a:gd name="connsiteX24" fmla="*/ 569885 w 12193199"/>
              <a:gd name="connsiteY24" fmla="*/ 6610106 h 6858000"/>
              <a:gd name="connsiteX25" fmla="*/ 592506 w 12193199"/>
              <a:gd name="connsiteY25" fmla="*/ 6598485 h 6858000"/>
              <a:gd name="connsiteX26" fmla="*/ 586384 w 12193199"/>
              <a:gd name="connsiteY26" fmla="*/ 6593297 h 6858000"/>
              <a:gd name="connsiteX27" fmla="*/ 569885 w 12193199"/>
              <a:gd name="connsiteY27" fmla="*/ 6602013 h 6858000"/>
              <a:gd name="connsiteX28" fmla="*/ 552660 w 12193199"/>
              <a:gd name="connsiteY28" fmla="*/ 6585203 h 6858000"/>
              <a:gd name="connsiteX29" fmla="*/ 594270 w 12193199"/>
              <a:gd name="connsiteY29" fmla="*/ 6585203 h 6858000"/>
              <a:gd name="connsiteX30" fmla="*/ 594477 w 12193199"/>
              <a:gd name="connsiteY30" fmla="*/ 6582090 h 6858000"/>
              <a:gd name="connsiteX31" fmla="*/ 569366 w 12193199"/>
              <a:gd name="connsiteY31" fmla="*/ 6554697 h 6858000"/>
              <a:gd name="connsiteX32" fmla="*/ 643658 w 12193199"/>
              <a:gd name="connsiteY32" fmla="*/ 6541207 h 6858000"/>
              <a:gd name="connsiteX33" fmla="*/ 634942 w 12193199"/>
              <a:gd name="connsiteY33" fmla="*/ 6544216 h 6858000"/>
              <a:gd name="connsiteX34" fmla="*/ 634942 w 12193199"/>
              <a:gd name="connsiteY34" fmla="*/ 6556045 h 6858000"/>
              <a:gd name="connsiteX35" fmla="*/ 625188 w 12193199"/>
              <a:gd name="connsiteY35" fmla="*/ 6556045 h 6858000"/>
              <a:gd name="connsiteX36" fmla="*/ 625188 w 12193199"/>
              <a:gd name="connsiteY36" fmla="*/ 6563620 h 6858000"/>
              <a:gd name="connsiteX37" fmla="*/ 634942 w 12193199"/>
              <a:gd name="connsiteY37" fmla="*/ 6563620 h 6858000"/>
              <a:gd name="connsiteX38" fmla="*/ 634942 w 12193199"/>
              <a:gd name="connsiteY38" fmla="*/ 6593608 h 6858000"/>
              <a:gd name="connsiteX39" fmla="*/ 650299 w 12193199"/>
              <a:gd name="connsiteY39" fmla="*/ 6609899 h 6858000"/>
              <a:gd name="connsiteX40" fmla="*/ 657355 w 12193199"/>
              <a:gd name="connsiteY40" fmla="*/ 6608757 h 6858000"/>
              <a:gd name="connsiteX41" fmla="*/ 657355 w 12193199"/>
              <a:gd name="connsiteY41" fmla="*/ 6600975 h 6858000"/>
              <a:gd name="connsiteX42" fmla="*/ 652374 w 12193199"/>
              <a:gd name="connsiteY42" fmla="*/ 6601909 h 6858000"/>
              <a:gd name="connsiteX43" fmla="*/ 643658 w 12193199"/>
              <a:gd name="connsiteY43" fmla="*/ 6592778 h 6858000"/>
              <a:gd name="connsiteX44" fmla="*/ 643658 w 12193199"/>
              <a:gd name="connsiteY44" fmla="*/ 6563620 h 6858000"/>
              <a:gd name="connsiteX45" fmla="*/ 657355 w 12193199"/>
              <a:gd name="connsiteY45" fmla="*/ 6563620 h 6858000"/>
              <a:gd name="connsiteX46" fmla="*/ 657355 w 12193199"/>
              <a:gd name="connsiteY46" fmla="*/ 6556045 h 6858000"/>
              <a:gd name="connsiteX47" fmla="*/ 643658 w 12193199"/>
              <a:gd name="connsiteY47" fmla="*/ 6556045 h 6858000"/>
              <a:gd name="connsiteX48" fmla="*/ 509589 w 12193199"/>
              <a:gd name="connsiteY48" fmla="*/ 6534878 h 6858000"/>
              <a:gd name="connsiteX49" fmla="*/ 484374 w 12193199"/>
              <a:gd name="connsiteY49" fmla="*/ 6554800 h 6858000"/>
              <a:gd name="connsiteX50" fmla="*/ 503052 w 12193199"/>
              <a:gd name="connsiteY50" fmla="*/ 6574723 h 6858000"/>
              <a:gd name="connsiteX51" fmla="*/ 511663 w 12193199"/>
              <a:gd name="connsiteY51" fmla="*/ 6576591 h 6858000"/>
              <a:gd name="connsiteX52" fmla="*/ 524946 w 12193199"/>
              <a:gd name="connsiteY52" fmla="*/ 6589354 h 6858000"/>
              <a:gd name="connsiteX53" fmla="*/ 507721 w 12193199"/>
              <a:gd name="connsiteY53" fmla="*/ 6601701 h 6858000"/>
              <a:gd name="connsiteX54" fmla="*/ 485619 w 12193199"/>
              <a:gd name="connsiteY54" fmla="*/ 6593815 h 6858000"/>
              <a:gd name="connsiteX55" fmla="*/ 485619 w 12193199"/>
              <a:gd name="connsiteY55" fmla="*/ 6603569 h 6858000"/>
              <a:gd name="connsiteX56" fmla="*/ 507721 w 12193199"/>
              <a:gd name="connsiteY56" fmla="*/ 6610003 h 6858000"/>
              <a:gd name="connsiteX57" fmla="*/ 534285 w 12193199"/>
              <a:gd name="connsiteY57" fmla="*/ 6589042 h 6858000"/>
              <a:gd name="connsiteX58" fmla="*/ 514466 w 12193199"/>
              <a:gd name="connsiteY58" fmla="*/ 6567771 h 6858000"/>
              <a:gd name="connsiteX59" fmla="*/ 505853 w 12193199"/>
              <a:gd name="connsiteY59" fmla="*/ 6565799 h 6858000"/>
              <a:gd name="connsiteX60" fmla="*/ 493817 w 12193199"/>
              <a:gd name="connsiteY60" fmla="*/ 6554178 h 6858000"/>
              <a:gd name="connsiteX61" fmla="*/ 509589 w 12193199"/>
              <a:gd name="connsiteY61" fmla="*/ 6543179 h 6858000"/>
              <a:gd name="connsiteX62" fmla="*/ 530964 w 12193199"/>
              <a:gd name="connsiteY62" fmla="*/ 6551065 h 6858000"/>
              <a:gd name="connsiteX63" fmla="*/ 531068 w 12193199"/>
              <a:gd name="connsiteY63" fmla="*/ 6541311 h 6858000"/>
              <a:gd name="connsiteX64" fmla="*/ 509589 w 12193199"/>
              <a:gd name="connsiteY64" fmla="*/ 6534878 h 6858000"/>
              <a:gd name="connsiteX65" fmla="*/ 610059 w 12193199"/>
              <a:gd name="connsiteY65" fmla="*/ 6534151 h 6858000"/>
              <a:gd name="connsiteX66" fmla="*/ 604040 w 12193199"/>
              <a:gd name="connsiteY66" fmla="*/ 6540170 h 6858000"/>
              <a:gd name="connsiteX67" fmla="*/ 610059 w 12193199"/>
              <a:gd name="connsiteY67" fmla="*/ 6546188 h 6858000"/>
              <a:gd name="connsiteX68" fmla="*/ 616077 w 12193199"/>
              <a:gd name="connsiteY68" fmla="*/ 6540170 h 6858000"/>
              <a:gd name="connsiteX69" fmla="*/ 610059 w 12193199"/>
              <a:gd name="connsiteY69" fmla="*/ 6534151 h 6858000"/>
              <a:gd name="connsiteX70" fmla="*/ 500904 w 12193199"/>
              <a:gd name="connsiteY70" fmla="*/ 6461548 h 6858000"/>
              <a:gd name="connsiteX71" fmla="*/ 519458 w 12193199"/>
              <a:gd name="connsiteY71" fmla="*/ 6461548 h 6858000"/>
              <a:gd name="connsiteX72" fmla="*/ 528836 w 12193199"/>
              <a:gd name="connsiteY72" fmla="*/ 6469515 h 6858000"/>
              <a:gd name="connsiteX73" fmla="*/ 519458 w 12193199"/>
              <a:gd name="connsiteY73" fmla="*/ 6477582 h 6858000"/>
              <a:gd name="connsiteX74" fmla="*/ 500904 w 12193199"/>
              <a:gd name="connsiteY74" fmla="*/ 6477582 h 6858000"/>
              <a:gd name="connsiteX75" fmla="*/ 1062845 w 12193199"/>
              <a:gd name="connsiteY75" fmla="*/ 6451061 h 6858000"/>
              <a:gd name="connsiteX76" fmla="*/ 1075953 w 12193199"/>
              <a:gd name="connsiteY76" fmla="*/ 6464876 h 6858000"/>
              <a:gd name="connsiteX77" fmla="*/ 1062845 w 12193199"/>
              <a:gd name="connsiteY77" fmla="*/ 6478691 h 6858000"/>
              <a:gd name="connsiteX78" fmla="*/ 1049836 w 12193199"/>
              <a:gd name="connsiteY78" fmla="*/ 6464876 h 6858000"/>
              <a:gd name="connsiteX79" fmla="*/ 1062845 w 12193199"/>
              <a:gd name="connsiteY79" fmla="*/ 6451061 h 6858000"/>
              <a:gd name="connsiteX80" fmla="*/ 1225496 w 12193199"/>
              <a:gd name="connsiteY80" fmla="*/ 6450960 h 6858000"/>
              <a:gd name="connsiteX81" fmla="*/ 1238605 w 12193199"/>
              <a:gd name="connsiteY81" fmla="*/ 6464876 h 6858000"/>
              <a:gd name="connsiteX82" fmla="*/ 1225496 w 12193199"/>
              <a:gd name="connsiteY82" fmla="*/ 6478792 h 6858000"/>
              <a:gd name="connsiteX83" fmla="*/ 1212387 w 12193199"/>
              <a:gd name="connsiteY83" fmla="*/ 6464876 h 6858000"/>
              <a:gd name="connsiteX84" fmla="*/ 1225496 w 12193199"/>
              <a:gd name="connsiteY84" fmla="*/ 6450960 h 6858000"/>
              <a:gd name="connsiteX85" fmla="*/ 919962 w 12193199"/>
              <a:gd name="connsiteY85" fmla="*/ 6450960 h 6858000"/>
              <a:gd name="connsiteX86" fmla="*/ 933071 w 12193199"/>
              <a:gd name="connsiteY86" fmla="*/ 6464876 h 6858000"/>
              <a:gd name="connsiteX87" fmla="*/ 919962 w 12193199"/>
              <a:gd name="connsiteY87" fmla="*/ 6478792 h 6858000"/>
              <a:gd name="connsiteX88" fmla="*/ 906852 w 12193199"/>
              <a:gd name="connsiteY88" fmla="*/ 6464876 h 6858000"/>
              <a:gd name="connsiteX89" fmla="*/ 919962 w 12193199"/>
              <a:gd name="connsiteY89" fmla="*/ 6450960 h 6858000"/>
              <a:gd name="connsiteX90" fmla="*/ 581316 w 12193199"/>
              <a:gd name="connsiteY90" fmla="*/ 6450960 h 6858000"/>
              <a:gd name="connsiteX91" fmla="*/ 594425 w 12193199"/>
              <a:gd name="connsiteY91" fmla="*/ 6464876 h 6858000"/>
              <a:gd name="connsiteX92" fmla="*/ 581316 w 12193199"/>
              <a:gd name="connsiteY92" fmla="*/ 6478792 h 6858000"/>
              <a:gd name="connsiteX93" fmla="*/ 568206 w 12193199"/>
              <a:gd name="connsiteY93" fmla="*/ 6464876 h 6858000"/>
              <a:gd name="connsiteX94" fmla="*/ 581316 w 12193199"/>
              <a:gd name="connsiteY94" fmla="*/ 6450960 h 6858000"/>
              <a:gd name="connsiteX95" fmla="*/ 1288500 w 12193199"/>
              <a:gd name="connsiteY95" fmla="*/ 6450153 h 6858000"/>
              <a:gd name="connsiteX96" fmla="*/ 1299896 w 12193199"/>
              <a:gd name="connsiteY96" fmla="*/ 6458926 h 6858000"/>
              <a:gd name="connsiteX97" fmla="*/ 1277307 w 12193199"/>
              <a:gd name="connsiteY97" fmla="*/ 6458926 h 6858000"/>
              <a:gd name="connsiteX98" fmla="*/ 1288500 w 12193199"/>
              <a:gd name="connsiteY98" fmla="*/ 6450153 h 6858000"/>
              <a:gd name="connsiteX99" fmla="*/ 773758 w 12193199"/>
              <a:gd name="connsiteY99" fmla="*/ 6450153 h 6858000"/>
              <a:gd name="connsiteX100" fmla="*/ 785154 w 12193199"/>
              <a:gd name="connsiteY100" fmla="*/ 6458926 h 6858000"/>
              <a:gd name="connsiteX101" fmla="*/ 762565 w 12193199"/>
              <a:gd name="connsiteY101" fmla="*/ 6458926 h 6858000"/>
              <a:gd name="connsiteX102" fmla="*/ 773758 w 12193199"/>
              <a:gd name="connsiteY102" fmla="*/ 6450153 h 6858000"/>
              <a:gd name="connsiteX103" fmla="*/ 868063 w 12193199"/>
              <a:gd name="connsiteY103" fmla="*/ 6438859 h 6858000"/>
              <a:gd name="connsiteX104" fmla="*/ 868063 w 12193199"/>
              <a:gd name="connsiteY104" fmla="*/ 6490893 h 6858000"/>
              <a:gd name="connsiteX105" fmla="*/ 882080 w 12193199"/>
              <a:gd name="connsiteY105" fmla="*/ 6490893 h 6858000"/>
              <a:gd name="connsiteX106" fmla="*/ 882080 w 12193199"/>
              <a:gd name="connsiteY106" fmla="*/ 6438859 h 6858000"/>
              <a:gd name="connsiteX107" fmla="*/ 1351643 w 12193199"/>
              <a:gd name="connsiteY107" fmla="*/ 6437851 h 6858000"/>
              <a:gd name="connsiteX108" fmla="*/ 1336617 w 12193199"/>
              <a:gd name="connsiteY108" fmla="*/ 6448136 h 6858000"/>
              <a:gd name="connsiteX109" fmla="*/ 1336617 w 12193199"/>
              <a:gd name="connsiteY109" fmla="*/ 6438859 h 6858000"/>
              <a:gd name="connsiteX110" fmla="*/ 1322601 w 12193199"/>
              <a:gd name="connsiteY110" fmla="*/ 6438859 h 6858000"/>
              <a:gd name="connsiteX111" fmla="*/ 1322601 w 12193199"/>
              <a:gd name="connsiteY111" fmla="*/ 6490893 h 6858000"/>
              <a:gd name="connsiteX112" fmla="*/ 1336617 w 12193199"/>
              <a:gd name="connsiteY112" fmla="*/ 6490893 h 6858000"/>
              <a:gd name="connsiteX113" fmla="*/ 1336617 w 12193199"/>
              <a:gd name="connsiteY113" fmla="*/ 6462557 h 6858000"/>
              <a:gd name="connsiteX114" fmla="*/ 1350030 w 12193199"/>
              <a:gd name="connsiteY114" fmla="*/ 6452674 h 6858000"/>
              <a:gd name="connsiteX115" fmla="*/ 1352550 w 12193199"/>
              <a:gd name="connsiteY115" fmla="*/ 6452674 h 6858000"/>
              <a:gd name="connsiteX116" fmla="*/ 1352550 w 12193199"/>
              <a:gd name="connsiteY116" fmla="*/ 6437851 h 6858000"/>
              <a:gd name="connsiteX117" fmla="*/ 650270 w 12193199"/>
              <a:gd name="connsiteY117" fmla="*/ 6437851 h 6858000"/>
              <a:gd name="connsiteX118" fmla="*/ 635245 w 12193199"/>
              <a:gd name="connsiteY118" fmla="*/ 6448136 h 6858000"/>
              <a:gd name="connsiteX119" fmla="*/ 635245 w 12193199"/>
              <a:gd name="connsiteY119" fmla="*/ 6438859 h 6858000"/>
              <a:gd name="connsiteX120" fmla="*/ 621228 w 12193199"/>
              <a:gd name="connsiteY120" fmla="*/ 6438859 h 6858000"/>
              <a:gd name="connsiteX121" fmla="*/ 621228 w 12193199"/>
              <a:gd name="connsiteY121" fmla="*/ 6490893 h 6858000"/>
              <a:gd name="connsiteX122" fmla="*/ 635245 w 12193199"/>
              <a:gd name="connsiteY122" fmla="*/ 6490893 h 6858000"/>
              <a:gd name="connsiteX123" fmla="*/ 635245 w 12193199"/>
              <a:gd name="connsiteY123" fmla="*/ 6462557 h 6858000"/>
              <a:gd name="connsiteX124" fmla="*/ 648657 w 12193199"/>
              <a:gd name="connsiteY124" fmla="*/ 6452674 h 6858000"/>
              <a:gd name="connsiteX125" fmla="*/ 651178 w 12193199"/>
              <a:gd name="connsiteY125" fmla="*/ 6452674 h 6858000"/>
              <a:gd name="connsiteX126" fmla="*/ 651178 w 12193199"/>
              <a:gd name="connsiteY126" fmla="*/ 6437851 h 6858000"/>
              <a:gd name="connsiteX127" fmla="*/ 1288500 w 12193199"/>
              <a:gd name="connsiteY127" fmla="*/ 6437447 h 6858000"/>
              <a:gd name="connsiteX128" fmla="*/ 1262584 w 12193199"/>
              <a:gd name="connsiteY128" fmla="*/ 6464876 h 6858000"/>
              <a:gd name="connsiteX129" fmla="*/ 1289709 w 12193199"/>
              <a:gd name="connsiteY129" fmla="*/ 6492405 h 6858000"/>
              <a:gd name="connsiteX130" fmla="*/ 1312702 w 12193199"/>
              <a:gd name="connsiteY130" fmla="*/ 6480607 h 6858000"/>
              <a:gd name="connsiteX131" fmla="*/ 1303223 w 12193199"/>
              <a:gd name="connsiteY131" fmla="*/ 6472540 h 6858000"/>
              <a:gd name="connsiteX132" fmla="*/ 1289709 w 12193199"/>
              <a:gd name="connsiteY132" fmla="*/ 6479699 h 6858000"/>
              <a:gd name="connsiteX133" fmla="*/ 1277105 w 12193199"/>
              <a:gd name="connsiteY133" fmla="*/ 6468909 h 6858000"/>
              <a:gd name="connsiteX134" fmla="*/ 1314114 w 12193199"/>
              <a:gd name="connsiteY134" fmla="*/ 6468909 h 6858000"/>
              <a:gd name="connsiteX135" fmla="*/ 1314517 w 12193199"/>
              <a:gd name="connsiteY135" fmla="*/ 6464271 h 6858000"/>
              <a:gd name="connsiteX136" fmla="*/ 1288500 w 12193199"/>
              <a:gd name="connsiteY136" fmla="*/ 6437447 h 6858000"/>
              <a:gd name="connsiteX137" fmla="*/ 1222370 w 12193199"/>
              <a:gd name="connsiteY137" fmla="*/ 6437447 h 6858000"/>
              <a:gd name="connsiteX138" fmla="*/ 1197864 w 12193199"/>
              <a:gd name="connsiteY138" fmla="*/ 6464876 h 6858000"/>
              <a:gd name="connsiteX139" fmla="*/ 1222370 w 12193199"/>
              <a:gd name="connsiteY139" fmla="*/ 6492405 h 6858000"/>
              <a:gd name="connsiteX140" fmla="*/ 1238605 w 12193199"/>
              <a:gd name="connsiteY140" fmla="*/ 6483430 h 6858000"/>
              <a:gd name="connsiteX141" fmla="*/ 1238605 w 12193199"/>
              <a:gd name="connsiteY141" fmla="*/ 6490893 h 6858000"/>
              <a:gd name="connsiteX142" fmla="*/ 1252622 w 12193199"/>
              <a:gd name="connsiteY142" fmla="*/ 6490893 h 6858000"/>
              <a:gd name="connsiteX143" fmla="*/ 1252622 w 12193199"/>
              <a:gd name="connsiteY143" fmla="*/ 6438859 h 6858000"/>
              <a:gd name="connsiteX144" fmla="*/ 1238605 w 12193199"/>
              <a:gd name="connsiteY144" fmla="*/ 6438859 h 6858000"/>
              <a:gd name="connsiteX145" fmla="*/ 1238605 w 12193199"/>
              <a:gd name="connsiteY145" fmla="*/ 6446422 h 6858000"/>
              <a:gd name="connsiteX146" fmla="*/ 1222370 w 12193199"/>
              <a:gd name="connsiteY146" fmla="*/ 6437447 h 6858000"/>
              <a:gd name="connsiteX147" fmla="*/ 1062845 w 12193199"/>
              <a:gd name="connsiteY147" fmla="*/ 6437447 h 6858000"/>
              <a:gd name="connsiteX148" fmla="*/ 1035315 w 12193199"/>
              <a:gd name="connsiteY148" fmla="*/ 6464876 h 6858000"/>
              <a:gd name="connsiteX149" fmla="*/ 1062845 w 12193199"/>
              <a:gd name="connsiteY149" fmla="*/ 6492304 h 6858000"/>
              <a:gd name="connsiteX150" fmla="*/ 1090475 w 12193199"/>
              <a:gd name="connsiteY150" fmla="*/ 6464876 h 6858000"/>
              <a:gd name="connsiteX151" fmla="*/ 1062845 w 12193199"/>
              <a:gd name="connsiteY151" fmla="*/ 6437447 h 6858000"/>
              <a:gd name="connsiteX152" fmla="*/ 916836 w 12193199"/>
              <a:gd name="connsiteY152" fmla="*/ 6437447 h 6858000"/>
              <a:gd name="connsiteX153" fmla="*/ 892332 w 12193199"/>
              <a:gd name="connsiteY153" fmla="*/ 6464876 h 6858000"/>
              <a:gd name="connsiteX154" fmla="*/ 916836 w 12193199"/>
              <a:gd name="connsiteY154" fmla="*/ 6492405 h 6858000"/>
              <a:gd name="connsiteX155" fmla="*/ 933071 w 12193199"/>
              <a:gd name="connsiteY155" fmla="*/ 6483430 h 6858000"/>
              <a:gd name="connsiteX156" fmla="*/ 933071 w 12193199"/>
              <a:gd name="connsiteY156" fmla="*/ 6490893 h 6858000"/>
              <a:gd name="connsiteX157" fmla="*/ 947087 w 12193199"/>
              <a:gd name="connsiteY157" fmla="*/ 6490893 h 6858000"/>
              <a:gd name="connsiteX158" fmla="*/ 947087 w 12193199"/>
              <a:gd name="connsiteY158" fmla="*/ 6438859 h 6858000"/>
              <a:gd name="connsiteX159" fmla="*/ 933071 w 12193199"/>
              <a:gd name="connsiteY159" fmla="*/ 6438859 h 6858000"/>
              <a:gd name="connsiteX160" fmla="*/ 933071 w 12193199"/>
              <a:gd name="connsiteY160" fmla="*/ 6446422 h 6858000"/>
              <a:gd name="connsiteX161" fmla="*/ 916836 w 12193199"/>
              <a:gd name="connsiteY161" fmla="*/ 6437447 h 6858000"/>
              <a:gd name="connsiteX162" fmla="*/ 839011 w 12193199"/>
              <a:gd name="connsiteY162" fmla="*/ 6437447 h 6858000"/>
              <a:gd name="connsiteX163" fmla="*/ 823382 w 12193199"/>
              <a:gd name="connsiteY163" fmla="*/ 6444809 h 6858000"/>
              <a:gd name="connsiteX164" fmla="*/ 823382 w 12193199"/>
              <a:gd name="connsiteY164" fmla="*/ 6438859 h 6858000"/>
              <a:gd name="connsiteX165" fmla="*/ 809364 w 12193199"/>
              <a:gd name="connsiteY165" fmla="*/ 6438859 h 6858000"/>
              <a:gd name="connsiteX166" fmla="*/ 809364 w 12193199"/>
              <a:gd name="connsiteY166" fmla="*/ 6490893 h 6858000"/>
              <a:gd name="connsiteX167" fmla="*/ 823382 w 12193199"/>
              <a:gd name="connsiteY167" fmla="*/ 6490893 h 6858000"/>
              <a:gd name="connsiteX168" fmla="*/ 823382 w 12193199"/>
              <a:gd name="connsiteY168" fmla="*/ 6459733 h 6858000"/>
              <a:gd name="connsiteX169" fmla="*/ 832961 w 12193199"/>
              <a:gd name="connsiteY169" fmla="*/ 6449750 h 6858000"/>
              <a:gd name="connsiteX170" fmla="*/ 841936 w 12193199"/>
              <a:gd name="connsiteY170" fmla="*/ 6459229 h 6858000"/>
              <a:gd name="connsiteX171" fmla="*/ 841936 w 12193199"/>
              <a:gd name="connsiteY171" fmla="*/ 6490893 h 6858000"/>
              <a:gd name="connsiteX172" fmla="*/ 855953 w 12193199"/>
              <a:gd name="connsiteY172" fmla="*/ 6490893 h 6858000"/>
              <a:gd name="connsiteX173" fmla="*/ 855953 w 12193199"/>
              <a:gd name="connsiteY173" fmla="*/ 6456708 h 6858000"/>
              <a:gd name="connsiteX174" fmla="*/ 839011 w 12193199"/>
              <a:gd name="connsiteY174" fmla="*/ 6437447 h 6858000"/>
              <a:gd name="connsiteX175" fmla="*/ 773758 w 12193199"/>
              <a:gd name="connsiteY175" fmla="*/ 6437447 h 6858000"/>
              <a:gd name="connsiteX176" fmla="*/ 747843 w 12193199"/>
              <a:gd name="connsiteY176" fmla="*/ 6464876 h 6858000"/>
              <a:gd name="connsiteX177" fmla="*/ 774969 w 12193199"/>
              <a:gd name="connsiteY177" fmla="*/ 6492405 h 6858000"/>
              <a:gd name="connsiteX178" fmla="*/ 797961 w 12193199"/>
              <a:gd name="connsiteY178" fmla="*/ 6480607 h 6858000"/>
              <a:gd name="connsiteX179" fmla="*/ 788481 w 12193199"/>
              <a:gd name="connsiteY179" fmla="*/ 6472540 h 6858000"/>
              <a:gd name="connsiteX180" fmla="*/ 774969 w 12193199"/>
              <a:gd name="connsiteY180" fmla="*/ 6479699 h 6858000"/>
              <a:gd name="connsiteX181" fmla="*/ 762364 w 12193199"/>
              <a:gd name="connsiteY181" fmla="*/ 6468909 h 6858000"/>
              <a:gd name="connsiteX182" fmla="*/ 799372 w 12193199"/>
              <a:gd name="connsiteY182" fmla="*/ 6468909 h 6858000"/>
              <a:gd name="connsiteX183" fmla="*/ 799776 w 12193199"/>
              <a:gd name="connsiteY183" fmla="*/ 6464271 h 6858000"/>
              <a:gd name="connsiteX184" fmla="*/ 773758 w 12193199"/>
              <a:gd name="connsiteY184" fmla="*/ 6437447 h 6858000"/>
              <a:gd name="connsiteX185" fmla="*/ 689403 w 12193199"/>
              <a:gd name="connsiteY185" fmla="*/ 6437447 h 6858000"/>
              <a:gd name="connsiteX186" fmla="*/ 674377 w 12193199"/>
              <a:gd name="connsiteY186" fmla="*/ 6444809 h 6858000"/>
              <a:gd name="connsiteX187" fmla="*/ 674377 w 12193199"/>
              <a:gd name="connsiteY187" fmla="*/ 6438859 h 6858000"/>
              <a:gd name="connsiteX188" fmla="*/ 660361 w 12193199"/>
              <a:gd name="connsiteY188" fmla="*/ 6438859 h 6858000"/>
              <a:gd name="connsiteX189" fmla="*/ 660361 w 12193199"/>
              <a:gd name="connsiteY189" fmla="*/ 6490893 h 6858000"/>
              <a:gd name="connsiteX190" fmla="*/ 674377 w 12193199"/>
              <a:gd name="connsiteY190" fmla="*/ 6490893 h 6858000"/>
              <a:gd name="connsiteX191" fmla="*/ 674377 w 12193199"/>
              <a:gd name="connsiteY191" fmla="*/ 6460036 h 6858000"/>
              <a:gd name="connsiteX192" fmla="*/ 683352 w 12193199"/>
              <a:gd name="connsiteY192" fmla="*/ 6449750 h 6858000"/>
              <a:gd name="connsiteX193" fmla="*/ 691923 w 12193199"/>
              <a:gd name="connsiteY193" fmla="*/ 6459632 h 6858000"/>
              <a:gd name="connsiteX194" fmla="*/ 691923 w 12193199"/>
              <a:gd name="connsiteY194" fmla="*/ 6490893 h 6858000"/>
              <a:gd name="connsiteX195" fmla="*/ 705840 w 12193199"/>
              <a:gd name="connsiteY195" fmla="*/ 6490893 h 6858000"/>
              <a:gd name="connsiteX196" fmla="*/ 705840 w 12193199"/>
              <a:gd name="connsiteY196" fmla="*/ 6458523 h 6858000"/>
              <a:gd name="connsiteX197" fmla="*/ 714916 w 12193199"/>
              <a:gd name="connsiteY197" fmla="*/ 6449750 h 6858000"/>
              <a:gd name="connsiteX198" fmla="*/ 723487 w 12193199"/>
              <a:gd name="connsiteY198" fmla="*/ 6459632 h 6858000"/>
              <a:gd name="connsiteX199" fmla="*/ 723487 w 12193199"/>
              <a:gd name="connsiteY199" fmla="*/ 6490893 h 6858000"/>
              <a:gd name="connsiteX200" fmla="*/ 737504 w 12193199"/>
              <a:gd name="connsiteY200" fmla="*/ 6490893 h 6858000"/>
              <a:gd name="connsiteX201" fmla="*/ 737504 w 12193199"/>
              <a:gd name="connsiteY201" fmla="*/ 6457010 h 6858000"/>
              <a:gd name="connsiteX202" fmla="*/ 719554 w 12193199"/>
              <a:gd name="connsiteY202" fmla="*/ 6437447 h 6858000"/>
              <a:gd name="connsiteX203" fmla="*/ 703521 w 12193199"/>
              <a:gd name="connsiteY203" fmla="*/ 6445716 h 6858000"/>
              <a:gd name="connsiteX204" fmla="*/ 689403 w 12193199"/>
              <a:gd name="connsiteY204" fmla="*/ 6437447 h 6858000"/>
              <a:gd name="connsiteX205" fmla="*/ 578190 w 12193199"/>
              <a:gd name="connsiteY205" fmla="*/ 6437447 h 6858000"/>
              <a:gd name="connsiteX206" fmla="*/ 553686 w 12193199"/>
              <a:gd name="connsiteY206" fmla="*/ 6464876 h 6858000"/>
              <a:gd name="connsiteX207" fmla="*/ 578190 w 12193199"/>
              <a:gd name="connsiteY207" fmla="*/ 6492405 h 6858000"/>
              <a:gd name="connsiteX208" fmla="*/ 594425 w 12193199"/>
              <a:gd name="connsiteY208" fmla="*/ 6483430 h 6858000"/>
              <a:gd name="connsiteX209" fmla="*/ 594425 w 12193199"/>
              <a:gd name="connsiteY209" fmla="*/ 6490893 h 6858000"/>
              <a:gd name="connsiteX210" fmla="*/ 608442 w 12193199"/>
              <a:gd name="connsiteY210" fmla="*/ 6490893 h 6858000"/>
              <a:gd name="connsiteX211" fmla="*/ 608442 w 12193199"/>
              <a:gd name="connsiteY211" fmla="*/ 6438859 h 6858000"/>
              <a:gd name="connsiteX212" fmla="*/ 594425 w 12193199"/>
              <a:gd name="connsiteY212" fmla="*/ 6438859 h 6858000"/>
              <a:gd name="connsiteX213" fmla="*/ 594425 w 12193199"/>
              <a:gd name="connsiteY213" fmla="*/ 6446422 h 6858000"/>
              <a:gd name="connsiteX214" fmla="*/ 578190 w 12193199"/>
              <a:gd name="connsiteY214" fmla="*/ 6437447 h 6858000"/>
              <a:gd name="connsiteX215" fmla="*/ 500904 w 12193199"/>
              <a:gd name="connsiteY215" fmla="*/ 6433615 h 6858000"/>
              <a:gd name="connsiteX216" fmla="*/ 518450 w 12193199"/>
              <a:gd name="connsiteY216" fmla="*/ 6433615 h 6858000"/>
              <a:gd name="connsiteX217" fmla="*/ 527122 w 12193199"/>
              <a:gd name="connsiteY217" fmla="*/ 6441078 h 6858000"/>
              <a:gd name="connsiteX218" fmla="*/ 518450 w 12193199"/>
              <a:gd name="connsiteY218" fmla="*/ 6448439 h 6858000"/>
              <a:gd name="connsiteX219" fmla="*/ 500904 w 12193199"/>
              <a:gd name="connsiteY219" fmla="*/ 6448439 h 6858000"/>
              <a:gd name="connsiteX220" fmla="*/ 1120008 w 12193199"/>
              <a:gd name="connsiteY220" fmla="*/ 6423632 h 6858000"/>
              <a:gd name="connsiteX221" fmla="*/ 1105991 w 12193199"/>
              <a:gd name="connsiteY221" fmla="*/ 6427666 h 6858000"/>
              <a:gd name="connsiteX222" fmla="*/ 1105991 w 12193199"/>
              <a:gd name="connsiteY222" fmla="*/ 6438859 h 6858000"/>
              <a:gd name="connsiteX223" fmla="*/ 1097218 w 12193199"/>
              <a:gd name="connsiteY223" fmla="*/ 6438859 h 6858000"/>
              <a:gd name="connsiteX224" fmla="*/ 1097218 w 12193199"/>
              <a:gd name="connsiteY224" fmla="*/ 6450758 h 6858000"/>
              <a:gd name="connsiteX225" fmla="*/ 1105991 w 12193199"/>
              <a:gd name="connsiteY225" fmla="*/ 6450758 h 6858000"/>
              <a:gd name="connsiteX226" fmla="*/ 1105991 w 12193199"/>
              <a:gd name="connsiteY226" fmla="*/ 6472943 h 6858000"/>
              <a:gd name="connsiteX227" fmla="*/ 1124042 w 12193199"/>
              <a:gd name="connsiteY227" fmla="*/ 6492103 h 6858000"/>
              <a:gd name="connsiteX228" fmla="*/ 1132008 w 12193199"/>
              <a:gd name="connsiteY228" fmla="*/ 6491195 h 6858000"/>
              <a:gd name="connsiteX229" fmla="*/ 1132008 w 12193199"/>
              <a:gd name="connsiteY229" fmla="*/ 6479296 h 6858000"/>
              <a:gd name="connsiteX230" fmla="*/ 1128076 w 12193199"/>
              <a:gd name="connsiteY230" fmla="*/ 6479699 h 6858000"/>
              <a:gd name="connsiteX231" fmla="*/ 1120008 w 12193199"/>
              <a:gd name="connsiteY231" fmla="*/ 6471733 h 6858000"/>
              <a:gd name="connsiteX232" fmla="*/ 1120008 w 12193199"/>
              <a:gd name="connsiteY232" fmla="*/ 6450758 h 6858000"/>
              <a:gd name="connsiteX233" fmla="*/ 1132008 w 12193199"/>
              <a:gd name="connsiteY233" fmla="*/ 6450758 h 6858000"/>
              <a:gd name="connsiteX234" fmla="*/ 1132008 w 12193199"/>
              <a:gd name="connsiteY234" fmla="*/ 6438859 h 6858000"/>
              <a:gd name="connsiteX235" fmla="*/ 1120008 w 12193199"/>
              <a:gd name="connsiteY235" fmla="*/ 6438859 h 6858000"/>
              <a:gd name="connsiteX236" fmla="*/ 1141990 w 12193199"/>
              <a:gd name="connsiteY236" fmla="*/ 6420305 h 6858000"/>
              <a:gd name="connsiteX237" fmla="*/ 1141990 w 12193199"/>
              <a:gd name="connsiteY237" fmla="*/ 6490893 h 6858000"/>
              <a:gd name="connsiteX238" fmla="*/ 1156007 w 12193199"/>
              <a:gd name="connsiteY238" fmla="*/ 6490893 h 6858000"/>
              <a:gd name="connsiteX239" fmla="*/ 1156007 w 12193199"/>
              <a:gd name="connsiteY239" fmla="*/ 6459733 h 6858000"/>
              <a:gd name="connsiteX240" fmla="*/ 1165587 w 12193199"/>
              <a:gd name="connsiteY240" fmla="*/ 6449750 h 6858000"/>
              <a:gd name="connsiteX241" fmla="*/ 1174562 w 12193199"/>
              <a:gd name="connsiteY241" fmla="*/ 6459229 h 6858000"/>
              <a:gd name="connsiteX242" fmla="*/ 1174562 w 12193199"/>
              <a:gd name="connsiteY242" fmla="*/ 6490893 h 6858000"/>
              <a:gd name="connsiteX243" fmla="*/ 1188579 w 12193199"/>
              <a:gd name="connsiteY243" fmla="*/ 6490893 h 6858000"/>
              <a:gd name="connsiteX244" fmla="*/ 1188579 w 12193199"/>
              <a:gd name="connsiteY244" fmla="*/ 6456708 h 6858000"/>
              <a:gd name="connsiteX245" fmla="*/ 1171637 w 12193199"/>
              <a:gd name="connsiteY245" fmla="*/ 6437447 h 6858000"/>
              <a:gd name="connsiteX246" fmla="*/ 1156007 w 12193199"/>
              <a:gd name="connsiteY246" fmla="*/ 6444809 h 6858000"/>
              <a:gd name="connsiteX247" fmla="*/ 1156007 w 12193199"/>
              <a:gd name="connsiteY247" fmla="*/ 6420305 h 6858000"/>
              <a:gd name="connsiteX248" fmla="*/ 485777 w 12193199"/>
              <a:gd name="connsiteY248" fmla="*/ 6420305 h 6858000"/>
              <a:gd name="connsiteX249" fmla="*/ 485777 w 12193199"/>
              <a:gd name="connsiteY249" fmla="*/ 6490893 h 6858000"/>
              <a:gd name="connsiteX250" fmla="*/ 520668 w 12193199"/>
              <a:gd name="connsiteY250" fmla="*/ 6490893 h 6858000"/>
              <a:gd name="connsiteX251" fmla="*/ 544568 w 12193199"/>
              <a:gd name="connsiteY251" fmla="*/ 6471229 h 6858000"/>
              <a:gd name="connsiteX252" fmla="*/ 532265 w 12193199"/>
              <a:gd name="connsiteY252" fmla="*/ 6454691 h 6858000"/>
              <a:gd name="connsiteX253" fmla="*/ 542753 w 12193199"/>
              <a:gd name="connsiteY253" fmla="*/ 6438960 h 6858000"/>
              <a:gd name="connsiteX254" fmla="*/ 520568 w 12193199"/>
              <a:gd name="connsiteY254" fmla="*/ 6420305 h 6858000"/>
              <a:gd name="connsiteX255" fmla="*/ 994261 w 12193199"/>
              <a:gd name="connsiteY255" fmla="*/ 6419094 h 6858000"/>
              <a:gd name="connsiteX256" fmla="*/ 958361 w 12193199"/>
              <a:gd name="connsiteY256" fmla="*/ 6455800 h 6858000"/>
              <a:gd name="connsiteX257" fmla="*/ 992042 w 12193199"/>
              <a:gd name="connsiteY257" fmla="*/ 6492405 h 6858000"/>
              <a:gd name="connsiteX258" fmla="*/ 1012614 w 12193199"/>
              <a:gd name="connsiteY258" fmla="*/ 6482624 h 6858000"/>
              <a:gd name="connsiteX259" fmla="*/ 1012614 w 12193199"/>
              <a:gd name="connsiteY259" fmla="*/ 6490893 h 6858000"/>
              <a:gd name="connsiteX260" fmla="*/ 1026226 w 12193199"/>
              <a:gd name="connsiteY260" fmla="*/ 6490893 h 6858000"/>
              <a:gd name="connsiteX261" fmla="*/ 1026226 w 12193199"/>
              <a:gd name="connsiteY261" fmla="*/ 6452977 h 6858000"/>
              <a:gd name="connsiteX262" fmla="*/ 994563 w 12193199"/>
              <a:gd name="connsiteY262" fmla="*/ 6452977 h 6858000"/>
              <a:gd name="connsiteX263" fmla="*/ 994563 w 12193199"/>
              <a:gd name="connsiteY263" fmla="*/ 6466489 h 6858000"/>
              <a:gd name="connsiteX264" fmla="*/ 1011303 w 12193199"/>
              <a:gd name="connsiteY264" fmla="*/ 6466489 h 6858000"/>
              <a:gd name="connsiteX265" fmla="*/ 994463 w 12193199"/>
              <a:gd name="connsiteY265" fmla="*/ 6478086 h 6858000"/>
              <a:gd name="connsiteX266" fmla="*/ 974395 w 12193199"/>
              <a:gd name="connsiteY266" fmla="*/ 6455800 h 6858000"/>
              <a:gd name="connsiteX267" fmla="*/ 994261 w 12193199"/>
              <a:gd name="connsiteY267" fmla="*/ 6433414 h 6858000"/>
              <a:gd name="connsiteX268" fmla="*/ 1012008 w 12193199"/>
              <a:gd name="connsiteY268" fmla="*/ 6443699 h 6858000"/>
              <a:gd name="connsiteX269" fmla="*/ 1024715 w 12193199"/>
              <a:gd name="connsiteY269" fmla="*/ 6435229 h 6858000"/>
              <a:gd name="connsiteX270" fmla="*/ 994261 w 12193199"/>
              <a:gd name="connsiteY270" fmla="*/ 6419094 h 6858000"/>
              <a:gd name="connsiteX271" fmla="*/ 875121 w 12193199"/>
              <a:gd name="connsiteY271" fmla="*/ 6416674 h 6858000"/>
              <a:gd name="connsiteX272" fmla="*/ 866752 w 12193199"/>
              <a:gd name="connsiteY272" fmla="*/ 6424943 h 6858000"/>
              <a:gd name="connsiteX273" fmla="*/ 875121 w 12193199"/>
              <a:gd name="connsiteY273" fmla="*/ 6433313 h 6858000"/>
              <a:gd name="connsiteX274" fmla="*/ 883492 w 12193199"/>
              <a:gd name="connsiteY274" fmla="*/ 6424943 h 6858000"/>
              <a:gd name="connsiteX275" fmla="*/ 875121 w 12193199"/>
              <a:gd name="connsiteY275" fmla="*/ 6416674 h 6858000"/>
              <a:gd name="connsiteX276" fmla="*/ 11442400 w 12193199"/>
              <a:gd name="connsiteY276" fmla="*/ 652256 h 6858000"/>
              <a:gd name="connsiteX277" fmla="*/ 11465450 w 12193199"/>
              <a:gd name="connsiteY277" fmla="*/ 677002 h 6858000"/>
              <a:gd name="connsiteX278" fmla="*/ 11442400 w 12193199"/>
              <a:gd name="connsiteY278" fmla="*/ 701748 h 6858000"/>
              <a:gd name="connsiteX279" fmla="*/ 11419349 w 12193199"/>
              <a:gd name="connsiteY279" fmla="*/ 677002 h 6858000"/>
              <a:gd name="connsiteX280" fmla="*/ 11442400 w 12193199"/>
              <a:gd name="connsiteY280" fmla="*/ 652256 h 6858000"/>
              <a:gd name="connsiteX281" fmla="*/ 11217192 w 12193199"/>
              <a:gd name="connsiteY281" fmla="*/ 652256 h 6858000"/>
              <a:gd name="connsiteX282" fmla="*/ 11240242 w 12193199"/>
              <a:gd name="connsiteY282" fmla="*/ 677002 h 6858000"/>
              <a:gd name="connsiteX283" fmla="*/ 11217192 w 12193199"/>
              <a:gd name="connsiteY283" fmla="*/ 701748 h 6858000"/>
              <a:gd name="connsiteX284" fmla="*/ 11194142 w 12193199"/>
              <a:gd name="connsiteY284" fmla="*/ 677002 h 6858000"/>
              <a:gd name="connsiteX285" fmla="*/ 11217192 w 12193199"/>
              <a:gd name="connsiteY285" fmla="*/ 652256 h 6858000"/>
              <a:gd name="connsiteX286" fmla="*/ 11532427 w 12193199"/>
              <a:gd name="connsiteY286" fmla="*/ 651335 h 6858000"/>
              <a:gd name="connsiteX287" fmla="*/ 11552688 w 12193199"/>
              <a:gd name="connsiteY287" fmla="*/ 668498 h 6858000"/>
              <a:gd name="connsiteX288" fmla="*/ 11511858 w 12193199"/>
              <a:gd name="connsiteY288" fmla="*/ 668498 h 6858000"/>
              <a:gd name="connsiteX289" fmla="*/ 11532427 w 12193199"/>
              <a:gd name="connsiteY289" fmla="*/ 651335 h 6858000"/>
              <a:gd name="connsiteX290" fmla="*/ 11620279 w 12193199"/>
              <a:gd name="connsiteY290" fmla="*/ 636015 h 6858000"/>
              <a:gd name="connsiteX291" fmla="*/ 11598623 w 12193199"/>
              <a:gd name="connsiteY291" fmla="*/ 651783 h 6858000"/>
              <a:gd name="connsiteX292" fmla="*/ 11598623 w 12193199"/>
              <a:gd name="connsiteY292" fmla="*/ 637396 h 6858000"/>
              <a:gd name="connsiteX293" fmla="*/ 11580996 w 12193199"/>
              <a:gd name="connsiteY293" fmla="*/ 637396 h 6858000"/>
              <a:gd name="connsiteX294" fmla="*/ 11580996 w 12193199"/>
              <a:gd name="connsiteY294" fmla="*/ 716570 h 6858000"/>
              <a:gd name="connsiteX295" fmla="*/ 11580996 w 12193199"/>
              <a:gd name="connsiteY295" fmla="*/ 716595 h 6858000"/>
              <a:gd name="connsiteX296" fmla="*/ 11598623 w 12193199"/>
              <a:gd name="connsiteY296" fmla="*/ 716595 h 6858000"/>
              <a:gd name="connsiteX297" fmla="*/ 11598623 w 12193199"/>
              <a:gd name="connsiteY297" fmla="*/ 673447 h 6858000"/>
              <a:gd name="connsiteX298" fmla="*/ 11618117 w 12193199"/>
              <a:gd name="connsiteY298" fmla="*/ 654264 h 6858000"/>
              <a:gd name="connsiteX299" fmla="*/ 11621980 w 12193199"/>
              <a:gd name="connsiteY299" fmla="*/ 654264 h 6858000"/>
              <a:gd name="connsiteX300" fmla="*/ 11621980 w 12193199"/>
              <a:gd name="connsiteY300" fmla="*/ 636015 h 6858000"/>
              <a:gd name="connsiteX301" fmla="*/ 11438844 w 12193199"/>
              <a:gd name="connsiteY301" fmla="*/ 635260 h 6858000"/>
              <a:gd name="connsiteX302" fmla="*/ 11401109 w 12193199"/>
              <a:gd name="connsiteY302" fmla="*/ 677015 h 6858000"/>
              <a:gd name="connsiteX303" fmla="*/ 11438844 w 12193199"/>
              <a:gd name="connsiteY303" fmla="*/ 718769 h 6858000"/>
              <a:gd name="connsiteX304" fmla="*/ 11465450 w 12193199"/>
              <a:gd name="connsiteY304" fmla="*/ 703461 h 6858000"/>
              <a:gd name="connsiteX305" fmla="*/ 11465450 w 12193199"/>
              <a:gd name="connsiteY305" fmla="*/ 716608 h 6858000"/>
              <a:gd name="connsiteX306" fmla="*/ 11483090 w 12193199"/>
              <a:gd name="connsiteY306" fmla="*/ 716608 h 6858000"/>
              <a:gd name="connsiteX307" fmla="*/ 11483090 w 12193199"/>
              <a:gd name="connsiteY307" fmla="*/ 637434 h 6858000"/>
              <a:gd name="connsiteX308" fmla="*/ 11465450 w 12193199"/>
              <a:gd name="connsiteY308" fmla="*/ 637434 h 6858000"/>
              <a:gd name="connsiteX309" fmla="*/ 11465450 w 12193199"/>
              <a:gd name="connsiteY309" fmla="*/ 650568 h 6858000"/>
              <a:gd name="connsiteX310" fmla="*/ 11438844 w 12193199"/>
              <a:gd name="connsiteY310" fmla="*/ 635260 h 6858000"/>
              <a:gd name="connsiteX311" fmla="*/ 11217192 w 12193199"/>
              <a:gd name="connsiteY311" fmla="*/ 635248 h 6858000"/>
              <a:gd name="connsiteX312" fmla="*/ 11175888 w 12193199"/>
              <a:gd name="connsiteY312" fmla="*/ 677002 h 6858000"/>
              <a:gd name="connsiteX313" fmla="*/ 11217192 w 12193199"/>
              <a:gd name="connsiteY313" fmla="*/ 718756 h 6858000"/>
              <a:gd name="connsiteX314" fmla="*/ 11258496 w 12193199"/>
              <a:gd name="connsiteY314" fmla="*/ 677002 h 6858000"/>
              <a:gd name="connsiteX315" fmla="*/ 11217192 w 12193199"/>
              <a:gd name="connsiteY315" fmla="*/ 635248 h 6858000"/>
              <a:gd name="connsiteX316" fmla="*/ 11532439 w 12193199"/>
              <a:gd name="connsiteY316" fmla="*/ 635235 h 6858000"/>
              <a:gd name="connsiteX317" fmla="*/ 11493310 w 12193199"/>
              <a:gd name="connsiteY317" fmla="*/ 676989 h 6858000"/>
              <a:gd name="connsiteX318" fmla="*/ 11493297 w 12193199"/>
              <a:gd name="connsiteY318" fmla="*/ 677002 h 6858000"/>
              <a:gd name="connsiteX319" fmla="*/ 11533821 w 12193199"/>
              <a:gd name="connsiteY319" fmla="*/ 718756 h 6858000"/>
              <a:gd name="connsiteX320" fmla="*/ 11568320 w 12193199"/>
              <a:gd name="connsiteY320" fmla="*/ 700968 h 6858000"/>
              <a:gd name="connsiteX321" fmla="*/ 11556257 w 12193199"/>
              <a:gd name="connsiteY321" fmla="*/ 690762 h 6858000"/>
              <a:gd name="connsiteX322" fmla="*/ 11533834 w 12193199"/>
              <a:gd name="connsiteY322" fmla="*/ 702669 h 6858000"/>
              <a:gd name="connsiteX323" fmla="*/ 11511410 w 12193199"/>
              <a:gd name="connsiteY323" fmla="*/ 682718 h 6858000"/>
              <a:gd name="connsiteX324" fmla="*/ 11570648 w 12193199"/>
              <a:gd name="connsiteY324" fmla="*/ 682718 h 6858000"/>
              <a:gd name="connsiteX325" fmla="*/ 11571108 w 12193199"/>
              <a:gd name="connsiteY325" fmla="*/ 676222 h 6858000"/>
              <a:gd name="connsiteX326" fmla="*/ 11532439 w 12193199"/>
              <a:gd name="connsiteY326" fmla="*/ 635235 h 6858000"/>
              <a:gd name="connsiteX327" fmla="*/ 11293289 w 12193199"/>
              <a:gd name="connsiteY327" fmla="*/ 614517 h 6858000"/>
              <a:gd name="connsiteX328" fmla="*/ 11275649 w 12193199"/>
              <a:gd name="connsiteY328" fmla="*/ 619927 h 6858000"/>
              <a:gd name="connsiteX329" fmla="*/ 11275649 w 12193199"/>
              <a:gd name="connsiteY329" fmla="*/ 637396 h 6858000"/>
              <a:gd name="connsiteX330" fmla="*/ 11260338 w 12193199"/>
              <a:gd name="connsiteY330" fmla="*/ 637396 h 6858000"/>
              <a:gd name="connsiteX331" fmla="*/ 11260338 w 12193199"/>
              <a:gd name="connsiteY331" fmla="*/ 652551 h 6858000"/>
              <a:gd name="connsiteX332" fmla="*/ 11275649 w 12193199"/>
              <a:gd name="connsiteY332" fmla="*/ 652551 h 6858000"/>
              <a:gd name="connsiteX333" fmla="*/ 11275649 w 12193199"/>
              <a:gd name="connsiteY333" fmla="*/ 691363 h 6858000"/>
              <a:gd name="connsiteX334" fmla="*/ 11301168 w 12193199"/>
              <a:gd name="connsiteY334" fmla="*/ 718271 h 6858000"/>
              <a:gd name="connsiteX335" fmla="*/ 11312617 w 12193199"/>
              <a:gd name="connsiteY335" fmla="*/ 716877 h 6858000"/>
              <a:gd name="connsiteX336" fmla="*/ 11312630 w 12193199"/>
              <a:gd name="connsiteY336" fmla="*/ 716902 h 6858000"/>
              <a:gd name="connsiteX337" fmla="*/ 11312630 w 12193199"/>
              <a:gd name="connsiteY337" fmla="*/ 702055 h 6858000"/>
              <a:gd name="connsiteX338" fmla="*/ 11305978 w 12193199"/>
              <a:gd name="connsiteY338" fmla="*/ 702515 h 6858000"/>
              <a:gd name="connsiteX339" fmla="*/ 11293289 w 12193199"/>
              <a:gd name="connsiteY339" fmla="*/ 689675 h 6858000"/>
              <a:gd name="connsiteX340" fmla="*/ 11293289 w 12193199"/>
              <a:gd name="connsiteY340" fmla="*/ 652563 h 6858000"/>
              <a:gd name="connsiteX341" fmla="*/ 11312630 w 12193199"/>
              <a:gd name="connsiteY341" fmla="*/ 652563 h 6858000"/>
              <a:gd name="connsiteX342" fmla="*/ 11312630 w 12193199"/>
              <a:gd name="connsiteY342" fmla="*/ 637409 h 6858000"/>
              <a:gd name="connsiteX343" fmla="*/ 11293289 w 12193199"/>
              <a:gd name="connsiteY343" fmla="*/ 637409 h 6858000"/>
              <a:gd name="connsiteX344" fmla="*/ 11324398 w 12193199"/>
              <a:gd name="connsiteY344" fmla="*/ 608341 h 6858000"/>
              <a:gd name="connsiteX345" fmla="*/ 11324398 w 12193199"/>
              <a:gd name="connsiteY345" fmla="*/ 716595 h 6858000"/>
              <a:gd name="connsiteX346" fmla="*/ 11342012 w 12193199"/>
              <a:gd name="connsiteY346" fmla="*/ 716595 h 6858000"/>
              <a:gd name="connsiteX347" fmla="*/ 11342012 w 12193199"/>
              <a:gd name="connsiteY347" fmla="*/ 669585 h 6858000"/>
              <a:gd name="connsiteX348" fmla="*/ 11358410 w 12193199"/>
              <a:gd name="connsiteY348" fmla="*/ 650722 h 6858000"/>
              <a:gd name="connsiteX349" fmla="*/ 11373875 w 12193199"/>
              <a:gd name="connsiteY349" fmla="*/ 668191 h 6858000"/>
              <a:gd name="connsiteX350" fmla="*/ 11373875 w 12193199"/>
              <a:gd name="connsiteY350" fmla="*/ 716595 h 6858000"/>
              <a:gd name="connsiteX351" fmla="*/ 11391515 w 12193199"/>
              <a:gd name="connsiteY351" fmla="*/ 716595 h 6858000"/>
              <a:gd name="connsiteX352" fmla="*/ 11391515 w 12193199"/>
              <a:gd name="connsiteY352" fmla="*/ 665096 h 6858000"/>
              <a:gd name="connsiteX353" fmla="*/ 11365689 w 12193199"/>
              <a:gd name="connsiteY353" fmla="*/ 635248 h 6858000"/>
              <a:gd name="connsiteX354" fmla="*/ 11342025 w 12193199"/>
              <a:gd name="connsiteY354" fmla="*/ 647934 h 6858000"/>
              <a:gd name="connsiteX355" fmla="*/ 11342025 w 12193199"/>
              <a:gd name="connsiteY355" fmla="*/ 608341 h 6858000"/>
              <a:gd name="connsiteX356" fmla="*/ 11116651 w 12193199"/>
              <a:gd name="connsiteY356" fmla="*/ 606486 h 6858000"/>
              <a:gd name="connsiteX357" fmla="*/ 11062197 w 12193199"/>
              <a:gd name="connsiteY357" fmla="*/ 662628 h 6858000"/>
              <a:gd name="connsiteX358" fmla="*/ 11114323 w 12193199"/>
              <a:gd name="connsiteY358" fmla="*/ 718769 h 6858000"/>
              <a:gd name="connsiteX359" fmla="*/ 11147427 w 12193199"/>
              <a:gd name="connsiteY359" fmla="*/ 702681 h 6858000"/>
              <a:gd name="connsiteX360" fmla="*/ 11147427 w 12193199"/>
              <a:gd name="connsiteY360" fmla="*/ 716595 h 6858000"/>
              <a:gd name="connsiteX361" fmla="*/ 11165374 w 12193199"/>
              <a:gd name="connsiteY361" fmla="*/ 716595 h 6858000"/>
              <a:gd name="connsiteX362" fmla="*/ 11165374 w 12193199"/>
              <a:gd name="connsiteY362" fmla="*/ 659686 h 6858000"/>
              <a:gd name="connsiteX363" fmla="*/ 11118505 w 12193199"/>
              <a:gd name="connsiteY363" fmla="*/ 659686 h 6858000"/>
              <a:gd name="connsiteX364" fmla="*/ 11118505 w 12193199"/>
              <a:gd name="connsiteY364" fmla="*/ 677322 h 6858000"/>
              <a:gd name="connsiteX365" fmla="*/ 11145879 w 12193199"/>
              <a:gd name="connsiteY365" fmla="*/ 677322 h 6858000"/>
              <a:gd name="connsiteX366" fmla="*/ 11116638 w 12193199"/>
              <a:gd name="connsiteY366" fmla="*/ 699906 h 6858000"/>
              <a:gd name="connsiteX367" fmla="*/ 11083226 w 12193199"/>
              <a:gd name="connsiteY367" fmla="*/ 662640 h 6858000"/>
              <a:gd name="connsiteX368" fmla="*/ 11116638 w 12193199"/>
              <a:gd name="connsiteY368" fmla="*/ 625375 h 6858000"/>
              <a:gd name="connsiteX369" fmla="*/ 11146033 w 12193199"/>
              <a:gd name="connsiteY369" fmla="*/ 642230 h 6858000"/>
              <a:gd name="connsiteX370" fmla="*/ 11162738 w 12193199"/>
              <a:gd name="connsiteY370" fmla="*/ 631091 h 6858000"/>
              <a:gd name="connsiteX371" fmla="*/ 11116638 w 12193199"/>
              <a:gd name="connsiteY371" fmla="*/ 606499 h 6858000"/>
              <a:gd name="connsiteX372" fmla="*/ 10840737 w 12193199"/>
              <a:gd name="connsiteY372" fmla="*/ 601537 h 6858000"/>
              <a:gd name="connsiteX373" fmla="*/ 10840745 w 12193199"/>
              <a:gd name="connsiteY373" fmla="*/ 601542 h 6858000"/>
              <a:gd name="connsiteX374" fmla="*/ 10839292 w 12193199"/>
              <a:gd name="connsiteY374" fmla="*/ 602995 h 6858000"/>
              <a:gd name="connsiteX375" fmla="*/ 10915734 w 12193199"/>
              <a:gd name="connsiteY375" fmla="*/ 697054 h 6858000"/>
              <a:gd name="connsiteX376" fmla="*/ 10962909 w 12193199"/>
              <a:gd name="connsiteY376" fmla="*/ 725125 h 6858000"/>
              <a:gd name="connsiteX377" fmla="*/ 10934819 w 12193199"/>
              <a:gd name="connsiteY377" fmla="*/ 677961 h 6858000"/>
              <a:gd name="connsiteX378" fmla="*/ 10884948 w 12193199"/>
              <a:gd name="connsiteY378" fmla="*/ 633203 h 6858000"/>
              <a:gd name="connsiteX379" fmla="*/ 10840745 w 12193199"/>
              <a:gd name="connsiteY379" fmla="*/ 601542 h 6858000"/>
              <a:gd name="connsiteX380" fmla="*/ 10840750 w 12193199"/>
              <a:gd name="connsiteY380" fmla="*/ 601537 h 6858000"/>
              <a:gd name="connsiteX381" fmla="*/ 10736550 w 12193199"/>
              <a:gd name="connsiteY381" fmla="*/ 588557 h 6858000"/>
              <a:gd name="connsiteX382" fmla="*/ 10704226 w 12193199"/>
              <a:gd name="connsiteY382" fmla="*/ 600258 h 6858000"/>
              <a:gd name="connsiteX383" fmla="*/ 10736550 w 12193199"/>
              <a:gd name="connsiteY383" fmla="*/ 611960 h 6858000"/>
              <a:gd name="connsiteX384" fmla="*/ 10799191 w 12193199"/>
              <a:gd name="connsiteY384" fmla="*/ 604184 h 6858000"/>
              <a:gd name="connsiteX385" fmla="*/ 10712029 w 12193199"/>
              <a:gd name="connsiteY385" fmla="*/ 678997 h 6858000"/>
              <a:gd name="connsiteX386" fmla="*/ 10683632 w 12193199"/>
              <a:gd name="connsiteY386" fmla="*/ 725164 h 6858000"/>
              <a:gd name="connsiteX387" fmla="*/ 10730295 w 12193199"/>
              <a:gd name="connsiteY387" fmla="*/ 697067 h 6858000"/>
              <a:gd name="connsiteX388" fmla="*/ 10805906 w 12193199"/>
              <a:gd name="connsiteY388" fmla="*/ 610834 h 6858000"/>
              <a:gd name="connsiteX389" fmla="*/ 10798116 w 12193199"/>
              <a:gd name="connsiteY389" fmla="*/ 673511 h 6858000"/>
              <a:gd name="connsiteX390" fmla="*/ 10809820 w 12193199"/>
              <a:gd name="connsiteY390" fmla="*/ 705815 h 6858000"/>
              <a:gd name="connsiteX391" fmla="*/ 10821525 w 12193199"/>
              <a:gd name="connsiteY391" fmla="*/ 673511 h 6858000"/>
              <a:gd name="connsiteX392" fmla="*/ 10810716 w 12193199"/>
              <a:gd name="connsiteY392" fmla="*/ 600297 h 6858000"/>
              <a:gd name="connsiteX393" fmla="*/ 10810332 w 12193199"/>
              <a:gd name="connsiteY393" fmla="*/ 599708 h 6858000"/>
              <a:gd name="connsiteX394" fmla="*/ 10810319 w 12193199"/>
              <a:gd name="connsiteY394" fmla="*/ 599695 h 6858000"/>
              <a:gd name="connsiteX395" fmla="*/ 10809782 w 12193199"/>
              <a:gd name="connsiteY395" fmla="*/ 599363 h 6858000"/>
              <a:gd name="connsiteX396" fmla="*/ 10736550 w 12193199"/>
              <a:gd name="connsiteY396" fmla="*/ 588557 h 6858000"/>
              <a:gd name="connsiteX397" fmla="*/ 10923409 w 12193199"/>
              <a:gd name="connsiteY397" fmla="*/ 575551 h 6858000"/>
              <a:gd name="connsiteX398" fmla="*/ 10843795 w 12193199"/>
              <a:gd name="connsiteY398" fmla="*/ 586357 h 6858000"/>
              <a:gd name="connsiteX399" fmla="*/ 10843795 w 12193199"/>
              <a:gd name="connsiteY399" fmla="*/ 588147 h 6858000"/>
              <a:gd name="connsiteX400" fmla="*/ 10923409 w 12193199"/>
              <a:gd name="connsiteY400" fmla="*/ 598941 h 6858000"/>
              <a:gd name="connsiteX401" fmla="*/ 10958548 w 12193199"/>
              <a:gd name="connsiteY401" fmla="*/ 587252 h 6858000"/>
              <a:gd name="connsiteX402" fmla="*/ 10923409 w 12193199"/>
              <a:gd name="connsiteY402" fmla="*/ 575551 h 6858000"/>
              <a:gd name="connsiteX403" fmla="*/ 11089110 w 12193199"/>
              <a:gd name="connsiteY403" fmla="*/ 515163 h 6858000"/>
              <a:gd name="connsiteX404" fmla="*/ 11120053 w 12193199"/>
              <a:gd name="connsiteY404" fmla="*/ 515163 h 6858000"/>
              <a:gd name="connsiteX405" fmla="*/ 11136912 w 12193199"/>
              <a:gd name="connsiteY405" fmla="*/ 529396 h 6858000"/>
              <a:gd name="connsiteX406" fmla="*/ 11120053 w 12193199"/>
              <a:gd name="connsiteY406" fmla="*/ 543630 h 6858000"/>
              <a:gd name="connsiteX407" fmla="*/ 11120053 w 12193199"/>
              <a:gd name="connsiteY407" fmla="*/ 543617 h 6858000"/>
              <a:gd name="connsiteX408" fmla="*/ 11089110 w 12193199"/>
              <a:gd name="connsiteY408" fmla="*/ 543617 h 6858000"/>
              <a:gd name="connsiteX409" fmla="*/ 11670715 w 12193199"/>
              <a:gd name="connsiteY409" fmla="*/ 497527 h 6858000"/>
              <a:gd name="connsiteX410" fmla="*/ 11693765 w 12193199"/>
              <a:gd name="connsiteY410" fmla="*/ 522273 h 6858000"/>
              <a:gd name="connsiteX411" fmla="*/ 11670715 w 12193199"/>
              <a:gd name="connsiteY411" fmla="*/ 547019 h 6858000"/>
              <a:gd name="connsiteX412" fmla="*/ 11647665 w 12193199"/>
              <a:gd name="connsiteY412" fmla="*/ 522273 h 6858000"/>
              <a:gd name="connsiteX413" fmla="*/ 11670715 w 12193199"/>
              <a:gd name="connsiteY413" fmla="*/ 497527 h 6858000"/>
              <a:gd name="connsiteX414" fmla="*/ 11207918 w 12193199"/>
              <a:gd name="connsiteY414" fmla="*/ 497527 h 6858000"/>
              <a:gd name="connsiteX415" fmla="*/ 11230968 w 12193199"/>
              <a:gd name="connsiteY415" fmla="*/ 522273 h 6858000"/>
              <a:gd name="connsiteX416" fmla="*/ 11207918 w 12193199"/>
              <a:gd name="connsiteY416" fmla="*/ 547019 h 6858000"/>
              <a:gd name="connsiteX417" fmla="*/ 11184868 w 12193199"/>
              <a:gd name="connsiteY417" fmla="*/ 522273 h 6858000"/>
              <a:gd name="connsiteX418" fmla="*/ 11207918 w 12193199"/>
              <a:gd name="connsiteY418" fmla="*/ 497527 h 6858000"/>
              <a:gd name="connsiteX419" fmla="*/ 11472881 w 12193199"/>
              <a:gd name="connsiteY419" fmla="*/ 496606 h 6858000"/>
              <a:gd name="connsiteX420" fmla="*/ 11493143 w 12193199"/>
              <a:gd name="connsiteY420" fmla="*/ 513769 h 6858000"/>
              <a:gd name="connsiteX421" fmla="*/ 11452313 w 12193199"/>
              <a:gd name="connsiteY421" fmla="*/ 513769 h 6858000"/>
              <a:gd name="connsiteX422" fmla="*/ 11472881 w 12193199"/>
              <a:gd name="connsiteY422" fmla="*/ 496606 h 6858000"/>
              <a:gd name="connsiteX423" fmla="*/ 11601577 w 12193199"/>
              <a:gd name="connsiteY423" fmla="*/ 482693 h 6858000"/>
              <a:gd name="connsiteX424" fmla="*/ 11601577 w 12193199"/>
              <a:gd name="connsiteY424" fmla="*/ 561866 h 6858000"/>
              <a:gd name="connsiteX425" fmla="*/ 11619216 w 12193199"/>
              <a:gd name="connsiteY425" fmla="*/ 561866 h 6858000"/>
              <a:gd name="connsiteX426" fmla="*/ 11619216 w 12193199"/>
              <a:gd name="connsiteY426" fmla="*/ 482693 h 6858000"/>
              <a:gd name="connsiteX427" fmla="*/ 11301501 w 12193199"/>
              <a:gd name="connsiteY427" fmla="*/ 481299 h 6858000"/>
              <a:gd name="connsiteX428" fmla="*/ 11279845 w 12193199"/>
              <a:gd name="connsiteY428" fmla="*/ 497080 h 6858000"/>
              <a:gd name="connsiteX429" fmla="*/ 11279845 w 12193199"/>
              <a:gd name="connsiteY429" fmla="*/ 482693 h 6858000"/>
              <a:gd name="connsiteX430" fmla="*/ 11262205 w 12193199"/>
              <a:gd name="connsiteY430" fmla="*/ 482693 h 6858000"/>
              <a:gd name="connsiteX431" fmla="*/ 11262205 w 12193199"/>
              <a:gd name="connsiteY431" fmla="*/ 561866 h 6858000"/>
              <a:gd name="connsiteX432" fmla="*/ 11279845 w 12193199"/>
              <a:gd name="connsiteY432" fmla="*/ 561866 h 6858000"/>
              <a:gd name="connsiteX433" fmla="*/ 11279845 w 12193199"/>
              <a:gd name="connsiteY433" fmla="*/ 518718 h 6858000"/>
              <a:gd name="connsiteX434" fmla="*/ 11299339 w 12193199"/>
              <a:gd name="connsiteY434" fmla="*/ 499548 h 6858000"/>
              <a:gd name="connsiteX435" fmla="*/ 11303202 w 12193199"/>
              <a:gd name="connsiteY435" fmla="*/ 499548 h 6858000"/>
              <a:gd name="connsiteX436" fmla="*/ 11303202 w 12193199"/>
              <a:gd name="connsiteY436" fmla="*/ 481299 h 6858000"/>
              <a:gd name="connsiteX437" fmla="*/ 11667159 w 12193199"/>
              <a:gd name="connsiteY437" fmla="*/ 480531 h 6858000"/>
              <a:gd name="connsiteX438" fmla="*/ 11629411 w 12193199"/>
              <a:gd name="connsiteY438" fmla="*/ 522286 h 6858000"/>
              <a:gd name="connsiteX439" fmla="*/ 11667159 w 12193199"/>
              <a:gd name="connsiteY439" fmla="*/ 564040 h 6858000"/>
              <a:gd name="connsiteX440" fmla="*/ 11693765 w 12193199"/>
              <a:gd name="connsiteY440" fmla="*/ 548732 h 6858000"/>
              <a:gd name="connsiteX441" fmla="*/ 11693765 w 12193199"/>
              <a:gd name="connsiteY441" fmla="*/ 561879 h 6858000"/>
              <a:gd name="connsiteX442" fmla="*/ 11711392 w 12193199"/>
              <a:gd name="connsiteY442" fmla="*/ 561879 h 6858000"/>
              <a:gd name="connsiteX443" fmla="*/ 11711392 w 12193199"/>
              <a:gd name="connsiteY443" fmla="*/ 482705 h 6858000"/>
              <a:gd name="connsiteX444" fmla="*/ 11693765 w 12193199"/>
              <a:gd name="connsiteY444" fmla="*/ 482705 h 6858000"/>
              <a:gd name="connsiteX445" fmla="*/ 11693765 w 12193199"/>
              <a:gd name="connsiteY445" fmla="*/ 495839 h 6858000"/>
              <a:gd name="connsiteX446" fmla="*/ 11667159 w 12193199"/>
              <a:gd name="connsiteY446" fmla="*/ 480531 h 6858000"/>
              <a:gd name="connsiteX447" fmla="*/ 11204349 w 12193199"/>
              <a:gd name="connsiteY447" fmla="*/ 480531 h 6858000"/>
              <a:gd name="connsiteX448" fmla="*/ 11166601 w 12193199"/>
              <a:gd name="connsiteY448" fmla="*/ 522286 h 6858000"/>
              <a:gd name="connsiteX449" fmla="*/ 11204349 w 12193199"/>
              <a:gd name="connsiteY449" fmla="*/ 564040 h 6858000"/>
              <a:gd name="connsiteX450" fmla="*/ 11230955 w 12193199"/>
              <a:gd name="connsiteY450" fmla="*/ 548732 h 6858000"/>
              <a:gd name="connsiteX451" fmla="*/ 11230955 w 12193199"/>
              <a:gd name="connsiteY451" fmla="*/ 561879 h 6858000"/>
              <a:gd name="connsiteX452" fmla="*/ 11248582 w 12193199"/>
              <a:gd name="connsiteY452" fmla="*/ 561879 h 6858000"/>
              <a:gd name="connsiteX453" fmla="*/ 11248582 w 12193199"/>
              <a:gd name="connsiteY453" fmla="*/ 482705 h 6858000"/>
              <a:gd name="connsiteX454" fmla="*/ 11230955 w 12193199"/>
              <a:gd name="connsiteY454" fmla="*/ 482705 h 6858000"/>
              <a:gd name="connsiteX455" fmla="*/ 11230955 w 12193199"/>
              <a:gd name="connsiteY455" fmla="*/ 495839 h 6858000"/>
              <a:gd name="connsiteX456" fmla="*/ 11204349 w 12193199"/>
              <a:gd name="connsiteY456" fmla="*/ 480531 h 6858000"/>
              <a:gd name="connsiteX457" fmla="*/ 11562755 w 12193199"/>
              <a:gd name="connsiteY457" fmla="*/ 480518 h 6858000"/>
              <a:gd name="connsiteX458" fmla="*/ 11539090 w 12193199"/>
              <a:gd name="connsiteY458" fmla="*/ 493205 h 6858000"/>
              <a:gd name="connsiteX459" fmla="*/ 11539090 w 12193199"/>
              <a:gd name="connsiteY459" fmla="*/ 482693 h 6858000"/>
              <a:gd name="connsiteX460" fmla="*/ 11521464 w 12193199"/>
              <a:gd name="connsiteY460" fmla="*/ 482693 h 6858000"/>
              <a:gd name="connsiteX461" fmla="*/ 11521464 w 12193199"/>
              <a:gd name="connsiteY461" fmla="*/ 561866 h 6858000"/>
              <a:gd name="connsiteX462" fmla="*/ 11539078 w 12193199"/>
              <a:gd name="connsiteY462" fmla="*/ 561866 h 6858000"/>
              <a:gd name="connsiteX463" fmla="*/ 11539078 w 12193199"/>
              <a:gd name="connsiteY463" fmla="*/ 514856 h 6858000"/>
              <a:gd name="connsiteX464" fmla="*/ 11555476 w 12193199"/>
              <a:gd name="connsiteY464" fmla="*/ 495993 h 6858000"/>
              <a:gd name="connsiteX465" fmla="*/ 11570941 w 12193199"/>
              <a:gd name="connsiteY465" fmla="*/ 513462 h 6858000"/>
              <a:gd name="connsiteX466" fmla="*/ 11570941 w 12193199"/>
              <a:gd name="connsiteY466" fmla="*/ 561866 h 6858000"/>
              <a:gd name="connsiteX467" fmla="*/ 11588581 w 12193199"/>
              <a:gd name="connsiteY467" fmla="*/ 561866 h 6858000"/>
              <a:gd name="connsiteX468" fmla="*/ 11588581 w 12193199"/>
              <a:gd name="connsiteY468" fmla="*/ 510367 h 6858000"/>
              <a:gd name="connsiteX469" fmla="*/ 11562755 w 12193199"/>
              <a:gd name="connsiteY469" fmla="*/ 480518 h 6858000"/>
              <a:gd name="connsiteX470" fmla="*/ 11472894 w 12193199"/>
              <a:gd name="connsiteY470" fmla="*/ 480518 h 6858000"/>
              <a:gd name="connsiteX471" fmla="*/ 11433752 w 12193199"/>
              <a:gd name="connsiteY471" fmla="*/ 522273 h 6858000"/>
              <a:gd name="connsiteX472" fmla="*/ 11474276 w 12193199"/>
              <a:gd name="connsiteY472" fmla="*/ 564027 h 6858000"/>
              <a:gd name="connsiteX473" fmla="*/ 11508775 w 12193199"/>
              <a:gd name="connsiteY473" fmla="*/ 546239 h 6858000"/>
              <a:gd name="connsiteX474" fmla="*/ 11496712 w 12193199"/>
              <a:gd name="connsiteY474" fmla="*/ 536033 h 6858000"/>
              <a:gd name="connsiteX475" fmla="*/ 11474289 w 12193199"/>
              <a:gd name="connsiteY475" fmla="*/ 547939 h 6858000"/>
              <a:gd name="connsiteX476" fmla="*/ 11451865 w 12193199"/>
              <a:gd name="connsiteY476" fmla="*/ 527989 h 6858000"/>
              <a:gd name="connsiteX477" fmla="*/ 11511102 w 12193199"/>
              <a:gd name="connsiteY477" fmla="*/ 527989 h 6858000"/>
              <a:gd name="connsiteX478" fmla="*/ 11511563 w 12193199"/>
              <a:gd name="connsiteY478" fmla="*/ 521493 h 6858000"/>
              <a:gd name="connsiteX479" fmla="*/ 11472894 w 12193199"/>
              <a:gd name="connsiteY479" fmla="*/ 480518 h 6858000"/>
              <a:gd name="connsiteX480" fmla="*/ 11352552 w 12193199"/>
              <a:gd name="connsiteY480" fmla="*/ 480518 h 6858000"/>
              <a:gd name="connsiteX481" fmla="*/ 11330128 w 12193199"/>
              <a:gd name="connsiteY481" fmla="*/ 493205 h 6858000"/>
              <a:gd name="connsiteX482" fmla="*/ 11330128 w 12193199"/>
              <a:gd name="connsiteY482" fmla="*/ 482693 h 6858000"/>
              <a:gd name="connsiteX483" fmla="*/ 11312489 w 12193199"/>
              <a:gd name="connsiteY483" fmla="*/ 482693 h 6858000"/>
              <a:gd name="connsiteX484" fmla="*/ 11312489 w 12193199"/>
              <a:gd name="connsiteY484" fmla="*/ 561866 h 6858000"/>
              <a:gd name="connsiteX485" fmla="*/ 11330115 w 12193199"/>
              <a:gd name="connsiteY485" fmla="*/ 561866 h 6858000"/>
              <a:gd name="connsiteX486" fmla="*/ 11330115 w 12193199"/>
              <a:gd name="connsiteY486" fmla="*/ 514856 h 6858000"/>
              <a:gd name="connsiteX487" fmla="*/ 11345273 w 12193199"/>
              <a:gd name="connsiteY487" fmla="*/ 495993 h 6858000"/>
              <a:gd name="connsiteX488" fmla="*/ 11359510 w 12193199"/>
              <a:gd name="connsiteY488" fmla="*/ 513462 h 6858000"/>
              <a:gd name="connsiteX489" fmla="*/ 11359510 w 12193199"/>
              <a:gd name="connsiteY489" fmla="*/ 561866 h 6858000"/>
              <a:gd name="connsiteX490" fmla="*/ 11377137 w 12193199"/>
              <a:gd name="connsiteY490" fmla="*/ 561866 h 6858000"/>
              <a:gd name="connsiteX491" fmla="*/ 11377137 w 12193199"/>
              <a:gd name="connsiteY491" fmla="*/ 513155 h 6858000"/>
              <a:gd name="connsiteX492" fmla="*/ 11392295 w 12193199"/>
              <a:gd name="connsiteY492" fmla="*/ 495993 h 6858000"/>
              <a:gd name="connsiteX493" fmla="*/ 11406532 w 12193199"/>
              <a:gd name="connsiteY493" fmla="*/ 513462 h 6858000"/>
              <a:gd name="connsiteX494" fmla="*/ 11406532 w 12193199"/>
              <a:gd name="connsiteY494" fmla="*/ 561866 h 6858000"/>
              <a:gd name="connsiteX495" fmla="*/ 11424171 w 12193199"/>
              <a:gd name="connsiteY495" fmla="*/ 561866 h 6858000"/>
              <a:gd name="connsiteX496" fmla="*/ 11424171 w 12193199"/>
              <a:gd name="connsiteY496" fmla="*/ 510367 h 6858000"/>
              <a:gd name="connsiteX497" fmla="*/ 11398025 w 12193199"/>
              <a:gd name="connsiteY497" fmla="*/ 480518 h 6858000"/>
              <a:gd name="connsiteX498" fmla="*/ 11374208 w 12193199"/>
              <a:gd name="connsiteY498" fmla="*/ 494125 h 6858000"/>
              <a:gd name="connsiteX499" fmla="*/ 11352552 w 12193199"/>
              <a:gd name="connsiteY499" fmla="*/ 480518 h 6858000"/>
              <a:gd name="connsiteX500" fmla="*/ 11089110 w 12193199"/>
              <a:gd name="connsiteY500" fmla="*/ 471861 h 6858000"/>
              <a:gd name="connsiteX501" fmla="*/ 11119119 w 12193199"/>
              <a:gd name="connsiteY501" fmla="*/ 471861 h 6858000"/>
              <a:gd name="connsiteX502" fmla="*/ 11134277 w 12193199"/>
              <a:gd name="connsiteY502" fmla="*/ 484381 h 6858000"/>
              <a:gd name="connsiteX503" fmla="*/ 11119119 w 12193199"/>
              <a:gd name="connsiteY503" fmla="*/ 496913 h 6858000"/>
              <a:gd name="connsiteX504" fmla="*/ 11089110 w 12193199"/>
              <a:gd name="connsiteY504" fmla="*/ 496913 h 6858000"/>
              <a:gd name="connsiteX505" fmla="*/ 10824339 w 12193199"/>
              <a:gd name="connsiteY505" fmla="*/ 462794 h 6858000"/>
              <a:gd name="connsiteX506" fmla="*/ 10812647 w 12193199"/>
              <a:gd name="connsiteY506" fmla="*/ 494561 h 6858000"/>
              <a:gd name="connsiteX507" fmla="*/ 10823456 w 12193199"/>
              <a:gd name="connsiteY507" fmla="*/ 566535 h 6858000"/>
              <a:gd name="connsiteX508" fmla="*/ 10825234 w 12193199"/>
              <a:gd name="connsiteY508" fmla="*/ 566535 h 6858000"/>
              <a:gd name="connsiteX509" fmla="*/ 10836043 w 12193199"/>
              <a:gd name="connsiteY509" fmla="*/ 494561 h 6858000"/>
              <a:gd name="connsiteX510" fmla="*/ 10824339 w 12193199"/>
              <a:gd name="connsiteY510" fmla="*/ 462794 h 6858000"/>
              <a:gd name="connsiteX511" fmla="*/ 11069002 w 12193199"/>
              <a:gd name="connsiteY511" fmla="*/ 453624 h 6858000"/>
              <a:gd name="connsiteX512" fmla="*/ 11069002 w 12193199"/>
              <a:gd name="connsiteY512" fmla="*/ 561866 h 6858000"/>
              <a:gd name="connsiteX513" fmla="*/ 11122368 w 12193199"/>
              <a:gd name="connsiteY513" fmla="*/ 561866 h 6858000"/>
              <a:gd name="connsiteX514" fmla="*/ 11157941 w 12193199"/>
              <a:gd name="connsiteY514" fmla="*/ 531404 h 6858000"/>
              <a:gd name="connsiteX515" fmla="*/ 11139074 w 12193199"/>
              <a:gd name="connsiteY515" fmla="*/ 505584 h 6858000"/>
              <a:gd name="connsiteX516" fmla="*/ 11155319 w 12193199"/>
              <a:gd name="connsiteY516" fmla="*/ 481772 h 6858000"/>
              <a:gd name="connsiteX517" fmla="*/ 11121908 w 12193199"/>
              <a:gd name="connsiteY517" fmla="*/ 453624 h 6858000"/>
              <a:gd name="connsiteX518" fmla="*/ 11610390 w 12193199"/>
              <a:gd name="connsiteY518" fmla="*/ 450670 h 6858000"/>
              <a:gd name="connsiteX519" fmla="*/ 11599402 w 12193199"/>
              <a:gd name="connsiteY519" fmla="*/ 461655 h 6858000"/>
              <a:gd name="connsiteX520" fmla="*/ 11610390 w 12193199"/>
              <a:gd name="connsiteY520" fmla="*/ 472641 h 6858000"/>
              <a:gd name="connsiteX521" fmla="*/ 11621378 w 12193199"/>
              <a:gd name="connsiteY521" fmla="*/ 461655 h 6858000"/>
              <a:gd name="connsiteX522" fmla="*/ 11610390 w 12193199"/>
              <a:gd name="connsiteY522" fmla="*/ 450670 h 6858000"/>
              <a:gd name="connsiteX523" fmla="*/ 10963037 w 12193199"/>
              <a:gd name="connsiteY523" fmla="*/ 447346 h 6858000"/>
              <a:gd name="connsiteX524" fmla="*/ 10915862 w 12193199"/>
              <a:gd name="connsiteY524" fmla="*/ 475417 h 6858000"/>
              <a:gd name="connsiteX525" fmla="*/ 10839420 w 12193199"/>
              <a:gd name="connsiteY525" fmla="*/ 569476 h 6858000"/>
              <a:gd name="connsiteX526" fmla="*/ 10840878 w 12193199"/>
              <a:gd name="connsiteY526" fmla="*/ 570934 h 6858000"/>
              <a:gd name="connsiteX527" fmla="*/ 10934960 w 12193199"/>
              <a:gd name="connsiteY527" fmla="*/ 494510 h 6858000"/>
              <a:gd name="connsiteX528" fmla="*/ 10963037 w 12193199"/>
              <a:gd name="connsiteY528" fmla="*/ 447346 h 6858000"/>
              <a:gd name="connsiteX529" fmla="*/ 10684233 w 12193199"/>
              <a:gd name="connsiteY529" fmla="*/ 447282 h 6858000"/>
              <a:gd name="connsiteX530" fmla="*/ 10712310 w 12193199"/>
              <a:gd name="connsiteY530" fmla="*/ 494446 h 6858000"/>
              <a:gd name="connsiteX531" fmla="*/ 10806392 w 12193199"/>
              <a:gd name="connsiteY531" fmla="*/ 570870 h 6858000"/>
              <a:gd name="connsiteX532" fmla="*/ 10806392 w 12193199"/>
              <a:gd name="connsiteY532" fmla="*/ 570883 h 6858000"/>
              <a:gd name="connsiteX533" fmla="*/ 10807850 w 12193199"/>
              <a:gd name="connsiteY533" fmla="*/ 569425 h 6858000"/>
              <a:gd name="connsiteX534" fmla="*/ 10731408 w 12193199"/>
              <a:gd name="connsiteY534" fmla="*/ 475365 h 6858000"/>
              <a:gd name="connsiteX535" fmla="*/ 10684233 w 12193199"/>
              <a:gd name="connsiteY535" fmla="*/ 447282 h 6858000"/>
              <a:gd name="connsiteX536" fmla="*/ 0 w 12193199"/>
              <a:gd name="connsiteY536" fmla="*/ 0 h 6858000"/>
              <a:gd name="connsiteX537" fmla="*/ 12193199 w 12193199"/>
              <a:gd name="connsiteY537" fmla="*/ 0 h 6858000"/>
              <a:gd name="connsiteX538" fmla="*/ 12193199 w 12193199"/>
              <a:gd name="connsiteY538" fmla="*/ 6858000 h 6858000"/>
              <a:gd name="connsiteX539" fmla="*/ 0 w 12193199"/>
              <a:gd name="connsiteY53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Lst>
            <a:rect l="l" t="t" r="r" b="b"/>
            <a:pathLst>
              <a:path w="12193199" h="6858000">
                <a:moveTo>
                  <a:pt x="693263" y="6562790"/>
                </a:moveTo>
                <a:cubicBezTo>
                  <a:pt x="701253" y="6562790"/>
                  <a:pt x="707790" y="6568497"/>
                  <a:pt x="709243" y="6577940"/>
                </a:cubicBezTo>
                <a:lnTo>
                  <a:pt x="676661" y="6577940"/>
                </a:lnTo>
                <a:cubicBezTo>
                  <a:pt x="678217" y="6568705"/>
                  <a:pt x="684651" y="6562790"/>
                  <a:pt x="693263" y="6562790"/>
                </a:cubicBezTo>
                <a:close/>
                <a:moveTo>
                  <a:pt x="569366" y="6562790"/>
                </a:moveTo>
                <a:cubicBezTo>
                  <a:pt x="577356" y="6562790"/>
                  <a:pt x="583893" y="6568497"/>
                  <a:pt x="585346" y="6577940"/>
                </a:cubicBezTo>
                <a:lnTo>
                  <a:pt x="552764" y="6577940"/>
                </a:lnTo>
                <a:cubicBezTo>
                  <a:pt x="554321" y="6568705"/>
                  <a:pt x="560754" y="6562790"/>
                  <a:pt x="569366" y="6562790"/>
                </a:cubicBezTo>
                <a:close/>
                <a:moveTo>
                  <a:pt x="605701" y="6556045"/>
                </a:moveTo>
                <a:lnTo>
                  <a:pt x="605701" y="6608757"/>
                </a:lnTo>
                <a:lnTo>
                  <a:pt x="614417" y="6608757"/>
                </a:lnTo>
                <a:lnTo>
                  <a:pt x="614417" y="6556045"/>
                </a:lnTo>
                <a:close/>
                <a:moveTo>
                  <a:pt x="693263" y="6554697"/>
                </a:moveTo>
                <a:cubicBezTo>
                  <a:pt x="678529" y="6554697"/>
                  <a:pt x="667530" y="6566318"/>
                  <a:pt x="667530" y="6582401"/>
                </a:cubicBezTo>
                <a:cubicBezTo>
                  <a:pt x="667530" y="6598381"/>
                  <a:pt x="678736" y="6610106"/>
                  <a:pt x="693781" y="6610106"/>
                </a:cubicBezTo>
                <a:cubicBezTo>
                  <a:pt x="703535" y="6610106"/>
                  <a:pt x="712045" y="6605437"/>
                  <a:pt x="716403" y="6598485"/>
                </a:cubicBezTo>
                <a:lnTo>
                  <a:pt x="710280" y="6593297"/>
                </a:lnTo>
                <a:cubicBezTo>
                  <a:pt x="706959" y="6598692"/>
                  <a:pt x="701046" y="6602013"/>
                  <a:pt x="693781" y="6602013"/>
                </a:cubicBezTo>
                <a:cubicBezTo>
                  <a:pt x="684547" y="6602013"/>
                  <a:pt x="677699" y="6595268"/>
                  <a:pt x="676557" y="6585203"/>
                </a:cubicBezTo>
                <a:lnTo>
                  <a:pt x="718166" y="6585203"/>
                </a:lnTo>
                <a:cubicBezTo>
                  <a:pt x="718271" y="6584165"/>
                  <a:pt x="718374" y="6583024"/>
                  <a:pt x="718374" y="6582090"/>
                </a:cubicBezTo>
                <a:cubicBezTo>
                  <a:pt x="718374" y="6566629"/>
                  <a:pt x="707790" y="6554697"/>
                  <a:pt x="693263" y="6554697"/>
                </a:cubicBezTo>
                <a:close/>
                <a:moveTo>
                  <a:pt x="569366" y="6554697"/>
                </a:moveTo>
                <a:cubicBezTo>
                  <a:pt x="554631" y="6554697"/>
                  <a:pt x="543633" y="6566318"/>
                  <a:pt x="543633" y="6582401"/>
                </a:cubicBezTo>
                <a:cubicBezTo>
                  <a:pt x="543633" y="6598381"/>
                  <a:pt x="554839" y="6610106"/>
                  <a:pt x="569885" y="6610106"/>
                </a:cubicBezTo>
                <a:cubicBezTo>
                  <a:pt x="579639" y="6610106"/>
                  <a:pt x="588148" y="6605437"/>
                  <a:pt x="592506" y="6598485"/>
                </a:cubicBezTo>
                <a:lnTo>
                  <a:pt x="586384" y="6593297"/>
                </a:lnTo>
                <a:cubicBezTo>
                  <a:pt x="583063" y="6598692"/>
                  <a:pt x="577148" y="6602013"/>
                  <a:pt x="569885" y="6602013"/>
                </a:cubicBezTo>
                <a:cubicBezTo>
                  <a:pt x="560650" y="6602013"/>
                  <a:pt x="553802" y="6595268"/>
                  <a:pt x="552660" y="6585203"/>
                </a:cubicBezTo>
                <a:lnTo>
                  <a:pt x="594270" y="6585203"/>
                </a:lnTo>
                <a:cubicBezTo>
                  <a:pt x="594374" y="6584165"/>
                  <a:pt x="594477" y="6583024"/>
                  <a:pt x="594477" y="6582090"/>
                </a:cubicBezTo>
                <a:cubicBezTo>
                  <a:pt x="594477" y="6566629"/>
                  <a:pt x="583893" y="6554697"/>
                  <a:pt x="569366" y="6554697"/>
                </a:cubicBezTo>
                <a:close/>
                <a:moveTo>
                  <a:pt x="643658" y="6541207"/>
                </a:moveTo>
                <a:lnTo>
                  <a:pt x="634942" y="6544216"/>
                </a:lnTo>
                <a:lnTo>
                  <a:pt x="634942" y="6556045"/>
                </a:lnTo>
                <a:lnTo>
                  <a:pt x="625188" y="6556045"/>
                </a:lnTo>
                <a:lnTo>
                  <a:pt x="625188" y="6563620"/>
                </a:lnTo>
                <a:lnTo>
                  <a:pt x="634942" y="6563620"/>
                </a:lnTo>
                <a:lnTo>
                  <a:pt x="634942" y="6593608"/>
                </a:lnTo>
                <a:cubicBezTo>
                  <a:pt x="634942" y="6603881"/>
                  <a:pt x="640545" y="6609899"/>
                  <a:pt x="650299" y="6609899"/>
                </a:cubicBezTo>
                <a:cubicBezTo>
                  <a:pt x="653101" y="6609899"/>
                  <a:pt x="655591" y="6609484"/>
                  <a:pt x="657355" y="6608757"/>
                </a:cubicBezTo>
                <a:lnTo>
                  <a:pt x="657355" y="6600975"/>
                </a:lnTo>
                <a:cubicBezTo>
                  <a:pt x="655799" y="6601598"/>
                  <a:pt x="654035" y="6601909"/>
                  <a:pt x="652374" y="6601909"/>
                </a:cubicBezTo>
                <a:cubicBezTo>
                  <a:pt x="646563" y="6601909"/>
                  <a:pt x="643658" y="6598692"/>
                  <a:pt x="643658" y="6592778"/>
                </a:cubicBezTo>
                <a:lnTo>
                  <a:pt x="643658" y="6563620"/>
                </a:lnTo>
                <a:lnTo>
                  <a:pt x="657355" y="6563620"/>
                </a:lnTo>
                <a:lnTo>
                  <a:pt x="657355" y="6556045"/>
                </a:lnTo>
                <a:lnTo>
                  <a:pt x="643658" y="6556045"/>
                </a:lnTo>
                <a:close/>
                <a:moveTo>
                  <a:pt x="509589" y="6534878"/>
                </a:moveTo>
                <a:cubicBezTo>
                  <a:pt x="493921" y="6534878"/>
                  <a:pt x="484374" y="6542867"/>
                  <a:pt x="484374" y="6554800"/>
                </a:cubicBezTo>
                <a:cubicBezTo>
                  <a:pt x="484374" y="6565799"/>
                  <a:pt x="490289" y="6571921"/>
                  <a:pt x="503052" y="6574723"/>
                </a:cubicBezTo>
                <a:lnTo>
                  <a:pt x="511663" y="6576591"/>
                </a:lnTo>
                <a:cubicBezTo>
                  <a:pt x="520277" y="6578562"/>
                  <a:pt x="524946" y="6582401"/>
                  <a:pt x="524946" y="6589354"/>
                </a:cubicBezTo>
                <a:cubicBezTo>
                  <a:pt x="524946" y="6597032"/>
                  <a:pt x="518824" y="6601701"/>
                  <a:pt x="507721" y="6601701"/>
                </a:cubicBezTo>
                <a:cubicBezTo>
                  <a:pt x="500043" y="6601701"/>
                  <a:pt x="492260" y="6599107"/>
                  <a:pt x="485619" y="6593815"/>
                </a:cubicBezTo>
                <a:lnTo>
                  <a:pt x="485619" y="6603569"/>
                </a:lnTo>
                <a:cubicBezTo>
                  <a:pt x="491742" y="6607720"/>
                  <a:pt x="499835" y="6610003"/>
                  <a:pt x="507721" y="6610003"/>
                </a:cubicBezTo>
                <a:cubicBezTo>
                  <a:pt x="524116" y="6610003"/>
                  <a:pt x="534285" y="6602117"/>
                  <a:pt x="534285" y="6589042"/>
                </a:cubicBezTo>
                <a:cubicBezTo>
                  <a:pt x="534285" y="6577732"/>
                  <a:pt x="527955" y="6570780"/>
                  <a:pt x="514466" y="6567771"/>
                </a:cubicBezTo>
                <a:lnTo>
                  <a:pt x="505853" y="6565799"/>
                </a:lnTo>
                <a:cubicBezTo>
                  <a:pt x="497345" y="6563828"/>
                  <a:pt x="493817" y="6560196"/>
                  <a:pt x="493817" y="6554178"/>
                </a:cubicBezTo>
                <a:cubicBezTo>
                  <a:pt x="493817" y="6547433"/>
                  <a:pt x="499731" y="6543179"/>
                  <a:pt x="509589" y="6543179"/>
                </a:cubicBezTo>
                <a:cubicBezTo>
                  <a:pt x="517164" y="6543179"/>
                  <a:pt x="524738" y="6545669"/>
                  <a:pt x="530964" y="6551065"/>
                </a:cubicBezTo>
                <a:lnTo>
                  <a:pt x="531068" y="6541311"/>
                </a:lnTo>
                <a:cubicBezTo>
                  <a:pt x="524635" y="6536849"/>
                  <a:pt x="516437" y="6534878"/>
                  <a:pt x="509589" y="6534878"/>
                </a:cubicBezTo>
                <a:close/>
                <a:moveTo>
                  <a:pt x="610059" y="6534151"/>
                </a:moveTo>
                <a:cubicBezTo>
                  <a:pt x="606635" y="6534151"/>
                  <a:pt x="604040" y="6536849"/>
                  <a:pt x="604040" y="6540170"/>
                </a:cubicBezTo>
                <a:cubicBezTo>
                  <a:pt x="604040" y="6543594"/>
                  <a:pt x="606635" y="6546188"/>
                  <a:pt x="610059" y="6546188"/>
                </a:cubicBezTo>
                <a:cubicBezTo>
                  <a:pt x="613483" y="6546188"/>
                  <a:pt x="616077" y="6543594"/>
                  <a:pt x="616077" y="6540170"/>
                </a:cubicBezTo>
                <a:cubicBezTo>
                  <a:pt x="616077" y="6536849"/>
                  <a:pt x="613483" y="6534151"/>
                  <a:pt x="610059" y="6534151"/>
                </a:cubicBezTo>
                <a:close/>
                <a:moveTo>
                  <a:pt x="500904" y="6461548"/>
                </a:moveTo>
                <a:lnTo>
                  <a:pt x="519458" y="6461548"/>
                </a:lnTo>
                <a:cubicBezTo>
                  <a:pt x="525408" y="6461548"/>
                  <a:pt x="528836" y="6464573"/>
                  <a:pt x="528836" y="6469515"/>
                </a:cubicBezTo>
                <a:cubicBezTo>
                  <a:pt x="528836" y="6474657"/>
                  <a:pt x="525408" y="6477582"/>
                  <a:pt x="519458" y="6477582"/>
                </a:cubicBezTo>
                <a:lnTo>
                  <a:pt x="500904" y="6477582"/>
                </a:lnTo>
                <a:close/>
                <a:moveTo>
                  <a:pt x="1062845" y="6451061"/>
                </a:moveTo>
                <a:cubicBezTo>
                  <a:pt x="1070509" y="6451061"/>
                  <a:pt x="1075953" y="6457010"/>
                  <a:pt x="1075953" y="6464876"/>
                </a:cubicBezTo>
                <a:cubicBezTo>
                  <a:pt x="1075953" y="6472741"/>
                  <a:pt x="1070509" y="6478691"/>
                  <a:pt x="1062845" y="6478691"/>
                </a:cubicBezTo>
                <a:cubicBezTo>
                  <a:pt x="1055282" y="6478691"/>
                  <a:pt x="1049836" y="6472741"/>
                  <a:pt x="1049836" y="6464876"/>
                </a:cubicBezTo>
                <a:cubicBezTo>
                  <a:pt x="1049836" y="6457010"/>
                  <a:pt x="1055282" y="6451061"/>
                  <a:pt x="1062845" y="6451061"/>
                </a:cubicBezTo>
                <a:close/>
                <a:moveTo>
                  <a:pt x="1225496" y="6450960"/>
                </a:moveTo>
                <a:cubicBezTo>
                  <a:pt x="1233059" y="6450960"/>
                  <a:pt x="1238605" y="6457010"/>
                  <a:pt x="1238605" y="6464876"/>
                </a:cubicBezTo>
                <a:cubicBezTo>
                  <a:pt x="1238605" y="6472741"/>
                  <a:pt x="1233059" y="6478792"/>
                  <a:pt x="1225496" y="6478792"/>
                </a:cubicBezTo>
                <a:cubicBezTo>
                  <a:pt x="1217933" y="6478792"/>
                  <a:pt x="1212387" y="6472741"/>
                  <a:pt x="1212387" y="6464876"/>
                </a:cubicBezTo>
                <a:cubicBezTo>
                  <a:pt x="1212387" y="6457010"/>
                  <a:pt x="1217933" y="6450960"/>
                  <a:pt x="1225496" y="6450960"/>
                </a:cubicBezTo>
                <a:close/>
                <a:moveTo>
                  <a:pt x="919962" y="6450960"/>
                </a:moveTo>
                <a:cubicBezTo>
                  <a:pt x="927525" y="6450960"/>
                  <a:pt x="933071" y="6457010"/>
                  <a:pt x="933071" y="6464876"/>
                </a:cubicBezTo>
                <a:cubicBezTo>
                  <a:pt x="933071" y="6472741"/>
                  <a:pt x="927525" y="6478792"/>
                  <a:pt x="919962" y="6478792"/>
                </a:cubicBezTo>
                <a:cubicBezTo>
                  <a:pt x="912398" y="6478792"/>
                  <a:pt x="906852" y="6472741"/>
                  <a:pt x="906852" y="6464876"/>
                </a:cubicBezTo>
                <a:cubicBezTo>
                  <a:pt x="906852" y="6457010"/>
                  <a:pt x="912398" y="6450960"/>
                  <a:pt x="919962" y="6450960"/>
                </a:cubicBezTo>
                <a:close/>
                <a:moveTo>
                  <a:pt x="581316" y="6450960"/>
                </a:moveTo>
                <a:cubicBezTo>
                  <a:pt x="588879" y="6450960"/>
                  <a:pt x="594425" y="6457010"/>
                  <a:pt x="594425" y="6464876"/>
                </a:cubicBezTo>
                <a:cubicBezTo>
                  <a:pt x="594425" y="6472741"/>
                  <a:pt x="588879" y="6478792"/>
                  <a:pt x="581316" y="6478792"/>
                </a:cubicBezTo>
                <a:cubicBezTo>
                  <a:pt x="573752" y="6478792"/>
                  <a:pt x="568206" y="6472741"/>
                  <a:pt x="568206" y="6464876"/>
                </a:cubicBezTo>
                <a:cubicBezTo>
                  <a:pt x="568206" y="6457010"/>
                  <a:pt x="573752" y="6450960"/>
                  <a:pt x="581316" y="6450960"/>
                </a:cubicBezTo>
                <a:close/>
                <a:moveTo>
                  <a:pt x="1288500" y="6450153"/>
                </a:moveTo>
                <a:cubicBezTo>
                  <a:pt x="1294046" y="6450153"/>
                  <a:pt x="1298383" y="6452977"/>
                  <a:pt x="1299896" y="6458926"/>
                </a:cubicBezTo>
                <a:lnTo>
                  <a:pt x="1277307" y="6458926"/>
                </a:lnTo>
                <a:cubicBezTo>
                  <a:pt x="1278819" y="6453380"/>
                  <a:pt x="1282853" y="6450153"/>
                  <a:pt x="1288500" y="6450153"/>
                </a:cubicBezTo>
                <a:close/>
                <a:moveTo>
                  <a:pt x="773758" y="6450153"/>
                </a:moveTo>
                <a:cubicBezTo>
                  <a:pt x="779304" y="6450153"/>
                  <a:pt x="783641" y="6452977"/>
                  <a:pt x="785154" y="6458926"/>
                </a:cubicBezTo>
                <a:lnTo>
                  <a:pt x="762565" y="6458926"/>
                </a:lnTo>
                <a:cubicBezTo>
                  <a:pt x="764078" y="6453380"/>
                  <a:pt x="768111" y="6450153"/>
                  <a:pt x="773758" y="6450153"/>
                </a:cubicBezTo>
                <a:close/>
                <a:moveTo>
                  <a:pt x="868063" y="6438859"/>
                </a:moveTo>
                <a:lnTo>
                  <a:pt x="868063" y="6490893"/>
                </a:lnTo>
                <a:lnTo>
                  <a:pt x="882080" y="6490893"/>
                </a:lnTo>
                <a:lnTo>
                  <a:pt x="882080" y="6438859"/>
                </a:lnTo>
                <a:close/>
                <a:moveTo>
                  <a:pt x="1351643" y="6437851"/>
                </a:moveTo>
                <a:cubicBezTo>
                  <a:pt x="1343072" y="6437851"/>
                  <a:pt x="1338332" y="6442288"/>
                  <a:pt x="1336617" y="6448136"/>
                </a:cubicBezTo>
                <a:lnTo>
                  <a:pt x="1336617" y="6438859"/>
                </a:lnTo>
                <a:lnTo>
                  <a:pt x="1322601" y="6438859"/>
                </a:lnTo>
                <a:lnTo>
                  <a:pt x="1322601" y="6490893"/>
                </a:lnTo>
                <a:lnTo>
                  <a:pt x="1336617" y="6490893"/>
                </a:lnTo>
                <a:lnTo>
                  <a:pt x="1336617" y="6462557"/>
                </a:lnTo>
                <a:cubicBezTo>
                  <a:pt x="1336617" y="6455599"/>
                  <a:pt x="1339543" y="6452674"/>
                  <a:pt x="1350030" y="6452674"/>
                </a:cubicBezTo>
                <a:lnTo>
                  <a:pt x="1352550" y="6452674"/>
                </a:lnTo>
                <a:lnTo>
                  <a:pt x="1352550" y="6437851"/>
                </a:lnTo>
                <a:close/>
                <a:moveTo>
                  <a:pt x="650270" y="6437851"/>
                </a:moveTo>
                <a:cubicBezTo>
                  <a:pt x="641699" y="6437851"/>
                  <a:pt x="636959" y="6442288"/>
                  <a:pt x="635245" y="6448136"/>
                </a:cubicBezTo>
                <a:lnTo>
                  <a:pt x="635245" y="6438859"/>
                </a:lnTo>
                <a:lnTo>
                  <a:pt x="621228" y="6438859"/>
                </a:lnTo>
                <a:lnTo>
                  <a:pt x="621228" y="6490893"/>
                </a:lnTo>
                <a:lnTo>
                  <a:pt x="635245" y="6490893"/>
                </a:lnTo>
                <a:lnTo>
                  <a:pt x="635245" y="6462557"/>
                </a:lnTo>
                <a:cubicBezTo>
                  <a:pt x="635245" y="6455599"/>
                  <a:pt x="638169" y="6452674"/>
                  <a:pt x="648657" y="6452674"/>
                </a:cubicBezTo>
                <a:lnTo>
                  <a:pt x="651178" y="6452674"/>
                </a:lnTo>
                <a:lnTo>
                  <a:pt x="651178" y="6437851"/>
                </a:lnTo>
                <a:close/>
                <a:moveTo>
                  <a:pt x="1288500" y="6437447"/>
                </a:moveTo>
                <a:cubicBezTo>
                  <a:pt x="1273475" y="6437447"/>
                  <a:pt x="1262584" y="6449044"/>
                  <a:pt x="1262584" y="6464876"/>
                </a:cubicBezTo>
                <a:cubicBezTo>
                  <a:pt x="1262584" y="6480708"/>
                  <a:pt x="1273979" y="6492405"/>
                  <a:pt x="1289709" y="6492405"/>
                </a:cubicBezTo>
                <a:cubicBezTo>
                  <a:pt x="1299089" y="6492405"/>
                  <a:pt x="1308467" y="6487565"/>
                  <a:pt x="1312702" y="6480607"/>
                </a:cubicBezTo>
                <a:lnTo>
                  <a:pt x="1303223" y="6472540"/>
                </a:lnTo>
                <a:cubicBezTo>
                  <a:pt x="1300601" y="6476977"/>
                  <a:pt x="1295356" y="6479699"/>
                  <a:pt x="1289709" y="6479699"/>
                </a:cubicBezTo>
                <a:cubicBezTo>
                  <a:pt x="1282752" y="6479699"/>
                  <a:pt x="1278416" y="6474960"/>
                  <a:pt x="1277105" y="6468909"/>
                </a:cubicBezTo>
                <a:lnTo>
                  <a:pt x="1314114" y="6468909"/>
                </a:lnTo>
                <a:cubicBezTo>
                  <a:pt x="1314316" y="6467498"/>
                  <a:pt x="1314517" y="6465783"/>
                  <a:pt x="1314517" y="6464271"/>
                </a:cubicBezTo>
                <a:cubicBezTo>
                  <a:pt x="1314517" y="6449548"/>
                  <a:pt x="1304534" y="6437447"/>
                  <a:pt x="1288500" y="6437447"/>
                </a:cubicBezTo>
                <a:close/>
                <a:moveTo>
                  <a:pt x="1222370" y="6437447"/>
                </a:moveTo>
                <a:cubicBezTo>
                  <a:pt x="1209159" y="6437447"/>
                  <a:pt x="1197864" y="6448943"/>
                  <a:pt x="1197864" y="6464876"/>
                </a:cubicBezTo>
                <a:cubicBezTo>
                  <a:pt x="1197864" y="6480909"/>
                  <a:pt x="1209159" y="6492405"/>
                  <a:pt x="1222370" y="6492405"/>
                </a:cubicBezTo>
                <a:cubicBezTo>
                  <a:pt x="1230034" y="6492405"/>
                  <a:pt x="1235378" y="6489178"/>
                  <a:pt x="1238605" y="6483430"/>
                </a:cubicBezTo>
                <a:lnTo>
                  <a:pt x="1238605" y="6490893"/>
                </a:lnTo>
                <a:lnTo>
                  <a:pt x="1252622" y="6490893"/>
                </a:lnTo>
                <a:lnTo>
                  <a:pt x="1252622" y="6438859"/>
                </a:lnTo>
                <a:lnTo>
                  <a:pt x="1238605" y="6438859"/>
                </a:lnTo>
                <a:lnTo>
                  <a:pt x="1238605" y="6446422"/>
                </a:lnTo>
                <a:cubicBezTo>
                  <a:pt x="1235378" y="6440674"/>
                  <a:pt x="1230034" y="6437447"/>
                  <a:pt x="1222370" y="6437447"/>
                </a:cubicBezTo>
                <a:close/>
                <a:moveTo>
                  <a:pt x="1062845" y="6437447"/>
                </a:moveTo>
                <a:cubicBezTo>
                  <a:pt x="1047213" y="6437447"/>
                  <a:pt x="1035315" y="6448943"/>
                  <a:pt x="1035315" y="6464876"/>
                </a:cubicBezTo>
                <a:cubicBezTo>
                  <a:pt x="1035315" y="6480809"/>
                  <a:pt x="1047213" y="6492304"/>
                  <a:pt x="1062845" y="6492304"/>
                </a:cubicBezTo>
                <a:cubicBezTo>
                  <a:pt x="1078576" y="6492304"/>
                  <a:pt x="1090475" y="6480809"/>
                  <a:pt x="1090475" y="6464876"/>
                </a:cubicBezTo>
                <a:cubicBezTo>
                  <a:pt x="1090475" y="6448943"/>
                  <a:pt x="1078576" y="6437447"/>
                  <a:pt x="1062845" y="6437447"/>
                </a:cubicBezTo>
                <a:close/>
                <a:moveTo>
                  <a:pt x="916836" y="6437447"/>
                </a:moveTo>
                <a:cubicBezTo>
                  <a:pt x="903626" y="6437447"/>
                  <a:pt x="892332" y="6448943"/>
                  <a:pt x="892332" y="6464876"/>
                </a:cubicBezTo>
                <a:cubicBezTo>
                  <a:pt x="892332" y="6480909"/>
                  <a:pt x="903626" y="6492405"/>
                  <a:pt x="916836" y="6492405"/>
                </a:cubicBezTo>
                <a:cubicBezTo>
                  <a:pt x="924500" y="6492405"/>
                  <a:pt x="929844" y="6489178"/>
                  <a:pt x="933071" y="6483430"/>
                </a:cubicBezTo>
                <a:lnTo>
                  <a:pt x="933071" y="6490893"/>
                </a:lnTo>
                <a:lnTo>
                  <a:pt x="947087" y="6490893"/>
                </a:lnTo>
                <a:lnTo>
                  <a:pt x="947087" y="6438859"/>
                </a:lnTo>
                <a:lnTo>
                  <a:pt x="933071" y="6438859"/>
                </a:lnTo>
                <a:lnTo>
                  <a:pt x="933071" y="6446422"/>
                </a:lnTo>
                <a:cubicBezTo>
                  <a:pt x="929844" y="6440674"/>
                  <a:pt x="924500" y="6437447"/>
                  <a:pt x="916836" y="6437447"/>
                </a:cubicBezTo>
                <a:close/>
                <a:moveTo>
                  <a:pt x="839011" y="6437447"/>
                </a:moveTo>
                <a:cubicBezTo>
                  <a:pt x="830843" y="6437447"/>
                  <a:pt x="825700" y="6441178"/>
                  <a:pt x="823382" y="6444809"/>
                </a:cubicBezTo>
                <a:lnTo>
                  <a:pt x="823382" y="6438859"/>
                </a:lnTo>
                <a:lnTo>
                  <a:pt x="809364" y="6438859"/>
                </a:lnTo>
                <a:lnTo>
                  <a:pt x="809364" y="6490893"/>
                </a:lnTo>
                <a:lnTo>
                  <a:pt x="823382" y="6490893"/>
                </a:lnTo>
                <a:lnTo>
                  <a:pt x="823382" y="6459733"/>
                </a:lnTo>
                <a:cubicBezTo>
                  <a:pt x="823382" y="6453077"/>
                  <a:pt x="827314" y="6449750"/>
                  <a:pt x="832961" y="6449750"/>
                </a:cubicBezTo>
                <a:cubicBezTo>
                  <a:pt x="838810" y="6449750"/>
                  <a:pt x="841936" y="6453582"/>
                  <a:pt x="841936" y="6459229"/>
                </a:cubicBezTo>
                <a:lnTo>
                  <a:pt x="841936" y="6490893"/>
                </a:lnTo>
                <a:lnTo>
                  <a:pt x="855953" y="6490893"/>
                </a:lnTo>
                <a:lnTo>
                  <a:pt x="855953" y="6456708"/>
                </a:lnTo>
                <a:cubicBezTo>
                  <a:pt x="855953" y="6443195"/>
                  <a:pt x="848390" y="6437447"/>
                  <a:pt x="839011" y="6437447"/>
                </a:cubicBezTo>
                <a:close/>
                <a:moveTo>
                  <a:pt x="773758" y="6437447"/>
                </a:moveTo>
                <a:cubicBezTo>
                  <a:pt x="758732" y="6437447"/>
                  <a:pt x="747843" y="6449044"/>
                  <a:pt x="747843" y="6464876"/>
                </a:cubicBezTo>
                <a:cubicBezTo>
                  <a:pt x="747843" y="6480708"/>
                  <a:pt x="759238" y="6492405"/>
                  <a:pt x="774969" y="6492405"/>
                </a:cubicBezTo>
                <a:cubicBezTo>
                  <a:pt x="784347" y="6492405"/>
                  <a:pt x="793725" y="6487565"/>
                  <a:pt x="797961" y="6480607"/>
                </a:cubicBezTo>
                <a:lnTo>
                  <a:pt x="788481" y="6472540"/>
                </a:lnTo>
                <a:cubicBezTo>
                  <a:pt x="785860" y="6476977"/>
                  <a:pt x="780616" y="6479699"/>
                  <a:pt x="774969" y="6479699"/>
                </a:cubicBezTo>
                <a:cubicBezTo>
                  <a:pt x="768011" y="6479699"/>
                  <a:pt x="763675" y="6474960"/>
                  <a:pt x="762364" y="6468909"/>
                </a:cubicBezTo>
                <a:lnTo>
                  <a:pt x="799372" y="6468909"/>
                </a:lnTo>
                <a:cubicBezTo>
                  <a:pt x="799574" y="6467498"/>
                  <a:pt x="799776" y="6465783"/>
                  <a:pt x="799776" y="6464271"/>
                </a:cubicBezTo>
                <a:cubicBezTo>
                  <a:pt x="799776" y="6449548"/>
                  <a:pt x="789793" y="6437447"/>
                  <a:pt x="773758" y="6437447"/>
                </a:cubicBezTo>
                <a:close/>
                <a:moveTo>
                  <a:pt x="689403" y="6437447"/>
                </a:moveTo>
                <a:cubicBezTo>
                  <a:pt x="681436" y="6437447"/>
                  <a:pt x="676798" y="6441078"/>
                  <a:pt x="674377" y="6444809"/>
                </a:cubicBezTo>
                <a:lnTo>
                  <a:pt x="674377" y="6438859"/>
                </a:lnTo>
                <a:lnTo>
                  <a:pt x="660361" y="6438859"/>
                </a:lnTo>
                <a:lnTo>
                  <a:pt x="660361" y="6490893"/>
                </a:lnTo>
                <a:lnTo>
                  <a:pt x="674377" y="6490893"/>
                </a:lnTo>
                <a:lnTo>
                  <a:pt x="674377" y="6460036"/>
                </a:lnTo>
                <a:cubicBezTo>
                  <a:pt x="674377" y="6453077"/>
                  <a:pt x="677907" y="6449750"/>
                  <a:pt x="683352" y="6449750"/>
                </a:cubicBezTo>
                <a:cubicBezTo>
                  <a:pt x="689100" y="6449750"/>
                  <a:pt x="691923" y="6453683"/>
                  <a:pt x="691923" y="6459632"/>
                </a:cubicBezTo>
                <a:lnTo>
                  <a:pt x="691923" y="6490893"/>
                </a:lnTo>
                <a:lnTo>
                  <a:pt x="705840" y="6490893"/>
                </a:lnTo>
                <a:lnTo>
                  <a:pt x="705840" y="6458523"/>
                </a:lnTo>
                <a:cubicBezTo>
                  <a:pt x="705840" y="6453178"/>
                  <a:pt x="709571" y="6449750"/>
                  <a:pt x="714916" y="6449750"/>
                </a:cubicBezTo>
                <a:cubicBezTo>
                  <a:pt x="720562" y="6449750"/>
                  <a:pt x="723487" y="6453582"/>
                  <a:pt x="723487" y="6459632"/>
                </a:cubicBezTo>
                <a:lnTo>
                  <a:pt x="723487" y="6490893"/>
                </a:lnTo>
                <a:lnTo>
                  <a:pt x="737504" y="6490893"/>
                </a:lnTo>
                <a:lnTo>
                  <a:pt x="737504" y="6457010"/>
                </a:lnTo>
                <a:cubicBezTo>
                  <a:pt x="737504" y="6443296"/>
                  <a:pt x="730143" y="6437447"/>
                  <a:pt x="719554" y="6437447"/>
                </a:cubicBezTo>
                <a:cubicBezTo>
                  <a:pt x="712798" y="6437447"/>
                  <a:pt x="707352" y="6439968"/>
                  <a:pt x="703521" y="6445716"/>
                </a:cubicBezTo>
                <a:cubicBezTo>
                  <a:pt x="700596" y="6439968"/>
                  <a:pt x="695351" y="6437447"/>
                  <a:pt x="689403" y="6437447"/>
                </a:cubicBezTo>
                <a:close/>
                <a:moveTo>
                  <a:pt x="578190" y="6437447"/>
                </a:moveTo>
                <a:cubicBezTo>
                  <a:pt x="564980" y="6437447"/>
                  <a:pt x="553686" y="6448943"/>
                  <a:pt x="553686" y="6464876"/>
                </a:cubicBezTo>
                <a:cubicBezTo>
                  <a:pt x="553686" y="6480909"/>
                  <a:pt x="564980" y="6492405"/>
                  <a:pt x="578190" y="6492405"/>
                </a:cubicBezTo>
                <a:cubicBezTo>
                  <a:pt x="585854" y="6492405"/>
                  <a:pt x="591198" y="6489178"/>
                  <a:pt x="594425" y="6483430"/>
                </a:cubicBezTo>
                <a:lnTo>
                  <a:pt x="594425" y="6490893"/>
                </a:lnTo>
                <a:lnTo>
                  <a:pt x="608442" y="6490893"/>
                </a:lnTo>
                <a:lnTo>
                  <a:pt x="608442" y="6438859"/>
                </a:lnTo>
                <a:lnTo>
                  <a:pt x="594425" y="6438859"/>
                </a:lnTo>
                <a:lnTo>
                  <a:pt x="594425" y="6446422"/>
                </a:lnTo>
                <a:cubicBezTo>
                  <a:pt x="591198" y="6440674"/>
                  <a:pt x="585854" y="6437447"/>
                  <a:pt x="578190" y="6437447"/>
                </a:cubicBezTo>
                <a:close/>
                <a:moveTo>
                  <a:pt x="500904" y="6433615"/>
                </a:moveTo>
                <a:lnTo>
                  <a:pt x="518450" y="6433615"/>
                </a:lnTo>
                <a:cubicBezTo>
                  <a:pt x="523996" y="6433615"/>
                  <a:pt x="527122" y="6436338"/>
                  <a:pt x="527122" y="6441078"/>
                </a:cubicBezTo>
                <a:cubicBezTo>
                  <a:pt x="527122" y="6445716"/>
                  <a:pt x="523996" y="6448439"/>
                  <a:pt x="518450" y="6448439"/>
                </a:cubicBezTo>
                <a:lnTo>
                  <a:pt x="500904" y="6448439"/>
                </a:lnTo>
                <a:close/>
                <a:moveTo>
                  <a:pt x="1120008" y="6423632"/>
                </a:moveTo>
                <a:lnTo>
                  <a:pt x="1105991" y="6427666"/>
                </a:lnTo>
                <a:lnTo>
                  <a:pt x="1105991" y="6438859"/>
                </a:lnTo>
                <a:lnTo>
                  <a:pt x="1097218" y="6438859"/>
                </a:lnTo>
                <a:lnTo>
                  <a:pt x="1097218" y="6450758"/>
                </a:lnTo>
                <a:lnTo>
                  <a:pt x="1105991" y="6450758"/>
                </a:lnTo>
                <a:lnTo>
                  <a:pt x="1105991" y="6472943"/>
                </a:lnTo>
                <a:cubicBezTo>
                  <a:pt x="1105991" y="6485246"/>
                  <a:pt x="1112647" y="6492103"/>
                  <a:pt x="1124042" y="6492103"/>
                </a:cubicBezTo>
                <a:cubicBezTo>
                  <a:pt x="1127168" y="6492103"/>
                  <a:pt x="1129891" y="6491800"/>
                  <a:pt x="1132008" y="6491195"/>
                </a:cubicBezTo>
                <a:lnTo>
                  <a:pt x="1132008" y="6479296"/>
                </a:lnTo>
                <a:cubicBezTo>
                  <a:pt x="1130697" y="6479498"/>
                  <a:pt x="1129185" y="6479699"/>
                  <a:pt x="1128076" y="6479699"/>
                </a:cubicBezTo>
                <a:cubicBezTo>
                  <a:pt x="1122529" y="6479699"/>
                  <a:pt x="1120008" y="6476876"/>
                  <a:pt x="1120008" y="6471733"/>
                </a:cubicBezTo>
                <a:lnTo>
                  <a:pt x="1120008" y="6450758"/>
                </a:lnTo>
                <a:lnTo>
                  <a:pt x="1132008" y="6450758"/>
                </a:lnTo>
                <a:lnTo>
                  <a:pt x="1132008" y="6438859"/>
                </a:lnTo>
                <a:lnTo>
                  <a:pt x="1120008" y="6438859"/>
                </a:lnTo>
                <a:close/>
                <a:moveTo>
                  <a:pt x="1141990" y="6420305"/>
                </a:moveTo>
                <a:lnTo>
                  <a:pt x="1141990" y="6490893"/>
                </a:lnTo>
                <a:lnTo>
                  <a:pt x="1156007" y="6490893"/>
                </a:lnTo>
                <a:lnTo>
                  <a:pt x="1156007" y="6459733"/>
                </a:lnTo>
                <a:cubicBezTo>
                  <a:pt x="1156007" y="6453077"/>
                  <a:pt x="1159940" y="6449750"/>
                  <a:pt x="1165587" y="6449750"/>
                </a:cubicBezTo>
                <a:cubicBezTo>
                  <a:pt x="1171436" y="6449750"/>
                  <a:pt x="1174562" y="6453582"/>
                  <a:pt x="1174562" y="6459229"/>
                </a:cubicBezTo>
                <a:lnTo>
                  <a:pt x="1174562" y="6490893"/>
                </a:lnTo>
                <a:lnTo>
                  <a:pt x="1188579" y="6490893"/>
                </a:lnTo>
                <a:lnTo>
                  <a:pt x="1188579" y="6456708"/>
                </a:lnTo>
                <a:cubicBezTo>
                  <a:pt x="1188579" y="6443195"/>
                  <a:pt x="1181115" y="6437447"/>
                  <a:pt x="1171637" y="6437447"/>
                </a:cubicBezTo>
                <a:cubicBezTo>
                  <a:pt x="1163469" y="6437447"/>
                  <a:pt x="1158326" y="6441178"/>
                  <a:pt x="1156007" y="6444809"/>
                </a:cubicBezTo>
                <a:lnTo>
                  <a:pt x="1156007" y="6420305"/>
                </a:lnTo>
                <a:close/>
                <a:moveTo>
                  <a:pt x="485777" y="6420305"/>
                </a:moveTo>
                <a:lnTo>
                  <a:pt x="485777" y="6490893"/>
                </a:lnTo>
                <a:lnTo>
                  <a:pt x="520668" y="6490893"/>
                </a:lnTo>
                <a:cubicBezTo>
                  <a:pt x="535694" y="6490893"/>
                  <a:pt x="544568" y="6483430"/>
                  <a:pt x="544568" y="6471229"/>
                </a:cubicBezTo>
                <a:cubicBezTo>
                  <a:pt x="544568" y="6463262"/>
                  <a:pt x="540231" y="6457414"/>
                  <a:pt x="532265" y="6454691"/>
                </a:cubicBezTo>
                <a:cubicBezTo>
                  <a:pt x="538719" y="6452170"/>
                  <a:pt x="542753" y="6446321"/>
                  <a:pt x="542753" y="6438960"/>
                </a:cubicBezTo>
                <a:cubicBezTo>
                  <a:pt x="542753" y="6427162"/>
                  <a:pt x="534484" y="6420305"/>
                  <a:pt x="520568" y="6420305"/>
                </a:cubicBezTo>
                <a:close/>
                <a:moveTo>
                  <a:pt x="994261" y="6419094"/>
                </a:moveTo>
                <a:cubicBezTo>
                  <a:pt x="973790" y="6419094"/>
                  <a:pt x="958361" y="6434523"/>
                  <a:pt x="958361" y="6455800"/>
                </a:cubicBezTo>
                <a:cubicBezTo>
                  <a:pt x="958361" y="6477077"/>
                  <a:pt x="973084" y="6492405"/>
                  <a:pt x="992042" y="6492405"/>
                </a:cubicBezTo>
                <a:cubicBezTo>
                  <a:pt x="1001017" y="6492405"/>
                  <a:pt x="1008278" y="6488674"/>
                  <a:pt x="1012614" y="6482624"/>
                </a:cubicBezTo>
                <a:lnTo>
                  <a:pt x="1012614" y="6490893"/>
                </a:lnTo>
                <a:lnTo>
                  <a:pt x="1026226" y="6490893"/>
                </a:lnTo>
                <a:lnTo>
                  <a:pt x="1026226" y="6452977"/>
                </a:lnTo>
                <a:lnTo>
                  <a:pt x="994563" y="6452977"/>
                </a:lnTo>
                <a:lnTo>
                  <a:pt x="994563" y="6466489"/>
                </a:lnTo>
                <a:lnTo>
                  <a:pt x="1011303" y="6466489"/>
                </a:lnTo>
                <a:cubicBezTo>
                  <a:pt x="1009285" y="6473246"/>
                  <a:pt x="1002631" y="6478086"/>
                  <a:pt x="994463" y="6478086"/>
                </a:cubicBezTo>
                <a:cubicBezTo>
                  <a:pt x="982866" y="6478086"/>
                  <a:pt x="974395" y="6468506"/>
                  <a:pt x="974395" y="6455800"/>
                </a:cubicBezTo>
                <a:cubicBezTo>
                  <a:pt x="974395" y="6442994"/>
                  <a:pt x="982764" y="6433414"/>
                  <a:pt x="994261" y="6433414"/>
                </a:cubicBezTo>
                <a:cubicBezTo>
                  <a:pt x="1002933" y="6433414"/>
                  <a:pt x="1008882" y="6437851"/>
                  <a:pt x="1012008" y="6443699"/>
                </a:cubicBezTo>
                <a:lnTo>
                  <a:pt x="1024715" y="6435229"/>
                </a:lnTo>
                <a:cubicBezTo>
                  <a:pt x="1019471" y="6424943"/>
                  <a:pt x="1007874" y="6419094"/>
                  <a:pt x="994261" y="6419094"/>
                </a:cubicBezTo>
                <a:close/>
                <a:moveTo>
                  <a:pt x="875121" y="6416674"/>
                </a:moveTo>
                <a:cubicBezTo>
                  <a:pt x="870482" y="6416674"/>
                  <a:pt x="866752" y="6420405"/>
                  <a:pt x="866752" y="6424943"/>
                </a:cubicBezTo>
                <a:cubicBezTo>
                  <a:pt x="866752" y="6429582"/>
                  <a:pt x="870482" y="6433313"/>
                  <a:pt x="875121" y="6433313"/>
                </a:cubicBezTo>
                <a:cubicBezTo>
                  <a:pt x="879761" y="6433313"/>
                  <a:pt x="883492" y="6429582"/>
                  <a:pt x="883492" y="6424943"/>
                </a:cubicBezTo>
                <a:cubicBezTo>
                  <a:pt x="883492" y="6420405"/>
                  <a:pt x="879761" y="6416674"/>
                  <a:pt x="875121" y="6416674"/>
                </a:cubicBezTo>
                <a:close/>
                <a:moveTo>
                  <a:pt x="11442400" y="652256"/>
                </a:moveTo>
                <a:cubicBezTo>
                  <a:pt x="11455703" y="652256"/>
                  <a:pt x="11465450" y="662768"/>
                  <a:pt x="11465450" y="677002"/>
                </a:cubicBezTo>
                <a:cubicBezTo>
                  <a:pt x="11465450" y="691236"/>
                  <a:pt x="11455703" y="701748"/>
                  <a:pt x="11442400" y="701748"/>
                </a:cubicBezTo>
                <a:cubicBezTo>
                  <a:pt x="11429097" y="701748"/>
                  <a:pt x="11419349" y="691236"/>
                  <a:pt x="11419349" y="677002"/>
                </a:cubicBezTo>
                <a:cubicBezTo>
                  <a:pt x="11419349" y="662768"/>
                  <a:pt x="11429097" y="652256"/>
                  <a:pt x="11442400" y="652256"/>
                </a:cubicBezTo>
                <a:close/>
                <a:moveTo>
                  <a:pt x="11217192" y="652256"/>
                </a:moveTo>
                <a:cubicBezTo>
                  <a:pt x="11230495" y="652256"/>
                  <a:pt x="11240242" y="662768"/>
                  <a:pt x="11240242" y="677002"/>
                </a:cubicBezTo>
                <a:cubicBezTo>
                  <a:pt x="11240242" y="691236"/>
                  <a:pt x="11230495" y="701748"/>
                  <a:pt x="11217192" y="701748"/>
                </a:cubicBezTo>
                <a:cubicBezTo>
                  <a:pt x="11203889" y="701748"/>
                  <a:pt x="11194142" y="691236"/>
                  <a:pt x="11194142" y="677002"/>
                </a:cubicBezTo>
                <a:cubicBezTo>
                  <a:pt x="11194142" y="662768"/>
                  <a:pt x="11203889" y="652256"/>
                  <a:pt x="11217192" y="652256"/>
                </a:cubicBezTo>
                <a:close/>
                <a:moveTo>
                  <a:pt x="11532427" y="651335"/>
                </a:moveTo>
                <a:cubicBezTo>
                  <a:pt x="11542327" y="651335"/>
                  <a:pt x="11550373" y="657218"/>
                  <a:pt x="11552688" y="668498"/>
                </a:cubicBezTo>
                <a:lnTo>
                  <a:pt x="11511858" y="668498"/>
                </a:lnTo>
                <a:cubicBezTo>
                  <a:pt x="11514327" y="657832"/>
                  <a:pt x="11521912" y="651335"/>
                  <a:pt x="11532427" y="651335"/>
                </a:cubicBezTo>
                <a:close/>
                <a:moveTo>
                  <a:pt x="11620279" y="636015"/>
                </a:moveTo>
                <a:cubicBezTo>
                  <a:pt x="11608677" y="636015"/>
                  <a:pt x="11601104" y="642511"/>
                  <a:pt x="11598623" y="651783"/>
                </a:cubicBezTo>
                <a:lnTo>
                  <a:pt x="11598623" y="637396"/>
                </a:lnTo>
                <a:lnTo>
                  <a:pt x="11580996" y="637396"/>
                </a:lnTo>
                <a:lnTo>
                  <a:pt x="11580996" y="716570"/>
                </a:lnTo>
                <a:lnTo>
                  <a:pt x="11580996" y="716595"/>
                </a:lnTo>
                <a:lnTo>
                  <a:pt x="11598623" y="716595"/>
                </a:lnTo>
                <a:lnTo>
                  <a:pt x="11598623" y="673447"/>
                </a:lnTo>
                <a:cubicBezTo>
                  <a:pt x="11598623" y="660300"/>
                  <a:pt x="11604187" y="654264"/>
                  <a:pt x="11618117" y="654264"/>
                </a:cubicBezTo>
                <a:lnTo>
                  <a:pt x="11621980" y="654264"/>
                </a:lnTo>
                <a:lnTo>
                  <a:pt x="11621980" y="636015"/>
                </a:lnTo>
                <a:close/>
                <a:moveTo>
                  <a:pt x="11438844" y="635260"/>
                </a:moveTo>
                <a:cubicBezTo>
                  <a:pt x="11418121" y="635260"/>
                  <a:pt x="11401109" y="652729"/>
                  <a:pt x="11401109" y="677015"/>
                </a:cubicBezTo>
                <a:cubicBezTo>
                  <a:pt x="11401109" y="701300"/>
                  <a:pt x="11418121" y="718769"/>
                  <a:pt x="11438844" y="718769"/>
                </a:cubicBezTo>
                <a:cubicBezTo>
                  <a:pt x="11451060" y="718769"/>
                  <a:pt x="11460193" y="713513"/>
                  <a:pt x="11465450" y="703461"/>
                </a:cubicBezTo>
                <a:lnTo>
                  <a:pt x="11465450" y="716608"/>
                </a:lnTo>
                <a:lnTo>
                  <a:pt x="11483090" y="716608"/>
                </a:lnTo>
                <a:lnTo>
                  <a:pt x="11483090" y="637434"/>
                </a:lnTo>
                <a:lnTo>
                  <a:pt x="11465450" y="637434"/>
                </a:lnTo>
                <a:lnTo>
                  <a:pt x="11465450" y="650568"/>
                </a:lnTo>
                <a:cubicBezTo>
                  <a:pt x="11460193" y="640516"/>
                  <a:pt x="11451060" y="635260"/>
                  <a:pt x="11438844" y="635260"/>
                </a:cubicBezTo>
                <a:close/>
                <a:moveTo>
                  <a:pt x="11217192" y="635248"/>
                </a:moveTo>
                <a:cubicBezTo>
                  <a:pt x="11193681" y="635248"/>
                  <a:pt x="11175888" y="652717"/>
                  <a:pt x="11175888" y="677002"/>
                </a:cubicBezTo>
                <a:cubicBezTo>
                  <a:pt x="11175888" y="701287"/>
                  <a:pt x="11193681" y="718756"/>
                  <a:pt x="11217192" y="718756"/>
                </a:cubicBezTo>
                <a:cubicBezTo>
                  <a:pt x="11240703" y="718756"/>
                  <a:pt x="11258496" y="701287"/>
                  <a:pt x="11258496" y="677002"/>
                </a:cubicBezTo>
                <a:cubicBezTo>
                  <a:pt x="11258496" y="652717"/>
                  <a:pt x="11240703" y="635248"/>
                  <a:pt x="11217192" y="635248"/>
                </a:cubicBezTo>
                <a:close/>
                <a:moveTo>
                  <a:pt x="11532439" y="635235"/>
                </a:moveTo>
                <a:cubicBezTo>
                  <a:pt x="11509236" y="635235"/>
                  <a:pt x="11493310" y="652870"/>
                  <a:pt x="11493310" y="676989"/>
                </a:cubicBezTo>
                <a:lnTo>
                  <a:pt x="11493297" y="677002"/>
                </a:lnTo>
                <a:cubicBezTo>
                  <a:pt x="11493297" y="701121"/>
                  <a:pt x="11510463" y="718756"/>
                  <a:pt x="11533821" y="718756"/>
                </a:cubicBezTo>
                <a:cubicBezTo>
                  <a:pt x="11548211" y="718756"/>
                  <a:pt x="11561821" y="711646"/>
                  <a:pt x="11568320" y="700968"/>
                </a:cubicBezTo>
                <a:lnTo>
                  <a:pt x="11556257" y="690762"/>
                </a:lnTo>
                <a:cubicBezTo>
                  <a:pt x="11551767" y="698193"/>
                  <a:pt x="11543414" y="702669"/>
                  <a:pt x="11533834" y="702669"/>
                </a:cubicBezTo>
                <a:cubicBezTo>
                  <a:pt x="11522232" y="702669"/>
                  <a:pt x="11513572" y="694778"/>
                  <a:pt x="11511410" y="682718"/>
                </a:cubicBezTo>
                <a:lnTo>
                  <a:pt x="11570648" y="682718"/>
                </a:lnTo>
                <a:cubicBezTo>
                  <a:pt x="11570955" y="680711"/>
                  <a:pt x="11571108" y="678383"/>
                  <a:pt x="11571108" y="676222"/>
                </a:cubicBezTo>
                <a:cubicBezTo>
                  <a:pt x="11571108" y="653484"/>
                  <a:pt x="11555643" y="635235"/>
                  <a:pt x="11532439" y="635235"/>
                </a:cubicBezTo>
                <a:close/>
                <a:moveTo>
                  <a:pt x="11293289" y="614517"/>
                </a:moveTo>
                <a:lnTo>
                  <a:pt x="11275649" y="619927"/>
                </a:lnTo>
                <a:lnTo>
                  <a:pt x="11275649" y="637396"/>
                </a:lnTo>
                <a:lnTo>
                  <a:pt x="11260338" y="637396"/>
                </a:lnTo>
                <a:lnTo>
                  <a:pt x="11260338" y="652551"/>
                </a:lnTo>
                <a:lnTo>
                  <a:pt x="11275649" y="652551"/>
                </a:lnTo>
                <a:lnTo>
                  <a:pt x="11275649" y="691363"/>
                </a:lnTo>
                <a:cubicBezTo>
                  <a:pt x="11275649" y="708526"/>
                  <a:pt x="11285089" y="718271"/>
                  <a:pt x="11301168" y="718271"/>
                </a:cubicBezTo>
                <a:cubicBezTo>
                  <a:pt x="11305658" y="718271"/>
                  <a:pt x="11309675" y="717810"/>
                  <a:pt x="11312617" y="716877"/>
                </a:cubicBezTo>
                <a:lnTo>
                  <a:pt x="11312630" y="716902"/>
                </a:lnTo>
                <a:lnTo>
                  <a:pt x="11312630" y="702055"/>
                </a:lnTo>
                <a:cubicBezTo>
                  <a:pt x="11310621" y="702362"/>
                  <a:pt x="11307833" y="702515"/>
                  <a:pt x="11305978" y="702515"/>
                </a:cubicBezTo>
                <a:cubicBezTo>
                  <a:pt x="11297318" y="702515"/>
                  <a:pt x="11293289" y="698026"/>
                  <a:pt x="11293289" y="689675"/>
                </a:cubicBezTo>
                <a:lnTo>
                  <a:pt x="11293289" y="652563"/>
                </a:lnTo>
                <a:lnTo>
                  <a:pt x="11312630" y="652563"/>
                </a:lnTo>
                <a:lnTo>
                  <a:pt x="11312630" y="637409"/>
                </a:lnTo>
                <a:lnTo>
                  <a:pt x="11293289" y="637409"/>
                </a:lnTo>
                <a:close/>
                <a:moveTo>
                  <a:pt x="11324398" y="608341"/>
                </a:moveTo>
                <a:lnTo>
                  <a:pt x="11324398" y="716595"/>
                </a:lnTo>
                <a:lnTo>
                  <a:pt x="11342012" y="716595"/>
                </a:lnTo>
                <a:lnTo>
                  <a:pt x="11342012" y="669585"/>
                </a:lnTo>
                <a:cubicBezTo>
                  <a:pt x="11342012" y="657372"/>
                  <a:pt x="11348510" y="650722"/>
                  <a:pt x="11358410" y="650722"/>
                </a:cubicBezTo>
                <a:cubicBezTo>
                  <a:pt x="11368311" y="650722"/>
                  <a:pt x="11373875" y="657372"/>
                  <a:pt x="11373875" y="668191"/>
                </a:cubicBezTo>
                <a:lnTo>
                  <a:pt x="11373875" y="716595"/>
                </a:lnTo>
                <a:lnTo>
                  <a:pt x="11391515" y="716595"/>
                </a:lnTo>
                <a:lnTo>
                  <a:pt x="11391515" y="665096"/>
                </a:lnTo>
                <a:cubicBezTo>
                  <a:pt x="11391515" y="644685"/>
                  <a:pt x="11380527" y="635248"/>
                  <a:pt x="11365689" y="635248"/>
                </a:cubicBezTo>
                <a:cubicBezTo>
                  <a:pt x="11353473" y="635248"/>
                  <a:pt x="11345427" y="641284"/>
                  <a:pt x="11342025" y="647934"/>
                </a:cubicBezTo>
                <a:lnTo>
                  <a:pt x="11342025" y="608341"/>
                </a:lnTo>
                <a:close/>
                <a:moveTo>
                  <a:pt x="11116651" y="606486"/>
                </a:moveTo>
                <a:cubicBezTo>
                  <a:pt x="11085554" y="606486"/>
                  <a:pt x="11062197" y="629992"/>
                  <a:pt x="11062197" y="662628"/>
                </a:cubicBezTo>
                <a:cubicBezTo>
                  <a:pt x="11062197" y="695264"/>
                  <a:pt x="11085554" y="718769"/>
                  <a:pt x="11114323" y="718769"/>
                </a:cubicBezTo>
                <a:cubicBezTo>
                  <a:pt x="11127626" y="718769"/>
                  <a:pt x="11140149" y="712580"/>
                  <a:pt x="11147427" y="702681"/>
                </a:cubicBezTo>
                <a:lnTo>
                  <a:pt x="11147427" y="716595"/>
                </a:lnTo>
                <a:lnTo>
                  <a:pt x="11165374" y="716595"/>
                </a:lnTo>
                <a:lnTo>
                  <a:pt x="11165374" y="659686"/>
                </a:lnTo>
                <a:lnTo>
                  <a:pt x="11118505" y="659686"/>
                </a:lnTo>
                <a:lnTo>
                  <a:pt x="11118505" y="677322"/>
                </a:lnTo>
                <a:lnTo>
                  <a:pt x="11145879" y="677322"/>
                </a:lnTo>
                <a:cubicBezTo>
                  <a:pt x="11143244" y="690622"/>
                  <a:pt x="11131489" y="699906"/>
                  <a:pt x="11116638" y="699906"/>
                </a:cubicBezTo>
                <a:cubicBezTo>
                  <a:pt x="11097143" y="699906"/>
                  <a:pt x="11083226" y="684138"/>
                  <a:pt x="11083226" y="662640"/>
                </a:cubicBezTo>
                <a:cubicBezTo>
                  <a:pt x="11083226" y="641143"/>
                  <a:pt x="11097143" y="625375"/>
                  <a:pt x="11116638" y="625375"/>
                </a:cubicBezTo>
                <a:cubicBezTo>
                  <a:pt x="11130555" y="625375"/>
                  <a:pt x="11140609" y="632332"/>
                  <a:pt x="11146033" y="642230"/>
                </a:cubicBezTo>
                <a:lnTo>
                  <a:pt x="11162738" y="631091"/>
                </a:lnTo>
                <a:cubicBezTo>
                  <a:pt x="11154539" y="615630"/>
                  <a:pt x="11137219" y="606499"/>
                  <a:pt x="11116638" y="606499"/>
                </a:cubicBezTo>
                <a:close/>
                <a:moveTo>
                  <a:pt x="10840737" y="601537"/>
                </a:moveTo>
                <a:lnTo>
                  <a:pt x="10840745" y="601542"/>
                </a:lnTo>
                <a:lnTo>
                  <a:pt x="10839292" y="602995"/>
                </a:lnTo>
                <a:cubicBezTo>
                  <a:pt x="10857034" y="630631"/>
                  <a:pt x="10880545" y="661873"/>
                  <a:pt x="10915734" y="697054"/>
                </a:cubicBezTo>
                <a:cubicBezTo>
                  <a:pt x="10941356" y="722670"/>
                  <a:pt x="10955158" y="732888"/>
                  <a:pt x="10962909" y="725125"/>
                </a:cubicBezTo>
                <a:cubicBezTo>
                  <a:pt x="10970661" y="717376"/>
                  <a:pt x="10960441" y="703577"/>
                  <a:pt x="10934819" y="677961"/>
                </a:cubicBezTo>
                <a:cubicBezTo>
                  <a:pt x="10917224" y="660371"/>
                  <a:pt x="10900615" y="645696"/>
                  <a:pt x="10884948" y="633203"/>
                </a:cubicBezTo>
                <a:lnTo>
                  <a:pt x="10840745" y="601542"/>
                </a:lnTo>
                <a:lnTo>
                  <a:pt x="10840750" y="601537"/>
                </a:lnTo>
                <a:close/>
                <a:moveTo>
                  <a:pt x="10736550" y="588557"/>
                </a:moveTo>
                <a:cubicBezTo>
                  <a:pt x="10714549" y="588557"/>
                  <a:pt x="10704226" y="590756"/>
                  <a:pt x="10704226" y="600258"/>
                </a:cubicBezTo>
                <a:cubicBezTo>
                  <a:pt x="10704226" y="609760"/>
                  <a:pt x="10714536" y="611960"/>
                  <a:pt x="10736550" y="611960"/>
                </a:cubicBezTo>
                <a:cubicBezTo>
                  <a:pt x="10761494" y="611960"/>
                  <a:pt x="10781871" y="608724"/>
                  <a:pt x="10799191" y="604184"/>
                </a:cubicBezTo>
                <a:cubicBezTo>
                  <a:pt x="10773326" y="621794"/>
                  <a:pt x="10744596" y="646783"/>
                  <a:pt x="10712029" y="678997"/>
                </a:cubicBezTo>
                <a:cubicBezTo>
                  <a:pt x="10686471" y="704280"/>
                  <a:pt x="10676213" y="717823"/>
                  <a:pt x="10683632" y="725164"/>
                </a:cubicBezTo>
                <a:cubicBezTo>
                  <a:pt x="10691051" y="732504"/>
                  <a:pt x="10704738" y="722350"/>
                  <a:pt x="10730295" y="697067"/>
                </a:cubicBezTo>
                <a:cubicBezTo>
                  <a:pt x="10762863" y="664840"/>
                  <a:pt x="10788113" y="636424"/>
                  <a:pt x="10805906" y="610834"/>
                </a:cubicBezTo>
                <a:cubicBezTo>
                  <a:pt x="10801365" y="628150"/>
                  <a:pt x="10798116" y="648535"/>
                  <a:pt x="10798116" y="673511"/>
                </a:cubicBezTo>
                <a:cubicBezTo>
                  <a:pt x="10798116" y="695507"/>
                  <a:pt x="10800316" y="705815"/>
                  <a:pt x="10809820" y="705815"/>
                </a:cubicBezTo>
                <a:cubicBezTo>
                  <a:pt x="10819324" y="705815"/>
                  <a:pt x="10821525" y="695507"/>
                  <a:pt x="10821525" y="673511"/>
                </a:cubicBezTo>
                <a:cubicBezTo>
                  <a:pt x="10821525" y="643291"/>
                  <a:pt x="10816792" y="619773"/>
                  <a:pt x="10810716" y="600297"/>
                </a:cubicBezTo>
                <a:cubicBezTo>
                  <a:pt x="10810639" y="600028"/>
                  <a:pt x="10810498" y="599836"/>
                  <a:pt x="10810332" y="599708"/>
                </a:cubicBezTo>
                <a:lnTo>
                  <a:pt x="10810319" y="599695"/>
                </a:lnTo>
                <a:cubicBezTo>
                  <a:pt x="10810191" y="599555"/>
                  <a:pt x="10810012" y="599440"/>
                  <a:pt x="10809782" y="599363"/>
                </a:cubicBezTo>
                <a:cubicBezTo>
                  <a:pt x="10790288" y="593301"/>
                  <a:pt x="10766777" y="588557"/>
                  <a:pt x="10736550" y="588557"/>
                </a:cubicBezTo>
                <a:close/>
                <a:moveTo>
                  <a:pt x="10923409" y="575551"/>
                </a:moveTo>
                <a:cubicBezTo>
                  <a:pt x="10890548" y="575551"/>
                  <a:pt x="10864977" y="580295"/>
                  <a:pt x="10843795" y="586357"/>
                </a:cubicBezTo>
                <a:cubicBezTo>
                  <a:pt x="10842682" y="586677"/>
                  <a:pt x="10842682" y="587828"/>
                  <a:pt x="10843795" y="588147"/>
                </a:cubicBezTo>
                <a:cubicBezTo>
                  <a:pt x="10864977" y="594209"/>
                  <a:pt x="10890561" y="598941"/>
                  <a:pt x="10923409" y="598941"/>
                </a:cubicBezTo>
                <a:cubicBezTo>
                  <a:pt x="10947329" y="598941"/>
                  <a:pt x="10958548" y="596741"/>
                  <a:pt x="10958548" y="587252"/>
                </a:cubicBezTo>
                <a:cubicBezTo>
                  <a:pt x="10958548" y="577763"/>
                  <a:pt x="10947329" y="575551"/>
                  <a:pt x="10923409" y="575551"/>
                </a:cubicBezTo>
                <a:close/>
                <a:moveTo>
                  <a:pt x="11089110" y="515163"/>
                </a:moveTo>
                <a:lnTo>
                  <a:pt x="11120053" y="515163"/>
                </a:lnTo>
                <a:cubicBezTo>
                  <a:pt x="11130721" y="515163"/>
                  <a:pt x="11136912" y="520419"/>
                  <a:pt x="11136912" y="529396"/>
                </a:cubicBezTo>
                <a:cubicBezTo>
                  <a:pt x="11136912" y="538374"/>
                  <a:pt x="11130721" y="543630"/>
                  <a:pt x="11120053" y="543630"/>
                </a:cubicBezTo>
                <a:lnTo>
                  <a:pt x="11120053" y="543617"/>
                </a:lnTo>
                <a:lnTo>
                  <a:pt x="11089110" y="543617"/>
                </a:lnTo>
                <a:close/>
                <a:moveTo>
                  <a:pt x="11670715" y="497527"/>
                </a:moveTo>
                <a:cubicBezTo>
                  <a:pt x="11684018" y="497527"/>
                  <a:pt x="11693765" y="508039"/>
                  <a:pt x="11693765" y="522273"/>
                </a:cubicBezTo>
                <a:cubicBezTo>
                  <a:pt x="11693765" y="536507"/>
                  <a:pt x="11684018" y="547019"/>
                  <a:pt x="11670715" y="547019"/>
                </a:cubicBezTo>
                <a:cubicBezTo>
                  <a:pt x="11657412" y="547019"/>
                  <a:pt x="11647665" y="536507"/>
                  <a:pt x="11647665" y="522273"/>
                </a:cubicBezTo>
                <a:cubicBezTo>
                  <a:pt x="11647665" y="508039"/>
                  <a:pt x="11657412" y="497527"/>
                  <a:pt x="11670715" y="497527"/>
                </a:cubicBezTo>
                <a:close/>
                <a:moveTo>
                  <a:pt x="11207918" y="497527"/>
                </a:moveTo>
                <a:cubicBezTo>
                  <a:pt x="11221221" y="497527"/>
                  <a:pt x="11230968" y="508039"/>
                  <a:pt x="11230968" y="522273"/>
                </a:cubicBezTo>
                <a:cubicBezTo>
                  <a:pt x="11230968" y="536507"/>
                  <a:pt x="11221221" y="547019"/>
                  <a:pt x="11207918" y="547019"/>
                </a:cubicBezTo>
                <a:cubicBezTo>
                  <a:pt x="11194615" y="547019"/>
                  <a:pt x="11184868" y="536507"/>
                  <a:pt x="11184868" y="522273"/>
                </a:cubicBezTo>
                <a:cubicBezTo>
                  <a:pt x="11184868" y="508039"/>
                  <a:pt x="11194615" y="497527"/>
                  <a:pt x="11207918" y="497527"/>
                </a:cubicBezTo>
                <a:close/>
                <a:moveTo>
                  <a:pt x="11472881" y="496606"/>
                </a:moveTo>
                <a:cubicBezTo>
                  <a:pt x="11482782" y="496606"/>
                  <a:pt x="11490828" y="502489"/>
                  <a:pt x="11493143" y="513769"/>
                </a:cubicBezTo>
                <a:lnTo>
                  <a:pt x="11452313" y="513769"/>
                </a:lnTo>
                <a:cubicBezTo>
                  <a:pt x="11454781" y="503103"/>
                  <a:pt x="11462367" y="496606"/>
                  <a:pt x="11472881" y="496606"/>
                </a:cubicBezTo>
                <a:close/>
                <a:moveTo>
                  <a:pt x="11601577" y="482693"/>
                </a:moveTo>
                <a:lnTo>
                  <a:pt x="11601577" y="561866"/>
                </a:lnTo>
                <a:lnTo>
                  <a:pt x="11619216" y="561866"/>
                </a:lnTo>
                <a:lnTo>
                  <a:pt x="11619216" y="482693"/>
                </a:lnTo>
                <a:close/>
                <a:moveTo>
                  <a:pt x="11301501" y="481299"/>
                </a:moveTo>
                <a:cubicBezTo>
                  <a:pt x="11289899" y="481299"/>
                  <a:pt x="11282326" y="487795"/>
                  <a:pt x="11279845" y="497080"/>
                </a:cubicBezTo>
                <a:lnTo>
                  <a:pt x="11279845" y="482693"/>
                </a:lnTo>
                <a:lnTo>
                  <a:pt x="11262205" y="482693"/>
                </a:lnTo>
                <a:lnTo>
                  <a:pt x="11262205" y="561866"/>
                </a:lnTo>
                <a:lnTo>
                  <a:pt x="11279845" y="561866"/>
                </a:lnTo>
                <a:lnTo>
                  <a:pt x="11279845" y="518718"/>
                </a:lnTo>
                <a:cubicBezTo>
                  <a:pt x="11279845" y="505571"/>
                  <a:pt x="11285409" y="499548"/>
                  <a:pt x="11299339" y="499548"/>
                </a:cubicBezTo>
                <a:lnTo>
                  <a:pt x="11303202" y="499548"/>
                </a:lnTo>
                <a:lnTo>
                  <a:pt x="11303202" y="481299"/>
                </a:lnTo>
                <a:close/>
                <a:moveTo>
                  <a:pt x="11667159" y="480531"/>
                </a:moveTo>
                <a:cubicBezTo>
                  <a:pt x="11646437" y="480531"/>
                  <a:pt x="11629411" y="498000"/>
                  <a:pt x="11629411" y="522286"/>
                </a:cubicBezTo>
                <a:cubicBezTo>
                  <a:pt x="11629411" y="546571"/>
                  <a:pt x="11646424" y="564040"/>
                  <a:pt x="11667159" y="564040"/>
                </a:cubicBezTo>
                <a:cubicBezTo>
                  <a:pt x="11679375" y="564040"/>
                  <a:pt x="11688508" y="558784"/>
                  <a:pt x="11693765" y="548732"/>
                </a:cubicBezTo>
                <a:lnTo>
                  <a:pt x="11693765" y="561879"/>
                </a:lnTo>
                <a:lnTo>
                  <a:pt x="11711392" y="561879"/>
                </a:lnTo>
                <a:lnTo>
                  <a:pt x="11711392" y="482705"/>
                </a:lnTo>
                <a:lnTo>
                  <a:pt x="11693765" y="482705"/>
                </a:lnTo>
                <a:lnTo>
                  <a:pt x="11693765" y="495839"/>
                </a:lnTo>
                <a:cubicBezTo>
                  <a:pt x="11688508" y="485787"/>
                  <a:pt x="11679375" y="480531"/>
                  <a:pt x="11667159" y="480531"/>
                </a:cubicBezTo>
                <a:close/>
                <a:moveTo>
                  <a:pt x="11204349" y="480531"/>
                </a:moveTo>
                <a:cubicBezTo>
                  <a:pt x="11183627" y="480531"/>
                  <a:pt x="11166601" y="498000"/>
                  <a:pt x="11166601" y="522286"/>
                </a:cubicBezTo>
                <a:cubicBezTo>
                  <a:pt x="11166601" y="546571"/>
                  <a:pt x="11183614" y="564040"/>
                  <a:pt x="11204349" y="564040"/>
                </a:cubicBezTo>
                <a:cubicBezTo>
                  <a:pt x="11216565" y="564040"/>
                  <a:pt x="11225698" y="558784"/>
                  <a:pt x="11230955" y="548732"/>
                </a:cubicBezTo>
                <a:lnTo>
                  <a:pt x="11230955" y="561879"/>
                </a:lnTo>
                <a:lnTo>
                  <a:pt x="11248582" y="561879"/>
                </a:lnTo>
                <a:lnTo>
                  <a:pt x="11248582" y="482705"/>
                </a:lnTo>
                <a:lnTo>
                  <a:pt x="11230955" y="482705"/>
                </a:lnTo>
                <a:lnTo>
                  <a:pt x="11230955" y="495839"/>
                </a:lnTo>
                <a:cubicBezTo>
                  <a:pt x="11225698" y="485787"/>
                  <a:pt x="11216565" y="480531"/>
                  <a:pt x="11204349" y="480531"/>
                </a:cubicBezTo>
                <a:close/>
                <a:moveTo>
                  <a:pt x="11562755" y="480518"/>
                </a:moveTo>
                <a:cubicBezTo>
                  <a:pt x="11550539" y="480518"/>
                  <a:pt x="11542493" y="486555"/>
                  <a:pt x="11539090" y="493205"/>
                </a:cubicBezTo>
                <a:lnTo>
                  <a:pt x="11539090" y="482693"/>
                </a:lnTo>
                <a:lnTo>
                  <a:pt x="11521464" y="482693"/>
                </a:lnTo>
                <a:lnTo>
                  <a:pt x="11521464" y="561866"/>
                </a:lnTo>
                <a:lnTo>
                  <a:pt x="11539078" y="561866"/>
                </a:lnTo>
                <a:lnTo>
                  <a:pt x="11539078" y="514856"/>
                </a:lnTo>
                <a:cubicBezTo>
                  <a:pt x="11539078" y="502643"/>
                  <a:pt x="11545576" y="495993"/>
                  <a:pt x="11555476" y="495993"/>
                </a:cubicBezTo>
                <a:cubicBezTo>
                  <a:pt x="11565377" y="495993"/>
                  <a:pt x="11570941" y="502643"/>
                  <a:pt x="11570941" y="513462"/>
                </a:cubicBezTo>
                <a:lnTo>
                  <a:pt x="11570941" y="561866"/>
                </a:lnTo>
                <a:lnTo>
                  <a:pt x="11588581" y="561866"/>
                </a:lnTo>
                <a:lnTo>
                  <a:pt x="11588581" y="510367"/>
                </a:lnTo>
                <a:cubicBezTo>
                  <a:pt x="11588581" y="489956"/>
                  <a:pt x="11577593" y="480518"/>
                  <a:pt x="11562755" y="480518"/>
                </a:cubicBezTo>
                <a:close/>
                <a:moveTo>
                  <a:pt x="11472894" y="480518"/>
                </a:moveTo>
                <a:cubicBezTo>
                  <a:pt x="11449690" y="480518"/>
                  <a:pt x="11433752" y="498141"/>
                  <a:pt x="11433752" y="522273"/>
                </a:cubicBezTo>
                <a:cubicBezTo>
                  <a:pt x="11433752" y="546392"/>
                  <a:pt x="11450918" y="564027"/>
                  <a:pt x="11474276" y="564027"/>
                </a:cubicBezTo>
                <a:cubicBezTo>
                  <a:pt x="11488666" y="564027"/>
                  <a:pt x="11502276" y="556917"/>
                  <a:pt x="11508775" y="546239"/>
                </a:cubicBezTo>
                <a:lnTo>
                  <a:pt x="11496712" y="536033"/>
                </a:lnTo>
                <a:cubicBezTo>
                  <a:pt x="11492222" y="543451"/>
                  <a:pt x="11483869" y="547939"/>
                  <a:pt x="11474289" y="547939"/>
                </a:cubicBezTo>
                <a:cubicBezTo>
                  <a:pt x="11462687" y="547939"/>
                  <a:pt x="11454027" y="540049"/>
                  <a:pt x="11451865" y="527989"/>
                </a:cubicBezTo>
                <a:lnTo>
                  <a:pt x="11511102" y="527989"/>
                </a:lnTo>
                <a:cubicBezTo>
                  <a:pt x="11511410" y="525982"/>
                  <a:pt x="11511563" y="523654"/>
                  <a:pt x="11511563" y="521493"/>
                </a:cubicBezTo>
                <a:cubicBezTo>
                  <a:pt x="11511563" y="498755"/>
                  <a:pt x="11496098" y="480518"/>
                  <a:pt x="11472894" y="480518"/>
                </a:cubicBezTo>
                <a:close/>
                <a:moveTo>
                  <a:pt x="11352552" y="480518"/>
                </a:moveTo>
                <a:cubicBezTo>
                  <a:pt x="11341103" y="480518"/>
                  <a:pt x="11333531" y="486555"/>
                  <a:pt x="11330128" y="493205"/>
                </a:cubicBezTo>
                <a:lnTo>
                  <a:pt x="11330128" y="482693"/>
                </a:lnTo>
                <a:lnTo>
                  <a:pt x="11312489" y="482693"/>
                </a:lnTo>
                <a:lnTo>
                  <a:pt x="11312489" y="561866"/>
                </a:lnTo>
                <a:lnTo>
                  <a:pt x="11330115" y="561866"/>
                </a:lnTo>
                <a:lnTo>
                  <a:pt x="11330115" y="514856"/>
                </a:lnTo>
                <a:cubicBezTo>
                  <a:pt x="11330115" y="502643"/>
                  <a:pt x="11336153" y="495993"/>
                  <a:pt x="11345273" y="495993"/>
                </a:cubicBezTo>
                <a:cubicBezTo>
                  <a:pt x="11354394" y="495993"/>
                  <a:pt x="11359510" y="502643"/>
                  <a:pt x="11359510" y="513462"/>
                </a:cubicBezTo>
                <a:lnTo>
                  <a:pt x="11359510" y="561866"/>
                </a:lnTo>
                <a:lnTo>
                  <a:pt x="11377137" y="561866"/>
                </a:lnTo>
                <a:lnTo>
                  <a:pt x="11377137" y="513155"/>
                </a:lnTo>
                <a:cubicBezTo>
                  <a:pt x="11377137" y="502643"/>
                  <a:pt x="11383175" y="495993"/>
                  <a:pt x="11392295" y="495993"/>
                </a:cubicBezTo>
                <a:cubicBezTo>
                  <a:pt x="11401415" y="495993"/>
                  <a:pt x="11406532" y="502643"/>
                  <a:pt x="11406532" y="513462"/>
                </a:cubicBezTo>
                <a:lnTo>
                  <a:pt x="11406532" y="561866"/>
                </a:lnTo>
                <a:lnTo>
                  <a:pt x="11424171" y="561866"/>
                </a:lnTo>
                <a:lnTo>
                  <a:pt x="11424171" y="510367"/>
                </a:lnTo>
                <a:cubicBezTo>
                  <a:pt x="11424171" y="489956"/>
                  <a:pt x="11413657" y="480518"/>
                  <a:pt x="11398025" y="480518"/>
                </a:cubicBezTo>
                <a:cubicBezTo>
                  <a:pt x="11387511" y="480518"/>
                  <a:pt x="11379311" y="485161"/>
                  <a:pt x="11374208" y="494125"/>
                </a:cubicBezTo>
                <a:cubicBezTo>
                  <a:pt x="11370038" y="484841"/>
                  <a:pt x="11362145" y="480518"/>
                  <a:pt x="11352552" y="480518"/>
                </a:cubicBezTo>
                <a:close/>
                <a:moveTo>
                  <a:pt x="11089110" y="471861"/>
                </a:moveTo>
                <a:lnTo>
                  <a:pt x="11119119" y="471861"/>
                </a:lnTo>
                <a:cubicBezTo>
                  <a:pt x="11128713" y="471861"/>
                  <a:pt x="11134277" y="476503"/>
                  <a:pt x="11134277" y="484381"/>
                </a:cubicBezTo>
                <a:cubicBezTo>
                  <a:pt x="11134277" y="492258"/>
                  <a:pt x="11128713" y="496913"/>
                  <a:pt x="11119119" y="496913"/>
                </a:cubicBezTo>
                <a:lnTo>
                  <a:pt x="11089110" y="496913"/>
                </a:lnTo>
                <a:close/>
                <a:moveTo>
                  <a:pt x="10824339" y="462794"/>
                </a:moveTo>
                <a:cubicBezTo>
                  <a:pt x="10814847" y="462794"/>
                  <a:pt x="10812647" y="472936"/>
                  <a:pt x="10812647" y="494561"/>
                </a:cubicBezTo>
                <a:cubicBezTo>
                  <a:pt x="10812647" y="524269"/>
                  <a:pt x="10817380" y="547390"/>
                  <a:pt x="10823456" y="566535"/>
                </a:cubicBezTo>
                <a:cubicBezTo>
                  <a:pt x="10823776" y="567545"/>
                  <a:pt x="10824914" y="567545"/>
                  <a:pt x="10825234" y="566535"/>
                </a:cubicBezTo>
                <a:cubicBezTo>
                  <a:pt x="10831297" y="547378"/>
                  <a:pt x="10836043" y="524269"/>
                  <a:pt x="10836043" y="494561"/>
                </a:cubicBezTo>
                <a:cubicBezTo>
                  <a:pt x="10836043" y="472936"/>
                  <a:pt x="10833843" y="462794"/>
                  <a:pt x="10824339" y="462794"/>
                </a:cubicBezTo>
                <a:close/>
                <a:moveTo>
                  <a:pt x="11069002" y="453624"/>
                </a:moveTo>
                <a:lnTo>
                  <a:pt x="11069002" y="561866"/>
                </a:lnTo>
                <a:lnTo>
                  <a:pt x="11122368" y="561866"/>
                </a:lnTo>
                <a:cubicBezTo>
                  <a:pt x="11144792" y="561866"/>
                  <a:pt x="11157941" y="550574"/>
                  <a:pt x="11157941" y="531404"/>
                </a:cubicBezTo>
                <a:cubicBezTo>
                  <a:pt x="11157941" y="518257"/>
                  <a:pt x="11150676" y="509446"/>
                  <a:pt x="11139074" y="505584"/>
                </a:cubicBezTo>
                <a:cubicBezTo>
                  <a:pt x="11149128" y="501722"/>
                  <a:pt x="11155319" y="492744"/>
                  <a:pt x="11155319" y="481772"/>
                </a:cubicBezTo>
                <a:cubicBezTo>
                  <a:pt x="11155319" y="464136"/>
                  <a:pt x="11142950" y="453624"/>
                  <a:pt x="11121908" y="453624"/>
                </a:cubicBezTo>
                <a:close/>
                <a:moveTo>
                  <a:pt x="11610390" y="450670"/>
                </a:moveTo>
                <a:cubicBezTo>
                  <a:pt x="11604353" y="450670"/>
                  <a:pt x="11599402" y="455619"/>
                  <a:pt x="11599402" y="461655"/>
                </a:cubicBezTo>
                <a:cubicBezTo>
                  <a:pt x="11599402" y="467692"/>
                  <a:pt x="11604353" y="472641"/>
                  <a:pt x="11610390" y="472641"/>
                </a:cubicBezTo>
                <a:cubicBezTo>
                  <a:pt x="11616428" y="472641"/>
                  <a:pt x="11621378" y="467692"/>
                  <a:pt x="11621378" y="461655"/>
                </a:cubicBezTo>
                <a:cubicBezTo>
                  <a:pt x="11621378" y="455619"/>
                  <a:pt x="11616428" y="450670"/>
                  <a:pt x="11610390" y="450670"/>
                </a:cubicBezTo>
                <a:close/>
                <a:moveTo>
                  <a:pt x="10963037" y="447346"/>
                </a:moveTo>
                <a:cubicBezTo>
                  <a:pt x="10955286" y="439596"/>
                  <a:pt x="10941484" y="449814"/>
                  <a:pt x="10915862" y="475417"/>
                </a:cubicBezTo>
                <a:cubicBezTo>
                  <a:pt x="10880673" y="510598"/>
                  <a:pt x="10857149" y="541840"/>
                  <a:pt x="10839420" y="569476"/>
                </a:cubicBezTo>
                <a:cubicBezTo>
                  <a:pt x="10838486" y="570934"/>
                  <a:pt x="10839420" y="571868"/>
                  <a:pt x="10840878" y="570934"/>
                </a:cubicBezTo>
                <a:cubicBezTo>
                  <a:pt x="10868521" y="553196"/>
                  <a:pt x="10899770" y="529691"/>
                  <a:pt x="10934960" y="494510"/>
                </a:cubicBezTo>
                <a:cubicBezTo>
                  <a:pt x="10960581" y="468894"/>
                  <a:pt x="10970802" y="455096"/>
                  <a:pt x="10963037" y="447346"/>
                </a:cubicBezTo>
                <a:close/>
                <a:moveTo>
                  <a:pt x="10684233" y="447282"/>
                </a:moveTo>
                <a:cubicBezTo>
                  <a:pt x="10676481" y="455032"/>
                  <a:pt x="10686702" y="468830"/>
                  <a:pt x="10712310" y="494446"/>
                </a:cubicBezTo>
                <a:cubicBezTo>
                  <a:pt x="10747500" y="529627"/>
                  <a:pt x="10778750" y="553145"/>
                  <a:pt x="10806392" y="570870"/>
                </a:cubicBezTo>
                <a:lnTo>
                  <a:pt x="10806392" y="570883"/>
                </a:lnTo>
                <a:cubicBezTo>
                  <a:pt x="10807850" y="571816"/>
                  <a:pt x="10808784" y="570883"/>
                  <a:pt x="10807850" y="569425"/>
                </a:cubicBezTo>
                <a:cubicBezTo>
                  <a:pt x="10790108" y="541789"/>
                  <a:pt x="10766598" y="510547"/>
                  <a:pt x="10731408" y="475365"/>
                </a:cubicBezTo>
                <a:cubicBezTo>
                  <a:pt x="10705799" y="449750"/>
                  <a:pt x="10691985" y="439532"/>
                  <a:pt x="10684233" y="447282"/>
                </a:cubicBezTo>
                <a:close/>
                <a:moveTo>
                  <a:pt x="0" y="0"/>
                </a:moveTo>
                <a:lnTo>
                  <a:pt x="12193199" y="0"/>
                </a:lnTo>
                <a:lnTo>
                  <a:pt x="12193199" y="6858000"/>
                </a:lnTo>
                <a:lnTo>
                  <a:pt x="0" y="6858000"/>
                </a:lnTo>
                <a:close/>
              </a:path>
            </a:pathLst>
          </a:custGeom>
          <a:gradFill>
            <a:gsLst>
              <a:gs pos="0">
                <a:srgbClr val="000000">
                  <a:alpha val="64000"/>
                </a:srgbClr>
              </a:gs>
              <a:gs pos="39000">
                <a:srgbClr val="000000">
                  <a:alpha val="0"/>
                </a:srgbClr>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de-DE" dirty="0">
              <a:latin typeface="BarmeniaGothaer Offc" panose="020B0503020204020204" pitchFamily="34" charset="0"/>
            </a:endParaRPr>
          </a:p>
        </p:txBody>
      </p:sp>
      <p:sp>
        <p:nvSpPr>
          <p:cNvPr id="5" name="Titel 4">
            <a:extLst>
              <a:ext uri="{FF2B5EF4-FFF2-40B4-BE49-F238E27FC236}">
                <a16:creationId xmlns:a16="http://schemas.microsoft.com/office/drawing/2014/main" id="{DEF64848-DC55-C08D-D84A-476FDA8EC359}"/>
              </a:ext>
            </a:extLst>
          </p:cNvPr>
          <p:cNvSpPr>
            <a:spLocks noGrp="1"/>
          </p:cNvSpPr>
          <p:nvPr>
            <p:ph type="title"/>
          </p:nvPr>
        </p:nvSpPr>
        <p:spPr>
          <a:xfrm>
            <a:off x="479425" y="387560"/>
            <a:ext cx="8496300" cy="988803"/>
          </a:xfrm>
        </p:spPr>
        <p:txBody>
          <a:bodyPr/>
          <a:lstStyle/>
          <a:p>
            <a:r>
              <a:rPr lang="de-DE" dirty="0"/>
              <a:t>Titel der Folie, kurz und prägnant,</a:t>
            </a:r>
            <a:br>
              <a:rPr lang="de-DE" dirty="0"/>
            </a:br>
            <a:r>
              <a:rPr lang="de-DE" dirty="0"/>
              <a:t>ein-oder zweizeilig möglich.</a:t>
            </a:r>
          </a:p>
        </p:txBody>
      </p:sp>
      <p:sp>
        <p:nvSpPr>
          <p:cNvPr id="6" name="Datumsplatzhalter 5">
            <a:extLst>
              <a:ext uri="{FF2B5EF4-FFF2-40B4-BE49-F238E27FC236}">
                <a16:creationId xmlns:a16="http://schemas.microsoft.com/office/drawing/2014/main" id="{9C7CDDA1-DDCA-692B-4E58-68161FE4FA20}"/>
              </a:ext>
            </a:extLst>
          </p:cNvPr>
          <p:cNvSpPr>
            <a:spLocks noGrp="1"/>
          </p:cNvSpPr>
          <p:nvPr>
            <p:ph type="dt" sz="half" idx="10"/>
          </p:nvPr>
        </p:nvSpPr>
        <p:spPr>
          <a:xfrm>
            <a:off x="3334722" y="6521213"/>
            <a:ext cx="1068585" cy="106468"/>
          </a:xfrm>
        </p:spPr>
        <p:txBody>
          <a:bodyPr/>
          <a:lstStyle/>
          <a:p>
            <a:fld id="{F075BD80-1B0B-7E4F-97DD-C277AF294E76}" type="datetime1">
              <a:rPr lang="de-DE"/>
              <a:pPr/>
              <a:t>22.06.2026</a:t>
            </a:fld>
            <a:endParaRPr lang="de-DE"/>
          </a:p>
        </p:txBody>
      </p:sp>
      <p:sp>
        <p:nvSpPr>
          <p:cNvPr id="3" name="Fußzeilenplatzhalter 2">
            <a:extLst>
              <a:ext uri="{FF2B5EF4-FFF2-40B4-BE49-F238E27FC236}">
                <a16:creationId xmlns:a16="http://schemas.microsoft.com/office/drawing/2014/main" id="{D0A6DA2C-CBD4-EED0-1417-D7601C4D6804}"/>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4" name="Foliennummernplatzhalter 3">
            <a:extLst>
              <a:ext uri="{FF2B5EF4-FFF2-40B4-BE49-F238E27FC236}">
                <a16:creationId xmlns:a16="http://schemas.microsoft.com/office/drawing/2014/main" id="{73066350-18EA-531D-8EB1-74653E834A65}"/>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49</a:t>
            </a:fld>
            <a:endParaRPr lang="de-DE"/>
          </a:p>
        </p:txBody>
      </p:sp>
      <p:grpSp>
        <p:nvGrpSpPr>
          <p:cNvPr id="2" name="Gruppieren 1">
            <a:extLst>
              <a:ext uri="{FF2B5EF4-FFF2-40B4-BE49-F238E27FC236}">
                <a16:creationId xmlns:a16="http://schemas.microsoft.com/office/drawing/2014/main" id="{143C4431-1422-1E3A-842B-7C72838498A7}"/>
              </a:ext>
            </a:extLst>
          </p:cNvPr>
          <p:cNvGrpSpPr/>
          <p:nvPr/>
        </p:nvGrpSpPr>
        <p:grpSpPr>
          <a:xfrm>
            <a:off x="479423" y="1843926"/>
            <a:ext cx="3574801" cy="4106024"/>
            <a:chOff x="479423" y="1843926"/>
            <a:chExt cx="3574801" cy="4106024"/>
          </a:xfrm>
        </p:grpSpPr>
        <p:sp>
          <p:nvSpPr>
            <p:cNvPr id="13" name="Textplatzhalter 12">
              <a:extLst>
                <a:ext uri="{FF2B5EF4-FFF2-40B4-BE49-F238E27FC236}">
                  <a16:creationId xmlns:a16="http://schemas.microsoft.com/office/drawing/2014/main" id="{155DBB9F-4377-AEC9-DFFE-B116184D1822}"/>
                </a:ext>
              </a:extLst>
            </p:cNvPr>
            <p:cNvSpPr txBox="1">
              <a:spLocks/>
            </p:cNvSpPr>
            <p:nvPr/>
          </p:nvSpPr>
          <p:spPr>
            <a:xfrm>
              <a:off x="479424" y="2323632"/>
              <a:ext cx="3574800" cy="3626318"/>
            </a:xfrm>
            <a:prstGeom prst="round2SameRect">
              <a:avLst>
                <a:gd name="adj1" fmla="val 0"/>
                <a:gd name="adj2" fmla="val 1154"/>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 et </a:t>
              </a:r>
              <a:r>
                <a:rPr lang="de-DE" dirty="0" err="1">
                  <a:latin typeface="BarmeniaGothaer Offc" panose="020B0503020204020204" pitchFamily="34" charset="0"/>
                </a:rPr>
                <a:t>dolore</a:t>
              </a:r>
              <a:r>
                <a:rPr lang="de-DE" dirty="0">
                  <a:latin typeface="BarmeniaGothaer Offc" panose="020B0503020204020204" pitchFamily="34" charset="0"/>
                </a:rPr>
                <a:t> </a:t>
              </a:r>
              <a:r>
                <a:rPr lang="de-DE" dirty="0" err="1">
                  <a:latin typeface="BarmeniaGothaer Offc" panose="020B0503020204020204" pitchFamily="34" charset="0"/>
                </a:rPr>
                <a:t>aliquyam</a:t>
              </a:r>
              <a:r>
                <a:rPr lang="de-DE" dirty="0">
                  <a:latin typeface="BarmeniaGothaer Offc" panose="020B0503020204020204" pitchFamily="34" charset="0"/>
                </a:rPr>
                <a:t> erat. 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a:t>
              </a:r>
              <a:br>
                <a:rPr lang="de-DE" dirty="0">
                  <a:latin typeface="BarmeniaGothaer Offc" panose="020B0503020204020204" pitchFamily="34" charset="0"/>
                </a:rPr>
              </a:br>
              <a:r>
                <a:rPr lang="de-DE" dirty="0">
                  <a:latin typeface="BarmeniaGothaer Offc" panose="020B0503020204020204" pitchFamily="34" charset="0"/>
                </a:rPr>
                <a:t>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a:t>
              </a:r>
            </a:p>
            <a:p>
              <a:r>
                <a:rPr lang="de-DE" dirty="0">
                  <a:latin typeface="BarmeniaGothaer Offc" panose="020B0503020204020204" pitchFamily="34" charset="0"/>
                </a:rPr>
                <a:t>Sed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r>
                <a:rPr lang="de-DE" dirty="0" err="1">
                  <a:latin typeface="BarmeniaGothaer Offc" panose="020B0503020204020204" pitchFamily="34" charset="0"/>
                </a:rPr>
                <a:t>silorem</a:t>
              </a:r>
              <a:r>
                <a:rPr lang="de-DE" dirty="0">
                  <a:latin typeface="BarmeniaGothaer Offc" panose="020B0503020204020204" pitchFamily="34" charset="0"/>
                </a:rPr>
                <a:t> </a:t>
              </a:r>
              <a:r>
                <a:rPr lang="de-DE" dirty="0" err="1">
                  <a:latin typeface="BarmeniaGothaer Offc" panose="020B0503020204020204" pitchFamily="34" charset="0"/>
                </a:rPr>
                <a:t>smet</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 </a:t>
              </a:r>
              <a:r>
                <a:rPr lang="de-DE" dirty="0" err="1">
                  <a:latin typeface="BarmeniaGothaer Offc" panose="020B0503020204020204" pitchFamily="34" charset="0"/>
                </a:rPr>
                <a:t>no</a:t>
              </a:r>
              <a:r>
                <a:rPr lang="de-DE" dirty="0">
                  <a:latin typeface="BarmeniaGothaer Offc" panose="020B0503020204020204" pitchFamily="34" charset="0"/>
                </a:rPr>
                <a:t> </a:t>
              </a:r>
              <a:r>
                <a:rPr lang="de-DE" dirty="0" err="1">
                  <a:latin typeface="BarmeniaGothaer Offc" panose="020B0503020204020204" pitchFamily="34" charset="0"/>
                </a:rPr>
                <a:t>sea</a:t>
              </a:r>
              <a:r>
                <a:rPr lang="de-DE" dirty="0">
                  <a:latin typeface="BarmeniaGothaer Offc" panose="020B0503020204020204" pitchFamily="34" charset="0"/>
                </a:rPr>
                <a:t> </a:t>
              </a:r>
              <a:r>
                <a:rPr lang="de-DE" dirty="0" err="1">
                  <a:latin typeface="BarmeniaGothaer Offc" panose="020B0503020204020204" pitchFamily="34" charset="0"/>
                </a:rPr>
                <a:t>takimata</a:t>
              </a:r>
              <a:r>
                <a:rPr lang="de-DE" dirty="0">
                  <a:latin typeface="BarmeniaGothaer Offc" panose="020B0503020204020204" pitchFamily="34" charset="0"/>
                </a:rPr>
                <a:t> sanctus est.</a:t>
              </a:r>
            </a:p>
            <a:p>
              <a:r>
                <a:rPr lang="de-DE" sz="1200" dirty="0" err="1">
                  <a:solidFill>
                    <a:schemeClr val="accent4"/>
                  </a:solidFill>
                  <a:latin typeface="BarmeniaGothaer Offc Medium" panose="020B0603020204020204" pitchFamily="34" charset="0"/>
                </a:rPr>
                <a:t>Lorem</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ipsum</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dolor</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sit</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amet</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consetetur</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sadipscing</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elitr</a:t>
              </a:r>
              <a:r>
                <a:rPr lang="de-DE" sz="1200" dirty="0">
                  <a:solidFill>
                    <a:schemeClr val="accent4"/>
                  </a:solidFill>
                  <a:latin typeface="BarmeniaGothaer Offc Medium" panose="020B0603020204020204" pitchFamily="34" charset="0"/>
                </a:rPr>
                <a:t>, sed </a:t>
              </a:r>
              <a:r>
                <a:rPr lang="de-DE" sz="1200" dirty="0" err="1">
                  <a:solidFill>
                    <a:schemeClr val="accent4"/>
                  </a:solidFill>
                  <a:latin typeface="BarmeniaGothaer Offc Medium" panose="020B0603020204020204" pitchFamily="34" charset="0"/>
                </a:rPr>
                <a:t>diam</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nonumy</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eirmod</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tempor</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dolor</a:t>
              </a:r>
              <a:r>
                <a:rPr lang="de-DE" sz="1200" dirty="0">
                  <a:solidFill>
                    <a:schemeClr val="accent4"/>
                  </a:solidFill>
                  <a:latin typeface="BarmeniaGothaer Offc Medium" panose="020B0603020204020204" pitchFamily="34" charset="0"/>
                </a:rPr>
                <a:t> </a:t>
              </a:r>
              <a:r>
                <a:rPr lang="de-DE" sz="1200" dirty="0" err="1">
                  <a:solidFill>
                    <a:schemeClr val="accent4"/>
                  </a:solidFill>
                  <a:latin typeface="BarmeniaGothaer Offc Medium" panose="020B0603020204020204" pitchFamily="34" charset="0"/>
                </a:rPr>
                <a:t>ipsum</a:t>
              </a:r>
              <a:r>
                <a:rPr lang="de-DE" sz="1200" dirty="0">
                  <a:solidFill>
                    <a:schemeClr val="accent4"/>
                  </a:solidFill>
                  <a:latin typeface="BarmeniaGothaer Offc Medium" panose="020B0603020204020204" pitchFamily="34" charset="0"/>
                </a:rPr>
                <a:t>.</a:t>
              </a:r>
            </a:p>
          </p:txBody>
        </p:sp>
        <p:sp>
          <p:nvSpPr>
            <p:cNvPr id="12" name="Textplatzhalter 31">
              <a:extLst>
                <a:ext uri="{FF2B5EF4-FFF2-40B4-BE49-F238E27FC236}">
                  <a16:creationId xmlns:a16="http://schemas.microsoft.com/office/drawing/2014/main" id="{FADE4E5E-5079-8C4A-7D20-38128F213588}"/>
                </a:ext>
              </a:extLst>
            </p:cNvPr>
            <p:cNvSpPr txBox="1">
              <a:spLocks/>
            </p:cNvSpPr>
            <p:nvPr/>
          </p:nvSpPr>
          <p:spPr>
            <a:xfrm>
              <a:off x="479423" y="1843926"/>
              <a:ext cx="3574800" cy="479706"/>
            </a:xfrm>
            <a:prstGeom prst="round2SameRect">
              <a:avLst>
                <a:gd name="adj1" fmla="val 7143"/>
                <a:gd name="adj2" fmla="val 0"/>
              </a:avLst>
            </a:prstGeom>
            <a:solidFill>
              <a:schemeClr val="accent4"/>
            </a:solidFill>
          </p:spPr>
          <p:txBody>
            <a:bodyPr lIns="251999" rIns="251999"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1600" dirty="0">
                  <a:latin typeface="BarmeniaGothaer Offc Medium" panose="020B0603020204020204" pitchFamily="34" charset="0"/>
                </a:rPr>
                <a:t>Überschrift</a:t>
              </a:r>
            </a:p>
          </p:txBody>
        </p:sp>
      </p:grpSp>
      <p:sp>
        <p:nvSpPr>
          <p:cNvPr id="8" name="Bildplatzhalter 7">
            <a:extLst>
              <a:ext uri="{FF2B5EF4-FFF2-40B4-BE49-F238E27FC236}">
                <a16:creationId xmlns:a16="http://schemas.microsoft.com/office/drawing/2014/main" id="{483CEE90-6E05-81CD-6B66-CC4AC1A458F9}"/>
              </a:ext>
            </a:extLst>
          </p:cNvPr>
          <p:cNvSpPr>
            <a:spLocks noGrp="1"/>
          </p:cNvSpPr>
          <p:nvPr>
            <p:ph type="pic" sz="quarter" idx="14"/>
          </p:nvPr>
        </p:nvSpPr>
        <p:spPr/>
        <p:txBody>
          <a:bodyPr/>
          <a:lstStyle/>
          <a:p>
            <a:endParaRPr lang="de-DE"/>
          </a:p>
        </p:txBody>
      </p:sp>
    </p:spTree>
    <p:extLst>
      <p:ext uri="{BB962C8B-B14F-4D97-AF65-F5344CB8AC3E}">
        <p14:creationId xmlns:p14="http://schemas.microsoft.com/office/powerpoint/2010/main" val="27930476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Freihandform 9">
            <a:extLst>
              <a:ext uri="{FF2B5EF4-FFF2-40B4-BE49-F238E27FC236}">
                <a16:creationId xmlns:a16="http://schemas.microsoft.com/office/drawing/2014/main" id="{2EAFD96D-FC02-5065-3E1A-AB446D8D5A32}"/>
              </a:ext>
            </a:extLst>
          </p:cNvPr>
          <p:cNvSpPr/>
          <p:nvPr/>
        </p:nvSpPr>
        <p:spPr>
          <a:xfrm>
            <a:off x="2" y="0"/>
            <a:ext cx="12193199" cy="6858000"/>
          </a:xfrm>
          <a:custGeom>
            <a:avLst/>
            <a:gdLst>
              <a:gd name="connsiteX0" fmla="*/ 693263 w 12193199"/>
              <a:gd name="connsiteY0" fmla="*/ 6562790 h 6858000"/>
              <a:gd name="connsiteX1" fmla="*/ 709243 w 12193199"/>
              <a:gd name="connsiteY1" fmla="*/ 6577940 h 6858000"/>
              <a:gd name="connsiteX2" fmla="*/ 676661 w 12193199"/>
              <a:gd name="connsiteY2" fmla="*/ 6577940 h 6858000"/>
              <a:gd name="connsiteX3" fmla="*/ 693263 w 12193199"/>
              <a:gd name="connsiteY3" fmla="*/ 6562790 h 6858000"/>
              <a:gd name="connsiteX4" fmla="*/ 569366 w 12193199"/>
              <a:gd name="connsiteY4" fmla="*/ 6562790 h 6858000"/>
              <a:gd name="connsiteX5" fmla="*/ 585346 w 12193199"/>
              <a:gd name="connsiteY5" fmla="*/ 6577940 h 6858000"/>
              <a:gd name="connsiteX6" fmla="*/ 552764 w 12193199"/>
              <a:gd name="connsiteY6" fmla="*/ 6577940 h 6858000"/>
              <a:gd name="connsiteX7" fmla="*/ 569366 w 12193199"/>
              <a:gd name="connsiteY7" fmla="*/ 6562790 h 6858000"/>
              <a:gd name="connsiteX8" fmla="*/ 605701 w 12193199"/>
              <a:gd name="connsiteY8" fmla="*/ 6556045 h 6858000"/>
              <a:gd name="connsiteX9" fmla="*/ 605701 w 12193199"/>
              <a:gd name="connsiteY9" fmla="*/ 6608757 h 6858000"/>
              <a:gd name="connsiteX10" fmla="*/ 614417 w 12193199"/>
              <a:gd name="connsiteY10" fmla="*/ 6608757 h 6858000"/>
              <a:gd name="connsiteX11" fmla="*/ 614417 w 12193199"/>
              <a:gd name="connsiteY11" fmla="*/ 6556045 h 6858000"/>
              <a:gd name="connsiteX12" fmla="*/ 693263 w 12193199"/>
              <a:gd name="connsiteY12" fmla="*/ 6554697 h 6858000"/>
              <a:gd name="connsiteX13" fmla="*/ 667530 w 12193199"/>
              <a:gd name="connsiteY13" fmla="*/ 6582401 h 6858000"/>
              <a:gd name="connsiteX14" fmla="*/ 693781 w 12193199"/>
              <a:gd name="connsiteY14" fmla="*/ 6610106 h 6858000"/>
              <a:gd name="connsiteX15" fmla="*/ 716403 w 12193199"/>
              <a:gd name="connsiteY15" fmla="*/ 6598485 h 6858000"/>
              <a:gd name="connsiteX16" fmla="*/ 710280 w 12193199"/>
              <a:gd name="connsiteY16" fmla="*/ 6593297 h 6858000"/>
              <a:gd name="connsiteX17" fmla="*/ 693781 w 12193199"/>
              <a:gd name="connsiteY17" fmla="*/ 6602013 h 6858000"/>
              <a:gd name="connsiteX18" fmla="*/ 676557 w 12193199"/>
              <a:gd name="connsiteY18" fmla="*/ 6585203 h 6858000"/>
              <a:gd name="connsiteX19" fmla="*/ 718166 w 12193199"/>
              <a:gd name="connsiteY19" fmla="*/ 6585203 h 6858000"/>
              <a:gd name="connsiteX20" fmla="*/ 718374 w 12193199"/>
              <a:gd name="connsiteY20" fmla="*/ 6582090 h 6858000"/>
              <a:gd name="connsiteX21" fmla="*/ 693263 w 12193199"/>
              <a:gd name="connsiteY21" fmla="*/ 6554697 h 6858000"/>
              <a:gd name="connsiteX22" fmla="*/ 569366 w 12193199"/>
              <a:gd name="connsiteY22" fmla="*/ 6554697 h 6858000"/>
              <a:gd name="connsiteX23" fmla="*/ 543633 w 12193199"/>
              <a:gd name="connsiteY23" fmla="*/ 6582401 h 6858000"/>
              <a:gd name="connsiteX24" fmla="*/ 569885 w 12193199"/>
              <a:gd name="connsiteY24" fmla="*/ 6610106 h 6858000"/>
              <a:gd name="connsiteX25" fmla="*/ 592506 w 12193199"/>
              <a:gd name="connsiteY25" fmla="*/ 6598485 h 6858000"/>
              <a:gd name="connsiteX26" fmla="*/ 586384 w 12193199"/>
              <a:gd name="connsiteY26" fmla="*/ 6593297 h 6858000"/>
              <a:gd name="connsiteX27" fmla="*/ 569885 w 12193199"/>
              <a:gd name="connsiteY27" fmla="*/ 6602013 h 6858000"/>
              <a:gd name="connsiteX28" fmla="*/ 552660 w 12193199"/>
              <a:gd name="connsiteY28" fmla="*/ 6585203 h 6858000"/>
              <a:gd name="connsiteX29" fmla="*/ 594270 w 12193199"/>
              <a:gd name="connsiteY29" fmla="*/ 6585203 h 6858000"/>
              <a:gd name="connsiteX30" fmla="*/ 594477 w 12193199"/>
              <a:gd name="connsiteY30" fmla="*/ 6582090 h 6858000"/>
              <a:gd name="connsiteX31" fmla="*/ 569366 w 12193199"/>
              <a:gd name="connsiteY31" fmla="*/ 6554697 h 6858000"/>
              <a:gd name="connsiteX32" fmla="*/ 643658 w 12193199"/>
              <a:gd name="connsiteY32" fmla="*/ 6541207 h 6858000"/>
              <a:gd name="connsiteX33" fmla="*/ 634942 w 12193199"/>
              <a:gd name="connsiteY33" fmla="*/ 6544216 h 6858000"/>
              <a:gd name="connsiteX34" fmla="*/ 634942 w 12193199"/>
              <a:gd name="connsiteY34" fmla="*/ 6556045 h 6858000"/>
              <a:gd name="connsiteX35" fmla="*/ 625188 w 12193199"/>
              <a:gd name="connsiteY35" fmla="*/ 6556045 h 6858000"/>
              <a:gd name="connsiteX36" fmla="*/ 625188 w 12193199"/>
              <a:gd name="connsiteY36" fmla="*/ 6563620 h 6858000"/>
              <a:gd name="connsiteX37" fmla="*/ 634942 w 12193199"/>
              <a:gd name="connsiteY37" fmla="*/ 6563620 h 6858000"/>
              <a:gd name="connsiteX38" fmla="*/ 634942 w 12193199"/>
              <a:gd name="connsiteY38" fmla="*/ 6593608 h 6858000"/>
              <a:gd name="connsiteX39" fmla="*/ 650299 w 12193199"/>
              <a:gd name="connsiteY39" fmla="*/ 6609899 h 6858000"/>
              <a:gd name="connsiteX40" fmla="*/ 657355 w 12193199"/>
              <a:gd name="connsiteY40" fmla="*/ 6608757 h 6858000"/>
              <a:gd name="connsiteX41" fmla="*/ 657355 w 12193199"/>
              <a:gd name="connsiteY41" fmla="*/ 6600975 h 6858000"/>
              <a:gd name="connsiteX42" fmla="*/ 652374 w 12193199"/>
              <a:gd name="connsiteY42" fmla="*/ 6601909 h 6858000"/>
              <a:gd name="connsiteX43" fmla="*/ 643658 w 12193199"/>
              <a:gd name="connsiteY43" fmla="*/ 6592778 h 6858000"/>
              <a:gd name="connsiteX44" fmla="*/ 643658 w 12193199"/>
              <a:gd name="connsiteY44" fmla="*/ 6563620 h 6858000"/>
              <a:gd name="connsiteX45" fmla="*/ 657355 w 12193199"/>
              <a:gd name="connsiteY45" fmla="*/ 6563620 h 6858000"/>
              <a:gd name="connsiteX46" fmla="*/ 657355 w 12193199"/>
              <a:gd name="connsiteY46" fmla="*/ 6556045 h 6858000"/>
              <a:gd name="connsiteX47" fmla="*/ 643658 w 12193199"/>
              <a:gd name="connsiteY47" fmla="*/ 6556045 h 6858000"/>
              <a:gd name="connsiteX48" fmla="*/ 509589 w 12193199"/>
              <a:gd name="connsiteY48" fmla="*/ 6534878 h 6858000"/>
              <a:gd name="connsiteX49" fmla="*/ 484374 w 12193199"/>
              <a:gd name="connsiteY49" fmla="*/ 6554800 h 6858000"/>
              <a:gd name="connsiteX50" fmla="*/ 503052 w 12193199"/>
              <a:gd name="connsiteY50" fmla="*/ 6574723 h 6858000"/>
              <a:gd name="connsiteX51" fmla="*/ 511663 w 12193199"/>
              <a:gd name="connsiteY51" fmla="*/ 6576591 h 6858000"/>
              <a:gd name="connsiteX52" fmla="*/ 524946 w 12193199"/>
              <a:gd name="connsiteY52" fmla="*/ 6589354 h 6858000"/>
              <a:gd name="connsiteX53" fmla="*/ 507721 w 12193199"/>
              <a:gd name="connsiteY53" fmla="*/ 6601701 h 6858000"/>
              <a:gd name="connsiteX54" fmla="*/ 485619 w 12193199"/>
              <a:gd name="connsiteY54" fmla="*/ 6593815 h 6858000"/>
              <a:gd name="connsiteX55" fmla="*/ 485619 w 12193199"/>
              <a:gd name="connsiteY55" fmla="*/ 6603569 h 6858000"/>
              <a:gd name="connsiteX56" fmla="*/ 507721 w 12193199"/>
              <a:gd name="connsiteY56" fmla="*/ 6610003 h 6858000"/>
              <a:gd name="connsiteX57" fmla="*/ 534285 w 12193199"/>
              <a:gd name="connsiteY57" fmla="*/ 6589042 h 6858000"/>
              <a:gd name="connsiteX58" fmla="*/ 514466 w 12193199"/>
              <a:gd name="connsiteY58" fmla="*/ 6567771 h 6858000"/>
              <a:gd name="connsiteX59" fmla="*/ 505853 w 12193199"/>
              <a:gd name="connsiteY59" fmla="*/ 6565799 h 6858000"/>
              <a:gd name="connsiteX60" fmla="*/ 493817 w 12193199"/>
              <a:gd name="connsiteY60" fmla="*/ 6554178 h 6858000"/>
              <a:gd name="connsiteX61" fmla="*/ 509589 w 12193199"/>
              <a:gd name="connsiteY61" fmla="*/ 6543179 h 6858000"/>
              <a:gd name="connsiteX62" fmla="*/ 530964 w 12193199"/>
              <a:gd name="connsiteY62" fmla="*/ 6551065 h 6858000"/>
              <a:gd name="connsiteX63" fmla="*/ 531068 w 12193199"/>
              <a:gd name="connsiteY63" fmla="*/ 6541311 h 6858000"/>
              <a:gd name="connsiteX64" fmla="*/ 509589 w 12193199"/>
              <a:gd name="connsiteY64" fmla="*/ 6534878 h 6858000"/>
              <a:gd name="connsiteX65" fmla="*/ 610059 w 12193199"/>
              <a:gd name="connsiteY65" fmla="*/ 6534151 h 6858000"/>
              <a:gd name="connsiteX66" fmla="*/ 604040 w 12193199"/>
              <a:gd name="connsiteY66" fmla="*/ 6540170 h 6858000"/>
              <a:gd name="connsiteX67" fmla="*/ 610059 w 12193199"/>
              <a:gd name="connsiteY67" fmla="*/ 6546188 h 6858000"/>
              <a:gd name="connsiteX68" fmla="*/ 616077 w 12193199"/>
              <a:gd name="connsiteY68" fmla="*/ 6540170 h 6858000"/>
              <a:gd name="connsiteX69" fmla="*/ 610059 w 12193199"/>
              <a:gd name="connsiteY69" fmla="*/ 6534151 h 6858000"/>
              <a:gd name="connsiteX70" fmla="*/ 500904 w 12193199"/>
              <a:gd name="connsiteY70" fmla="*/ 6461548 h 6858000"/>
              <a:gd name="connsiteX71" fmla="*/ 519458 w 12193199"/>
              <a:gd name="connsiteY71" fmla="*/ 6461548 h 6858000"/>
              <a:gd name="connsiteX72" fmla="*/ 528836 w 12193199"/>
              <a:gd name="connsiteY72" fmla="*/ 6469515 h 6858000"/>
              <a:gd name="connsiteX73" fmla="*/ 519458 w 12193199"/>
              <a:gd name="connsiteY73" fmla="*/ 6477582 h 6858000"/>
              <a:gd name="connsiteX74" fmla="*/ 500904 w 12193199"/>
              <a:gd name="connsiteY74" fmla="*/ 6477582 h 6858000"/>
              <a:gd name="connsiteX75" fmla="*/ 1062845 w 12193199"/>
              <a:gd name="connsiteY75" fmla="*/ 6451061 h 6858000"/>
              <a:gd name="connsiteX76" fmla="*/ 1075953 w 12193199"/>
              <a:gd name="connsiteY76" fmla="*/ 6464876 h 6858000"/>
              <a:gd name="connsiteX77" fmla="*/ 1062845 w 12193199"/>
              <a:gd name="connsiteY77" fmla="*/ 6478691 h 6858000"/>
              <a:gd name="connsiteX78" fmla="*/ 1049836 w 12193199"/>
              <a:gd name="connsiteY78" fmla="*/ 6464876 h 6858000"/>
              <a:gd name="connsiteX79" fmla="*/ 1062845 w 12193199"/>
              <a:gd name="connsiteY79" fmla="*/ 6451061 h 6858000"/>
              <a:gd name="connsiteX80" fmla="*/ 1225496 w 12193199"/>
              <a:gd name="connsiteY80" fmla="*/ 6450960 h 6858000"/>
              <a:gd name="connsiteX81" fmla="*/ 1238605 w 12193199"/>
              <a:gd name="connsiteY81" fmla="*/ 6464876 h 6858000"/>
              <a:gd name="connsiteX82" fmla="*/ 1225496 w 12193199"/>
              <a:gd name="connsiteY82" fmla="*/ 6478792 h 6858000"/>
              <a:gd name="connsiteX83" fmla="*/ 1212387 w 12193199"/>
              <a:gd name="connsiteY83" fmla="*/ 6464876 h 6858000"/>
              <a:gd name="connsiteX84" fmla="*/ 1225496 w 12193199"/>
              <a:gd name="connsiteY84" fmla="*/ 6450960 h 6858000"/>
              <a:gd name="connsiteX85" fmla="*/ 919962 w 12193199"/>
              <a:gd name="connsiteY85" fmla="*/ 6450960 h 6858000"/>
              <a:gd name="connsiteX86" fmla="*/ 933071 w 12193199"/>
              <a:gd name="connsiteY86" fmla="*/ 6464876 h 6858000"/>
              <a:gd name="connsiteX87" fmla="*/ 919962 w 12193199"/>
              <a:gd name="connsiteY87" fmla="*/ 6478792 h 6858000"/>
              <a:gd name="connsiteX88" fmla="*/ 906852 w 12193199"/>
              <a:gd name="connsiteY88" fmla="*/ 6464876 h 6858000"/>
              <a:gd name="connsiteX89" fmla="*/ 919962 w 12193199"/>
              <a:gd name="connsiteY89" fmla="*/ 6450960 h 6858000"/>
              <a:gd name="connsiteX90" fmla="*/ 581316 w 12193199"/>
              <a:gd name="connsiteY90" fmla="*/ 6450960 h 6858000"/>
              <a:gd name="connsiteX91" fmla="*/ 594425 w 12193199"/>
              <a:gd name="connsiteY91" fmla="*/ 6464876 h 6858000"/>
              <a:gd name="connsiteX92" fmla="*/ 581316 w 12193199"/>
              <a:gd name="connsiteY92" fmla="*/ 6478792 h 6858000"/>
              <a:gd name="connsiteX93" fmla="*/ 568206 w 12193199"/>
              <a:gd name="connsiteY93" fmla="*/ 6464876 h 6858000"/>
              <a:gd name="connsiteX94" fmla="*/ 581316 w 12193199"/>
              <a:gd name="connsiteY94" fmla="*/ 6450960 h 6858000"/>
              <a:gd name="connsiteX95" fmla="*/ 1288500 w 12193199"/>
              <a:gd name="connsiteY95" fmla="*/ 6450153 h 6858000"/>
              <a:gd name="connsiteX96" fmla="*/ 1299896 w 12193199"/>
              <a:gd name="connsiteY96" fmla="*/ 6458926 h 6858000"/>
              <a:gd name="connsiteX97" fmla="*/ 1277307 w 12193199"/>
              <a:gd name="connsiteY97" fmla="*/ 6458926 h 6858000"/>
              <a:gd name="connsiteX98" fmla="*/ 1288500 w 12193199"/>
              <a:gd name="connsiteY98" fmla="*/ 6450153 h 6858000"/>
              <a:gd name="connsiteX99" fmla="*/ 773758 w 12193199"/>
              <a:gd name="connsiteY99" fmla="*/ 6450153 h 6858000"/>
              <a:gd name="connsiteX100" fmla="*/ 785154 w 12193199"/>
              <a:gd name="connsiteY100" fmla="*/ 6458926 h 6858000"/>
              <a:gd name="connsiteX101" fmla="*/ 762565 w 12193199"/>
              <a:gd name="connsiteY101" fmla="*/ 6458926 h 6858000"/>
              <a:gd name="connsiteX102" fmla="*/ 773758 w 12193199"/>
              <a:gd name="connsiteY102" fmla="*/ 6450153 h 6858000"/>
              <a:gd name="connsiteX103" fmla="*/ 868063 w 12193199"/>
              <a:gd name="connsiteY103" fmla="*/ 6438859 h 6858000"/>
              <a:gd name="connsiteX104" fmla="*/ 868063 w 12193199"/>
              <a:gd name="connsiteY104" fmla="*/ 6490893 h 6858000"/>
              <a:gd name="connsiteX105" fmla="*/ 882080 w 12193199"/>
              <a:gd name="connsiteY105" fmla="*/ 6490893 h 6858000"/>
              <a:gd name="connsiteX106" fmla="*/ 882080 w 12193199"/>
              <a:gd name="connsiteY106" fmla="*/ 6438859 h 6858000"/>
              <a:gd name="connsiteX107" fmla="*/ 1351643 w 12193199"/>
              <a:gd name="connsiteY107" fmla="*/ 6437851 h 6858000"/>
              <a:gd name="connsiteX108" fmla="*/ 1336617 w 12193199"/>
              <a:gd name="connsiteY108" fmla="*/ 6448136 h 6858000"/>
              <a:gd name="connsiteX109" fmla="*/ 1336617 w 12193199"/>
              <a:gd name="connsiteY109" fmla="*/ 6438859 h 6858000"/>
              <a:gd name="connsiteX110" fmla="*/ 1322601 w 12193199"/>
              <a:gd name="connsiteY110" fmla="*/ 6438859 h 6858000"/>
              <a:gd name="connsiteX111" fmla="*/ 1322601 w 12193199"/>
              <a:gd name="connsiteY111" fmla="*/ 6490893 h 6858000"/>
              <a:gd name="connsiteX112" fmla="*/ 1336617 w 12193199"/>
              <a:gd name="connsiteY112" fmla="*/ 6490893 h 6858000"/>
              <a:gd name="connsiteX113" fmla="*/ 1336617 w 12193199"/>
              <a:gd name="connsiteY113" fmla="*/ 6462557 h 6858000"/>
              <a:gd name="connsiteX114" fmla="*/ 1350030 w 12193199"/>
              <a:gd name="connsiteY114" fmla="*/ 6452674 h 6858000"/>
              <a:gd name="connsiteX115" fmla="*/ 1352550 w 12193199"/>
              <a:gd name="connsiteY115" fmla="*/ 6452674 h 6858000"/>
              <a:gd name="connsiteX116" fmla="*/ 1352550 w 12193199"/>
              <a:gd name="connsiteY116" fmla="*/ 6437851 h 6858000"/>
              <a:gd name="connsiteX117" fmla="*/ 650270 w 12193199"/>
              <a:gd name="connsiteY117" fmla="*/ 6437851 h 6858000"/>
              <a:gd name="connsiteX118" fmla="*/ 635245 w 12193199"/>
              <a:gd name="connsiteY118" fmla="*/ 6448136 h 6858000"/>
              <a:gd name="connsiteX119" fmla="*/ 635245 w 12193199"/>
              <a:gd name="connsiteY119" fmla="*/ 6438859 h 6858000"/>
              <a:gd name="connsiteX120" fmla="*/ 621228 w 12193199"/>
              <a:gd name="connsiteY120" fmla="*/ 6438859 h 6858000"/>
              <a:gd name="connsiteX121" fmla="*/ 621228 w 12193199"/>
              <a:gd name="connsiteY121" fmla="*/ 6490893 h 6858000"/>
              <a:gd name="connsiteX122" fmla="*/ 635245 w 12193199"/>
              <a:gd name="connsiteY122" fmla="*/ 6490893 h 6858000"/>
              <a:gd name="connsiteX123" fmla="*/ 635245 w 12193199"/>
              <a:gd name="connsiteY123" fmla="*/ 6462557 h 6858000"/>
              <a:gd name="connsiteX124" fmla="*/ 648657 w 12193199"/>
              <a:gd name="connsiteY124" fmla="*/ 6452674 h 6858000"/>
              <a:gd name="connsiteX125" fmla="*/ 651178 w 12193199"/>
              <a:gd name="connsiteY125" fmla="*/ 6452674 h 6858000"/>
              <a:gd name="connsiteX126" fmla="*/ 651178 w 12193199"/>
              <a:gd name="connsiteY126" fmla="*/ 6437851 h 6858000"/>
              <a:gd name="connsiteX127" fmla="*/ 1288500 w 12193199"/>
              <a:gd name="connsiteY127" fmla="*/ 6437447 h 6858000"/>
              <a:gd name="connsiteX128" fmla="*/ 1262584 w 12193199"/>
              <a:gd name="connsiteY128" fmla="*/ 6464876 h 6858000"/>
              <a:gd name="connsiteX129" fmla="*/ 1289709 w 12193199"/>
              <a:gd name="connsiteY129" fmla="*/ 6492405 h 6858000"/>
              <a:gd name="connsiteX130" fmla="*/ 1312702 w 12193199"/>
              <a:gd name="connsiteY130" fmla="*/ 6480607 h 6858000"/>
              <a:gd name="connsiteX131" fmla="*/ 1303223 w 12193199"/>
              <a:gd name="connsiteY131" fmla="*/ 6472540 h 6858000"/>
              <a:gd name="connsiteX132" fmla="*/ 1289709 w 12193199"/>
              <a:gd name="connsiteY132" fmla="*/ 6479699 h 6858000"/>
              <a:gd name="connsiteX133" fmla="*/ 1277105 w 12193199"/>
              <a:gd name="connsiteY133" fmla="*/ 6468909 h 6858000"/>
              <a:gd name="connsiteX134" fmla="*/ 1314114 w 12193199"/>
              <a:gd name="connsiteY134" fmla="*/ 6468909 h 6858000"/>
              <a:gd name="connsiteX135" fmla="*/ 1314517 w 12193199"/>
              <a:gd name="connsiteY135" fmla="*/ 6464271 h 6858000"/>
              <a:gd name="connsiteX136" fmla="*/ 1288500 w 12193199"/>
              <a:gd name="connsiteY136" fmla="*/ 6437447 h 6858000"/>
              <a:gd name="connsiteX137" fmla="*/ 1222370 w 12193199"/>
              <a:gd name="connsiteY137" fmla="*/ 6437447 h 6858000"/>
              <a:gd name="connsiteX138" fmla="*/ 1197864 w 12193199"/>
              <a:gd name="connsiteY138" fmla="*/ 6464876 h 6858000"/>
              <a:gd name="connsiteX139" fmla="*/ 1222370 w 12193199"/>
              <a:gd name="connsiteY139" fmla="*/ 6492405 h 6858000"/>
              <a:gd name="connsiteX140" fmla="*/ 1238605 w 12193199"/>
              <a:gd name="connsiteY140" fmla="*/ 6483430 h 6858000"/>
              <a:gd name="connsiteX141" fmla="*/ 1238605 w 12193199"/>
              <a:gd name="connsiteY141" fmla="*/ 6490893 h 6858000"/>
              <a:gd name="connsiteX142" fmla="*/ 1252622 w 12193199"/>
              <a:gd name="connsiteY142" fmla="*/ 6490893 h 6858000"/>
              <a:gd name="connsiteX143" fmla="*/ 1252622 w 12193199"/>
              <a:gd name="connsiteY143" fmla="*/ 6438859 h 6858000"/>
              <a:gd name="connsiteX144" fmla="*/ 1238605 w 12193199"/>
              <a:gd name="connsiteY144" fmla="*/ 6438859 h 6858000"/>
              <a:gd name="connsiteX145" fmla="*/ 1238605 w 12193199"/>
              <a:gd name="connsiteY145" fmla="*/ 6446422 h 6858000"/>
              <a:gd name="connsiteX146" fmla="*/ 1222370 w 12193199"/>
              <a:gd name="connsiteY146" fmla="*/ 6437447 h 6858000"/>
              <a:gd name="connsiteX147" fmla="*/ 1062845 w 12193199"/>
              <a:gd name="connsiteY147" fmla="*/ 6437447 h 6858000"/>
              <a:gd name="connsiteX148" fmla="*/ 1035315 w 12193199"/>
              <a:gd name="connsiteY148" fmla="*/ 6464876 h 6858000"/>
              <a:gd name="connsiteX149" fmla="*/ 1062845 w 12193199"/>
              <a:gd name="connsiteY149" fmla="*/ 6492304 h 6858000"/>
              <a:gd name="connsiteX150" fmla="*/ 1090475 w 12193199"/>
              <a:gd name="connsiteY150" fmla="*/ 6464876 h 6858000"/>
              <a:gd name="connsiteX151" fmla="*/ 1062845 w 12193199"/>
              <a:gd name="connsiteY151" fmla="*/ 6437447 h 6858000"/>
              <a:gd name="connsiteX152" fmla="*/ 916836 w 12193199"/>
              <a:gd name="connsiteY152" fmla="*/ 6437447 h 6858000"/>
              <a:gd name="connsiteX153" fmla="*/ 892332 w 12193199"/>
              <a:gd name="connsiteY153" fmla="*/ 6464876 h 6858000"/>
              <a:gd name="connsiteX154" fmla="*/ 916836 w 12193199"/>
              <a:gd name="connsiteY154" fmla="*/ 6492405 h 6858000"/>
              <a:gd name="connsiteX155" fmla="*/ 933071 w 12193199"/>
              <a:gd name="connsiteY155" fmla="*/ 6483430 h 6858000"/>
              <a:gd name="connsiteX156" fmla="*/ 933071 w 12193199"/>
              <a:gd name="connsiteY156" fmla="*/ 6490893 h 6858000"/>
              <a:gd name="connsiteX157" fmla="*/ 947087 w 12193199"/>
              <a:gd name="connsiteY157" fmla="*/ 6490893 h 6858000"/>
              <a:gd name="connsiteX158" fmla="*/ 947087 w 12193199"/>
              <a:gd name="connsiteY158" fmla="*/ 6438859 h 6858000"/>
              <a:gd name="connsiteX159" fmla="*/ 933071 w 12193199"/>
              <a:gd name="connsiteY159" fmla="*/ 6438859 h 6858000"/>
              <a:gd name="connsiteX160" fmla="*/ 933071 w 12193199"/>
              <a:gd name="connsiteY160" fmla="*/ 6446422 h 6858000"/>
              <a:gd name="connsiteX161" fmla="*/ 916836 w 12193199"/>
              <a:gd name="connsiteY161" fmla="*/ 6437447 h 6858000"/>
              <a:gd name="connsiteX162" fmla="*/ 839011 w 12193199"/>
              <a:gd name="connsiteY162" fmla="*/ 6437447 h 6858000"/>
              <a:gd name="connsiteX163" fmla="*/ 823382 w 12193199"/>
              <a:gd name="connsiteY163" fmla="*/ 6444809 h 6858000"/>
              <a:gd name="connsiteX164" fmla="*/ 823382 w 12193199"/>
              <a:gd name="connsiteY164" fmla="*/ 6438859 h 6858000"/>
              <a:gd name="connsiteX165" fmla="*/ 809364 w 12193199"/>
              <a:gd name="connsiteY165" fmla="*/ 6438859 h 6858000"/>
              <a:gd name="connsiteX166" fmla="*/ 809364 w 12193199"/>
              <a:gd name="connsiteY166" fmla="*/ 6490893 h 6858000"/>
              <a:gd name="connsiteX167" fmla="*/ 823382 w 12193199"/>
              <a:gd name="connsiteY167" fmla="*/ 6490893 h 6858000"/>
              <a:gd name="connsiteX168" fmla="*/ 823382 w 12193199"/>
              <a:gd name="connsiteY168" fmla="*/ 6459733 h 6858000"/>
              <a:gd name="connsiteX169" fmla="*/ 832961 w 12193199"/>
              <a:gd name="connsiteY169" fmla="*/ 6449750 h 6858000"/>
              <a:gd name="connsiteX170" fmla="*/ 841936 w 12193199"/>
              <a:gd name="connsiteY170" fmla="*/ 6459229 h 6858000"/>
              <a:gd name="connsiteX171" fmla="*/ 841936 w 12193199"/>
              <a:gd name="connsiteY171" fmla="*/ 6490893 h 6858000"/>
              <a:gd name="connsiteX172" fmla="*/ 855953 w 12193199"/>
              <a:gd name="connsiteY172" fmla="*/ 6490893 h 6858000"/>
              <a:gd name="connsiteX173" fmla="*/ 855953 w 12193199"/>
              <a:gd name="connsiteY173" fmla="*/ 6456708 h 6858000"/>
              <a:gd name="connsiteX174" fmla="*/ 839011 w 12193199"/>
              <a:gd name="connsiteY174" fmla="*/ 6437447 h 6858000"/>
              <a:gd name="connsiteX175" fmla="*/ 773758 w 12193199"/>
              <a:gd name="connsiteY175" fmla="*/ 6437447 h 6858000"/>
              <a:gd name="connsiteX176" fmla="*/ 747843 w 12193199"/>
              <a:gd name="connsiteY176" fmla="*/ 6464876 h 6858000"/>
              <a:gd name="connsiteX177" fmla="*/ 774969 w 12193199"/>
              <a:gd name="connsiteY177" fmla="*/ 6492405 h 6858000"/>
              <a:gd name="connsiteX178" fmla="*/ 797961 w 12193199"/>
              <a:gd name="connsiteY178" fmla="*/ 6480607 h 6858000"/>
              <a:gd name="connsiteX179" fmla="*/ 788481 w 12193199"/>
              <a:gd name="connsiteY179" fmla="*/ 6472540 h 6858000"/>
              <a:gd name="connsiteX180" fmla="*/ 774969 w 12193199"/>
              <a:gd name="connsiteY180" fmla="*/ 6479699 h 6858000"/>
              <a:gd name="connsiteX181" fmla="*/ 762364 w 12193199"/>
              <a:gd name="connsiteY181" fmla="*/ 6468909 h 6858000"/>
              <a:gd name="connsiteX182" fmla="*/ 799372 w 12193199"/>
              <a:gd name="connsiteY182" fmla="*/ 6468909 h 6858000"/>
              <a:gd name="connsiteX183" fmla="*/ 799776 w 12193199"/>
              <a:gd name="connsiteY183" fmla="*/ 6464271 h 6858000"/>
              <a:gd name="connsiteX184" fmla="*/ 773758 w 12193199"/>
              <a:gd name="connsiteY184" fmla="*/ 6437447 h 6858000"/>
              <a:gd name="connsiteX185" fmla="*/ 689403 w 12193199"/>
              <a:gd name="connsiteY185" fmla="*/ 6437447 h 6858000"/>
              <a:gd name="connsiteX186" fmla="*/ 674377 w 12193199"/>
              <a:gd name="connsiteY186" fmla="*/ 6444809 h 6858000"/>
              <a:gd name="connsiteX187" fmla="*/ 674377 w 12193199"/>
              <a:gd name="connsiteY187" fmla="*/ 6438859 h 6858000"/>
              <a:gd name="connsiteX188" fmla="*/ 660361 w 12193199"/>
              <a:gd name="connsiteY188" fmla="*/ 6438859 h 6858000"/>
              <a:gd name="connsiteX189" fmla="*/ 660361 w 12193199"/>
              <a:gd name="connsiteY189" fmla="*/ 6490893 h 6858000"/>
              <a:gd name="connsiteX190" fmla="*/ 674377 w 12193199"/>
              <a:gd name="connsiteY190" fmla="*/ 6490893 h 6858000"/>
              <a:gd name="connsiteX191" fmla="*/ 674377 w 12193199"/>
              <a:gd name="connsiteY191" fmla="*/ 6460036 h 6858000"/>
              <a:gd name="connsiteX192" fmla="*/ 683352 w 12193199"/>
              <a:gd name="connsiteY192" fmla="*/ 6449750 h 6858000"/>
              <a:gd name="connsiteX193" fmla="*/ 691923 w 12193199"/>
              <a:gd name="connsiteY193" fmla="*/ 6459632 h 6858000"/>
              <a:gd name="connsiteX194" fmla="*/ 691923 w 12193199"/>
              <a:gd name="connsiteY194" fmla="*/ 6490893 h 6858000"/>
              <a:gd name="connsiteX195" fmla="*/ 705840 w 12193199"/>
              <a:gd name="connsiteY195" fmla="*/ 6490893 h 6858000"/>
              <a:gd name="connsiteX196" fmla="*/ 705840 w 12193199"/>
              <a:gd name="connsiteY196" fmla="*/ 6458523 h 6858000"/>
              <a:gd name="connsiteX197" fmla="*/ 714916 w 12193199"/>
              <a:gd name="connsiteY197" fmla="*/ 6449750 h 6858000"/>
              <a:gd name="connsiteX198" fmla="*/ 723487 w 12193199"/>
              <a:gd name="connsiteY198" fmla="*/ 6459632 h 6858000"/>
              <a:gd name="connsiteX199" fmla="*/ 723487 w 12193199"/>
              <a:gd name="connsiteY199" fmla="*/ 6490893 h 6858000"/>
              <a:gd name="connsiteX200" fmla="*/ 737504 w 12193199"/>
              <a:gd name="connsiteY200" fmla="*/ 6490893 h 6858000"/>
              <a:gd name="connsiteX201" fmla="*/ 737504 w 12193199"/>
              <a:gd name="connsiteY201" fmla="*/ 6457010 h 6858000"/>
              <a:gd name="connsiteX202" fmla="*/ 719554 w 12193199"/>
              <a:gd name="connsiteY202" fmla="*/ 6437447 h 6858000"/>
              <a:gd name="connsiteX203" fmla="*/ 703521 w 12193199"/>
              <a:gd name="connsiteY203" fmla="*/ 6445716 h 6858000"/>
              <a:gd name="connsiteX204" fmla="*/ 689403 w 12193199"/>
              <a:gd name="connsiteY204" fmla="*/ 6437447 h 6858000"/>
              <a:gd name="connsiteX205" fmla="*/ 578190 w 12193199"/>
              <a:gd name="connsiteY205" fmla="*/ 6437447 h 6858000"/>
              <a:gd name="connsiteX206" fmla="*/ 553686 w 12193199"/>
              <a:gd name="connsiteY206" fmla="*/ 6464876 h 6858000"/>
              <a:gd name="connsiteX207" fmla="*/ 578190 w 12193199"/>
              <a:gd name="connsiteY207" fmla="*/ 6492405 h 6858000"/>
              <a:gd name="connsiteX208" fmla="*/ 594425 w 12193199"/>
              <a:gd name="connsiteY208" fmla="*/ 6483430 h 6858000"/>
              <a:gd name="connsiteX209" fmla="*/ 594425 w 12193199"/>
              <a:gd name="connsiteY209" fmla="*/ 6490893 h 6858000"/>
              <a:gd name="connsiteX210" fmla="*/ 608442 w 12193199"/>
              <a:gd name="connsiteY210" fmla="*/ 6490893 h 6858000"/>
              <a:gd name="connsiteX211" fmla="*/ 608442 w 12193199"/>
              <a:gd name="connsiteY211" fmla="*/ 6438859 h 6858000"/>
              <a:gd name="connsiteX212" fmla="*/ 594425 w 12193199"/>
              <a:gd name="connsiteY212" fmla="*/ 6438859 h 6858000"/>
              <a:gd name="connsiteX213" fmla="*/ 594425 w 12193199"/>
              <a:gd name="connsiteY213" fmla="*/ 6446422 h 6858000"/>
              <a:gd name="connsiteX214" fmla="*/ 578190 w 12193199"/>
              <a:gd name="connsiteY214" fmla="*/ 6437447 h 6858000"/>
              <a:gd name="connsiteX215" fmla="*/ 500904 w 12193199"/>
              <a:gd name="connsiteY215" fmla="*/ 6433615 h 6858000"/>
              <a:gd name="connsiteX216" fmla="*/ 518450 w 12193199"/>
              <a:gd name="connsiteY216" fmla="*/ 6433615 h 6858000"/>
              <a:gd name="connsiteX217" fmla="*/ 527122 w 12193199"/>
              <a:gd name="connsiteY217" fmla="*/ 6441078 h 6858000"/>
              <a:gd name="connsiteX218" fmla="*/ 518450 w 12193199"/>
              <a:gd name="connsiteY218" fmla="*/ 6448439 h 6858000"/>
              <a:gd name="connsiteX219" fmla="*/ 500904 w 12193199"/>
              <a:gd name="connsiteY219" fmla="*/ 6448439 h 6858000"/>
              <a:gd name="connsiteX220" fmla="*/ 1120008 w 12193199"/>
              <a:gd name="connsiteY220" fmla="*/ 6423632 h 6858000"/>
              <a:gd name="connsiteX221" fmla="*/ 1105991 w 12193199"/>
              <a:gd name="connsiteY221" fmla="*/ 6427666 h 6858000"/>
              <a:gd name="connsiteX222" fmla="*/ 1105991 w 12193199"/>
              <a:gd name="connsiteY222" fmla="*/ 6438859 h 6858000"/>
              <a:gd name="connsiteX223" fmla="*/ 1097218 w 12193199"/>
              <a:gd name="connsiteY223" fmla="*/ 6438859 h 6858000"/>
              <a:gd name="connsiteX224" fmla="*/ 1097218 w 12193199"/>
              <a:gd name="connsiteY224" fmla="*/ 6450758 h 6858000"/>
              <a:gd name="connsiteX225" fmla="*/ 1105991 w 12193199"/>
              <a:gd name="connsiteY225" fmla="*/ 6450758 h 6858000"/>
              <a:gd name="connsiteX226" fmla="*/ 1105991 w 12193199"/>
              <a:gd name="connsiteY226" fmla="*/ 6472943 h 6858000"/>
              <a:gd name="connsiteX227" fmla="*/ 1124042 w 12193199"/>
              <a:gd name="connsiteY227" fmla="*/ 6492103 h 6858000"/>
              <a:gd name="connsiteX228" fmla="*/ 1132008 w 12193199"/>
              <a:gd name="connsiteY228" fmla="*/ 6491195 h 6858000"/>
              <a:gd name="connsiteX229" fmla="*/ 1132008 w 12193199"/>
              <a:gd name="connsiteY229" fmla="*/ 6479296 h 6858000"/>
              <a:gd name="connsiteX230" fmla="*/ 1128076 w 12193199"/>
              <a:gd name="connsiteY230" fmla="*/ 6479699 h 6858000"/>
              <a:gd name="connsiteX231" fmla="*/ 1120008 w 12193199"/>
              <a:gd name="connsiteY231" fmla="*/ 6471733 h 6858000"/>
              <a:gd name="connsiteX232" fmla="*/ 1120008 w 12193199"/>
              <a:gd name="connsiteY232" fmla="*/ 6450758 h 6858000"/>
              <a:gd name="connsiteX233" fmla="*/ 1132008 w 12193199"/>
              <a:gd name="connsiteY233" fmla="*/ 6450758 h 6858000"/>
              <a:gd name="connsiteX234" fmla="*/ 1132008 w 12193199"/>
              <a:gd name="connsiteY234" fmla="*/ 6438859 h 6858000"/>
              <a:gd name="connsiteX235" fmla="*/ 1120008 w 12193199"/>
              <a:gd name="connsiteY235" fmla="*/ 6438859 h 6858000"/>
              <a:gd name="connsiteX236" fmla="*/ 1141990 w 12193199"/>
              <a:gd name="connsiteY236" fmla="*/ 6420305 h 6858000"/>
              <a:gd name="connsiteX237" fmla="*/ 1141990 w 12193199"/>
              <a:gd name="connsiteY237" fmla="*/ 6490893 h 6858000"/>
              <a:gd name="connsiteX238" fmla="*/ 1156007 w 12193199"/>
              <a:gd name="connsiteY238" fmla="*/ 6490893 h 6858000"/>
              <a:gd name="connsiteX239" fmla="*/ 1156007 w 12193199"/>
              <a:gd name="connsiteY239" fmla="*/ 6459733 h 6858000"/>
              <a:gd name="connsiteX240" fmla="*/ 1165587 w 12193199"/>
              <a:gd name="connsiteY240" fmla="*/ 6449750 h 6858000"/>
              <a:gd name="connsiteX241" fmla="*/ 1174562 w 12193199"/>
              <a:gd name="connsiteY241" fmla="*/ 6459229 h 6858000"/>
              <a:gd name="connsiteX242" fmla="*/ 1174562 w 12193199"/>
              <a:gd name="connsiteY242" fmla="*/ 6490893 h 6858000"/>
              <a:gd name="connsiteX243" fmla="*/ 1188579 w 12193199"/>
              <a:gd name="connsiteY243" fmla="*/ 6490893 h 6858000"/>
              <a:gd name="connsiteX244" fmla="*/ 1188579 w 12193199"/>
              <a:gd name="connsiteY244" fmla="*/ 6456708 h 6858000"/>
              <a:gd name="connsiteX245" fmla="*/ 1171637 w 12193199"/>
              <a:gd name="connsiteY245" fmla="*/ 6437447 h 6858000"/>
              <a:gd name="connsiteX246" fmla="*/ 1156007 w 12193199"/>
              <a:gd name="connsiteY246" fmla="*/ 6444809 h 6858000"/>
              <a:gd name="connsiteX247" fmla="*/ 1156007 w 12193199"/>
              <a:gd name="connsiteY247" fmla="*/ 6420305 h 6858000"/>
              <a:gd name="connsiteX248" fmla="*/ 485777 w 12193199"/>
              <a:gd name="connsiteY248" fmla="*/ 6420305 h 6858000"/>
              <a:gd name="connsiteX249" fmla="*/ 485777 w 12193199"/>
              <a:gd name="connsiteY249" fmla="*/ 6490893 h 6858000"/>
              <a:gd name="connsiteX250" fmla="*/ 520668 w 12193199"/>
              <a:gd name="connsiteY250" fmla="*/ 6490893 h 6858000"/>
              <a:gd name="connsiteX251" fmla="*/ 544568 w 12193199"/>
              <a:gd name="connsiteY251" fmla="*/ 6471229 h 6858000"/>
              <a:gd name="connsiteX252" fmla="*/ 532265 w 12193199"/>
              <a:gd name="connsiteY252" fmla="*/ 6454691 h 6858000"/>
              <a:gd name="connsiteX253" fmla="*/ 542753 w 12193199"/>
              <a:gd name="connsiteY253" fmla="*/ 6438960 h 6858000"/>
              <a:gd name="connsiteX254" fmla="*/ 520568 w 12193199"/>
              <a:gd name="connsiteY254" fmla="*/ 6420305 h 6858000"/>
              <a:gd name="connsiteX255" fmla="*/ 994261 w 12193199"/>
              <a:gd name="connsiteY255" fmla="*/ 6419094 h 6858000"/>
              <a:gd name="connsiteX256" fmla="*/ 958361 w 12193199"/>
              <a:gd name="connsiteY256" fmla="*/ 6455800 h 6858000"/>
              <a:gd name="connsiteX257" fmla="*/ 992042 w 12193199"/>
              <a:gd name="connsiteY257" fmla="*/ 6492405 h 6858000"/>
              <a:gd name="connsiteX258" fmla="*/ 1012614 w 12193199"/>
              <a:gd name="connsiteY258" fmla="*/ 6482624 h 6858000"/>
              <a:gd name="connsiteX259" fmla="*/ 1012614 w 12193199"/>
              <a:gd name="connsiteY259" fmla="*/ 6490893 h 6858000"/>
              <a:gd name="connsiteX260" fmla="*/ 1026226 w 12193199"/>
              <a:gd name="connsiteY260" fmla="*/ 6490893 h 6858000"/>
              <a:gd name="connsiteX261" fmla="*/ 1026226 w 12193199"/>
              <a:gd name="connsiteY261" fmla="*/ 6452977 h 6858000"/>
              <a:gd name="connsiteX262" fmla="*/ 994563 w 12193199"/>
              <a:gd name="connsiteY262" fmla="*/ 6452977 h 6858000"/>
              <a:gd name="connsiteX263" fmla="*/ 994563 w 12193199"/>
              <a:gd name="connsiteY263" fmla="*/ 6466489 h 6858000"/>
              <a:gd name="connsiteX264" fmla="*/ 1011303 w 12193199"/>
              <a:gd name="connsiteY264" fmla="*/ 6466489 h 6858000"/>
              <a:gd name="connsiteX265" fmla="*/ 994463 w 12193199"/>
              <a:gd name="connsiteY265" fmla="*/ 6478086 h 6858000"/>
              <a:gd name="connsiteX266" fmla="*/ 974395 w 12193199"/>
              <a:gd name="connsiteY266" fmla="*/ 6455800 h 6858000"/>
              <a:gd name="connsiteX267" fmla="*/ 994261 w 12193199"/>
              <a:gd name="connsiteY267" fmla="*/ 6433414 h 6858000"/>
              <a:gd name="connsiteX268" fmla="*/ 1012008 w 12193199"/>
              <a:gd name="connsiteY268" fmla="*/ 6443699 h 6858000"/>
              <a:gd name="connsiteX269" fmla="*/ 1024715 w 12193199"/>
              <a:gd name="connsiteY269" fmla="*/ 6435229 h 6858000"/>
              <a:gd name="connsiteX270" fmla="*/ 994261 w 12193199"/>
              <a:gd name="connsiteY270" fmla="*/ 6419094 h 6858000"/>
              <a:gd name="connsiteX271" fmla="*/ 875121 w 12193199"/>
              <a:gd name="connsiteY271" fmla="*/ 6416674 h 6858000"/>
              <a:gd name="connsiteX272" fmla="*/ 866752 w 12193199"/>
              <a:gd name="connsiteY272" fmla="*/ 6424943 h 6858000"/>
              <a:gd name="connsiteX273" fmla="*/ 875121 w 12193199"/>
              <a:gd name="connsiteY273" fmla="*/ 6433313 h 6858000"/>
              <a:gd name="connsiteX274" fmla="*/ 883492 w 12193199"/>
              <a:gd name="connsiteY274" fmla="*/ 6424943 h 6858000"/>
              <a:gd name="connsiteX275" fmla="*/ 875121 w 12193199"/>
              <a:gd name="connsiteY275" fmla="*/ 6416674 h 6858000"/>
              <a:gd name="connsiteX276" fmla="*/ 11442400 w 12193199"/>
              <a:gd name="connsiteY276" fmla="*/ 652256 h 6858000"/>
              <a:gd name="connsiteX277" fmla="*/ 11465450 w 12193199"/>
              <a:gd name="connsiteY277" fmla="*/ 677002 h 6858000"/>
              <a:gd name="connsiteX278" fmla="*/ 11442400 w 12193199"/>
              <a:gd name="connsiteY278" fmla="*/ 701748 h 6858000"/>
              <a:gd name="connsiteX279" fmla="*/ 11419349 w 12193199"/>
              <a:gd name="connsiteY279" fmla="*/ 677002 h 6858000"/>
              <a:gd name="connsiteX280" fmla="*/ 11442400 w 12193199"/>
              <a:gd name="connsiteY280" fmla="*/ 652256 h 6858000"/>
              <a:gd name="connsiteX281" fmla="*/ 11217192 w 12193199"/>
              <a:gd name="connsiteY281" fmla="*/ 652256 h 6858000"/>
              <a:gd name="connsiteX282" fmla="*/ 11240242 w 12193199"/>
              <a:gd name="connsiteY282" fmla="*/ 677002 h 6858000"/>
              <a:gd name="connsiteX283" fmla="*/ 11217192 w 12193199"/>
              <a:gd name="connsiteY283" fmla="*/ 701748 h 6858000"/>
              <a:gd name="connsiteX284" fmla="*/ 11194142 w 12193199"/>
              <a:gd name="connsiteY284" fmla="*/ 677002 h 6858000"/>
              <a:gd name="connsiteX285" fmla="*/ 11217192 w 12193199"/>
              <a:gd name="connsiteY285" fmla="*/ 652256 h 6858000"/>
              <a:gd name="connsiteX286" fmla="*/ 11532427 w 12193199"/>
              <a:gd name="connsiteY286" fmla="*/ 651335 h 6858000"/>
              <a:gd name="connsiteX287" fmla="*/ 11552688 w 12193199"/>
              <a:gd name="connsiteY287" fmla="*/ 668498 h 6858000"/>
              <a:gd name="connsiteX288" fmla="*/ 11511858 w 12193199"/>
              <a:gd name="connsiteY288" fmla="*/ 668498 h 6858000"/>
              <a:gd name="connsiteX289" fmla="*/ 11532427 w 12193199"/>
              <a:gd name="connsiteY289" fmla="*/ 651335 h 6858000"/>
              <a:gd name="connsiteX290" fmla="*/ 11620279 w 12193199"/>
              <a:gd name="connsiteY290" fmla="*/ 636015 h 6858000"/>
              <a:gd name="connsiteX291" fmla="*/ 11598623 w 12193199"/>
              <a:gd name="connsiteY291" fmla="*/ 651783 h 6858000"/>
              <a:gd name="connsiteX292" fmla="*/ 11598623 w 12193199"/>
              <a:gd name="connsiteY292" fmla="*/ 637396 h 6858000"/>
              <a:gd name="connsiteX293" fmla="*/ 11580996 w 12193199"/>
              <a:gd name="connsiteY293" fmla="*/ 637396 h 6858000"/>
              <a:gd name="connsiteX294" fmla="*/ 11580996 w 12193199"/>
              <a:gd name="connsiteY294" fmla="*/ 716570 h 6858000"/>
              <a:gd name="connsiteX295" fmla="*/ 11580996 w 12193199"/>
              <a:gd name="connsiteY295" fmla="*/ 716595 h 6858000"/>
              <a:gd name="connsiteX296" fmla="*/ 11598623 w 12193199"/>
              <a:gd name="connsiteY296" fmla="*/ 716595 h 6858000"/>
              <a:gd name="connsiteX297" fmla="*/ 11598623 w 12193199"/>
              <a:gd name="connsiteY297" fmla="*/ 673447 h 6858000"/>
              <a:gd name="connsiteX298" fmla="*/ 11618117 w 12193199"/>
              <a:gd name="connsiteY298" fmla="*/ 654264 h 6858000"/>
              <a:gd name="connsiteX299" fmla="*/ 11621980 w 12193199"/>
              <a:gd name="connsiteY299" fmla="*/ 654264 h 6858000"/>
              <a:gd name="connsiteX300" fmla="*/ 11621980 w 12193199"/>
              <a:gd name="connsiteY300" fmla="*/ 636015 h 6858000"/>
              <a:gd name="connsiteX301" fmla="*/ 11438844 w 12193199"/>
              <a:gd name="connsiteY301" fmla="*/ 635260 h 6858000"/>
              <a:gd name="connsiteX302" fmla="*/ 11401109 w 12193199"/>
              <a:gd name="connsiteY302" fmla="*/ 677015 h 6858000"/>
              <a:gd name="connsiteX303" fmla="*/ 11438844 w 12193199"/>
              <a:gd name="connsiteY303" fmla="*/ 718769 h 6858000"/>
              <a:gd name="connsiteX304" fmla="*/ 11465450 w 12193199"/>
              <a:gd name="connsiteY304" fmla="*/ 703461 h 6858000"/>
              <a:gd name="connsiteX305" fmla="*/ 11465450 w 12193199"/>
              <a:gd name="connsiteY305" fmla="*/ 716608 h 6858000"/>
              <a:gd name="connsiteX306" fmla="*/ 11483090 w 12193199"/>
              <a:gd name="connsiteY306" fmla="*/ 716608 h 6858000"/>
              <a:gd name="connsiteX307" fmla="*/ 11483090 w 12193199"/>
              <a:gd name="connsiteY307" fmla="*/ 637434 h 6858000"/>
              <a:gd name="connsiteX308" fmla="*/ 11465450 w 12193199"/>
              <a:gd name="connsiteY308" fmla="*/ 637434 h 6858000"/>
              <a:gd name="connsiteX309" fmla="*/ 11465450 w 12193199"/>
              <a:gd name="connsiteY309" fmla="*/ 650568 h 6858000"/>
              <a:gd name="connsiteX310" fmla="*/ 11438844 w 12193199"/>
              <a:gd name="connsiteY310" fmla="*/ 635260 h 6858000"/>
              <a:gd name="connsiteX311" fmla="*/ 11217192 w 12193199"/>
              <a:gd name="connsiteY311" fmla="*/ 635248 h 6858000"/>
              <a:gd name="connsiteX312" fmla="*/ 11175888 w 12193199"/>
              <a:gd name="connsiteY312" fmla="*/ 677002 h 6858000"/>
              <a:gd name="connsiteX313" fmla="*/ 11217192 w 12193199"/>
              <a:gd name="connsiteY313" fmla="*/ 718756 h 6858000"/>
              <a:gd name="connsiteX314" fmla="*/ 11258496 w 12193199"/>
              <a:gd name="connsiteY314" fmla="*/ 677002 h 6858000"/>
              <a:gd name="connsiteX315" fmla="*/ 11217192 w 12193199"/>
              <a:gd name="connsiteY315" fmla="*/ 635248 h 6858000"/>
              <a:gd name="connsiteX316" fmla="*/ 11532439 w 12193199"/>
              <a:gd name="connsiteY316" fmla="*/ 635235 h 6858000"/>
              <a:gd name="connsiteX317" fmla="*/ 11493310 w 12193199"/>
              <a:gd name="connsiteY317" fmla="*/ 676989 h 6858000"/>
              <a:gd name="connsiteX318" fmla="*/ 11493297 w 12193199"/>
              <a:gd name="connsiteY318" fmla="*/ 677002 h 6858000"/>
              <a:gd name="connsiteX319" fmla="*/ 11533821 w 12193199"/>
              <a:gd name="connsiteY319" fmla="*/ 718756 h 6858000"/>
              <a:gd name="connsiteX320" fmla="*/ 11568320 w 12193199"/>
              <a:gd name="connsiteY320" fmla="*/ 700968 h 6858000"/>
              <a:gd name="connsiteX321" fmla="*/ 11556257 w 12193199"/>
              <a:gd name="connsiteY321" fmla="*/ 690762 h 6858000"/>
              <a:gd name="connsiteX322" fmla="*/ 11533834 w 12193199"/>
              <a:gd name="connsiteY322" fmla="*/ 702669 h 6858000"/>
              <a:gd name="connsiteX323" fmla="*/ 11511410 w 12193199"/>
              <a:gd name="connsiteY323" fmla="*/ 682718 h 6858000"/>
              <a:gd name="connsiteX324" fmla="*/ 11570648 w 12193199"/>
              <a:gd name="connsiteY324" fmla="*/ 682718 h 6858000"/>
              <a:gd name="connsiteX325" fmla="*/ 11571108 w 12193199"/>
              <a:gd name="connsiteY325" fmla="*/ 676222 h 6858000"/>
              <a:gd name="connsiteX326" fmla="*/ 11532439 w 12193199"/>
              <a:gd name="connsiteY326" fmla="*/ 635235 h 6858000"/>
              <a:gd name="connsiteX327" fmla="*/ 11293289 w 12193199"/>
              <a:gd name="connsiteY327" fmla="*/ 614517 h 6858000"/>
              <a:gd name="connsiteX328" fmla="*/ 11275649 w 12193199"/>
              <a:gd name="connsiteY328" fmla="*/ 619927 h 6858000"/>
              <a:gd name="connsiteX329" fmla="*/ 11275649 w 12193199"/>
              <a:gd name="connsiteY329" fmla="*/ 637396 h 6858000"/>
              <a:gd name="connsiteX330" fmla="*/ 11260338 w 12193199"/>
              <a:gd name="connsiteY330" fmla="*/ 637396 h 6858000"/>
              <a:gd name="connsiteX331" fmla="*/ 11260338 w 12193199"/>
              <a:gd name="connsiteY331" fmla="*/ 652551 h 6858000"/>
              <a:gd name="connsiteX332" fmla="*/ 11275649 w 12193199"/>
              <a:gd name="connsiteY332" fmla="*/ 652551 h 6858000"/>
              <a:gd name="connsiteX333" fmla="*/ 11275649 w 12193199"/>
              <a:gd name="connsiteY333" fmla="*/ 691363 h 6858000"/>
              <a:gd name="connsiteX334" fmla="*/ 11301168 w 12193199"/>
              <a:gd name="connsiteY334" fmla="*/ 718271 h 6858000"/>
              <a:gd name="connsiteX335" fmla="*/ 11312617 w 12193199"/>
              <a:gd name="connsiteY335" fmla="*/ 716877 h 6858000"/>
              <a:gd name="connsiteX336" fmla="*/ 11312630 w 12193199"/>
              <a:gd name="connsiteY336" fmla="*/ 716902 h 6858000"/>
              <a:gd name="connsiteX337" fmla="*/ 11312630 w 12193199"/>
              <a:gd name="connsiteY337" fmla="*/ 702055 h 6858000"/>
              <a:gd name="connsiteX338" fmla="*/ 11305978 w 12193199"/>
              <a:gd name="connsiteY338" fmla="*/ 702515 h 6858000"/>
              <a:gd name="connsiteX339" fmla="*/ 11293289 w 12193199"/>
              <a:gd name="connsiteY339" fmla="*/ 689675 h 6858000"/>
              <a:gd name="connsiteX340" fmla="*/ 11293289 w 12193199"/>
              <a:gd name="connsiteY340" fmla="*/ 652563 h 6858000"/>
              <a:gd name="connsiteX341" fmla="*/ 11312630 w 12193199"/>
              <a:gd name="connsiteY341" fmla="*/ 652563 h 6858000"/>
              <a:gd name="connsiteX342" fmla="*/ 11312630 w 12193199"/>
              <a:gd name="connsiteY342" fmla="*/ 637409 h 6858000"/>
              <a:gd name="connsiteX343" fmla="*/ 11293289 w 12193199"/>
              <a:gd name="connsiteY343" fmla="*/ 637409 h 6858000"/>
              <a:gd name="connsiteX344" fmla="*/ 11324398 w 12193199"/>
              <a:gd name="connsiteY344" fmla="*/ 608341 h 6858000"/>
              <a:gd name="connsiteX345" fmla="*/ 11324398 w 12193199"/>
              <a:gd name="connsiteY345" fmla="*/ 716595 h 6858000"/>
              <a:gd name="connsiteX346" fmla="*/ 11342012 w 12193199"/>
              <a:gd name="connsiteY346" fmla="*/ 716595 h 6858000"/>
              <a:gd name="connsiteX347" fmla="*/ 11342012 w 12193199"/>
              <a:gd name="connsiteY347" fmla="*/ 669585 h 6858000"/>
              <a:gd name="connsiteX348" fmla="*/ 11358410 w 12193199"/>
              <a:gd name="connsiteY348" fmla="*/ 650722 h 6858000"/>
              <a:gd name="connsiteX349" fmla="*/ 11373875 w 12193199"/>
              <a:gd name="connsiteY349" fmla="*/ 668191 h 6858000"/>
              <a:gd name="connsiteX350" fmla="*/ 11373875 w 12193199"/>
              <a:gd name="connsiteY350" fmla="*/ 716595 h 6858000"/>
              <a:gd name="connsiteX351" fmla="*/ 11391515 w 12193199"/>
              <a:gd name="connsiteY351" fmla="*/ 716595 h 6858000"/>
              <a:gd name="connsiteX352" fmla="*/ 11391515 w 12193199"/>
              <a:gd name="connsiteY352" fmla="*/ 665096 h 6858000"/>
              <a:gd name="connsiteX353" fmla="*/ 11365689 w 12193199"/>
              <a:gd name="connsiteY353" fmla="*/ 635248 h 6858000"/>
              <a:gd name="connsiteX354" fmla="*/ 11342025 w 12193199"/>
              <a:gd name="connsiteY354" fmla="*/ 647934 h 6858000"/>
              <a:gd name="connsiteX355" fmla="*/ 11342025 w 12193199"/>
              <a:gd name="connsiteY355" fmla="*/ 608341 h 6858000"/>
              <a:gd name="connsiteX356" fmla="*/ 11116651 w 12193199"/>
              <a:gd name="connsiteY356" fmla="*/ 606486 h 6858000"/>
              <a:gd name="connsiteX357" fmla="*/ 11062197 w 12193199"/>
              <a:gd name="connsiteY357" fmla="*/ 662628 h 6858000"/>
              <a:gd name="connsiteX358" fmla="*/ 11114323 w 12193199"/>
              <a:gd name="connsiteY358" fmla="*/ 718769 h 6858000"/>
              <a:gd name="connsiteX359" fmla="*/ 11147427 w 12193199"/>
              <a:gd name="connsiteY359" fmla="*/ 702681 h 6858000"/>
              <a:gd name="connsiteX360" fmla="*/ 11147427 w 12193199"/>
              <a:gd name="connsiteY360" fmla="*/ 716595 h 6858000"/>
              <a:gd name="connsiteX361" fmla="*/ 11165374 w 12193199"/>
              <a:gd name="connsiteY361" fmla="*/ 716595 h 6858000"/>
              <a:gd name="connsiteX362" fmla="*/ 11165374 w 12193199"/>
              <a:gd name="connsiteY362" fmla="*/ 659686 h 6858000"/>
              <a:gd name="connsiteX363" fmla="*/ 11118505 w 12193199"/>
              <a:gd name="connsiteY363" fmla="*/ 659686 h 6858000"/>
              <a:gd name="connsiteX364" fmla="*/ 11118505 w 12193199"/>
              <a:gd name="connsiteY364" fmla="*/ 677322 h 6858000"/>
              <a:gd name="connsiteX365" fmla="*/ 11145879 w 12193199"/>
              <a:gd name="connsiteY365" fmla="*/ 677322 h 6858000"/>
              <a:gd name="connsiteX366" fmla="*/ 11116638 w 12193199"/>
              <a:gd name="connsiteY366" fmla="*/ 699906 h 6858000"/>
              <a:gd name="connsiteX367" fmla="*/ 11083226 w 12193199"/>
              <a:gd name="connsiteY367" fmla="*/ 662640 h 6858000"/>
              <a:gd name="connsiteX368" fmla="*/ 11116638 w 12193199"/>
              <a:gd name="connsiteY368" fmla="*/ 625375 h 6858000"/>
              <a:gd name="connsiteX369" fmla="*/ 11146033 w 12193199"/>
              <a:gd name="connsiteY369" fmla="*/ 642230 h 6858000"/>
              <a:gd name="connsiteX370" fmla="*/ 11162738 w 12193199"/>
              <a:gd name="connsiteY370" fmla="*/ 631091 h 6858000"/>
              <a:gd name="connsiteX371" fmla="*/ 11116638 w 12193199"/>
              <a:gd name="connsiteY371" fmla="*/ 606499 h 6858000"/>
              <a:gd name="connsiteX372" fmla="*/ 10840737 w 12193199"/>
              <a:gd name="connsiteY372" fmla="*/ 601537 h 6858000"/>
              <a:gd name="connsiteX373" fmla="*/ 10840745 w 12193199"/>
              <a:gd name="connsiteY373" fmla="*/ 601542 h 6858000"/>
              <a:gd name="connsiteX374" fmla="*/ 10839292 w 12193199"/>
              <a:gd name="connsiteY374" fmla="*/ 602995 h 6858000"/>
              <a:gd name="connsiteX375" fmla="*/ 10915734 w 12193199"/>
              <a:gd name="connsiteY375" fmla="*/ 697054 h 6858000"/>
              <a:gd name="connsiteX376" fmla="*/ 10962909 w 12193199"/>
              <a:gd name="connsiteY376" fmla="*/ 725125 h 6858000"/>
              <a:gd name="connsiteX377" fmla="*/ 10934819 w 12193199"/>
              <a:gd name="connsiteY377" fmla="*/ 677961 h 6858000"/>
              <a:gd name="connsiteX378" fmla="*/ 10884948 w 12193199"/>
              <a:gd name="connsiteY378" fmla="*/ 633203 h 6858000"/>
              <a:gd name="connsiteX379" fmla="*/ 10840745 w 12193199"/>
              <a:gd name="connsiteY379" fmla="*/ 601542 h 6858000"/>
              <a:gd name="connsiteX380" fmla="*/ 10840750 w 12193199"/>
              <a:gd name="connsiteY380" fmla="*/ 601537 h 6858000"/>
              <a:gd name="connsiteX381" fmla="*/ 10736550 w 12193199"/>
              <a:gd name="connsiteY381" fmla="*/ 588557 h 6858000"/>
              <a:gd name="connsiteX382" fmla="*/ 10704226 w 12193199"/>
              <a:gd name="connsiteY382" fmla="*/ 600258 h 6858000"/>
              <a:gd name="connsiteX383" fmla="*/ 10736550 w 12193199"/>
              <a:gd name="connsiteY383" fmla="*/ 611960 h 6858000"/>
              <a:gd name="connsiteX384" fmla="*/ 10799191 w 12193199"/>
              <a:gd name="connsiteY384" fmla="*/ 604184 h 6858000"/>
              <a:gd name="connsiteX385" fmla="*/ 10712029 w 12193199"/>
              <a:gd name="connsiteY385" fmla="*/ 678997 h 6858000"/>
              <a:gd name="connsiteX386" fmla="*/ 10683632 w 12193199"/>
              <a:gd name="connsiteY386" fmla="*/ 725164 h 6858000"/>
              <a:gd name="connsiteX387" fmla="*/ 10730295 w 12193199"/>
              <a:gd name="connsiteY387" fmla="*/ 697067 h 6858000"/>
              <a:gd name="connsiteX388" fmla="*/ 10805906 w 12193199"/>
              <a:gd name="connsiteY388" fmla="*/ 610834 h 6858000"/>
              <a:gd name="connsiteX389" fmla="*/ 10798116 w 12193199"/>
              <a:gd name="connsiteY389" fmla="*/ 673511 h 6858000"/>
              <a:gd name="connsiteX390" fmla="*/ 10809820 w 12193199"/>
              <a:gd name="connsiteY390" fmla="*/ 705815 h 6858000"/>
              <a:gd name="connsiteX391" fmla="*/ 10821525 w 12193199"/>
              <a:gd name="connsiteY391" fmla="*/ 673511 h 6858000"/>
              <a:gd name="connsiteX392" fmla="*/ 10810716 w 12193199"/>
              <a:gd name="connsiteY392" fmla="*/ 600297 h 6858000"/>
              <a:gd name="connsiteX393" fmla="*/ 10810332 w 12193199"/>
              <a:gd name="connsiteY393" fmla="*/ 599708 h 6858000"/>
              <a:gd name="connsiteX394" fmla="*/ 10810319 w 12193199"/>
              <a:gd name="connsiteY394" fmla="*/ 599695 h 6858000"/>
              <a:gd name="connsiteX395" fmla="*/ 10809782 w 12193199"/>
              <a:gd name="connsiteY395" fmla="*/ 599363 h 6858000"/>
              <a:gd name="connsiteX396" fmla="*/ 10736550 w 12193199"/>
              <a:gd name="connsiteY396" fmla="*/ 588557 h 6858000"/>
              <a:gd name="connsiteX397" fmla="*/ 10923409 w 12193199"/>
              <a:gd name="connsiteY397" fmla="*/ 575551 h 6858000"/>
              <a:gd name="connsiteX398" fmla="*/ 10843795 w 12193199"/>
              <a:gd name="connsiteY398" fmla="*/ 586357 h 6858000"/>
              <a:gd name="connsiteX399" fmla="*/ 10843795 w 12193199"/>
              <a:gd name="connsiteY399" fmla="*/ 588147 h 6858000"/>
              <a:gd name="connsiteX400" fmla="*/ 10923409 w 12193199"/>
              <a:gd name="connsiteY400" fmla="*/ 598941 h 6858000"/>
              <a:gd name="connsiteX401" fmla="*/ 10958548 w 12193199"/>
              <a:gd name="connsiteY401" fmla="*/ 587252 h 6858000"/>
              <a:gd name="connsiteX402" fmla="*/ 10923409 w 12193199"/>
              <a:gd name="connsiteY402" fmla="*/ 575551 h 6858000"/>
              <a:gd name="connsiteX403" fmla="*/ 11089110 w 12193199"/>
              <a:gd name="connsiteY403" fmla="*/ 515163 h 6858000"/>
              <a:gd name="connsiteX404" fmla="*/ 11120053 w 12193199"/>
              <a:gd name="connsiteY404" fmla="*/ 515163 h 6858000"/>
              <a:gd name="connsiteX405" fmla="*/ 11136912 w 12193199"/>
              <a:gd name="connsiteY405" fmla="*/ 529396 h 6858000"/>
              <a:gd name="connsiteX406" fmla="*/ 11120053 w 12193199"/>
              <a:gd name="connsiteY406" fmla="*/ 543630 h 6858000"/>
              <a:gd name="connsiteX407" fmla="*/ 11120053 w 12193199"/>
              <a:gd name="connsiteY407" fmla="*/ 543617 h 6858000"/>
              <a:gd name="connsiteX408" fmla="*/ 11089110 w 12193199"/>
              <a:gd name="connsiteY408" fmla="*/ 543617 h 6858000"/>
              <a:gd name="connsiteX409" fmla="*/ 11670715 w 12193199"/>
              <a:gd name="connsiteY409" fmla="*/ 497527 h 6858000"/>
              <a:gd name="connsiteX410" fmla="*/ 11693765 w 12193199"/>
              <a:gd name="connsiteY410" fmla="*/ 522273 h 6858000"/>
              <a:gd name="connsiteX411" fmla="*/ 11670715 w 12193199"/>
              <a:gd name="connsiteY411" fmla="*/ 547019 h 6858000"/>
              <a:gd name="connsiteX412" fmla="*/ 11647665 w 12193199"/>
              <a:gd name="connsiteY412" fmla="*/ 522273 h 6858000"/>
              <a:gd name="connsiteX413" fmla="*/ 11670715 w 12193199"/>
              <a:gd name="connsiteY413" fmla="*/ 497527 h 6858000"/>
              <a:gd name="connsiteX414" fmla="*/ 11207918 w 12193199"/>
              <a:gd name="connsiteY414" fmla="*/ 497527 h 6858000"/>
              <a:gd name="connsiteX415" fmla="*/ 11230968 w 12193199"/>
              <a:gd name="connsiteY415" fmla="*/ 522273 h 6858000"/>
              <a:gd name="connsiteX416" fmla="*/ 11207918 w 12193199"/>
              <a:gd name="connsiteY416" fmla="*/ 547019 h 6858000"/>
              <a:gd name="connsiteX417" fmla="*/ 11184868 w 12193199"/>
              <a:gd name="connsiteY417" fmla="*/ 522273 h 6858000"/>
              <a:gd name="connsiteX418" fmla="*/ 11207918 w 12193199"/>
              <a:gd name="connsiteY418" fmla="*/ 497527 h 6858000"/>
              <a:gd name="connsiteX419" fmla="*/ 11472881 w 12193199"/>
              <a:gd name="connsiteY419" fmla="*/ 496606 h 6858000"/>
              <a:gd name="connsiteX420" fmla="*/ 11493143 w 12193199"/>
              <a:gd name="connsiteY420" fmla="*/ 513769 h 6858000"/>
              <a:gd name="connsiteX421" fmla="*/ 11452313 w 12193199"/>
              <a:gd name="connsiteY421" fmla="*/ 513769 h 6858000"/>
              <a:gd name="connsiteX422" fmla="*/ 11472881 w 12193199"/>
              <a:gd name="connsiteY422" fmla="*/ 496606 h 6858000"/>
              <a:gd name="connsiteX423" fmla="*/ 11601577 w 12193199"/>
              <a:gd name="connsiteY423" fmla="*/ 482693 h 6858000"/>
              <a:gd name="connsiteX424" fmla="*/ 11601577 w 12193199"/>
              <a:gd name="connsiteY424" fmla="*/ 561866 h 6858000"/>
              <a:gd name="connsiteX425" fmla="*/ 11619216 w 12193199"/>
              <a:gd name="connsiteY425" fmla="*/ 561866 h 6858000"/>
              <a:gd name="connsiteX426" fmla="*/ 11619216 w 12193199"/>
              <a:gd name="connsiteY426" fmla="*/ 482693 h 6858000"/>
              <a:gd name="connsiteX427" fmla="*/ 11301501 w 12193199"/>
              <a:gd name="connsiteY427" fmla="*/ 481299 h 6858000"/>
              <a:gd name="connsiteX428" fmla="*/ 11279845 w 12193199"/>
              <a:gd name="connsiteY428" fmla="*/ 497080 h 6858000"/>
              <a:gd name="connsiteX429" fmla="*/ 11279845 w 12193199"/>
              <a:gd name="connsiteY429" fmla="*/ 482693 h 6858000"/>
              <a:gd name="connsiteX430" fmla="*/ 11262205 w 12193199"/>
              <a:gd name="connsiteY430" fmla="*/ 482693 h 6858000"/>
              <a:gd name="connsiteX431" fmla="*/ 11262205 w 12193199"/>
              <a:gd name="connsiteY431" fmla="*/ 561866 h 6858000"/>
              <a:gd name="connsiteX432" fmla="*/ 11279845 w 12193199"/>
              <a:gd name="connsiteY432" fmla="*/ 561866 h 6858000"/>
              <a:gd name="connsiteX433" fmla="*/ 11279845 w 12193199"/>
              <a:gd name="connsiteY433" fmla="*/ 518718 h 6858000"/>
              <a:gd name="connsiteX434" fmla="*/ 11299339 w 12193199"/>
              <a:gd name="connsiteY434" fmla="*/ 499548 h 6858000"/>
              <a:gd name="connsiteX435" fmla="*/ 11303202 w 12193199"/>
              <a:gd name="connsiteY435" fmla="*/ 499548 h 6858000"/>
              <a:gd name="connsiteX436" fmla="*/ 11303202 w 12193199"/>
              <a:gd name="connsiteY436" fmla="*/ 481299 h 6858000"/>
              <a:gd name="connsiteX437" fmla="*/ 11667159 w 12193199"/>
              <a:gd name="connsiteY437" fmla="*/ 480531 h 6858000"/>
              <a:gd name="connsiteX438" fmla="*/ 11629411 w 12193199"/>
              <a:gd name="connsiteY438" fmla="*/ 522286 h 6858000"/>
              <a:gd name="connsiteX439" fmla="*/ 11667159 w 12193199"/>
              <a:gd name="connsiteY439" fmla="*/ 564040 h 6858000"/>
              <a:gd name="connsiteX440" fmla="*/ 11693765 w 12193199"/>
              <a:gd name="connsiteY440" fmla="*/ 548732 h 6858000"/>
              <a:gd name="connsiteX441" fmla="*/ 11693765 w 12193199"/>
              <a:gd name="connsiteY441" fmla="*/ 561879 h 6858000"/>
              <a:gd name="connsiteX442" fmla="*/ 11711392 w 12193199"/>
              <a:gd name="connsiteY442" fmla="*/ 561879 h 6858000"/>
              <a:gd name="connsiteX443" fmla="*/ 11711392 w 12193199"/>
              <a:gd name="connsiteY443" fmla="*/ 482705 h 6858000"/>
              <a:gd name="connsiteX444" fmla="*/ 11693765 w 12193199"/>
              <a:gd name="connsiteY444" fmla="*/ 482705 h 6858000"/>
              <a:gd name="connsiteX445" fmla="*/ 11693765 w 12193199"/>
              <a:gd name="connsiteY445" fmla="*/ 495839 h 6858000"/>
              <a:gd name="connsiteX446" fmla="*/ 11667159 w 12193199"/>
              <a:gd name="connsiteY446" fmla="*/ 480531 h 6858000"/>
              <a:gd name="connsiteX447" fmla="*/ 11204349 w 12193199"/>
              <a:gd name="connsiteY447" fmla="*/ 480531 h 6858000"/>
              <a:gd name="connsiteX448" fmla="*/ 11166601 w 12193199"/>
              <a:gd name="connsiteY448" fmla="*/ 522286 h 6858000"/>
              <a:gd name="connsiteX449" fmla="*/ 11204349 w 12193199"/>
              <a:gd name="connsiteY449" fmla="*/ 564040 h 6858000"/>
              <a:gd name="connsiteX450" fmla="*/ 11230955 w 12193199"/>
              <a:gd name="connsiteY450" fmla="*/ 548732 h 6858000"/>
              <a:gd name="connsiteX451" fmla="*/ 11230955 w 12193199"/>
              <a:gd name="connsiteY451" fmla="*/ 561879 h 6858000"/>
              <a:gd name="connsiteX452" fmla="*/ 11248582 w 12193199"/>
              <a:gd name="connsiteY452" fmla="*/ 561879 h 6858000"/>
              <a:gd name="connsiteX453" fmla="*/ 11248582 w 12193199"/>
              <a:gd name="connsiteY453" fmla="*/ 482705 h 6858000"/>
              <a:gd name="connsiteX454" fmla="*/ 11230955 w 12193199"/>
              <a:gd name="connsiteY454" fmla="*/ 482705 h 6858000"/>
              <a:gd name="connsiteX455" fmla="*/ 11230955 w 12193199"/>
              <a:gd name="connsiteY455" fmla="*/ 495839 h 6858000"/>
              <a:gd name="connsiteX456" fmla="*/ 11204349 w 12193199"/>
              <a:gd name="connsiteY456" fmla="*/ 480531 h 6858000"/>
              <a:gd name="connsiteX457" fmla="*/ 11562755 w 12193199"/>
              <a:gd name="connsiteY457" fmla="*/ 480518 h 6858000"/>
              <a:gd name="connsiteX458" fmla="*/ 11539090 w 12193199"/>
              <a:gd name="connsiteY458" fmla="*/ 493205 h 6858000"/>
              <a:gd name="connsiteX459" fmla="*/ 11539090 w 12193199"/>
              <a:gd name="connsiteY459" fmla="*/ 482693 h 6858000"/>
              <a:gd name="connsiteX460" fmla="*/ 11521464 w 12193199"/>
              <a:gd name="connsiteY460" fmla="*/ 482693 h 6858000"/>
              <a:gd name="connsiteX461" fmla="*/ 11521464 w 12193199"/>
              <a:gd name="connsiteY461" fmla="*/ 561866 h 6858000"/>
              <a:gd name="connsiteX462" fmla="*/ 11539078 w 12193199"/>
              <a:gd name="connsiteY462" fmla="*/ 561866 h 6858000"/>
              <a:gd name="connsiteX463" fmla="*/ 11539078 w 12193199"/>
              <a:gd name="connsiteY463" fmla="*/ 514856 h 6858000"/>
              <a:gd name="connsiteX464" fmla="*/ 11555476 w 12193199"/>
              <a:gd name="connsiteY464" fmla="*/ 495993 h 6858000"/>
              <a:gd name="connsiteX465" fmla="*/ 11570941 w 12193199"/>
              <a:gd name="connsiteY465" fmla="*/ 513462 h 6858000"/>
              <a:gd name="connsiteX466" fmla="*/ 11570941 w 12193199"/>
              <a:gd name="connsiteY466" fmla="*/ 561866 h 6858000"/>
              <a:gd name="connsiteX467" fmla="*/ 11588581 w 12193199"/>
              <a:gd name="connsiteY467" fmla="*/ 561866 h 6858000"/>
              <a:gd name="connsiteX468" fmla="*/ 11588581 w 12193199"/>
              <a:gd name="connsiteY468" fmla="*/ 510367 h 6858000"/>
              <a:gd name="connsiteX469" fmla="*/ 11562755 w 12193199"/>
              <a:gd name="connsiteY469" fmla="*/ 480518 h 6858000"/>
              <a:gd name="connsiteX470" fmla="*/ 11472894 w 12193199"/>
              <a:gd name="connsiteY470" fmla="*/ 480518 h 6858000"/>
              <a:gd name="connsiteX471" fmla="*/ 11433752 w 12193199"/>
              <a:gd name="connsiteY471" fmla="*/ 522273 h 6858000"/>
              <a:gd name="connsiteX472" fmla="*/ 11474276 w 12193199"/>
              <a:gd name="connsiteY472" fmla="*/ 564027 h 6858000"/>
              <a:gd name="connsiteX473" fmla="*/ 11508775 w 12193199"/>
              <a:gd name="connsiteY473" fmla="*/ 546239 h 6858000"/>
              <a:gd name="connsiteX474" fmla="*/ 11496712 w 12193199"/>
              <a:gd name="connsiteY474" fmla="*/ 536033 h 6858000"/>
              <a:gd name="connsiteX475" fmla="*/ 11474289 w 12193199"/>
              <a:gd name="connsiteY475" fmla="*/ 547939 h 6858000"/>
              <a:gd name="connsiteX476" fmla="*/ 11451865 w 12193199"/>
              <a:gd name="connsiteY476" fmla="*/ 527989 h 6858000"/>
              <a:gd name="connsiteX477" fmla="*/ 11511102 w 12193199"/>
              <a:gd name="connsiteY477" fmla="*/ 527989 h 6858000"/>
              <a:gd name="connsiteX478" fmla="*/ 11511563 w 12193199"/>
              <a:gd name="connsiteY478" fmla="*/ 521493 h 6858000"/>
              <a:gd name="connsiteX479" fmla="*/ 11472894 w 12193199"/>
              <a:gd name="connsiteY479" fmla="*/ 480518 h 6858000"/>
              <a:gd name="connsiteX480" fmla="*/ 11352552 w 12193199"/>
              <a:gd name="connsiteY480" fmla="*/ 480518 h 6858000"/>
              <a:gd name="connsiteX481" fmla="*/ 11330128 w 12193199"/>
              <a:gd name="connsiteY481" fmla="*/ 493205 h 6858000"/>
              <a:gd name="connsiteX482" fmla="*/ 11330128 w 12193199"/>
              <a:gd name="connsiteY482" fmla="*/ 482693 h 6858000"/>
              <a:gd name="connsiteX483" fmla="*/ 11312489 w 12193199"/>
              <a:gd name="connsiteY483" fmla="*/ 482693 h 6858000"/>
              <a:gd name="connsiteX484" fmla="*/ 11312489 w 12193199"/>
              <a:gd name="connsiteY484" fmla="*/ 561866 h 6858000"/>
              <a:gd name="connsiteX485" fmla="*/ 11330115 w 12193199"/>
              <a:gd name="connsiteY485" fmla="*/ 561866 h 6858000"/>
              <a:gd name="connsiteX486" fmla="*/ 11330115 w 12193199"/>
              <a:gd name="connsiteY486" fmla="*/ 514856 h 6858000"/>
              <a:gd name="connsiteX487" fmla="*/ 11345273 w 12193199"/>
              <a:gd name="connsiteY487" fmla="*/ 495993 h 6858000"/>
              <a:gd name="connsiteX488" fmla="*/ 11359510 w 12193199"/>
              <a:gd name="connsiteY488" fmla="*/ 513462 h 6858000"/>
              <a:gd name="connsiteX489" fmla="*/ 11359510 w 12193199"/>
              <a:gd name="connsiteY489" fmla="*/ 561866 h 6858000"/>
              <a:gd name="connsiteX490" fmla="*/ 11377137 w 12193199"/>
              <a:gd name="connsiteY490" fmla="*/ 561866 h 6858000"/>
              <a:gd name="connsiteX491" fmla="*/ 11377137 w 12193199"/>
              <a:gd name="connsiteY491" fmla="*/ 513155 h 6858000"/>
              <a:gd name="connsiteX492" fmla="*/ 11392295 w 12193199"/>
              <a:gd name="connsiteY492" fmla="*/ 495993 h 6858000"/>
              <a:gd name="connsiteX493" fmla="*/ 11406532 w 12193199"/>
              <a:gd name="connsiteY493" fmla="*/ 513462 h 6858000"/>
              <a:gd name="connsiteX494" fmla="*/ 11406532 w 12193199"/>
              <a:gd name="connsiteY494" fmla="*/ 561866 h 6858000"/>
              <a:gd name="connsiteX495" fmla="*/ 11424171 w 12193199"/>
              <a:gd name="connsiteY495" fmla="*/ 561866 h 6858000"/>
              <a:gd name="connsiteX496" fmla="*/ 11424171 w 12193199"/>
              <a:gd name="connsiteY496" fmla="*/ 510367 h 6858000"/>
              <a:gd name="connsiteX497" fmla="*/ 11398025 w 12193199"/>
              <a:gd name="connsiteY497" fmla="*/ 480518 h 6858000"/>
              <a:gd name="connsiteX498" fmla="*/ 11374208 w 12193199"/>
              <a:gd name="connsiteY498" fmla="*/ 494125 h 6858000"/>
              <a:gd name="connsiteX499" fmla="*/ 11352552 w 12193199"/>
              <a:gd name="connsiteY499" fmla="*/ 480518 h 6858000"/>
              <a:gd name="connsiteX500" fmla="*/ 11089110 w 12193199"/>
              <a:gd name="connsiteY500" fmla="*/ 471861 h 6858000"/>
              <a:gd name="connsiteX501" fmla="*/ 11119119 w 12193199"/>
              <a:gd name="connsiteY501" fmla="*/ 471861 h 6858000"/>
              <a:gd name="connsiteX502" fmla="*/ 11134277 w 12193199"/>
              <a:gd name="connsiteY502" fmla="*/ 484381 h 6858000"/>
              <a:gd name="connsiteX503" fmla="*/ 11119119 w 12193199"/>
              <a:gd name="connsiteY503" fmla="*/ 496913 h 6858000"/>
              <a:gd name="connsiteX504" fmla="*/ 11089110 w 12193199"/>
              <a:gd name="connsiteY504" fmla="*/ 496913 h 6858000"/>
              <a:gd name="connsiteX505" fmla="*/ 10824339 w 12193199"/>
              <a:gd name="connsiteY505" fmla="*/ 462794 h 6858000"/>
              <a:gd name="connsiteX506" fmla="*/ 10812647 w 12193199"/>
              <a:gd name="connsiteY506" fmla="*/ 494561 h 6858000"/>
              <a:gd name="connsiteX507" fmla="*/ 10823456 w 12193199"/>
              <a:gd name="connsiteY507" fmla="*/ 566535 h 6858000"/>
              <a:gd name="connsiteX508" fmla="*/ 10825234 w 12193199"/>
              <a:gd name="connsiteY508" fmla="*/ 566535 h 6858000"/>
              <a:gd name="connsiteX509" fmla="*/ 10836043 w 12193199"/>
              <a:gd name="connsiteY509" fmla="*/ 494561 h 6858000"/>
              <a:gd name="connsiteX510" fmla="*/ 10824339 w 12193199"/>
              <a:gd name="connsiteY510" fmla="*/ 462794 h 6858000"/>
              <a:gd name="connsiteX511" fmla="*/ 11069002 w 12193199"/>
              <a:gd name="connsiteY511" fmla="*/ 453624 h 6858000"/>
              <a:gd name="connsiteX512" fmla="*/ 11069002 w 12193199"/>
              <a:gd name="connsiteY512" fmla="*/ 561866 h 6858000"/>
              <a:gd name="connsiteX513" fmla="*/ 11122368 w 12193199"/>
              <a:gd name="connsiteY513" fmla="*/ 561866 h 6858000"/>
              <a:gd name="connsiteX514" fmla="*/ 11157941 w 12193199"/>
              <a:gd name="connsiteY514" fmla="*/ 531404 h 6858000"/>
              <a:gd name="connsiteX515" fmla="*/ 11139074 w 12193199"/>
              <a:gd name="connsiteY515" fmla="*/ 505584 h 6858000"/>
              <a:gd name="connsiteX516" fmla="*/ 11155319 w 12193199"/>
              <a:gd name="connsiteY516" fmla="*/ 481772 h 6858000"/>
              <a:gd name="connsiteX517" fmla="*/ 11121908 w 12193199"/>
              <a:gd name="connsiteY517" fmla="*/ 453624 h 6858000"/>
              <a:gd name="connsiteX518" fmla="*/ 11610390 w 12193199"/>
              <a:gd name="connsiteY518" fmla="*/ 450670 h 6858000"/>
              <a:gd name="connsiteX519" fmla="*/ 11599402 w 12193199"/>
              <a:gd name="connsiteY519" fmla="*/ 461655 h 6858000"/>
              <a:gd name="connsiteX520" fmla="*/ 11610390 w 12193199"/>
              <a:gd name="connsiteY520" fmla="*/ 472641 h 6858000"/>
              <a:gd name="connsiteX521" fmla="*/ 11621378 w 12193199"/>
              <a:gd name="connsiteY521" fmla="*/ 461655 h 6858000"/>
              <a:gd name="connsiteX522" fmla="*/ 11610390 w 12193199"/>
              <a:gd name="connsiteY522" fmla="*/ 450670 h 6858000"/>
              <a:gd name="connsiteX523" fmla="*/ 10963037 w 12193199"/>
              <a:gd name="connsiteY523" fmla="*/ 447346 h 6858000"/>
              <a:gd name="connsiteX524" fmla="*/ 10915862 w 12193199"/>
              <a:gd name="connsiteY524" fmla="*/ 475417 h 6858000"/>
              <a:gd name="connsiteX525" fmla="*/ 10839420 w 12193199"/>
              <a:gd name="connsiteY525" fmla="*/ 569476 h 6858000"/>
              <a:gd name="connsiteX526" fmla="*/ 10840878 w 12193199"/>
              <a:gd name="connsiteY526" fmla="*/ 570934 h 6858000"/>
              <a:gd name="connsiteX527" fmla="*/ 10934960 w 12193199"/>
              <a:gd name="connsiteY527" fmla="*/ 494510 h 6858000"/>
              <a:gd name="connsiteX528" fmla="*/ 10963037 w 12193199"/>
              <a:gd name="connsiteY528" fmla="*/ 447346 h 6858000"/>
              <a:gd name="connsiteX529" fmla="*/ 10684233 w 12193199"/>
              <a:gd name="connsiteY529" fmla="*/ 447282 h 6858000"/>
              <a:gd name="connsiteX530" fmla="*/ 10712310 w 12193199"/>
              <a:gd name="connsiteY530" fmla="*/ 494446 h 6858000"/>
              <a:gd name="connsiteX531" fmla="*/ 10806392 w 12193199"/>
              <a:gd name="connsiteY531" fmla="*/ 570870 h 6858000"/>
              <a:gd name="connsiteX532" fmla="*/ 10806392 w 12193199"/>
              <a:gd name="connsiteY532" fmla="*/ 570883 h 6858000"/>
              <a:gd name="connsiteX533" fmla="*/ 10807850 w 12193199"/>
              <a:gd name="connsiteY533" fmla="*/ 569425 h 6858000"/>
              <a:gd name="connsiteX534" fmla="*/ 10731408 w 12193199"/>
              <a:gd name="connsiteY534" fmla="*/ 475365 h 6858000"/>
              <a:gd name="connsiteX535" fmla="*/ 10684233 w 12193199"/>
              <a:gd name="connsiteY535" fmla="*/ 447282 h 6858000"/>
              <a:gd name="connsiteX536" fmla="*/ 0 w 12193199"/>
              <a:gd name="connsiteY536" fmla="*/ 0 h 6858000"/>
              <a:gd name="connsiteX537" fmla="*/ 12193199 w 12193199"/>
              <a:gd name="connsiteY537" fmla="*/ 0 h 6858000"/>
              <a:gd name="connsiteX538" fmla="*/ 12193199 w 12193199"/>
              <a:gd name="connsiteY538" fmla="*/ 6858000 h 6858000"/>
              <a:gd name="connsiteX539" fmla="*/ 0 w 12193199"/>
              <a:gd name="connsiteY539"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Lst>
            <a:rect l="l" t="t" r="r" b="b"/>
            <a:pathLst>
              <a:path w="12193199" h="6858000">
                <a:moveTo>
                  <a:pt x="693263" y="6562790"/>
                </a:moveTo>
                <a:cubicBezTo>
                  <a:pt x="701253" y="6562790"/>
                  <a:pt x="707790" y="6568497"/>
                  <a:pt x="709243" y="6577940"/>
                </a:cubicBezTo>
                <a:lnTo>
                  <a:pt x="676661" y="6577940"/>
                </a:lnTo>
                <a:cubicBezTo>
                  <a:pt x="678217" y="6568705"/>
                  <a:pt x="684651" y="6562790"/>
                  <a:pt x="693263" y="6562790"/>
                </a:cubicBezTo>
                <a:close/>
                <a:moveTo>
                  <a:pt x="569366" y="6562790"/>
                </a:moveTo>
                <a:cubicBezTo>
                  <a:pt x="577356" y="6562790"/>
                  <a:pt x="583893" y="6568497"/>
                  <a:pt x="585346" y="6577940"/>
                </a:cubicBezTo>
                <a:lnTo>
                  <a:pt x="552764" y="6577940"/>
                </a:lnTo>
                <a:cubicBezTo>
                  <a:pt x="554321" y="6568705"/>
                  <a:pt x="560754" y="6562790"/>
                  <a:pt x="569366" y="6562790"/>
                </a:cubicBezTo>
                <a:close/>
                <a:moveTo>
                  <a:pt x="605701" y="6556045"/>
                </a:moveTo>
                <a:lnTo>
                  <a:pt x="605701" y="6608757"/>
                </a:lnTo>
                <a:lnTo>
                  <a:pt x="614417" y="6608757"/>
                </a:lnTo>
                <a:lnTo>
                  <a:pt x="614417" y="6556045"/>
                </a:lnTo>
                <a:close/>
                <a:moveTo>
                  <a:pt x="693263" y="6554697"/>
                </a:moveTo>
                <a:cubicBezTo>
                  <a:pt x="678529" y="6554697"/>
                  <a:pt x="667530" y="6566318"/>
                  <a:pt x="667530" y="6582401"/>
                </a:cubicBezTo>
                <a:cubicBezTo>
                  <a:pt x="667530" y="6598381"/>
                  <a:pt x="678736" y="6610106"/>
                  <a:pt x="693781" y="6610106"/>
                </a:cubicBezTo>
                <a:cubicBezTo>
                  <a:pt x="703535" y="6610106"/>
                  <a:pt x="712045" y="6605437"/>
                  <a:pt x="716403" y="6598485"/>
                </a:cubicBezTo>
                <a:lnTo>
                  <a:pt x="710280" y="6593297"/>
                </a:lnTo>
                <a:cubicBezTo>
                  <a:pt x="706959" y="6598692"/>
                  <a:pt x="701046" y="6602013"/>
                  <a:pt x="693781" y="6602013"/>
                </a:cubicBezTo>
                <a:cubicBezTo>
                  <a:pt x="684547" y="6602013"/>
                  <a:pt x="677699" y="6595268"/>
                  <a:pt x="676557" y="6585203"/>
                </a:cubicBezTo>
                <a:lnTo>
                  <a:pt x="718166" y="6585203"/>
                </a:lnTo>
                <a:cubicBezTo>
                  <a:pt x="718271" y="6584165"/>
                  <a:pt x="718374" y="6583024"/>
                  <a:pt x="718374" y="6582090"/>
                </a:cubicBezTo>
                <a:cubicBezTo>
                  <a:pt x="718374" y="6566629"/>
                  <a:pt x="707790" y="6554697"/>
                  <a:pt x="693263" y="6554697"/>
                </a:cubicBezTo>
                <a:close/>
                <a:moveTo>
                  <a:pt x="569366" y="6554697"/>
                </a:moveTo>
                <a:cubicBezTo>
                  <a:pt x="554631" y="6554697"/>
                  <a:pt x="543633" y="6566318"/>
                  <a:pt x="543633" y="6582401"/>
                </a:cubicBezTo>
                <a:cubicBezTo>
                  <a:pt x="543633" y="6598381"/>
                  <a:pt x="554839" y="6610106"/>
                  <a:pt x="569885" y="6610106"/>
                </a:cubicBezTo>
                <a:cubicBezTo>
                  <a:pt x="579639" y="6610106"/>
                  <a:pt x="588148" y="6605437"/>
                  <a:pt x="592506" y="6598485"/>
                </a:cubicBezTo>
                <a:lnTo>
                  <a:pt x="586384" y="6593297"/>
                </a:lnTo>
                <a:cubicBezTo>
                  <a:pt x="583063" y="6598692"/>
                  <a:pt x="577148" y="6602013"/>
                  <a:pt x="569885" y="6602013"/>
                </a:cubicBezTo>
                <a:cubicBezTo>
                  <a:pt x="560650" y="6602013"/>
                  <a:pt x="553802" y="6595268"/>
                  <a:pt x="552660" y="6585203"/>
                </a:cubicBezTo>
                <a:lnTo>
                  <a:pt x="594270" y="6585203"/>
                </a:lnTo>
                <a:cubicBezTo>
                  <a:pt x="594374" y="6584165"/>
                  <a:pt x="594477" y="6583024"/>
                  <a:pt x="594477" y="6582090"/>
                </a:cubicBezTo>
                <a:cubicBezTo>
                  <a:pt x="594477" y="6566629"/>
                  <a:pt x="583893" y="6554697"/>
                  <a:pt x="569366" y="6554697"/>
                </a:cubicBezTo>
                <a:close/>
                <a:moveTo>
                  <a:pt x="643658" y="6541207"/>
                </a:moveTo>
                <a:lnTo>
                  <a:pt x="634942" y="6544216"/>
                </a:lnTo>
                <a:lnTo>
                  <a:pt x="634942" y="6556045"/>
                </a:lnTo>
                <a:lnTo>
                  <a:pt x="625188" y="6556045"/>
                </a:lnTo>
                <a:lnTo>
                  <a:pt x="625188" y="6563620"/>
                </a:lnTo>
                <a:lnTo>
                  <a:pt x="634942" y="6563620"/>
                </a:lnTo>
                <a:lnTo>
                  <a:pt x="634942" y="6593608"/>
                </a:lnTo>
                <a:cubicBezTo>
                  <a:pt x="634942" y="6603881"/>
                  <a:pt x="640545" y="6609899"/>
                  <a:pt x="650299" y="6609899"/>
                </a:cubicBezTo>
                <a:cubicBezTo>
                  <a:pt x="653101" y="6609899"/>
                  <a:pt x="655591" y="6609484"/>
                  <a:pt x="657355" y="6608757"/>
                </a:cubicBezTo>
                <a:lnTo>
                  <a:pt x="657355" y="6600975"/>
                </a:lnTo>
                <a:cubicBezTo>
                  <a:pt x="655799" y="6601598"/>
                  <a:pt x="654035" y="6601909"/>
                  <a:pt x="652374" y="6601909"/>
                </a:cubicBezTo>
                <a:cubicBezTo>
                  <a:pt x="646563" y="6601909"/>
                  <a:pt x="643658" y="6598692"/>
                  <a:pt x="643658" y="6592778"/>
                </a:cubicBezTo>
                <a:lnTo>
                  <a:pt x="643658" y="6563620"/>
                </a:lnTo>
                <a:lnTo>
                  <a:pt x="657355" y="6563620"/>
                </a:lnTo>
                <a:lnTo>
                  <a:pt x="657355" y="6556045"/>
                </a:lnTo>
                <a:lnTo>
                  <a:pt x="643658" y="6556045"/>
                </a:lnTo>
                <a:close/>
                <a:moveTo>
                  <a:pt x="509589" y="6534878"/>
                </a:moveTo>
                <a:cubicBezTo>
                  <a:pt x="493921" y="6534878"/>
                  <a:pt x="484374" y="6542867"/>
                  <a:pt x="484374" y="6554800"/>
                </a:cubicBezTo>
                <a:cubicBezTo>
                  <a:pt x="484374" y="6565799"/>
                  <a:pt x="490289" y="6571921"/>
                  <a:pt x="503052" y="6574723"/>
                </a:cubicBezTo>
                <a:lnTo>
                  <a:pt x="511663" y="6576591"/>
                </a:lnTo>
                <a:cubicBezTo>
                  <a:pt x="520277" y="6578562"/>
                  <a:pt x="524946" y="6582401"/>
                  <a:pt x="524946" y="6589354"/>
                </a:cubicBezTo>
                <a:cubicBezTo>
                  <a:pt x="524946" y="6597032"/>
                  <a:pt x="518824" y="6601701"/>
                  <a:pt x="507721" y="6601701"/>
                </a:cubicBezTo>
                <a:cubicBezTo>
                  <a:pt x="500043" y="6601701"/>
                  <a:pt x="492260" y="6599107"/>
                  <a:pt x="485619" y="6593815"/>
                </a:cubicBezTo>
                <a:lnTo>
                  <a:pt x="485619" y="6603569"/>
                </a:lnTo>
                <a:cubicBezTo>
                  <a:pt x="491742" y="6607720"/>
                  <a:pt x="499835" y="6610003"/>
                  <a:pt x="507721" y="6610003"/>
                </a:cubicBezTo>
                <a:cubicBezTo>
                  <a:pt x="524116" y="6610003"/>
                  <a:pt x="534285" y="6602117"/>
                  <a:pt x="534285" y="6589042"/>
                </a:cubicBezTo>
                <a:cubicBezTo>
                  <a:pt x="534285" y="6577732"/>
                  <a:pt x="527955" y="6570780"/>
                  <a:pt x="514466" y="6567771"/>
                </a:cubicBezTo>
                <a:lnTo>
                  <a:pt x="505853" y="6565799"/>
                </a:lnTo>
                <a:cubicBezTo>
                  <a:pt x="497345" y="6563828"/>
                  <a:pt x="493817" y="6560196"/>
                  <a:pt x="493817" y="6554178"/>
                </a:cubicBezTo>
                <a:cubicBezTo>
                  <a:pt x="493817" y="6547433"/>
                  <a:pt x="499731" y="6543179"/>
                  <a:pt x="509589" y="6543179"/>
                </a:cubicBezTo>
                <a:cubicBezTo>
                  <a:pt x="517164" y="6543179"/>
                  <a:pt x="524738" y="6545669"/>
                  <a:pt x="530964" y="6551065"/>
                </a:cubicBezTo>
                <a:lnTo>
                  <a:pt x="531068" y="6541311"/>
                </a:lnTo>
                <a:cubicBezTo>
                  <a:pt x="524635" y="6536849"/>
                  <a:pt x="516437" y="6534878"/>
                  <a:pt x="509589" y="6534878"/>
                </a:cubicBezTo>
                <a:close/>
                <a:moveTo>
                  <a:pt x="610059" y="6534151"/>
                </a:moveTo>
                <a:cubicBezTo>
                  <a:pt x="606635" y="6534151"/>
                  <a:pt x="604040" y="6536849"/>
                  <a:pt x="604040" y="6540170"/>
                </a:cubicBezTo>
                <a:cubicBezTo>
                  <a:pt x="604040" y="6543594"/>
                  <a:pt x="606635" y="6546188"/>
                  <a:pt x="610059" y="6546188"/>
                </a:cubicBezTo>
                <a:cubicBezTo>
                  <a:pt x="613483" y="6546188"/>
                  <a:pt x="616077" y="6543594"/>
                  <a:pt x="616077" y="6540170"/>
                </a:cubicBezTo>
                <a:cubicBezTo>
                  <a:pt x="616077" y="6536849"/>
                  <a:pt x="613483" y="6534151"/>
                  <a:pt x="610059" y="6534151"/>
                </a:cubicBezTo>
                <a:close/>
                <a:moveTo>
                  <a:pt x="500904" y="6461548"/>
                </a:moveTo>
                <a:lnTo>
                  <a:pt x="519458" y="6461548"/>
                </a:lnTo>
                <a:cubicBezTo>
                  <a:pt x="525408" y="6461548"/>
                  <a:pt x="528836" y="6464573"/>
                  <a:pt x="528836" y="6469515"/>
                </a:cubicBezTo>
                <a:cubicBezTo>
                  <a:pt x="528836" y="6474657"/>
                  <a:pt x="525408" y="6477582"/>
                  <a:pt x="519458" y="6477582"/>
                </a:cubicBezTo>
                <a:lnTo>
                  <a:pt x="500904" y="6477582"/>
                </a:lnTo>
                <a:close/>
                <a:moveTo>
                  <a:pt x="1062845" y="6451061"/>
                </a:moveTo>
                <a:cubicBezTo>
                  <a:pt x="1070509" y="6451061"/>
                  <a:pt x="1075953" y="6457010"/>
                  <a:pt x="1075953" y="6464876"/>
                </a:cubicBezTo>
                <a:cubicBezTo>
                  <a:pt x="1075953" y="6472741"/>
                  <a:pt x="1070509" y="6478691"/>
                  <a:pt x="1062845" y="6478691"/>
                </a:cubicBezTo>
                <a:cubicBezTo>
                  <a:pt x="1055282" y="6478691"/>
                  <a:pt x="1049836" y="6472741"/>
                  <a:pt x="1049836" y="6464876"/>
                </a:cubicBezTo>
                <a:cubicBezTo>
                  <a:pt x="1049836" y="6457010"/>
                  <a:pt x="1055282" y="6451061"/>
                  <a:pt x="1062845" y="6451061"/>
                </a:cubicBezTo>
                <a:close/>
                <a:moveTo>
                  <a:pt x="1225496" y="6450960"/>
                </a:moveTo>
                <a:cubicBezTo>
                  <a:pt x="1233059" y="6450960"/>
                  <a:pt x="1238605" y="6457010"/>
                  <a:pt x="1238605" y="6464876"/>
                </a:cubicBezTo>
                <a:cubicBezTo>
                  <a:pt x="1238605" y="6472741"/>
                  <a:pt x="1233059" y="6478792"/>
                  <a:pt x="1225496" y="6478792"/>
                </a:cubicBezTo>
                <a:cubicBezTo>
                  <a:pt x="1217933" y="6478792"/>
                  <a:pt x="1212387" y="6472741"/>
                  <a:pt x="1212387" y="6464876"/>
                </a:cubicBezTo>
                <a:cubicBezTo>
                  <a:pt x="1212387" y="6457010"/>
                  <a:pt x="1217933" y="6450960"/>
                  <a:pt x="1225496" y="6450960"/>
                </a:cubicBezTo>
                <a:close/>
                <a:moveTo>
                  <a:pt x="919962" y="6450960"/>
                </a:moveTo>
                <a:cubicBezTo>
                  <a:pt x="927525" y="6450960"/>
                  <a:pt x="933071" y="6457010"/>
                  <a:pt x="933071" y="6464876"/>
                </a:cubicBezTo>
                <a:cubicBezTo>
                  <a:pt x="933071" y="6472741"/>
                  <a:pt x="927525" y="6478792"/>
                  <a:pt x="919962" y="6478792"/>
                </a:cubicBezTo>
                <a:cubicBezTo>
                  <a:pt x="912398" y="6478792"/>
                  <a:pt x="906852" y="6472741"/>
                  <a:pt x="906852" y="6464876"/>
                </a:cubicBezTo>
                <a:cubicBezTo>
                  <a:pt x="906852" y="6457010"/>
                  <a:pt x="912398" y="6450960"/>
                  <a:pt x="919962" y="6450960"/>
                </a:cubicBezTo>
                <a:close/>
                <a:moveTo>
                  <a:pt x="581316" y="6450960"/>
                </a:moveTo>
                <a:cubicBezTo>
                  <a:pt x="588879" y="6450960"/>
                  <a:pt x="594425" y="6457010"/>
                  <a:pt x="594425" y="6464876"/>
                </a:cubicBezTo>
                <a:cubicBezTo>
                  <a:pt x="594425" y="6472741"/>
                  <a:pt x="588879" y="6478792"/>
                  <a:pt x="581316" y="6478792"/>
                </a:cubicBezTo>
                <a:cubicBezTo>
                  <a:pt x="573752" y="6478792"/>
                  <a:pt x="568206" y="6472741"/>
                  <a:pt x="568206" y="6464876"/>
                </a:cubicBezTo>
                <a:cubicBezTo>
                  <a:pt x="568206" y="6457010"/>
                  <a:pt x="573752" y="6450960"/>
                  <a:pt x="581316" y="6450960"/>
                </a:cubicBezTo>
                <a:close/>
                <a:moveTo>
                  <a:pt x="1288500" y="6450153"/>
                </a:moveTo>
                <a:cubicBezTo>
                  <a:pt x="1294046" y="6450153"/>
                  <a:pt x="1298383" y="6452977"/>
                  <a:pt x="1299896" y="6458926"/>
                </a:cubicBezTo>
                <a:lnTo>
                  <a:pt x="1277307" y="6458926"/>
                </a:lnTo>
                <a:cubicBezTo>
                  <a:pt x="1278819" y="6453380"/>
                  <a:pt x="1282853" y="6450153"/>
                  <a:pt x="1288500" y="6450153"/>
                </a:cubicBezTo>
                <a:close/>
                <a:moveTo>
                  <a:pt x="773758" y="6450153"/>
                </a:moveTo>
                <a:cubicBezTo>
                  <a:pt x="779304" y="6450153"/>
                  <a:pt x="783641" y="6452977"/>
                  <a:pt x="785154" y="6458926"/>
                </a:cubicBezTo>
                <a:lnTo>
                  <a:pt x="762565" y="6458926"/>
                </a:lnTo>
                <a:cubicBezTo>
                  <a:pt x="764078" y="6453380"/>
                  <a:pt x="768111" y="6450153"/>
                  <a:pt x="773758" y="6450153"/>
                </a:cubicBezTo>
                <a:close/>
                <a:moveTo>
                  <a:pt x="868063" y="6438859"/>
                </a:moveTo>
                <a:lnTo>
                  <a:pt x="868063" y="6490893"/>
                </a:lnTo>
                <a:lnTo>
                  <a:pt x="882080" y="6490893"/>
                </a:lnTo>
                <a:lnTo>
                  <a:pt x="882080" y="6438859"/>
                </a:lnTo>
                <a:close/>
                <a:moveTo>
                  <a:pt x="1351643" y="6437851"/>
                </a:moveTo>
                <a:cubicBezTo>
                  <a:pt x="1343072" y="6437851"/>
                  <a:pt x="1338332" y="6442288"/>
                  <a:pt x="1336617" y="6448136"/>
                </a:cubicBezTo>
                <a:lnTo>
                  <a:pt x="1336617" y="6438859"/>
                </a:lnTo>
                <a:lnTo>
                  <a:pt x="1322601" y="6438859"/>
                </a:lnTo>
                <a:lnTo>
                  <a:pt x="1322601" y="6490893"/>
                </a:lnTo>
                <a:lnTo>
                  <a:pt x="1336617" y="6490893"/>
                </a:lnTo>
                <a:lnTo>
                  <a:pt x="1336617" y="6462557"/>
                </a:lnTo>
                <a:cubicBezTo>
                  <a:pt x="1336617" y="6455599"/>
                  <a:pt x="1339543" y="6452674"/>
                  <a:pt x="1350030" y="6452674"/>
                </a:cubicBezTo>
                <a:lnTo>
                  <a:pt x="1352550" y="6452674"/>
                </a:lnTo>
                <a:lnTo>
                  <a:pt x="1352550" y="6437851"/>
                </a:lnTo>
                <a:close/>
                <a:moveTo>
                  <a:pt x="650270" y="6437851"/>
                </a:moveTo>
                <a:cubicBezTo>
                  <a:pt x="641699" y="6437851"/>
                  <a:pt x="636959" y="6442288"/>
                  <a:pt x="635245" y="6448136"/>
                </a:cubicBezTo>
                <a:lnTo>
                  <a:pt x="635245" y="6438859"/>
                </a:lnTo>
                <a:lnTo>
                  <a:pt x="621228" y="6438859"/>
                </a:lnTo>
                <a:lnTo>
                  <a:pt x="621228" y="6490893"/>
                </a:lnTo>
                <a:lnTo>
                  <a:pt x="635245" y="6490893"/>
                </a:lnTo>
                <a:lnTo>
                  <a:pt x="635245" y="6462557"/>
                </a:lnTo>
                <a:cubicBezTo>
                  <a:pt x="635245" y="6455599"/>
                  <a:pt x="638169" y="6452674"/>
                  <a:pt x="648657" y="6452674"/>
                </a:cubicBezTo>
                <a:lnTo>
                  <a:pt x="651178" y="6452674"/>
                </a:lnTo>
                <a:lnTo>
                  <a:pt x="651178" y="6437851"/>
                </a:lnTo>
                <a:close/>
                <a:moveTo>
                  <a:pt x="1288500" y="6437447"/>
                </a:moveTo>
                <a:cubicBezTo>
                  <a:pt x="1273475" y="6437447"/>
                  <a:pt x="1262584" y="6449044"/>
                  <a:pt x="1262584" y="6464876"/>
                </a:cubicBezTo>
                <a:cubicBezTo>
                  <a:pt x="1262584" y="6480708"/>
                  <a:pt x="1273979" y="6492405"/>
                  <a:pt x="1289709" y="6492405"/>
                </a:cubicBezTo>
                <a:cubicBezTo>
                  <a:pt x="1299089" y="6492405"/>
                  <a:pt x="1308467" y="6487565"/>
                  <a:pt x="1312702" y="6480607"/>
                </a:cubicBezTo>
                <a:lnTo>
                  <a:pt x="1303223" y="6472540"/>
                </a:lnTo>
                <a:cubicBezTo>
                  <a:pt x="1300601" y="6476977"/>
                  <a:pt x="1295356" y="6479699"/>
                  <a:pt x="1289709" y="6479699"/>
                </a:cubicBezTo>
                <a:cubicBezTo>
                  <a:pt x="1282752" y="6479699"/>
                  <a:pt x="1278416" y="6474960"/>
                  <a:pt x="1277105" y="6468909"/>
                </a:cubicBezTo>
                <a:lnTo>
                  <a:pt x="1314114" y="6468909"/>
                </a:lnTo>
                <a:cubicBezTo>
                  <a:pt x="1314316" y="6467498"/>
                  <a:pt x="1314517" y="6465783"/>
                  <a:pt x="1314517" y="6464271"/>
                </a:cubicBezTo>
                <a:cubicBezTo>
                  <a:pt x="1314517" y="6449548"/>
                  <a:pt x="1304534" y="6437447"/>
                  <a:pt x="1288500" y="6437447"/>
                </a:cubicBezTo>
                <a:close/>
                <a:moveTo>
                  <a:pt x="1222370" y="6437447"/>
                </a:moveTo>
                <a:cubicBezTo>
                  <a:pt x="1209159" y="6437447"/>
                  <a:pt x="1197864" y="6448943"/>
                  <a:pt x="1197864" y="6464876"/>
                </a:cubicBezTo>
                <a:cubicBezTo>
                  <a:pt x="1197864" y="6480909"/>
                  <a:pt x="1209159" y="6492405"/>
                  <a:pt x="1222370" y="6492405"/>
                </a:cubicBezTo>
                <a:cubicBezTo>
                  <a:pt x="1230034" y="6492405"/>
                  <a:pt x="1235378" y="6489178"/>
                  <a:pt x="1238605" y="6483430"/>
                </a:cubicBezTo>
                <a:lnTo>
                  <a:pt x="1238605" y="6490893"/>
                </a:lnTo>
                <a:lnTo>
                  <a:pt x="1252622" y="6490893"/>
                </a:lnTo>
                <a:lnTo>
                  <a:pt x="1252622" y="6438859"/>
                </a:lnTo>
                <a:lnTo>
                  <a:pt x="1238605" y="6438859"/>
                </a:lnTo>
                <a:lnTo>
                  <a:pt x="1238605" y="6446422"/>
                </a:lnTo>
                <a:cubicBezTo>
                  <a:pt x="1235378" y="6440674"/>
                  <a:pt x="1230034" y="6437447"/>
                  <a:pt x="1222370" y="6437447"/>
                </a:cubicBezTo>
                <a:close/>
                <a:moveTo>
                  <a:pt x="1062845" y="6437447"/>
                </a:moveTo>
                <a:cubicBezTo>
                  <a:pt x="1047213" y="6437447"/>
                  <a:pt x="1035315" y="6448943"/>
                  <a:pt x="1035315" y="6464876"/>
                </a:cubicBezTo>
                <a:cubicBezTo>
                  <a:pt x="1035315" y="6480809"/>
                  <a:pt x="1047213" y="6492304"/>
                  <a:pt x="1062845" y="6492304"/>
                </a:cubicBezTo>
                <a:cubicBezTo>
                  <a:pt x="1078576" y="6492304"/>
                  <a:pt x="1090475" y="6480809"/>
                  <a:pt x="1090475" y="6464876"/>
                </a:cubicBezTo>
                <a:cubicBezTo>
                  <a:pt x="1090475" y="6448943"/>
                  <a:pt x="1078576" y="6437447"/>
                  <a:pt x="1062845" y="6437447"/>
                </a:cubicBezTo>
                <a:close/>
                <a:moveTo>
                  <a:pt x="916836" y="6437447"/>
                </a:moveTo>
                <a:cubicBezTo>
                  <a:pt x="903626" y="6437447"/>
                  <a:pt x="892332" y="6448943"/>
                  <a:pt x="892332" y="6464876"/>
                </a:cubicBezTo>
                <a:cubicBezTo>
                  <a:pt x="892332" y="6480909"/>
                  <a:pt x="903626" y="6492405"/>
                  <a:pt x="916836" y="6492405"/>
                </a:cubicBezTo>
                <a:cubicBezTo>
                  <a:pt x="924500" y="6492405"/>
                  <a:pt x="929844" y="6489178"/>
                  <a:pt x="933071" y="6483430"/>
                </a:cubicBezTo>
                <a:lnTo>
                  <a:pt x="933071" y="6490893"/>
                </a:lnTo>
                <a:lnTo>
                  <a:pt x="947087" y="6490893"/>
                </a:lnTo>
                <a:lnTo>
                  <a:pt x="947087" y="6438859"/>
                </a:lnTo>
                <a:lnTo>
                  <a:pt x="933071" y="6438859"/>
                </a:lnTo>
                <a:lnTo>
                  <a:pt x="933071" y="6446422"/>
                </a:lnTo>
                <a:cubicBezTo>
                  <a:pt x="929844" y="6440674"/>
                  <a:pt x="924500" y="6437447"/>
                  <a:pt x="916836" y="6437447"/>
                </a:cubicBezTo>
                <a:close/>
                <a:moveTo>
                  <a:pt x="839011" y="6437447"/>
                </a:moveTo>
                <a:cubicBezTo>
                  <a:pt x="830843" y="6437447"/>
                  <a:pt x="825700" y="6441178"/>
                  <a:pt x="823382" y="6444809"/>
                </a:cubicBezTo>
                <a:lnTo>
                  <a:pt x="823382" y="6438859"/>
                </a:lnTo>
                <a:lnTo>
                  <a:pt x="809364" y="6438859"/>
                </a:lnTo>
                <a:lnTo>
                  <a:pt x="809364" y="6490893"/>
                </a:lnTo>
                <a:lnTo>
                  <a:pt x="823382" y="6490893"/>
                </a:lnTo>
                <a:lnTo>
                  <a:pt x="823382" y="6459733"/>
                </a:lnTo>
                <a:cubicBezTo>
                  <a:pt x="823382" y="6453077"/>
                  <a:pt x="827314" y="6449750"/>
                  <a:pt x="832961" y="6449750"/>
                </a:cubicBezTo>
                <a:cubicBezTo>
                  <a:pt x="838810" y="6449750"/>
                  <a:pt x="841936" y="6453582"/>
                  <a:pt x="841936" y="6459229"/>
                </a:cubicBezTo>
                <a:lnTo>
                  <a:pt x="841936" y="6490893"/>
                </a:lnTo>
                <a:lnTo>
                  <a:pt x="855953" y="6490893"/>
                </a:lnTo>
                <a:lnTo>
                  <a:pt x="855953" y="6456708"/>
                </a:lnTo>
                <a:cubicBezTo>
                  <a:pt x="855953" y="6443195"/>
                  <a:pt x="848390" y="6437447"/>
                  <a:pt x="839011" y="6437447"/>
                </a:cubicBezTo>
                <a:close/>
                <a:moveTo>
                  <a:pt x="773758" y="6437447"/>
                </a:moveTo>
                <a:cubicBezTo>
                  <a:pt x="758732" y="6437447"/>
                  <a:pt x="747843" y="6449044"/>
                  <a:pt x="747843" y="6464876"/>
                </a:cubicBezTo>
                <a:cubicBezTo>
                  <a:pt x="747843" y="6480708"/>
                  <a:pt x="759238" y="6492405"/>
                  <a:pt x="774969" y="6492405"/>
                </a:cubicBezTo>
                <a:cubicBezTo>
                  <a:pt x="784347" y="6492405"/>
                  <a:pt x="793725" y="6487565"/>
                  <a:pt x="797961" y="6480607"/>
                </a:cubicBezTo>
                <a:lnTo>
                  <a:pt x="788481" y="6472540"/>
                </a:lnTo>
                <a:cubicBezTo>
                  <a:pt x="785860" y="6476977"/>
                  <a:pt x="780616" y="6479699"/>
                  <a:pt x="774969" y="6479699"/>
                </a:cubicBezTo>
                <a:cubicBezTo>
                  <a:pt x="768011" y="6479699"/>
                  <a:pt x="763675" y="6474960"/>
                  <a:pt x="762364" y="6468909"/>
                </a:cubicBezTo>
                <a:lnTo>
                  <a:pt x="799372" y="6468909"/>
                </a:lnTo>
                <a:cubicBezTo>
                  <a:pt x="799574" y="6467498"/>
                  <a:pt x="799776" y="6465783"/>
                  <a:pt x="799776" y="6464271"/>
                </a:cubicBezTo>
                <a:cubicBezTo>
                  <a:pt x="799776" y="6449548"/>
                  <a:pt x="789793" y="6437447"/>
                  <a:pt x="773758" y="6437447"/>
                </a:cubicBezTo>
                <a:close/>
                <a:moveTo>
                  <a:pt x="689403" y="6437447"/>
                </a:moveTo>
                <a:cubicBezTo>
                  <a:pt x="681436" y="6437447"/>
                  <a:pt x="676798" y="6441078"/>
                  <a:pt x="674377" y="6444809"/>
                </a:cubicBezTo>
                <a:lnTo>
                  <a:pt x="674377" y="6438859"/>
                </a:lnTo>
                <a:lnTo>
                  <a:pt x="660361" y="6438859"/>
                </a:lnTo>
                <a:lnTo>
                  <a:pt x="660361" y="6490893"/>
                </a:lnTo>
                <a:lnTo>
                  <a:pt x="674377" y="6490893"/>
                </a:lnTo>
                <a:lnTo>
                  <a:pt x="674377" y="6460036"/>
                </a:lnTo>
                <a:cubicBezTo>
                  <a:pt x="674377" y="6453077"/>
                  <a:pt x="677907" y="6449750"/>
                  <a:pt x="683352" y="6449750"/>
                </a:cubicBezTo>
                <a:cubicBezTo>
                  <a:pt x="689100" y="6449750"/>
                  <a:pt x="691923" y="6453683"/>
                  <a:pt x="691923" y="6459632"/>
                </a:cubicBezTo>
                <a:lnTo>
                  <a:pt x="691923" y="6490893"/>
                </a:lnTo>
                <a:lnTo>
                  <a:pt x="705840" y="6490893"/>
                </a:lnTo>
                <a:lnTo>
                  <a:pt x="705840" y="6458523"/>
                </a:lnTo>
                <a:cubicBezTo>
                  <a:pt x="705840" y="6453178"/>
                  <a:pt x="709571" y="6449750"/>
                  <a:pt x="714916" y="6449750"/>
                </a:cubicBezTo>
                <a:cubicBezTo>
                  <a:pt x="720562" y="6449750"/>
                  <a:pt x="723487" y="6453582"/>
                  <a:pt x="723487" y="6459632"/>
                </a:cubicBezTo>
                <a:lnTo>
                  <a:pt x="723487" y="6490893"/>
                </a:lnTo>
                <a:lnTo>
                  <a:pt x="737504" y="6490893"/>
                </a:lnTo>
                <a:lnTo>
                  <a:pt x="737504" y="6457010"/>
                </a:lnTo>
                <a:cubicBezTo>
                  <a:pt x="737504" y="6443296"/>
                  <a:pt x="730143" y="6437447"/>
                  <a:pt x="719554" y="6437447"/>
                </a:cubicBezTo>
                <a:cubicBezTo>
                  <a:pt x="712798" y="6437447"/>
                  <a:pt x="707352" y="6439968"/>
                  <a:pt x="703521" y="6445716"/>
                </a:cubicBezTo>
                <a:cubicBezTo>
                  <a:pt x="700596" y="6439968"/>
                  <a:pt x="695351" y="6437447"/>
                  <a:pt x="689403" y="6437447"/>
                </a:cubicBezTo>
                <a:close/>
                <a:moveTo>
                  <a:pt x="578190" y="6437447"/>
                </a:moveTo>
                <a:cubicBezTo>
                  <a:pt x="564980" y="6437447"/>
                  <a:pt x="553686" y="6448943"/>
                  <a:pt x="553686" y="6464876"/>
                </a:cubicBezTo>
                <a:cubicBezTo>
                  <a:pt x="553686" y="6480909"/>
                  <a:pt x="564980" y="6492405"/>
                  <a:pt x="578190" y="6492405"/>
                </a:cubicBezTo>
                <a:cubicBezTo>
                  <a:pt x="585854" y="6492405"/>
                  <a:pt x="591198" y="6489178"/>
                  <a:pt x="594425" y="6483430"/>
                </a:cubicBezTo>
                <a:lnTo>
                  <a:pt x="594425" y="6490893"/>
                </a:lnTo>
                <a:lnTo>
                  <a:pt x="608442" y="6490893"/>
                </a:lnTo>
                <a:lnTo>
                  <a:pt x="608442" y="6438859"/>
                </a:lnTo>
                <a:lnTo>
                  <a:pt x="594425" y="6438859"/>
                </a:lnTo>
                <a:lnTo>
                  <a:pt x="594425" y="6446422"/>
                </a:lnTo>
                <a:cubicBezTo>
                  <a:pt x="591198" y="6440674"/>
                  <a:pt x="585854" y="6437447"/>
                  <a:pt x="578190" y="6437447"/>
                </a:cubicBezTo>
                <a:close/>
                <a:moveTo>
                  <a:pt x="500904" y="6433615"/>
                </a:moveTo>
                <a:lnTo>
                  <a:pt x="518450" y="6433615"/>
                </a:lnTo>
                <a:cubicBezTo>
                  <a:pt x="523996" y="6433615"/>
                  <a:pt x="527122" y="6436338"/>
                  <a:pt x="527122" y="6441078"/>
                </a:cubicBezTo>
                <a:cubicBezTo>
                  <a:pt x="527122" y="6445716"/>
                  <a:pt x="523996" y="6448439"/>
                  <a:pt x="518450" y="6448439"/>
                </a:cubicBezTo>
                <a:lnTo>
                  <a:pt x="500904" y="6448439"/>
                </a:lnTo>
                <a:close/>
                <a:moveTo>
                  <a:pt x="1120008" y="6423632"/>
                </a:moveTo>
                <a:lnTo>
                  <a:pt x="1105991" y="6427666"/>
                </a:lnTo>
                <a:lnTo>
                  <a:pt x="1105991" y="6438859"/>
                </a:lnTo>
                <a:lnTo>
                  <a:pt x="1097218" y="6438859"/>
                </a:lnTo>
                <a:lnTo>
                  <a:pt x="1097218" y="6450758"/>
                </a:lnTo>
                <a:lnTo>
                  <a:pt x="1105991" y="6450758"/>
                </a:lnTo>
                <a:lnTo>
                  <a:pt x="1105991" y="6472943"/>
                </a:lnTo>
                <a:cubicBezTo>
                  <a:pt x="1105991" y="6485246"/>
                  <a:pt x="1112647" y="6492103"/>
                  <a:pt x="1124042" y="6492103"/>
                </a:cubicBezTo>
                <a:cubicBezTo>
                  <a:pt x="1127168" y="6492103"/>
                  <a:pt x="1129891" y="6491800"/>
                  <a:pt x="1132008" y="6491195"/>
                </a:cubicBezTo>
                <a:lnTo>
                  <a:pt x="1132008" y="6479296"/>
                </a:lnTo>
                <a:cubicBezTo>
                  <a:pt x="1130697" y="6479498"/>
                  <a:pt x="1129185" y="6479699"/>
                  <a:pt x="1128076" y="6479699"/>
                </a:cubicBezTo>
                <a:cubicBezTo>
                  <a:pt x="1122529" y="6479699"/>
                  <a:pt x="1120008" y="6476876"/>
                  <a:pt x="1120008" y="6471733"/>
                </a:cubicBezTo>
                <a:lnTo>
                  <a:pt x="1120008" y="6450758"/>
                </a:lnTo>
                <a:lnTo>
                  <a:pt x="1132008" y="6450758"/>
                </a:lnTo>
                <a:lnTo>
                  <a:pt x="1132008" y="6438859"/>
                </a:lnTo>
                <a:lnTo>
                  <a:pt x="1120008" y="6438859"/>
                </a:lnTo>
                <a:close/>
                <a:moveTo>
                  <a:pt x="1141990" y="6420305"/>
                </a:moveTo>
                <a:lnTo>
                  <a:pt x="1141990" y="6490893"/>
                </a:lnTo>
                <a:lnTo>
                  <a:pt x="1156007" y="6490893"/>
                </a:lnTo>
                <a:lnTo>
                  <a:pt x="1156007" y="6459733"/>
                </a:lnTo>
                <a:cubicBezTo>
                  <a:pt x="1156007" y="6453077"/>
                  <a:pt x="1159940" y="6449750"/>
                  <a:pt x="1165587" y="6449750"/>
                </a:cubicBezTo>
                <a:cubicBezTo>
                  <a:pt x="1171436" y="6449750"/>
                  <a:pt x="1174562" y="6453582"/>
                  <a:pt x="1174562" y="6459229"/>
                </a:cubicBezTo>
                <a:lnTo>
                  <a:pt x="1174562" y="6490893"/>
                </a:lnTo>
                <a:lnTo>
                  <a:pt x="1188579" y="6490893"/>
                </a:lnTo>
                <a:lnTo>
                  <a:pt x="1188579" y="6456708"/>
                </a:lnTo>
                <a:cubicBezTo>
                  <a:pt x="1188579" y="6443195"/>
                  <a:pt x="1181115" y="6437447"/>
                  <a:pt x="1171637" y="6437447"/>
                </a:cubicBezTo>
                <a:cubicBezTo>
                  <a:pt x="1163469" y="6437447"/>
                  <a:pt x="1158326" y="6441178"/>
                  <a:pt x="1156007" y="6444809"/>
                </a:cubicBezTo>
                <a:lnTo>
                  <a:pt x="1156007" y="6420305"/>
                </a:lnTo>
                <a:close/>
                <a:moveTo>
                  <a:pt x="485777" y="6420305"/>
                </a:moveTo>
                <a:lnTo>
                  <a:pt x="485777" y="6490893"/>
                </a:lnTo>
                <a:lnTo>
                  <a:pt x="520668" y="6490893"/>
                </a:lnTo>
                <a:cubicBezTo>
                  <a:pt x="535694" y="6490893"/>
                  <a:pt x="544568" y="6483430"/>
                  <a:pt x="544568" y="6471229"/>
                </a:cubicBezTo>
                <a:cubicBezTo>
                  <a:pt x="544568" y="6463262"/>
                  <a:pt x="540231" y="6457414"/>
                  <a:pt x="532265" y="6454691"/>
                </a:cubicBezTo>
                <a:cubicBezTo>
                  <a:pt x="538719" y="6452170"/>
                  <a:pt x="542753" y="6446321"/>
                  <a:pt x="542753" y="6438960"/>
                </a:cubicBezTo>
                <a:cubicBezTo>
                  <a:pt x="542753" y="6427162"/>
                  <a:pt x="534484" y="6420305"/>
                  <a:pt x="520568" y="6420305"/>
                </a:cubicBezTo>
                <a:close/>
                <a:moveTo>
                  <a:pt x="994261" y="6419094"/>
                </a:moveTo>
                <a:cubicBezTo>
                  <a:pt x="973790" y="6419094"/>
                  <a:pt x="958361" y="6434523"/>
                  <a:pt x="958361" y="6455800"/>
                </a:cubicBezTo>
                <a:cubicBezTo>
                  <a:pt x="958361" y="6477077"/>
                  <a:pt x="973084" y="6492405"/>
                  <a:pt x="992042" y="6492405"/>
                </a:cubicBezTo>
                <a:cubicBezTo>
                  <a:pt x="1001017" y="6492405"/>
                  <a:pt x="1008278" y="6488674"/>
                  <a:pt x="1012614" y="6482624"/>
                </a:cubicBezTo>
                <a:lnTo>
                  <a:pt x="1012614" y="6490893"/>
                </a:lnTo>
                <a:lnTo>
                  <a:pt x="1026226" y="6490893"/>
                </a:lnTo>
                <a:lnTo>
                  <a:pt x="1026226" y="6452977"/>
                </a:lnTo>
                <a:lnTo>
                  <a:pt x="994563" y="6452977"/>
                </a:lnTo>
                <a:lnTo>
                  <a:pt x="994563" y="6466489"/>
                </a:lnTo>
                <a:lnTo>
                  <a:pt x="1011303" y="6466489"/>
                </a:lnTo>
                <a:cubicBezTo>
                  <a:pt x="1009285" y="6473246"/>
                  <a:pt x="1002631" y="6478086"/>
                  <a:pt x="994463" y="6478086"/>
                </a:cubicBezTo>
                <a:cubicBezTo>
                  <a:pt x="982866" y="6478086"/>
                  <a:pt x="974395" y="6468506"/>
                  <a:pt x="974395" y="6455800"/>
                </a:cubicBezTo>
                <a:cubicBezTo>
                  <a:pt x="974395" y="6442994"/>
                  <a:pt x="982764" y="6433414"/>
                  <a:pt x="994261" y="6433414"/>
                </a:cubicBezTo>
                <a:cubicBezTo>
                  <a:pt x="1002933" y="6433414"/>
                  <a:pt x="1008882" y="6437851"/>
                  <a:pt x="1012008" y="6443699"/>
                </a:cubicBezTo>
                <a:lnTo>
                  <a:pt x="1024715" y="6435229"/>
                </a:lnTo>
                <a:cubicBezTo>
                  <a:pt x="1019471" y="6424943"/>
                  <a:pt x="1007874" y="6419094"/>
                  <a:pt x="994261" y="6419094"/>
                </a:cubicBezTo>
                <a:close/>
                <a:moveTo>
                  <a:pt x="875121" y="6416674"/>
                </a:moveTo>
                <a:cubicBezTo>
                  <a:pt x="870482" y="6416674"/>
                  <a:pt x="866752" y="6420405"/>
                  <a:pt x="866752" y="6424943"/>
                </a:cubicBezTo>
                <a:cubicBezTo>
                  <a:pt x="866752" y="6429582"/>
                  <a:pt x="870482" y="6433313"/>
                  <a:pt x="875121" y="6433313"/>
                </a:cubicBezTo>
                <a:cubicBezTo>
                  <a:pt x="879761" y="6433313"/>
                  <a:pt x="883492" y="6429582"/>
                  <a:pt x="883492" y="6424943"/>
                </a:cubicBezTo>
                <a:cubicBezTo>
                  <a:pt x="883492" y="6420405"/>
                  <a:pt x="879761" y="6416674"/>
                  <a:pt x="875121" y="6416674"/>
                </a:cubicBezTo>
                <a:close/>
                <a:moveTo>
                  <a:pt x="11442400" y="652256"/>
                </a:moveTo>
                <a:cubicBezTo>
                  <a:pt x="11455703" y="652256"/>
                  <a:pt x="11465450" y="662768"/>
                  <a:pt x="11465450" y="677002"/>
                </a:cubicBezTo>
                <a:cubicBezTo>
                  <a:pt x="11465450" y="691236"/>
                  <a:pt x="11455703" y="701748"/>
                  <a:pt x="11442400" y="701748"/>
                </a:cubicBezTo>
                <a:cubicBezTo>
                  <a:pt x="11429097" y="701748"/>
                  <a:pt x="11419349" y="691236"/>
                  <a:pt x="11419349" y="677002"/>
                </a:cubicBezTo>
                <a:cubicBezTo>
                  <a:pt x="11419349" y="662768"/>
                  <a:pt x="11429097" y="652256"/>
                  <a:pt x="11442400" y="652256"/>
                </a:cubicBezTo>
                <a:close/>
                <a:moveTo>
                  <a:pt x="11217192" y="652256"/>
                </a:moveTo>
                <a:cubicBezTo>
                  <a:pt x="11230495" y="652256"/>
                  <a:pt x="11240242" y="662768"/>
                  <a:pt x="11240242" y="677002"/>
                </a:cubicBezTo>
                <a:cubicBezTo>
                  <a:pt x="11240242" y="691236"/>
                  <a:pt x="11230495" y="701748"/>
                  <a:pt x="11217192" y="701748"/>
                </a:cubicBezTo>
                <a:cubicBezTo>
                  <a:pt x="11203889" y="701748"/>
                  <a:pt x="11194142" y="691236"/>
                  <a:pt x="11194142" y="677002"/>
                </a:cubicBezTo>
                <a:cubicBezTo>
                  <a:pt x="11194142" y="662768"/>
                  <a:pt x="11203889" y="652256"/>
                  <a:pt x="11217192" y="652256"/>
                </a:cubicBezTo>
                <a:close/>
                <a:moveTo>
                  <a:pt x="11532427" y="651335"/>
                </a:moveTo>
                <a:cubicBezTo>
                  <a:pt x="11542327" y="651335"/>
                  <a:pt x="11550373" y="657218"/>
                  <a:pt x="11552688" y="668498"/>
                </a:cubicBezTo>
                <a:lnTo>
                  <a:pt x="11511858" y="668498"/>
                </a:lnTo>
                <a:cubicBezTo>
                  <a:pt x="11514327" y="657832"/>
                  <a:pt x="11521912" y="651335"/>
                  <a:pt x="11532427" y="651335"/>
                </a:cubicBezTo>
                <a:close/>
                <a:moveTo>
                  <a:pt x="11620279" y="636015"/>
                </a:moveTo>
                <a:cubicBezTo>
                  <a:pt x="11608677" y="636015"/>
                  <a:pt x="11601104" y="642511"/>
                  <a:pt x="11598623" y="651783"/>
                </a:cubicBezTo>
                <a:lnTo>
                  <a:pt x="11598623" y="637396"/>
                </a:lnTo>
                <a:lnTo>
                  <a:pt x="11580996" y="637396"/>
                </a:lnTo>
                <a:lnTo>
                  <a:pt x="11580996" y="716570"/>
                </a:lnTo>
                <a:lnTo>
                  <a:pt x="11580996" y="716595"/>
                </a:lnTo>
                <a:lnTo>
                  <a:pt x="11598623" y="716595"/>
                </a:lnTo>
                <a:lnTo>
                  <a:pt x="11598623" y="673447"/>
                </a:lnTo>
                <a:cubicBezTo>
                  <a:pt x="11598623" y="660300"/>
                  <a:pt x="11604187" y="654264"/>
                  <a:pt x="11618117" y="654264"/>
                </a:cubicBezTo>
                <a:lnTo>
                  <a:pt x="11621980" y="654264"/>
                </a:lnTo>
                <a:lnTo>
                  <a:pt x="11621980" y="636015"/>
                </a:lnTo>
                <a:close/>
                <a:moveTo>
                  <a:pt x="11438844" y="635260"/>
                </a:moveTo>
                <a:cubicBezTo>
                  <a:pt x="11418121" y="635260"/>
                  <a:pt x="11401109" y="652729"/>
                  <a:pt x="11401109" y="677015"/>
                </a:cubicBezTo>
                <a:cubicBezTo>
                  <a:pt x="11401109" y="701300"/>
                  <a:pt x="11418121" y="718769"/>
                  <a:pt x="11438844" y="718769"/>
                </a:cubicBezTo>
                <a:cubicBezTo>
                  <a:pt x="11451060" y="718769"/>
                  <a:pt x="11460193" y="713513"/>
                  <a:pt x="11465450" y="703461"/>
                </a:cubicBezTo>
                <a:lnTo>
                  <a:pt x="11465450" y="716608"/>
                </a:lnTo>
                <a:lnTo>
                  <a:pt x="11483090" y="716608"/>
                </a:lnTo>
                <a:lnTo>
                  <a:pt x="11483090" y="637434"/>
                </a:lnTo>
                <a:lnTo>
                  <a:pt x="11465450" y="637434"/>
                </a:lnTo>
                <a:lnTo>
                  <a:pt x="11465450" y="650568"/>
                </a:lnTo>
                <a:cubicBezTo>
                  <a:pt x="11460193" y="640516"/>
                  <a:pt x="11451060" y="635260"/>
                  <a:pt x="11438844" y="635260"/>
                </a:cubicBezTo>
                <a:close/>
                <a:moveTo>
                  <a:pt x="11217192" y="635248"/>
                </a:moveTo>
                <a:cubicBezTo>
                  <a:pt x="11193681" y="635248"/>
                  <a:pt x="11175888" y="652717"/>
                  <a:pt x="11175888" y="677002"/>
                </a:cubicBezTo>
                <a:cubicBezTo>
                  <a:pt x="11175888" y="701287"/>
                  <a:pt x="11193681" y="718756"/>
                  <a:pt x="11217192" y="718756"/>
                </a:cubicBezTo>
                <a:cubicBezTo>
                  <a:pt x="11240703" y="718756"/>
                  <a:pt x="11258496" y="701287"/>
                  <a:pt x="11258496" y="677002"/>
                </a:cubicBezTo>
                <a:cubicBezTo>
                  <a:pt x="11258496" y="652717"/>
                  <a:pt x="11240703" y="635248"/>
                  <a:pt x="11217192" y="635248"/>
                </a:cubicBezTo>
                <a:close/>
                <a:moveTo>
                  <a:pt x="11532439" y="635235"/>
                </a:moveTo>
                <a:cubicBezTo>
                  <a:pt x="11509236" y="635235"/>
                  <a:pt x="11493310" y="652870"/>
                  <a:pt x="11493310" y="676989"/>
                </a:cubicBezTo>
                <a:lnTo>
                  <a:pt x="11493297" y="677002"/>
                </a:lnTo>
                <a:cubicBezTo>
                  <a:pt x="11493297" y="701121"/>
                  <a:pt x="11510463" y="718756"/>
                  <a:pt x="11533821" y="718756"/>
                </a:cubicBezTo>
                <a:cubicBezTo>
                  <a:pt x="11548211" y="718756"/>
                  <a:pt x="11561821" y="711646"/>
                  <a:pt x="11568320" y="700968"/>
                </a:cubicBezTo>
                <a:lnTo>
                  <a:pt x="11556257" y="690762"/>
                </a:lnTo>
                <a:cubicBezTo>
                  <a:pt x="11551767" y="698193"/>
                  <a:pt x="11543414" y="702669"/>
                  <a:pt x="11533834" y="702669"/>
                </a:cubicBezTo>
                <a:cubicBezTo>
                  <a:pt x="11522232" y="702669"/>
                  <a:pt x="11513572" y="694778"/>
                  <a:pt x="11511410" y="682718"/>
                </a:cubicBezTo>
                <a:lnTo>
                  <a:pt x="11570648" y="682718"/>
                </a:lnTo>
                <a:cubicBezTo>
                  <a:pt x="11570955" y="680711"/>
                  <a:pt x="11571108" y="678383"/>
                  <a:pt x="11571108" y="676222"/>
                </a:cubicBezTo>
                <a:cubicBezTo>
                  <a:pt x="11571108" y="653484"/>
                  <a:pt x="11555643" y="635235"/>
                  <a:pt x="11532439" y="635235"/>
                </a:cubicBezTo>
                <a:close/>
                <a:moveTo>
                  <a:pt x="11293289" y="614517"/>
                </a:moveTo>
                <a:lnTo>
                  <a:pt x="11275649" y="619927"/>
                </a:lnTo>
                <a:lnTo>
                  <a:pt x="11275649" y="637396"/>
                </a:lnTo>
                <a:lnTo>
                  <a:pt x="11260338" y="637396"/>
                </a:lnTo>
                <a:lnTo>
                  <a:pt x="11260338" y="652551"/>
                </a:lnTo>
                <a:lnTo>
                  <a:pt x="11275649" y="652551"/>
                </a:lnTo>
                <a:lnTo>
                  <a:pt x="11275649" y="691363"/>
                </a:lnTo>
                <a:cubicBezTo>
                  <a:pt x="11275649" y="708526"/>
                  <a:pt x="11285089" y="718271"/>
                  <a:pt x="11301168" y="718271"/>
                </a:cubicBezTo>
                <a:cubicBezTo>
                  <a:pt x="11305658" y="718271"/>
                  <a:pt x="11309675" y="717810"/>
                  <a:pt x="11312617" y="716877"/>
                </a:cubicBezTo>
                <a:lnTo>
                  <a:pt x="11312630" y="716902"/>
                </a:lnTo>
                <a:lnTo>
                  <a:pt x="11312630" y="702055"/>
                </a:lnTo>
                <a:cubicBezTo>
                  <a:pt x="11310621" y="702362"/>
                  <a:pt x="11307833" y="702515"/>
                  <a:pt x="11305978" y="702515"/>
                </a:cubicBezTo>
                <a:cubicBezTo>
                  <a:pt x="11297318" y="702515"/>
                  <a:pt x="11293289" y="698026"/>
                  <a:pt x="11293289" y="689675"/>
                </a:cubicBezTo>
                <a:lnTo>
                  <a:pt x="11293289" y="652563"/>
                </a:lnTo>
                <a:lnTo>
                  <a:pt x="11312630" y="652563"/>
                </a:lnTo>
                <a:lnTo>
                  <a:pt x="11312630" y="637409"/>
                </a:lnTo>
                <a:lnTo>
                  <a:pt x="11293289" y="637409"/>
                </a:lnTo>
                <a:close/>
                <a:moveTo>
                  <a:pt x="11324398" y="608341"/>
                </a:moveTo>
                <a:lnTo>
                  <a:pt x="11324398" y="716595"/>
                </a:lnTo>
                <a:lnTo>
                  <a:pt x="11342012" y="716595"/>
                </a:lnTo>
                <a:lnTo>
                  <a:pt x="11342012" y="669585"/>
                </a:lnTo>
                <a:cubicBezTo>
                  <a:pt x="11342012" y="657372"/>
                  <a:pt x="11348510" y="650722"/>
                  <a:pt x="11358410" y="650722"/>
                </a:cubicBezTo>
                <a:cubicBezTo>
                  <a:pt x="11368311" y="650722"/>
                  <a:pt x="11373875" y="657372"/>
                  <a:pt x="11373875" y="668191"/>
                </a:cubicBezTo>
                <a:lnTo>
                  <a:pt x="11373875" y="716595"/>
                </a:lnTo>
                <a:lnTo>
                  <a:pt x="11391515" y="716595"/>
                </a:lnTo>
                <a:lnTo>
                  <a:pt x="11391515" y="665096"/>
                </a:lnTo>
                <a:cubicBezTo>
                  <a:pt x="11391515" y="644685"/>
                  <a:pt x="11380527" y="635248"/>
                  <a:pt x="11365689" y="635248"/>
                </a:cubicBezTo>
                <a:cubicBezTo>
                  <a:pt x="11353473" y="635248"/>
                  <a:pt x="11345427" y="641284"/>
                  <a:pt x="11342025" y="647934"/>
                </a:cubicBezTo>
                <a:lnTo>
                  <a:pt x="11342025" y="608341"/>
                </a:lnTo>
                <a:close/>
                <a:moveTo>
                  <a:pt x="11116651" y="606486"/>
                </a:moveTo>
                <a:cubicBezTo>
                  <a:pt x="11085554" y="606486"/>
                  <a:pt x="11062197" y="629992"/>
                  <a:pt x="11062197" y="662628"/>
                </a:cubicBezTo>
                <a:cubicBezTo>
                  <a:pt x="11062197" y="695264"/>
                  <a:pt x="11085554" y="718769"/>
                  <a:pt x="11114323" y="718769"/>
                </a:cubicBezTo>
                <a:cubicBezTo>
                  <a:pt x="11127626" y="718769"/>
                  <a:pt x="11140149" y="712580"/>
                  <a:pt x="11147427" y="702681"/>
                </a:cubicBezTo>
                <a:lnTo>
                  <a:pt x="11147427" y="716595"/>
                </a:lnTo>
                <a:lnTo>
                  <a:pt x="11165374" y="716595"/>
                </a:lnTo>
                <a:lnTo>
                  <a:pt x="11165374" y="659686"/>
                </a:lnTo>
                <a:lnTo>
                  <a:pt x="11118505" y="659686"/>
                </a:lnTo>
                <a:lnTo>
                  <a:pt x="11118505" y="677322"/>
                </a:lnTo>
                <a:lnTo>
                  <a:pt x="11145879" y="677322"/>
                </a:lnTo>
                <a:cubicBezTo>
                  <a:pt x="11143244" y="690622"/>
                  <a:pt x="11131489" y="699906"/>
                  <a:pt x="11116638" y="699906"/>
                </a:cubicBezTo>
                <a:cubicBezTo>
                  <a:pt x="11097143" y="699906"/>
                  <a:pt x="11083226" y="684138"/>
                  <a:pt x="11083226" y="662640"/>
                </a:cubicBezTo>
                <a:cubicBezTo>
                  <a:pt x="11083226" y="641143"/>
                  <a:pt x="11097143" y="625375"/>
                  <a:pt x="11116638" y="625375"/>
                </a:cubicBezTo>
                <a:cubicBezTo>
                  <a:pt x="11130555" y="625375"/>
                  <a:pt x="11140609" y="632332"/>
                  <a:pt x="11146033" y="642230"/>
                </a:cubicBezTo>
                <a:lnTo>
                  <a:pt x="11162738" y="631091"/>
                </a:lnTo>
                <a:cubicBezTo>
                  <a:pt x="11154539" y="615630"/>
                  <a:pt x="11137219" y="606499"/>
                  <a:pt x="11116638" y="606499"/>
                </a:cubicBezTo>
                <a:close/>
                <a:moveTo>
                  <a:pt x="10840737" y="601537"/>
                </a:moveTo>
                <a:lnTo>
                  <a:pt x="10840745" y="601542"/>
                </a:lnTo>
                <a:lnTo>
                  <a:pt x="10839292" y="602995"/>
                </a:lnTo>
                <a:cubicBezTo>
                  <a:pt x="10857034" y="630631"/>
                  <a:pt x="10880545" y="661873"/>
                  <a:pt x="10915734" y="697054"/>
                </a:cubicBezTo>
                <a:cubicBezTo>
                  <a:pt x="10941356" y="722670"/>
                  <a:pt x="10955158" y="732888"/>
                  <a:pt x="10962909" y="725125"/>
                </a:cubicBezTo>
                <a:cubicBezTo>
                  <a:pt x="10970661" y="717376"/>
                  <a:pt x="10960441" y="703577"/>
                  <a:pt x="10934819" y="677961"/>
                </a:cubicBezTo>
                <a:cubicBezTo>
                  <a:pt x="10917224" y="660371"/>
                  <a:pt x="10900615" y="645696"/>
                  <a:pt x="10884948" y="633203"/>
                </a:cubicBezTo>
                <a:lnTo>
                  <a:pt x="10840745" y="601542"/>
                </a:lnTo>
                <a:lnTo>
                  <a:pt x="10840750" y="601537"/>
                </a:lnTo>
                <a:close/>
                <a:moveTo>
                  <a:pt x="10736550" y="588557"/>
                </a:moveTo>
                <a:cubicBezTo>
                  <a:pt x="10714549" y="588557"/>
                  <a:pt x="10704226" y="590756"/>
                  <a:pt x="10704226" y="600258"/>
                </a:cubicBezTo>
                <a:cubicBezTo>
                  <a:pt x="10704226" y="609760"/>
                  <a:pt x="10714536" y="611960"/>
                  <a:pt x="10736550" y="611960"/>
                </a:cubicBezTo>
                <a:cubicBezTo>
                  <a:pt x="10761494" y="611960"/>
                  <a:pt x="10781871" y="608724"/>
                  <a:pt x="10799191" y="604184"/>
                </a:cubicBezTo>
                <a:cubicBezTo>
                  <a:pt x="10773326" y="621794"/>
                  <a:pt x="10744596" y="646783"/>
                  <a:pt x="10712029" y="678997"/>
                </a:cubicBezTo>
                <a:cubicBezTo>
                  <a:pt x="10686471" y="704280"/>
                  <a:pt x="10676213" y="717823"/>
                  <a:pt x="10683632" y="725164"/>
                </a:cubicBezTo>
                <a:cubicBezTo>
                  <a:pt x="10691051" y="732504"/>
                  <a:pt x="10704738" y="722350"/>
                  <a:pt x="10730295" y="697067"/>
                </a:cubicBezTo>
                <a:cubicBezTo>
                  <a:pt x="10762863" y="664840"/>
                  <a:pt x="10788113" y="636424"/>
                  <a:pt x="10805906" y="610834"/>
                </a:cubicBezTo>
                <a:cubicBezTo>
                  <a:pt x="10801365" y="628150"/>
                  <a:pt x="10798116" y="648535"/>
                  <a:pt x="10798116" y="673511"/>
                </a:cubicBezTo>
                <a:cubicBezTo>
                  <a:pt x="10798116" y="695507"/>
                  <a:pt x="10800316" y="705815"/>
                  <a:pt x="10809820" y="705815"/>
                </a:cubicBezTo>
                <a:cubicBezTo>
                  <a:pt x="10819324" y="705815"/>
                  <a:pt x="10821525" y="695507"/>
                  <a:pt x="10821525" y="673511"/>
                </a:cubicBezTo>
                <a:cubicBezTo>
                  <a:pt x="10821525" y="643291"/>
                  <a:pt x="10816792" y="619773"/>
                  <a:pt x="10810716" y="600297"/>
                </a:cubicBezTo>
                <a:cubicBezTo>
                  <a:pt x="10810639" y="600028"/>
                  <a:pt x="10810498" y="599836"/>
                  <a:pt x="10810332" y="599708"/>
                </a:cubicBezTo>
                <a:lnTo>
                  <a:pt x="10810319" y="599695"/>
                </a:lnTo>
                <a:cubicBezTo>
                  <a:pt x="10810191" y="599555"/>
                  <a:pt x="10810012" y="599440"/>
                  <a:pt x="10809782" y="599363"/>
                </a:cubicBezTo>
                <a:cubicBezTo>
                  <a:pt x="10790288" y="593301"/>
                  <a:pt x="10766777" y="588557"/>
                  <a:pt x="10736550" y="588557"/>
                </a:cubicBezTo>
                <a:close/>
                <a:moveTo>
                  <a:pt x="10923409" y="575551"/>
                </a:moveTo>
                <a:cubicBezTo>
                  <a:pt x="10890548" y="575551"/>
                  <a:pt x="10864977" y="580295"/>
                  <a:pt x="10843795" y="586357"/>
                </a:cubicBezTo>
                <a:cubicBezTo>
                  <a:pt x="10842682" y="586677"/>
                  <a:pt x="10842682" y="587828"/>
                  <a:pt x="10843795" y="588147"/>
                </a:cubicBezTo>
                <a:cubicBezTo>
                  <a:pt x="10864977" y="594209"/>
                  <a:pt x="10890561" y="598941"/>
                  <a:pt x="10923409" y="598941"/>
                </a:cubicBezTo>
                <a:cubicBezTo>
                  <a:pt x="10947329" y="598941"/>
                  <a:pt x="10958548" y="596741"/>
                  <a:pt x="10958548" y="587252"/>
                </a:cubicBezTo>
                <a:cubicBezTo>
                  <a:pt x="10958548" y="577763"/>
                  <a:pt x="10947329" y="575551"/>
                  <a:pt x="10923409" y="575551"/>
                </a:cubicBezTo>
                <a:close/>
                <a:moveTo>
                  <a:pt x="11089110" y="515163"/>
                </a:moveTo>
                <a:lnTo>
                  <a:pt x="11120053" y="515163"/>
                </a:lnTo>
                <a:cubicBezTo>
                  <a:pt x="11130721" y="515163"/>
                  <a:pt x="11136912" y="520419"/>
                  <a:pt x="11136912" y="529396"/>
                </a:cubicBezTo>
                <a:cubicBezTo>
                  <a:pt x="11136912" y="538374"/>
                  <a:pt x="11130721" y="543630"/>
                  <a:pt x="11120053" y="543630"/>
                </a:cubicBezTo>
                <a:lnTo>
                  <a:pt x="11120053" y="543617"/>
                </a:lnTo>
                <a:lnTo>
                  <a:pt x="11089110" y="543617"/>
                </a:lnTo>
                <a:close/>
                <a:moveTo>
                  <a:pt x="11670715" y="497527"/>
                </a:moveTo>
                <a:cubicBezTo>
                  <a:pt x="11684018" y="497527"/>
                  <a:pt x="11693765" y="508039"/>
                  <a:pt x="11693765" y="522273"/>
                </a:cubicBezTo>
                <a:cubicBezTo>
                  <a:pt x="11693765" y="536507"/>
                  <a:pt x="11684018" y="547019"/>
                  <a:pt x="11670715" y="547019"/>
                </a:cubicBezTo>
                <a:cubicBezTo>
                  <a:pt x="11657412" y="547019"/>
                  <a:pt x="11647665" y="536507"/>
                  <a:pt x="11647665" y="522273"/>
                </a:cubicBezTo>
                <a:cubicBezTo>
                  <a:pt x="11647665" y="508039"/>
                  <a:pt x="11657412" y="497527"/>
                  <a:pt x="11670715" y="497527"/>
                </a:cubicBezTo>
                <a:close/>
                <a:moveTo>
                  <a:pt x="11207918" y="497527"/>
                </a:moveTo>
                <a:cubicBezTo>
                  <a:pt x="11221221" y="497527"/>
                  <a:pt x="11230968" y="508039"/>
                  <a:pt x="11230968" y="522273"/>
                </a:cubicBezTo>
                <a:cubicBezTo>
                  <a:pt x="11230968" y="536507"/>
                  <a:pt x="11221221" y="547019"/>
                  <a:pt x="11207918" y="547019"/>
                </a:cubicBezTo>
                <a:cubicBezTo>
                  <a:pt x="11194615" y="547019"/>
                  <a:pt x="11184868" y="536507"/>
                  <a:pt x="11184868" y="522273"/>
                </a:cubicBezTo>
                <a:cubicBezTo>
                  <a:pt x="11184868" y="508039"/>
                  <a:pt x="11194615" y="497527"/>
                  <a:pt x="11207918" y="497527"/>
                </a:cubicBezTo>
                <a:close/>
                <a:moveTo>
                  <a:pt x="11472881" y="496606"/>
                </a:moveTo>
                <a:cubicBezTo>
                  <a:pt x="11482782" y="496606"/>
                  <a:pt x="11490828" y="502489"/>
                  <a:pt x="11493143" y="513769"/>
                </a:cubicBezTo>
                <a:lnTo>
                  <a:pt x="11452313" y="513769"/>
                </a:lnTo>
                <a:cubicBezTo>
                  <a:pt x="11454781" y="503103"/>
                  <a:pt x="11462367" y="496606"/>
                  <a:pt x="11472881" y="496606"/>
                </a:cubicBezTo>
                <a:close/>
                <a:moveTo>
                  <a:pt x="11601577" y="482693"/>
                </a:moveTo>
                <a:lnTo>
                  <a:pt x="11601577" y="561866"/>
                </a:lnTo>
                <a:lnTo>
                  <a:pt x="11619216" y="561866"/>
                </a:lnTo>
                <a:lnTo>
                  <a:pt x="11619216" y="482693"/>
                </a:lnTo>
                <a:close/>
                <a:moveTo>
                  <a:pt x="11301501" y="481299"/>
                </a:moveTo>
                <a:cubicBezTo>
                  <a:pt x="11289899" y="481299"/>
                  <a:pt x="11282326" y="487795"/>
                  <a:pt x="11279845" y="497080"/>
                </a:cubicBezTo>
                <a:lnTo>
                  <a:pt x="11279845" y="482693"/>
                </a:lnTo>
                <a:lnTo>
                  <a:pt x="11262205" y="482693"/>
                </a:lnTo>
                <a:lnTo>
                  <a:pt x="11262205" y="561866"/>
                </a:lnTo>
                <a:lnTo>
                  <a:pt x="11279845" y="561866"/>
                </a:lnTo>
                <a:lnTo>
                  <a:pt x="11279845" y="518718"/>
                </a:lnTo>
                <a:cubicBezTo>
                  <a:pt x="11279845" y="505571"/>
                  <a:pt x="11285409" y="499548"/>
                  <a:pt x="11299339" y="499548"/>
                </a:cubicBezTo>
                <a:lnTo>
                  <a:pt x="11303202" y="499548"/>
                </a:lnTo>
                <a:lnTo>
                  <a:pt x="11303202" y="481299"/>
                </a:lnTo>
                <a:close/>
                <a:moveTo>
                  <a:pt x="11667159" y="480531"/>
                </a:moveTo>
                <a:cubicBezTo>
                  <a:pt x="11646437" y="480531"/>
                  <a:pt x="11629411" y="498000"/>
                  <a:pt x="11629411" y="522286"/>
                </a:cubicBezTo>
                <a:cubicBezTo>
                  <a:pt x="11629411" y="546571"/>
                  <a:pt x="11646424" y="564040"/>
                  <a:pt x="11667159" y="564040"/>
                </a:cubicBezTo>
                <a:cubicBezTo>
                  <a:pt x="11679375" y="564040"/>
                  <a:pt x="11688508" y="558784"/>
                  <a:pt x="11693765" y="548732"/>
                </a:cubicBezTo>
                <a:lnTo>
                  <a:pt x="11693765" y="561879"/>
                </a:lnTo>
                <a:lnTo>
                  <a:pt x="11711392" y="561879"/>
                </a:lnTo>
                <a:lnTo>
                  <a:pt x="11711392" y="482705"/>
                </a:lnTo>
                <a:lnTo>
                  <a:pt x="11693765" y="482705"/>
                </a:lnTo>
                <a:lnTo>
                  <a:pt x="11693765" y="495839"/>
                </a:lnTo>
                <a:cubicBezTo>
                  <a:pt x="11688508" y="485787"/>
                  <a:pt x="11679375" y="480531"/>
                  <a:pt x="11667159" y="480531"/>
                </a:cubicBezTo>
                <a:close/>
                <a:moveTo>
                  <a:pt x="11204349" y="480531"/>
                </a:moveTo>
                <a:cubicBezTo>
                  <a:pt x="11183627" y="480531"/>
                  <a:pt x="11166601" y="498000"/>
                  <a:pt x="11166601" y="522286"/>
                </a:cubicBezTo>
                <a:cubicBezTo>
                  <a:pt x="11166601" y="546571"/>
                  <a:pt x="11183614" y="564040"/>
                  <a:pt x="11204349" y="564040"/>
                </a:cubicBezTo>
                <a:cubicBezTo>
                  <a:pt x="11216565" y="564040"/>
                  <a:pt x="11225698" y="558784"/>
                  <a:pt x="11230955" y="548732"/>
                </a:cubicBezTo>
                <a:lnTo>
                  <a:pt x="11230955" y="561879"/>
                </a:lnTo>
                <a:lnTo>
                  <a:pt x="11248582" y="561879"/>
                </a:lnTo>
                <a:lnTo>
                  <a:pt x="11248582" y="482705"/>
                </a:lnTo>
                <a:lnTo>
                  <a:pt x="11230955" y="482705"/>
                </a:lnTo>
                <a:lnTo>
                  <a:pt x="11230955" y="495839"/>
                </a:lnTo>
                <a:cubicBezTo>
                  <a:pt x="11225698" y="485787"/>
                  <a:pt x="11216565" y="480531"/>
                  <a:pt x="11204349" y="480531"/>
                </a:cubicBezTo>
                <a:close/>
                <a:moveTo>
                  <a:pt x="11562755" y="480518"/>
                </a:moveTo>
                <a:cubicBezTo>
                  <a:pt x="11550539" y="480518"/>
                  <a:pt x="11542493" y="486555"/>
                  <a:pt x="11539090" y="493205"/>
                </a:cubicBezTo>
                <a:lnTo>
                  <a:pt x="11539090" y="482693"/>
                </a:lnTo>
                <a:lnTo>
                  <a:pt x="11521464" y="482693"/>
                </a:lnTo>
                <a:lnTo>
                  <a:pt x="11521464" y="561866"/>
                </a:lnTo>
                <a:lnTo>
                  <a:pt x="11539078" y="561866"/>
                </a:lnTo>
                <a:lnTo>
                  <a:pt x="11539078" y="514856"/>
                </a:lnTo>
                <a:cubicBezTo>
                  <a:pt x="11539078" y="502643"/>
                  <a:pt x="11545576" y="495993"/>
                  <a:pt x="11555476" y="495993"/>
                </a:cubicBezTo>
                <a:cubicBezTo>
                  <a:pt x="11565377" y="495993"/>
                  <a:pt x="11570941" y="502643"/>
                  <a:pt x="11570941" y="513462"/>
                </a:cubicBezTo>
                <a:lnTo>
                  <a:pt x="11570941" y="561866"/>
                </a:lnTo>
                <a:lnTo>
                  <a:pt x="11588581" y="561866"/>
                </a:lnTo>
                <a:lnTo>
                  <a:pt x="11588581" y="510367"/>
                </a:lnTo>
                <a:cubicBezTo>
                  <a:pt x="11588581" y="489956"/>
                  <a:pt x="11577593" y="480518"/>
                  <a:pt x="11562755" y="480518"/>
                </a:cubicBezTo>
                <a:close/>
                <a:moveTo>
                  <a:pt x="11472894" y="480518"/>
                </a:moveTo>
                <a:cubicBezTo>
                  <a:pt x="11449690" y="480518"/>
                  <a:pt x="11433752" y="498141"/>
                  <a:pt x="11433752" y="522273"/>
                </a:cubicBezTo>
                <a:cubicBezTo>
                  <a:pt x="11433752" y="546392"/>
                  <a:pt x="11450918" y="564027"/>
                  <a:pt x="11474276" y="564027"/>
                </a:cubicBezTo>
                <a:cubicBezTo>
                  <a:pt x="11488666" y="564027"/>
                  <a:pt x="11502276" y="556917"/>
                  <a:pt x="11508775" y="546239"/>
                </a:cubicBezTo>
                <a:lnTo>
                  <a:pt x="11496712" y="536033"/>
                </a:lnTo>
                <a:cubicBezTo>
                  <a:pt x="11492222" y="543451"/>
                  <a:pt x="11483869" y="547939"/>
                  <a:pt x="11474289" y="547939"/>
                </a:cubicBezTo>
                <a:cubicBezTo>
                  <a:pt x="11462687" y="547939"/>
                  <a:pt x="11454027" y="540049"/>
                  <a:pt x="11451865" y="527989"/>
                </a:cubicBezTo>
                <a:lnTo>
                  <a:pt x="11511102" y="527989"/>
                </a:lnTo>
                <a:cubicBezTo>
                  <a:pt x="11511410" y="525982"/>
                  <a:pt x="11511563" y="523654"/>
                  <a:pt x="11511563" y="521493"/>
                </a:cubicBezTo>
                <a:cubicBezTo>
                  <a:pt x="11511563" y="498755"/>
                  <a:pt x="11496098" y="480518"/>
                  <a:pt x="11472894" y="480518"/>
                </a:cubicBezTo>
                <a:close/>
                <a:moveTo>
                  <a:pt x="11352552" y="480518"/>
                </a:moveTo>
                <a:cubicBezTo>
                  <a:pt x="11341103" y="480518"/>
                  <a:pt x="11333531" y="486555"/>
                  <a:pt x="11330128" y="493205"/>
                </a:cubicBezTo>
                <a:lnTo>
                  <a:pt x="11330128" y="482693"/>
                </a:lnTo>
                <a:lnTo>
                  <a:pt x="11312489" y="482693"/>
                </a:lnTo>
                <a:lnTo>
                  <a:pt x="11312489" y="561866"/>
                </a:lnTo>
                <a:lnTo>
                  <a:pt x="11330115" y="561866"/>
                </a:lnTo>
                <a:lnTo>
                  <a:pt x="11330115" y="514856"/>
                </a:lnTo>
                <a:cubicBezTo>
                  <a:pt x="11330115" y="502643"/>
                  <a:pt x="11336153" y="495993"/>
                  <a:pt x="11345273" y="495993"/>
                </a:cubicBezTo>
                <a:cubicBezTo>
                  <a:pt x="11354394" y="495993"/>
                  <a:pt x="11359510" y="502643"/>
                  <a:pt x="11359510" y="513462"/>
                </a:cubicBezTo>
                <a:lnTo>
                  <a:pt x="11359510" y="561866"/>
                </a:lnTo>
                <a:lnTo>
                  <a:pt x="11377137" y="561866"/>
                </a:lnTo>
                <a:lnTo>
                  <a:pt x="11377137" y="513155"/>
                </a:lnTo>
                <a:cubicBezTo>
                  <a:pt x="11377137" y="502643"/>
                  <a:pt x="11383175" y="495993"/>
                  <a:pt x="11392295" y="495993"/>
                </a:cubicBezTo>
                <a:cubicBezTo>
                  <a:pt x="11401415" y="495993"/>
                  <a:pt x="11406532" y="502643"/>
                  <a:pt x="11406532" y="513462"/>
                </a:cubicBezTo>
                <a:lnTo>
                  <a:pt x="11406532" y="561866"/>
                </a:lnTo>
                <a:lnTo>
                  <a:pt x="11424171" y="561866"/>
                </a:lnTo>
                <a:lnTo>
                  <a:pt x="11424171" y="510367"/>
                </a:lnTo>
                <a:cubicBezTo>
                  <a:pt x="11424171" y="489956"/>
                  <a:pt x="11413657" y="480518"/>
                  <a:pt x="11398025" y="480518"/>
                </a:cubicBezTo>
                <a:cubicBezTo>
                  <a:pt x="11387511" y="480518"/>
                  <a:pt x="11379311" y="485161"/>
                  <a:pt x="11374208" y="494125"/>
                </a:cubicBezTo>
                <a:cubicBezTo>
                  <a:pt x="11370038" y="484841"/>
                  <a:pt x="11362145" y="480518"/>
                  <a:pt x="11352552" y="480518"/>
                </a:cubicBezTo>
                <a:close/>
                <a:moveTo>
                  <a:pt x="11089110" y="471861"/>
                </a:moveTo>
                <a:lnTo>
                  <a:pt x="11119119" y="471861"/>
                </a:lnTo>
                <a:cubicBezTo>
                  <a:pt x="11128713" y="471861"/>
                  <a:pt x="11134277" y="476503"/>
                  <a:pt x="11134277" y="484381"/>
                </a:cubicBezTo>
                <a:cubicBezTo>
                  <a:pt x="11134277" y="492258"/>
                  <a:pt x="11128713" y="496913"/>
                  <a:pt x="11119119" y="496913"/>
                </a:cubicBezTo>
                <a:lnTo>
                  <a:pt x="11089110" y="496913"/>
                </a:lnTo>
                <a:close/>
                <a:moveTo>
                  <a:pt x="10824339" y="462794"/>
                </a:moveTo>
                <a:cubicBezTo>
                  <a:pt x="10814847" y="462794"/>
                  <a:pt x="10812647" y="472936"/>
                  <a:pt x="10812647" y="494561"/>
                </a:cubicBezTo>
                <a:cubicBezTo>
                  <a:pt x="10812647" y="524269"/>
                  <a:pt x="10817380" y="547390"/>
                  <a:pt x="10823456" y="566535"/>
                </a:cubicBezTo>
                <a:cubicBezTo>
                  <a:pt x="10823776" y="567545"/>
                  <a:pt x="10824914" y="567545"/>
                  <a:pt x="10825234" y="566535"/>
                </a:cubicBezTo>
                <a:cubicBezTo>
                  <a:pt x="10831297" y="547378"/>
                  <a:pt x="10836043" y="524269"/>
                  <a:pt x="10836043" y="494561"/>
                </a:cubicBezTo>
                <a:cubicBezTo>
                  <a:pt x="10836043" y="472936"/>
                  <a:pt x="10833843" y="462794"/>
                  <a:pt x="10824339" y="462794"/>
                </a:cubicBezTo>
                <a:close/>
                <a:moveTo>
                  <a:pt x="11069002" y="453624"/>
                </a:moveTo>
                <a:lnTo>
                  <a:pt x="11069002" y="561866"/>
                </a:lnTo>
                <a:lnTo>
                  <a:pt x="11122368" y="561866"/>
                </a:lnTo>
                <a:cubicBezTo>
                  <a:pt x="11144792" y="561866"/>
                  <a:pt x="11157941" y="550574"/>
                  <a:pt x="11157941" y="531404"/>
                </a:cubicBezTo>
                <a:cubicBezTo>
                  <a:pt x="11157941" y="518257"/>
                  <a:pt x="11150676" y="509446"/>
                  <a:pt x="11139074" y="505584"/>
                </a:cubicBezTo>
                <a:cubicBezTo>
                  <a:pt x="11149128" y="501722"/>
                  <a:pt x="11155319" y="492744"/>
                  <a:pt x="11155319" y="481772"/>
                </a:cubicBezTo>
                <a:cubicBezTo>
                  <a:pt x="11155319" y="464136"/>
                  <a:pt x="11142950" y="453624"/>
                  <a:pt x="11121908" y="453624"/>
                </a:cubicBezTo>
                <a:close/>
                <a:moveTo>
                  <a:pt x="11610390" y="450670"/>
                </a:moveTo>
                <a:cubicBezTo>
                  <a:pt x="11604353" y="450670"/>
                  <a:pt x="11599402" y="455619"/>
                  <a:pt x="11599402" y="461655"/>
                </a:cubicBezTo>
                <a:cubicBezTo>
                  <a:pt x="11599402" y="467692"/>
                  <a:pt x="11604353" y="472641"/>
                  <a:pt x="11610390" y="472641"/>
                </a:cubicBezTo>
                <a:cubicBezTo>
                  <a:pt x="11616428" y="472641"/>
                  <a:pt x="11621378" y="467692"/>
                  <a:pt x="11621378" y="461655"/>
                </a:cubicBezTo>
                <a:cubicBezTo>
                  <a:pt x="11621378" y="455619"/>
                  <a:pt x="11616428" y="450670"/>
                  <a:pt x="11610390" y="450670"/>
                </a:cubicBezTo>
                <a:close/>
                <a:moveTo>
                  <a:pt x="10963037" y="447346"/>
                </a:moveTo>
                <a:cubicBezTo>
                  <a:pt x="10955286" y="439596"/>
                  <a:pt x="10941484" y="449814"/>
                  <a:pt x="10915862" y="475417"/>
                </a:cubicBezTo>
                <a:cubicBezTo>
                  <a:pt x="10880673" y="510598"/>
                  <a:pt x="10857149" y="541840"/>
                  <a:pt x="10839420" y="569476"/>
                </a:cubicBezTo>
                <a:cubicBezTo>
                  <a:pt x="10838486" y="570934"/>
                  <a:pt x="10839420" y="571868"/>
                  <a:pt x="10840878" y="570934"/>
                </a:cubicBezTo>
                <a:cubicBezTo>
                  <a:pt x="10868521" y="553196"/>
                  <a:pt x="10899770" y="529691"/>
                  <a:pt x="10934960" y="494510"/>
                </a:cubicBezTo>
                <a:cubicBezTo>
                  <a:pt x="10960581" y="468894"/>
                  <a:pt x="10970802" y="455096"/>
                  <a:pt x="10963037" y="447346"/>
                </a:cubicBezTo>
                <a:close/>
                <a:moveTo>
                  <a:pt x="10684233" y="447282"/>
                </a:moveTo>
                <a:cubicBezTo>
                  <a:pt x="10676481" y="455032"/>
                  <a:pt x="10686702" y="468830"/>
                  <a:pt x="10712310" y="494446"/>
                </a:cubicBezTo>
                <a:cubicBezTo>
                  <a:pt x="10747500" y="529627"/>
                  <a:pt x="10778750" y="553145"/>
                  <a:pt x="10806392" y="570870"/>
                </a:cubicBezTo>
                <a:lnTo>
                  <a:pt x="10806392" y="570883"/>
                </a:lnTo>
                <a:cubicBezTo>
                  <a:pt x="10807850" y="571816"/>
                  <a:pt x="10808784" y="570883"/>
                  <a:pt x="10807850" y="569425"/>
                </a:cubicBezTo>
                <a:cubicBezTo>
                  <a:pt x="10790108" y="541789"/>
                  <a:pt x="10766598" y="510547"/>
                  <a:pt x="10731408" y="475365"/>
                </a:cubicBezTo>
                <a:cubicBezTo>
                  <a:pt x="10705799" y="449750"/>
                  <a:pt x="10691985" y="439532"/>
                  <a:pt x="10684233" y="447282"/>
                </a:cubicBezTo>
                <a:close/>
                <a:moveTo>
                  <a:pt x="0" y="0"/>
                </a:moveTo>
                <a:lnTo>
                  <a:pt x="12193199" y="0"/>
                </a:lnTo>
                <a:lnTo>
                  <a:pt x="12193199" y="6858000"/>
                </a:lnTo>
                <a:lnTo>
                  <a:pt x="0" y="6858000"/>
                </a:lnTo>
                <a:close/>
              </a:path>
            </a:pathLst>
          </a:custGeom>
          <a:gradFill>
            <a:gsLst>
              <a:gs pos="0">
                <a:srgbClr val="000000">
                  <a:alpha val="64000"/>
                </a:srgbClr>
              </a:gs>
              <a:gs pos="39000">
                <a:srgbClr val="000000">
                  <a:alpha val="0"/>
                </a:srgbClr>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de-DE" dirty="0">
              <a:latin typeface="BarmeniaGothaer Offc" panose="020B0503020204020204" pitchFamily="34" charset="0"/>
            </a:endParaRPr>
          </a:p>
        </p:txBody>
      </p:sp>
      <p:sp>
        <p:nvSpPr>
          <p:cNvPr id="11" name="Titel 10">
            <a:extLst>
              <a:ext uri="{FF2B5EF4-FFF2-40B4-BE49-F238E27FC236}">
                <a16:creationId xmlns:a16="http://schemas.microsoft.com/office/drawing/2014/main" id="{63D37C05-5A82-9A7A-5EE1-DB9CD5BABE10}"/>
              </a:ext>
            </a:extLst>
          </p:cNvPr>
          <p:cNvSpPr>
            <a:spLocks noGrp="1"/>
          </p:cNvSpPr>
          <p:nvPr>
            <p:ph type="title"/>
          </p:nvPr>
        </p:nvSpPr>
        <p:spPr>
          <a:xfrm>
            <a:off x="479425" y="387560"/>
            <a:ext cx="8496300" cy="988803"/>
          </a:xfrm>
        </p:spPr>
        <p:txBody>
          <a:bodyPr/>
          <a:lstStyle/>
          <a:p>
            <a:r>
              <a:rPr lang="de-DE" dirty="0"/>
              <a:t>Titel der Folie, kurz und prägnant,</a:t>
            </a:r>
            <a:br>
              <a:rPr lang="de-DE" dirty="0"/>
            </a:br>
            <a:r>
              <a:rPr lang="de-DE" dirty="0"/>
              <a:t>ein-oder zweizeilig möglich.</a:t>
            </a:r>
          </a:p>
        </p:txBody>
      </p:sp>
      <p:sp>
        <p:nvSpPr>
          <p:cNvPr id="4" name="Datumsplatzhalter 3">
            <a:extLst>
              <a:ext uri="{FF2B5EF4-FFF2-40B4-BE49-F238E27FC236}">
                <a16:creationId xmlns:a16="http://schemas.microsoft.com/office/drawing/2014/main" id="{67C1430B-A28F-65B0-374E-2E330DE640DB}"/>
              </a:ext>
            </a:extLst>
          </p:cNvPr>
          <p:cNvSpPr>
            <a:spLocks noGrp="1"/>
          </p:cNvSpPr>
          <p:nvPr>
            <p:ph type="dt" sz="half" idx="10"/>
          </p:nvPr>
        </p:nvSpPr>
        <p:spPr>
          <a:xfrm>
            <a:off x="3334722" y="6521213"/>
            <a:ext cx="1068585" cy="106468"/>
          </a:xfrm>
        </p:spPr>
        <p:txBody>
          <a:bodyPr/>
          <a:lstStyle/>
          <a:p>
            <a:fld id="{D7E5C817-9893-B442-9A3F-CFB12E34517B}" type="datetime1">
              <a:rPr lang="de-DE" smtClean="0"/>
              <a:pPr/>
              <a:t>22.06.2026</a:t>
            </a:fld>
            <a:endParaRPr lang="de-DE"/>
          </a:p>
        </p:txBody>
      </p:sp>
      <p:sp>
        <p:nvSpPr>
          <p:cNvPr id="5" name="Fußzeilenplatzhalter 4">
            <a:extLst>
              <a:ext uri="{FF2B5EF4-FFF2-40B4-BE49-F238E27FC236}">
                <a16:creationId xmlns:a16="http://schemas.microsoft.com/office/drawing/2014/main" id="{A763DF42-E198-C3DF-91B7-3FC41CBA196C}"/>
              </a:ext>
            </a:extLst>
          </p:cNvPr>
          <p:cNvSpPr>
            <a:spLocks noGrp="1"/>
          </p:cNvSpPr>
          <p:nvPr>
            <p:ph type="ftr" sz="quarter" idx="11"/>
          </p:nvPr>
        </p:nvSpPr>
        <p:spPr>
          <a:xfrm>
            <a:off x="3334720" y="6405343"/>
            <a:ext cx="2806997" cy="106470"/>
          </a:xfrm>
        </p:spPr>
        <p:txBody>
          <a:bodyPr/>
          <a:lstStyle/>
          <a:p>
            <a:r>
              <a:rPr lang="de-DE"/>
              <a:t>Titel der Präsentation</a:t>
            </a:r>
          </a:p>
        </p:txBody>
      </p:sp>
      <p:sp>
        <p:nvSpPr>
          <p:cNvPr id="6" name="Foliennummernplatzhalter 5">
            <a:extLst>
              <a:ext uri="{FF2B5EF4-FFF2-40B4-BE49-F238E27FC236}">
                <a16:creationId xmlns:a16="http://schemas.microsoft.com/office/drawing/2014/main" id="{A82B2748-ED45-4A37-1933-345FDB40058F}"/>
              </a:ext>
            </a:extLst>
          </p:cNvPr>
          <p:cNvSpPr>
            <a:spLocks noGrp="1"/>
          </p:cNvSpPr>
          <p:nvPr>
            <p:ph type="sldNum" sz="quarter" idx="12"/>
          </p:nvPr>
        </p:nvSpPr>
        <p:spPr>
          <a:xfrm>
            <a:off x="773108" y="6521213"/>
            <a:ext cx="976088" cy="106468"/>
          </a:xfrm>
        </p:spPr>
        <p:txBody>
          <a:bodyPr/>
          <a:lstStyle/>
          <a:p>
            <a:fld id="{D188B27D-4802-6948-A101-6CF6A7142FF4}" type="slidenum">
              <a:rPr lang="de-DE" smtClean="0"/>
              <a:pPr/>
              <a:t>50</a:t>
            </a:fld>
            <a:endParaRPr lang="de-DE"/>
          </a:p>
        </p:txBody>
      </p:sp>
      <p:sp>
        <p:nvSpPr>
          <p:cNvPr id="3" name="Bildplatzhalter 2">
            <a:extLst>
              <a:ext uri="{FF2B5EF4-FFF2-40B4-BE49-F238E27FC236}">
                <a16:creationId xmlns:a16="http://schemas.microsoft.com/office/drawing/2014/main" id="{B0E7CCB4-DDBD-FBA1-55E2-F87892FF3537}"/>
              </a:ext>
            </a:extLst>
          </p:cNvPr>
          <p:cNvSpPr>
            <a:spLocks noGrp="1"/>
          </p:cNvSpPr>
          <p:nvPr>
            <p:ph type="pic" sz="quarter" idx="14"/>
          </p:nvPr>
        </p:nvSpPr>
        <p:spPr/>
        <p:txBody>
          <a:bodyPr/>
          <a:lstStyle/>
          <a:p>
            <a:endParaRPr lang="de-DE"/>
          </a:p>
        </p:txBody>
      </p:sp>
    </p:spTree>
    <p:extLst>
      <p:ext uri="{BB962C8B-B14F-4D97-AF65-F5344CB8AC3E}">
        <p14:creationId xmlns:p14="http://schemas.microsoft.com/office/powerpoint/2010/main" val="34023064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F217D9-BE8F-E112-BB6D-13ABABE706DF}"/>
              </a:ext>
            </a:extLst>
          </p:cNvPr>
          <p:cNvSpPr>
            <a:spLocks noGrp="1"/>
          </p:cNvSpPr>
          <p:nvPr>
            <p:ph type="title"/>
          </p:nvPr>
        </p:nvSpPr>
        <p:spPr/>
        <p:txBody>
          <a:bodyPr/>
          <a:lstStyle/>
          <a:p>
            <a:r>
              <a:rPr lang="de-DE" dirty="0"/>
              <a:t>Titel der Folie, kurz und prägnant, </a:t>
            </a:r>
            <a:br>
              <a:rPr lang="de-DE" dirty="0"/>
            </a:br>
            <a:r>
              <a:rPr lang="de-DE" dirty="0">
                <a:solidFill>
                  <a:schemeClr val="accent4"/>
                </a:solidFill>
              </a:rPr>
              <a:t>zweizeilig möglich.</a:t>
            </a:r>
          </a:p>
        </p:txBody>
      </p:sp>
      <p:sp>
        <p:nvSpPr>
          <p:cNvPr id="4" name="Fußzeilenplatzhalter 3">
            <a:extLst>
              <a:ext uri="{FF2B5EF4-FFF2-40B4-BE49-F238E27FC236}">
                <a16:creationId xmlns:a16="http://schemas.microsoft.com/office/drawing/2014/main" id="{8BDC25BF-F62C-E863-4D87-791DAD0249EA}"/>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590433B2-2114-DBED-7786-3A057F96FF57}"/>
              </a:ext>
            </a:extLst>
          </p:cNvPr>
          <p:cNvSpPr>
            <a:spLocks noGrp="1"/>
          </p:cNvSpPr>
          <p:nvPr>
            <p:ph type="sldNum" sz="quarter" idx="12"/>
          </p:nvPr>
        </p:nvSpPr>
        <p:spPr/>
        <p:txBody>
          <a:bodyPr/>
          <a:lstStyle/>
          <a:p>
            <a:fld id="{D188B27D-4802-6948-A101-6CF6A7142FF4}" type="slidenum">
              <a:rPr lang="de-DE" smtClean="0"/>
              <a:t>51</a:t>
            </a:fld>
            <a:endParaRPr lang="de-DE"/>
          </a:p>
        </p:txBody>
      </p:sp>
      <p:grpSp>
        <p:nvGrpSpPr>
          <p:cNvPr id="3" name="Gruppieren 2">
            <a:extLst>
              <a:ext uri="{FF2B5EF4-FFF2-40B4-BE49-F238E27FC236}">
                <a16:creationId xmlns:a16="http://schemas.microsoft.com/office/drawing/2014/main" id="{3FA3DFED-5BC3-9B45-AB34-D72214435EA1}"/>
              </a:ext>
            </a:extLst>
          </p:cNvPr>
          <p:cNvGrpSpPr/>
          <p:nvPr/>
        </p:nvGrpSpPr>
        <p:grpSpPr>
          <a:xfrm>
            <a:off x="479423" y="1843926"/>
            <a:ext cx="3114531" cy="4106024"/>
            <a:chOff x="479423" y="1843926"/>
            <a:chExt cx="3114531" cy="4106024"/>
          </a:xfrm>
        </p:grpSpPr>
        <p:sp>
          <p:nvSpPr>
            <p:cNvPr id="6" name="Textplatzhalter 31">
              <a:extLst>
                <a:ext uri="{FF2B5EF4-FFF2-40B4-BE49-F238E27FC236}">
                  <a16:creationId xmlns:a16="http://schemas.microsoft.com/office/drawing/2014/main" id="{D0195DCD-DFAD-6263-68DD-BB26C5EBF0D9}"/>
                </a:ext>
              </a:extLst>
            </p:cNvPr>
            <p:cNvSpPr txBox="1">
              <a:spLocks/>
            </p:cNvSpPr>
            <p:nvPr/>
          </p:nvSpPr>
          <p:spPr>
            <a:xfrm>
              <a:off x="479423" y="1843926"/>
              <a:ext cx="3114530" cy="606666"/>
            </a:xfrm>
            <a:prstGeom prst="round2SameRect">
              <a:avLst>
                <a:gd name="adj1" fmla="val 6620"/>
                <a:gd name="adj2" fmla="val 0"/>
              </a:avLst>
            </a:prstGeom>
            <a:solidFill>
              <a:schemeClr val="accent4"/>
            </a:solidFill>
          </p:spPr>
          <p:txBody>
            <a:bodyPr lIns="251999" rIns="251999"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1600" dirty="0">
                  <a:latin typeface="BarmeniaGothaer Offc Medium" panose="020B0603020204020204" pitchFamily="34" charset="0"/>
                </a:rPr>
                <a:t>Prozess Schritt 1</a:t>
              </a:r>
            </a:p>
          </p:txBody>
        </p:sp>
        <p:sp>
          <p:nvSpPr>
            <p:cNvPr id="7" name="Textplatzhalter 12">
              <a:extLst>
                <a:ext uri="{FF2B5EF4-FFF2-40B4-BE49-F238E27FC236}">
                  <a16:creationId xmlns:a16="http://schemas.microsoft.com/office/drawing/2014/main" id="{D35E1298-4603-05F4-8ADF-BABE46560646}"/>
                </a:ext>
              </a:extLst>
            </p:cNvPr>
            <p:cNvSpPr txBox="1">
              <a:spLocks/>
            </p:cNvSpPr>
            <p:nvPr/>
          </p:nvSpPr>
          <p:spPr>
            <a:xfrm>
              <a:off x="479424" y="2450592"/>
              <a:ext cx="3114530" cy="3499358"/>
            </a:xfrm>
            <a:prstGeom prst="round2SameRect">
              <a:avLst>
                <a:gd name="adj1" fmla="val 0"/>
                <a:gd name="adj2" fmla="val 1358"/>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 et </a:t>
              </a:r>
              <a:r>
                <a:rPr lang="de-DE" dirty="0" err="1">
                  <a:latin typeface="BarmeniaGothaer Offc" panose="020B0503020204020204" pitchFamily="34" charset="0"/>
                </a:rPr>
                <a:t>dolore</a:t>
              </a:r>
              <a:r>
                <a:rPr lang="de-DE" dirty="0">
                  <a:latin typeface="BarmeniaGothaer Offc" panose="020B0503020204020204" pitchFamily="34" charset="0"/>
                </a:rPr>
                <a:t> </a:t>
              </a:r>
              <a:r>
                <a:rPr lang="de-DE" dirty="0" err="1">
                  <a:latin typeface="BarmeniaGothaer Offc" panose="020B0503020204020204" pitchFamily="34" charset="0"/>
                </a:rPr>
                <a:t>aliquyam</a:t>
              </a:r>
              <a:r>
                <a:rPr lang="de-DE" dirty="0">
                  <a:latin typeface="BarmeniaGothaer Offc" panose="020B0503020204020204" pitchFamily="34" charset="0"/>
                </a:rPr>
                <a:t> erat. </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 </a:t>
              </a:r>
              <a:r>
                <a:rPr lang="de-DE" dirty="0" err="1">
                  <a:latin typeface="BarmeniaGothaer Offc" panose="020B0503020204020204" pitchFamily="34" charset="0"/>
                </a:rPr>
                <a:t>no</a:t>
              </a:r>
              <a:r>
                <a:rPr lang="de-DE" dirty="0">
                  <a:latin typeface="BarmeniaGothaer Offc" panose="020B0503020204020204" pitchFamily="34" charset="0"/>
                </a:rPr>
                <a:t> </a:t>
              </a:r>
              <a:r>
                <a:rPr lang="de-DE" dirty="0" err="1">
                  <a:latin typeface="BarmeniaGothaer Offc" panose="020B0503020204020204" pitchFamily="34" charset="0"/>
                </a:rPr>
                <a:t>sea</a:t>
              </a:r>
              <a:r>
                <a:rPr lang="de-DE" dirty="0">
                  <a:latin typeface="BarmeniaGothaer Offc" panose="020B0503020204020204" pitchFamily="34" charset="0"/>
                </a:rPr>
                <a:t> </a:t>
              </a:r>
              <a:r>
                <a:rPr lang="de-DE" dirty="0" err="1">
                  <a:latin typeface="BarmeniaGothaer Offc" panose="020B0503020204020204" pitchFamily="34" charset="0"/>
                </a:rPr>
                <a:t>takimata</a:t>
              </a:r>
              <a:r>
                <a:rPr lang="de-DE" dirty="0">
                  <a:latin typeface="BarmeniaGothaer Offc" panose="020B0503020204020204" pitchFamily="34" charset="0"/>
                </a:rPr>
                <a:t> sanctus.</a:t>
              </a:r>
            </a:p>
          </p:txBody>
        </p:sp>
      </p:grpSp>
      <p:grpSp>
        <p:nvGrpSpPr>
          <p:cNvPr id="13" name="Gruppieren 12">
            <a:extLst>
              <a:ext uri="{FF2B5EF4-FFF2-40B4-BE49-F238E27FC236}">
                <a16:creationId xmlns:a16="http://schemas.microsoft.com/office/drawing/2014/main" id="{E451CBBE-A5BD-7107-0C99-E5E974882B64}"/>
              </a:ext>
            </a:extLst>
          </p:cNvPr>
          <p:cNvGrpSpPr/>
          <p:nvPr/>
        </p:nvGrpSpPr>
        <p:grpSpPr>
          <a:xfrm>
            <a:off x="3844636" y="1938942"/>
            <a:ext cx="416634" cy="416634"/>
            <a:chOff x="5842000" y="3175000"/>
            <a:chExt cx="3862832" cy="3862832"/>
          </a:xfrm>
        </p:grpSpPr>
        <p:sp>
          <p:nvSpPr>
            <p:cNvPr id="11" name="Freihandform 10">
              <a:extLst>
                <a:ext uri="{FF2B5EF4-FFF2-40B4-BE49-F238E27FC236}">
                  <a16:creationId xmlns:a16="http://schemas.microsoft.com/office/drawing/2014/main" id="{D575B9E1-7163-3C4C-F551-E0EE8A15F176}"/>
                </a:ext>
              </a:extLst>
            </p:cNvPr>
            <p:cNvSpPr/>
            <p:nvPr/>
          </p:nvSpPr>
          <p:spPr>
            <a:xfrm>
              <a:off x="5842000" y="3175000"/>
              <a:ext cx="3862832" cy="3862832"/>
            </a:xfrm>
            <a:custGeom>
              <a:avLst/>
              <a:gdLst>
                <a:gd name="connsiteX0" fmla="*/ 3862832 w 3862832"/>
                <a:gd name="connsiteY0" fmla="*/ 1931416 h 3862832"/>
                <a:gd name="connsiteX1" fmla="*/ 1931416 w 3862832"/>
                <a:gd name="connsiteY1" fmla="*/ 3862832 h 3862832"/>
                <a:gd name="connsiteX2" fmla="*/ 0 w 3862832"/>
                <a:gd name="connsiteY2" fmla="*/ 1931416 h 3862832"/>
                <a:gd name="connsiteX3" fmla="*/ 1931416 w 3862832"/>
                <a:gd name="connsiteY3" fmla="*/ 0 h 3862832"/>
                <a:gd name="connsiteX4" fmla="*/ 3862832 w 3862832"/>
                <a:gd name="connsiteY4" fmla="*/ 1931416 h 3862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2832" h="3862832">
                  <a:moveTo>
                    <a:pt x="3862832" y="1931416"/>
                  </a:moveTo>
                  <a:cubicBezTo>
                    <a:pt x="3862832" y="2998108"/>
                    <a:pt x="2998108" y="3862832"/>
                    <a:pt x="1931416" y="3862832"/>
                  </a:cubicBezTo>
                  <a:cubicBezTo>
                    <a:pt x="864724" y="3862832"/>
                    <a:pt x="0" y="2998108"/>
                    <a:pt x="0" y="1931416"/>
                  </a:cubicBezTo>
                  <a:cubicBezTo>
                    <a:pt x="0" y="864724"/>
                    <a:pt x="864724" y="0"/>
                    <a:pt x="1931416" y="0"/>
                  </a:cubicBezTo>
                  <a:cubicBezTo>
                    <a:pt x="2998108" y="0"/>
                    <a:pt x="3862832" y="864724"/>
                    <a:pt x="3862832" y="1931416"/>
                  </a:cubicBezTo>
                  <a:close/>
                </a:path>
              </a:pathLst>
            </a:custGeom>
            <a:solidFill>
              <a:srgbClr val="05A6F8"/>
            </a:solidFill>
            <a:ln w="0" cap="flat">
              <a:noFill/>
              <a:prstDash val="solid"/>
              <a:miter/>
            </a:ln>
          </p:spPr>
          <p:txBody>
            <a:bodyPr rtlCol="0" anchor="ctr"/>
            <a:lstStyle/>
            <a:p>
              <a:endParaRPr lang="de-DE" dirty="0">
                <a:latin typeface="BarmeniaGothaer Offc" panose="020B0503020204020204" pitchFamily="34" charset="0"/>
              </a:endParaRPr>
            </a:p>
          </p:txBody>
        </p:sp>
        <p:sp>
          <p:nvSpPr>
            <p:cNvPr id="12" name="Freihandform 11">
              <a:extLst>
                <a:ext uri="{FF2B5EF4-FFF2-40B4-BE49-F238E27FC236}">
                  <a16:creationId xmlns:a16="http://schemas.microsoft.com/office/drawing/2014/main" id="{3DAC73E8-467E-A9E0-9DC9-462ADD8368A8}"/>
                </a:ext>
              </a:extLst>
            </p:cNvPr>
            <p:cNvSpPr/>
            <p:nvPr/>
          </p:nvSpPr>
          <p:spPr>
            <a:xfrm>
              <a:off x="6486734" y="4062081"/>
              <a:ext cx="2453635" cy="2130966"/>
            </a:xfrm>
            <a:custGeom>
              <a:avLst/>
              <a:gdLst>
                <a:gd name="connsiteX0" fmla="*/ 2453614 w 2453635"/>
                <a:gd name="connsiteY0" fmla="*/ 1061645 h 2130966"/>
                <a:gd name="connsiteX1" fmla="*/ 2451826 w 2453635"/>
                <a:gd name="connsiteY1" fmla="*/ 1053276 h 2130966"/>
                <a:gd name="connsiteX2" fmla="*/ 1847293 w 2453635"/>
                <a:gd name="connsiteY2" fmla="*/ 237789 h 2130966"/>
                <a:gd name="connsiteX3" fmla="*/ 1419448 w 2453635"/>
                <a:gd name="connsiteY3" fmla="*/ 38424 h 2130966"/>
                <a:gd name="connsiteX4" fmla="*/ 1618813 w 2453635"/>
                <a:gd name="connsiteY4" fmla="*/ 466269 h 2130966"/>
                <a:gd name="connsiteX5" fmla="*/ 2301747 w 2453635"/>
                <a:gd name="connsiteY5" fmla="*/ 997336 h 2130966"/>
                <a:gd name="connsiteX6" fmla="*/ 726427 w 2453635"/>
                <a:gd name="connsiteY6" fmla="*/ 883240 h 2130966"/>
                <a:gd name="connsiteX7" fmla="*/ 0 w 2453635"/>
                <a:gd name="connsiteY7" fmla="*/ 1058498 h 2130966"/>
                <a:gd name="connsiteX8" fmla="*/ 727000 w 2453635"/>
                <a:gd name="connsiteY8" fmla="*/ 1236760 h 2130966"/>
                <a:gd name="connsiteX9" fmla="*/ 2302034 w 2453635"/>
                <a:gd name="connsiteY9" fmla="*/ 1127600 h 2130966"/>
                <a:gd name="connsiteX10" fmla="*/ 1614593 w 2453635"/>
                <a:gd name="connsiteY10" fmla="*/ 1664247 h 2130966"/>
                <a:gd name="connsiteX11" fmla="*/ 1412438 w 2453635"/>
                <a:gd name="connsiteY11" fmla="*/ 2093164 h 2130966"/>
                <a:gd name="connsiteX12" fmla="*/ 1841355 w 2453635"/>
                <a:gd name="connsiteY12" fmla="*/ 1891010 h 2130966"/>
                <a:gd name="connsiteX13" fmla="*/ 2451611 w 2453635"/>
                <a:gd name="connsiteY13" fmla="*/ 1071159 h 2130966"/>
                <a:gd name="connsiteX14" fmla="*/ 2453543 w 2453635"/>
                <a:gd name="connsiteY14" fmla="*/ 1061645 h 2130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53635" h="2130966">
                  <a:moveTo>
                    <a:pt x="2453614" y="1061645"/>
                  </a:moveTo>
                  <a:cubicBezTo>
                    <a:pt x="2453757" y="1058784"/>
                    <a:pt x="2453185" y="1055851"/>
                    <a:pt x="2451826" y="1053276"/>
                  </a:cubicBezTo>
                  <a:cubicBezTo>
                    <a:pt x="2293879" y="751689"/>
                    <a:pt x="2089936" y="476569"/>
                    <a:pt x="1847293" y="237789"/>
                  </a:cubicBezTo>
                  <a:cubicBezTo>
                    <a:pt x="1633764" y="24260"/>
                    <a:pt x="1512156" y="-54355"/>
                    <a:pt x="1419448" y="38424"/>
                  </a:cubicBezTo>
                  <a:cubicBezTo>
                    <a:pt x="1326740" y="131204"/>
                    <a:pt x="1405213" y="252668"/>
                    <a:pt x="1618813" y="466269"/>
                  </a:cubicBezTo>
                  <a:cubicBezTo>
                    <a:pt x="1822256" y="672358"/>
                    <a:pt x="2051808" y="850906"/>
                    <a:pt x="2301747" y="997336"/>
                  </a:cubicBezTo>
                  <a:cubicBezTo>
                    <a:pt x="1781052" y="912783"/>
                    <a:pt x="1253847" y="874656"/>
                    <a:pt x="726427" y="883240"/>
                  </a:cubicBezTo>
                  <a:cubicBezTo>
                    <a:pt x="231699" y="882310"/>
                    <a:pt x="-286" y="914858"/>
                    <a:pt x="0" y="1058498"/>
                  </a:cubicBezTo>
                  <a:cubicBezTo>
                    <a:pt x="286" y="1202138"/>
                    <a:pt x="232271" y="1235759"/>
                    <a:pt x="727000" y="1236760"/>
                  </a:cubicBezTo>
                  <a:cubicBezTo>
                    <a:pt x="1254205" y="1247061"/>
                    <a:pt x="1781267" y="1210507"/>
                    <a:pt x="2302034" y="1127600"/>
                  </a:cubicBezTo>
                  <a:cubicBezTo>
                    <a:pt x="2050663" y="1276033"/>
                    <a:pt x="1819609" y="1456441"/>
                    <a:pt x="1614593" y="1664247"/>
                  </a:cubicBezTo>
                  <a:cubicBezTo>
                    <a:pt x="1399776" y="1879063"/>
                    <a:pt x="1320374" y="2001100"/>
                    <a:pt x="1412438" y="2093164"/>
                  </a:cubicBezTo>
                  <a:cubicBezTo>
                    <a:pt x="1504502" y="2185229"/>
                    <a:pt x="1626539" y="2105826"/>
                    <a:pt x="1841355" y="1891010"/>
                  </a:cubicBezTo>
                  <a:cubicBezTo>
                    <a:pt x="2085643" y="1650656"/>
                    <a:pt x="2291447" y="1374106"/>
                    <a:pt x="2451611" y="1071159"/>
                  </a:cubicBezTo>
                  <a:cubicBezTo>
                    <a:pt x="2453185" y="1068298"/>
                    <a:pt x="2453900" y="1064936"/>
                    <a:pt x="2453543" y="1061645"/>
                  </a:cubicBezTo>
                </a:path>
              </a:pathLst>
            </a:custGeom>
            <a:solidFill>
              <a:schemeClr val="tx1"/>
            </a:solidFill>
            <a:ln w="0" cap="flat">
              <a:noFill/>
              <a:prstDash val="solid"/>
              <a:miter/>
            </a:ln>
          </p:spPr>
          <p:txBody>
            <a:bodyPr rtlCol="0" anchor="ctr"/>
            <a:lstStyle/>
            <a:p>
              <a:endParaRPr lang="de-DE" dirty="0">
                <a:latin typeface="BarmeniaGothaer Offc" panose="020B0503020204020204" pitchFamily="34" charset="0"/>
              </a:endParaRPr>
            </a:p>
          </p:txBody>
        </p:sp>
      </p:grpSp>
      <p:grpSp>
        <p:nvGrpSpPr>
          <p:cNvPr id="18" name="Gruppieren 17">
            <a:extLst>
              <a:ext uri="{FF2B5EF4-FFF2-40B4-BE49-F238E27FC236}">
                <a16:creationId xmlns:a16="http://schemas.microsoft.com/office/drawing/2014/main" id="{933C018C-669F-E616-3DA4-B0A2EA966D86}"/>
              </a:ext>
            </a:extLst>
          </p:cNvPr>
          <p:cNvGrpSpPr/>
          <p:nvPr/>
        </p:nvGrpSpPr>
        <p:grpSpPr>
          <a:xfrm>
            <a:off x="7880188" y="1938942"/>
            <a:ext cx="416634" cy="416634"/>
            <a:chOff x="5842000" y="3175000"/>
            <a:chExt cx="3862832" cy="3862832"/>
          </a:xfrm>
        </p:grpSpPr>
        <p:sp>
          <p:nvSpPr>
            <p:cNvPr id="19" name="Freihandform 18">
              <a:extLst>
                <a:ext uri="{FF2B5EF4-FFF2-40B4-BE49-F238E27FC236}">
                  <a16:creationId xmlns:a16="http://schemas.microsoft.com/office/drawing/2014/main" id="{1AED6413-B821-75CE-664E-08128072B1F6}"/>
                </a:ext>
              </a:extLst>
            </p:cNvPr>
            <p:cNvSpPr/>
            <p:nvPr/>
          </p:nvSpPr>
          <p:spPr>
            <a:xfrm>
              <a:off x="5842000" y="3175000"/>
              <a:ext cx="3862832" cy="3862832"/>
            </a:xfrm>
            <a:custGeom>
              <a:avLst/>
              <a:gdLst>
                <a:gd name="connsiteX0" fmla="*/ 3862832 w 3862832"/>
                <a:gd name="connsiteY0" fmla="*/ 1931416 h 3862832"/>
                <a:gd name="connsiteX1" fmla="*/ 1931416 w 3862832"/>
                <a:gd name="connsiteY1" fmla="*/ 3862832 h 3862832"/>
                <a:gd name="connsiteX2" fmla="*/ 0 w 3862832"/>
                <a:gd name="connsiteY2" fmla="*/ 1931416 h 3862832"/>
                <a:gd name="connsiteX3" fmla="*/ 1931416 w 3862832"/>
                <a:gd name="connsiteY3" fmla="*/ 0 h 3862832"/>
                <a:gd name="connsiteX4" fmla="*/ 3862832 w 3862832"/>
                <a:gd name="connsiteY4" fmla="*/ 1931416 h 3862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2832" h="3862832">
                  <a:moveTo>
                    <a:pt x="3862832" y="1931416"/>
                  </a:moveTo>
                  <a:cubicBezTo>
                    <a:pt x="3862832" y="2998108"/>
                    <a:pt x="2998108" y="3862832"/>
                    <a:pt x="1931416" y="3862832"/>
                  </a:cubicBezTo>
                  <a:cubicBezTo>
                    <a:pt x="864724" y="3862832"/>
                    <a:pt x="0" y="2998108"/>
                    <a:pt x="0" y="1931416"/>
                  </a:cubicBezTo>
                  <a:cubicBezTo>
                    <a:pt x="0" y="864724"/>
                    <a:pt x="864724" y="0"/>
                    <a:pt x="1931416" y="0"/>
                  </a:cubicBezTo>
                  <a:cubicBezTo>
                    <a:pt x="2998108" y="0"/>
                    <a:pt x="3862832" y="864724"/>
                    <a:pt x="3862832" y="1931416"/>
                  </a:cubicBezTo>
                  <a:close/>
                </a:path>
              </a:pathLst>
            </a:custGeom>
            <a:solidFill>
              <a:srgbClr val="05A6F8"/>
            </a:solidFill>
            <a:ln w="0" cap="flat">
              <a:noFill/>
              <a:prstDash val="solid"/>
              <a:miter/>
            </a:ln>
          </p:spPr>
          <p:txBody>
            <a:bodyPr rtlCol="0" anchor="ctr"/>
            <a:lstStyle/>
            <a:p>
              <a:endParaRPr lang="de-DE" dirty="0">
                <a:latin typeface="BarmeniaGothaer Offc" panose="020B0503020204020204" pitchFamily="34" charset="0"/>
              </a:endParaRPr>
            </a:p>
          </p:txBody>
        </p:sp>
        <p:sp>
          <p:nvSpPr>
            <p:cNvPr id="20" name="Freihandform 19">
              <a:extLst>
                <a:ext uri="{FF2B5EF4-FFF2-40B4-BE49-F238E27FC236}">
                  <a16:creationId xmlns:a16="http://schemas.microsoft.com/office/drawing/2014/main" id="{D414B693-620D-D245-EC11-937EBC8B5143}"/>
                </a:ext>
              </a:extLst>
            </p:cNvPr>
            <p:cNvSpPr/>
            <p:nvPr/>
          </p:nvSpPr>
          <p:spPr>
            <a:xfrm>
              <a:off x="6486734" y="4062081"/>
              <a:ext cx="2453635" cy="2130966"/>
            </a:xfrm>
            <a:custGeom>
              <a:avLst/>
              <a:gdLst>
                <a:gd name="connsiteX0" fmla="*/ 2453614 w 2453635"/>
                <a:gd name="connsiteY0" fmla="*/ 1061645 h 2130966"/>
                <a:gd name="connsiteX1" fmla="*/ 2451826 w 2453635"/>
                <a:gd name="connsiteY1" fmla="*/ 1053276 h 2130966"/>
                <a:gd name="connsiteX2" fmla="*/ 1847293 w 2453635"/>
                <a:gd name="connsiteY2" fmla="*/ 237789 h 2130966"/>
                <a:gd name="connsiteX3" fmla="*/ 1419448 w 2453635"/>
                <a:gd name="connsiteY3" fmla="*/ 38424 h 2130966"/>
                <a:gd name="connsiteX4" fmla="*/ 1618813 w 2453635"/>
                <a:gd name="connsiteY4" fmla="*/ 466269 h 2130966"/>
                <a:gd name="connsiteX5" fmla="*/ 2301747 w 2453635"/>
                <a:gd name="connsiteY5" fmla="*/ 997336 h 2130966"/>
                <a:gd name="connsiteX6" fmla="*/ 726427 w 2453635"/>
                <a:gd name="connsiteY6" fmla="*/ 883240 h 2130966"/>
                <a:gd name="connsiteX7" fmla="*/ 0 w 2453635"/>
                <a:gd name="connsiteY7" fmla="*/ 1058498 h 2130966"/>
                <a:gd name="connsiteX8" fmla="*/ 727000 w 2453635"/>
                <a:gd name="connsiteY8" fmla="*/ 1236760 h 2130966"/>
                <a:gd name="connsiteX9" fmla="*/ 2302034 w 2453635"/>
                <a:gd name="connsiteY9" fmla="*/ 1127600 h 2130966"/>
                <a:gd name="connsiteX10" fmla="*/ 1614593 w 2453635"/>
                <a:gd name="connsiteY10" fmla="*/ 1664247 h 2130966"/>
                <a:gd name="connsiteX11" fmla="*/ 1412438 w 2453635"/>
                <a:gd name="connsiteY11" fmla="*/ 2093164 h 2130966"/>
                <a:gd name="connsiteX12" fmla="*/ 1841355 w 2453635"/>
                <a:gd name="connsiteY12" fmla="*/ 1891010 h 2130966"/>
                <a:gd name="connsiteX13" fmla="*/ 2451611 w 2453635"/>
                <a:gd name="connsiteY13" fmla="*/ 1071159 h 2130966"/>
                <a:gd name="connsiteX14" fmla="*/ 2453543 w 2453635"/>
                <a:gd name="connsiteY14" fmla="*/ 1061645 h 2130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53635" h="2130966">
                  <a:moveTo>
                    <a:pt x="2453614" y="1061645"/>
                  </a:moveTo>
                  <a:cubicBezTo>
                    <a:pt x="2453757" y="1058784"/>
                    <a:pt x="2453185" y="1055851"/>
                    <a:pt x="2451826" y="1053276"/>
                  </a:cubicBezTo>
                  <a:cubicBezTo>
                    <a:pt x="2293879" y="751689"/>
                    <a:pt x="2089936" y="476569"/>
                    <a:pt x="1847293" y="237789"/>
                  </a:cubicBezTo>
                  <a:cubicBezTo>
                    <a:pt x="1633764" y="24260"/>
                    <a:pt x="1512156" y="-54355"/>
                    <a:pt x="1419448" y="38424"/>
                  </a:cubicBezTo>
                  <a:cubicBezTo>
                    <a:pt x="1326740" y="131204"/>
                    <a:pt x="1405213" y="252668"/>
                    <a:pt x="1618813" y="466269"/>
                  </a:cubicBezTo>
                  <a:cubicBezTo>
                    <a:pt x="1822256" y="672358"/>
                    <a:pt x="2051808" y="850906"/>
                    <a:pt x="2301747" y="997336"/>
                  </a:cubicBezTo>
                  <a:cubicBezTo>
                    <a:pt x="1781052" y="912783"/>
                    <a:pt x="1253847" y="874656"/>
                    <a:pt x="726427" y="883240"/>
                  </a:cubicBezTo>
                  <a:cubicBezTo>
                    <a:pt x="231699" y="882310"/>
                    <a:pt x="-286" y="914858"/>
                    <a:pt x="0" y="1058498"/>
                  </a:cubicBezTo>
                  <a:cubicBezTo>
                    <a:pt x="286" y="1202138"/>
                    <a:pt x="232271" y="1235759"/>
                    <a:pt x="727000" y="1236760"/>
                  </a:cubicBezTo>
                  <a:cubicBezTo>
                    <a:pt x="1254205" y="1247061"/>
                    <a:pt x="1781267" y="1210507"/>
                    <a:pt x="2302034" y="1127600"/>
                  </a:cubicBezTo>
                  <a:cubicBezTo>
                    <a:pt x="2050663" y="1276033"/>
                    <a:pt x="1819609" y="1456441"/>
                    <a:pt x="1614593" y="1664247"/>
                  </a:cubicBezTo>
                  <a:cubicBezTo>
                    <a:pt x="1399776" y="1879063"/>
                    <a:pt x="1320374" y="2001100"/>
                    <a:pt x="1412438" y="2093164"/>
                  </a:cubicBezTo>
                  <a:cubicBezTo>
                    <a:pt x="1504502" y="2185229"/>
                    <a:pt x="1626539" y="2105826"/>
                    <a:pt x="1841355" y="1891010"/>
                  </a:cubicBezTo>
                  <a:cubicBezTo>
                    <a:pt x="2085643" y="1650656"/>
                    <a:pt x="2291447" y="1374106"/>
                    <a:pt x="2451611" y="1071159"/>
                  </a:cubicBezTo>
                  <a:cubicBezTo>
                    <a:pt x="2453185" y="1068298"/>
                    <a:pt x="2453900" y="1064936"/>
                    <a:pt x="2453543" y="1061645"/>
                  </a:cubicBezTo>
                </a:path>
              </a:pathLst>
            </a:custGeom>
            <a:solidFill>
              <a:schemeClr val="tx1"/>
            </a:solidFill>
            <a:ln w="0" cap="flat">
              <a:noFill/>
              <a:prstDash val="solid"/>
              <a:miter/>
            </a:ln>
          </p:spPr>
          <p:txBody>
            <a:bodyPr rtlCol="0" anchor="ctr"/>
            <a:lstStyle/>
            <a:p>
              <a:endParaRPr lang="de-DE" dirty="0">
                <a:latin typeface="BarmeniaGothaer Offc" panose="020B0503020204020204" pitchFamily="34" charset="0"/>
              </a:endParaRPr>
            </a:p>
          </p:txBody>
        </p:sp>
      </p:grpSp>
      <p:sp>
        <p:nvSpPr>
          <p:cNvPr id="8" name="Datumsplatzhalter 7">
            <a:extLst>
              <a:ext uri="{FF2B5EF4-FFF2-40B4-BE49-F238E27FC236}">
                <a16:creationId xmlns:a16="http://schemas.microsoft.com/office/drawing/2014/main" id="{38C0A3AB-39B0-4399-1690-5AFE5E7CF2A1}"/>
              </a:ext>
            </a:extLst>
          </p:cNvPr>
          <p:cNvSpPr>
            <a:spLocks noGrp="1"/>
          </p:cNvSpPr>
          <p:nvPr>
            <p:ph type="dt" sz="half" idx="10"/>
          </p:nvPr>
        </p:nvSpPr>
        <p:spPr/>
        <p:txBody>
          <a:bodyPr/>
          <a:lstStyle/>
          <a:p>
            <a:fld id="{D96C7F30-50ED-D148-AC4A-BAEEB7D0AC99}" type="datetime1">
              <a:rPr lang="de-DE"/>
              <a:t>22.06.2026</a:t>
            </a:fld>
            <a:endParaRPr lang="de-DE"/>
          </a:p>
        </p:txBody>
      </p:sp>
      <p:grpSp>
        <p:nvGrpSpPr>
          <p:cNvPr id="9" name="Gruppieren 8">
            <a:extLst>
              <a:ext uri="{FF2B5EF4-FFF2-40B4-BE49-F238E27FC236}">
                <a16:creationId xmlns:a16="http://schemas.microsoft.com/office/drawing/2014/main" id="{DB2D4AEA-42E9-3A91-08C6-0669B977B190}"/>
              </a:ext>
            </a:extLst>
          </p:cNvPr>
          <p:cNvGrpSpPr/>
          <p:nvPr/>
        </p:nvGrpSpPr>
        <p:grpSpPr>
          <a:xfrm>
            <a:off x="4538735" y="1843926"/>
            <a:ext cx="3114531" cy="4106024"/>
            <a:chOff x="4538735" y="1843926"/>
            <a:chExt cx="3114531" cy="4106024"/>
          </a:xfrm>
        </p:grpSpPr>
        <p:sp>
          <p:nvSpPr>
            <p:cNvPr id="23" name="Textplatzhalter 31">
              <a:extLst>
                <a:ext uri="{FF2B5EF4-FFF2-40B4-BE49-F238E27FC236}">
                  <a16:creationId xmlns:a16="http://schemas.microsoft.com/office/drawing/2014/main" id="{4FFE120C-E5BA-4EF9-881B-5443AE8229AF}"/>
                </a:ext>
              </a:extLst>
            </p:cNvPr>
            <p:cNvSpPr txBox="1">
              <a:spLocks/>
            </p:cNvSpPr>
            <p:nvPr/>
          </p:nvSpPr>
          <p:spPr>
            <a:xfrm>
              <a:off x="4538735" y="1843926"/>
              <a:ext cx="3114530" cy="606666"/>
            </a:xfrm>
            <a:prstGeom prst="round2SameRect">
              <a:avLst>
                <a:gd name="adj1" fmla="val 6620"/>
                <a:gd name="adj2" fmla="val 0"/>
              </a:avLst>
            </a:prstGeom>
            <a:solidFill>
              <a:schemeClr val="accent4"/>
            </a:solidFill>
          </p:spPr>
          <p:txBody>
            <a:bodyPr lIns="251999" rIns="251999"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1600" dirty="0">
                  <a:latin typeface="BarmeniaGothaer Offc Medium" panose="020B0603020204020204" pitchFamily="34" charset="0"/>
                </a:rPr>
                <a:t>Prozess Schritt 2</a:t>
              </a:r>
            </a:p>
          </p:txBody>
        </p:sp>
        <p:sp>
          <p:nvSpPr>
            <p:cNvPr id="24" name="Textplatzhalter 12">
              <a:extLst>
                <a:ext uri="{FF2B5EF4-FFF2-40B4-BE49-F238E27FC236}">
                  <a16:creationId xmlns:a16="http://schemas.microsoft.com/office/drawing/2014/main" id="{C1A52993-AD4A-3E11-4E16-6048D3BE8406}"/>
                </a:ext>
              </a:extLst>
            </p:cNvPr>
            <p:cNvSpPr txBox="1">
              <a:spLocks/>
            </p:cNvSpPr>
            <p:nvPr/>
          </p:nvSpPr>
          <p:spPr>
            <a:xfrm>
              <a:off x="4538736" y="2450592"/>
              <a:ext cx="3114530" cy="3499358"/>
            </a:xfrm>
            <a:prstGeom prst="round2SameRect">
              <a:avLst>
                <a:gd name="adj1" fmla="val 0"/>
                <a:gd name="adj2" fmla="val 1358"/>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 et </a:t>
              </a:r>
              <a:r>
                <a:rPr lang="de-DE" dirty="0" err="1">
                  <a:latin typeface="BarmeniaGothaer Offc" panose="020B0503020204020204" pitchFamily="34" charset="0"/>
                </a:rPr>
                <a:t>dolore</a:t>
              </a:r>
              <a:r>
                <a:rPr lang="de-DE" dirty="0">
                  <a:latin typeface="BarmeniaGothaer Offc" panose="020B0503020204020204" pitchFamily="34" charset="0"/>
                </a:rPr>
                <a:t> </a:t>
              </a:r>
              <a:r>
                <a:rPr lang="de-DE" dirty="0" err="1">
                  <a:latin typeface="BarmeniaGothaer Offc" panose="020B0503020204020204" pitchFamily="34" charset="0"/>
                </a:rPr>
                <a:t>aliquyam</a:t>
              </a:r>
              <a:r>
                <a:rPr lang="de-DE" dirty="0">
                  <a:latin typeface="BarmeniaGothaer Offc" panose="020B0503020204020204" pitchFamily="34" charset="0"/>
                </a:rPr>
                <a:t> erat. </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 </a:t>
              </a:r>
              <a:r>
                <a:rPr lang="de-DE" dirty="0" err="1">
                  <a:latin typeface="BarmeniaGothaer Offc" panose="020B0503020204020204" pitchFamily="34" charset="0"/>
                </a:rPr>
                <a:t>no</a:t>
              </a:r>
              <a:r>
                <a:rPr lang="de-DE" dirty="0">
                  <a:latin typeface="BarmeniaGothaer Offc" panose="020B0503020204020204" pitchFamily="34" charset="0"/>
                </a:rPr>
                <a:t> </a:t>
              </a:r>
              <a:r>
                <a:rPr lang="de-DE" dirty="0" err="1">
                  <a:latin typeface="BarmeniaGothaer Offc" panose="020B0503020204020204" pitchFamily="34" charset="0"/>
                </a:rPr>
                <a:t>sea</a:t>
              </a:r>
              <a:r>
                <a:rPr lang="de-DE" dirty="0">
                  <a:latin typeface="BarmeniaGothaer Offc" panose="020B0503020204020204" pitchFamily="34" charset="0"/>
                </a:rPr>
                <a:t> </a:t>
              </a:r>
              <a:r>
                <a:rPr lang="de-DE" dirty="0" err="1">
                  <a:latin typeface="BarmeniaGothaer Offc" panose="020B0503020204020204" pitchFamily="34" charset="0"/>
                </a:rPr>
                <a:t>takimata</a:t>
              </a:r>
              <a:r>
                <a:rPr lang="de-DE" dirty="0">
                  <a:latin typeface="BarmeniaGothaer Offc" panose="020B0503020204020204" pitchFamily="34" charset="0"/>
                </a:rPr>
                <a:t> sanctus.</a:t>
              </a:r>
            </a:p>
          </p:txBody>
        </p:sp>
      </p:grpSp>
      <p:grpSp>
        <p:nvGrpSpPr>
          <p:cNvPr id="22" name="Gruppieren 21">
            <a:extLst>
              <a:ext uri="{FF2B5EF4-FFF2-40B4-BE49-F238E27FC236}">
                <a16:creationId xmlns:a16="http://schemas.microsoft.com/office/drawing/2014/main" id="{F58956A2-0C91-2B7A-2839-C00C1AF5CE63}"/>
              </a:ext>
            </a:extLst>
          </p:cNvPr>
          <p:cNvGrpSpPr/>
          <p:nvPr/>
        </p:nvGrpSpPr>
        <p:grpSpPr>
          <a:xfrm>
            <a:off x="8613645" y="1843926"/>
            <a:ext cx="3114531" cy="4106024"/>
            <a:chOff x="4538735" y="1843926"/>
            <a:chExt cx="3114531" cy="4106024"/>
          </a:xfrm>
        </p:grpSpPr>
        <p:sp>
          <p:nvSpPr>
            <p:cNvPr id="25" name="Textplatzhalter 31">
              <a:extLst>
                <a:ext uri="{FF2B5EF4-FFF2-40B4-BE49-F238E27FC236}">
                  <a16:creationId xmlns:a16="http://schemas.microsoft.com/office/drawing/2014/main" id="{A457915E-0A73-C0B9-A4EF-D022F726ADE5}"/>
                </a:ext>
              </a:extLst>
            </p:cNvPr>
            <p:cNvSpPr txBox="1">
              <a:spLocks/>
            </p:cNvSpPr>
            <p:nvPr/>
          </p:nvSpPr>
          <p:spPr>
            <a:xfrm>
              <a:off x="4538735" y="1843926"/>
              <a:ext cx="3114530" cy="606666"/>
            </a:xfrm>
            <a:prstGeom prst="round2SameRect">
              <a:avLst>
                <a:gd name="adj1" fmla="val 6620"/>
                <a:gd name="adj2" fmla="val 0"/>
              </a:avLst>
            </a:prstGeom>
            <a:solidFill>
              <a:schemeClr val="accent4"/>
            </a:solidFill>
          </p:spPr>
          <p:txBody>
            <a:bodyPr lIns="251999" rIns="251999"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1600" dirty="0">
                  <a:latin typeface="BarmeniaGothaer Offc Medium" panose="020B0603020204020204" pitchFamily="34" charset="0"/>
                </a:rPr>
                <a:t>Prozess Schritt 3</a:t>
              </a:r>
            </a:p>
          </p:txBody>
        </p:sp>
        <p:sp>
          <p:nvSpPr>
            <p:cNvPr id="28" name="Textplatzhalter 12">
              <a:extLst>
                <a:ext uri="{FF2B5EF4-FFF2-40B4-BE49-F238E27FC236}">
                  <a16:creationId xmlns:a16="http://schemas.microsoft.com/office/drawing/2014/main" id="{D137DC2D-C3A2-A00E-530B-FEFDA1C0698F}"/>
                </a:ext>
              </a:extLst>
            </p:cNvPr>
            <p:cNvSpPr txBox="1">
              <a:spLocks/>
            </p:cNvSpPr>
            <p:nvPr/>
          </p:nvSpPr>
          <p:spPr>
            <a:xfrm>
              <a:off x="4538736" y="2450592"/>
              <a:ext cx="3114530" cy="3499358"/>
            </a:xfrm>
            <a:prstGeom prst="round2SameRect">
              <a:avLst>
                <a:gd name="adj1" fmla="val 0"/>
                <a:gd name="adj2" fmla="val 1358"/>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 et </a:t>
              </a:r>
              <a:r>
                <a:rPr lang="de-DE" dirty="0" err="1">
                  <a:latin typeface="BarmeniaGothaer Offc" panose="020B0503020204020204" pitchFamily="34" charset="0"/>
                </a:rPr>
                <a:t>dolore</a:t>
              </a:r>
              <a:r>
                <a:rPr lang="de-DE" dirty="0">
                  <a:latin typeface="BarmeniaGothaer Offc" panose="020B0503020204020204" pitchFamily="34" charset="0"/>
                </a:rPr>
                <a:t> </a:t>
              </a:r>
              <a:r>
                <a:rPr lang="de-DE" dirty="0" err="1">
                  <a:latin typeface="BarmeniaGothaer Offc" panose="020B0503020204020204" pitchFamily="34" charset="0"/>
                </a:rPr>
                <a:t>aliquyam</a:t>
              </a:r>
              <a:r>
                <a:rPr lang="de-DE" dirty="0">
                  <a:latin typeface="BarmeniaGothaer Offc" panose="020B0503020204020204" pitchFamily="34" charset="0"/>
                </a:rPr>
                <a:t> erat. </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 </a:t>
              </a:r>
              <a:r>
                <a:rPr lang="de-DE" dirty="0" err="1">
                  <a:latin typeface="BarmeniaGothaer Offc" panose="020B0503020204020204" pitchFamily="34" charset="0"/>
                </a:rPr>
                <a:t>no</a:t>
              </a:r>
              <a:r>
                <a:rPr lang="de-DE" dirty="0">
                  <a:latin typeface="BarmeniaGothaer Offc" panose="020B0503020204020204" pitchFamily="34" charset="0"/>
                </a:rPr>
                <a:t> </a:t>
              </a:r>
              <a:r>
                <a:rPr lang="de-DE" dirty="0" err="1">
                  <a:latin typeface="BarmeniaGothaer Offc" panose="020B0503020204020204" pitchFamily="34" charset="0"/>
                </a:rPr>
                <a:t>sea</a:t>
              </a:r>
              <a:r>
                <a:rPr lang="de-DE" dirty="0">
                  <a:latin typeface="BarmeniaGothaer Offc" panose="020B0503020204020204" pitchFamily="34" charset="0"/>
                </a:rPr>
                <a:t> </a:t>
              </a:r>
              <a:r>
                <a:rPr lang="de-DE" dirty="0" err="1">
                  <a:latin typeface="BarmeniaGothaer Offc" panose="020B0503020204020204" pitchFamily="34" charset="0"/>
                </a:rPr>
                <a:t>takimata</a:t>
              </a:r>
              <a:r>
                <a:rPr lang="de-DE" dirty="0">
                  <a:latin typeface="BarmeniaGothaer Offc" panose="020B0503020204020204" pitchFamily="34" charset="0"/>
                </a:rPr>
                <a:t> sanctus.</a:t>
              </a:r>
            </a:p>
          </p:txBody>
        </p:sp>
      </p:grpSp>
    </p:spTree>
    <p:extLst>
      <p:ext uri="{BB962C8B-B14F-4D97-AF65-F5344CB8AC3E}">
        <p14:creationId xmlns:p14="http://schemas.microsoft.com/office/powerpoint/2010/main" val="36138879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Abgerundetes Rechteck 140">
            <a:extLst>
              <a:ext uri="{FF2B5EF4-FFF2-40B4-BE49-F238E27FC236}">
                <a16:creationId xmlns:a16="http://schemas.microsoft.com/office/drawing/2014/main" id="{D879CBC2-D9D2-5F3A-B4B7-942D4E9EFE5F}"/>
              </a:ext>
            </a:extLst>
          </p:cNvPr>
          <p:cNvSpPr/>
          <p:nvPr/>
        </p:nvSpPr>
        <p:spPr>
          <a:xfrm>
            <a:off x="235200" y="1557339"/>
            <a:ext cx="11721600" cy="3190520"/>
          </a:xfrm>
          <a:prstGeom prst="roundRect">
            <a:avLst>
              <a:gd name="adj" fmla="val 1162"/>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Titel 5">
            <a:extLst>
              <a:ext uri="{FF2B5EF4-FFF2-40B4-BE49-F238E27FC236}">
                <a16:creationId xmlns:a16="http://schemas.microsoft.com/office/drawing/2014/main" id="{25B025F5-D193-E2EF-634B-CDED8673C4F6}"/>
              </a:ext>
            </a:extLst>
          </p:cNvPr>
          <p:cNvSpPr>
            <a:spLocks noGrp="1"/>
          </p:cNvSpPr>
          <p:nvPr>
            <p:ph type="title"/>
          </p:nvPr>
        </p:nvSpPr>
        <p:spPr/>
        <p:txBody>
          <a:bodyPr/>
          <a:lstStyle/>
          <a:p>
            <a:r>
              <a:rPr lang="de-DE" dirty="0"/>
              <a:t>Titel der Folie, kurz und prägnant, </a:t>
            </a:r>
            <a:br>
              <a:rPr lang="de-DE" dirty="0"/>
            </a:br>
            <a:r>
              <a:rPr lang="de-DE" dirty="0"/>
              <a:t>zweizeilig möglich.</a:t>
            </a:r>
          </a:p>
        </p:txBody>
      </p:sp>
      <p:sp>
        <p:nvSpPr>
          <p:cNvPr id="4" name="Fußzeilenplatzhalter 3">
            <a:extLst>
              <a:ext uri="{FF2B5EF4-FFF2-40B4-BE49-F238E27FC236}">
                <a16:creationId xmlns:a16="http://schemas.microsoft.com/office/drawing/2014/main" id="{077F2264-5728-3229-15AB-258FBA995054}"/>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CDAFDB36-2DAB-4BCD-0437-A099DCFB80FF}"/>
              </a:ext>
            </a:extLst>
          </p:cNvPr>
          <p:cNvSpPr>
            <a:spLocks noGrp="1"/>
          </p:cNvSpPr>
          <p:nvPr>
            <p:ph type="sldNum" sz="quarter" idx="12"/>
          </p:nvPr>
        </p:nvSpPr>
        <p:spPr/>
        <p:txBody>
          <a:bodyPr/>
          <a:lstStyle/>
          <a:p>
            <a:fld id="{D188B27D-4802-6948-A101-6CF6A7142FF4}" type="slidenum">
              <a:rPr lang="de-DE" smtClean="0"/>
              <a:t>52</a:t>
            </a:fld>
            <a:endParaRPr lang="de-DE"/>
          </a:p>
        </p:txBody>
      </p:sp>
      <p:sp>
        <p:nvSpPr>
          <p:cNvPr id="7" name="Textplatzhalter 31">
            <a:extLst>
              <a:ext uri="{FF2B5EF4-FFF2-40B4-BE49-F238E27FC236}">
                <a16:creationId xmlns:a16="http://schemas.microsoft.com/office/drawing/2014/main" id="{73E66225-ED9A-BD5A-09F2-0FDB605C3C1D}"/>
              </a:ext>
            </a:extLst>
          </p:cNvPr>
          <p:cNvSpPr txBox="1">
            <a:spLocks/>
          </p:cNvSpPr>
          <p:nvPr/>
        </p:nvSpPr>
        <p:spPr>
          <a:xfrm>
            <a:off x="479422" y="4873610"/>
            <a:ext cx="5382000" cy="1083477"/>
          </a:xfrm>
          <a:prstGeom prst="roundRect">
            <a:avLst>
              <a:gd name="adj" fmla="val 3946"/>
            </a:avLst>
          </a:prstGeom>
          <a:solidFill>
            <a:schemeClr val="accent4"/>
          </a:solidFill>
        </p:spPr>
        <p:txBody>
          <a:bodyPr lIns="251999" tIns="251999" rIns="251999" bIns="251999" anchor="t">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800" dirty="0">
                <a:latin typeface="BarmeniaGothaer Offc Medium" panose="020B0603020204020204" pitchFamily="34" charset="0"/>
              </a:rPr>
              <a:t>Zusammenfassung, </a:t>
            </a:r>
            <a:br>
              <a:rPr lang="de-DE" sz="1800" dirty="0">
                <a:latin typeface="BarmeniaGothaer Offc Medium" panose="020B0603020204020204" pitchFamily="34" charset="0"/>
              </a:rPr>
            </a:br>
            <a:r>
              <a:rPr lang="de-DE" sz="1800" dirty="0">
                <a:latin typeface="BarmeniaGothaer Offc Medium" panose="020B0603020204020204" pitchFamily="34" charset="0"/>
              </a:rPr>
              <a:t>Insight oder Fazit</a:t>
            </a:r>
          </a:p>
        </p:txBody>
      </p:sp>
      <p:sp>
        <p:nvSpPr>
          <p:cNvPr id="15" name="Textplatzhalter 31">
            <a:extLst>
              <a:ext uri="{FF2B5EF4-FFF2-40B4-BE49-F238E27FC236}">
                <a16:creationId xmlns:a16="http://schemas.microsoft.com/office/drawing/2014/main" id="{BAC2E269-4732-2C79-61E6-9F1665D9C675}"/>
              </a:ext>
            </a:extLst>
          </p:cNvPr>
          <p:cNvSpPr txBox="1">
            <a:spLocks/>
          </p:cNvSpPr>
          <p:nvPr/>
        </p:nvSpPr>
        <p:spPr>
          <a:xfrm>
            <a:off x="6330580" y="4873610"/>
            <a:ext cx="5382000" cy="1083477"/>
          </a:xfrm>
          <a:prstGeom prst="roundRect">
            <a:avLst>
              <a:gd name="adj" fmla="val 3946"/>
            </a:avLst>
          </a:prstGeom>
          <a:solidFill>
            <a:schemeClr val="accent2"/>
          </a:solidFill>
        </p:spPr>
        <p:txBody>
          <a:bodyPr lIns="251999" tIns="251999" rIns="251999" bIns="251999" anchor="t">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800" dirty="0">
                <a:latin typeface="BarmeniaGothaer Offc Medium" panose="020B0603020204020204" pitchFamily="34" charset="0"/>
              </a:rPr>
              <a:t>Zusammenfassung, </a:t>
            </a:r>
            <a:br>
              <a:rPr lang="de-DE" sz="1800" dirty="0">
                <a:latin typeface="BarmeniaGothaer Offc Medium" panose="020B0603020204020204" pitchFamily="34" charset="0"/>
              </a:rPr>
            </a:br>
            <a:r>
              <a:rPr lang="de-DE" sz="1800" dirty="0">
                <a:latin typeface="BarmeniaGothaer Offc Medium" panose="020B0603020204020204" pitchFamily="34" charset="0"/>
              </a:rPr>
              <a:t>Insight oder Fazit</a:t>
            </a:r>
          </a:p>
        </p:txBody>
      </p:sp>
      <p:sp>
        <p:nvSpPr>
          <p:cNvPr id="20" name="Freihandform 19">
            <a:extLst>
              <a:ext uri="{FF2B5EF4-FFF2-40B4-BE49-F238E27FC236}">
                <a16:creationId xmlns:a16="http://schemas.microsoft.com/office/drawing/2014/main" id="{903F3A6A-B34A-2D1E-BF8A-F19A3F64FB81}"/>
              </a:ext>
            </a:extLst>
          </p:cNvPr>
          <p:cNvSpPr/>
          <p:nvPr/>
        </p:nvSpPr>
        <p:spPr>
          <a:xfrm>
            <a:off x="1258159" y="3128496"/>
            <a:ext cx="8712000" cy="0"/>
          </a:xfrm>
          <a:custGeom>
            <a:avLst/>
            <a:gdLst>
              <a:gd name="connsiteX0" fmla="*/ 0 w 2704124"/>
              <a:gd name="connsiteY0" fmla="*/ 156308 h 156308"/>
              <a:gd name="connsiteX1" fmla="*/ 2704124 w 2704124"/>
              <a:gd name="connsiteY1" fmla="*/ 156308 h 156308"/>
              <a:gd name="connsiteX2" fmla="*/ 2704124 w 2704124"/>
              <a:gd name="connsiteY2" fmla="*/ 0 h 156308"/>
              <a:gd name="connsiteX0" fmla="*/ 0 w 2704124"/>
              <a:gd name="connsiteY0" fmla="*/ 0 h 0"/>
              <a:gd name="connsiteX1" fmla="*/ 2704124 w 2704124"/>
              <a:gd name="connsiteY1" fmla="*/ 0 h 0"/>
            </a:gdLst>
            <a:ahLst/>
            <a:cxnLst>
              <a:cxn ang="0">
                <a:pos x="connsiteX0" y="connsiteY0"/>
              </a:cxn>
              <a:cxn ang="0">
                <a:pos x="connsiteX1" y="connsiteY1"/>
              </a:cxn>
            </a:cxnLst>
            <a:rect l="l" t="t" r="r" b="b"/>
            <a:pathLst>
              <a:path w="2704124">
                <a:moveTo>
                  <a:pt x="0" y="0"/>
                </a:moveTo>
                <a:lnTo>
                  <a:pt x="2704124" y="0"/>
                </a:lnTo>
              </a:path>
            </a:pathLst>
          </a:cu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1" name="Textplatzhalter 53">
            <a:extLst>
              <a:ext uri="{FF2B5EF4-FFF2-40B4-BE49-F238E27FC236}">
                <a16:creationId xmlns:a16="http://schemas.microsoft.com/office/drawing/2014/main" id="{BE84336C-FB50-E7CD-C36C-61F48302D691}"/>
              </a:ext>
            </a:extLst>
          </p:cNvPr>
          <p:cNvSpPr txBox="1">
            <a:spLocks/>
          </p:cNvSpPr>
          <p:nvPr/>
        </p:nvSpPr>
        <p:spPr>
          <a:xfrm>
            <a:off x="10227356" y="2851398"/>
            <a:ext cx="893270" cy="427760"/>
          </a:xfrm>
          <a:prstGeom prst="rect">
            <a:avLst/>
          </a:prstGeom>
        </p:spPr>
        <p:txBody>
          <a:bodyPr lIns="0" tIns="0" rIns="0" bIns="0" anchor="b"/>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lnSpc>
                <a:spcPct val="90000"/>
              </a:lnSpc>
              <a:spcBef>
                <a:spcPts val="0"/>
              </a:spcBef>
              <a:spcAft>
                <a:spcPts val="0"/>
              </a:spcAft>
            </a:pPr>
            <a:r>
              <a:rPr lang="de-DE" sz="1800" dirty="0">
                <a:solidFill>
                  <a:schemeClr val="accent2"/>
                </a:solidFill>
                <a:latin typeface="BarmeniaGothaer Offc Medium" panose="020B0603020204020204" pitchFamily="34" charset="0"/>
              </a:rPr>
              <a:t>2030</a:t>
            </a:r>
          </a:p>
        </p:txBody>
      </p:sp>
      <p:grpSp>
        <p:nvGrpSpPr>
          <p:cNvPr id="80" name="Gruppieren 79">
            <a:extLst>
              <a:ext uri="{FF2B5EF4-FFF2-40B4-BE49-F238E27FC236}">
                <a16:creationId xmlns:a16="http://schemas.microsoft.com/office/drawing/2014/main" id="{8C41582E-C82E-76E4-C024-4795A906A163}"/>
              </a:ext>
            </a:extLst>
          </p:cNvPr>
          <p:cNvGrpSpPr/>
          <p:nvPr/>
        </p:nvGrpSpPr>
        <p:grpSpPr>
          <a:xfrm>
            <a:off x="1078708" y="2971008"/>
            <a:ext cx="314972" cy="314976"/>
            <a:chOff x="1078708" y="2803196"/>
            <a:chExt cx="314972" cy="314976"/>
          </a:xfrm>
        </p:grpSpPr>
        <p:sp>
          <p:nvSpPr>
            <p:cNvPr id="77" name="Abgerundetes Rechteck 76">
              <a:extLst>
                <a:ext uri="{FF2B5EF4-FFF2-40B4-BE49-F238E27FC236}">
                  <a16:creationId xmlns:a16="http://schemas.microsoft.com/office/drawing/2014/main" id="{26BA90B7-474F-FF88-B5CF-0B9ECF709250}"/>
                </a:ext>
              </a:extLst>
            </p:cNvPr>
            <p:cNvSpPr/>
            <p:nvPr/>
          </p:nvSpPr>
          <p:spPr>
            <a:xfrm rot="2700000">
              <a:off x="1078706" y="2803198"/>
              <a:ext cx="314976" cy="314972"/>
            </a:xfrm>
            <a:prstGeom prst="roundRect">
              <a:avLst>
                <a:gd name="adj" fmla="val 14226"/>
              </a:avLst>
            </a:prstGeom>
            <a:solidFill>
              <a:schemeClr val="accent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8" name="Abgerundetes Rechteck 77">
              <a:extLst>
                <a:ext uri="{FF2B5EF4-FFF2-40B4-BE49-F238E27FC236}">
                  <a16:creationId xmlns:a16="http://schemas.microsoft.com/office/drawing/2014/main" id="{2FEBC829-CA8D-0924-EC89-634C47E85DEB}"/>
                </a:ext>
              </a:extLst>
            </p:cNvPr>
            <p:cNvSpPr/>
            <p:nvPr/>
          </p:nvSpPr>
          <p:spPr>
            <a:xfrm rot="2700000">
              <a:off x="1129661" y="2854152"/>
              <a:ext cx="213065" cy="213066"/>
            </a:xfrm>
            <a:prstGeom prst="roundRect">
              <a:avLst>
                <a:gd name="adj" fmla="val 8543"/>
              </a:avLst>
            </a:prstGeom>
            <a:noFill/>
            <a:ln w="127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9" name="Abgerundetes Rechteck 78">
              <a:extLst>
                <a:ext uri="{FF2B5EF4-FFF2-40B4-BE49-F238E27FC236}">
                  <a16:creationId xmlns:a16="http://schemas.microsoft.com/office/drawing/2014/main" id="{C37FDEC8-61BE-8CF5-BD70-CD7DB4845C24}"/>
                </a:ext>
              </a:extLst>
            </p:cNvPr>
            <p:cNvSpPr/>
            <p:nvPr/>
          </p:nvSpPr>
          <p:spPr>
            <a:xfrm rot="2700000">
              <a:off x="1178429" y="2902920"/>
              <a:ext cx="115529" cy="115527"/>
            </a:xfrm>
            <a:prstGeom prst="roundRect">
              <a:avLst>
                <a:gd name="adj" fmla="val 14226"/>
              </a:avLst>
            </a:prstGeom>
            <a:solidFill>
              <a:schemeClr val="accent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28" name="Textplatzhalter 53">
            <a:extLst>
              <a:ext uri="{FF2B5EF4-FFF2-40B4-BE49-F238E27FC236}">
                <a16:creationId xmlns:a16="http://schemas.microsoft.com/office/drawing/2014/main" id="{D92948AE-C8EE-56E0-8A67-628E9310B2C2}"/>
              </a:ext>
            </a:extLst>
          </p:cNvPr>
          <p:cNvSpPr txBox="1">
            <a:spLocks/>
          </p:cNvSpPr>
          <p:nvPr/>
        </p:nvSpPr>
        <p:spPr>
          <a:xfrm>
            <a:off x="2765225" y="1822589"/>
            <a:ext cx="1485207" cy="208404"/>
          </a:xfrm>
          <a:prstGeom prst="rect">
            <a:avLst/>
          </a:prstGeom>
        </p:spPr>
        <p:txBody>
          <a:bodyPr lIns="0" tIns="0" rIns="0" bIns="0" anchor="b"/>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90000"/>
              </a:lnSpc>
              <a:spcBef>
                <a:spcPts val="0"/>
              </a:spcBef>
              <a:spcAft>
                <a:spcPts val="0"/>
              </a:spcAft>
            </a:pPr>
            <a:r>
              <a:rPr lang="de-DE" sz="1800" dirty="0">
                <a:solidFill>
                  <a:schemeClr val="accent4"/>
                </a:solidFill>
                <a:latin typeface="BarmeniaGothaer Offc Medium" panose="020B0603020204020204" pitchFamily="34" charset="0"/>
              </a:rPr>
              <a:t>2020</a:t>
            </a:r>
          </a:p>
        </p:txBody>
      </p:sp>
      <p:sp>
        <p:nvSpPr>
          <p:cNvPr id="29" name="Inhaltsplatzhalter 5">
            <a:extLst>
              <a:ext uri="{FF2B5EF4-FFF2-40B4-BE49-F238E27FC236}">
                <a16:creationId xmlns:a16="http://schemas.microsoft.com/office/drawing/2014/main" id="{0BA6E3F7-0384-C06D-CC6D-A6A00E1755BF}"/>
              </a:ext>
            </a:extLst>
          </p:cNvPr>
          <p:cNvSpPr txBox="1">
            <a:spLocks/>
          </p:cNvSpPr>
          <p:nvPr/>
        </p:nvSpPr>
        <p:spPr>
          <a:xfrm>
            <a:off x="2765226" y="2084989"/>
            <a:ext cx="1485219" cy="666800"/>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bg1"/>
                </a:solidFill>
                <a:latin typeface="BarmeniaGothaer Offc" panose="020B0503020204020204" pitchFamily="34" charset="0"/>
              </a:rPr>
              <a:t>Lorem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ipsum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dolor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sit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amet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consetetur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sadipscing</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elitr</a:t>
            </a:r>
            <a:r>
              <a:rPr lang="de-DE" dirty="0">
                <a:solidFill>
                  <a:schemeClr val="bg1"/>
                </a:solidFill>
                <a:latin typeface="BarmeniaGothaer Offc" panose="020B0503020204020204" pitchFamily="34" charset="0"/>
              </a:rPr>
              <a:t>, sed</a:t>
            </a:r>
          </a:p>
        </p:txBody>
      </p:sp>
      <p:grpSp>
        <p:nvGrpSpPr>
          <p:cNvPr id="123" name="Gruppieren 122">
            <a:extLst>
              <a:ext uri="{FF2B5EF4-FFF2-40B4-BE49-F238E27FC236}">
                <a16:creationId xmlns:a16="http://schemas.microsoft.com/office/drawing/2014/main" id="{52337B6A-0EEE-45F9-AE1A-EAA962470E30}"/>
              </a:ext>
            </a:extLst>
          </p:cNvPr>
          <p:cNvGrpSpPr/>
          <p:nvPr/>
        </p:nvGrpSpPr>
        <p:grpSpPr>
          <a:xfrm>
            <a:off x="2506851" y="1821962"/>
            <a:ext cx="314972" cy="1464022"/>
            <a:chOff x="3081128" y="1654150"/>
            <a:chExt cx="314972" cy="1464022"/>
          </a:xfrm>
        </p:grpSpPr>
        <p:sp>
          <p:nvSpPr>
            <p:cNvPr id="31" name="Freihandform 30">
              <a:extLst>
                <a:ext uri="{FF2B5EF4-FFF2-40B4-BE49-F238E27FC236}">
                  <a16:creationId xmlns:a16="http://schemas.microsoft.com/office/drawing/2014/main" id="{D1D32DB8-0D9E-7809-71AD-DF60CDB413F1}"/>
                </a:ext>
              </a:extLst>
            </p:cNvPr>
            <p:cNvSpPr/>
            <p:nvPr/>
          </p:nvSpPr>
          <p:spPr>
            <a:xfrm rot="5400000">
              <a:off x="2624716" y="2266150"/>
              <a:ext cx="1224000" cy="0"/>
            </a:xfrm>
            <a:custGeom>
              <a:avLst/>
              <a:gdLst>
                <a:gd name="connsiteX0" fmla="*/ 0 w 2704124"/>
                <a:gd name="connsiteY0" fmla="*/ 156308 h 156308"/>
                <a:gd name="connsiteX1" fmla="*/ 2704124 w 2704124"/>
                <a:gd name="connsiteY1" fmla="*/ 156308 h 156308"/>
                <a:gd name="connsiteX2" fmla="*/ 2704124 w 2704124"/>
                <a:gd name="connsiteY2" fmla="*/ 0 h 156308"/>
                <a:gd name="connsiteX0" fmla="*/ 0 w 2704124"/>
                <a:gd name="connsiteY0" fmla="*/ 0 h 0"/>
                <a:gd name="connsiteX1" fmla="*/ 2704124 w 2704124"/>
                <a:gd name="connsiteY1" fmla="*/ 0 h 0"/>
              </a:gdLst>
              <a:ahLst/>
              <a:cxnLst>
                <a:cxn ang="0">
                  <a:pos x="connsiteX0" y="connsiteY0"/>
                </a:cxn>
                <a:cxn ang="0">
                  <a:pos x="connsiteX1" y="connsiteY1"/>
                </a:cxn>
              </a:cxnLst>
              <a:rect l="l" t="t" r="r" b="b"/>
              <a:pathLst>
                <a:path w="2704124">
                  <a:moveTo>
                    <a:pt x="0" y="0"/>
                  </a:moveTo>
                  <a:lnTo>
                    <a:pt x="2704124" y="0"/>
                  </a:lnTo>
                </a:path>
              </a:pathLst>
            </a:cu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81" name="Gruppieren 80">
              <a:extLst>
                <a:ext uri="{FF2B5EF4-FFF2-40B4-BE49-F238E27FC236}">
                  <a16:creationId xmlns:a16="http://schemas.microsoft.com/office/drawing/2014/main" id="{F2D0241F-FA7A-D02E-2892-56EDE5C7AA36}"/>
                </a:ext>
              </a:extLst>
            </p:cNvPr>
            <p:cNvGrpSpPr/>
            <p:nvPr/>
          </p:nvGrpSpPr>
          <p:grpSpPr>
            <a:xfrm>
              <a:off x="3081128" y="2803196"/>
              <a:ext cx="314972" cy="314976"/>
              <a:chOff x="1078708" y="2803196"/>
              <a:chExt cx="314972" cy="314976"/>
            </a:xfrm>
          </p:grpSpPr>
          <p:sp>
            <p:nvSpPr>
              <p:cNvPr id="82" name="Abgerundetes Rechteck 81">
                <a:extLst>
                  <a:ext uri="{FF2B5EF4-FFF2-40B4-BE49-F238E27FC236}">
                    <a16:creationId xmlns:a16="http://schemas.microsoft.com/office/drawing/2014/main" id="{1BCEF8FF-DFF3-EFE2-34B8-AA447FFD5F95}"/>
                  </a:ext>
                </a:extLst>
              </p:cNvPr>
              <p:cNvSpPr/>
              <p:nvPr/>
            </p:nvSpPr>
            <p:spPr>
              <a:xfrm rot="2700000">
                <a:off x="1078706" y="2803198"/>
                <a:ext cx="314976" cy="314972"/>
              </a:xfrm>
              <a:prstGeom prst="roundRect">
                <a:avLst>
                  <a:gd name="adj" fmla="val 14226"/>
                </a:avLst>
              </a:prstGeom>
              <a:solidFill>
                <a:schemeClr val="accent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3" name="Abgerundetes Rechteck 82">
                <a:extLst>
                  <a:ext uri="{FF2B5EF4-FFF2-40B4-BE49-F238E27FC236}">
                    <a16:creationId xmlns:a16="http://schemas.microsoft.com/office/drawing/2014/main" id="{0526B724-B4C4-5AB1-9CAA-3234AF14E386}"/>
                  </a:ext>
                </a:extLst>
              </p:cNvPr>
              <p:cNvSpPr/>
              <p:nvPr/>
            </p:nvSpPr>
            <p:spPr>
              <a:xfrm rot="2700000">
                <a:off x="1129661" y="2854152"/>
                <a:ext cx="213065" cy="213066"/>
              </a:xfrm>
              <a:prstGeom prst="roundRect">
                <a:avLst>
                  <a:gd name="adj" fmla="val 8543"/>
                </a:avLst>
              </a:prstGeom>
              <a:noFill/>
              <a:ln w="127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4" name="Abgerundetes Rechteck 83">
                <a:extLst>
                  <a:ext uri="{FF2B5EF4-FFF2-40B4-BE49-F238E27FC236}">
                    <a16:creationId xmlns:a16="http://schemas.microsoft.com/office/drawing/2014/main" id="{BA341463-F53B-C2CE-1829-6F4960388818}"/>
                  </a:ext>
                </a:extLst>
              </p:cNvPr>
              <p:cNvSpPr/>
              <p:nvPr/>
            </p:nvSpPr>
            <p:spPr>
              <a:xfrm rot="2700000">
                <a:off x="1178429" y="2902920"/>
                <a:ext cx="115529" cy="115527"/>
              </a:xfrm>
              <a:prstGeom prst="roundRect">
                <a:avLst>
                  <a:gd name="adj" fmla="val 14226"/>
                </a:avLst>
              </a:prstGeom>
              <a:solidFill>
                <a:schemeClr val="accent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sp>
        <p:nvSpPr>
          <p:cNvPr id="44" name="Textplatzhalter 53">
            <a:extLst>
              <a:ext uri="{FF2B5EF4-FFF2-40B4-BE49-F238E27FC236}">
                <a16:creationId xmlns:a16="http://schemas.microsoft.com/office/drawing/2014/main" id="{A8B40CBD-6049-7839-6C04-948B42B753E1}"/>
              </a:ext>
            </a:extLst>
          </p:cNvPr>
          <p:cNvSpPr txBox="1">
            <a:spLocks/>
          </p:cNvSpPr>
          <p:nvPr/>
        </p:nvSpPr>
        <p:spPr>
          <a:xfrm>
            <a:off x="4511269" y="3580884"/>
            <a:ext cx="1485207" cy="208404"/>
          </a:xfrm>
          <a:prstGeom prst="rect">
            <a:avLst/>
          </a:prstGeom>
        </p:spPr>
        <p:txBody>
          <a:bodyPr lIns="0" tIns="0" rIns="0" bIns="0" anchor="b"/>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90000"/>
              </a:lnSpc>
              <a:spcBef>
                <a:spcPts val="0"/>
              </a:spcBef>
              <a:spcAft>
                <a:spcPts val="0"/>
              </a:spcAft>
            </a:pPr>
            <a:r>
              <a:rPr lang="de-DE" sz="1800" dirty="0">
                <a:solidFill>
                  <a:schemeClr val="accent4"/>
                </a:solidFill>
                <a:latin typeface="BarmeniaGothaer Offc Medium" panose="020B0603020204020204" pitchFamily="34" charset="0"/>
              </a:rPr>
              <a:t>2024</a:t>
            </a:r>
          </a:p>
        </p:txBody>
      </p:sp>
      <p:sp>
        <p:nvSpPr>
          <p:cNvPr id="45" name="Inhaltsplatzhalter 5">
            <a:extLst>
              <a:ext uri="{FF2B5EF4-FFF2-40B4-BE49-F238E27FC236}">
                <a16:creationId xmlns:a16="http://schemas.microsoft.com/office/drawing/2014/main" id="{7ED6C6B3-162D-884A-FAC4-2690047D23D6}"/>
              </a:ext>
            </a:extLst>
          </p:cNvPr>
          <p:cNvSpPr txBox="1">
            <a:spLocks/>
          </p:cNvSpPr>
          <p:nvPr/>
        </p:nvSpPr>
        <p:spPr>
          <a:xfrm>
            <a:off x="4511270" y="3843283"/>
            <a:ext cx="1485219" cy="904575"/>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bg1"/>
                </a:solidFill>
                <a:latin typeface="BarmeniaGothaer Offc" panose="020B0503020204020204" pitchFamily="34" charset="0"/>
              </a:rPr>
              <a:t>Lorem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ipsum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dolor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sit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amet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consetetur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sadipscing</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elitr</a:t>
            </a:r>
            <a:r>
              <a:rPr lang="de-DE" dirty="0">
                <a:solidFill>
                  <a:schemeClr val="bg1"/>
                </a:solidFill>
                <a:latin typeface="BarmeniaGothaer Offc" panose="020B0503020204020204" pitchFamily="34" charset="0"/>
              </a:rPr>
              <a:t>, sed</a:t>
            </a:r>
          </a:p>
        </p:txBody>
      </p:sp>
      <p:grpSp>
        <p:nvGrpSpPr>
          <p:cNvPr id="139" name="Gruppieren 138">
            <a:extLst>
              <a:ext uri="{FF2B5EF4-FFF2-40B4-BE49-F238E27FC236}">
                <a16:creationId xmlns:a16="http://schemas.microsoft.com/office/drawing/2014/main" id="{2168096B-3673-35C8-46DB-7006C0F59CD4}"/>
              </a:ext>
            </a:extLst>
          </p:cNvPr>
          <p:cNvGrpSpPr/>
          <p:nvPr/>
        </p:nvGrpSpPr>
        <p:grpSpPr>
          <a:xfrm>
            <a:off x="4247879" y="2971008"/>
            <a:ext cx="314972" cy="1495561"/>
            <a:chOff x="4247879" y="2971008"/>
            <a:chExt cx="314972" cy="1495561"/>
          </a:xfrm>
        </p:grpSpPr>
        <p:sp>
          <p:nvSpPr>
            <p:cNvPr id="52" name="Freihandform 51">
              <a:extLst>
                <a:ext uri="{FF2B5EF4-FFF2-40B4-BE49-F238E27FC236}">
                  <a16:creationId xmlns:a16="http://schemas.microsoft.com/office/drawing/2014/main" id="{085B9233-664E-CA95-E672-09491A4A6AB3}"/>
                </a:ext>
              </a:extLst>
            </p:cNvPr>
            <p:cNvSpPr/>
            <p:nvPr/>
          </p:nvSpPr>
          <p:spPr>
            <a:xfrm rot="5400000" flipV="1">
              <a:off x="3735812" y="3800569"/>
              <a:ext cx="1332000" cy="0"/>
            </a:xfrm>
            <a:custGeom>
              <a:avLst/>
              <a:gdLst>
                <a:gd name="connsiteX0" fmla="*/ 0 w 2704124"/>
                <a:gd name="connsiteY0" fmla="*/ 156308 h 156308"/>
                <a:gd name="connsiteX1" fmla="*/ 2704124 w 2704124"/>
                <a:gd name="connsiteY1" fmla="*/ 156308 h 156308"/>
                <a:gd name="connsiteX2" fmla="*/ 2704124 w 2704124"/>
                <a:gd name="connsiteY2" fmla="*/ 0 h 156308"/>
                <a:gd name="connsiteX0" fmla="*/ 0 w 2704124"/>
                <a:gd name="connsiteY0" fmla="*/ 0 h 0"/>
                <a:gd name="connsiteX1" fmla="*/ 2704124 w 2704124"/>
                <a:gd name="connsiteY1" fmla="*/ 0 h 0"/>
              </a:gdLst>
              <a:ahLst/>
              <a:cxnLst>
                <a:cxn ang="0">
                  <a:pos x="connsiteX0" y="connsiteY0"/>
                </a:cxn>
                <a:cxn ang="0">
                  <a:pos x="connsiteX1" y="connsiteY1"/>
                </a:cxn>
              </a:cxnLst>
              <a:rect l="l" t="t" r="r" b="b"/>
              <a:pathLst>
                <a:path w="2704124">
                  <a:moveTo>
                    <a:pt x="0" y="0"/>
                  </a:moveTo>
                  <a:lnTo>
                    <a:pt x="2704124" y="0"/>
                  </a:lnTo>
                </a:path>
              </a:pathLst>
            </a:cu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85" name="Gruppieren 84">
              <a:extLst>
                <a:ext uri="{FF2B5EF4-FFF2-40B4-BE49-F238E27FC236}">
                  <a16:creationId xmlns:a16="http://schemas.microsoft.com/office/drawing/2014/main" id="{4A6D4BEA-64E0-C8FA-AF67-34AB23899866}"/>
                </a:ext>
              </a:extLst>
            </p:cNvPr>
            <p:cNvGrpSpPr/>
            <p:nvPr/>
          </p:nvGrpSpPr>
          <p:grpSpPr>
            <a:xfrm>
              <a:off x="4247879" y="2971008"/>
              <a:ext cx="314972" cy="314976"/>
              <a:chOff x="1078708" y="2803196"/>
              <a:chExt cx="314972" cy="314976"/>
            </a:xfrm>
          </p:grpSpPr>
          <p:sp>
            <p:nvSpPr>
              <p:cNvPr id="86" name="Abgerundetes Rechteck 85">
                <a:extLst>
                  <a:ext uri="{FF2B5EF4-FFF2-40B4-BE49-F238E27FC236}">
                    <a16:creationId xmlns:a16="http://schemas.microsoft.com/office/drawing/2014/main" id="{AE41145F-E2E6-56E0-A719-7B55FF8E2E08}"/>
                  </a:ext>
                </a:extLst>
              </p:cNvPr>
              <p:cNvSpPr/>
              <p:nvPr/>
            </p:nvSpPr>
            <p:spPr>
              <a:xfrm rot="2700000">
                <a:off x="1078706" y="2803198"/>
                <a:ext cx="314976" cy="314972"/>
              </a:xfrm>
              <a:prstGeom prst="roundRect">
                <a:avLst>
                  <a:gd name="adj" fmla="val 14226"/>
                </a:avLst>
              </a:prstGeom>
              <a:solidFill>
                <a:schemeClr val="accent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7" name="Abgerundetes Rechteck 86">
                <a:extLst>
                  <a:ext uri="{FF2B5EF4-FFF2-40B4-BE49-F238E27FC236}">
                    <a16:creationId xmlns:a16="http://schemas.microsoft.com/office/drawing/2014/main" id="{2E8BF778-F867-104B-C687-7049848E9268}"/>
                  </a:ext>
                </a:extLst>
              </p:cNvPr>
              <p:cNvSpPr/>
              <p:nvPr/>
            </p:nvSpPr>
            <p:spPr>
              <a:xfrm rot="2700000">
                <a:off x="1129661" y="2854152"/>
                <a:ext cx="213065" cy="213066"/>
              </a:xfrm>
              <a:prstGeom prst="roundRect">
                <a:avLst>
                  <a:gd name="adj" fmla="val 8543"/>
                </a:avLst>
              </a:prstGeom>
              <a:noFill/>
              <a:ln w="127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8" name="Abgerundetes Rechteck 87">
                <a:extLst>
                  <a:ext uri="{FF2B5EF4-FFF2-40B4-BE49-F238E27FC236}">
                    <a16:creationId xmlns:a16="http://schemas.microsoft.com/office/drawing/2014/main" id="{17CA5C30-65EF-7CA4-A39D-C13461447F40}"/>
                  </a:ext>
                </a:extLst>
              </p:cNvPr>
              <p:cNvSpPr/>
              <p:nvPr/>
            </p:nvSpPr>
            <p:spPr>
              <a:xfrm rot="2700000">
                <a:off x="1178429" y="2902920"/>
                <a:ext cx="115529" cy="115527"/>
              </a:xfrm>
              <a:prstGeom prst="roundRect">
                <a:avLst>
                  <a:gd name="adj" fmla="val 14226"/>
                </a:avLst>
              </a:prstGeom>
              <a:solidFill>
                <a:schemeClr val="accent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grpSp>
        <p:nvGrpSpPr>
          <p:cNvPr id="93" name="Gruppieren 92">
            <a:extLst>
              <a:ext uri="{FF2B5EF4-FFF2-40B4-BE49-F238E27FC236}">
                <a16:creationId xmlns:a16="http://schemas.microsoft.com/office/drawing/2014/main" id="{91A451DB-23F3-069F-C519-8933DDE5695A}"/>
              </a:ext>
            </a:extLst>
          </p:cNvPr>
          <p:cNvGrpSpPr/>
          <p:nvPr/>
        </p:nvGrpSpPr>
        <p:grpSpPr>
          <a:xfrm>
            <a:off x="9849394" y="2971008"/>
            <a:ext cx="314972" cy="314976"/>
            <a:chOff x="1078708" y="2803196"/>
            <a:chExt cx="314972" cy="314976"/>
          </a:xfrm>
        </p:grpSpPr>
        <p:sp>
          <p:nvSpPr>
            <p:cNvPr id="94" name="Abgerundetes Rechteck 93">
              <a:extLst>
                <a:ext uri="{FF2B5EF4-FFF2-40B4-BE49-F238E27FC236}">
                  <a16:creationId xmlns:a16="http://schemas.microsoft.com/office/drawing/2014/main" id="{55626A55-7CC6-6E15-0ABA-CCE9800FBC32}"/>
                </a:ext>
              </a:extLst>
            </p:cNvPr>
            <p:cNvSpPr/>
            <p:nvPr/>
          </p:nvSpPr>
          <p:spPr>
            <a:xfrm rot="2700000">
              <a:off x="1078706" y="2803198"/>
              <a:ext cx="314976" cy="314972"/>
            </a:xfrm>
            <a:prstGeom prst="roundRect">
              <a:avLst>
                <a:gd name="adj" fmla="val 14226"/>
              </a:avLst>
            </a:prstGeom>
            <a:solidFill>
              <a:schemeClr val="accent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5" name="Abgerundetes Rechteck 94">
              <a:extLst>
                <a:ext uri="{FF2B5EF4-FFF2-40B4-BE49-F238E27FC236}">
                  <a16:creationId xmlns:a16="http://schemas.microsoft.com/office/drawing/2014/main" id="{58FF9A44-7DA2-7EDC-8D7D-47E96D9876BF}"/>
                </a:ext>
              </a:extLst>
            </p:cNvPr>
            <p:cNvSpPr/>
            <p:nvPr/>
          </p:nvSpPr>
          <p:spPr>
            <a:xfrm rot="2700000">
              <a:off x="1129661" y="2854152"/>
              <a:ext cx="213065" cy="213066"/>
            </a:xfrm>
            <a:prstGeom prst="roundRect">
              <a:avLst>
                <a:gd name="adj" fmla="val 8543"/>
              </a:avLst>
            </a:prstGeom>
            <a:noFill/>
            <a:ln w="127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6" name="Abgerundetes Rechteck 95">
              <a:extLst>
                <a:ext uri="{FF2B5EF4-FFF2-40B4-BE49-F238E27FC236}">
                  <a16:creationId xmlns:a16="http://schemas.microsoft.com/office/drawing/2014/main" id="{4A424C71-73BF-40A0-3496-140861F6CED1}"/>
                </a:ext>
              </a:extLst>
            </p:cNvPr>
            <p:cNvSpPr/>
            <p:nvPr/>
          </p:nvSpPr>
          <p:spPr>
            <a:xfrm rot="2700000">
              <a:off x="1178429" y="2902920"/>
              <a:ext cx="115529" cy="115527"/>
            </a:xfrm>
            <a:prstGeom prst="roundRect">
              <a:avLst>
                <a:gd name="adj" fmla="val 14226"/>
              </a:avLst>
            </a:pr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102" name="Textplatzhalter 53">
            <a:extLst>
              <a:ext uri="{FF2B5EF4-FFF2-40B4-BE49-F238E27FC236}">
                <a16:creationId xmlns:a16="http://schemas.microsoft.com/office/drawing/2014/main" id="{1BFF5318-30B0-D315-F2B3-28AFDF9B53B5}"/>
              </a:ext>
            </a:extLst>
          </p:cNvPr>
          <p:cNvSpPr txBox="1">
            <a:spLocks/>
          </p:cNvSpPr>
          <p:nvPr/>
        </p:nvSpPr>
        <p:spPr>
          <a:xfrm>
            <a:off x="8149339" y="3580884"/>
            <a:ext cx="1485207" cy="208404"/>
          </a:xfrm>
          <a:prstGeom prst="rect">
            <a:avLst/>
          </a:prstGeom>
        </p:spPr>
        <p:txBody>
          <a:bodyPr lIns="0" tIns="0" rIns="0" bIns="0" anchor="b"/>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90000"/>
              </a:lnSpc>
              <a:spcBef>
                <a:spcPts val="0"/>
              </a:spcBef>
              <a:spcAft>
                <a:spcPts val="0"/>
              </a:spcAft>
            </a:pPr>
            <a:r>
              <a:rPr lang="de-DE" sz="1800" dirty="0">
                <a:solidFill>
                  <a:schemeClr val="accent2"/>
                </a:solidFill>
                <a:latin typeface="BarmeniaGothaer Offc Medium" panose="020B0603020204020204" pitchFamily="34" charset="0"/>
              </a:rPr>
              <a:t>2027</a:t>
            </a:r>
          </a:p>
        </p:txBody>
      </p:sp>
      <p:sp>
        <p:nvSpPr>
          <p:cNvPr id="103" name="Inhaltsplatzhalter 5">
            <a:extLst>
              <a:ext uri="{FF2B5EF4-FFF2-40B4-BE49-F238E27FC236}">
                <a16:creationId xmlns:a16="http://schemas.microsoft.com/office/drawing/2014/main" id="{21BFC1CF-7356-8225-4150-09CABFB9DB52}"/>
              </a:ext>
            </a:extLst>
          </p:cNvPr>
          <p:cNvSpPr txBox="1">
            <a:spLocks/>
          </p:cNvSpPr>
          <p:nvPr/>
        </p:nvSpPr>
        <p:spPr>
          <a:xfrm>
            <a:off x="8149340" y="3843283"/>
            <a:ext cx="1485219" cy="904575"/>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bg1"/>
                </a:solidFill>
                <a:latin typeface="BarmeniaGothaer Offc" panose="020B0503020204020204" pitchFamily="34" charset="0"/>
              </a:rPr>
              <a:t>Lorem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ipsum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dolor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sit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amet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consetetur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sadipscing</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elitr</a:t>
            </a:r>
            <a:r>
              <a:rPr lang="de-DE" dirty="0">
                <a:solidFill>
                  <a:schemeClr val="bg1"/>
                </a:solidFill>
                <a:latin typeface="BarmeniaGothaer Offc" panose="020B0503020204020204" pitchFamily="34" charset="0"/>
              </a:rPr>
              <a:t>, sed</a:t>
            </a:r>
          </a:p>
        </p:txBody>
      </p:sp>
      <p:grpSp>
        <p:nvGrpSpPr>
          <p:cNvPr id="137" name="Gruppieren 136">
            <a:extLst>
              <a:ext uri="{FF2B5EF4-FFF2-40B4-BE49-F238E27FC236}">
                <a16:creationId xmlns:a16="http://schemas.microsoft.com/office/drawing/2014/main" id="{39E10EC4-ED0C-5D2D-3DB4-9BF34A0F38DC}"/>
              </a:ext>
            </a:extLst>
          </p:cNvPr>
          <p:cNvGrpSpPr/>
          <p:nvPr/>
        </p:nvGrpSpPr>
        <p:grpSpPr>
          <a:xfrm>
            <a:off x="7885949" y="2971008"/>
            <a:ext cx="314972" cy="1495561"/>
            <a:chOff x="7739068" y="2971008"/>
            <a:chExt cx="314972" cy="1495561"/>
          </a:xfrm>
        </p:grpSpPr>
        <p:sp>
          <p:nvSpPr>
            <p:cNvPr id="105" name="Freihandform 104">
              <a:extLst>
                <a:ext uri="{FF2B5EF4-FFF2-40B4-BE49-F238E27FC236}">
                  <a16:creationId xmlns:a16="http://schemas.microsoft.com/office/drawing/2014/main" id="{78F6445A-50A1-3382-B8C7-0602D60DCB3A}"/>
                </a:ext>
              </a:extLst>
            </p:cNvPr>
            <p:cNvSpPr/>
            <p:nvPr/>
          </p:nvSpPr>
          <p:spPr>
            <a:xfrm rot="5400000" flipV="1">
              <a:off x="7227001" y="3800569"/>
              <a:ext cx="1332000" cy="0"/>
            </a:xfrm>
            <a:custGeom>
              <a:avLst/>
              <a:gdLst>
                <a:gd name="connsiteX0" fmla="*/ 0 w 2704124"/>
                <a:gd name="connsiteY0" fmla="*/ 156308 h 156308"/>
                <a:gd name="connsiteX1" fmla="*/ 2704124 w 2704124"/>
                <a:gd name="connsiteY1" fmla="*/ 156308 h 156308"/>
                <a:gd name="connsiteX2" fmla="*/ 2704124 w 2704124"/>
                <a:gd name="connsiteY2" fmla="*/ 0 h 156308"/>
                <a:gd name="connsiteX0" fmla="*/ 0 w 2704124"/>
                <a:gd name="connsiteY0" fmla="*/ 0 h 0"/>
                <a:gd name="connsiteX1" fmla="*/ 2704124 w 2704124"/>
                <a:gd name="connsiteY1" fmla="*/ 0 h 0"/>
              </a:gdLst>
              <a:ahLst/>
              <a:cxnLst>
                <a:cxn ang="0">
                  <a:pos x="connsiteX0" y="connsiteY0"/>
                </a:cxn>
                <a:cxn ang="0">
                  <a:pos x="connsiteX1" y="connsiteY1"/>
                </a:cxn>
              </a:cxnLst>
              <a:rect l="l" t="t" r="r" b="b"/>
              <a:pathLst>
                <a:path w="2704124">
                  <a:moveTo>
                    <a:pt x="0" y="0"/>
                  </a:moveTo>
                  <a:lnTo>
                    <a:pt x="2704124" y="0"/>
                  </a:lnTo>
                </a:path>
              </a:pathLst>
            </a:cu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06" name="Gruppieren 105">
              <a:extLst>
                <a:ext uri="{FF2B5EF4-FFF2-40B4-BE49-F238E27FC236}">
                  <a16:creationId xmlns:a16="http://schemas.microsoft.com/office/drawing/2014/main" id="{0B151AE1-4A70-B1B4-F30F-4627E61D7C57}"/>
                </a:ext>
              </a:extLst>
            </p:cNvPr>
            <p:cNvGrpSpPr/>
            <p:nvPr/>
          </p:nvGrpSpPr>
          <p:grpSpPr>
            <a:xfrm>
              <a:off x="7739068" y="2971008"/>
              <a:ext cx="314972" cy="314976"/>
              <a:chOff x="1078708" y="2803196"/>
              <a:chExt cx="314972" cy="314976"/>
            </a:xfrm>
          </p:grpSpPr>
          <p:sp>
            <p:nvSpPr>
              <p:cNvPr id="107" name="Abgerundetes Rechteck 106">
                <a:extLst>
                  <a:ext uri="{FF2B5EF4-FFF2-40B4-BE49-F238E27FC236}">
                    <a16:creationId xmlns:a16="http://schemas.microsoft.com/office/drawing/2014/main" id="{9AC60FA4-F337-C916-22DD-5C79E5DD78F6}"/>
                  </a:ext>
                </a:extLst>
              </p:cNvPr>
              <p:cNvSpPr/>
              <p:nvPr/>
            </p:nvSpPr>
            <p:spPr>
              <a:xfrm rot="2700000">
                <a:off x="1078706" y="2803198"/>
                <a:ext cx="314976" cy="314972"/>
              </a:xfrm>
              <a:prstGeom prst="roundRect">
                <a:avLst>
                  <a:gd name="adj" fmla="val 14226"/>
                </a:avLst>
              </a:prstGeom>
              <a:solidFill>
                <a:schemeClr val="accent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8" name="Abgerundetes Rechteck 107">
                <a:extLst>
                  <a:ext uri="{FF2B5EF4-FFF2-40B4-BE49-F238E27FC236}">
                    <a16:creationId xmlns:a16="http://schemas.microsoft.com/office/drawing/2014/main" id="{947A0366-18A2-2C66-A257-CD77A9217891}"/>
                  </a:ext>
                </a:extLst>
              </p:cNvPr>
              <p:cNvSpPr/>
              <p:nvPr/>
            </p:nvSpPr>
            <p:spPr>
              <a:xfrm rot="2700000">
                <a:off x="1129661" y="2854152"/>
                <a:ext cx="213065" cy="213066"/>
              </a:xfrm>
              <a:prstGeom prst="roundRect">
                <a:avLst>
                  <a:gd name="adj" fmla="val 8543"/>
                </a:avLst>
              </a:prstGeom>
              <a:noFill/>
              <a:ln w="127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9" name="Abgerundetes Rechteck 108">
                <a:extLst>
                  <a:ext uri="{FF2B5EF4-FFF2-40B4-BE49-F238E27FC236}">
                    <a16:creationId xmlns:a16="http://schemas.microsoft.com/office/drawing/2014/main" id="{7E1B400F-1CE6-98F3-C1FB-70D1C46ACE33}"/>
                  </a:ext>
                </a:extLst>
              </p:cNvPr>
              <p:cNvSpPr/>
              <p:nvPr/>
            </p:nvSpPr>
            <p:spPr>
              <a:xfrm rot="2700000">
                <a:off x="1178429" y="2902920"/>
                <a:ext cx="115529" cy="115527"/>
              </a:xfrm>
              <a:prstGeom prst="roundRect">
                <a:avLst>
                  <a:gd name="adj" fmla="val 14226"/>
                </a:avLst>
              </a:pr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sp>
        <p:nvSpPr>
          <p:cNvPr id="119" name="Inhaltsplatzhalter 5">
            <a:extLst>
              <a:ext uri="{FF2B5EF4-FFF2-40B4-BE49-F238E27FC236}">
                <a16:creationId xmlns:a16="http://schemas.microsoft.com/office/drawing/2014/main" id="{BD9B5D42-9235-D56D-AD91-1610D517CB16}"/>
              </a:ext>
            </a:extLst>
          </p:cNvPr>
          <p:cNvSpPr txBox="1">
            <a:spLocks/>
          </p:cNvSpPr>
          <p:nvPr/>
        </p:nvSpPr>
        <p:spPr>
          <a:xfrm>
            <a:off x="10227356" y="3279158"/>
            <a:ext cx="1485219" cy="904575"/>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bg1"/>
                </a:solidFill>
                <a:latin typeface="BarmeniaGothaer Offc" panose="020B0503020204020204" pitchFamily="34" charset="0"/>
              </a:rPr>
              <a:t>Lorem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ipsum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dolor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sit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amet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consetetur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sadipscing</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elitr</a:t>
            </a:r>
            <a:r>
              <a:rPr lang="de-DE" dirty="0">
                <a:solidFill>
                  <a:schemeClr val="bg1"/>
                </a:solidFill>
                <a:latin typeface="BarmeniaGothaer Offc" panose="020B0503020204020204" pitchFamily="34" charset="0"/>
              </a:rPr>
              <a:t>, sed </a:t>
            </a:r>
            <a:r>
              <a:rPr lang="de-DE" dirty="0" err="1">
                <a:solidFill>
                  <a:schemeClr val="bg1"/>
                </a:solidFill>
                <a:latin typeface="BarmeniaGothaer Offc" panose="020B0503020204020204" pitchFamily="34" charset="0"/>
              </a:rPr>
              <a:t>diam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nonumy</a:t>
            </a:r>
            <a:endParaRPr lang="de-DE" dirty="0">
              <a:solidFill>
                <a:schemeClr val="bg1"/>
              </a:solidFill>
              <a:latin typeface="BarmeniaGothaer Offc" panose="020B0503020204020204" pitchFamily="34" charset="0"/>
            </a:endParaRPr>
          </a:p>
        </p:txBody>
      </p:sp>
      <p:sp>
        <p:nvSpPr>
          <p:cNvPr id="14" name="Textplatzhalter 53">
            <a:extLst>
              <a:ext uri="{FF2B5EF4-FFF2-40B4-BE49-F238E27FC236}">
                <a16:creationId xmlns:a16="http://schemas.microsoft.com/office/drawing/2014/main" id="{D74D9ACF-857D-CCC1-69E5-8B321AFCF068}"/>
              </a:ext>
            </a:extLst>
          </p:cNvPr>
          <p:cNvSpPr txBox="1">
            <a:spLocks/>
          </p:cNvSpPr>
          <p:nvPr/>
        </p:nvSpPr>
        <p:spPr>
          <a:xfrm>
            <a:off x="479424" y="2851398"/>
            <a:ext cx="1485207" cy="427760"/>
          </a:xfrm>
          <a:prstGeom prst="rect">
            <a:avLst/>
          </a:prstGeom>
        </p:spPr>
        <p:txBody>
          <a:bodyPr lIns="0" tIns="0" rIns="0" bIns="0" anchor="b"/>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90000"/>
              </a:lnSpc>
              <a:spcBef>
                <a:spcPts val="0"/>
              </a:spcBef>
              <a:spcAft>
                <a:spcPts val="0"/>
              </a:spcAft>
            </a:pPr>
            <a:r>
              <a:rPr lang="de-DE" sz="1800" dirty="0">
                <a:solidFill>
                  <a:schemeClr val="accent4"/>
                </a:solidFill>
                <a:latin typeface="BarmeniaGothaer Offc Medium" panose="020B0603020204020204" pitchFamily="34" charset="0"/>
              </a:rPr>
              <a:t>2015</a:t>
            </a:r>
          </a:p>
        </p:txBody>
      </p:sp>
      <p:sp>
        <p:nvSpPr>
          <p:cNvPr id="120" name="Inhaltsplatzhalter 5">
            <a:extLst>
              <a:ext uri="{FF2B5EF4-FFF2-40B4-BE49-F238E27FC236}">
                <a16:creationId xmlns:a16="http://schemas.microsoft.com/office/drawing/2014/main" id="{3BB9BB58-19C2-5DB0-DED8-C1C834320BB3}"/>
              </a:ext>
            </a:extLst>
          </p:cNvPr>
          <p:cNvSpPr txBox="1">
            <a:spLocks/>
          </p:cNvSpPr>
          <p:nvPr/>
        </p:nvSpPr>
        <p:spPr>
          <a:xfrm>
            <a:off x="487310" y="3304325"/>
            <a:ext cx="1485219" cy="904575"/>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bg1"/>
                </a:solidFill>
                <a:latin typeface="BarmeniaGothaer Offc" panose="020B0503020204020204" pitchFamily="34" charset="0"/>
              </a:rPr>
              <a:t>Lorem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ipsum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dolor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sit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amet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consetetur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sadipscing</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elitr</a:t>
            </a:r>
            <a:r>
              <a:rPr lang="de-DE" dirty="0">
                <a:solidFill>
                  <a:schemeClr val="bg1"/>
                </a:solidFill>
                <a:latin typeface="BarmeniaGothaer Offc" panose="020B0503020204020204" pitchFamily="34" charset="0"/>
              </a:rPr>
              <a:t>, sed </a:t>
            </a:r>
            <a:r>
              <a:rPr lang="de-DE" dirty="0" err="1">
                <a:solidFill>
                  <a:schemeClr val="bg1"/>
                </a:solidFill>
                <a:latin typeface="BarmeniaGothaer Offc" panose="020B0503020204020204" pitchFamily="34" charset="0"/>
              </a:rPr>
              <a:t>diam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nonumy</a:t>
            </a:r>
            <a:endParaRPr lang="de-DE" dirty="0">
              <a:solidFill>
                <a:schemeClr val="bg1"/>
              </a:solidFill>
              <a:latin typeface="BarmeniaGothaer Offc" panose="020B0503020204020204" pitchFamily="34" charset="0"/>
            </a:endParaRPr>
          </a:p>
        </p:txBody>
      </p:sp>
      <p:sp>
        <p:nvSpPr>
          <p:cNvPr id="129" name="Textplatzhalter 53">
            <a:extLst>
              <a:ext uri="{FF2B5EF4-FFF2-40B4-BE49-F238E27FC236}">
                <a16:creationId xmlns:a16="http://schemas.microsoft.com/office/drawing/2014/main" id="{BE5B17A1-B011-79A2-C3C5-9771ECCEFA27}"/>
              </a:ext>
            </a:extLst>
          </p:cNvPr>
          <p:cNvSpPr txBox="1">
            <a:spLocks/>
          </p:cNvSpPr>
          <p:nvPr/>
        </p:nvSpPr>
        <p:spPr>
          <a:xfrm>
            <a:off x="6197973" y="1822589"/>
            <a:ext cx="1485207" cy="208404"/>
          </a:xfrm>
          <a:prstGeom prst="rect">
            <a:avLst/>
          </a:prstGeom>
        </p:spPr>
        <p:txBody>
          <a:bodyPr lIns="0" tIns="0" rIns="0" bIns="0" anchor="b"/>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90000"/>
              </a:lnSpc>
              <a:spcBef>
                <a:spcPts val="0"/>
              </a:spcBef>
              <a:spcAft>
                <a:spcPts val="0"/>
              </a:spcAft>
            </a:pPr>
            <a:r>
              <a:rPr lang="de-DE" sz="1800" dirty="0">
                <a:solidFill>
                  <a:schemeClr val="accent2"/>
                </a:solidFill>
                <a:latin typeface="BarmeniaGothaer Offc Medium" panose="020B0603020204020204" pitchFamily="34" charset="0"/>
              </a:rPr>
              <a:t>2025</a:t>
            </a:r>
          </a:p>
        </p:txBody>
      </p:sp>
      <p:sp>
        <p:nvSpPr>
          <p:cNvPr id="130" name="Inhaltsplatzhalter 5">
            <a:extLst>
              <a:ext uri="{FF2B5EF4-FFF2-40B4-BE49-F238E27FC236}">
                <a16:creationId xmlns:a16="http://schemas.microsoft.com/office/drawing/2014/main" id="{3F7AA1A8-B160-3260-BEF0-56C3B7294565}"/>
              </a:ext>
            </a:extLst>
          </p:cNvPr>
          <p:cNvSpPr txBox="1">
            <a:spLocks/>
          </p:cNvSpPr>
          <p:nvPr/>
        </p:nvSpPr>
        <p:spPr>
          <a:xfrm>
            <a:off x="6197974" y="2084989"/>
            <a:ext cx="1485219" cy="666800"/>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err="1">
                <a:solidFill>
                  <a:schemeClr val="bg1"/>
                </a:solidFill>
                <a:latin typeface="BarmeniaGothaer Offc" panose="020B0503020204020204" pitchFamily="34" charset="0"/>
              </a:rPr>
              <a:t>Lorem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ipsum</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dolor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sit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amet</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consetetur</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sadipscing</a:t>
            </a:r>
            <a:r>
              <a:rPr lang="de-DE" dirty="0">
                <a:solidFill>
                  <a:schemeClr val="bg1"/>
                </a:solidFill>
                <a:latin typeface="BarmeniaGothaer Offc" panose="020B0503020204020204" pitchFamily="34" charset="0"/>
              </a:rPr>
              <a:t> </a:t>
            </a:r>
            <a:r>
              <a:rPr lang="de-DE" dirty="0" err="1">
                <a:solidFill>
                  <a:schemeClr val="bg1"/>
                </a:solidFill>
                <a:latin typeface="BarmeniaGothaer Offc" panose="020B0503020204020204" pitchFamily="34" charset="0"/>
              </a:rPr>
              <a:t>elitr</a:t>
            </a:r>
            <a:r>
              <a:rPr lang="de-DE" dirty="0">
                <a:solidFill>
                  <a:schemeClr val="bg1"/>
                </a:solidFill>
                <a:latin typeface="BarmeniaGothaer Offc" panose="020B0503020204020204" pitchFamily="34" charset="0"/>
              </a:rPr>
              <a:t>, sed</a:t>
            </a:r>
          </a:p>
        </p:txBody>
      </p:sp>
      <p:grpSp>
        <p:nvGrpSpPr>
          <p:cNvPr id="131" name="Gruppieren 130">
            <a:extLst>
              <a:ext uri="{FF2B5EF4-FFF2-40B4-BE49-F238E27FC236}">
                <a16:creationId xmlns:a16="http://schemas.microsoft.com/office/drawing/2014/main" id="{C95E775A-1289-E582-D76A-ACB5C23AB769}"/>
              </a:ext>
            </a:extLst>
          </p:cNvPr>
          <p:cNvGrpSpPr/>
          <p:nvPr/>
        </p:nvGrpSpPr>
        <p:grpSpPr>
          <a:xfrm>
            <a:off x="5939599" y="1821962"/>
            <a:ext cx="314972" cy="1464022"/>
            <a:chOff x="3081128" y="1654150"/>
            <a:chExt cx="314972" cy="1464022"/>
          </a:xfrm>
        </p:grpSpPr>
        <p:sp>
          <p:nvSpPr>
            <p:cNvPr id="132" name="Freihandform 131">
              <a:extLst>
                <a:ext uri="{FF2B5EF4-FFF2-40B4-BE49-F238E27FC236}">
                  <a16:creationId xmlns:a16="http://schemas.microsoft.com/office/drawing/2014/main" id="{DC2CEDC8-2702-B20A-5931-C3EEA3F7F740}"/>
                </a:ext>
              </a:extLst>
            </p:cNvPr>
            <p:cNvSpPr/>
            <p:nvPr/>
          </p:nvSpPr>
          <p:spPr>
            <a:xfrm rot="5400000">
              <a:off x="2624716" y="2266150"/>
              <a:ext cx="1224000" cy="0"/>
            </a:xfrm>
            <a:custGeom>
              <a:avLst/>
              <a:gdLst>
                <a:gd name="connsiteX0" fmla="*/ 0 w 2704124"/>
                <a:gd name="connsiteY0" fmla="*/ 156308 h 156308"/>
                <a:gd name="connsiteX1" fmla="*/ 2704124 w 2704124"/>
                <a:gd name="connsiteY1" fmla="*/ 156308 h 156308"/>
                <a:gd name="connsiteX2" fmla="*/ 2704124 w 2704124"/>
                <a:gd name="connsiteY2" fmla="*/ 0 h 156308"/>
                <a:gd name="connsiteX0" fmla="*/ 0 w 2704124"/>
                <a:gd name="connsiteY0" fmla="*/ 0 h 0"/>
                <a:gd name="connsiteX1" fmla="*/ 2704124 w 2704124"/>
                <a:gd name="connsiteY1" fmla="*/ 0 h 0"/>
              </a:gdLst>
              <a:ahLst/>
              <a:cxnLst>
                <a:cxn ang="0">
                  <a:pos x="connsiteX0" y="connsiteY0"/>
                </a:cxn>
                <a:cxn ang="0">
                  <a:pos x="connsiteX1" y="connsiteY1"/>
                </a:cxn>
              </a:cxnLst>
              <a:rect l="l" t="t" r="r" b="b"/>
              <a:pathLst>
                <a:path w="2704124">
                  <a:moveTo>
                    <a:pt x="0" y="0"/>
                  </a:moveTo>
                  <a:lnTo>
                    <a:pt x="2704124" y="0"/>
                  </a:lnTo>
                </a:path>
              </a:pathLst>
            </a:custGeom>
            <a:no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33" name="Gruppieren 132">
              <a:extLst>
                <a:ext uri="{FF2B5EF4-FFF2-40B4-BE49-F238E27FC236}">
                  <a16:creationId xmlns:a16="http://schemas.microsoft.com/office/drawing/2014/main" id="{3E2B59CA-8CBE-DCA6-DA88-FB4A560D2C97}"/>
                </a:ext>
              </a:extLst>
            </p:cNvPr>
            <p:cNvGrpSpPr/>
            <p:nvPr/>
          </p:nvGrpSpPr>
          <p:grpSpPr>
            <a:xfrm>
              <a:off x="3081128" y="2803196"/>
              <a:ext cx="314972" cy="314976"/>
              <a:chOff x="1078708" y="2803196"/>
              <a:chExt cx="314972" cy="314976"/>
            </a:xfrm>
          </p:grpSpPr>
          <p:sp>
            <p:nvSpPr>
              <p:cNvPr id="134" name="Abgerundetes Rechteck 133">
                <a:extLst>
                  <a:ext uri="{FF2B5EF4-FFF2-40B4-BE49-F238E27FC236}">
                    <a16:creationId xmlns:a16="http://schemas.microsoft.com/office/drawing/2014/main" id="{E37CC4A1-DAF3-B19F-DC9B-F32664E765D8}"/>
                  </a:ext>
                </a:extLst>
              </p:cNvPr>
              <p:cNvSpPr/>
              <p:nvPr/>
            </p:nvSpPr>
            <p:spPr>
              <a:xfrm rot="2700000">
                <a:off x="1078706" y="2803198"/>
                <a:ext cx="314976" cy="314972"/>
              </a:xfrm>
              <a:prstGeom prst="roundRect">
                <a:avLst>
                  <a:gd name="adj" fmla="val 14226"/>
                </a:avLst>
              </a:prstGeom>
              <a:solidFill>
                <a:schemeClr val="accent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5" name="Abgerundetes Rechteck 134">
                <a:extLst>
                  <a:ext uri="{FF2B5EF4-FFF2-40B4-BE49-F238E27FC236}">
                    <a16:creationId xmlns:a16="http://schemas.microsoft.com/office/drawing/2014/main" id="{35DB03B4-745D-AA43-9B9B-2F8606D32940}"/>
                  </a:ext>
                </a:extLst>
              </p:cNvPr>
              <p:cNvSpPr/>
              <p:nvPr/>
            </p:nvSpPr>
            <p:spPr>
              <a:xfrm rot="2700000">
                <a:off x="1129661" y="2854152"/>
                <a:ext cx="213065" cy="213066"/>
              </a:xfrm>
              <a:prstGeom prst="roundRect">
                <a:avLst>
                  <a:gd name="adj" fmla="val 8543"/>
                </a:avLst>
              </a:prstGeom>
              <a:noFill/>
              <a:ln w="1270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6" name="Abgerundetes Rechteck 135">
                <a:extLst>
                  <a:ext uri="{FF2B5EF4-FFF2-40B4-BE49-F238E27FC236}">
                    <a16:creationId xmlns:a16="http://schemas.microsoft.com/office/drawing/2014/main" id="{C16E62CD-F4B7-AD82-A958-9DEC8A674B34}"/>
                  </a:ext>
                </a:extLst>
              </p:cNvPr>
              <p:cNvSpPr/>
              <p:nvPr/>
            </p:nvSpPr>
            <p:spPr>
              <a:xfrm rot="2700000">
                <a:off x="1178429" y="2902920"/>
                <a:ext cx="115529" cy="115527"/>
              </a:xfrm>
              <a:prstGeom prst="roundRect">
                <a:avLst>
                  <a:gd name="adj" fmla="val 14226"/>
                </a:avLst>
              </a:pr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sp>
        <p:nvSpPr>
          <p:cNvPr id="2" name="Datumsplatzhalter 1">
            <a:extLst>
              <a:ext uri="{FF2B5EF4-FFF2-40B4-BE49-F238E27FC236}">
                <a16:creationId xmlns:a16="http://schemas.microsoft.com/office/drawing/2014/main" id="{F9A37375-ADC9-7C25-6369-3925C06BC57D}"/>
              </a:ext>
            </a:extLst>
          </p:cNvPr>
          <p:cNvSpPr>
            <a:spLocks noGrp="1"/>
          </p:cNvSpPr>
          <p:nvPr>
            <p:ph type="dt" sz="half" idx="10"/>
          </p:nvPr>
        </p:nvSpPr>
        <p:spPr/>
        <p:txBody>
          <a:bodyPr/>
          <a:lstStyle/>
          <a:p>
            <a:fld id="{78F5C09D-F08C-A848-AC00-B04D03AD238E}" type="datetime1">
              <a:rPr lang="de-DE"/>
              <a:t>22.06.2026</a:t>
            </a:fld>
            <a:endParaRPr lang="de-DE"/>
          </a:p>
        </p:txBody>
      </p:sp>
    </p:spTree>
    <p:extLst>
      <p:ext uri="{BB962C8B-B14F-4D97-AF65-F5344CB8AC3E}">
        <p14:creationId xmlns:p14="http://schemas.microsoft.com/office/powerpoint/2010/main" val="28605089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E70A52-0F1C-199D-0886-4E90C44D4CC6}"/>
              </a:ext>
            </a:extLst>
          </p:cNvPr>
          <p:cNvSpPr>
            <a:spLocks noGrp="1"/>
          </p:cNvSpPr>
          <p:nvPr>
            <p:ph type="title"/>
          </p:nvPr>
        </p:nvSpPr>
        <p:spPr/>
        <p:txBody>
          <a:bodyPr/>
          <a:lstStyle/>
          <a:p>
            <a:r>
              <a:rPr lang="de-DE" dirty="0"/>
              <a:t>Elemente zum Kopieren</a:t>
            </a:r>
          </a:p>
        </p:txBody>
      </p:sp>
      <p:sp>
        <p:nvSpPr>
          <p:cNvPr id="4" name="Fußzeilenplatzhalter 3">
            <a:extLst>
              <a:ext uri="{FF2B5EF4-FFF2-40B4-BE49-F238E27FC236}">
                <a16:creationId xmlns:a16="http://schemas.microsoft.com/office/drawing/2014/main" id="{170CBAC9-6569-7649-D84C-FD62CB4EFEA4}"/>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D7E86A60-5738-1C28-264F-C75BF94699A6}"/>
              </a:ext>
            </a:extLst>
          </p:cNvPr>
          <p:cNvSpPr>
            <a:spLocks noGrp="1"/>
          </p:cNvSpPr>
          <p:nvPr>
            <p:ph type="sldNum" sz="quarter" idx="12"/>
          </p:nvPr>
        </p:nvSpPr>
        <p:spPr/>
        <p:txBody>
          <a:bodyPr/>
          <a:lstStyle/>
          <a:p>
            <a:fld id="{D188B27D-4802-6948-A101-6CF6A7142FF4}" type="slidenum">
              <a:rPr lang="de-DE" smtClean="0"/>
              <a:t>53</a:t>
            </a:fld>
            <a:endParaRPr lang="de-DE"/>
          </a:p>
        </p:txBody>
      </p:sp>
      <p:grpSp>
        <p:nvGrpSpPr>
          <p:cNvPr id="14" name="Gruppieren 13">
            <a:extLst>
              <a:ext uri="{FF2B5EF4-FFF2-40B4-BE49-F238E27FC236}">
                <a16:creationId xmlns:a16="http://schemas.microsoft.com/office/drawing/2014/main" id="{438EB188-6C80-1B1D-895F-5879ADE77E95}"/>
              </a:ext>
            </a:extLst>
          </p:cNvPr>
          <p:cNvGrpSpPr/>
          <p:nvPr/>
        </p:nvGrpSpPr>
        <p:grpSpPr>
          <a:xfrm>
            <a:off x="454877" y="2304288"/>
            <a:ext cx="2653448" cy="3634879"/>
            <a:chOff x="454877" y="2304288"/>
            <a:chExt cx="2653448" cy="3634879"/>
          </a:xfrm>
        </p:grpSpPr>
        <p:sp>
          <p:nvSpPr>
            <p:cNvPr id="7" name="Textplatzhalter 12">
              <a:extLst>
                <a:ext uri="{FF2B5EF4-FFF2-40B4-BE49-F238E27FC236}">
                  <a16:creationId xmlns:a16="http://schemas.microsoft.com/office/drawing/2014/main" id="{1C84FF8F-B625-1B0E-5271-6ED51157BBD9}"/>
                </a:ext>
              </a:extLst>
            </p:cNvPr>
            <p:cNvSpPr txBox="1">
              <a:spLocks/>
            </p:cNvSpPr>
            <p:nvPr/>
          </p:nvSpPr>
          <p:spPr>
            <a:xfrm>
              <a:off x="479425" y="2901696"/>
              <a:ext cx="2628900" cy="3037471"/>
            </a:xfrm>
            <a:prstGeom prst="rect">
              <a:avLst/>
            </a:prstGeom>
            <a:solidFill>
              <a:schemeClr val="bg1"/>
            </a:solidFill>
            <a:effectLst>
              <a:outerShdw dist="15465" dir="10800000" algn="r" rotWithShape="0">
                <a:schemeClr val="tx1"/>
              </a:outerShdw>
            </a:effectLst>
          </p:spPr>
          <p:txBody>
            <a:bodyPr wrap="square" lIns="251999" tIns="108000" rIns="0" bIns="108000">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r>
                <a:rPr lang="de-DE" dirty="0">
                  <a:latin typeface="BarmeniaGothaer Offc Medium" panose="020B0603020204020204" pitchFamily="34" charset="0"/>
                </a:rPr>
                <a:t>Überschrift oder kurze Einleitung.</a:t>
              </a:r>
            </a:p>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a:t>
              </a:r>
            </a:p>
          </p:txBody>
        </p:sp>
        <p:sp>
          <p:nvSpPr>
            <p:cNvPr id="8" name="Textplatzhalter 53">
              <a:extLst>
                <a:ext uri="{FF2B5EF4-FFF2-40B4-BE49-F238E27FC236}">
                  <a16:creationId xmlns:a16="http://schemas.microsoft.com/office/drawing/2014/main" id="{5CB203E1-F8B2-1D9D-3714-1BD0C4212843}"/>
                </a:ext>
              </a:extLst>
            </p:cNvPr>
            <p:cNvSpPr txBox="1">
              <a:spLocks/>
            </p:cNvSpPr>
            <p:nvPr/>
          </p:nvSpPr>
          <p:spPr>
            <a:xfrm>
              <a:off x="454877" y="2304288"/>
              <a:ext cx="976088" cy="609600"/>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3200" dirty="0">
                  <a:solidFill>
                    <a:schemeClr val="accent4"/>
                  </a:solidFill>
                  <a:latin typeface="BarmeniaGothaer Offc Medium" panose="020B0603020204020204" pitchFamily="34" charset="0"/>
                </a:rPr>
                <a:t>01</a:t>
              </a:r>
            </a:p>
          </p:txBody>
        </p:sp>
      </p:grpSp>
      <p:sp>
        <p:nvSpPr>
          <p:cNvPr id="11" name="Textplatzhalter 12">
            <a:extLst>
              <a:ext uri="{FF2B5EF4-FFF2-40B4-BE49-F238E27FC236}">
                <a16:creationId xmlns:a16="http://schemas.microsoft.com/office/drawing/2014/main" id="{0AFBC997-0E32-5033-A082-E1A39AE98CE4}"/>
              </a:ext>
            </a:extLst>
          </p:cNvPr>
          <p:cNvSpPr txBox="1">
            <a:spLocks/>
          </p:cNvSpPr>
          <p:nvPr/>
        </p:nvSpPr>
        <p:spPr>
          <a:xfrm>
            <a:off x="6221412" y="3191856"/>
            <a:ext cx="5508625" cy="897747"/>
          </a:xfrm>
          <a:prstGeom prst="rect">
            <a:avLst/>
          </a:prstGeom>
          <a:blipFill dpi="0" rotWithShape="1">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a:tile tx="0" ty="0" sx="60000" sy="60000" flip="none" algn="tl"/>
          </a:blipFill>
        </p:spPr>
        <p:txBody>
          <a:bodyPr vert="horz" lIns="57600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r>
              <a:rPr lang="de-DE" dirty="0">
                <a:latin typeface="+mj-lt"/>
              </a:rPr>
              <a:t>Wichtiger </a:t>
            </a:r>
            <a:r>
              <a:rPr lang="de-DE" dirty="0" err="1">
                <a:latin typeface="+mj-lt"/>
              </a:rPr>
              <a:t>Bulletpoint</a:t>
            </a:r>
            <a:r>
              <a:rPr lang="de-DE" dirty="0">
                <a:latin typeface="+mj-lt"/>
              </a:rPr>
              <a:t> oder Insight. </a:t>
            </a:r>
            <a:r>
              <a:rPr lang="de-DE" dirty="0" err="1">
                <a:latin typeface="+mj-lt"/>
              </a:rPr>
              <a:t>Lorem</a:t>
            </a:r>
            <a:r>
              <a:rPr lang="de-DE" dirty="0">
                <a:latin typeface="+mj-lt"/>
              </a:rPr>
              <a:t> </a:t>
            </a:r>
            <a:r>
              <a:rPr lang="de-DE" dirty="0" err="1">
                <a:latin typeface="+mj-lt"/>
              </a:rPr>
              <a:t>ipsum</a:t>
            </a:r>
            <a:r>
              <a:rPr lang="de-DE" dirty="0">
                <a:latin typeface="+mj-lt"/>
              </a:rPr>
              <a:t> </a:t>
            </a:r>
            <a:r>
              <a:rPr lang="de-DE" dirty="0" err="1">
                <a:latin typeface="+mj-lt"/>
              </a:rPr>
              <a:t>dolor</a:t>
            </a:r>
            <a:r>
              <a:rPr lang="de-DE" dirty="0">
                <a:latin typeface="+mj-lt"/>
              </a:rPr>
              <a:t> </a:t>
            </a:r>
            <a:r>
              <a:rPr lang="de-DE" dirty="0" err="1">
                <a:latin typeface="+mj-lt"/>
              </a:rPr>
              <a:t>sit</a:t>
            </a:r>
            <a:r>
              <a:rPr lang="de-DE" dirty="0">
                <a:latin typeface="+mj-lt"/>
              </a:rPr>
              <a:t> </a:t>
            </a:r>
            <a:r>
              <a:rPr lang="de-DE" dirty="0" err="1">
                <a:latin typeface="+mj-lt"/>
              </a:rPr>
              <a:t>amet</a:t>
            </a:r>
            <a:r>
              <a:rPr lang="de-DE" dirty="0">
                <a:latin typeface="+mj-lt"/>
              </a:rPr>
              <a:t>, </a:t>
            </a:r>
            <a:r>
              <a:rPr lang="de-DE" dirty="0" err="1">
                <a:latin typeface="+mj-lt"/>
              </a:rPr>
              <a:t>consetetur</a:t>
            </a:r>
            <a:r>
              <a:rPr lang="de-DE" dirty="0">
                <a:latin typeface="+mj-lt"/>
              </a:rPr>
              <a:t>  </a:t>
            </a:r>
            <a:r>
              <a:rPr lang="de-DE" dirty="0" err="1">
                <a:latin typeface="+mj-lt"/>
              </a:rPr>
              <a:t>sadipscing</a:t>
            </a:r>
            <a:r>
              <a:rPr lang="de-DE" dirty="0">
                <a:latin typeface="+mj-lt"/>
              </a:rPr>
              <a:t> </a:t>
            </a:r>
            <a:r>
              <a:rPr lang="de-DE" dirty="0" err="1">
                <a:latin typeface="+mj-lt"/>
              </a:rPr>
              <a:t>elitr</a:t>
            </a:r>
            <a:r>
              <a:rPr lang="de-DE" dirty="0">
                <a:latin typeface="+mj-lt"/>
              </a:rPr>
              <a:t>, sed </a:t>
            </a:r>
            <a:r>
              <a:rPr lang="de-DE" dirty="0" err="1">
                <a:latin typeface="+mj-lt"/>
              </a:rPr>
              <a:t>diam</a:t>
            </a:r>
            <a:r>
              <a:rPr lang="de-DE" dirty="0">
                <a:latin typeface="+mj-lt"/>
              </a:rPr>
              <a:t>.</a:t>
            </a:r>
          </a:p>
        </p:txBody>
      </p:sp>
      <p:sp>
        <p:nvSpPr>
          <p:cNvPr id="6" name="Datumsplatzhalter 5">
            <a:extLst>
              <a:ext uri="{FF2B5EF4-FFF2-40B4-BE49-F238E27FC236}">
                <a16:creationId xmlns:a16="http://schemas.microsoft.com/office/drawing/2014/main" id="{16099622-C37A-E29C-300A-40DFC55C584E}"/>
              </a:ext>
            </a:extLst>
          </p:cNvPr>
          <p:cNvSpPr>
            <a:spLocks noGrp="1"/>
          </p:cNvSpPr>
          <p:nvPr>
            <p:ph type="dt" sz="half" idx="10"/>
          </p:nvPr>
        </p:nvSpPr>
        <p:spPr/>
        <p:txBody>
          <a:bodyPr/>
          <a:lstStyle/>
          <a:p>
            <a:fld id="{8993D7B1-E111-974A-B9A6-2B292F17D5AA}" type="datetime1">
              <a:rPr lang="de-DE"/>
              <a:t>22.06.2026</a:t>
            </a:fld>
            <a:endParaRPr lang="de-DE"/>
          </a:p>
        </p:txBody>
      </p:sp>
    </p:spTree>
    <p:extLst>
      <p:ext uri="{BB962C8B-B14F-4D97-AF65-F5344CB8AC3E}">
        <p14:creationId xmlns:p14="http://schemas.microsoft.com/office/powerpoint/2010/main" val="383928683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CB26F9-E422-45C3-4B6E-62ABABC1B28A}"/>
              </a:ext>
            </a:extLst>
          </p:cNvPr>
          <p:cNvSpPr>
            <a:spLocks noGrp="1"/>
          </p:cNvSpPr>
          <p:nvPr>
            <p:ph type="title"/>
          </p:nvPr>
        </p:nvSpPr>
        <p:spPr/>
        <p:txBody>
          <a:bodyPr/>
          <a:lstStyle/>
          <a:p>
            <a:r>
              <a:rPr lang="de-DE" dirty="0"/>
              <a:t>Elemente zum Kopieren</a:t>
            </a:r>
          </a:p>
        </p:txBody>
      </p:sp>
      <p:sp>
        <p:nvSpPr>
          <p:cNvPr id="4" name="Fußzeilenplatzhalter 3">
            <a:extLst>
              <a:ext uri="{FF2B5EF4-FFF2-40B4-BE49-F238E27FC236}">
                <a16:creationId xmlns:a16="http://schemas.microsoft.com/office/drawing/2014/main" id="{A9C8989C-1BB8-994B-FA74-38BC1489AA11}"/>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54D78192-D319-C131-F85C-7A8A4FA8C105}"/>
              </a:ext>
            </a:extLst>
          </p:cNvPr>
          <p:cNvSpPr>
            <a:spLocks noGrp="1"/>
          </p:cNvSpPr>
          <p:nvPr>
            <p:ph type="sldNum" sz="quarter" idx="12"/>
          </p:nvPr>
        </p:nvSpPr>
        <p:spPr/>
        <p:txBody>
          <a:bodyPr/>
          <a:lstStyle/>
          <a:p>
            <a:fld id="{D188B27D-4802-6948-A101-6CF6A7142FF4}" type="slidenum">
              <a:rPr lang="de-DE" smtClean="0"/>
              <a:t>54</a:t>
            </a:fld>
            <a:endParaRPr lang="de-DE"/>
          </a:p>
        </p:txBody>
      </p:sp>
      <p:grpSp>
        <p:nvGrpSpPr>
          <p:cNvPr id="15" name="Gruppieren 14">
            <a:extLst>
              <a:ext uri="{FF2B5EF4-FFF2-40B4-BE49-F238E27FC236}">
                <a16:creationId xmlns:a16="http://schemas.microsoft.com/office/drawing/2014/main" id="{CEED23E4-A5F6-710D-A534-91AA5705676F}"/>
              </a:ext>
            </a:extLst>
          </p:cNvPr>
          <p:cNvGrpSpPr/>
          <p:nvPr/>
        </p:nvGrpSpPr>
        <p:grpSpPr>
          <a:xfrm>
            <a:off x="9110296" y="2879204"/>
            <a:ext cx="416634" cy="416634"/>
            <a:chOff x="5842000" y="3175000"/>
            <a:chExt cx="3862832" cy="3862832"/>
          </a:xfrm>
        </p:grpSpPr>
        <p:sp>
          <p:nvSpPr>
            <p:cNvPr id="16" name="Freihandform 15">
              <a:extLst>
                <a:ext uri="{FF2B5EF4-FFF2-40B4-BE49-F238E27FC236}">
                  <a16:creationId xmlns:a16="http://schemas.microsoft.com/office/drawing/2014/main" id="{0FA68E5A-7E1D-1F1D-EFBC-E143B9529194}"/>
                </a:ext>
              </a:extLst>
            </p:cNvPr>
            <p:cNvSpPr/>
            <p:nvPr/>
          </p:nvSpPr>
          <p:spPr>
            <a:xfrm>
              <a:off x="5842000" y="3175000"/>
              <a:ext cx="3862832" cy="3862832"/>
            </a:xfrm>
            <a:custGeom>
              <a:avLst/>
              <a:gdLst>
                <a:gd name="connsiteX0" fmla="*/ 3862832 w 3862832"/>
                <a:gd name="connsiteY0" fmla="*/ 1931416 h 3862832"/>
                <a:gd name="connsiteX1" fmla="*/ 1931416 w 3862832"/>
                <a:gd name="connsiteY1" fmla="*/ 3862832 h 3862832"/>
                <a:gd name="connsiteX2" fmla="*/ 0 w 3862832"/>
                <a:gd name="connsiteY2" fmla="*/ 1931416 h 3862832"/>
                <a:gd name="connsiteX3" fmla="*/ 1931416 w 3862832"/>
                <a:gd name="connsiteY3" fmla="*/ 0 h 3862832"/>
                <a:gd name="connsiteX4" fmla="*/ 3862832 w 3862832"/>
                <a:gd name="connsiteY4" fmla="*/ 1931416 h 3862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2832" h="3862832">
                  <a:moveTo>
                    <a:pt x="3862832" y="1931416"/>
                  </a:moveTo>
                  <a:cubicBezTo>
                    <a:pt x="3862832" y="2998108"/>
                    <a:pt x="2998108" y="3862832"/>
                    <a:pt x="1931416" y="3862832"/>
                  </a:cubicBezTo>
                  <a:cubicBezTo>
                    <a:pt x="864724" y="3862832"/>
                    <a:pt x="0" y="2998108"/>
                    <a:pt x="0" y="1931416"/>
                  </a:cubicBezTo>
                  <a:cubicBezTo>
                    <a:pt x="0" y="864724"/>
                    <a:pt x="864724" y="0"/>
                    <a:pt x="1931416" y="0"/>
                  </a:cubicBezTo>
                  <a:cubicBezTo>
                    <a:pt x="2998108" y="0"/>
                    <a:pt x="3862832" y="864724"/>
                    <a:pt x="3862832" y="1931416"/>
                  </a:cubicBezTo>
                  <a:close/>
                </a:path>
              </a:pathLst>
            </a:custGeom>
            <a:solidFill>
              <a:srgbClr val="05A6F8"/>
            </a:solidFill>
            <a:ln w="0" cap="flat">
              <a:noFill/>
              <a:prstDash val="solid"/>
              <a:miter/>
            </a:ln>
          </p:spPr>
          <p:txBody>
            <a:bodyPr rtlCol="0" anchor="ctr"/>
            <a:lstStyle/>
            <a:p>
              <a:endParaRPr lang="de-DE" dirty="0">
                <a:latin typeface="BarmeniaGothaer Offc" panose="020B0503020204020204" pitchFamily="34" charset="0"/>
              </a:endParaRPr>
            </a:p>
          </p:txBody>
        </p:sp>
        <p:sp>
          <p:nvSpPr>
            <p:cNvPr id="17" name="Freihandform 16">
              <a:extLst>
                <a:ext uri="{FF2B5EF4-FFF2-40B4-BE49-F238E27FC236}">
                  <a16:creationId xmlns:a16="http://schemas.microsoft.com/office/drawing/2014/main" id="{2FA890B5-897F-AD86-6AF0-7B39F208AA3E}"/>
                </a:ext>
              </a:extLst>
            </p:cNvPr>
            <p:cNvSpPr/>
            <p:nvPr/>
          </p:nvSpPr>
          <p:spPr>
            <a:xfrm>
              <a:off x="6486734" y="4062081"/>
              <a:ext cx="2453635" cy="2130966"/>
            </a:xfrm>
            <a:custGeom>
              <a:avLst/>
              <a:gdLst>
                <a:gd name="connsiteX0" fmla="*/ 2453614 w 2453635"/>
                <a:gd name="connsiteY0" fmla="*/ 1061645 h 2130966"/>
                <a:gd name="connsiteX1" fmla="*/ 2451826 w 2453635"/>
                <a:gd name="connsiteY1" fmla="*/ 1053276 h 2130966"/>
                <a:gd name="connsiteX2" fmla="*/ 1847293 w 2453635"/>
                <a:gd name="connsiteY2" fmla="*/ 237789 h 2130966"/>
                <a:gd name="connsiteX3" fmla="*/ 1419448 w 2453635"/>
                <a:gd name="connsiteY3" fmla="*/ 38424 h 2130966"/>
                <a:gd name="connsiteX4" fmla="*/ 1618813 w 2453635"/>
                <a:gd name="connsiteY4" fmla="*/ 466269 h 2130966"/>
                <a:gd name="connsiteX5" fmla="*/ 2301747 w 2453635"/>
                <a:gd name="connsiteY5" fmla="*/ 997336 h 2130966"/>
                <a:gd name="connsiteX6" fmla="*/ 726427 w 2453635"/>
                <a:gd name="connsiteY6" fmla="*/ 883240 h 2130966"/>
                <a:gd name="connsiteX7" fmla="*/ 0 w 2453635"/>
                <a:gd name="connsiteY7" fmla="*/ 1058498 h 2130966"/>
                <a:gd name="connsiteX8" fmla="*/ 727000 w 2453635"/>
                <a:gd name="connsiteY8" fmla="*/ 1236760 h 2130966"/>
                <a:gd name="connsiteX9" fmla="*/ 2302034 w 2453635"/>
                <a:gd name="connsiteY9" fmla="*/ 1127600 h 2130966"/>
                <a:gd name="connsiteX10" fmla="*/ 1614593 w 2453635"/>
                <a:gd name="connsiteY10" fmla="*/ 1664247 h 2130966"/>
                <a:gd name="connsiteX11" fmla="*/ 1412438 w 2453635"/>
                <a:gd name="connsiteY11" fmla="*/ 2093164 h 2130966"/>
                <a:gd name="connsiteX12" fmla="*/ 1841355 w 2453635"/>
                <a:gd name="connsiteY12" fmla="*/ 1891010 h 2130966"/>
                <a:gd name="connsiteX13" fmla="*/ 2451611 w 2453635"/>
                <a:gd name="connsiteY13" fmla="*/ 1071159 h 2130966"/>
                <a:gd name="connsiteX14" fmla="*/ 2453543 w 2453635"/>
                <a:gd name="connsiteY14" fmla="*/ 1061645 h 2130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53635" h="2130966">
                  <a:moveTo>
                    <a:pt x="2453614" y="1061645"/>
                  </a:moveTo>
                  <a:cubicBezTo>
                    <a:pt x="2453757" y="1058784"/>
                    <a:pt x="2453185" y="1055851"/>
                    <a:pt x="2451826" y="1053276"/>
                  </a:cubicBezTo>
                  <a:cubicBezTo>
                    <a:pt x="2293879" y="751689"/>
                    <a:pt x="2089936" y="476569"/>
                    <a:pt x="1847293" y="237789"/>
                  </a:cubicBezTo>
                  <a:cubicBezTo>
                    <a:pt x="1633764" y="24260"/>
                    <a:pt x="1512156" y="-54355"/>
                    <a:pt x="1419448" y="38424"/>
                  </a:cubicBezTo>
                  <a:cubicBezTo>
                    <a:pt x="1326740" y="131204"/>
                    <a:pt x="1405213" y="252668"/>
                    <a:pt x="1618813" y="466269"/>
                  </a:cubicBezTo>
                  <a:cubicBezTo>
                    <a:pt x="1822256" y="672358"/>
                    <a:pt x="2051808" y="850906"/>
                    <a:pt x="2301747" y="997336"/>
                  </a:cubicBezTo>
                  <a:cubicBezTo>
                    <a:pt x="1781052" y="912783"/>
                    <a:pt x="1253847" y="874656"/>
                    <a:pt x="726427" y="883240"/>
                  </a:cubicBezTo>
                  <a:cubicBezTo>
                    <a:pt x="231699" y="882310"/>
                    <a:pt x="-286" y="914858"/>
                    <a:pt x="0" y="1058498"/>
                  </a:cubicBezTo>
                  <a:cubicBezTo>
                    <a:pt x="286" y="1202138"/>
                    <a:pt x="232271" y="1235759"/>
                    <a:pt x="727000" y="1236760"/>
                  </a:cubicBezTo>
                  <a:cubicBezTo>
                    <a:pt x="1254205" y="1247061"/>
                    <a:pt x="1781267" y="1210507"/>
                    <a:pt x="2302034" y="1127600"/>
                  </a:cubicBezTo>
                  <a:cubicBezTo>
                    <a:pt x="2050663" y="1276033"/>
                    <a:pt x="1819609" y="1456441"/>
                    <a:pt x="1614593" y="1664247"/>
                  </a:cubicBezTo>
                  <a:cubicBezTo>
                    <a:pt x="1399776" y="1879063"/>
                    <a:pt x="1320374" y="2001100"/>
                    <a:pt x="1412438" y="2093164"/>
                  </a:cubicBezTo>
                  <a:cubicBezTo>
                    <a:pt x="1504502" y="2185229"/>
                    <a:pt x="1626539" y="2105826"/>
                    <a:pt x="1841355" y="1891010"/>
                  </a:cubicBezTo>
                  <a:cubicBezTo>
                    <a:pt x="2085643" y="1650656"/>
                    <a:pt x="2291447" y="1374106"/>
                    <a:pt x="2451611" y="1071159"/>
                  </a:cubicBezTo>
                  <a:cubicBezTo>
                    <a:pt x="2453185" y="1068298"/>
                    <a:pt x="2453900" y="1064936"/>
                    <a:pt x="2453543" y="1061645"/>
                  </a:cubicBezTo>
                </a:path>
              </a:pathLst>
            </a:custGeom>
            <a:solidFill>
              <a:schemeClr val="tx1"/>
            </a:solidFill>
            <a:ln w="0" cap="flat">
              <a:noFill/>
              <a:prstDash val="solid"/>
              <a:miter/>
            </a:ln>
          </p:spPr>
          <p:txBody>
            <a:bodyPr rtlCol="0" anchor="ctr"/>
            <a:lstStyle/>
            <a:p>
              <a:endParaRPr lang="de-DE" dirty="0">
                <a:latin typeface="BarmeniaGothaer Offc" panose="020B0503020204020204" pitchFamily="34" charset="0"/>
              </a:endParaRPr>
            </a:p>
          </p:txBody>
        </p:sp>
      </p:grpSp>
      <p:grpSp>
        <p:nvGrpSpPr>
          <p:cNvPr id="20" name="Grafik 18">
            <a:extLst>
              <a:ext uri="{FF2B5EF4-FFF2-40B4-BE49-F238E27FC236}">
                <a16:creationId xmlns:a16="http://schemas.microsoft.com/office/drawing/2014/main" id="{9A4F2DD4-54DB-BEED-FC1F-3BBAA2A4DD81}"/>
              </a:ext>
            </a:extLst>
          </p:cNvPr>
          <p:cNvGrpSpPr/>
          <p:nvPr/>
        </p:nvGrpSpPr>
        <p:grpSpPr>
          <a:xfrm>
            <a:off x="9909276" y="3576402"/>
            <a:ext cx="416634" cy="416634"/>
            <a:chOff x="5746749" y="971253"/>
            <a:chExt cx="2806997" cy="2806997"/>
          </a:xfrm>
          <a:solidFill>
            <a:srgbClr val="05A6F8"/>
          </a:solidFill>
        </p:grpSpPr>
        <p:grpSp>
          <p:nvGrpSpPr>
            <p:cNvPr id="21" name="Grafik 18">
              <a:extLst>
                <a:ext uri="{FF2B5EF4-FFF2-40B4-BE49-F238E27FC236}">
                  <a16:creationId xmlns:a16="http://schemas.microsoft.com/office/drawing/2014/main" id="{229CDC24-8490-409D-1CDB-71361A6B00C8}"/>
                </a:ext>
              </a:extLst>
            </p:cNvPr>
            <p:cNvGrpSpPr/>
            <p:nvPr/>
          </p:nvGrpSpPr>
          <p:grpSpPr>
            <a:xfrm>
              <a:off x="6224393" y="1465360"/>
              <a:ext cx="1846435" cy="1848104"/>
              <a:chOff x="6224393" y="1465360"/>
              <a:chExt cx="1846435" cy="1848104"/>
            </a:xfrm>
            <a:solidFill>
              <a:srgbClr val="05A6F8"/>
            </a:solidFill>
          </p:grpSpPr>
          <p:sp>
            <p:nvSpPr>
              <p:cNvPr id="22" name="Freihandform 21">
                <a:extLst>
                  <a:ext uri="{FF2B5EF4-FFF2-40B4-BE49-F238E27FC236}">
                    <a16:creationId xmlns:a16="http://schemas.microsoft.com/office/drawing/2014/main" id="{E928AB0A-B6C1-B616-BF35-BB1352775B09}"/>
                  </a:ext>
                </a:extLst>
              </p:cNvPr>
              <p:cNvSpPr/>
              <p:nvPr/>
            </p:nvSpPr>
            <p:spPr>
              <a:xfrm>
                <a:off x="6224393" y="2287891"/>
                <a:ext cx="929725" cy="204965"/>
              </a:xfrm>
              <a:custGeom>
                <a:avLst/>
                <a:gdLst>
                  <a:gd name="connsiteX0" fmla="*/ 922933 w 929725"/>
                  <a:gd name="connsiteY0" fmla="*/ 110075 h 204965"/>
                  <a:gd name="connsiteX1" fmla="*/ 929647 w 929725"/>
                  <a:gd name="connsiteY1" fmla="*/ 101161 h 204965"/>
                  <a:gd name="connsiteX2" fmla="*/ 922933 w 929725"/>
                  <a:gd name="connsiteY2" fmla="*/ 94447 h 204965"/>
                  <a:gd name="connsiteX3" fmla="*/ 282596 w 929725"/>
                  <a:gd name="connsiteY3" fmla="*/ 71 h 204965"/>
                  <a:gd name="connsiteX4" fmla="*/ 0 w 929725"/>
                  <a:gd name="connsiteY4" fmla="*/ 102488 h 204965"/>
                  <a:gd name="connsiteX5" fmla="*/ 282596 w 929725"/>
                  <a:gd name="connsiteY5" fmla="*/ 204906 h 204965"/>
                  <a:gd name="connsiteX6" fmla="*/ 922933 w 929725"/>
                  <a:gd name="connsiteY6" fmla="*/ 110075 h 20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29725" h="204965">
                    <a:moveTo>
                      <a:pt x="922933" y="110075"/>
                    </a:moveTo>
                    <a:cubicBezTo>
                      <a:pt x="927257" y="109468"/>
                      <a:pt x="930254" y="105485"/>
                      <a:pt x="929647" y="101161"/>
                    </a:cubicBezTo>
                    <a:cubicBezTo>
                      <a:pt x="929154" y="97671"/>
                      <a:pt x="926423" y="94940"/>
                      <a:pt x="922933" y="94447"/>
                    </a:cubicBezTo>
                    <a:cubicBezTo>
                      <a:pt x="715633" y="30113"/>
                      <a:pt x="499645" y="-1712"/>
                      <a:pt x="282596" y="71"/>
                    </a:cubicBezTo>
                    <a:cubicBezTo>
                      <a:pt x="90203" y="71"/>
                      <a:pt x="0" y="19303"/>
                      <a:pt x="0" y="102488"/>
                    </a:cubicBezTo>
                    <a:cubicBezTo>
                      <a:pt x="0" y="185674"/>
                      <a:pt x="90203" y="204906"/>
                      <a:pt x="282596" y="204906"/>
                    </a:cubicBezTo>
                    <a:cubicBezTo>
                      <a:pt x="499645" y="206537"/>
                      <a:pt x="715670" y="174560"/>
                      <a:pt x="922933" y="110075"/>
                    </a:cubicBezTo>
                  </a:path>
                </a:pathLst>
              </a:custGeom>
              <a:solidFill>
                <a:srgbClr val="05A6F8"/>
              </a:solidFill>
              <a:ln w="0" cap="flat">
                <a:noFill/>
                <a:prstDash val="solid"/>
                <a:miter/>
              </a:ln>
            </p:spPr>
            <p:txBody>
              <a:bodyPr rtlCol="0" anchor="ctr"/>
              <a:lstStyle/>
              <a:p>
                <a:endParaRPr lang="de-DE"/>
              </a:p>
            </p:txBody>
          </p:sp>
          <p:sp>
            <p:nvSpPr>
              <p:cNvPr id="23" name="Freihandform 22">
                <a:extLst>
                  <a:ext uri="{FF2B5EF4-FFF2-40B4-BE49-F238E27FC236}">
                    <a16:creationId xmlns:a16="http://schemas.microsoft.com/office/drawing/2014/main" id="{EC8B5AD9-38B0-94B7-CA4F-6DD41489F16B}"/>
                  </a:ext>
                </a:extLst>
              </p:cNvPr>
              <p:cNvSpPr/>
              <p:nvPr/>
            </p:nvSpPr>
            <p:spPr>
              <a:xfrm>
                <a:off x="7141103" y="2285927"/>
                <a:ext cx="929725" cy="204965"/>
              </a:xfrm>
              <a:custGeom>
                <a:avLst/>
                <a:gdLst>
                  <a:gd name="connsiteX0" fmla="*/ 6792 w 929725"/>
                  <a:gd name="connsiteY0" fmla="*/ 94817 h 204965"/>
                  <a:gd name="connsiteX1" fmla="*/ 78 w 929725"/>
                  <a:gd name="connsiteY1" fmla="*/ 103731 h 204965"/>
                  <a:gd name="connsiteX2" fmla="*/ 6792 w 929725"/>
                  <a:gd name="connsiteY2" fmla="*/ 110445 h 204965"/>
                  <a:gd name="connsiteX3" fmla="*/ 647129 w 929725"/>
                  <a:gd name="connsiteY3" fmla="*/ 204897 h 204965"/>
                  <a:gd name="connsiteX4" fmla="*/ 929725 w 929725"/>
                  <a:gd name="connsiteY4" fmla="*/ 102480 h 204965"/>
                  <a:gd name="connsiteX5" fmla="*/ 647129 w 929725"/>
                  <a:gd name="connsiteY5" fmla="*/ 62 h 204965"/>
                  <a:gd name="connsiteX6" fmla="*/ 6792 w 929725"/>
                  <a:gd name="connsiteY6" fmla="*/ 94817 h 20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29725" h="204965">
                    <a:moveTo>
                      <a:pt x="6792" y="94817"/>
                    </a:moveTo>
                    <a:cubicBezTo>
                      <a:pt x="2468" y="95424"/>
                      <a:pt x="-529" y="99407"/>
                      <a:pt x="78" y="103731"/>
                    </a:cubicBezTo>
                    <a:cubicBezTo>
                      <a:pt x="571" y="107221"/>
                      <a:pt x="3302" y="109952"/>
                      <a:pt x="6792" y="110445"/>
                    </a:cubicBezTo>
                    <a:cubicBezTo>
                      <a:pt x="214093" y="174779"/>
                      <a:pt x="430080" y="206642"/>
                      <a:pt x="647129" y="204897"/>
                    </a:cubicBezTo>
                    <a:cubicBezTo>
                      <a:pt x="839522" y="204897"/>
                      <a:pt x="929725" y="185665"/>
                      <a:pt x="929725" y="102480"/>
                    </a:cubicBezTo>
                    <a:cubicBezTo>
                      <a:pt x="929725" y="19294"/>
                      <a:pt x="839522" y="62"/>
                      <a:pt x="647129" y="62"/>
                    </a:cubicBezTo>
                    <a:cubicBezTo>
                      <a:pt x="430080" y="-1607"/>
                      <a:pt x="214055" y="30370"/>
                      <a:pt x="6792" y="94817"/>
                    </a:cubicBezTo>
                  </a:path>
                </a:pathLst>
              </a:custGeom>
              <a:solidFill>
                <a:srgbClr val="05A6F8"/>
              </a:solidFill>
              <a:ln w="0" cap="flat">
                <a:noFill/>
                <a:prstDash val="solid"/>
                <a:miter/>
              </a:ln>
            </p:spPr>
            <p:txBody>
              <a:bodyPr rtlCol="0" anchor="ctr"/>
              <a:lstStyle/>
              <a:p>
                <a:endParaRPr lang="de-DE"/>
              </a:p>
            </p:txBody>
          </p:sp>
          <p:sp>
            <p:nvSpPr>
              <p:cNvPr id="24" name="Freihandform 23">
                <a:extLst>
                  <a:ext uri="{FF2B5EF4-FFF2-40B4-BE49-F238E27FC236}">
                    <a16:creationId xmlns:a16="http://schemas.microsoft.com/office/drawing/2014/main" id="{BDC7F947-2165-03ED-9F53-6E45F5A859F4}"/>
                  </a:ext>
                </a:extLst>
              </p:cNvPr>
              <p:cNvSpPr/>
              <p:nvPr/>
            </p:nvSpPr>
            <p:spPr>
              <a:xfrm>
                <a:off x="7045255" y="2383739"/>
                <a:ext cx="204965" cy="929725"/>
              </a:xfrm>
              <a:custGeom>
                <a:avLst/>
                <a:gdLst>
                  <a:gd name="connsiteX0" fmla="*/ 110075 w 204965"/>
                  <a:gd name="connsiteY0" fmla="*/ 6792 h 929725"/>
                  <a:gd name="connsiteX1" fmla="*/ 101161 w 204965"/>
                  <a:gd name="connsiteY1" fmla="*/ 78 h 929725"/>
                  <a:gd name="connsiteX2" fmla="*/ 94447 w 204965"/>
                  <a:gd name="connsiteY2" fmla="*/ 6792 h 929725"/>
                  <a:gd name="connsiteX3" fmla="*/ 71 w 204965"/>
                  <a:gd name="connsiteY3" fmla="*/ 647129 h 929725"/>
                  <a:gd name="connsiteX4" fmla="*/ 102488 w 204965"/>
                  <a:gd name="connsiteY4" fmla="*/ 929725 h 929725"/>
                  <a:gd name="connsiteX5" fmla="*/ 204906 w 204965"/>
                  <a:gd name="connsiteY5" fmla="*/ 647129 h 929725"/>
                  <a:gd name="connsiteX6" fmla="*/ 110075 w 204965"/>
                  <a:gd name="connsiteY6" fmla="*/ 6792 h 9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4965" h="929725">
                    <a:moveTo>
                      <a:pt x="110075" y="6792"/>
                    </a:moveTo>
                    <a:cubicBezTo>
                      <a:pt x="109468" y="2468"/>
                      <a:pt x="105485" y="-529"/>
                      <a:pt x="101161" y="78"/>
                    </a:cubicBezTo>
                    <a:cubicBezTo>
                      <a:pt x="97671" y="571"/>
                      <a:pt x="94940" y="3302"/>
                      <a:pt x="94447" y="6792"/>
                    </a:cubicBezTo>
                    <a:cubicBezTo>
                      <a:pt x="30113" y="214093"/>
                      <a:pt x="-1712" y="430080"/>
                      <a:pt x="71" y="647129"/>
                    </a:cubicBezTo>
                    <a:cubicBezTo>
                      <a:pt x="71" y="839522"/>
                      <a:pt x="19341" y="929725"/>
                      <a:pt x="102488" y="929725"/>
                    </a:cubicBezTo>
                    <a:cubicBezTo>
                      <a:pt x="185636" y="929725"/>
                      <a:pt x="204906" y="839522"/>
                      <a:pt x="204906" y="647129"/>
                    </a:cubicBezTo>
                    <a:cubicBezTo>
                      <a:pt x="206537" y="430080"/>
                      <a:pt x="174560" y="214055"/>
                      <a:pt x="110075" y="6792"/>
                    </a:cubicBezTo>
                  </a:path>
                </a:pathLst>
              </a:custGeom>
              <a:solidFill>
                <a:srgbClr val="05A6F8"/>
              </a:solidFill>
              <a:ln w="0" cap="flat">
                <a:noFill/>
                <a:prstDash val="solid"/>
                <a:miter/>
              </a:ln>
            </p:spPr>
            <p:txBody>
              <a:bodyPr rtlCol="0" anchor="ctr"/>
              <a:lstStyle/>
              <a:p>
                <a:endParaRPr lang="de-DE"/>
              </a:p>
            </p:txBody>
          </p:sp>
          <p:sp>
            <p:nvSpPr>
              <p:cNvPr id="25" name="Freihandform 24">
                <a:extLst>
                  <a:ext uri="{FF2B5EF4-FFF2-40B4-BE49-F238E27FC236}">
                    <a16:creationId xmlns:a16="http://schemas.microsoft.com/office/drawing/2014/main" id="{46FC1974-FCBB-EA65-E685-39979FFE5673}"/>
                  </a:ext>
                </a:extLst>
              </p:cNvPr>
              <p:cNvSpPr/>
              <p:nvPr/>
            </p:nvSpPr>
            <p:spPr>
              <a:xfrm>
                <a:off x="7044998" y="1465360"/>
                <a:ext cx="204964" cy="929725"/>
              </a:xfrm>
              <a:custGeom>
                <a:avLst/>
                <a:gdLst>
                  <a:gd name="connsiteX0" fmla="*/ 94779 w 204964"/>
                  <a:gd name="connsiteY0" fmla="*/ 922933 h 929725"/>
                  <a:gd name="connsiteX1" fmla="*/ 103693 w 204964"/>
                  <a:gd name="connsiteY1" fmla="*/ 929647 h 929725"/>
                  <a:gd name="connsiteX2" fmla="*/ 110408 w 204964"/>
                  <a:gd name="connsiteY2" fmla="*/ 922933 h 929725"/>
                  <a:gd name="connsiteX3" fmla="*/ 204897 w 204964"/>
                  <a:gd name="connsiteY3" fmla="*/ 282596 h 929725"/>
                  <a:gd name="connsiteX4" fmla="*/ 102480 w 204964"/>
                  <a:gd name="connsiteY4" fmla="*/ 0 h 929725"/>
                  <a:gd name="connsiteX5" fmla="*/ 62 w 204964"/>
                  <a:gd name="connsiteY5" fmla="*/ 282596 h 929725"/>
                  <a:gd name="connsiteX6" fmla="*/ 94779 w 204964"/>
                  <a:gd name="connsiteY6" fmla="*/ 922933 h 9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4964" h="929725">
                    <a:moveTo>
                      <a:pt x="94779" y="922933"/>
                    </a:moveTo>
                    <a:cubicBezTo>
                      <a:pt x="95386" y="927257"/>
                      <a:pt x="99369" y="930254"/>
                      <a:pt x="103693" y="929647"/>
                    </a:cubicBezTo>
                    <a:cubicBezTo>
                      <a:pt x="107183" y="929154"/>
                      <a:pt x="109914" y="926423"/>
                      <a:pt x="110408" y="922933"/>
                    </a:cubicBezTo>
                    <a:cubicBezTo>
                      <a:pt x="174779" y="715633"/>
                      <a:pt x="206642" y="499645"/>
                      <a:pt x="204897" y="282596"/>
                    </a:cubicBezTo>
                    <a:cubicBezTo>
                      <a:pt x="204897" y="90203"/>
                      <a:pt x="185627" y="0"/>
                      <a:pt x="102480" y="0"/>
                    </a:cubicBezTo>
                    <a:cubicBezTo>
                      <a:pt x="19332" y="0"/>
                      <a:pt x="62" y="90203"/>
                      <a:pt x="62" y="282596"/>
                    </a:cubicBezTo>
                    <a:cubicBezTo>
                      <a:pt x="-1607" y="499645"/>
                      <a:pt x="30332" y="715670"/>
                      <a:pt x="94779" y="922933"/>
                    </a:cubicBezTo>
                  </a:path>
                </a:pathLst>
              </a:custGeom>
              <a:solidFill>
                <a:srgbClr val="05A6F8"/>
              </a:solidFill>
              <a:ln w="0" cap="flat">
                <a:noFill/>
                <a:prstDash val="solid"/>
                <a:miter/>
              </a:ln>
            </p:spPr>
            <p:txBody>
              <a:bodyPr rtlCol="0" anchor="ctr"/>
              <a:lstStyle/>
              <a:p>
                <a:endParaRPr lang="de-DE"/>
              </a:p>
            </p:txBody>
          </p:sp>
        </p:grpSp>
        <p:sp>
          <p:nvSpPr>
            <p:cNvPr id="26" name="Freihandform 25">
              <a:extLst>
                <a:ext uri="{FF2B5EF4-FFF2-40B4-BE49-F238E27FC236}">
                  <a16:creationId xmlns:a16="http://schemas.microsoft.com/office/drawing/2014/main" id="{FBDF778B-E37A-E18B-8B15-55DA6BCFBD6C}"/>
                </a:ext>
              </a:extLst>
            </p:cNvPr>
            <p:cNvSpPr/>
            <p:nvPr/>
          </p:nvSpPr>
          <p:spPr>
            <a:xfrm>
              <a:off x="5746749" y="971253"/>
              <a:ext cx="2806997" cy="2806997"/>
            </a:xfrm>
            <a:custGeom>
              <a:avLst/>
              <a:gdLst>
                <a:gd name="connsiteX0" fmla="*/ 1403499 w 2806997"/>
                <a:gd name="connsiteY0" fmla="*/ 2806997 h 2806997"/>
                <a:gd name="connsiteX1" fmla="*/ 0 w 2806997"/>
                <a:gd name="connsiteY1" fmla="*/ 1403499 h 2806997"/>
                <a:gd name="connsiteX2" fmla="*/ 1403499 w 2806997"/>
                <a:gd name="connsiteY2" fmla="*/ 0 h 2806997"/>
                <a:gd name="connsiteX3" fmla="*/ 2806997 w 2806997"/>
                <a:gd name="connsiteY3" fmla="*/ 1403499 h 2806997"/>
                <a:gd name="connsiteX4" fmla="*/ 1403499 w 2806997"/>
                <a:gd name="connsiteY4" fmla="*/ 2806997 h 2806997"/>
                <a:gd name="connsiteX5" fmla="*/ 1403499 w 2806997"/>
                <a:gd name="connsiteY5" fmla="*/ 113797 h 2806997"/>
                <a:gd name="connsiteX6" fmla="*/ 113797 w 2806997"/>
                <a:gd name="connsiteY6" fmla="*/ 1403499 h 2806997"/>
                <a:gd name="connsiteX7" fmla="*/ 1403499 w 2806997"/>
                <a:gd name="connsiteY7" fmla="*/ 2693200 h 2806997"/>
                <a:gd name="connsiteX8" fmla="*/ 2693200 w 2806997"/>
                <a:gd name="connsiteY8" fmla="*/ 1403499 h 2806997"/>
                <a:gd name="connsiteX9" fmla="*/ 1403499 w 2806997"/>
                <a:gd name="connsiteY9" fmla="*/ 113797 h 2806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6997" h="2806997">
                  <a:moveTo>
                    <a:pt x="1403499" y="2806997"/>
                  </a:moveTo>
                  <a:cubicBezTo>
                    <a:pt x="629602" y="2806997"/>
                    <a:pt x="0" y="2177395"/>
                    <a:pt x="0" y="1403499"/>
                  </a:cubicBezTo>
                  <a:cubicBezTo>
                    <a:pt x="0" y="629602"/>
                    <a:pt x="629602" y="0"/>
                    <a:pt x="1403499" y="0"/>
                  </a:cubicBezTo>
                  <a:cubicBezTo>
                    <a:pt x="2177395" y="0"/>
                    <a:pt x="2806997" y="629602"/>
                    <a:pt x="2806997" y="1403499"/>
                  </a:cubicBezTo>
                  <a:cubicBezTo>
                    <a:pt x="2806997" y="2177395"/>
                    <a:pt x="2177357" y="2806997"/>
                    <a:pt x="1403499" y="2806997"/>
                  </a:cubicBezTo>
                  <a:close/>
                  <a:moveTo>
                    <a:pt x="1403499" y="113797"/>
                  </a:moveTo>
                  <a:cubicBezTo>
                    <a:pt x="692342" y="113797"/>
                    <a:pt x="113797" y="692342"/>
                    <a:pt x="113797" y="1403499"/>
                  </a:cubicBezTo>
                  <a:cubicBezTo>
                    <a:pt x="113797" y="2114655"/>
                    <a:pt x="692342" y="2693200"/>
                    <a:pt x="1403499" y="2693200"/>
                  </a:cubicBezTo>
                  <a:cubicBezTo>
                    <a:pt x="2114655" y="2693200"/>
                    <a:pt x="2693200" y="2114655"/>
                    <a:pt x="2693200" y="1403499"/>
                  </a:cubicBezTo>
                  <a:cubicBezTo>
                    <a:pt x="2693200" y="692342"/>
                    <a:pt x="2114655" y="113797"/>
                    <a:pt x="1403499" y="113797"/>
                  </a:cubicBezTo>
                  <a:close/>
                </a:path>
              </a:pathLst>
            </a:custGeom>
            <a:solidFill>
              <a:srgbClr val="05A6F8"/>
            </a:solidFill>
            <a:ln w="0" cap="flat">
              <a:noFill/>
              <a:prstDash val="solid"/>
              <a:miter/>
            </a:ln>
          </p:spPr>
          <p:txBody>
            <a:bodyPr rtlCol="0" anchor="ctr"/>
            <a:lstStyle/>
            <a:p>
              <a:endParaRPr lang="de-DE"/>
            </a:p>
          </p:txBody>
        </p:sp>
      </p:grpSp>
      <p:sp>
        <p:nvSpPr>
          <p:cNvPr id="27" name="Textplatzhalter 12">
            <a:extLst>
              <a:ext uri="{FF2B5EF4-FFF2-40B4-BE49-F238E27FC236}">
                <a16:creationId xmlns:a16="http://schemas.microsoft.com/office/drawing/2014/main" id="{39FB0A2E-746D-9143-BD3C-1DB1A6D60101}"/>
              </a:ext>
            </a:extLst>
          </p:cNvPr>
          <p:cNvSpPr txBox="1">
            <a:spLocks/>
          </p:cNvSpPr>
          <p:nvPr/>
        </p:nvSpPr>
        <p:spPr>
          <a:xfrm>
            <a:off x="9110296" y="4384550"/>
            <a:ext cx="2529253" cy="674558"/>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latin typeface="BarmeniaGothaer Offc" panose="020B0503020204020204" pitchFamily="34" charset="0"/>
              </a:rPr>
              <a:t>Für dekorative Anwendungen leiten wir Designelemente </a:t>
            </a:r>
            <a:br>
              <a:rPr lang="de-DE" dirty="0">
                <a:latin typeface="BarmeniaGothaer Offc" panose="020B0503020204020204" pitchFamily="34" charset="0"/>
              </a:rPr>
            </a:br>
            <a:r>
              <a:rPr lang="de-DE" dirty="0">
                <a:latin typeface="BarmeniaGothaer Offc" panose="020B0503020204020204" pitchFamily="34" charset="0"/>
              </a:rPr>
              <a:t>aus dem Logo ab.</a:t>
            </a:r>
          </a:p>
        </p:txBody>
      </p:sp>
      <p:sp>
        <p:nvSpPr>
          <p:cNvPr id="28" name="Abgerundetes Rechteck 27">
            <a:extLst>
              <a:ext uri="{FF2B5EF4-FFF2-40B4-BE49-F238E27FC236}">
                <a16:creationId xmlns:a16="http://schemas.microsoft.com/office/drawing/2014/main" id="{F5FE000C-4A76-DF4E-A469-52E221016853}"/>
              </a:ext>
            </a:extLst>
          </p:cNvPr>
          <p:cNvSpPr>
            <a:spLocks/>
          </p:cNvSpPr>
          <p:nvPr/>
        </p:nvSpPr>
        <p:spPr>
          <a:xfrm>
            <a:off x="8975725" y="1894886"/>
            <a:ext cx="2663824" cy="719900"/>
          </a:xfrm>
          <a:prstGeom prst="roundRect">
            <a:avLst>
              <a:gd name="adj" fmla="val 6307"/>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41" name="Gruppieren 40">
            <a:extLst>
              <a:ext uri="{FF2B5EF4-FFF2-40B4-BE49-F238E27FC236}">
                <a16:creationId xmlns:a16="http://schemas.microsoft.com/office/drawing/2014/main" id="{480F36A6-F2EF-E190-6BE6-3AE9A9E2A633}"/>
              </a:ext>
            </a:extLst>
          </p:cNvPr>
          <p:cNvGrpSpPr/>
          <p:nvPr/>
        </p:nvGrpSpPr>
        <p:grpSpPr>
          <a:xfrm>
            <a:off x="9910633" y="2035643"/>
            <a:ext cx="416634" cy="416634"/>
            <a:chOff x="4892311" y="1627525"/>
            <a:chExt cx="416634" cy="416634"/>
          </a:xfrm>
        </p:grpSpPr>
        <p:grpSp>
          <p:nvGrpSpPr>
            <p:cNvPr id="33" name="Grafik 18">
              <a:extLst>
                <a:ext uri="{FF2B5EF4-FFF2-40B4-BE49-F238E27FC236}">
                  <a16:creationId xmlns:a16="http://schemas.microsoft.com/office/drawing/2014/main" id="{CB20DC31-0A4F-8BFC-B46A-99A0FD9FC930}"/>
                </a:ext>
              </a:extLst>
            </p:cNvPr>
            <p:cNvGrpSpPr/>
            <p:nvPr/>
          </p:nvGrpSpPr>
          <p:grpSpPr>
            <a:xfrm>
              <a:off x="4963206" y="1700864"/>
              <a:ext cx="274061" cy="274308"/>
              <a:chOff x="6224393" y="1465360"/>
              <a:chExt cx="1846435" cy="1848104"/>
            </a:xfrm>
            <a:solidFill>
              <a:schemeClr val="bg1"/>
            </a:solidFill>
          </p:grpSpPr>
          <p:sp>
            <p:nvSpPr>
              <p:cNvPr id="35" name="Freihandform 34">
                <a:extLst>
                  <a:ext uri="{FF2B5EF4-FFF2-40B4-BE49-F238E27FC236}">
                    <a16:creationId xmlns:a16="http://schemas.microsoft.com/office/drawing/2014/main" id="{6BDE9E7A-6613-9324-6F26-3D3DEBAF0219}"/>
                  </a:ext>
                </a:extLst>
              </p:cNvPr>
              <p:cNvSpPr/>
              <p:nvPr/>
            </p:nvSpPr>
            <p:spPr>
              <a:xfrm>
                <a:off x="6224393" y="2287891"/>
                <a:ext cx="929725" cy="204965"/>
              </a:xfrm>
              <a:custGeom>
                <a:avLst/>
                <a:gdLst>
                  <a:gd name="connsiteX0" fmla="*/ 922933 w 929725"/>
                  <a:gd name="connsiteY0" fmla="*/ 110075 h 204965"/>
                  <a:gd name="connsiteX1" fmla="*/ 929647 w 929725"/>
                  <a:gd name="connsiteY1" fmla="*/ 101161 h 204965"/>
                  <a:gd name="connsiteX2" fmla="*/ 922933 w 929725"/>
                  <a:gd name="connsiteY2" fmla="*/ 94447 h 204965"/>
                  <a:gd name="connsiteX3" fmla="*/ 282596 w 929725"/>
                  <a:gd name="connsiteY3" fmla="*/ 71 h 204965"/>
                  <a:gd name="connsiteX4" fmla="*/ 0 w 929725"/>
                  <a:gd name="connsiteY4" fmla="*/ 102488 h 204965"/>
                  <a:gd name="connsiteX5" fmla="*/ 282596 w 929725"/>
                  <a:gd name="connsiteY5" fmla="*/ 204906 h 204965"/>
                  <a:gd name="connsiteX6" fmla="*/ 922933 w 929725"/>
                  <a:gd name="connsiteY6" fmla="*/ 110075 h 20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29725" h="204965">
                    <a:moveTo>
                      <a:pt x="922933" y="110075"/>
                    </a:moveTo>
                    <a:cubicBezTo>
                      <a:pt x="927257" y="109468"/>
                      <a:pt x="930254" y="105485"/>
                      <a:pt x="929647" y="101161"/>
                    </a:cubicBezTo>
                    <a:cubicBezTo>
                      <a:pt x="929154" y="97671"/>
                      <a:pt x="926423" y="94940"/>
                      <a:pt x="922933" y="94447"/>
                    </a:cubicBezTo>
                    <a:cubicBezTo>
                      <a:pt x="715633" y="30113"/>
                      <a:pt x="499645" y="-1712"/>
                      <a:pt x="282596" y="71"/>
                    </a:cubicBezTo>
                    <a:cubicBezTo>
                      <a:pt x="90203" y="71"/>
                      <a:pt x="0" y="19303"/>
                      <a:pt x="0" y="102488"/>
                    </a:cubicBezTo>
                    <a:cubicBezTo>
                      <a:pt x="0" y="185674"/>
                      <a:pt x="90203" y="204906"/>
                      <a:pt x="282596" y="204906"/>
                    </a:cubicBezTo>
                    <a:cubicBezTo>
                      <a:pt x="499645" y="206537"/>
                      <a:pt x="715670" y="174560"/>
                      <a:pt x="922933" y="110075"/>
                    </a:cubicBezTo>
                  </a:path>
                </a:pathLst>
              </a:custGeom>
              <a:grpFill/>
              <a:ln w="0" cap="flat">
                <a:noFill/>
                <a:prstDash val="solid"/>
                <a:miter/>
              </a:ln>
            </p:spPr>
            <p:txBody>
              <a:bodyPr rtlCol="0" anchor="ctr"/>
              <a:lstStyle/>
              <a:p>
                <a:endParaRPr lang="de-DE"/>
              </a:p>
            </p:txBody>
          </p:sp>
          <p:sp>
            <p:nvSpPr>
              <p:cNvPr id="36" name="Freihandform 35">
                <a:extLst>
                  <a:ext uri="{FF2B5EF4-FFF2-40B4-BE49-F238E27FC236}">
                    <a16:creationId xmlns:a16="http://schemas.microsoft.com/office/drawing/2014/main" id="{256F4385-3964-C478-2FD1-1EE519DEC8C7}"/>
                  </a:ext>
                </a:extLst>
              </p:cNvPr>
              <p:cNvSpPr/>
              <p:nvPr/>
            </p:nvSpPr>
            <p:spPr>
              <a:xfrm>
                <a:off x="7141103" y="2285927"/>
                <a:ext cx="929725" cy="204965"/>
              </a:xfrm>
              <a:custGeom>
                <a:avLst/>
                <a:gdLst>
                  <a:gd name="connsiteX0" fmla="*/ 6792 w 929725"/>
                  <a:gd name="connsiteY0" fmla="*/ 94817 h 204965"/>
                  <a:gd name="connsiteX1" fmla="*/ 78 w 929725"/>
                  <a:gd name="connsiteY1" fmla="*/ 103731 h 204965"/>
                  <a:gd name="connsiteX2" fmla="*/ 6792 w 929725"/>
                  <a:gd name="connsiteY2" fmla="*/ 110445 h 204965"/>
                  <a:gd name="connsiteX3" fmla="*/ 647129 w 929725"/>
                  <a:gd name="connsiteY3" fmla="*/ 204897 h 204965"/>
                  <a:gd name="connsiteX4" fmla="*/ 929725 w 929725"/>
                  <a:gd name="connsiteY4" fmla="*/ 102480 h 204965"/>
                  <a:gd name="connsiteX5" fmla="*/ 647129 w 929725"/>
                  <a:gd name="connsiteY5" fmla="*/ 62 h 204965"/>
                  <a:gd name="connsiteX6" fmla="*/ 6792 w 929725"/>
                  <a:gd name="connsiteY6" fmla="*/ 94817 h 20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29725" h="204965">
                    <a:moveTo>
                      <a:pt x="6792" y="94817"/>
                    </a:moveTo>
                    <a:cubicBezTo>
                      <a:pt x="2468" y="95424"/>
                      <a:pt x="-529" y="99407"/>
                      <a:pt x="78" y="103731"/>
                    </a:cubicBezTo>
                    <a:cubicBezTo>
                      <a:pt x="571" y="107221"/>
                      <a:pt x="3302" y="109952"/>
                      <a:pt x="6792" y="110445"/>
                    </a:cubicBezTo>
                    <a:cubicBezTo>
                      <a:pt x="214093" y="174779"/>
                      <a:pt x="430080" y="206642"/>
                      <a:pt x="647129" y="204897"/>
                    </a:cubicBezTo>
                    <a:cubicBezTo>
                      <a:pt x="839522" y="204897"/>
                      <a:pt x="929725" y="185665"/>
                      <a:pt x="929725" y="102480"/>
                    </a:cubicBezTo>
                    <a:cubicBezTo>
                      <a:pt x="929725" y="19294"/>
                      <a:pt x="839522" y="62"/>
                      <a:pt x="647129" y="62"/>
                    </a:cubicBezTo>
                    <a:cubicBezTo>
                      <a:pt x="430080" y="-1607"/>
                      <a:pt x="214055" y="30370"/>
                      <a:pt x="6792" y="94817"/>
                    </a:cubicBezTo>
                  </a:path>
                </a:pathLst>
              </a:custGeom>
              <a:grpFill/>
              <a:ln w="0" cap="flat">
                <a:noFill/>
                <a:prstDash val="solid"/>
                <a:miter/>
              </a:ln>
            </p:spPr>
            <p:txBody>
              <a:bodyPr rtlCol="0" anchor="ctr"/>
              <a:lstStyle/>
              <a:p>
                <a:endParaRPr lang="de-DE"/>
              </a:p>
            </p:txBody>
          </p:sp>
          <p:sp>
            <p:nvSpPr>
              <p:cNvPr id="37" name="Freihandform 36">
                <a:extLst>
                  <a:ext uri="{FF2B5EF4-FFF2-40B4-BE49-F238E27FC236}">
                    <a16:creationId xmlns:a16="http://schemas.microsoft.com/office/drawing/2014/main" id="{98DC38BB-ACCE-8B81-C737-B7D21476E003}"/>
                  </a:ext>
                </a:extLst>
              </p:cNvPr>
              <p:cNvSpPr/>
              <p:nvPr/>
            </p:nvSpPr>
            <p:spPr>
              <a:xfrm>
                <a:off x="7045255" y="2383739"/>
                <a:ext cx="204965" cy="929725"/>
              </a:xfrm>
              <a:custGeom>
                <a:avLst/>
                <a:gdLst>
                  <a:gd name="connsiteX0" fmla="*/ 110075 w 204965"/>
                  <a:gd name="connsiteY0" fmla="*/ 6792 h 929725"/>
                  <a:gd name="connsiteX1" fmla="*/ 101161 w 204965"/>
                  <a:gd name="connsiteY1" fmla="*/ 78 h 929725"/>
                  <a:gd name="connsiteX2" fmla="*/ 94447 w 204965"/>
                  <a:gd name="connsiteY2" fmla="*/ 6792 h 929725"/>
                  <a:gd name="connsiteX3" fmla="*/ 71 w 204965"/>
                  <a:gd name="connsiteY3" fmla="*/ 647129 h 929725"/>
                  <a:gd name="connsiteX4" fmla="*/ 102488 w 204965"/>
                  <a:gd name="connsiteY4" fmla="*/ 929725 h 929725"/>
                  <a:gd name="connsiteX5" fmla="*/ 204906 w 204965"/>
                  <a:gd name="connsiteY5" fmla="*/ 647129 h 929725"/>
                  <a:gd name="connsiteX6" fmla="*/ 110075 w 204965"/>
                  <a:gd name="connsiteY6" fmla="*/ 6792 h 9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4965" h="929725">
                    <a:moveTo>
                      <a:pt x="110075" y="6792"/>
                    </a:moveTo>
                    <a:cubicBezTo>
                      <a:pt x="109468" y="2468"/>
                      <a:pt x="105485" y="-529"/>
                      <a:pt x="101161" y="78"/>
                    </a:cubicBezTo>
                    <a:cubicBezTo>
                      <a:pt x="97671" y="571"/>
                      <a:pt x="94940" y="3302"/>
                      <a:pt x="94447" y="6792"/>
                    </a:cubicBezTo>
                    <a:cubicBezTo>
                      <a:pt x="30113" y="214093"/>
                      <a:pt x="-1712" y="430080"/>
                      <a:pt x="71" y="647129"/>
                    </a:cubicBezTo>
                    <a:cubicBezTo>
                      <a:pt x="71" y="839522"/>
                      <a:pt x="19341" y="929725"/>
                      <a:pt x="102488" y="929725"/>
                    </a:cubicBezTo>
                    <a:cubicBezTo>
                      <a:pt x="185636" y="929725"/>
                      <a:pt x="204906" y="839522"/>
                      <a:pt x="204906" y="647129"/>
                    </a:cubicBezTo>
                    <a:cubicBezTo>
                      <a:pt x="206537" y="430080"/>
                      <a:pt x="174560" y="214055"/>
                      <a:pt x="110075" y="6792"/>
                    </a:cubicBezTo>
                  </a:path>
                </a:pathLst>
              </a:custGeom>
              <a:grpFill/>
              <a:ln w="0" cap="flat">
                <a:noFill/>
                <a:prstDash val="solid"/>
                <a:miter/>
              </a:ln>
            </p:spPr>
            <p:txBody>
              <a:bodyPr rtlCol="0" anchor="ctr"/>
              <a:lstStyle/>
              <a:p>
                <a:endParaRPr lang="de-DE"/>
              </a:p>
            </p:txBody>
          </p:sp>
          <p:sp>
            <p:nvSpPr>
              <p:cNvPr id="38" name="Freihandform 37">
                <a:extLst>
                  <a:ext uri="{FF2B5EF4-FFF2-40B4-BE49-F238E27FC236}">
                    <a16:creationId xmlns:a16="http://schemas.microsoft.com/office/drawing/2014/main" id="{92E8D640-A6DB-EF8A-E4BB-3B424B9288D8}"/>
                  </a:ext>
                </a:extLst>
              </p:cNvPr>
              <p:cNvSpPr/>
              <p:nvPr/>
            </p:nvSpPr>
            <p:spPr>
              <a:xfrm>
                <a:off x="7044998" y="1465360"/>
                <a:ext cx="204964" cy="929725"/>
              </a:xfrm>
              <a:custGeom>
                <a:avLst/>
                <a:gdLst>
                  <a:gd name="connsiteX0" fmla="*/ 94779 w 204964"/>
                  <a:gd name="connsiteY0" fmla="*/ 922933 h 929725"/>
                  <a:gd name="connsiteX1" fmla="*/ 103693 w 204964"/>
                  <a:gd name="connsiteY1" fmla="*/ 929647 h 929725"/>
                  <a:gd name="connsiteX2" fmla="*/ 110408 w 204964"/>
                  <a:gd name="connsiteY2" fmla="*/ 922933 h 929725"/>
                  <a:gd name="connsiteX3" fmla="*/ 204897 w 204964"/>
                  <a:gd name="connsiteY3" fmla="*/ 282596 h 929725"/>
                  <a:gd name="connsiteX4" fmla="*/ 102480 w 204964"/>
                  <a:gd name="connsiteY4" fmla="*/ 0 h 929725"/>
                  <a:gd name="connsiteX5" fmla="*/ 62 w 204964"/>
                  <a:gd name="connsiteY5" fmla="*/ 282596 h 929725"/>
                  <a:gd name="connsiteX6" fmla="*/ 94779 w 204964"/>
                  <a:gd name="connsiteY6" fmla="*/ 922933 h 9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4964" h="929725">
                    <a:moveTo>
                      <a:pt x="94779" y="922933"/>
                    </a:moveTo>
                    <a:cubicBezTo>
                      <a:pt x="95386" y="927257"/>
                      <a:pt x="99369" y="930254"/>
                      <a:pt x="103693" y="929647"/>
                    </a:cubicBezTo>
                    <a:cubicBezTo>
                      <a:pt x="107183" y="929154"/>
                      <a:pt x="109914" y="926423"/>
                      <a:pt x="110408" y="922933"/>
                    </a:cubicBezTo>
                    <a:cubicBezTo>
                      <a:pt x="174779" y="715633"/>
                      <a:pt x="206642" y="499645"/>
                      <a:pt x="204897" y="282596"/>
                    </a:cubicBezTo>
                    <a:cubicBezTo>
                      <a:pt x="204897" y="90203"/>
                      <a:pt x="185627" y="0"/>
                      <a:pt x="102480" y="0"/>
                    </a:cubicBezTo>
                    <a:cubicBezTo>
                      <a:pt x="19332" y="0"/>
                      <a:pt x="62" y="90203"/>
                      <a:pt x="62" y="282596"/>
                    </a:cubicBezTo>
                    <a:cubicBezTo>
                      <a:pt x="-1607" y="499645"/>
                      <a:pt x="30332" y="715670"/>
                      <a:pt x="94779" y="922933"/>
                    </a:cubicBezTo>
                  </a:path>
                </a:pathLst>
              </a:custGeom>
              <a:grpFill/>
              <a:ln w="0" cap="flat">
                <a:noFill/>
                <a:prstDash val="solid"/>
                <a:miter/>
              </a:ln>
            </p:spPr>
            <p:txBody>
              <a:bodyPr rtlCol="0" anchor="ctr"/>
              <a:lstStyle/>
              <a:p>
                <a:endParaRPr lang="de-DE"/>
              </a:p>
            </p:txBody>
          </p:sp>
        </p:grpSp>
        <p:sp>
          <p:nvSpPr>
            <p:cNvPr id="34" name="Freihandform 33">
              <a:extLst>
                <a:ext uri="{FF2B5EF4-FFF2-40B4-BE49-F238E27FC236}">
                  <a16:creationId xmlns:a16="http://schemas.microsoft.com/office/drawing/2014/main" id="{3536AE46-4A1E-8EC7-41F4-3E6697EBB59C}"/>
                </a:ext>
              </a:extLst>
            </p:cNvPr>
            <p:cNvSpPr/>
            <p:nvPr/>
          </p:nvSpPr>
          <p:spPr>
            <a:xfrm>
              <a:off x="4892311" y="1627525"/>
              <a:ext cx="416634" cy="416634"/>
            </a:xfrm>
            <a:custGeom>
              <a:avLst/>
              <a:gdLst>
                <a:gd name="connsiteX0" fmla="*/ 1403499 w 2806997"/>
                <a:gd name="connsiteY0" fmla="*/ 2806997 h 2806997"/>
                <a:gd name="connsiteX1" fmla="*/ 0 w 2806997"/>
                <a:gd name="connsiteY1" fmla="*/ 1403499 h 2806997"/>
                <a:gd name="connsiteX2" fmla="*/ 1403499 w 2806997"/>
                <a:gd name="connsiteY2" fmla="*/ 0 h 2806997"/>
                <a:gd name="connsiteX3" fmla="*/ 2806997 w 2806997"/>
                <a:gd name="connsiteY3" fmla="*/ 1403499 h 2806997"/>
                <a:gd name="connsiteX4" fmla="*/ 1403499 w 2806997"/>
                <a:gd name="connsiteY4" fmla="*/ 2806997 h 2806997"/>
                <a:gd name="connsiteX5" fmla="*/ 1403499 w 2806997"/>
                <a:gd name="connsiteY5" fmla="*/ 113797 h 2806997"/>
                <a:gd name="connsiteX6" fmla="*/ 113797 w 2806997"/>
                <a:gd name="connsiteY6" fmla="*/ 1403499 h 2806997"/>
                <a:gd name="connsiteX7" fmla="*/ 1403499 w 2806997"/>
                <a:gd name="connsiteY7" fmla="*/ 2693200 h 2806997"/>
                <a:gd name="connsiteX8" fmla="*/ 2693200 w 2806997"/>
                <a:gd name="connsiteY8" fmla="*/ 1403499 h 2806997"/>
                <a:gd name="connsiteX9" fmla="*/ 1403499 w 2806997"/>
                <a:gd name="connsiteY9" fmla="*/ 113797 h 2806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6997" h="2806997">
                  <a:moveTo>
                    <a:pt x="1403499" y="2806997"/>
                  </a:moveTo>
                  <a:cubicBezTo>
                    <a:pt x="629602" y="2806997"/>
                    <a:pt x="0" y="2177395"/>
                    <a:pt x="0" y="1403499"/>
                  </a:cubicBezTo>
                  <a:cubicBezTo>
                    <a:pt x="0" y="629602"/>
                    <a:pt x="629602" y="0"/>
                    <a:pt x="1403499" y="0"/>
                  </a:cubicBezTo>
                  <a:cubicBezTo>
                    <a:pt x="2177395" y="0"/>
                    <a:pt x="2806997" y="629602"/>
                    <a:pt x="2806997" y="1403499"/>
                  </a:cubicBezTo>
                  <a:cubicBezTo>
                    <a:pt x="2806997" y="2177395"/>
                    <a:pt x="2177357" y="2806997"/>
                    <a:pt x="1403499" y="2806997"/>
                  </a:cubicBezTo>
                  <a:close/>
                  <a:moveTo>
                    <a:pt x="1403499" y="113797"/>
                  </a:moveTo>
                  <a:cubicBezTo>
                    <a:pt x="692342" y="113797"/>
                    <a:pt x="113797" y="692342"/>
                    <a:pt x="113797" y="1403499"/>
                  </a:cubicBezTo>
                  <a:cubicBezTo>
                    <a:pt x="113797" y="2114655"/>
                    <a:pt x="692342" y="2693200"/>
                    <a:pt x="1403499" y="2693200"/>
                  </a:cubicBezTo>
                  <a:cubicBezTo>
                    <a:pt x="2114655" y="2693200"/>
                    <a:pt x="2693200" y="2114655"/>
                    <a:pt x="2693200" y="1403499"/>
                  </a:cubicBezTo>
                  <a:cubicBezTo>
                    <a:pt x="2693200" y="692342"/>
                    <a:pt x="2114655" y="113797"/>
                    <a:pt x="1403499" y="113797"/>
                  </a:cubicBezTo>
                  <a:close/>
                </a:path>
              </a:pathLst>
            </a:custGeom>
            <a:solidFill>
              <a:schemeClr val="bg1"/>
            </a:solidFill>
            <a:ln w="0" cap="flat">
              <a:noFill/>
              <a:prstDash val="solid"/>
              <a:miter/>
            </a:ln>
          </p:spPr>
          <p:txBody>
            <a:bodyPr rtlCol="0" anchor="ctr"/>
            <a:lstStyle/>
            <a:p>
              <a:endParaRPr lang="de-DE"/>
            </a:p>
          </p:txBody>
        </p:sp>
      </p:grpSp>
      <p:grpSp>
        <p:nvGrpSpPr>
          <p:cNvPr id="40" name="Gruppieren 39">
            <a:extLst>
              <a:ext uri="{FF2B5EF4-FFF2-40B4-BE49-F238E27FC236}">
                <a16:creationId xmlns:a16="http://schemas.microsoft.com/office/drawing/2014/main" id="{C2A10A48-BEBE-2965-889B-179EA8967AF5}"/>
              </a:ext>
            </a:extLst>
          </p:cNvPr>
          <p:cNvGrpSpPr/>
          <p:nvPr/>
        </p:nvGrpSpPr>
        <p:grpSpPr>
          <a:xfrm>
            <a:off x="9116154" y="2035643"/>
            <a:ext cx="416634" cy="416634"/>
            <a:chOff x="4097832" y="1627525"/>
            <a:chExt cx="416634" cy="416634"/>
          </a:xfrm>
        </p:grpSpPr>
        <p:sp>
          <p:nvSpPr>
            <p:cNvPr id="39" name="Freihandform 38">
              <a:extLst>
                <a:ext uri="{FF2B5EF4-FFF2-40B4-BE49-F238E27FC236}">
                  <a16:creationId xmlns:a16="http://schemas.microsoft.com/office/drawing/2014/main" id="{4E265488-C8B6-AB79-CE76-1D355D79825B}"/>
                </a:ext>
              </a:extLst>
            </p:cNvPr>
            <p:cNvSpPr/>
            <p:nvPr/>
          </p:nvSpPr>
          <p:spPr>
            <a:xfrm>
              <a:off x="4097832" y="1627525"/>
              <a:ext cx="416634" cy="416634"/>
            </a:xfrm>
            <a:custGeom>
              <a:avLst/>
              <a:gdLst>
                <a:gd name="connsiteX0" fmla="*/ 1403499 w 2806997"/>
                <a:gd name="connsiteY0" fmla="*/ 2806997 h 2806997"/>
                <a:gd name="connsiteX1" fmla="*/ 0 w 2806997"/>
                <a:gd name="connsiteY1" fmla="*/ 1403499 h 2806997"/>
                <a:gd name="connsiteX2" fmla="*/ 1403499 w 2806997"/>
                <a:gd name="connsiteY2" fmla="*/ 0 h 2806997"/>
                <a:gd name="connsiteX3" fmla="*/ 2806997 w 2806997"/>
                <a:gd name="connsiteY3" fmla="*/ 1403499 h 2806997"/>
                <a:gd name="connsiteX4" fmla="*/ 1403499 w 2806997"/>
                <a:gd name="connsiteY4" fmla="*/ 2806997 h 2806997"/>
                <a:gd name="connsiteX5" fmla="*/ 1403499 w 2806997"/>
                <a:gd name="connsiteY5" fmla="*/ 113797 h 2806997"/>
                <a:gd name="connsiteX6" fmla="*/ 113797 w 2806997"/>
                <a:gd name="connsiteY6" fmla="*/ 1403499 h 2806997"/>
                <a:gd name="connsiteX7" fmla="*/ 1403499 w 2806997"/>
                <a:gd name="connsiteY7" fmla="*/ 2693200 h 2806997"/>
                <a:gd name="connsiteX8" fmla="*/ 2693200 w 2806997"/>
                <a:gd name="connsiteY8" fmla="*/ 1403499 h 2806997"/>
                <a:gd name="connsiteX9" fmla="*/ 1403499 w 2806997"/>
                <a:gd name="connsiteY9" fmla="*/ 113797 h 2806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6997" h="2806997">
                  <a:moveTo>
                    <a:pt x="1403499" y="2806997"/>
                  </a:moveTo>
                  <a:cubicBezTo>
                    <a:pt x="629602" y="2806997"/>
                    <a:pt x="0" y="2177395"/>
                    <a:pt x="0" y="1403499"/>
                  </a:cubicBezTo>
                  <a:cubicBezTo>
                    <a:pt x="0" y="629602"/>
                    <a:pt x="629602" y="0"/>
                    <a:pt x="1403499" y="0"/>
                  </a:cubicBezTo>
                  <a:cubicBezTo>
                    <a:pt x="2177395" y="0"/>
                    <a:pt x="2806997" y="629602"/>
                    <a:pt x="2806997" y="1403499"/>
                  </a:cubicBezTo>
                  <a:cubicBezTo>
                    <a:pt x="2806997" y="2177395"/>
                    <a:pt x="2177357" y="2806997"/>
                    <a:pt x="1403499" y="2806997"/>
                  </a:cubicBezTo>
                  <a:close/>
                  <a:moveTo>
                    <a:pt x="1403499" y="113797"/>
                  </a:moveTo>
                  <a:cubicBezTo>
                    <a:pt x="692342" y="113797"/>
                    <a:pt x="113797" y="692342"/>
                    <a:pt x="113797" y="1403499"/>
                  </a:cubicBezTo>
                  <a:cubicBezTo>
                    <a:pt x="113797" y="2114655"/>
                    <a:pt x="692342" y="2693200"/>
                    <a:pt x="1403499" y="2693200"/>
                  </a:cubicBezTo>
                  <a:cubicBezTo>
                    <a:pt x="2114655" y="2693200"/>
                    <a:pt x="2693200" y="2114655"/>
                    <a:pt x="2693200" y="1403499"/>
                  </a:cubicBezTo>
                  <a:cubicBezTo>
                    <a:pt x="2693200" y="692342"/>
                    <a:pt x="2114655" y="113797"/>
                    <a:pt x="1403499" y="113797"/>
                  </a:cubicBezTo>
                  <a:close/>
                </a:path>
              </a:pathLst>
            </a:custGeom>
            <a:solidFill>
              <a:schemeClr val="bg1"/>
            </a:solidFill>
            <a:ln w="0" cap="flat">
              <a:noFill/>
              <a:prstDash val="solid"/>
              <a:miter/>
            </a:ln>
          </p:spPr>
          <p:txBody>
            <a:bodyPr rtlCol="0" anchor="ctr"/>
            <a:lstStyle/>
            <a:p>
              <a:endParaRPr lang="de-DE"/>
            </a:p>
          </p:txBody>
        </p:sp>
        <p:sp>
          <p:nvSpPr>
            <p:cNvPr id="31" name="Freihandform 30">
              <a:extLst>
                <a:ext uri="{FF2B5EF4-FFF2-40B4-BE49-F238E27FC236}">
                  <a16:creationId xmlns:a16="http://schemas.microsoft.com/office/drawing/2014/main" id="{6D941B81-F32C-2489-DE24-7761FFB9F9E1}"/>
                </a:ext>
              </a:extLst>
            </p:cNvPr>
            <p:cNvSpPr/>
            <p:nvPr/>
          </p:nvSpPr>
          <p:spPr>
            <a:xfrm>
              <a:off x="4161513" y="1723203"/>
              <a:ext cx="264642" cy="229840"/>
            </a:xfrm>
            <a:custGeom>
              <a:avLst/>
              <a:gdLst>
                <a:gd name="connsiteX0" fmla="*/ 2453614 w 2453635"/>
                <a:gd name="connsiteY0" fmla="*/ 1061645 h 2130966"/>
                <a:gd name="connsiteX1" fmla="*/ 2451826 w 2453635"/>
                <a:gd name="connsiteY1" fmla="*/ 1053276 h 2130966"/>
                <a:gd name="connsiteX2" fmla="*/ 1847293 w 2453635"/>
                <a:gd name="connsiteY2" fmla="*/ 237789 h 2130966"/>
                <a:gd name="connsiteX3" fmla="*/ 1419448 w 2453635"/>
                <a:gd name="connsiteY3" fmla="*/ 38424 h 2130966"/>
                <a:gd name="connsiteX4" fmla="*/ 1618813 w 2453635"/>
                <a:gd name="connsiteY4" fmla="*/ 466269 h 2130966"/>
                <a:gd name="connsiteX5" fmla="*/ 2301747 w 2453635"/>
                <a:gd name="connsiteY5" fmla="*/ 997336 h 2130966"/>
                <a:gd name="connsiteX6" fmla="*/ 726427 w 2453635"/>
                <a:gd name="connsiteY6" fmla="*/ 883240 h 2130966"/>
                <a:gd name="connsiteX7" fmla="*/ 0 w 2453635"/>
                <a:gd name="connsiteY7" fmla="*/ 1058498 h 2130966"/>
                <a:gd name="connsiteX8" fmla="*/ 727000 w 2453635"/>
                <a:gd name="connsiteY8" fmla="*/ 1236760 h 2130966"/>
                <a:gd name="connsiteX9" fmla="*/ 2302034 w 2453635"/>
                <a:gd name="connsiteY9" fmla="*/ 1127600 h 2130966"/>
                <a:gd name="connsiteX10" fmla="*/ 1614593 w 2453635"/>
                <a:gd name="connsiteY10" fmla="*/ 1664247 h 2130966"/>
                <a:gd name="connsiteX11" fmla="*/ 1412438 w 2453635"/>
                <a:gd name="connsiteY11" fmla="*/ 2093164 h 2130966"/>
                <a:gd name="connsiteX12" fmla="*/ 1841355 w 2453635"/>
                <a:gd name="connsiteY12" fmla="*/ 1891010 h 2130966"/>
                <a:gd name="connsiteX13" fmla="*/ 2451611 w 2453635"/>
                <a:gd name="connsiteY13" fmla="*/ 1071159 h 2130966"/>
                <a:gd name="connsiteX14" fmla="*/ 2453543 w 2453635"/>
                <a:gd name="connsiteY14" fmla="*/ 1061645 h 2130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53635" h="2130966">
                  <a:moveTo>
                    <a:pt x="2453614" y="1061645"/>
                  </a:moveTo>
                  <a:cubicBezTo>
                    <a:pt x="2453757" y="1058784"/>
                    <a:pt x="2453185" y="1055851"/>
                    <a:pt x="2451826" y="1053276"/>
                  </a:cubicBezTo>
                  <a:cubicBezTo>
                    <a:pt x="2293879" y="751689"/>
                    <a:pt x="2089936" y="476569"/>
                    <a:pt x="1847293" y="237789"/>
                  </a:cubicBezTo>
                  <a:cubicBezTo>
                    <a:pt x="1633764" y="24260"/>
                    <a:pt x="1512156" y="-54355"/>
                    <a:pt x="1419448" y="38424"/>
                  </a:cubicBezTo>
                  <a:cubicBezTo>
                    <a:pt x="1326740" y="131204"/>
                    <a:pt x="1405213" y="252668"/>
                    <a:pt x="1618813" y="466269"/>
                  </a:cubicBezTo>
                  <a:cubicBezTo>
                    <a:pt x="1822256" y="672358"/>
                    <a:pt x="2051808" y="850906"/>
                    <a:pt x="2301747" y="997336"/>
                  </a:cubicBezTo>
                  <a:cubicBezTo>
                    <a:pt x="1781052" y="912783"/>
                    <a:pt x="1253847" y="874656"/>
                    <a:pt x="726427" y="883240"/>
                  </a:cubicBezTo>
                  <a:cubicBezTo>
                    <a:pt x="231699" y="882310"/>
                    <a:pt x="-286" y="914858"/>
                    <a:pt x="0" y="1058498"/>
                  </a:cubicBezTo>
                  <a:cubicBezTo>
                    <a:pt x="286" y="1202138"/>
                    <a:pt x="232271" y="1235759"/>
                    <a:pt x="727000" y="1236760"/>
                  </a:cubicBezTo>
                  <a:cubicBezTo>
                    <a:pt x="1254205" y="1247061"/>
                    <a:pt x="1781267" y="1210507"/>
                    <a:pt x="2302034" y="1127600"/>
                  </a:cubicBezTo>
                  <a:cubicBezTo>
                    <a:pt x="2050663" y="1276033"/>
                    <a:pt x="1819609" y="1456441"/>
                    <a:pt x="1614593" y="1664247"/>
                  </a:cubicBezTo>
                  <a:cubicBezTo>
                    <a:pt x="1399776" y="1879063"/>
                    <a:pt x="1320374" y="2001100"/>
                    <a:pt x="1412438" y="2093164"/>
                  </a:cubicBezTo>
                  <a:cubicBezTo>
                    <a:pt x="1504502" y="2185229"/>
                    <a:pt x="1626539" y="2105826"/>
                    <a:pt x="1841355" y="1891010"/>
                  </a:cubicBezTo>
                  <a:cubicBezTo>
                    <a:pt x="2085643" y="1650656"/>
                    <a:pt x="2291447" y="1374106"/>
                    <a:pt x="2451611" y="1071159"/>
                  </a:cubicBezTo>
                  <a:cubicBezTo>
                    <a:pt x="2453185" y="1068298"/>
                    <a:pt x="2453900" y="1064936"/>
                    <a:pt x="2453543" y="1061645"/>
                  </a:cubicBezTo>
                </a:path>
              </a:pathLst>
            </a:custGeom>
            <a:solidFill>
              <a:schemeClr val="bg1"/>
            </a:solidFill>
            <a:ln w="0" cap="flat">
              <a:noFill/>
              <a:prstDash val="solid"/>
              <a:miter/>
            </a:ln>
          </p:spPr>
          <p:txBody>
            <a:bodyPr rtlCol="0" anchor="ctr"/>
            <a:lstStyle/>
            <a:p>
              <a:endParaRPr lang="de-DE" dirty="0">
                <a:latin typeface="BarmeniaGothaer Offc" panose="020B0503020204020204" pitchFamily="34" charset="0"/>
              </a:endParaRPr>
            </a:p>
          </p:txBody>
        </p:sp>
      </p:grpSp>
      <p:sp>
        <p:nvSpPr>
          <p:cNvPr id="10" name="Datumsplatzhalter 9">
            <a:extLst>
              <a:ext uri="{FF2B5EF4-FFF2-40B4-BE49-F238E27FC236}">
                <a16:creationId xmlns:a16="http://schemas.microsoft.com/office/drawing/2014/main" id="{9F3DD260-9849-CB4E-CE89-DBDFC0B32352}"/>
              </a:ext>
            </a:extLst>
          </p:cNvPr>
          <p:cNvSpPr>
            <a:spLocks noGrp="1"/>
          </p:cNvSpPr>
          <p:nvPr>
            <p:ph type="dt" sz="half" idx="10"/>
          </p:nvPr>
        </p:nvSpPr>
        <p:spPr/>
        <p:txBody>
          <a:bodyPr/>
          <a:lstStyle/>
          <a:p>
            <a:fld id="{26503CA1-EFAC-864F-A651-1174B733978D}" type="datetime1">
              <a:rPr lang="de-DE"/>
              <a:t>22.06.2026</a:t>
            </a:fld>
            <a:endParaRPr lang="de-DE"/>
          </a:p>
        </p:txBody>
      </p:sp>
      <p:grpSp>
        <p:nvGrpSpPr>
          <p:cNvPr id="8" name="Gruppieren 7">
            <a:extLst>
              <a:ext uri="{FF2B5EF4-FFF2-40B4-BE49-F238E27FC236}">
                <a16:creationId xmlns:a16="http://schemas.microsoft.com/office/drawing/2014/main" id="{CC813815-A131-49A1-17AB-B41AA767E68D}"/>
              </a:ext>
            </a:extLst>
          </p:cNvPr>
          <p:cNvGrpSpPr/>
          <p:nvPr/>
        </p:nvGrpSpPr>
        <p:grpSpPr>
          <a:xfrm>
            <a:off x="4772701" y="1843926"/>
            <a:ext cx="3114531" cy="4106024"/>
            <a:chOff x="4772701" y="1843926"/>
            <a:chExt cx="3114531" cy="4106024"/>
          </a:xfrm>
        </p:grpSpPr>
        <p:sp>
          <p:nvSpPr>
            <p:cNvPr id="6" name="Textplatzhalter 31">
              <a:extLst>
                <a:ext uri="{FF2B5EF4-FFF2-40B4-BE49-F238E27FC236}">
                  <a16:creationId xmlns:a16="http://schemas.microsoft.com/office/drawing/2014/main" id="{FAB3CCB4-FB9C-DDB7-FDAE-F426CADB9A73}"/>
                </a:ext>
              </a:extLst>
            </p:cNvPr>
            <p:cNvSpPr txBox="1">
              <a:spLocks/>
            </p:cNvSpPr>
            <p:nvPr/>
          </p:nvSpPr>
          <p:spPr>
            <a:xfrm>
              <a:off x="4772701" y="1843926"/>
              <a:ext cx="3114530" cy="606666"/>
            </a:xfrm>
            <a:prstGeom prst="round2SameRect">
              <a:avLst>
                <a:gd name="adj1" fmla="val 6620"/>
                <a:gd name="adj2" fmla="val 0"/>
              </a:avLst>
            </a:prstGeom>
            <a:solidFill>
              <a:schemeClr val="accent4"/>
            </a:solidFill>
          </p:spPr>
          <p:txBody>
            <a:bodyPr lIns="251999" rIns="251999"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sz="1600" dirty="0">
                  <a:latin typeface="BarmeniaGothaer Offc Medium" panose="020B0603020204020204" pitchFamily="34" charset="0"/>
                </a:rPr>
                <a:t>Prozess Schritt 1</a:t>
              </a:r>
            </a:p>
          </p:txBody>
        </p:sp>
        <p:sp>
          <p:nvSpPr>
            <p:cNvPr id="7" name="Textplatzhalter 12">
              <a:extLst>
                <a:ext uri="{FF2B5EF4-FFF2-40B4-BE49-F238E27FC236}">
                  <a16:creationId xmlns:a16="http://schemas.microsoft.com/office/drawing/2014/main" id="{C29A1633-CDA0-BA39-AABC-2B61772B4AF1}"/>
                </a:ext>
              </a:extLst>
            </p:cNvPr>
            <p:cNvSpPr txBox="1">
              <a:spLocks/>
            </p:cNvSpPr>
            <p:nvPr/>
          </p:nvSpPr>
          <p:spPr>
            <a:xfrm>
              <a:off x="4772702" y="2450592"/>
              <a:ext cx="3114530" cy="3499358"/>
            </a:xfrm>
            <a:prstGeom prst="round2SameRect">
              <a:avLst>
                <a:gd name="adj1" fmla="val 0"/>
                <a:gd name="adj2" fmla="val 1358"/>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 et </a:t>
              </a:r>
              <a:r>
                <a:rPr lang="de-DE" dirty="0" err="1">
                  <a:latin typeface="BarmeniaGothaer Offc" panose="020B0503020204020204" pitchFamily="34" charset="0"/>
                </a:rPr>
                <a:t>dolore</a:t>
              </a:r>
              <a:r>
                <a:rPr lang="de-DE" dirty="0">
                  <a:latin typeface="BarmeniaGothaer Offc" panose="020B0503020204020204" pitchFamily="34" charset="0"/>
                </a:rPr>
                <a:t> </a:t>
              </a:r>
              <a:r>
                <a:rPr lang="de-DE" dirty="0" err="1">
                  <a:latin typeface="BarmeniaGothaer Offc" panose="020B0503020204020204" pitchFamily="34" charset="0"/>
                </a:rPr>
                <a:t>aliquyam</a:t>
              </a:r>
              <a:r>
                <a:rPr lang="de-DE" dirty="0">
                  <a:latin typeface="BarmeniaGothaer Offc" panose="020B0503020204020204" pitchFamily="34" charset="0"/>
                </a:rPr>
                <a:t> erat. </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 </a:t>
              </a:r>
              <a:r>
                <a:rPr lang="de-DE" dirty="0" err="1">
                  <a:latin typeface="BarmeniaGothaer Offc" panose="020B0503020204020204" pitchFamily="34" charset="0"/>
                </a:rPr>
                <a:t>no</a:t>
              </a:r>
              <a:r>
                <a:rPr lang="de-DE" dirty="0">
                  <a:latin typeface="BarmeniaGothaer Offc" panose="020B0503020204020204" pitchFamily="34" charset="0"/>
                </a:rPr>
                <a:t> </a:t>
              </a:r>
              <a:r>
                <a:rPr lang="de-DE" dirty="0" err="1">
                  <a:latin typeface="BarmeniaGothaer Offc" panose="020B0503020204020204" pitchFamily="34" charset="0"/>
                </a:rPr>
                <a:t>sea</a:t>
              </a:r>
              <a:r>
                <a:rPr lang="de-DE" dirty="0">
                  <a:latin typeface="BarmeniaGothaer Offc" panose="020B0503020204020204" pitchFamily="34" charset="0"/>
                </a:rPr>
                <a:t> </a:t>
              </a:r>
              <a:r>
                <a:rPr lang="de-DE" dirty="0" err="1">
                  <a:latin typeface="BarmeniaGothaer Offc" panose="020B0503020204020204" pitchFamily="34" charset="0"/>
                </a:rPr>
                <a:t>takimata</a:t>
              </a:r>
              <a:r>
                <a:rPr lang="de-DE" dirty="0">
                  <a:latin typeface="BarmeniaGothaer Offc" panose="020B0503020204020204" pitchFamily="34" charset="0"/>
                </a:rPr>
                <a:t> sanctus.</a:t>
              </a:r>
            </a:p>
          </p:txBody>
        </p:sp>
      </p:grpSp>
      <p:grpSp>
        <p:nvGrpSpPr>
          <p:cNvPr id="3" name="Gruppieren 2">
            <a:extLst>
              <a:ext uri="{FF2B5EF4-FFF2-40B4-BE49-F238E27FC236}">
                <a16:creationId xmlns:a16="http://schemas.microsoft.com/office/drawing/2014/main" id="{C40B4361-57D2-E085-7952-CA5465345878}"/>
              </a:ext>
            </a:extLst>
          </p:cNvPr>
          <p:cNvGrpSpPr/>
          <p:nvPr/>
        </p:nvGrpSpPr>
        <p:grpSpPr>
          <a:xfrm>
            <a:off x="479424" y="1843926"/>
            <a:ext cx="3574800" cy="4106024"/>
            <a:chOff x="479424" y="1843926"/>
            <a:chExt cx="3574800" cy="4106024"/>
          </a:xfrm>
        </p:grpSpPr>
        <p:sp>
          <p:nvSpPr>
            <p:cNvPr id="13" name="Textplatzhalter 31">
              <a:extLst>
                <a:ext uri="{FF2B5EF4-FFF2-40B4-BE49-F238E27FC236}">
                  <a16:creationId xmlns:a16="http://schemas.microsoft.com/office/drawing/2014/main" id="{1561F43D-4DC8-18C4-9B49-F0E716B8F624}"/>
                </a:ext>
              </a:extLst>
            </p:cNvPr>
            <p:cNvSpPr txBox="1">
              <a:spLocks/>
            </p:cNvSpPr>
            <p:nvPr/>
          </p:nvSpPr>
          <p:spPr>
            <a:xfrm>
              <a:off x="479425" y="1843926"/>
              <a:ext cx="3574798" cy="479706"/>
            </a:xfrm>
            <a:prstGeom prst="round2SameRect">
              <a:avLst>
                <a:gd name="adj1" fmla="val 7958"/>
                <a:gd name="adj2" fmla="val 0"/>
              </a:avLst>
            </a:prstGeom>
            <a:blipFill dpi="0" rotWithShape="0">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a:tile tx="158750" ty="0" sx="70000" sy="70000" flip="none" algn="tl"/>
            </a:blipFill>
          </p:spPr>
          <p:txBody>
            <a:bodyPr lIns="503998" anchor="ct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0"/>
                </a:spcBef>
                <a:spcAft>
                  <a:spcPts val="0"/>
                </a:spcAft>
              </a:pPr>
              <a:r>
                <a:rPr lang="de-DE" dirty="0">
                  <a:latin typeface="BarmeniaGothaer Offc Medium" panose="020B0603020204020204" pitchFamily="34" charset="0"/>
                </a:rPr>
                <a:t>Mastertextformat bearbeiten</a:t>
              </a:r>
            </a:p>
          </p:txBody>
        </p:sp>
        <p:sp>
          <p:nvSpPr>
            <p:cNvPr id="14" name="Textplatzhalter 12">
              <a:extLst>
                <a:ext uri="{FF2B5EF4-FFF2-40B4-BE49-F238E27FC236}">
                  <a16:creationId xmlns:a16="http://schemas.microsoft.com/office/drawing/2014/main" id="{1BE0C25A-22D6-F7B0-EF4A-99954607A684}"/>
                </a:ext>
              </a:extLst>
            </p:cNvPr>
            <p:cNvSpPr txBox="1">
              <a:spLocks/>
            </p:cNvSpPr>
            <p:nvPr/>
          </p:nvSpPr>
          <p:spPr>
            <a:xfrm>
              <a:off x="479424" y="2323632"/>
              <a:ext cx="3574800" cy="3626318"/>
            </a:xfrm>
            <a:prstGeom prst="round2SameRect">
              <a:avLst>
                <a:gd name="adj1" fmla="val 0"/>
                <a:gd name="adj2" fmla="val 1154"/>
              </a:avLst>
            </a:prstGeom>
            <a:solidFill>
              <a:schemeClr val="tx1"/>
            </a:solidFill>
          </p:spPr>
          <p:txBody>
            <a:bodyPr vert="horz" lIns="251999" tIns="251999" rIns="251999" bIns="251999"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a:t>
              </a:r>
            </a:p>
            <a:p>
              <a:pPr lvl="1"/>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3"/>
              <a:r>
                <a:rPr lang="de-DE" dirty="0" err="1">
                  <a:latin typeface="BarmeniaGothaer Offc Medium" panose="020B0603020204020204" pitchFamily="34" charset="0"/>
                </a:rPr>
                <a:t>Lorem</a:t>
              </a:r>
              <a:r>
                <a:rPr lang="de-DE" dirty="0">
                  <a:latin typeface="BarmeniaGothaer Offc Medium" panose="020B0603020204020204" pitchFamily="34" charset="0"/>
                </a:rPr>
                <a:t> </a:t>
              </a:r>
              <a:r>
                <a:rPr lang="de-DE" dirty="0" err="1">
                  <a:latin typeface="BarmeniaGothaer Offc Medium" panose="020B0603020204020204" pitchFamily="34" charset="0"/>
                </a:rPr>
                <a:t>ipsum</a:t>
              </a:r>
              <a:r>
                <a:rPr lang="de-DE" dirty="0">
                  <a:latin typeface="BarmeniaGothaer Offc Medium" panose="020B0603020204020204" pitchFamily="34" charset="0"/>
                </a:rPr>
                <a:t> </a:t>
              </a:r>
              <a:r>
                <a:rPr lang="de-DE" dirty="0" err="1">
                  <a:latin typeface="BarmeniaGothaer Offc Medium" panose="020B0603020204020204" pitchFamily="34" charset="0"/>
                </a:rPr>
                <a:t>dolor</a:t>
              </a:r>
              <a:endParaRPr lang="de-DE" dirty="0">
                <a:latin typeface="BarmeniaGothaer Offc Medium" panose="020B0603020204020204" pitchFamily="34" charset="0"/>
              </a:endParaRPr>
            </a:p>
            <a:p>
              <a:pPr lvl="1"/>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ipsum</a:t>
              </a:r>
              <a:r>
                <a:rPr lang="de-DE" dirty="0">
                  <a:latin typeface="BarmeniaGothaer Offc" panose="020B0503020204020204" pitchFamily="34" charset="0"/>
                </a:rPr>
                <a:t> </a:t>
              </a:r>
              <a:r>
                <a:rPr lang="de-DE" dirty="0" err="1">
                  <a:latin typeface="BarmeniaGothaer Offc" panose="020B0503020204020204" pitchFamily="34" charset="0"/>
                </a:rPr>
                <a:t>dolor</a:t>
              </a:r>
              <a:r>
                <a:rPr lang="de-DE" dirty="0">
                  <a:latin typeface="BarmeniaGothaer Offc" panose="020B0503020204020204" pitchFamily="34" charset="0"/>
                </a:rPr>
                <a:t> </a:t>
              </a:r>
              <a:r>
                <a:rPr lang="de-DE" dirty="0" err="1">
                  <a:latin typeface="BarmeniaGothaer Offc" panose="020B0503020204020204" pitchFamily="34" charset="0"/>
                </a:rPr>
                <a:t>sit</a:t>
              </a:r>
              <a:r>
                <a:rPr lang="de-DE" dirty="0">
                  <a:latin typeface="BarmeniaGothaer Offc" panose="020B0503020204020204" pitchFamily="34" charset="0"/>
                </a:rPr>
                <a:t> </a:t>
              </a:r>
              <a:r>
                <a:rPr lang="de-DE" dirty="0" err="1">
                  <a:latin typeface="BarmeniaGothaer Offc" panose="020B0503020204020204" pitchFamily="34" charset="0"/>
                </a:rPr>
                <a:t>amet</a:t>
              </a:r>
              <a:r>
                <a:rPr lang="de-DE" dirty="0">
                  <a:latin typeface="BarmeniaGothaer Offc" panose="020B0503020204020204" pitchFamily="34" charset="0"/>
                </a:rPr>
                <a:t>, </a:t>
              </a:r>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a:t>
              </a:r>
            </a:p>
          </p:txBody>
        </p:sp>
      </p:grpSp>
      <p:grpSp>
        <p:nvGrpSpPr>
          <p:cNvPr id="9" name="Gruppieren 8">
            <a:extLst>
              <a:ext uri="{FF2B5EF4-FFF2-40B4-BE49-F238E27FC236}">
                <a16:creationId xmlns:a16="http://schemas.microsoft.com/office/drawing/2014/main" id="{2AABE3A8-500C-75F1-928C-1DEAFB2897A2}"/>
              </a:ext>
            </a:extLst>
          </p:cNvPr>
          <p:cNvGrpSpPr/>
          <p:nvPr/>
        </p:nvGrpSpPr>
        <p:grpSpPr>
          <a:xfrm>
            <a:off x="9110296" y="3576402"/>
            <a:ext cx="416634" cy="416634"/>
            <a:chOff x="5842000" y="3175000"/>
            <a:chExt cx="3862832" cy="3862832"/>
          </a:xfrm>
        </p:grpSpPr>
        <p:sp>
          <p:nvSpPr>
            <p:cNvPr id="11" name="Freihandform 10">
              <a:extLst>
                <a:ext uri="{FF2B5EF4-FFF2-40B4-BE49-F238E27FC236}">
                  <a16:creationId xmlns:a16="http://schemas.microsoft.com/office/drawing/2014/main" id="{25D02979-8158-FFDB-BC9C-31389861EA6A}"/>
                </a:ext>
              </a:extLst>
            </p:cNvPr>
            <p:cNvSpPr/>
            <p:nvPr/>
          </p:nvSpPr>
          <p:spPr>
            <a:xfrm>
              <a:off x="5842000" y="3175000"/>
              <a:ext cx="3862832" cy="3862832"/>
            </a:xfrm>
            <a:custGeom>
              <a:avLst/>
              <a:gdLst>
                <a:gd name="connsiteX0" fmla="*/ 3862832 w 3862832"/>
                <a:gd name="connsiteY0" fmla="*/ 1931416 h 3862832"/>
                <a:gd name="connsiteX1" fmla="*/ 1931416 w 3862832"/>
                <a:gd name="connsiteY1" fmla="*/ 3862832 h 3862832"/>
                <a:gd name="connsiteX2" fmla="*/ 0 w 3862832"/>
                <a:gd name="connsiteY2" fmla="*/ 1931416 h 3862832"/>
                <a:gd name="connsiteX3" fmla="*/ 1931416 w 3862832"/>
                <a:gd name="connsiteY3" fmla="*/ 0 h 3862832"/>
                <a:gd name="connsiteX4" fmla="*/ 3862832 w 3862832"/>
                <a:gd name="connsiteY4" fmla="*/ 1931416 h 3862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2832" h="3862832">
                  <a:moveTo>
                    <a:pt x="3862832" y="1931416"/>
                  </a:moveTo>
                  <a:cubicBezTo>
                    <a:pt x="3862832" y="2998108"/>
                    <a:pt x="2998108" y="3862832"/>
                    <a:pt x="1931416" y="3862832"/>
                  </a:cubicBezTo>
                  <a:cubicBezTo>
                    <a:pt x="864724" y="3862832"/>
                    <a:pt x="0" y="2998108"/>
                    <a:pt x="0" y="1931416"/>
                  </a:cubicBezTo>
                  <a:cubicBezTo>
                    <a:pt x="0" y="864724"/>
                    <a:pt x="864724" y="0"/>
                    <a:pt x="1931416" y="0"/>
                  </a:cubicBezTo>
                  <a:cubicBezTo>
                    <a:pt x="2998108" y="0"/>
                    <a:pt x="3862832" y="864724"/>
                    <a:pt x="3862832" y="1931416"/>
                  </a:cubicBezTo>
                  <a:close/>
                </a:path>
              </a:pathLst>
            </a:custGeom>
            <a:noFill/>
            <a:ln w="15875" cap="flat">
              <a:solidFill>
                <a:schemeClr val="accent4"/>
              </a:solidFill>
              <a:prstDash val="solid"/>
              <a:miter/>
            </a:ln>
          </p:spPr>
          <p:txBody>
            <a:bodyPr rtlCol="0" anchor="ctr"/>
            <a:lstStyle/>
            <a:p>
              <a:endParaRPr lang="de-DE" dirty="0"/>
            </a:p>
          </p:txBody>
        </p:sp>
        <p:sp>
          <p:nvSpPr>
            <p:cNvPr id="12" name="Freihandform 11">
              <a:extLst>
                <a:ext uri="{FF2B5EF4-FFF2-40B4-BE49-F238E27FC236}">
                  <a16:creationId xmlns:a16="http://schemas.microsoft.com/office/drawing/2014/main" id="{31D7810A-1DD7-2EBB-3BB4-4152A8CB2D18}"/>
                </a:ext>
              </a:extLst>
            </p:cNvPr>
            <p:cNvSpPr/>
            <p:nvPr/>
          </p:nvSpPr>
          <p:spPr>
            <a:xfrm>
              <a:off x="6486734" y="4062081"/>
              <a:ext cx="2453635" cy="2130966"/>
            </a:xfrm>
            <a:custGeom>
              <a:avLst/>
              <a:gdLst>
                <a:gd name="connsiteX0" fmla="*/ 2453614 w 2453635"/>
                <a:gd name="connsiteY0" fmla="*/ 1061645 h 2130966"/>
                <a:gd name="connsiteX1" fmla="*/ 2451826 w 2453635"/>
                <a:gd name="connsiteY1" fmla="*/ 1053276 h 2130966"/>
                <a:gd name="connsiteX2" fmla="*/ 1847293 w 2453635"/>
                <a:gd name="connsiteY2" fmla="*/ 237789 h 2130966"/>
                <a:gd name="connsiteX3" fmla="*/ 1419448 w 2453635"/>
                <a:gd name="connsiteY3" fmla="*/ 38424 h 2130966"/>
                <a:gd name="connsiteX4" fmla="*/ 1618813 w 2453635"/>
                <a:gd name="connsiteY4" fmla="*/ 466269 h 2130966"/>
                <a:gd name="connsiteX5" fmla="*/ 2301747 w 2453635"/>
                <a:gd name="connsiteY5" fmla="*/ 997336 h 2130966"/>
                <a:gd name="connsiteX6" fmla="*/ 726427 w 2453635"/>
                <a:gd name="connsiteY6" fmla="*/ 883240 h 2130966"/>
                <a:gd name="connsiteX7" fmla="*/ 0 w 2453635"/>
                <a:gd name="connsiteY7" fmla="*/ 1058498 h 2130966"/>
                <a:gd name="connsiteX8" fmla="*/ 727000 w 2453635"/>
                <a:gd name="connsiteY8" fmla="*/ 1236760 h 2130966"/>
                <a:gd name="connsiteX9" fmla="*/ 2302034 w 2453635"/>
                <a:gd name="connsiteY9" fmla="*/ 1127600 h 2130966"/>
                <a:gd name="connsiteX10" fmla="*/ 1614593 w 2453635"/>
                <a:gd name="connsiteY10" fmla="*/ 1664247 h 2130966"/>
                <a:gd name="connsiteX11" fmla="*/ 1412438 w 2453635"/>
                <a:gd name="connsiteY11" fmla="*/ 2093164 h 2130966"/>
                <a:gd name="connsiteX12" fmla="*/ 1841355 w 2453635"/>
                <a:gd name="connsiteY12" fmla="*/ 1891010 h 2130966"/>
                <a:gd name="connsiteX13" fmla="*/ 2451611 w 2453635"/>
                <a:gd name="connsiteY13" fmla="*/ 1071159 h 2130966"/>
                <a:gd name="connsiteX14" fmla="*/ 2453543 w 2453635"/>
                <a:gd name="connsiteY14" fmla="*/ 1061645 h 2130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53635" h="2130966">
                  <a:moveTo>
                    <a:pt x="2453614" y="1061645"/>
                  </a:moveTo>
                  <a:cubicBezTo>
                    <a:pt x="2453757" y="1058784"/>
                    <a:pt x="2453185" y="1055851"/>
                    <a:pt x="2451826" y="1053276"/>
                  </a:cubicBezTo>
                  <a:cubicBezTo>
                    <a:pt x="2293879" y="751689"/>
                    <a:pt x="2089936" y="476569"/>
                    <a:pt x="1847293" y="237789"/>
                  </a:cubicBezTo>
                  <a:cubicBezTo>
                    <a:pt x="1633764" y="24260"/>
                    <a:pt x="1512156" y="-54355"/>
                    <a:pt x="1419448" y="38424"/>
                  </a:cubicBezTo>
                  <a:cubicBezTo>
                    <a:pt x="1326740" y="131204"/>
                    <a:pt x="1405213" y="252668"/>
                    <a:pt x="1618813" y="466269"/>
                  </a:cubicBezTo>
                  <a:cubicBezTo>
                    <a:pt x="1822256" y="672358"/>
                    <a:pt x="2051808" y="850906"/>
                    <a:pt x="2301747" y="997336"/>
                  </a:cubicBezTo>
                  <a:cubicBezTo>
                    <a:pt x="1781052" y="912783"/>
                    <a:pt x="1253847" y="874656"/>
                    <a:pt x="726427" y="883240"/>
                  </a:cubicBezTo>
                  <a:cubicBezTo>
                    <a:pt x="231699" y="882310"/>
                    <a:pt x="-286" y="914858"/>
                    <a:pt x="0" y="1058498"/>
                  </a:cubicBezTo>
                  <a:cubicBezTo>
                    <a:pt x="286" y="1202138"/>
                    <a:pt x="232271" y="1235759"/>
                    <a:pt x="727000" y="1236760"/>
                  </a:cubicBezTo>
                  <a:cubicBezTo>
                    <a:pt x="1254205" y="1247061"/>
                    <a:pt x="1781267" y="1210507"/>
                    <a:pt x="2302034" y="1127600"/>
                  </a:cubicBezTo>
                  <a:cubicBezTo>
                    <a:pt x="2050663" y="1276033"/>
                    <a:pt x="1819609" y="1456441"/>
                    <a:pt x="1614593" y="1664247"/>
                  </a:cubicBezTo>
                  <a:cubicBezTo>
                    <a:pt x="1399776" y="1879063"/>
                    <a:pt x="1320374" y="2001100"/>
                    <a:pt x="1412438" y="2093164"/>
                  </a:cubicBezTo>
                  <a:cubicBezTo>
                    <a:pt x="1504502" y="2185229"/>
                    <a:pt x="1626539" y="2105826"/>
                    <a:pt x="1841355" y="1891010"/>
                  </a:cubicBezTo>
                  <a:cubicBezTo>
                    <a:pt x="2085643" y="1650656"/>
                    <a:pt x="2291447" y="1374106"/>
                    <a:pt x="2451611" y="1071159"/>
                  </a:cubicBezTo>
                  <a:cubicBezTo>
                    <a:pt x="2453185" y="1068298"/>
                    <a:pt x="2453900" y="1064936"/>
                    <a:pt x="2453543" y="1061645"/>
                  </a:cubicBezTo>
                </a:path>
              </a:pathLst>
            </a:custGeom>
            <a:solidFill>
              <a:schemeClr val="accent4"/>
            </a:solidFill>
            <a:ln w="0" cap="flat">
              <a:noFill/>
              <a:prstDash val="solid"/>
              <a:miter/>
            </a:ln>
          </p:spPr>
          <p:txBody>
            <a:bodyPr rtlCol="0" anchor="ctr"/>
            <a:lstStyle/>
            <a:p>
              <a:endParaRPr lang="de-DE" dirty="0">
                <a:latin typeface="BarmeniaGothaer Offc" panose="020B0503020204020204" pitchFamily="34" charset="0"/>
              </a:endParaRPr>
            </a:p>
          </p:txBody>
        </p:sp>
      </p:grpSp>
      <p:grpSp>
        <p:nvGrpSpPr>
          <p:cNvPr id="45" name="Gruppieren 44">
            <a:extLst>
              <a:ext uri="{FF2B5EF4-FFF2-40B4-BE49-F238E27FC236}">
                <a16:creationId xmlns:a16="http://schemas.microsoft.com/office/drawing/2014/main" id="{11EF7BDC-DE5C-6958-00A3-8502C2DB5684}"/>
              </a:ext>
            </a:extLst>
          </p:cNvPr>
          <p:cNvGrpSpPr/>
          <p:nvPr/>
        </p:nvGrpSpPr>
        <p:grpSpPr>
          <a:xfrm>
            <a:off x="9910241" y="2887277"/>
            <a:ext cx="416634" cy="416634"/>
            <a:chOff x="9680211" y="2887277"/>
            <a:chExt cx="416634" cy="416634"/>
          </a:xfrm>
        </p:grpSpPr>
        <p:sp>
          <p:nvSpPr>
            <p:cNvPr id="44" name="Freihandform 43">
              <a:extLst>
                <a:ext uri="{FF2B5EF4-FFF2-40B4-BE49-F238E27FC236}">
                  <a16:creationId xmlns:a16="http://schemas.microsoft.com/office/drawing/2014/main" id="{159C024D-8A15-90F8-00F0-C3A1671D90A2}"/>
                </a:ext>
              </a:extLst>
            </p:cNvPr>
            <p:cNvSpPr/>
            <p:nvPr/>
          </p:nvSpPr>
          <p:spPr>
            <a:xfrm>
              <a:off x="9680211" y="2887277"/>
              <a:ext cx="416634" cy="416634"/>
            </a:xfrm>
            <a:custGeom>
              <a:avLst/>
              <a:gdLst>
                <a:gd name="connsiteX0" fmla="*/ 3862832 w 3862832"/>
                <a:gd name="connsiteY0" fmla="*/ 1931416 h 3862832"/>
                <a:gd name="connsiteX1" fmla="*/ 1931416 w 3862832"/>
                <a:gd name="connsiteY1" fmla="*/ 3862832 h 3862832"/>
                <a:gd name="connsiteX2" fmla="*/ 0 w 3862832"/>
                <a:gd name="connsiteY2" fmla="*/ 1931416 h 3862832"/>
                <a:gd name="connsiteX3" fmla="*/ 1931416 w 3862832"/>
                <a:gd name="connsiteY3" fmla="*/ 0 h 3862832"/>
                <a:gd name="connsiteX4" fmla="*/ 3862832 w 3862832"/>
                <a:gd name="connsiteY4" fmla="*/ 1931416 h 3862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2832" h="3862832">
                  <a:moveTo>
                    <a:pt x="3862832" y="1931416"/>
                  </a:moveTo>
                  <a:cubicBezTo>
                    <a:pt x="3862832" y="2998108"/>
                    <a:pt x="2998108" y="3862832"/>
                    <a:pt x="1931416" y="3862832"/>
                  </a:cubicBezTo>
                  <a:cubicBezTo>
                    <a:pt x="864724" y="3862832"/>
                    <a:pt x="0" y="2998108"/>
                    <a:pt x="0" y="1931416"/>
                  </a:cubicBezTo>
                  <a:cubicBezTo>
                    <a:pt x="0" y="864724"/>
                    <a:pt x="864724" y="0"/>
                    <a:pt x="1931416" y="0"/>
                  </a:cubicBezTo>
                  <a:cubicBezTo>
                    <a:pt x="2998108" y="0"/>
                    <a:pt x="3862832" y="864724"/>
                    <a:pt x="3862832" y="1931416"/>
                  </a:cubicBezTo>
                  <a:close/>
                </a:path>
              </a:pathLst>
            </a:custGeom>
            <a:solidFill>
              <a:srgbClr val="05A6F8"/>
            </a:solidFill>
            <a:ln w="0" cap="flat">
              <a:noFill/>
              <a:prstDash val="solid"/>
              <a:miter/>
            </a:ln>
          </p:spPr>
          <p:txBody>
            <a:bodyPr rtlCol="0" anchor="ctr"/>
            <a:lstStyle/>
            <a:p>
              <a:endParaRPr lang="de-DE" dirty="0">
                <a:latin typeface="BarmeniaGothaer Offc" panose="020B0503020204020204" pitchFamily="34" charset="0"/>
              </a:endParaRPr>
            </a:p>
          </p:txBody>
        </p:sp>
        <p:grpSp>
          <p:nvGrpSpPr>
            <p:cNvPr id="19" name="Grafik 18">
              <a:extLst>
                <a:ext uri="{FF2B5EF4-FFF2-40B4-BE49-F238E27FC236}">
                  <a16:creationId xmlns:a16="http://schemas.microsoft.com/office/drawing/2014/main" id="{7F4E4382-DC95-95EC-C4B0-53028B6506CE}"/>
                </a:ext>
              </a:extLst>
            </p:cNvPr>
            <p:cNvGrpSpPr/>
            <p:nvPr/>
          </p:nvGrpSpPr>
          <p:grpSpPr>
            <a:xfrm>
              <a:off x="9751498" y="2952543"/>
              <a:ext cx="274061" cy="274308"/>
              <a:chOff x="6224393" y="1465360"/>
              <a:chExt cx="1846435" cy="1848104"/>
            </a:xfrm>
            <a:solidFill>
              <a:schemeClr val="tx1"/>
            </a:solidFill>
          </p:grpSpPr>
          <p:sp>
            <p:nvSpPr>
              <p:cNvPr id="30" name="Freihandform 29">
                <a:extLst>
                  <a:ext uri="{FF2B5EF4-FFF2-40B4-BE49-F238E27FC236}">
                    <a16:creationId xmlns:a16="http://schemas.microsoft.com/office/drawing/2014/main" id="{6E1F98A2-4898-C364-ECB6-19DD462ED0B4}"/>
                  </a:ext>
                </a:extLst>
              </p:cNvPr>
              <p:cNvSpPr/>
              <p:nvPr/>
            </p:nvSpPr>
            <p:spPr>
              <a:xfrm>
                <a:off x="6224393" y="2287891"/>
                <a:ext cx="929725" cy="204965"/>
              </a:xfrm>
              <a:custGeom>
                <a:avLst/>
                <a:gdLst>
                  <a:gd name="connsiteX0" fmla="*/ 922933 w 929725"/>
                  <a:gd name="connsiteY0" fmla="*/ 110075 h 204965"/>
                  <a:gd name="connsiteX1" fmla="*/ 929647 w 929725"/>
                  <a:gd name="connsiteY1" fmla="*/ 101161 h 204965"/>
                  <a:gd name="connsiteX2" fmla="*/ 922933 w 929725"/>
                  <a:gd name="connsiteY2" fmla="*/ 94447 h 204965"/>
                  <a:gd name="connsiteX3" fmla="*/ 282596 w 929725"/>
                  <a:gd name="connsiteY3" fmla="*/ 71 h 204965"/>
                  <a:gd name="connsiteX4" fmla="*/ 0 w 929725"/>
                  <a:gd name="connsiteY4" fmla="*/ 102488 h 204965"/>
                  <a:gd name="connsiteX5" fmla="*/ 282596 w 929725"/>
                  <a:gd name="connsiteY5" fmla="*/ 204906 h 204965"/>
                  <a:gd name="connsiteX6" fmla="*/ 922933 w 929725"/>
                  <a:gd name="connsiteY6" fmla="*/ 110075 h 20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29725" h="204965">
                    <a:moveTo>
                      <a:pt x="922933" y="110075"/>
                    </a:moveTo>
                    <a:cubicBezTo>
                      <a:pt x="927257" y="109468"/>
                      <a:pt x="930254" y="105485"/>
                      <a:pt x="929647" y="101161"/>
                    </a:cubicBezTo>
                    <a:cubicBezTo>
                      <a:pt x="929154" y="97671"/>
                      <a:pt x="926423" y="94940"/>
                      <a:pt x="922933" y="94447"/>
                    </a:cubicBezTo>
                    <a:cubicBezTo>
                      <a:pt x="715633" y="30113"/>
                      <a:pt x="499645" y="-1712"/>
                      <a:pt x="282596" y="71"/>
                    </a:cubicBezTo>
                    <a:cubicBezTo>
                      <a:pt x="90203" y="71"/>
                      <a:pt x="0" y="19303"/>
                      <a:pt x="0" y="102488"/>
                    </a:cubicBezTo>
                    <a:cubicBezTo>
                      <a:pt x="0" y="185674"/>
                      <a:pt x="90203" y="204906"/>
                      <a:pt x="282596" y="204906"/>
                    </a:cubicBezTo>
                    <a:cubicBezTo>
                      <a:pt x="499645" y="206537"/>
                      <a:pt x="715670" y="174560"/>
                      <a:pt x="922933" y="110075"/>
                    </a:cubicBezTo>
                  </a:path>
                </a:pathLst>
              </a:custGeom>
              <a:grpFill/>
              <a:ln w="0" cap="flat">
                <a:noFill/>
                <a:prstDash val="solid"/>
                <a:miter/>
              </a:ln>
            </p:spPr>
            <p:txBody>
              <a:bodyPr rtlCol="0" anchor="ctr"/>
              <a:lstStyle/>
              <a:p>
                <a:endParaRPr lang="de-DE"/>
              </a:p>
            </p:txBody>
          </p:sp>
          <p:sp>
            <p:nvSpPr>
              <p:cNvPr id="32" name="Freihandform 31">
                <a:extLst>
                  <a:ext uri="{FF2B5EF4-FFF2-40B4-BE49-F238E27FC236}">
                    <a16:creationId xmlns:a16="http://schemas.microsoft.com/office/drawing/2014/main" id="{6C61A9BF-D735-B21B-74E7-AE778C48005F}"/>
                  </a:ext>
                </a:extLst>
              </p:cNvPr>
              <p:cNvSpPr/>
              <p:nvPr/>
            </p:nvSpPr>
            <p:spPr>
              <a:xfrm>
                <a:off x="7141103" y="2285927"/>
                <a:ext cx="929725" cy="204965"/>
              </a:xfrm>
              <a:custGeom>
                <a:avLst/>
                <a:gdLst>
                  <a:gd name="connsiteX0" fmla="*/ 6792 w 929725"/>
                  <a:gd name="connsiteY0" fmla="*/ 94817 h 204965"/>
                  <a:gd name="connsiteX1" fmla="*/ 78 w 929725"/>
                  <a:gd name="connsiteY1" fmla="*/ 103731 h 204965"/>
                  <a:gd name="connsiteX2" fmla="*/ 6792 w 929725"/>
                  <a:gd name="connsiteY2" fmla="*/ 110445 h 204965"/>
                  <a:gd name="connsiteX3" fmla="*/ 647129 w 929725"/>
                  <a:gd name="connsiteY3" fmla="*/ 204897 h 204965"/>
                  <a:gd name="connsiteX4" fmla="*/ 929725 w 929725"/>
                  <a:gd name="connsiteY4" fmla="*/ 102480 h 204965"/>
                  <a:gd name="connsiteX5" fmla="*/ 647129 w 929725"/>
                  <a:gd name="connsiteY5" fmla="*/ 62 h 204965"/>
                  <a:gd name="connsiteX6" fmla="*/ 6792 w 929725"/>
                  <a:gd name="connsiteY6" fmla="*/ 94817 h 20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29725" h="204965">
                    <a:moveTo>
                      <a:pt x="6792" y="94817"/>
                    </a:moveTo>
                    <a:cubicBezTo>
                      <a:pt x="2468" y="95424"/>
                      <a:pt x="-529" y="99407"/>
                      <a:pt x="78" y="103731"/>
                    </a:cubicBezTo>
                    <a:cubicBezTo>
                      <a:pt x="571" y="107221"/>
                      <a:pt x="3302" y="109952"/>
                      <a:pt x="6792" y="110445"/>
                    </a:cubicBezTo>
                    <a:cubicBezTo>
                      <a:pt x="214093" y="174779"/>
                      <a:pt x="430080" y="206642"/>
                      <a:pt x="647129" y="204897"/>
                    </a:cubicBezTo>
                    <a:cubicBezTo>
                      <a:pt x="839522" y="204897"/>
                      <a:pt x="929725" y="185665"/>
                      <a:pt x="929725" y="102480"/>
                    </a:cubicBezTo>
                    <a:cubicBezTo>
                      <a:pt x="929725" y="19294"/>
                      <a:pt x="839522" y="62"/>
                      <a:pt x="647129" y="62"/>
                    </a:cubicBezTo>
                    <a:cubicBezTo>
                      <a:pt x="430080" y="-1607"/>
                      <a:pt x="214055" y="30370"/>
                      <a:pt x="6792" y="94817"/>
                    </a:cubicBezTo>
                  </a:path>
                </a:pathLst>
              </a:custGeom>
              <a:grpFill/>
              <a:ln w="0" cap="flat">
                <a:noFill/>
                <a:prstDash val="solid"/>
                <a:miter/>
              </a:ln>
            </p:spPr>
            <p:txBody>
              <a:bodyPr rtlCol="0" anchor="ctr"/>
              <a:lstStyle/>
              <a:p>
                <a:endParaRPr lang="de-DE"/>
              </a:p>
            </p:txBody>
          </p:sp>
          <p:sp>
            <p:nvSpPr>
              <p:cNvPr id="42" name="Freihandform 41">
                <a:extLst>
                  <a:ext uri="{FF2B5EF4-FFF2-40B4-BE49-F238E27FC236}">
                    <a16:creationId xmlns:a16="http://schemas.microsoft.com/office/drawing/2014/main" id="{57027125-12FC-5615-93C6-AA91F87257DA}"/>
                  </a:ext>
                </a:extLst>
              </p:cNvPr>
              <p:cNvSpPr/>
              <p:nvPr/>
            </p:nvSpPr>
            <p:spPr>
              <a:xfrm>
                <a:off x="7045255" y="2383739"/>
                <a:ext cx="204965" cy="929725"/>
              </a:xfrm>
              <a:custGeom>
                <a:avLst/>
                <a:gdLst>
                  <a:gd name="connsiteX0" fmla="*/ 110075 w 204965"/>
                  <a:gd name="connsiteY0" fmla="*/ 6792 h 929725"/>
                  <a:gd name="connsiteX1" fmla="*/ 101161 w 204965"/>
                  <a:gd name="connsiteY1" fmla="*/ 78 h 929725"/>
                  <a:gd name="connsiteX2" fmla="*/ 94447 w 204965"/>
                  <a:gd name="connsiteY2" fmla="*/ 6792 h 929725"/>
                  <a:gd name="connsiteX3" fmla="*/ 71 w 204965"/>
                  <a:gd name="connsiteY3" fmla="*/ 647129 h 929725"/>
                  <a:gd name="connsiteX4" fmla="*/ 102488 w 204965"/>
                  <a:gd name="connsiteY4" fmla="*/ 929725 h 929725"/>
                  <a:gd name="connsiteX5" fmla="*/ 204906 w 204965"/>
                  <a:gd name="connsiteY5" fmla="*/ 647129 h 929725"/>
                  <a:gd name="connsiteX6" fmla="*/ 110075 w 204965"/>
                  <a:gd name="connsiteY6" fmla="*/ 6792 h 9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4965" h="929725">
                    <a:moveTo>
                      <a:pt x="110075" y="6792"/>
                    </a:moveTo>
                    <a:cubicBezTo>
                      <a:pt x="109468" y="2468"/>
                      <a:pt x="105485" y="-529"/>
                      <a:pt x="101161" y="78"/>
                    </a:cubicBezTo>
                    <a:cubicBezTo>
                      <a:pt x="97671" y="571"/>
                      <a:pt x="94940" y="3302"/>
                      <a:pt x="94447" y="6792"/>
                    </a:cubicBezTo>
                    <a:cubicBezTo>
                      <a:pt x="30113" y="214093"/>
                      <a:pt x="-1712" y="430080"/>
                      <a:pt x="71" y="647129"/>
                    </a:cubicBezTo>
                    <a:cubicBezTo>
                      <a:pt x="71" y="839522"/>
                      <a:pt x="19341" y="929725"/>
                      <a:pt x="102488" y="929725"/>
                    </a:cubicBezTo>
                    <a:cubicBezTo>
                      <a:pt x="185636" y="929725"/>
                      <a:pt x="204906" y="839522"/>
                      <a:pt x="204906" y="647129"/>
                    </a:cubicBezTo>
                    <a:cubicBezTo>
                      <a:pt x="206537" y="430080"/>
                      <a:pt x="174560" y="214055"/>
                      <a:pt x="110075" y="6792"/>
                    </a:cubicBezTo>
                  </a:path>
                </a:pathLst>
              </a:custGeom>
              <a:grpFill/>
              <a:ln w="0" cap="flat">
                <a:noFill/>
                <a:prstDash val="solid"/>
                <a:miter/>
              </a:ln>
            </p:spPr>
            <p:txBody>
              <a:bodyPr rtlCol="0" anchor="ctr"/>
              <a:lstStyle/>
              <a:p>
                <a:endParaRPr lang="de-DE"/>
              </a:p>
            </p:txBody>
          </p:sp>
          <p:sp>
            <p:nvSpPr>
              <p:cNvPr id="43" name="Freihandform 42">
                <a:extLst>
                  <a:ext uri="{FF2B5EF4-FFF2-40B4-BE49-F238E27FC236}">
                    <a16:creationId xmlns:a16="http://schemas.microsoft.com/office/drawing/2014/main" id="{A243D8EA-E9A3-98E0-8693-BF03BBA38CCB}"/>
                  </a:ext>
                </a:extLst>
              </p:cNvPr>
              <p:cNvSpPr/>
              <p:nvPr/>
            </p:nvSpPr>
            <p:spPr>
              <a:xfrm>
                <a:off x="7044998" y="1465360"/>
                <a:ext cx="204964" cy="929725"/>
              </a:xfrm>
              <a:custGeom>
                <a:avLst/>
                <a:gdLst>
                  <a:gd name="connsiteX0" fmla="*/ 94779 w 204964"/>
                  <a:gd name="connsiteY0" fmla="*/ 922933 h 929725"/>
                  <a:gd name="connsiteX1" fmla="*/ 103693 w 204964"/>
                  <a:gd name="connsiteY1" fmla="*/ 929647 h 929725"/>
                  <a:gd name="connsiteX2" fmla="*/ 110408 w 204964"/>
                  <a:gd name="connsiteY2" fmla="*/ 922933 h 929725"/>
                  <a:gd name="connsiteX3" fmla="*/ 204897 w 204964"/>
                  <a:gd name="connsiteY3" fmla="*/ 282596 h 929725"/>
                  <a:gd name="connsiteX4" fmla="*/ 102480 w 204964"/>
                  <a:gd name="connsiteY4" fmla="*/ 0 h 929725"/>
                  <a:gd name="connsiteX5" fmla="*/ 62 w 204964"/>
                  <a:gd name="connsiteY5" fmla="*/ 282596 h 929725"/>
                  <a:gd name="connsiteX6" fmla="*/ 94779 w 204964"/>
                  <a:gd name="connsiteY6" fmla="*/ 922933 h 9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4964" h="929725">
                    <a:moveTo>
                      <a:pt x="94779" y="922933"/>
                    </a:moveTo>
                    <a:cubicBezTo>
                      <a:pt x="95386" y="927257"/>
                      <a:pt x="99369" y="930254"/>
                      <a:pt x="103693" y="929647"/>
                    </a:cubicBezTo>
                    <a:cubicBezTo>
                      <a:pt x="107183" y="929154"/>
                      <a:pt x="109914" y="926423"/>
                      <a:pt x="110408" y="922933"/>
                    </a:cubicBezTo>
                    <a:cubicBezTo>
                      <a:pt x="174779" y="715633"/>
                      <a:pt x="206642" y="499645"/>
                      <a:pt x="204897" y="282596"/>
                    </a:cubicBezTo>
                    <a:cubicBezTo>
                      <a:pt x="204897" y="90203"/>
                      <a:pt x="185627" y="0"/>
                      <a:pt x="102480" y="0"/>
                    </a:cubicBezTo>
                    <a:cubicBezTo>
                      <a:pt x="19332" y="0"/>
                      <a:pt x="62" y="90203"/>
                      <a:pt x="62" y="282596"/>
                    </a:cubicBezTo>
                    <a:cubicBezTo>
                      <a:pt x="-1607" y="499645"/>
                      <a:pt x="30332" y="715670"/>
                      <a:pt x="94779" y="922933"/>
                    </a:cubicBezTo>
                  </a:path>
                </a:pathLst>
              </a:custGeom>
              <a:grpFill/>
              <a:ln w="0" cap="flat">
                <a:noFill/>
                <a:prstDash val="solid"/>
                <a:miter/>
              </a:ln>
            </p:spPr>
            <p:txBody>
              <a:bodyPr rtlCol="0" anchor="ctr"/>
              <a:lstStyle/>
              <a:p>
                <a:endParaRPr lang="de-DE"/>
              </a:p>
            </p:txBody>
          </p:sp>
        </p:grpSp>
      </p:grpSp>
      <p:sp>
        <p:nvSpPr>
          <p:cNvPr id="46" name="Grafik 28">
            <a:extLst>
              <a:ext uri="{FF2B5EF4-FFF2-40B4-BE49-F238E27FC236}">
                <a16:creationId xmlns:a16="http://schemas.microsoft.com/office/drawing/2014/main" id="{83FD4E3F-9814-8788-502B-448143309511}"/>
              </a:ext>
            </a:extLst>
          </p:cNvPr>
          <p:cNvSpPr>
            <a:spLocks noChangeAspect="1"/>
          </p:cNvSpPr>
          <p:nvPr/>
        </p:nvSpPr>
        <p:spPr>
          <a:xfrm>
            <a:off x="10773335" y="2045198"/>
            <a:ext cx="434682" cy="432000"/>
          </a:xfrm>
          <a:custGeom>
            <a:avLst/>
            <a:gdLst>
              <a:gd name="connsiteX0" fmla="*/ 2000714 w 4407630"/>
              <a:gd name="connsiteY0" fmla="*/ 2399025 h 4380430"/>
              <a:gd name="connsiteX1" fmla="*/ 1992345 w 4407630"/>
              <a:gd name="connsiteY1" fmla="*/ 2393857 h 4380430"/>
              <a:gd name="connsiteX2" fmla="*/ 856996 w 4407630"/>
              <a:gd name="connsiteY2" fmla="*/ 2226577 h 4380430"/>
              <a:gd name="connsiteX3" fmla="*/ 355896 w 4407630"/>
              <a:gd name="connsiteY3" fmla="*/ 2407659 h 4380430"/>
              <a:gd name="connsiteX4" fmla="*/ 856996 w 4407630"/>
              <a:gd name="connsiteY4" fmla="*/ 2588740 h 4380430"/>
              <a:gd name="connsiteX5" fmla="*/ 1828101 w 4407630"/>
              <a:gd name="connsiteY5" fmla="*/ 2468428 h 4380430"/>
              <a:gd name="connsiteX6" fmla="*/ 476808 w 4407630"/>
              <a:gd name="connsiteY6" fmla="*/ 3626895 h 4380430"/>
              <a:gd name="connsiteX7" fmla="*/ 36550 w 4407630"/>
              <a:gd name="connsiteY7" fmla="*/ 4341796 h 4380430"/>
              <a:gd name="connsiteX8" fmla="*/ 759941 w 4407630"/>
              <a:gd name="connsiteY8" fmla="*/ 3906765 h 4380430"/>
              <a:gd name="connsiteX9" fmla="*/ 1932177 w 4407630"/>
              <a:gd name="connsiteY9" fmla="*/ 2571493 h 4380430"/>
              <a:gd name="connsiteX10" fmla="*/ 1811503 w 4407630"/>
              <a:gd name="connsiteY10" fmla="*/ 3541869 h 4380430"/>
              <a:gd name="connsiteX11" fmla="*/ 1992861 w 4407630"/>
              <a:gd name="connsiteY11" fmla="*/ 4042105 h 4380430"/>
              <a:gd name="connsiteX12" fmla="*/ 2174219 w 4407630"/>
              <a:gd name="connsiteY12" fmla="*/ 3541869 h 4380430"/>
              <a:gd name="connsiteX13" fmla="*/ 2006683 w 4407630"/>
              <a:gd name="connsiteY13" fmla="*/ 2408213 h 4380430"/>
              <a:gd name="connsiteX14" fmla="*/ 2000714 w 4407630"/>
              <a:gd name="connsiteY14" fmla="*/ 2399045 h 4380430"/>
              <a:gd name="connsiteX15" fmla="*/ 1939752 w 4407630"/>
              <a:gd name="connsiteY15" fmla="*/ 1952905 h 4380430"/>
              <a:gd name="connsiteX16" fmla="*/ 1962380 w 4407630"/>
              <a:gd name="connsiteY16" fmla="*/ 1930273 h 4380430"/>
              <a:gd name="connsiteX17" fmla="*/ 777214 w 4407630"/>
              <a:gd name="connsiteY17" fmla="*/ 473997 h 4380430"/>
              <a:gd name="connsiteX18" fmla="*/ 45851 w 4407630"/>
              <a:gd name="connsiteY18" fmla="*/ 39223 h 4380430"/>
              <a:gd name="connsiteX19" fmla="*/ 481230 w 4407630"/>
              <a:gd name="connsiteY19" fmla="*/ 769509 h 4380430"/>
              <a:gd name="connsiteX20" fmla="*/ 1939733 w 4407630"/>
              <a:gd name="connsiteY20" fmla="*/ 1952905 h 4380430"/>
              <a:gd name="connsiteX21" fmla="*/ 2218027 w 4407630"/>
              <a:gd name="connsiteY21" fmla="*/ 279272 h 4380430"/>
              <a:gd name="connsiteX22" fmla="*/ 2036708 w 4407630"/>
              <a:gd name="connsiteY22" fmla="*/ 771153 h 4380430"/>
              <a:gd name="connsiteX23" fmla="*/ 2204205 w 4407630"/>
              <a:gd name="connsiteY23" fmla="*/ 1885601 h 4380430"/>
              <a:gd name="connsiteX24" fmla="*/ 2231869 w 4407630"/>
              <a:gd name="connsiteY24" fmla="*/ 1885601 h 4380430"/>
              <a:gd name="connsiteX25" fmla="*/ 2399405 w 4407630"/>
              <a:gd name="connsiteY25" fmla="*/ 771153 h 4380430"/>
              <a:gd name="connsiteX26" fmla="*/ 2218047 w 4407630"/>
              <a:gd name="connsiteY26" fmla="*/ 279272 h 4380430"/>
              <a:gd name="connsiteX27" fmla="*/ 2472425 w 4407630"/>
              <a:gd name="connsiteY27" fmla="*/ 2427638 h 4380430"/>
              <a:gd name="connsiteX28" fmla="*/ 2449797 w 4407630"/>
              <a:gd name="connsiteY28" fmla="*/ 2450231 h 4380430"/>
              <a:gd name="connsiteX29" fmla="*/ 3635002 w 4407630"/>
              <a:gd name="connsiteY29" fmla="*/ 3906507 h 4380430"/>
              <a:gd name="connsiteX30" fmla="*/ 4366346 w 4407630"/>
              <a:gd name="connsiteY30" fmla="*/ 4341162 h 4380430"/>
              <a:gd name="connsiteX31" fmla="*/ 3930927 w 4407630"/>
              <a:gd name="connsiteY31" fmla="*/ 3610975 h 4380430"/>
              <a:gd name="connsiteX32" fmla="*/ 2472425 w 4407630"/>
              <a:gd name="connsiteY32" fmla="*/ 2427618 h 4380430"/>
              <a:gd name="connsiteX33" fmla="*/ 3636986 w 4407630"/>
              <a:gd name="connsiteY33" fmla="*/ 474828 h 4380430"/>
              <a:gd name="connsiteX34" fmla="*/ 2451820 w 4407630"/>
              <a:gd name="connsiteY34" fmla="*/ 1931164 h 4380430"/>
              <a:gd name="connsiteX35" fmla="*/ 2474447 w 4407630"/>
              <a:gd name="connsiteY35" fmla="*/ 1953717 h 4380430"/>
              <a:gd name="connsiteX36" fmla="*/ 3932950 w 4407630"/>
              <a:gd name="connsiteY36" fmla="*/ 770400 h 4380430"/>
              <a:gd name="connsiteX37" fmla="*/ 4368329 w 4407630"/>
              <a:gd name="connsiteY37" fmla="*/ 40173 h 4380430"/>
              <a:gd name="connsiteX38" fmla="*/ 3636986 w 4407630"/>
              <a:gd name="connsiteY38" fmla="*/ 474828 h 4380430"/>
              <a:gd name="connsiteX39" fmla="*/ 3753932 w 4407630"/>
              <a:gd name="connsiteY39" fmla="*/ 2387382 h 4380430"/>
              <a:gd name="connsiteX40" fmla="*/ 4298642 w 4407630"/>
              <a:gd name="connsiteY40" fmla="*/ 2206380 h 4380430"/>
              <a:gd name="connsiteX41" fmla="*/ 3753932 w 4407630"/>
              <a:gd name="connsiteY41" fmla="*/ 2025239 h 4380430"/>
              <a:gd name="connsiteX42" fmla="*/ 2519604 w 4407630"/>
              <a:gd name="connsiteY42" fmla="*/ 2192519 h 4380430"/>
              <a:gd name="connsiteX43" fmla="*/ 2519604 w 4407630"/>
              <a:gd name="connsiteY43" fmla="*/ 2220181 h 4380430"/>
              <a:gd name="connsiteX44" fmla="*/ 3753932 w 4407630"/>
              <a:gd name="connsiteY44" fmla="*/ 2387363 h 4380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4407630" h="4380430">
                <a:moveTo>
                  <a:pt x="2000714" y="2399025"/>
                </a:moveTo>
                <a:cubicBezTo>
                  <a:pt x="1998691" y="2396867"/>
                  <a:pt x="1995955" y="2394986"/>
                  <a:pt x="1992345" y="2393857"/>
                </a:cubicBezTo>
                <a:cubicBezTo>
                  <a:pt x="1690213" y="2299960"/>
                  <a:pt x="1325553" y="2226577"/>
                  <a:pt x="856996" y="2226577"/>
                </a:cubicBezTo>
                <a:cubicBezTo>
                  <a:pt x="515816" y="2226577"/>
                  <a:pt x="355896" y="2260675"/>
                  <a:pt x="355896" y="2407659"/>
                </a:cubicBezTo>
                <a:cubicBezTo>
                  <a:pt x="355896" y="2554643"/>
                  <a:pt x="515816" y="2588740"/>
                  <a:pt x="856996" y="2588740"/>
                </a:cubicBezTo>
                <a:cubicBezTo>
                  <a:pt x="1243768" y="2588740"/>
                  <a:pt x="1559643" y="2538703"/>
                  <a:pt x="1828101" y="2468428"/>
                </a:cubicBezTo>
                <a:cubicBezTo>
                  <a:pt x="1427031" y="2741130"/>
                  <a:pt x="981676" y="3127926"/>
                  <a:pt x="476808" y="3626895"/>
                </a:cubicBezTo>
                <a:cubicBezTo>
                  <a:pt x="80675" y="4018364"/>
                  <a:pt x="-78492" y="4228157"/>
                  <a:pt x="36550" y="4341796"/>
                </a:cubicBezTo>
                <a:cubicBezTo>
                  <a:pt x="151493" y="4455375"/>
                  <a:pt x="363808" y="4298194"/>
                  <a:pt x="759941" y="3906765"/>
                </a:cubicBezTo>
                <a:cubicBezTo>
                  <a:pt x="1264750" y="3407835"/>
                  <a:pt x="1656242" y="2967774"/>
                  <a:pt x="1932177" y="2571493"/>
                </a:cubicBezTo>
                <a:cubicBezTo>
                  <a:pt x="1861696" y="2839680"/>
                  <a:pt x="1811503" y="3155311"/>
                  <a:pt x="1811503" y="3541869"/>
                </a:cubicBezTo>
                <a:cubicBezTo>
                  <a:pt x="1811503" y="3882449"/>
                  <a:pt x="1845652" y="4042105"/>
                  <a:pt x="1992861" y="4042105"/>
                </a:cubicBezTo>
                <a:cubicBezTo>
                  <a:pt x="2140070" y="4042105"/>
                  <a:pt x="2174219" y="3882429"/>
                  <a:pt x="2174219" y="3541869"/>
                </a:cubicBezTo>
                <a:cubicBezTo>
                  <a:pt x="2174219" y="3073987"/>
                  <a:pt x="2100784" y="2709844"/>
                  <a:pt x="2006683" y="2408213"/>
                </a:cubicBezTo>
                <a:cubicBezTo>
                  <a:pt x="2005414" y="2404035"/>
                  <a:pt x="2003253" y="2401025"/>
                  <a:pt x="2000714" y="2399045"/>
                </a:cubicBezTo>
                <a:moveTo>
                  <a:pt x="1939752" y="1952905"/>
                </a:moveTo>
                <a:cubicBezTo>
                  <a:pt x="1962420" y="1967420"/>
                  <a:pt x="1976916" y="1952945"/>
                  <a:pt x="1962380" y="1930273"/>
                </a:cubicBezTo>
                <a:cubicBezTo>
                  <a:pt x="1687397" y="1502469"/>
                  <a:pt x="1322777" y="1018667"/>
                  <a:pt x="777214" y="473997"/>
                </a:cubicBezTo>
                <a:cubicBezTo>
                  <a:pt x="380130" y="77399"/>
                  <a:pt x="166069" y="-80752"/>
                  <a:pt x="45851" y="39223"/>
                </a:cubicBezTo>
                <a:cubicBezTo>
                  <a:pt x="-74308" y="159198"/>
                  <a:pt x="84046" y="372932"/>
                  <a:pt x="481230" y="769509"/>
                </a:cubicBezTo>
                <a:cubicBezTo>
                  <a:pt x="1026733" y="1314279"/>
                  <a:pt x="1511235" y="1678303"/>
                  <a:pt x="1939733" y="1952905"/>
                </a:cubicBezTo>
                <a:moveTo>
                  <a:pt x="2218027" y="279272"/>
                </a:moveTo>
                <a:cubicBezTo>
                  <a:pt x="2070818" y="279272"/>
                  <a:pt x="2036708" y="436315"/>
                  <a:pt x="2036708" y="771153"/>
                </a:cubicBezTo>
                <a:cubicBezTo>
                  <a:pt x="2036708" y="1231133"/>
                  <a:pt x="2110104" y="1589039"/>
                  <a:pt x="2204205" y="1885601"/>
                </a:cubicBezTo>
                <a:cubicBezTo>
                  <a:pt x="2209143" y="1901343"/>
                  <a:pt x="2226872" y="1901343"/>
                  <a:pt x="2231869" y="1885601"/>
                </a:cubicBezTo>
                <a:cubicBezTo>
                  <a:pt x="2325970" y="1589039"/>
                  <a:pt x="2399405" y="1231133"/>
                  <a:pt x="2399405" y="771153"/>
                </a:cubicBezTo>
                <a:cubicBezTo>
                  <a:pt x="2399405" y="436315"/>
                  <a:pt x="2365256" y="279272"/>
                  <a:pt x="2218047" y="279272"/>
                </a:cubicBezTo>
                <a:moveTo>
                  <a:pt x="2472425" y="2427638"/>
                </a:moveTo>
                <a:cubicBezTo>
                  <a:pt x="2449757" y="2413084"/>
                  <a:pt x="2435260" y="2427598"/>
                  <a:pt x="2449797" y="2450231"/>
                </a:cubicBezTo>
                <a:cubicBezTo>
                  <a:pt x="2724839" y="2878035"/>
                  <a:pt x="3089400" y="3361797"/>
                  <a:pt x="3635002" y="3906507"/>
                </a:cubicBezTo>
                <a:cubicBezTo>
                  <a:pt x="4032127" y="4303025"/>
                  <a:pt x="4246148" y="4461237"/>
                  <a:pt x="4366346" y="4341162"/>
                </a:cubicBezTo>
                <a:cubicBezTo>
                  <a:pt x="4486504" y="4221227"/>
                  <a:pt x="4328151" y="4007493"/>
                  <a:pt x="3930927" y="3610975"/>
                </a:cubicBezTo>
                <a:cubicBezTo>
                  <a:pt x="3385464" y="3066206"/>
                  <a:pt x="2900922" y="2702181"/>
                  <a:pt x="2472425" y="2427618"/>
                </a:cubicBezTo>
                <a:moveTo>
                  <a:pt x="3636986" y="474828"/>
                </a:moveTo>
                <a:cubicBezTo>
                  <a:pt x="3091383" y="1019499"/>
                  <a:pt x="2726802" y="1503300"/>
                  <a:pt x="2451820" y="1931164"/>
                </a:cubicBezTo>
                <a:cubicBezTo>
                  <a:pt x="2437283" y="1953796"/>
                  <a:pt x="2451721" y="1968271"/>
                  <a:pt x="2474447" y="1953717"/>
                </a:cubicBezTo>
                <a:cubicBezTo>
                  <a:pt x="2902905" y="1679154"/>
                  <a:pt x="3387447" y="1315130"/>
                  <a:pt x="3932950" y="770400"/>
                </a:cubicBezTo>
                <a:cubicBezTo>
                  <a:pt x="4330114" y="373842"/>
                  <a:pt x="4488527" y="160188"/>
                  <a:pt x="4368329" y="40173"/>
                </a:cubicBezTo>
                <a:cubicBezTo>
                  <a:pt x="4248210" y="-79842"/>
                  <a:pt x="4034110" y="78310"/>
                  <a:pt x="3636986" y="474828"/>
                </a:cubicBezTo>
                <a:moveTo>
                  <a:pt x="3753932" y="2387382"/>
                </a:moveTo>
                <a:cubicBezTo>
                  <a:pt x="4124799" y="2387382"/>
                  <a:pt x="4298642" y="2353364"/>
                  <a:pt x="4298642" y="2206380"/>
                </a:cubicBezTo>
                <a:cubicBezTo>
                  <a:pt x="4298642" y="2059396"/>
                  <a:pt x="4124799" y="2025239"/>
                  <a:pt x="3753932" y="2025239"/>
                </a:cubicBezTo>
                <a:cubicBezTo>
                  <a:pt x="3244542" y="2025239"/>
                  <a:pt x="2848091" y="2098622"/>
                  <a:pt x="2519604" y="2192519"/>
                </a:cubicBezTo>
                <a:cubicBezTo>
                  <a:pt x="2502291" y="2197450"/>
                  <a:pt x="2502291" y="2215251"/>
                  <a:pt x="2519604" y="2220181"/>
                </a:cubicBezTo>
                <a:cubicBezTo>
                  <a:pt x="2848091" y="2314078"/>
                  <a:pt x="3244561" y="2387363"/>
                  <a:pt x="3753932" y="2387363"/>
                </a:cubicBezTo>
              </a:path>
            </a:pathLst>
          </a:custGeom>
          <a:solidFill>
            <a:schemeClr val="bg1"/>
          </a:solidFill>
          <a:ln w="0" cap="flat">
            <a:noFill/>
            <a:prstDash val="solid"/>
            <a:miter/>
          </a:ln>
        </p:spPr>
        <p:txBody>
          <a:bodyPr rtlCol="0" anchor="ctr"/>
          <a:lstStyle/>
          <a:p>
            <a:endParaRPr lang="de-DE"/>
          </a:p>
        </p:txBody>
      </p:sp>
      <p:sp>
        <p:nvSpPr>
          <p:cNvPr id="48" name="Grafik 28">
            <a:extLst>
              <a:ext uri="{FF2B5EF4-FFF2-40B4-BE49-F238E27FC236}">
                <a16:creationId xmlns:a16="http://schemas.microsoft.com/office/drawing/2014/main" id="{69D8BE1C-C75C-49B8-C8B0-02B0F917C657}"/>
              </a:ext>
            </a:extLst>
          </p:cNvPr>
          <p:cNvSpPr>
            <a:spLocks noChangeAspect="1"/>
          </p:cNvSpPr>
          <p:nvPr/>
        </p:nvSpPr>
        <p:spPr>
          <a:xfrm>
            <a:off x="10773335" y="2863838"/>
            <a:ext cx="434682" cy="432000"/>
          </a:xfrm>
          <a:custGeom>
            <a:avLst/>
            <a:gdLst>
              <a:gd name="connsiteX0" fmla="*/ 2000714 w 4407630"/>
              <a:gd name="connsiteY0" fmla="*/ 2399025 h 4380430"/>
              <a:gd name="connsiteX1" fmla="*/ 1992345 w 4407630"/>
              <a:gd name="connsiteY1" fmla="*/ 2393857 h 4380430"/>
              <a:gd name="connsiteX2" fmla="*/ 856996 w 4407630"/>
              <a:gd name="connsiteY2" fmla="*/ 2226577 h 4380430"/>
              <a:gd name="connsiteX3" fmla="*/ 355896 w 4407630"/>
              <a:gd name="connsiteY3" fmla="*/ 2407659 h 4380430"/>
              <a:gd name="connsiteX4" fmla="*/ 856996 w 4407630"/>
              <a:gd name="connsiteY4" fmla="*/ 2588740 h 4380430"/>
              <a:gd name="connsiteX5" fmla="*/ 1828101 w 4407630"/>
              <a:gd name="connsiteY5" fmla="*/ 2468428 h 4380430"/>
              <a:gd name="connsiteX6" fmla="*/ 476808 w 4407630"/>
              <a:gd name="connsiteY6" fmla="*/ 3626895 h 4380430"/>
              <a:gd name="connsiteX7" fmla="*/ 36550 w 4407630"/>
              <a:gd name="connsiteY7" fmla="*/ 4341796 h 4380430"/>
              <a:gd name="connsiteX8" fmla="*/ 759941 w 4407630"/>
              <a:gd name="connsiteY8" fmla="*/ 3906765 h 4380430"/>
              <a:gd name="connsiteX9" fmla="*/ 1932177 w 4407630"/>
              <a:gd name="connsiteY9" fmla="*/ 2571493 h 4380430"/>
              <a:gd name="connsiteX10" fmla="*/ 1811503 w 4407630"/>
              <a:gd name="connsiteY10" fmla="*/ 3541869 h 4380430"/>
              <a:gd name="connsiteX11" fmla="*/ 1992861 w 4407630"/>
              <a:gd name="connsiteY11" fmla="*/ 4042105 h 4380430"/>
              <a:gd name="connsiteX12" fmla="*/ 2174219 w 4407630"/>
              <a:gd name="connsiteY12" fmla="*/ 3541869 h 4380430"/>
              <a:gd name="connsiteX13" fmla="*/ 2006683 w 4407630"/>
              <a:gd name="connsiteY13" fmla="*/ 2408213 h 4380430"/>
              <a:gd name="connsiteX14" fmla="*/ 2000714 w 4407630"/>
              <a:gd name="connsiteY14" fmla="*/ 2399045 h 4380430"/>
              <a:gd name="connsiteX15" fmla="*/ 1939752 w 4407630"/>
              <a:gd name="connsiteY15" fmla="*/ 1952905 h 4380430"/>
              <a:gd name="connsiteX16" fmla="*/ 1962380 w 4407630"/>
              <a:gd name="connsiteY16" fmla="*/ 1930273 h 4380430"/>
              <a:gd name="connsiteX17" fmla="*/ 777214 w 4407630"/>
              <a:gd name="connsiteY17" fmla="*/ 473997 h 4380430"/>
              <a:gd name="connsiteX18" fmla="*/ 45851 w 4407630"/>
              <a:gd name="connsiteY18" fmla="*/ 39223 h 4380430"/>
              <a:gd name="connsiteX19" fmla="*/ 481230 w 4407630"/>
              <a:gd name="connsiteY19" fmla="*/ 769509 h 4380430"/>
              <a:gd name="connsiteX20" fmla="*/ 1939733 w 4407630"/>
              <a:gd name="connsiteY20" fmla="*/ 1952905 h 4380430"/>
              <a:gd name="connsiteX21" fmla="*/ 2218027 w 4407630"/>
              <a:gd name="connsiteY21" fmla="*/ 279272 h 4380430"/>
              <a:gd name="connsiteX22" fmla="*/ 2036708 w 4407630"/>
              <a:gd name="connsiteY22" fmla="*/ 771153 h 4380430"/>
              <a:gd name="connsiteX23" fmla="*/ 2204205 w 4407630"/>
              <a:gd name="connsiteY23" fmla="*/ 1885601 h 4380430"/>
              <a:gd name="connsiteX24" fmla="*/ 2231869 w 4407630"/>
              <a:gd name="connsiteY24" fmla="*/ 1885601 h 4380430"/>
              <a:gd name="connsiteX25" fmla="*/ 2399405 w 4407630"/>
              <a:gd name="connsiteY25" fmla="*/ 771153 h 4380430"/>
              <a:gd name="connsiteX26" fmla="*/ 2218047 w 4407630"/>
              <a:gd name="connsiteY26" fmla="*/ 279272 h 4380430"/>
              <a:gd name="connsiteX27" fmla="*/ 2472425 w 4407630"/>
              <a:gd name="connsiteY27" fmla="*/ 2427638 h 4380430"/>
              <a:gd name="connsiteX28" fmla="*/ 2449797 w 4407630"/>
              <a:gd name="connsiteY28" fmla="*/ 2450231 h 4380430"/>
              <a:gd name="connsiteX29" fmla="*/ 3635002 w 4407630"/>
              <a:gd name="connsiteY29" fmla="*/ 3906507 h 4380430"/>
              <a:gd name="connsiteX30" fmla="*/ 4366346 w 4407630"/>
              <a:gd name="connsiteY30" fmla="*/ 4341162 h 4380430"/>
              <a:gd name="connsiteX31" fmla="*/ 3930927 w 4407630"/>
              <a:gd name="connsiteY31" fmla="*/ 3610975 h 4380430"/>
              <a:gd name="connsiteX32" fmla="*/ 2472425 w 4407630"/>
              <a:gd name="connsiteY32" fmla="*/ 2427618 h 4380430"/>
              <a:gd name="connsiteX33" fmla="*/ 3636986 w 4407630"/>
              <a:gd name="connsiteY33" fmla="*/ 474828 h 4380430"/>
              <a:gd name="connsiteX34" fmla="*/ 2451820 w 4407630"/>
              <a:gd name="connsiteY34" fmla="*/ 1931164 h 4380430"/>
              <a:gd name="connsiteX35" fmla="*/ 2474447 w 4407630"/>
              <a:gd name="connsiteY35" fmla="*/ 1953717 h 4380430"/>
              <a:gd name="connsiteX36" fmla="*/ 3932950 w 4407630"/>
              <a:gd name="connsiteY36" fmla="*/ 770400 h 4380430"/>
              <a:gd name="connsiteX37" fmla="*/ 4368329 w 4407630"/>
              <a:gd name="connsiteY37" fmla="*/ 40173 h 4380430"/>
              <a:gd name="connsiteX38" fmla="*/ 3636986 w 4407630"/>
              <a:gd name="connsiteY38" fmla="*/ 474828 h 4380430"/>
              <a:gd name="connsiteX39" fmla="*/ 3753932 w 4407630"/>
              <a:gd name="connsiteY39" fmla="*/ 2387382 h 4380430"/>
              <a:gd name="connsiteX40" fmla="*/ 4298642 w 4407630"/>
              <a:gd name="connsiteY40" fmla="*/ 2206380 h 4380430"/>
              <a:gd name="connsiteX41" fmla="*/ 3753932 w 4407630"/>
              <a:gd name="connsiteY41" fmla="*/ 2025239 h 4380430"/>
              <a:gd name="connsiteX42" fmla="*/ 2519604 w 4407630"/>
              <a:gd name="connsiteY42" fmla="*/ 2192519 h 4380430"/>
              <a:gd name="connsiteX43" fmla="*/ 2519604 w 4407630"/>
              <a:gd name="connsiteY43" fmla="*/ 2220181 h 4380430"/>
              <a:gd name="connsiteX44" fmla="*/ 3753932 w 4407630"/>
              <a:gd name="connsiteY44" fmla="*/ 2387363 h 4380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4407630" h="4380430">
                <a:moveTo>
                  <a:pt x="2000714" y="2399025"/>
                </a:moveTo>
                <a:cubicBezTo>
                  <a:pt x="1998691" y="2396867"/>
                  <a:pt x="1995955" y="2394986"/>
                  <a:pt x="1992345" y="2393857"/>
                </a:cubicBezTo>
                <a:cubicBezTo>
                  <a:pt x="1690213" y="2299960"/>
                  <a:pt x="1325553" y="2226577"/>
                  <a:pt x="856996" y="2226577"/>
                </a:cubicBezTo>
                <a:cubicBezTo>
                  <a:pt x="515816" y="2226577"/>
                  <a:pt x="355896" y="2260675"/>
                  <a:pt x="355896" y="2407659"/>
                </a:cubicBezTo>
                <a:cubicBezTo>
                  <a:pt x="355896" y="2554643"/>
                  <a:pt x="515816" y="2588740"/>
                  <a:pt x="856996" y="2588740"/>
                </a:cubicBezTo>
                <a:cubicBezTo>
                  <a:pt x="1243768" y="2588740"/>
                  <a:pt x="1559643" y="2538703"/>
                  <a:pt x="1828101" y="2468428"/>
                </a:cubicBezTo>
                <a:cubicBezTo>
                  <a:pt x="1427031" y="2741130"/>
                  <a:pt x="981676" y="3127926"/>
                  <a:pt x="476808" y="3626895"/>
                </a:cubicBezTo>
                <a:cubicBezTo>
                  <a:pt x="80675" y="4018364"/>
                  <a:pt x="-78492" y="4228157"/>
                  <a:pt x="36550" y="4341796"/>
                </a:cubicBezTo>
                <a:cubicBezTo>
                  <a:pt x="151493" y="4455375"/>
                  <a:pt x="363808" y="4298194"/>
                  <a:pt x="759941" y="3906765"/>
                </a:cubicBezTo>
                <a:cubicBezTo>
                  <a:pt x="1264750" y="3407835"/>
                  <a:pt x="1656242" y="2967774"/>
                  <a:pt x="1932177" y="2571493"/>
                </a:cubicBezTo>
                <a:cubicBezTo>
                  <a:pt x="1861696" y="2839680"/>
                  <a:pt x="1811503" y="3155311"/>
                  <a:pt x="1811503" y="3541869"/>
                </a:cubicBezTo>
                <a:cubicBezTo>
                  <a:pt x="1811503" y="3882449"/>
                  <a:pt x="1845652" y="4042105"/>
                  <a:pt x="1992861" y="4042105"/>
                </a:cubicBezTo>
                <a:cubicBezTo>
                  <a:pt x="2140070" y="4042105"/>
                  <a:pt x="2174219" y="3882429"/>
                  <a:pt x="2174219" y="3541869"/>
                </a:cubicBezTo>
                <a:cubicBezTo>
                  <a:pt x="2174219" y="3073987"/>
                  <a:pt x="2100784" y="2709844"/>
                  <a:pt x="2006683" y="2408213"/>
                </a:cubicBezTo>
                <a:cubicBezTo>
                  <a:pt x="2005414" y="2404035"/>
                  <a:pt x="2003253" y="2401025"/>
                  <a:pt x="2000714" y="2399045"/>
                </a:cubicBezTo>
                <a:moveTo>
                  <a:pt x="1939752" y="1952905"/>
                </a:moveTo>
                <a:cubicBezTo>
                  <a:pt x="1962420" y="1967420"/>
                  <a:pt x="1976916" y="1952945"/>
                  <a:pt x="1962380" y="1930273"/>
                </a:cubicBezTo>
                <a:cubicBezTo>
                  <a:pt x="1687397" y="1502469"/>
                  <a:pt x="1322777" y="1018667"/>
                  <a:pt x="777214" y="473997"/>
                </a:cubicBezTo>
                <a:cubicBezTo>
                  <a:pt x="380130" y="77399"/>
                  <a:pt x="166069" y="-80752"/>
                  <a:pt x="45851" y="39223"/>
                </a:cubicBezTo>
                <a:cubicBezTo>
                  <a:pt x="-74308" y="159198"/>
                  <a:pt x="84046" y="372932"/>
                  <a:pt x="481230" y="769509"/>
                </a:cubicBezTo>
                <a:cubicBezTo>
                  <a:pt x="1026733" y="1314279"/>
                  <a:pt x="1511235" y="1678303"/>
                  <a:pt x="1939733" y="1952905"/>
                </a:cubicBezTo>
                <a:moveTo>
                  <a:pt x="2218027" y="279272"/>
                </a:moveTo>
                <a:cubicBezTo>
                  <a:pt x="2070818" y="279272"/>
                  <a:pt x="2036708" y="436315"/>
                  <a:pt x="2036708" y="771153"/>
                </a:cubicBezTo>
                <a:cubicBezTo>
                  <a:pt x="2036708" y="1231133"/>
                  <a:pt x="2110104" y="1589039"/>
                  <a:pt x="2204205" y="1885601"/>
                </a:cubicBezTo>
                <a:cubicBezTo>
                  <a:pt x="2209143" y="1901343"/>
                  <a:pt x="2226872" y="1901343"/>
                  <a:pt x="2231869" y="1885601"/>
                </a:cubicBezTo>
                <a:cubicBezTo>
                  <a:pt x="2325970" y="1589039"/>
                  <a:pt x="2399405" y="1231133"/>
                  <a:pt x="2399405" y="771153"/>
                </a:cubicBezTo>
                <a:cubicBezTo>
                  <a:pt x="2399405" y="436315"/>
                  <a:pt x="2365256" y="279272"/>
                  <a:pt x="2218047" y="279272"/>
                </a:cubicBezTo>
                <a:moveTo>
                  <a:pt x="2472425" y="2427638"/>
                </a:moveTo>
                <a:cubicBezTo>
                  <a:pt x="2449757" y="2413084"/>
                  <a:pt x="2435260" y="2427598"/>
                  <a:pt x="2449797" y="2450231"/>
                </a:cubicBezTo>
                <a:cubicBezTo>
                  <a:pt x="2724839" y="2878035"/>
                  <a:pt x="3089400" y="3361797"/>
                  <a:pt x="3635002" y="3906507"/>
                </a:cubicBezTo>
                <a:cubicBezTo>
                  <a:pt x="4032127" y="4303025"/>
                  <a:pt x="4246148" y="4461237"/>
                  <a:pt x="4366346" y="4341162"/>
                </a:cubicBezTo>
                <a:cubicBezTo>
                  <a:pt x="4486504" y="4221227"/>
                  <a:pt x="4328151" y="4007493"/>
                  <a:pt x="3930927" y="3610975"/>
                </a:cubicBezTo>
                <a:cubicBezTo>
                  <a:pt x="3385464" y="3066206"/>
                  <a:pt x="2900922" y="2702181"/>
                  <a:pt x="2472425" y="2427618"/>
                </a:cubicBezTo>
                <a:moveTo>
                  <a:pt x="3636986" y="474828"/>
                </a:moveTo>
                <a:cubicBezTo>
                  <a:pt x="3091383" y="1019499"/>
                  <a:pt x="2726802" y="1503300"/>
                  <a:pt x="2451820" y="1931164"/>
                </a:cubicBezTo>
                <a:cubicBezTo>
                  <a:pt x="2437283" y="1953796"/>
                  <a:pt x="2451721" y="1968271"/>
                  <a:pt x="2474447" y="1953717"/>
                </a:cubicBezTo>
                <a:cubicBezTo>
                  <a:pt x="2902905" y="1679154"/>
                  <a:pt x="3387447" y="1315130"/>
                  <a:pt x="3932950" y="770400"/>
                </a:cubicBezTo>
                <a:cubicBezTo>
                  <a:pt x="4330114" y="373842"/>
                  <a:pt x="4488527" y="160188"/>
                  <a:pt x="4368329" y="40173"/>
                </a:cubicBezTo>
                <a:cubicBezTo>
                  <a:pt x="4248210" y="-79842"/>
                  <a:pt x="4034110" y="78310"/>
                  <a:pt x="3636986" y="474828"/>
                </a:cubicBezTo>
                <a:moveTo>
                  <a:pt x="3753932" y="2387382"/>
                </a:moveTo>
                <a:cubicBezTo>
                  <a:pt x="4124799" y="2387382"/>
                  <a:pt x="4298642" y="2353364"/>
                  <a:pt x="4298642" y="2206380"/>
                </a:cubicBezTo>
                <a:cubicBezTo>
                  <a:pt x="4298642" y="2059396"/>
                  <a:pt x="4124799" y="2025239"/>
                  <a:pt x="3753932" y="2025239"/>
                </a:cubicBezTo>
                <a:cubicBezTo>
                  <a:pt x="3244542" y="2025239"/>
                  <a:pt x="2848091" y="2098622"/>
                  <a:pt x="2519604" y="2192519"/>
                </a:cubicBezTo>
                <a:cubicBezTo>
                  <a:pt x="2502291" y="2197450"/>
                  <a:pt x="2502291" y="2215251"/>
                  <a:pt x="2519604" y="2220181"/>
                </a:cubicBezTo>
                <a:cubicBezTo>
                  <a:pt x="2848091" y="2314078"/>
                  <a:pt x="3244561" y="2387363"/>
                  <a:pt x="3753932" y="2387363"/>
                </a:cubicBezTo>
              </a:path>
            </a:pathLst>
          </a:custGeom>
          <a:solidFill>
            <a:schemeClr val="tx1"/>
          </a:solidFill>
          <a:ln w="0" cap="flat">
            <a:noFill/>
            <a:prstDash val="solid"/>
            <a:miter/>
          </a:ln>
        </p:spPr>
        <p:txBody>
          <a:bodyPr rtlCol="0" anchor="ctr"/>
          <a:lstStyle/>
          <a:p>
            <a:endParaRPr lang="de-DE"/>
          </a:p>
        </p:txBody>
      </p:sp>
      <p:sp>
        <p:nvSpPr>
          <p:cNvPr id="49" name="Grafik 28">
            <a:extLst>
              <a:ext uri="{FF2B5EF4-FFF2-40B4-BE49-F238E27FC236}">
                <a16:creationId xmlns:a16="http://schemas.microsoft.com/office/drawing/2014/main" id="{8EEE24E8-BEB8-D58D-BF6A-908A67CC3649}"/>
              </a:ext>
            </a:extLst>
          </p:cNvPr>
          <p:cNvSpPr>
            <a:spLocks noChangeAspect="1"/>
          </p:cNvSpPr>
          <p:nvPr/>
        </p:nvSpPr>
        <p:spPr>
          <a:xfrm>
            <a:off x="10773335" y="3551173"/>
            <a:ext cx="434682" cy="432000"/>
          </a:xfrm>
          <a:custGeom>
            <a:avLst/>
            <a:gdLst>
              <a:gd name="connsiteX0" fmla="*/ 2000714 w 4407630"/>
              <a:gd name="connsiteY0" fmla="*/ 2399025 h 4380430"/>
              <a:gd name="connsiteX1" fmla="*/ 1992345 w 4407630"/>
              <a:gd name="connsiteY1" fmla="*/ 2393857 h 4380430"/>
              <a:gd name="connsiteX2" fmla="*/ 856996 w 4407630"/>
              <a:gd name="connsiteY2" fmla="*/ 2226577 h 4380430"/>
              <a:gd name="connsiteX3" fmla="*/ 355896 w 4407630"/>
              <a:gd name="connsiteY3" fmla="*/ 2407659 h 4380430"/>
              <a:gd name="connsiteX4" fmla="*/ 856996 w 4407630"/>
              <a:gd name="connsiteY4" fmla="*/ 2588740 h 4380430"/>
              <a:gd name="connsiteX5" fmla="*/ 1828101 w 4407630"/>
              <a:gd name="connsiteY5" fmla="*/ 2468428 h 4380430"/>
              <a:gd name="connsiteX6" fmla="*/ 476808 w 4407630"/>
              <a:gd name="connsiteY6" fmla="*/ 3626895 h 4380430"/>
              <a:gd name="connsiteX7" fmla="*/ 36550 w 4407630"/>
              <a:gd name="connsiteY7" fmla="*/ 4341796 h 4380430"/>
              <a:gd name="connsiteX8" fmla="*/ 759941 w 4407630"/>
              <a:gd name="connsiteY8" fmla="*/ 3906765 h 4380430"/>
              <a:gd name="connsiteX9" fmla="*/ 1932177 w 4407630"/>
              <a:gd name="connsiteY9" fmla="*/ 2571493 h 4380430"/>
              <a:gd name="connsiteX10" fmla="*/ 1811503 w 4407630"/>
              <a:gd name="connsiteY10" fmla="*/ 3541869 h 4380430"/>
              <a:gd name="connsiteX11" fmla="*/ 1992861 w 4407630"/>
              <a:gd name="connsiteY11" fmla="*/ 4042105 h 4380430"/>
              <a:gd name="connsiteX12" fmla="*/ 2174219 w 4407630"/>
              <a:gd name="connsiteY12" fmla="*/ 3541869 h 4380430"/>
              <a:gd name="connsiteX13" fmla="*/ 2006683 w 4407630"/>
              <a:gd name="connsiteY13" fmla="*/ 2408213 h 4380430"/>
              <a:gd name="connsiteX14" fmla="*/ 2000714 w 4407630"/>
              <a:gd name="connsiteY14" fmla="*/ 2399045 h 4380430"/>
              <a:gd name="connsiteX15" fmla="*/ 1939752 w 4407630"/>
              <a:gd name="connsiteY15" fmla="*/ 1952905 h 4380430"/>
              <a:gd name="connsiteX16" fmla="*/ 1962380 w 4407630"/>
              <a:gd name="connsiteY16" fmla="*/ 1930273 h 4380430"/>
              <a:gd name="connsiteX17" fmla="*/ 777214 w 4407630"/>
              <a:gd name="connsiteY17" fmla="*/ 473997 h 4380430"/>
              <a:gd name="connsiteX18" fmla="*/ 45851 w 4407630"/>
              <a:gd name="connsiteY18" fmla="*/ 39223 h 4380430"/>
              <a:gd name="connsiteX19" fmla="*/ 481230 w 4407630"/>
              <a:gd name="connsiteY19" fmla="*/ 769509 h 4380430"/>
              <a:gd name="connsiteX20" fmla="*/ 1939733 w 4407630"/>
              <a:gd name="connsiteY20" fmla="*/ 1952905 h 4380430"/>
              <a:gd name="connsiteX21" fmla="*/ 2218027 w 4407630"/>
              <a:gd name="connsiteY21" fmla="*/ 279272 h 4380430"/>
              <a:gd name="connsiteX22" fmla="*/ 2036708 w 4407630"/>
              <a:gd name="connsiteY22" fmla="*/ 771153 h 4380430"/>
              <a:gd name="connsiteX23" fmla="*/ 2204205 w 4407630"/>
              <a:gd name="connsiteY23" fmla="*/ 1885601 h 4380430"/>
              <a:gd name="connsiteX24" fmla="*/ 2231869 w 4407630"/>
              <a:gd name="connsiteY24" fmla="*/ 1885601 h 4380430"/>
              <a:gd name="connsiteX25" fmla="*/ 2399405 w 4407630"/>
              <a:gd name="connsiteY25" fmla="*/ 771153 h 4380430"/>
              <a:gd name="connsiteX26" fmla="*/ 2218047 w 4407630"/>
              <a:gd name="connsiteY26" fmla="*/ 279272 h 4380430"/>
              <a:gd name="connsiteX27" fmla="*/ 2472425 w 4407630"/>
              <a:gd name="connsiteY27" fmla="*/ 2427638 h 4380430"/>
              <a:gd name="connsiteX28" fmla="*/ 2449797 w 4407630"/>
              <a:gd name="connsiteY28" fmla="*/ 2450231 h 4380430"/>
              <a:gd name="connsiteX29" fmla="*/ 3635002 w 4407630"/>
              <a:gd name="connsiteY29" fmla="*/ 3906507 h 4380430"/>
              <a:gd name="connsiteX30" fmla="*/ 4366346 w 4407630"/>
              <a:gd name="connsiteY30" fmla="*/ 4341162 h 4380430"/>
              <a:gd name="connsiteX31" fmla="*/ 3930927 w 4407630"/>
              <a:gd name="connsiteY31" fmla="*/ 3610975 h 4380430"/>
              <a:gd name="connsiteX32" fmla="*/ 2472425 w 4407630"/>
              <a:gd name="connsiteY32" fmla="*/ 2427618 h 4380430"/>
              <a:gd name="connsiteX33" fmla="*/ 3636986 w 4407630"/>
              <a:gd name="connsiteY33" fmla="*/ 474828 h 4380430"/>
              <a:gd name="connsiteX34" fmla="*/ 2451820 w 4407630"/>
              <a:gd name="connsiteY34" fmla="*/ 1931164 h 4380430"/>
              <a:gd name="connsiteX35" fmla="*/ 2474447 w 4407630"/>
              <a:gd name="connsiteY35" fmla="*/ 1953717 h 4380430"/>
              <a:gd name="connsiteX36" fmla="*/ 3932950 w 4407630"/>
              <a:gd name="connsiteY36" fmla="*/ 770400 h 4380430"/>
              <a:gd name="connsiteX37" fmla="*/ 4368329 w 4407630"/>
              <a:gd name="connsiteY37" fmla="*/ 40173 h 4380430"/>
              <a:gd name="connsiteX38" fmla="*/ 3636986 w 4407630"/>
              <a:gd name="connsiteY38" fmla="*/ 474828 h 4380430"/>
              <a:gd name="connsiteX39" fmla="*/ 3753932 w 4407630"/>
              <a:gd name="connsiteY39" fmla="*/ 2387382 h 4380430"/>
              <a:gd name="connsiteX40" fmla="*/ 4298642 w 4407630"/>
              <a:gd name="connsiteY40" fmla="*/ 2206380 h 4380430"/>
              <a:gd name="connsiteX41" fmla="*/ 3753932 w 4407630"/>
              <a:gd name="connsiteY41" fmla="*/ 2025239 h 4380430"/>
              <a:gd name="connsiteX42" fmla="*/ 2519604 w 4407630"/>
              <a:gd name="connsiteY42" fmla="*/ 2192519 h 4380430"/>
              <a:gd name="connsiteX43" fmla="*/ 2519604 w 4407630"/>
              <a:gd name="connsiteY43" fmla="*/ 2220181 h 4380430"/>
              <a:gd name="connsiteX44" fmla="*/ 3753932 w 4407630"/>
              <a:gd name="connsiteY44" fmla="*/ 2387363 h 4380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4407630" h="4380430">
                <a:moveTo>
                  <a:pt x="2000714" y="2399025"/>
                </a:moveTo>
                <a:cubicBezTo>
                  <a:pt x="1998691" y="2396867"/>
                  <a:pt x="1995955" y="2394986"/>
                  <a:pt x="1992345" y="2393857"/>
                </a:cubicBezTo>
                <a:cubicBezTo>
                  <a:pt x="1690213" y="2299960"/>
                  <a:pt x="1325553" y="2226577"/>
                  <a:pt x="856996" y="2226577"/>
                </a:cubicBezTo>
                <a:cubicBezTo>
                  <a:pt x="515816" y="2226577"/>
                  <a:pt x="355896" y="2260675"/>
                  <a:pt x="355896" y="2407659"/>
                </a:cubicBezTo>
                <a:cubicBezTo>
                  <a:pt x="355896" y="2554643"/>
                  <a:pt x="515816" y="2588740"/>
                  <a:pt x="856996" y="2588740"/>
                </a:cubicBezTo>
                <a:cubicBezTo>
                  <a:pt x="1243768" y="2588740"/>
                  <a:pt x="1559643" y="2538703"/>
                  <a:pt x="1828101" y="2468428"/>
                </a:cubicBezTo>
                <a:cubicBezTo>
                  <a:pt x="1427031" y="2741130"/>
                  <a:pt x="981676" y="3127926"/>
                  <a:pt x="476808" y="3626895"/>
                </a:cubicBezTo>
                <a:cubicBezTo>
                  <a:pt x="80675" y="4018364"/>
                  <a:pt x="-78492" y="4228157"/>
                  <a:pt x="36550" y="4341796"/>
                </a:cubicBezTo>
                <a:cubicBezTo>
                  <a:pt x="151493" y="4455375"/>
                  <a:pt x="363808" y="4298194"/>
                  <a:pt x="759941" y="3906765"/>
                </a:cubicBezTo>
                <a:cubicBezTo>
                  <a:pt x="1264750" y="3407835"/>
                  <a:pt x="1656242" y="2967774"/>
                  <a:pt x="1932177" y="2571493"/>
                </a:cubicBezTo>
                <a:cubicBezTo>
                  <a:pt x="1861696" y="2839680"/>
                  <a:pt x="1811503" y="3155311"/>
                  <a:pt x="1811503" y="3541869"/>
                </a:cubicBezTo>
                <a:cubicBezTo>
                  <a:pt x="1811503" y="3882449"/>
                  <a:pt x="1845652" y="4042105"/>
                  <a:pt x="1992861" y="4042105"/>
                </a:cubicBezTo>
                <a:cubicBezTo>
                  <a:pt x="2140070" y="4042105"/>
                  <a:pt x="2174219" y="3882429"/>
                  <a:pt x="2174219" y="3541869"/>
                </a:cubicBezTo>
                <a:cubicBezTo>
                  <a:pt x="2174219" y="3073987"/>
                  <a:pt x="2100784" y="2709844"/>
                  <a:pt x="2006683" y="2408213"/>
                </a:cubicBezTo>
                <a:cubicBezTo>
                  <a:pt x="2005414" y="2404035"/>
                  <a:pt x="2003253" y="2401025"/>
                  <a:pt x="2000714" y="2399045"/>
                </a:cubicBezTo>
                <a:moveTo>
                  <a:pt x="1939752" y="1952905"/>
                </a:moveTo>
                <a:cubicBezTo>
                  <a:pt x="1962420" y="1967420"/>
                  <a:pt x="1976916" y="1952945"/>
                  <a:pt x="1962380" y="1930273"/>
                </a:cubicBezTo>
                <a:cubicBezTo>
                  <a:pt x="1687397" y="1502469"/>
                  <a:pt x="1322777" y="1018667"/>
                  <a:pt x="777214" y="473997"/>
                </a:cubicBezTo>
                <a:cubicBezTo>
                  <a:pt x="380130" y="77399"/>
                  <a:pt x="166069" y="-80752"/>
                  <a:pt x="45851" y="39223"/>
                </a:cubicBezTo>
                <a:cubicBezTo>
                  <a:pt x="-74308" y="159198"/>
                  <a:pt x="84046" y="372932"/>
                  <a:pt x="481230" y="769509"/>
                </a:cubicBezTo>
                <a:cubicBezTo>
                  <a:pt x="1026733" y="1314279"/>
                  <a:pt x="1511235" y="1678303"/>
                  <a:pt x="1939733" y="1952905"/>
                </a:cubicBezTo>
                <a:moveTo>
                  <a:pt x="2218027" y="279272"/>
                </a:moveTo>
                <a:cubicBezTo>
                  <a:pt x="2070818" y="279272"/>
                  <a:pt x="2036708" y="436315"/>
                  <a:pt x="2036708" y="771153"/>
                </a:cubicBezTo>
                <a:cubicBezTo>
                  <a:pt x="2036708" y="1231133"/>
                  <a:pt x="2110104" y="1589039"/>
                  <a:pt x="2204205" y="1885601"/>
                </a:cubicBezTo>
                <a:cubicBezTo>
                  <a:pt x="2209143" y="1901343"/>
                  <a:pt x="2226872" y="1901343"/>
                  <a:pt x="2231869" y="1885601"/>
                </a:cubicBezTo>
                <a:cubicBezTo>
                  <a:pt x="2325970" y="1589039"/>
                  <a:pt x="2399405" y="1231133"/>
                  <a:pt x="2399405" y="771153"/>
                </a:cubicBezTo>
                <a:cubicBezTo>
                  <a:pt x="2399405" y="436315"/>
                  <a:pt x="2365256" y="279272"/>
                  <a:pt x="2218047" y="279272"/>
                </a:cubicBezTo>
                <a:moveTo>
                  <a:pt x="2472425" y="2427638"/>
                </a:moveTo>
                <a:cubicBezTo>
                  <a:pt x="2449757" y="2413084"/>
                  <a:pt x="2435260" y="2427598"/>
                  <a:pt x="2449797" y="2450231"/>
                </a:cubicBezTo>
                <a:cubicBezTo>
                  <a:pt x="2724839" y="2878035"/>
                  <a:pt x="3089400" y="3361797"/>
                  <a:pt x="3635002" y="3906507"/>
                </a:cubicBezTo>
                <a:cubicBezTo>
                  <a:pt x="4032127" y="4303025"/>
                  <a:pt x="4246148" y="4461237"/>
                  <a:pt x="4366346" y="4341162"/>
                </a:cubicBezTo>
                <a:cubicBezTo>
                  <a:pt x="4486504" y="4221227"/>
                  <a:pt x="4328151" y="4007493"/>
                  <a:pt x="3930927" y="3610975"/>
                </a:cubicBezTo>
                <a:cubicBezTo>
                  <a:pt x="3385464" y="3066206"/>
                  <a:pt x="2900922" y="2702181"/>
                  <a:pt x="2472425" y="2427618"/>
                </a:cubicBezTo>
                <a:moveTo>
                  <a:pt x="3636986" y="474828"/>
                </a:moveTo>
                <a:cubicBezTo>
                  <a:pt x="3091383" y="1019499"/>
                  <a:pt x="2726802" y="1503300"/>
                  <a:pt x="2451820" y="1931164"/>
                </a:cubicBezTo>
                <a:cubicBezTo>
                  <a:pt x="2437283" y="1953796"/>
                  <a:pt x="2451721" y="1968271"/>
                  <a:pt x="2474447" y="1953717"/>
                </a:cubicBezTo>
                <a:cubicBezTo>
                  <a:pt x="2902905" y="1679154"/>
                  <a:pt x="3387447" y="1315130"/>
                  <a:pt x="3932950" y="770400"/>
                </a:cubicBezTo>
                <a:cubicBezTo>
                  <a:pt x="4330114" y="373842"/>
                  <a:pt x="4488527" y="160188"/>
                  <a:pt x="4368329" y="40173"/>
                </a:cubicBezTo>
                <a:cubicBezTo>
                  <a:pt x="4248210" y="-79842"/>
                  <a:pt x="4034110" y="78310"/>
                  <a:pt x="3636986" y="474828"/>
                </a:cubicBezTo>
                <a:moveTo>
                  <a:pt x="3753932" y="2387382"/>
                </a:moveTo>
                <a:cubicBezTo>
                  <a:pt x="4124799" y="2387382"/>
                  <a:pt x="4298642" y="2353364"/>
                  <a:pt x="4298642" y="2206380"/>
                </a:cubicBezTo>
                <a:cubicBezTo>
                  <a:pt x="4298642" y="2059396"/>
                  <a:pt x="4124799" y="2025239"/>
                  <a:pt x="3753932" y="2025239"/>
                </a:cubicBezTo>
                <a:cubicBezTo>
                  <a:pt x="3244542" y="2025239"/>
                  <a:pt x="2848091" y="2098622"/>
                  <a:pt x="2519604" y="2192519"/>
                </a:cubicBezTo>
                <a:cubicBezTo>
                  <a:pt x="2502291" y="2197450"/>
                  <a:pt x="2502291" y="2215251"/>
                  <a:pt x="2519604" y="2220181"/>
                </a:cubicBezTo>
                <a:cubicBezTo>
                  <a:pt x="2848091" y="2314078"/>
                  <a:pt x="3244561" y="2387363"/>
                  <a:pt x="3753932" y="2387363"/>
                </a:cubicBezTo>
              </a:path>
            </a:pathLst>
          </a:custGeom>
          <a:solidFill>
            <a:schemeClr val="accent4"/>
          </a:solidFill>
          <a:ln w="0" cap="flat">
            <a:noFill/>
            <a:prstDash val="solid"/>
            <a:miter/>
          </a:ln>
        </p:spPr>
        <p:txBody>
          <a:bodyPr rtlCol="0" anchor="ctr"/>
          <a:lstStyle/>
          <a:p>
            <a:endParaRPr lang="de-DE"/>
          </a:p>
        </p:txBody>
      </p:sp>
    </p:spTree>
    <p:extLst>
      <p:ext uri="{BB962C8B-B14F-4D97-AF65-F5344CB8AC3E}">
        <p14:creationId xmlns:p14="http://schemas.microsoft.com/office/powerpoint/2010/main" val="39958255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platzhalter 12">
            <a:extLst>
              <a:ext uri="{FF2B5EF4-FFF2-40B4-BE49-F238E27FC236}">
                <a16:creationId xmlns:a16="http://schemas.microsoft.com/office/drawing/2014/main" id="{813A121E-6020-00B3-80A7-E7BD802357BB}"/>
              </a:ext>
            </a:extLst>
          </p:cNvPr>
          <p:cNvSpPr txBox="1">
            <a:spLocks/>
          </p:cNvSpPr>
          <p:nvPr/>
        </p:nvSpPr>
        <p:spPr>
          <a:xfrm>
            <a:off x="479425" y="1385763"/>
            <a:ext cx="3013583" cy="4048479"/>
          </a:xfrm>
          <a:prstGeom prst="round2SameRect">
            <a:avLst>
              <a:gd name="adj1" fmla="val 1529"/>
              <a:gd name="adj2" fmla="val 1358"/>
            </a:avLst>
          </a:prstGeom>
          <a:solidFill>
            <a:schemeClr val="accent4"/>
          </a:solidFill>
        </p:spPr>
        <p:txBody>
          <a:bodyPr vert="horz" wrap="square" lIns="251999" tIns="251999" rIns="251999" bIns="251999" rtlCol="0">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pPr lvl="2">
              <a:lnSpc>
                <a:spcPct val="100000"/>
              </a:lnSpc>
            </a:pPr>
            <a:r>
              <a:rPr lang="de-DE" dirty="0" err="1">
                <a:latin typeface="+mj-lt"/>
              </a:rPr>
              <a:t>Lorem</a:t>
            </a:r>
            <a:r>
              <a:rPr lang="de-DE" dirty="0">
                <a:latin typeface="+mj-lt"/>
              </a:rPr>
              <a:t> </a:t>
            </a:r>
            <a:r>
              <a:rPr lang="de-DE" dirty="0" err="1">
                <a:latin typeface="+mj-lt"/>
              </a:rPr>
              <a:t>ipsum</a:t>
            </a:r>
            <a:r>
              <a:rPr lang="de-DE" dirty="0">
                <a:latin typeface="+mj-lt"/>
              </a:rPr>
              <a:t> </a:t>
            </a:r>
            <a:r>
              <a:rPr lang="de-DE" dirty="0" err="1">
                <a:latin typeface="+mj-lt"/>
              </a:rPr>
              <a:t>dolor</a:t>
            </a:r>
            <a:r>
              <a:rPr lang="de-DE" dirty="0">
                <a:latin typeface="+mj-lt"/>
              </a:rPr>
              <a:t> </a:t>
            </a:r>
            <a:br>
              <a:rPr lang="de-DE" dirty="0">
                <a:latin typeface="+mj-lt"/>
              </a:rPr>
            </a:br>
            <a:r>
              <a:rPr lang="de-DE" dirty="0" err="1">
                <a:latin typeface="+mj-lt"/>
              </a:rPr>
              <a:t>sit</a:t>
            </a:r>
            <a:r>
              <a:rPr lang="de-DE" dirty="0">
                <a:latin typeface="+mj-lt"/>
              </a:rPr>
              <a:t> </a:t>
            </a:r>
            <a:r>
              <a:rPr lang="de-DE" dirty="0" err="1">
                <a:latin typeface="+mj-lt"/>
              </a:rPr>
              <a:t>amet</a:t>
            </a:r>
            <a:endParaRPr lang="de-DE" dirty="0">
              <a:latin typeface="+mj-lt"/>
            </a:endParaRPr>
          </a:p>
          <a:p>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 et </a:t>
            </a:r>
            <a:r>
              <a:rPr lang="de-DE" dirty="0" err="1">
                <a:latin typeface="BarmeniaGothaer Offc" panose="020B0503020204020204" pitchFamily="34" charset="0"/>
              </a:rPr>
              <a:t>dolore</a:t>
            </a:r>
            <a:r>
              <a:rPr lang="de-DE" dirty="0">
                <a:latin typeface="BarmeniaGothaer Offc" panose="020B0503020204020204" pitchFamily="34" charset="0"/>
              </a:rPr>
              <a:t> </a:t>
            </a:r>
            <a:r>
              <a:rPr lang="de-DE" dirty="0" err="1">
                <a:latin typeface="BarmeniaGothaer Offc" panose="020B0503020204020204" pitchFamily="34" charset="0"/>
              </a:rPr>
              <a:t>aliquyam</a:t>
            </a:r>
            <a:r>
              <a:rPr lang="de-DE" dirty="0">
                <a:latin typeface="BarmeniaGothaer Offc" panose="020B0503020204020204" pitchFamily="34" charset="0"/>
              </a:rPr>
              <a:t> erat. </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 </a:t>
            </a:r>
            <a:r>
              <a:rPr lang="de-DE" dirty="0" err="1">
                <a:latin typeface="BarmeniaGothaer Offc" panose="020B0503020204020204" pitchFamily="34" charset="0"/>
              </a:rPr>
              <a:t>no</a:t>
            </a:r>
            <a:r>
              <a:rPr lang="de-DE" dirty="0">
                <a:latin typeface="BarmeniaGothaer Offc" panose="020B0503020204020204" pitchFamily="34" charset="0"/>
              </a:rPr>
              <a:t> </a:t>
            </a:r>
            <a:r>
              <a:rPr lang="de-DE" dirty="0" err="1">
                <a:latin typeface="BarmeniaGothaer Offc" panose="020B0503020204020204" pitchFamily="34" charset="0"/>
              </a:rPr>
              <a:t>sea</a:t>
            </a:r>
            <a:r>
              <a:rPr lang="de-DE" dirty="0">
                <a:latin typeface="BarmeniaGothaer Offc" panose="020B0503020204020204" pitchFamily="34" charset="0"/>
              </a:rPr>
              <a:t> </a:t>
            </a:r>
            <a:r>
              <a:rPr lang="de-DE" dirty="0" err="1">
                <a:latin typeface="BarmeniaGothaer Offc" panose="020B0503020204020204" pitchFamily="34" charset="0"/>
              </a:rPr>
              <a:t>takimata</a:t>
            </a:r>
            <a:r>
              <a:rPr lang="de-DE" dirty="0">
                <a:latin typeface="BarmeniaGothaer Offc" panose="020B0503020204020204" pitchFamily="34" charset="0"/>
              </a:rPr>
              <a:t> sanctus.</a:t>
            </a:r>
          </a:p>
        </p:txBody>
      </p:sp>
      <p:sp>
        <p:nvSpPr>
          <p:cNvPr id="2" name="Titel 1">
            <a:extLst>
              <a:ext uri="{FF2B5EF4-FFF2-40B4-BE49-F238E27FC236}">
                <a16:creationId xmlns:a16="http://schemas.microsoft.com/office/drawing/2014/main" id="{7CF48548-5674-06C2-5F52-42B1CC28E163}"/>
              </a:ext>
            </a:extLst>
          </p:cNvPr>
          <p:cNvSpPr>
            <a:spLocks noGrp="1"/>
          </p:cNvSpPr>
          <p:nvPr>
            <p:ph type="title"/>
          </p:nvPr>
        </p:nvSpPr>
        <p:spPr/>
        <p:txBody>
          <a:bodyPr/>
          <a:lstStyle/>
          <a:p>
            <a:r>
              <a:rPr lang="de-DE" dirty="0" err="1"/>
              <a:t>Textboxen</a:t>
            </a:r>
            <a:endParaRPr lang="de-DE" dirty="0"/>
          </a:p>
        </p:txBody>
      </p:sp>
      <p:sp>
        <p:nvSpPr>
          <p:cNvPr id="3" name="Datumsplatzhalter 2">
            <a:extLst>
              <a:ext uri="{FF2B5EF4-FFF2-40B4-BE49-F238E27FC236}">
                <a16:creationId xmlns:a16="http://schemas.microsoft.com/office/drawing/2014/main" id="{03FBD490-C9C6-4109-7CD5-19FCE2F860C0}"/>
              </a:ext>
            </a:extLst>
          </p:cNvPr>
          <p:cNvSpPr>
            <a:spLocks noGrp="1"/>
          </p:cNvSpPr>
          <p:nvPr>
            <p:ph type="dt" sz="half" idx="10"/>
          </p:nvPr>
        </p:nvSpPr>
        <p:spPr/>
        <p:txBody>
          <a:bodyPr/>
          <a:lstStyle/>
          <a:p>
            <a:fld id="{248DD431-686C-0C49-9B87-62E1CB8F9B8F}" type="datetime1">
              <a:rPr lang="de-DE" smtClean="0"/>
              <a:t>22.06.2026</a:t>
            </a:fld>
            <a:endParaRPr lang="de-DE"/>
          </a:p>
        </p:txBody>
      </p:sp>
      <p:sp>
        <p:nvSpPr>
          <p:cNvPr id="4" name="Fußzeilenplatzhalter 3">
            <a:extLst>
              <a:ext uri="{FF2B5EF4-FFF2-40B4-BE49-F238E27FC236}">
                <a16:creationId xmlns:a16="http://schemas.microsoft.com/office/drawing/2014/main" id="{A831BF0C-7BCD-6873-7C16-1F29A34B0E92}"/>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D74B9233-9B86-EF6B-2779-45F1C5918811}"/>
              </a:ext>
            </a:extLst>
          </p:cNvPr>
          <p:cNvSpPr>
            <a:spLocks noGrp="1"/>
          </p:cNvSpPr>
          <p:nvPr>
            <p:ph type="sldNum" sz="quarter" idx="12"/>
          </p:nvPr>
        </p:nvSpPr>
        <p:spPr/>
        <p:txBody>
          <a:bodyPr/>
          <a:lstStyle/>
          <a:p>
            <a:fld id="{D188B27D-4802-6948-A101-6CF6A7142FF4}" type="slidenum">
              <a:rPr lang="de-DE" smtClean="0"/>
              <a:t>55</a:t>
            </a:fld>
            <a:endParaRPr lang="de-DE"/>
          </a:p>
        </p:txBody>
      </p:sp>
      <p:sp>
        <p:nvSpPr>
          <p:cNvPr id="9" name="Inhaltsplatzhalter 5">
            <a:extLst>
              <a:ext uri="{FF2B5EF4-FFF2-40B4-BE49-F238E27FC236}">
                <a16:creationId xmlns:a16="http://schemas.microsoft.com/office/drawing/2014/main" id="{FEC84445-CF60-D76B-8E4D-97A54E44ACEF}"/>
              </a:ext>
            </a:extLst>
          </p:cNvPr>
          <p:cNvSpPr txBox="1">
            <a:spLocks/>
          </p:cNvSpPr>
          <p:nvPr/>
        </p:nvSpPr>
        <p:spPr>
          <a:xfrm>
            <a:off x="3924490" y="1385763"/>
            <a:ext cx="3013583" cy="4048479"/>
          </a:xfrm>
          <a:prstGeom prst="round2SameRect">
            <a:avLst>
              <a:gd name="adj1" fmla="val 1325"/>
              <a:gd name="adj2" fmla="val 1468"/>
            </a:avLst>
          </a:prstGeom>
          <a:solidFill>
            <a:schemeClr val="accent2"/>
          </a:solidFill>
        </p:spPr>
        <p:txBody>
          <a:bodyPr wrap="square" lIns="251999" tIns="251999" rIns="251999" bIns="251999">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lvl="2">
              <a:lnSpc>
                <a:spcPct val="100000"/>
              </a:lnSpc>
            </a:pPr>
            <a:r>
              <a:rPr lang="de-DE" dirty="0" err="1">
                <a:latin typeface="+mj-lt"/>
              </a:rPr>
              <a:t>Lorem</a:t>
            </a:r>
            <a:r>
              <a:rPr lang="de-DE" dirty="0">
                <a:latin typeface="+mj-lt"/>
              </a:rPr>
              <a:t> </a:t>
            </a:r>
            <a:r>
              <a:rPr lang="de-DE" dirty="0" err="1">
                <a:latin typeface="+mj-lt"/>
              </a:rPr>
              <a:t>ipsum</a:t>
            </a:r>
            <a:r>
              <a:rPr lang="de-DE" dirty="0">
                <a:latin typeface="+mj-lt"/>
              </a:rPr>
              <a:t> </a:t>
            </a:r>
            <a:r>
              <a:rPr lang="de-DE" dirty="0" err="1">
                <a:latin typeface="+mj-lt"/>
              </a:rPr>
              <a:t>dolor</a:t>
            </a:r>
            <a:r>
              <a:rPr lang="de-DE" dirty="0">
                <a:latin typeface="+mj-lt"/>
              </a:rPr>
              <a:t> </a:t>
            </a:r>
            <a:br>
              <a:rPr lang="de-DE" dirty="0">
                <a:latin typeface="+mj-lt"/>
              </a:rPr>
            </a:br>
            <a:r>
              <a:rPr lang="de-DE" dirty="0" err="1">
                <a:latin typeface="+mj-lt"/>
              </a:rPr>
              <a:t>sit</a:t>
            </a:r>
            <a:r>
              <a:rPr lang="de-DE" dirty="0">
                <a:latin typeface="+mj-lt"/>
              </a:rPr>
              <a:t> </a:t>
            </a:r>
            <a:r>
              <a:rPr lang="de-DE" dirty="0" err="1">
                <a:latin typeface="+mj-lt"/>
              </a:rPr>
              <a:t>amet</a:t>
            </a:r>
            <a:endParaRPr lang="de-DE" dirty="0">
              <a:latin typeface="+mj-lt"/>
            </a:endParaRPr>
          </a:p>
          <a:p>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 et </a:t>
            </a:r>
            <a:r>
              <a:rPr lang="de-DE" dirty="0" err="1">
                <a:latin typeface="BarmeniaGothaer Offc" panose="020B0503020204020204" pitchFamily="34" charset="0"/>
              </a:rPr>
              <a:t>dolore</a:t>
            </a:r>
            <a:r>
              <a:rPr lang="de-DE" dirty="0">
                <a:latin typeface="BarmeniaGothaer Offc" panose="020B0503020204020204" pitchFamily="34" charset="0"/>
              </a:rPr>
              <a:t> </a:t>
            </a:r>
            <a:r>
              <a:rPr lang="de-DE" dirty="0" err="1">
                <a:latin typeface="BarmeniaGothaer Offc" panose="020B0503020204020204" pitchFamily="34" charset="0"/>
              </a:rPr>
              <a:t>aliquyam</a:t>
            </a:r>
            <a:r>
              <a:rPr lang="de-DE" dirty="0">
                <a:latin typeface="BarmeniaGothaer Offc" panose="020B0503020204020204" pitchFamily="34" charset="0"/>
              </a:rPr>
              <a:t> erat. </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 </a:t>
            </a:r>
            <a:r>
              <a:rPr lang="de-DE" dirty="0" err="1">
                <a:latin typeface="BarmeniaGothaer Offc" panose="020B0503020204020204" pitchFamily="34" charset="0"/>
              </a:rPr>
              <a:t>no</a:t>
            </a:r>
            <a:r>
              <a:rPr lang="de-DE" dirty="0">
                <a:latin typeface="BarmeniaGothaer Offc" panose="020B0503020204020204" pitchFamily="34" charset="0"/>
              </a:rPr>
              <a:t> </a:t>
            </a:r>
            <a:r>
              <a:rPr lang="de-DE" dirty="0" err="1">
                <a:latin typeface="BarmeniaGothaer Offc" panose="020B0503020204020204" pitchFamily="34" charset="0"/>
              </a:rPr>
              <a:t>sea</a:t>
            </a:r>
            <a:r>
              <a:rPr lang="de-DE" dirty="0">
                <a:latin typeface="BarmeniaGothaer Offc" panose="020B0503020204020204" pitchFamily="34" charset="0"/>
              </a:rPr>
              <a:t> </a:t>
            </a:r>
            <a:r>
              <a:rPr lang="de-DE" dirty="0" err="1">
                <a:latin typeface="BarmeniaGothaer Offc" panose="020B0503020204020204" pitchFamily="34" charset="0"/>
              </a:rPr>
              <a:t>takimata</a:t>
            </a:r>
            <a:r>
              <a:rPr lang="de-DE" dirty="0">
                <a:latin typeface="BarmeniaGothaer Offc" panose="020B0503020204020204" pitchFamily="34" charset="0"/>
              </a:rPr>
              <a:t> sanctus.</a:t>
            </a:r>
          </a:p>
        </p:txBody>
      </p:sp>
      <p:sp>
        <p:nvSpPr>
          <p:cNvPr id="10" name="Textplatzhalter 12">
            <a:extLst>
              <a:ext uri="{FF2B5EF4-FFF2-40B4-BE49-F238E27FC236}">
                <a16:creationId xmlns:a16="http://schemas.microsoft.com/office/drawing/2014/main" id="{7536C6D8-3094-7F11-022C-B0C2B4025225}"/>
              </a:ext>
            </a:extLst>
          </p:cNvPr>
          <p:cNvSpPr txBox="1">
            <a:spLocks/>
          </p:cNvSpPr>
          <p:nvPr/>
        </p:nvSpPr>
        <p:spPr>
          <a:xfrm>
            <a:off x="7369554" y="1385763"/>
            <a:ext cx="3013583" cy="4048479"/>
          </a:xfrm>
          <a:prstGeom prst="round2SameRect">
            <a:avLst>
              <a:gd name="adj1" fmla="val 1529"/>
              <a:gd name="adj2" fmla="val 1358"/>
            </a:avLst>
          </a:prstGeom>
          <a:solidFill>
            <a:schemeClr val="tx1"/>
          </a:solidFill>
        </p:spPr>
        <p:txBody>
          <a:bodyPr vert="horz" wrap="square" lIns="251999" tIns="251999" rIns="251999" bIns="251999" rtlCol="0">
            <a:spAutoFit/>
          </a:bodyPr>
          <a:lstStyle>
            <a:lvl1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bg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tx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tx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9pPr>
          </a:lstStyle>
          <a:p>
            <a:pPr lvl="2">
              <a:lnSpc>
                <a:spcPct val="100000"/>
              </a:lnSpc>
            </a:pPr>
            <a:r>
              <a:rPr lang="de-DE" dirty="0" err="1">
                <a:latin typeface="+mj-lt"/>
              </a:rPr>
              <a:t>Lorem</a:t>
            </a:r>
            <a:r>
              <a:rPr lang="de-DE" dirty="0">
                <a:latin typeface="+mj-lt"/>
              </a:rPr>
              <a:t> </a:t>
            </a:r>
            <a:r>
              <a:rPr lang="de-DE" dirty="0" err="1">
                <a:latin typeface="+mj-lt"/>
              </a:rPr>
              <a:t>ipsum</a:t>
            </a:r>
            <a:r>
              <a:rPr lang="de-DE" dirty="0">
                <a:latin typeface="+mj-lt"/>
              </a:rPr>
              <a:t> </a:t>
            </a:r>
            <a:r>
              <a:rPr lang="de-DE" dirty="0" err="1">
                <a:latin typeface="+mj-lt"/>
              </a:rPr>
              <a:t>dolor</a:t>
            </a:r>
            <a:r>
              <a:rPr lang="de-DE" dirty="0">
                <a:latin typeface="+mj-lt"/>
              </a:rPr>
              <a:t> </a:t>
            </a:r>
            <a:br>
              <a:rPr lang="de-DE" dirty="0">
                <a:latin typeface="+mj-lt"/>
              </a:rPr>
            </a:br>
            <a:r>
              <a:rPr lang="de-DE" dirty="0" err="1">
                <a:latin typeface="+mj-lt"/>
              </a:rPr>
              <a:t>sit</a:t>
            </a:r>
            <a:r>
              <a:rPr lang="de-DE" dirty="0">
                <a:latin typeface="+mj-lt"/>
              </a:rPr>
              <a:t> </a:t>
            </a:r>
            <a:r>
              <a:rPr lang="de-DE" dirty="0" err="1">
                <a:latin typeface="+mj-lt"/>
              </a:rPr>
              <a:t>amet</a:t>
            </a:r>
            <a:endParaRPr lang="de-DE" dirty="0">
              <a:latin typeface="+mj-lt"/>
            </a:endParaRPr>
          </a:p>
          <a:p>
            <a:r>
              <a:rPr lang="de-DE" dirty="0" err="1">
                <a:latin typeface="BarmeniaGothaer Offc" panose="020B0503020204020204" pitchFamily="34" charset="0"/>
              </a:rPr>
              <a:t>Consetetur</a:t>
            </a:r>
            <a:r>
              <a:rPr lang="de-DE" dirty="0">
                <a:latin typeface="BarmeniaGothaer Offc" panose="020B0503020204020204" pitchFamily="34" charset="0"/>
              </a:rPr>
              <a:t> </a:t>
            </a:r>
            <a:r>
              <a:rPr lang="de-DE" dirty="0" err="1">
                <a:latin typeface="BarmeniaGothaer Offc" panose="020B0503020204020204" pitchFamily="34" charset="0"/>
              </a:rPr>
              <a:t>sadipscing</a:t>
            </a:r>
            <a:r>
              <a:rPr lang="de-DE" dirty="0">
                <a:latin typeface="BarmeniaGothaer Offc" panose="020B0503020204020204" pitchFamily="34" charset="0"/>
              </a:rPr>
              <a:t> </a:t>
            </a:r>
            <a:r>
              <a:rPr lang="de-DE" dirty="0" err="1">
                <a:latin typeface="BarmeniaGothaer Offc" panose="020B0503020204020204" pitchFamily="34" charset="0"/>
              </a:rPr>
              <a:t>elitr</a:t>
            </a:r>
            <a:r>
              <a:rPr lang="de-DE" dirty="0">
                <a:latin typeface="BarmeniaGothaer Offc" panose="020B0503020204020204" pitchFamily="34" charset="0"/>
              </a:rPr>
              <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nonumy</a:t>
            </a:r>
            <a:r>
              <a:rPr lang="de-DE" dirty="0">
                <a:latin typeface="BarmeniaGothaer Offc" panose="020B0503020204020204" pitchFamily="34" charset="0"/>
              </a:rPr>
              <a:t> </a:t>
            </a:r>
            <a:r>
              <a:rPr lang="de-DE" dirty="0" err="1">
                <a:latin typeface="BarmeniaGothaer Offc" panose="020B0503020204020204" pitchFamily="34" charset="0"/>
              </a:rPr>
              <a:t>eirmod</a:t>
            </a:r>
            <a:r>
              <a:rPr lang="de-DE" dirty="0">
                <a:latin typeface="BarmeniaGothaer Offc" panose="020B0503020204020204" pitchFamily="34" charset="0"/>
              </a:rPr>
              <a:t> </a:t>
            </a:r>
            <a:r>
              <a:rPr lang="de-DE" dirty="0" err="1">
                <a:latin typeface="BarmeniaGothaer Offc" panose="020B0503020204020204" pitchFamily="34" charset="0"/>
              </a:rPr>
              <a:t>tempor</a:t>
            </a:r>
            <a:r>
              <a:rPr lang="de-DE" dirty="0">
                <a:latin typeface="BarmeniaGothaer Offc" panose="020B0503020204020204" pitchFamily="34" charset="0"/>
              </a:rPr>
              <a:t> </a:t>
            </a:r>
            <a:r>
              <a:rPr lang="de-DE" dirty="0" err="1">
                <a:latin typeface="BarmeniaGothaer Offc" panose="020B0503020204020204" pitchFamily="34" charset="0"/>
              </a:rPr>
              <a:t>invidunt</a:t>
            </a:r>
            <a:r>
              <a:rPr lang="de-DE" dirty="0">
                <a:latin typeface="BarmeniaGothaer Offc" panose="020B0503020204020204" pitchFamily="34" charset="0"/>
              </a:rPr>
              <a:t> </a:t>
            </a:r>
            <a:r>
              <a:rPr lang="de-DE" dirty="0" err="1">
                <a:latin typeface="BarmeniaGothaer Offc" panose="020B0503020204020204" pitchFamily="34" charset="0"/>
              </a:rPr>
              <a:t>ut</a:t>
            </a:r>
            <a:r>
              <a:rPr lang="de-DE" dirty="0">
                <a:latin typeface="BarmeniaGothaer Offc" panose="020B0503020204020204" pitchFamily="34" charset="0"/>
              </a:rPr>
              <a:t> </a:t>
            </a:r>
            <a:r>
              <a:rPr lang="de-DE" dirty="0" err="1">
                <a:latin typeface="BarmeniaGothaer Offc" panose="020B0503020204020204" pitchFamily="34" charset="0"/>
              </a:rPr>
              <a:t>labore</a:t>
            </a:r>
            <a:r>
              <a:rPr lang="de-DE" dirty="0">
                <a:latin typeface="BarmeniaGothaer Offc" panose="020B0503020204020204" pitchFamily="34" charset="0"/>
              </a:rPr>
              <a:t> et </a:t>
            </a:r>
            <a:r>
              <a:rPr lang="de-DE" dirty="0" err="1">
                <a:latin typeface="BarmeniaGothaer Offc" panose="020B0503020204020204" pitchFamily="34" charset="0"/>
              </a:rPr>
              <a:t>dolore</a:t>
            </a:r>
            <a:r>
              <a:rPr lang="de-DE" dirty="0">
                <a:latin typeface="BarmeniaGothaer Offc" panose="020B0503020204020204" pitchFamily="34" charset="0"/>
              </a:rPr>
              <a:t> </a:t>
            </a:r>
            <a:r>
              <a:rPr lang="de-DE" dirty="0" err="1">
                <a:latin typeface="BarmeniaGothaer Offc" panose="020B0503020204020204" pitchFamily="34" charset="0"/>
              </a:rPr>
              <a:t>aliquyam</a:t>
            </a:r>
            <a:r>
              <a:rPr lang="de-DE" dirty="0">
                <a:latin typeface="BarmeniaGothaer Offc" panose="020B0503020204020204" pitchFamily="34" charset="0"/>
              </a:rPr>
              <a:t> erat. </a:t>
            </a:r>
          </a:p>
          <a:p>
            <a:pPr lvl="1"/>
            <a:r>
              <a:rPr lang="de-DE" dirty="0" err="1">
                <a:latin typeface="BarmeniaGothaer Offc" panose="020B0503020204020204" pitchFamily="34" charset="0"/>
              </a:rPr>
              <a:t>Aliquyam</a:t>
            </a:r>
            <a:r>
              <a:rPr lang="de-DE" dirty="0">
                <a:latin typeface="BarmeniaGothaer Offc" panose="020B0503020204020204" pitchFamily="34" charset="0"/>
              </a:rPr>
              <a:t> erat, sed </a:t>
            </a:r>
            <a:r>
              <a:rPr lang="de-DE" dirty="0" err="1">
                <a:latin typeface="BarmeniaGothaer Offc" panose="020B0503020204020204" pitchFamily="34" charset="0"/>
              </a:rPr>
              <a:t>diam</a:t>
            </a:r>
            <a:r>
              <a:rPr lang="de-DE" dirty="0">
                <a:latin typeface="BarmeniaGothaer Offc" panose="020B0503020204020204" pitchFamily="34" charset="0"/>
              </a:rPr>
              <a:t> </a:t>
            </a:r>
            <a:r>
              <a:rPr lang="de-DE" dirty="0" err="1">
                <a:latin typeface="BarmeniaGothaer Offc" panose="020B0503020204020204" pitchFamily="34" charset="0"/>
              </a:rPr>
              <a:t>voluptua</a:t>
            </a:r>
            <a:r>
              <a:rPr lang="de-DE" dirty="0">
                <a:latin typeface="BarmeniaGothaer Offc" panose="020B0503020204020204" pitchFamily="34" charset="0"/>
              </a:rPr>
              <a:t>. </a:t>
            </a:r>
          </a:p>
          <a:p>
            <a:pPr lvl="1"/>
            <a:r>
              <a:rPr lang="de-DE" dirty="0">
                <a:latin typeface="BarmeniaGothaer Offc" panose="020B0503020204020204" pitchFamily="34" charset="0"/>
              </a:rPr>
              <a:t>At </a:t>
            </a:r>
            <a:r>
              <a:rPr lang="de-DE" dirty="0" err="1">
                <a:latin typeface="BarmeniaGothaer Offc" panose="020B0503020204020204" pitchFamily="34" charset="0"/>
              </a:rPr>
              <a:t>vero</a:t>
            </a:r>
            <a:r>
              <a:rPr lang="de-DE" dirty="0">
                <a:latin typeface="BarmeniaGothaer Offc" panose="020B0503020204020204" pitchFamily="34" charset="0"/>
              </a:rPr>
              <a:t> </a:t>
            </a:r>
            <a:r>
              <a:rPr lang="de-DE" dirty="0" err="1">
                <a:latin typeface="BarmeniaGothaer Offc" panose="020B0503020204020204" pitchFamily="34" charset="0"/>
              </a:rPr>
              <a:t>eos</a:t>
            </a:r>
            <a:r>
              <a:rPr lang="de-DE" dirty="0">
                <a:latin typeface="BarmeniaGothaer Offc" panose="020B0503020204020204" pitchFamily="34" charset="0"/>
              </a:rPr>
              <a:t> et </a:t>
            </a:r>
            <a:r>
              <a:rPr lang="de-DE" dirty="0" err="1">
                <a:latin typeface="BarmeniaGothaer Offc" panose="020B0503020204020204" pitchFamily="34" charset="0"/>
              </a:rPr>
              <a:t>accusam</a:t>
            </a:r>
            <a:r>
              <a:rPr lang="de-DE" dirty="0">
                <a:latin typeface="BarmeniaGothaer Offc" panose="020B0503020204020204" pitchFamily="34" charset="0"/>
              </a:rPr>
              <a:t> et </a:t>
            </a:r>
            <a:r>
              <a:rPr lang="de-DE" dirty="0" err="1">
                <a:latin typeface="BarmeniaGothaer Offc" panose="020B0503020204020204" pitchFamily="34" charset="0"/>
              </a:rPr>
              <a:t>justo</a:t>
            </a:r>
            <a:r>
              <a:rPr lang="de-DE" dirty="0">
                <a:latin typeface="BarmeniaGothaer Offc" panose="020B0503020204020204" pitchFamily="34" charset="0"/>
              </a:rPr>
              <a:t> </a:t>
            </a:r>
            <a:r>
              <a:rPr lang="de-DE" dirty="0" err="1">
                <a:latin typeface="BarmeniaGothaer Offc" panose="020B0503020204020204" pitchFamily="34" charset="0"/>
              </a:rPr>
              <a:t>duo</a:t>
            </a:r>
            <a:r>
              <a:rPr lang="de-DE" dirty="0">
                <a:latin typeface="BarmeniaGothaer Offc" panose="020B0503020204020204" pitchFamily="34" charset="0"/>
              </a:rPr>
              <a:t> </a:t>
            </a:r>
            <a:r>
              <a:rPr lang="de-DE" dirty="0" err="1">
                <a:latin typeface="BarmeniaGothaer Offc" panose="020B0503020204020204" pitchFamily="34" charset="0"/>
              </a:rPr>
              <a:t>dolores</a:t>
            </a:r>
            <a:r>
              <a:rPr lang="de-DE" dirty="0">
                <a:latin typeface="BarmeniaGothaer Offc" panose="020B0503020204020204" pitchFamily="34" charset="0"/>
              </a:rPr>
              <a:t> </a:t>
            </a:r>
          </a:p>
          <a:p>
            <a:pPr lvl="1"/>
            <a:r>
              <a:rPr lang="de-DE" dirty="0">
                <a:latin typeface="BarmeniaGothaer Offc" panose="020B0503020204020204" pitchFamily="34" charset="0"/>
              </a:rPr>
              <a:t>Et </a:t>
            </a:r>
            <a:r>
              <a:rPr lang="de-DE" dirty="0" err="1">
                <a:latin typeface="BarmeniaGothaer Offc" panose="020B0503020204020204" pitchFamily="34" charset="0"/>
              </a:rPr>
              <a:t>ea</a:t>
            </a:r>
            <a:r>
              <a:rPr lang="de-DE" dirty="0">
                <a:latin typeface="BarmeniaGothaer Offc" panose="020B0503020204020204" pitchFamily="34" charset="0"/>
              </a:rPr>
              <a:t> </a:t>
            </a:r>
            <a:r>
              <a:rPr lang="de-DE" dirty="0" err="1">
                <a:latin typeface="BarmeniaGothaer Offc" panose="020B0503020204020204" pitchFamily="34" charset="0"/>
              </a:rPr>
              <a:t>rebum</a:t>
            </a:r>
            <a:r>
              <a:rPr lang="de-DE" dirty="0">
                <a:latin typeface="BarmeniaGothaer Offc" panose="020B0503020204020204" pitchFamily="34" charset="0"/>
              </a:rPr>
              <a:t>. Stet </a:t>
            </a:r>
            <a:r>
              <a:rPr lang="de-DE" dirty="0" err="1">
                <a:latin typeface="BarmeniaGothaer Offc" panose="020B0503020204020204" pitchFamily="34" charset="0"/>
              </a:rPr>
              <a:t>clita</a:t>
            </a:r>
            <a:r>
              <a:rPr lang="de-DE" dirty="0">
                <a:latin typeface="BarmeniaGothaer Offc" panose="020B0503020204020204" pitchFamily="34" charset="0"/>
              </a:rPr>
              <a:t> </a:t>
            </a:r>
            <a:r>
              <a:rPr lang="de-DE" dirty="0" err="1">
                <a:latin typeface="BarmeniaGothaer Offc" panose="020B0503020204020204" pitchFamily="34" charset="0"/>
              </a:rPr>
              <a:t>kasd</a:t>
            </a:r>
            <a:r>
              <a:rPr lang="de-DE" dirty="0">
                <a:latin typeface="BarmeniaGothaer Offc" panose="020B0503020204020204" pitchFamily="34" charset="0"/>
              </a:rPr>
              <a:t> </a:t>
            </a:r>
            <a:r>
              <a:rPr lang="de-DE" dirty="0" err="1">
                <a:latin typeface="BarmeniaGothaer Offc" panose="020B0503020204020204" pitchFamily="34" charset="0"/>
              </a:rPr>
              <a:t>lorem</a:t>
            </a:r>
            <a:r>
              <a:rPr lang="de-DE" dirty="0">
                <a:latin typeface="BarmeniaGothaer Offc" panose="020B0503020204020204" pitchFamily="34" charset="0"/>
              </a:rPr>
              <a:t> </a:t>
            </a:r>
            <a:r>
              <a:rPr lang="de-DE" dirty="0" err="1">
                <a:latin typeface="BarmeniaGothaer Offc" panose="020B0503020204020204" pitchFamily="34" charset="0"/>
              </a:rPr>
              <a:t>gubergren</a:t>
            </a:r>
            <a:r>
              <a:rPr lang="de-DE" dirty="0">
                <a:latin typeface="BarmeniaGothaer Offc" panose="020B0503020204020204" pitchFamily="34" charset="0"/>
              </a:rPr>
              <a:t>, </a:t>
            </a:r>
            <a:r>
              <a:rPr lang="de-DE" dirty="0" err="1">
                <a:latin typeface="BarmeniaGothaer Offc" panose="020B0503020204020204" pitchFamily="34" charset="0"/>
              </a:rPr>
              <a:t>no</a:t>
            </a:r>
            <a:r>
              <a:rPr lang="de-DE" dirty="0">
                <a:latin typeface="BarmeniaGothaer Offc" panose="020B0503020204020204" pitchFamily="34" charset="0"/>
              </a:rPr>
              <a:t> </a:t>
            </a:r>
            <a:r>
              <a:rPr lang="de-DE" dirty="0" err="1">
                <a:latin typeface="BarmeniaGothaer Offc" panose="020B0503020204020204" pitchFamily="34" charset="0"/>
              </a:rPr>
              <a:t>sea</a:t>
            </a:r>
            <a:r>
              <a:rPr lang="de-DE" dirty="0">
                <a:latin typeface="BarmeniaGothaer Offc" panose="020B0503020204020204" pitchFamily="34" charset="0"/>
              </a:rPr>
              <a:t> </a:t>
            </a:r>
            <a:r>
              <a:rPr lang="de-DE" dirty="0" err="1">
                <a:latin typeface="BarmeniaGothaer Offc" panose="020B0503020204020204" pitchFamily="34" charset="0"/>
              </a:rPr>
              <a:t>takimata</a:t>
            </a:r>
            <a:r>
              <a:rPr lang="de-DE" dirty="0">
                <a:latin typeface="BarmeniaGothaer Offc" panose="020B0503020204020204" pitchFamily="34" charset="0"/>
              </a:rPr>
              <a:t> sanctus.</a:t>
            </a:r>
          </a:p>
        </p:txBody>
      </p:sp>
    </p:spTree>
    <p:extLst>
      <p:ext uri="{BB962C8B-B14F-4D97-AF65-F5344CB8AC3E}">
        <p14:creationId xmlns:p14="http://schemas.microsoft.com/office/powerpoint/2010/main" val="21403143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D322FE-C7FA-985F-B49A-CC8531568431}"/>
              </a:ext>
            </a:extLst>
          </p:cNvPr>
          <p:cNvSpPr>
            <a:spLocks noGrp="1"/>
          </p:cNvSpPr>
          <p:nvPr>
            <p:ph type="title"/>
          </p:nvPr>
        </p:nvSpPr>
        <p:spPr/>
        <p:txBody>
          <a:bodyPr/>
          <a:lstStyle/>
          <a:p>
            <a:r>
              <a:rPr lang="de-DE" dirty="0"/>
              <a:t>PowerPoint spezifische Farbabstufungen</a:t>
            </a:r>
          </a:p>
        </p:txBody>
      </p:sp>
      <p:sp>
        <p:nvSpPr>
          <p:cNvPr id="3" name="Datumsplatzhalter 2">
            <a:extLst>
              <a:ext uri="{FF2B5EF4-FFF2-40B4-BE49-F238E27FC236}">
                <a16:creationId xmlns:a16="http://schemas.microsoft.com/office/drawing/2014/main" id="{FAE6032E-AB91-DDAF-00A8-4741057ED866}"/>
              </a:ext>
            </a:extLst>
          </p:cNvPr>
          <p:cNvSpPr>
            <a:spLocks noGrp="1"/>
          </p:cNvSpPr>
          <p:nvPr>
            <p:ph type="dt" sz="half" idx="10"/>
          </p:nvPr>
        </p:nvSpPr>
        <p:spPr/>
        <p:txBody>
          <a:bodyPr/>
          <a:lstStyle/>
          <a:p>
            <a:fld id="{248DD431-686C-0C49-9B87-62E1CB8F9B8F}" type="datetime1">
              <a:rPr lang="de-DE" smtClean="0"/>
              <a:t>22.06.2026</a:t>
            </a:fld>
            <a:endParaRPr lang="de-DE"/>
          </a:p>
        </p:txBody>
      </p:sp>
      <p:sp>
        <p:nvSpPr>
          <p:cNvPr id="4" name="Fußzeilenplatzhalter 3">
            <a:extLst>
              <a:ext uri="{FF2B5EF4-FFF2-40B4-BE49-F238E27FC236}">
                <a16:creationId xmlns:a16="http://schemas.microsoft.com/office/drawing/2014/main" id="{5B180122-C972-D3D8-E721-7C5BE8E00C3D}"/>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104EF67B-C9F5-7B2A-9E67-92793A906535}"/>
              </a:ext>
            </a:extLst>
          </p:cNvPr>
          <p:cNvSpPr>
            <a:spLocks noGrp="1"/>
          </p:cNvSpPr>
          <p:nvPr>
            <p:ph type="sldNum" sz="quarter" idx="12"/>
          </p:nvPr>
        </p:nvSpPr>
        <p:spPr/>
        <p:txBody>
          <a:bodyPr/>
          <a:lstStyle/>
          <a:p>
            <a:fld id="{D188B27D-4802-6948-A101-6CF6A7142FF4}" type="slidenum">
              <a:rPr lang="de-DE" smtClean="0"/>
              <a:t>56</a:t>
            </a:fld>
            <a:endParaRPr lang="de-DE"/>
          </a:p>
        </p:txBody>
      </p:sp>
      <p:pic>
        <p:nvPicPr>
          <p:cNvPr id="30" name="Grafik 29">
            <a:extLst>
              <a:ext uri="{FF2B5EF4-FFF2-40B4-BE49-F238E27FC236}">
                <a16:creationId xmlns:a16="http://schemas.microsoft.com/office/drawing/2014/main" id="{05377A9C-4C0F-0EA4-1BF1-53970101AB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1612" y="1379605"/>
            <a:ext cx="3655402" cy="986379"/>
          </a:xfrm>
          <a:prstGeom prst="rect">
            <a:avLst/>
          </a:prstGeom>
        </p:spPr>
      </p:pic>
      <p:grpSp>
        <p:nvGrpSpPr>
          <p:cNvPr id="50" name="Gruppieren 49">
            <a:extLst>
              <a:ext uri="{FF2B5EF4-FFF2-40B4-BE49-F238E27FC236}">
                <a16:creationId xmlns:a16="http://schemas.microsoft.com/office/drawing/2014/main" id="{36D07474-2B40-C537-C475-B6048397AC63}"/>
              </a:ext>
            </a:extLst>
          </p:cNvPr>
          <p:cNvGrpSpPr/>
          <p:nvPr/>
        </p:nvGrpSpPr>
        <p:grpSpPr>
          <a:xfrm>
            <a:off x="5851720" y="1889411"/>
            <a:ext cx="3094572" cy="434093"/>
            <a:chOff x="1007870" y="1894651"/>
            <a:chExt cx="3390405" cy="339027"/>
          </a:xfrm>
        </p:grpSpPr>
        <p:sp>
          <p:nvSpPr>
            <p:cNvPr id="38" name="Freihandform 37">
              <a:extLst>
                <a:ext uri="{FF2B5EF4-FFF2-40B4-BE49-F238E27FC236}">
                  <a16:creationId xmlns:a16="http://schemas.microsoft.com/office/drawing/2014/main" id="{007D5EC2-94E6-C854-26ED-82BE8EEC1472}"/>
                </a:ext>
              </a:extLst>
            </p:cNvPr>
            <p:cNvSpPr/>
            <p:nvPr/>
          </p:nvSpPr>
          <p:spPr>
            <a:xfrm>
              <a:off x="2159776" y="1894651"/>
              <a:ext cx="320634" cy="339027"/>
            </a:xfrm>
            <a:custGeom>
              <a:avLst/>
              <a:gdLst>
                <a:gd name="connsiteX0" fmla="*/ 72 w 3403600"/>
                <a:gd name="connsiteY0" fmla="*/ 417 h 1955800"/>
                <a:gd name="connsiteX1" fmla="*/ 3403672 w 3403600"/>
                <a:gd name="connsiteY1" fmla="*/ 417 h 1955800"/>
                <a:gd name="connsiteX2" fmla="*/ 3403672 w 3403600"/>
                <a:gd name="connsiteY2" fmla="*/ 1956217 h 1955800"/>
                <a:gd name="connsiteX3" fmla="*/ 72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72" y="417"/>
                  </a:moveTo>
                  <a:lnTo>
                    <a:pt x="3403672" y="417"/>
                  </a:lnTo>
                  <a:lnTo>
                    <a:pt x="3403672" y="1956217"/>
                  </a:lnTo>
                  <a:lnTo>
                    <a:pt x="72" y="1956217"/>
                  </a:lnTo>
                  <a:close/>
                </a:path>
              </a:pathLst>
            </a:custGeom>
            <a:noFill/>
            <a:ln w="6350" cap="flat">
              <a:noFill/>
              <a:prstDash val="solid"/>
              <a:miter/>
            </a:ln>
          </p:spPr>
          <p:txBody>
            <a:bodyPr rtlCol="0" anchor="ctr"/>
            <a:lstStyle/>
            <a:p>
              <a:pPr algn="ctr"/>
              <a:r>
                <a:rPr lang="de-DE" sz="1200" dirty="0">
                  <a:solidFill>
                    <a:schemeClr val="bg1"/>
                  </a:solidFill>
                </a:rPr>
                <a:t>A</a:t>
              </a:r>
            </a:p>
          </p:txBody>
        </p:sp>
        <p:sp>
          <p:nvSpPr>
            <p:cNvPr id="39" name="Freihandform 38">
              <a:extLst>
                <a:ext uri="{FF2B5EF4-FFF2-40B4-BE49-F238E27FC236}">
                  <a16:creationId xmlns:a16="http://schemas.microsoft.com/office/drawing/2014/main" id="{04D31F17-3263-5733-192D-00DF9AD59AF2}"/>
                </a:ext>
              </a:extLst>
            </p:cNvPr>
            <p:cNvSpPr/>
            <p:nvPr/>
          </p:nvSpPr>
          <p:spPr>
            <a:xfrm>
              <a:off x="1773828" y="1894651"/>
              <a:ext cx="320634" cy="339027"/>
            </a:xfrm>
            <a:custGeom>
              <a:avLst/>
              <a:gdLst>
                <a:gd name="connsiteX0" fmla="*/ 72 w 3403600"/>
                <a:gd name="connsiteY0" fmla="*/ 417 h 1955800"/>
                <a:gd name="connsiteX1" fmla="*/ 3403672 w 3403600"/>
                <a:gd name="connsiteY1" fmla="*/ 417 h 1955800"/>
                <a:gd name="connsiteX2" fmla="*/ 3403672 w 3403600"/>
                <a:gd name="connsiteY2" fmla="*/ 1956217 h 1955800"/>
                <a:gd name="connsiteX3" fmla="*/ 72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72" y="417"/>
                  </a:moveTo>
                  <a:lnTo>
                    <a:pt x="3403672" y="417"/>
                  </a:lnTo>
                  <a:lnTo>
                    <a:pt x="3403672" y="1956217"/>
                  </a:lnTo>
                  <a:lnTo>
                    <a:pt x="72" y="1956217"/>
                  </a:lnTo>
                  <a:close/>
                </a:path>
              </a:pathLst>
            </a:custGeom>
            <a:noFill/>
            <a:ln w="6350" cap="flat">
              <a:noFill/>
              <a:prstDash val="solid"/>
              <a:miter/>
            </a:ln>
          </p:spPr>
          <p:txBody>
            <a:bodyPr rtlCol="0" anchor="ctr"/>
            <a:lstStyle/>
            <a:p>
              <a:pPr algn="ctr"/>
              <a:r>
                <a:rPr lang="de-DE" sz="1200" dirty="0">
                  <a:solidFill>
                    <a:schemeClr val="bg1"/>
                  </a:solidFill>
                </a:rPr>
                <a:t>A</a:t>
              </a:r>
            </a:p>
          </p:txBody>
        </p:sp>
        <p:sp>
          <p:nvSpPr>
            <p:cNvPr id="40" name="Freihandform 39">
              <a:extLst>
                <a:ext uri="{FF2B5EF4-FFF2-40B4-BE49-F238E27FC236}">
                  <a16:creationId xmlns:a16="http://schemas.microsoft.com/office/drawing/2014/main" id="{C97E5BF1-73C3-1736-57D9-582673A3A92E}"/>
                </a:ext>
              </a:extLst>
            </p:cNvPr>
            <p:cNvSpPr/>
            <p:nvPr/>
          </p:nvSpPr>
          <p:spPr>
            <a:xfrm>
              <a:off x="1007870" y="1894651"/>
              <a:ext cx="320634" cy="339027"/>
            </a:xfrm>
            <a:custGeom>
              <a:avLst/>
              <a:gdLst>
                <a:gd name="connsiteX0" fmla="*/ 72 w 3403600"/>
                <a:gd name="connsiteY0" fmla="*/ 417 h 1955800"/>
                <a:gd name="connsiteX1" fmla="*/ 3403672 w 3403600"/>
                <a:gd name="connsiteY1" fmla="*/ 417 h 1955800"/>
                <a:gd name="connsiteX2" fmla="*/ 3403672 w 3403600"/>
                <a:gd name="connsiteY2" fmla="*/ 1956217 h 1955800"/>
                <a:gd name="connsiteX3" fmla="*/ 72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72" y="417"/>
                  </a:moveTo>
                  <a:lnTo>
                    <a:pt x="3403672" y="417"/>
                  </a:lnTo>
                  <a:lnTo>
                    <a:pt x="3403672" y="1956217"/>
                  </a:lnTo>
                  <a:lnTo>
                    <a:pt x="72" y="1956217"/>
                  </a:lnTo>
                  <a:close/>
                </a:path>
              </a:pathLst>
            </a:custGeom>
            <a:noFill/>
            <a:ln w="6350" cap="flat">
              <a:noFill/>
              <a:prstDash val="solid"/>
              <a:miter/>
            </a:ln>
          </p:spPr>
          <p:txBody>
            <a:bodyPr rtlCol="0" anchor="ctr"/>
            <a:lstStyle/>
            <a:p>
              <a:pPr algn="ctr"/>
              <a:r>
                <a:rPr lang="de-DE" sz="1200" dirty="0">
                  <a:solidFill>
                    <a:schemeClr val="bg1"/>
                  </a:solidFill>
                </a:rPr>
                <a:t>A</a:t>
              </a:r>
            </a:p>
          </p:txBody>
        </p:sp>
        <p:sp>
          <p:nvSpPr>
            <p:cNvPr id="41" name="Freihandform 40">
              <a:extLst>
                <a:ext uri="{FF2B5EF4-FFF2-40B4-BE49-F238E27FC236}">
                  <a16:creationId xmlns:a16="http://schemas.microsoft.com/office/drawing/2014/main" id="{086AA802-193B-7712-2977-0F34C386B9FF}"/>
                </a:ext>
              </a:extLst>
            </p:cNvPr>
            <p:cNvSpPr/>
            <p:nvPr/>
          </p:nvSpPr>
          <p:spPr>
            <a:xfrm>
              <a:off x="2539787" y="1894651"/>
              <a:ext cx="320634" cy="339027"/>
            </a:xfrm>
            <a:custGeom>
              <a:avLst/>
              <a:gdLst>
                <a:gd name="connsiteX0" fmla="*/ 72 w 3403600"/>
                <a:gd name="connsiteY0" fmla="*/ 417 h 1955800"/>
                <a:gd name="connsiteX1" fmla="*/ 3403672 w 3403600"/>
                <a:gd name="connsiteY1" fmla="*/ 417 h 1955800"/>
                <a:gd name="connsiteX2" fmla="*/ 3403672 w 3403600"/>
                <a:gd name="connsiteY2" fmla="*/ 1956217 h 1955800"/>
                <a:gd name="connsiteX3" fmla="*/ 72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72" y="417"/>
                  </a:moveTo>
                  <a:lnTo>
                    <a:pt x="3403672" y="417"/>
                  </a:lnTo>
                  <a:lnTo>
                    <a:pt x="3403672" y="1956217"/>
                  </a:lnTo>
                  <a:lnTo>
                    <a:pt x="72" y="1956217"/>
                  </a:lnTo>
                  <a:close/>
                </a:path>
              </a:pathLst>
            </a:custGeom>
            <a:noFill/>
            <a:ln w="6350" cap="flat">
              <a:noFill/>
              <a:prstDash val="solid"/>
              <a:miter/>
            </a:ln>
          </p:spPr>
          <p:txBody>
            <a:bodyPr rtlCol="0" anchor="ctr"/>
            <a:lstStyle/>
            <a:p>
              <a:pPr algn="ctr"/>
              <a:r>
                <a:rPr lang="de-DE" sz="1200" dirty="0">
                  <a:solidFill>
                    <a:schemeClr val="bg1"/>
                  </a:solidFill>
                </a:rPr>
                <a:t>C</a:t>
              </a:r>
            </a:p>
          </p:txBody>
        </p:sp>
        <p:sp>
          <p:nvSpPr>
            <p:cNvPr id="42" name="Freihandform 41">
              <a:extLst>
                <a:ext uri="{FF2B5EF4-FFF2-40B4-BE49-F238E27FC236}">
                  <a16:creationId xmlns:a16="http://schemas.microsoft.com/office/drawing/2014/main" id="{9D9E7C26-BC9B-3885-11AE-3436153D2BFC}"/>
                </a:ext>
              </a:extLst>
            </p:cNvPr>
            <p:cNvSpPr/>
            <p:nvPr/>
          </p:nvSpPr>
          <p:spPr>
            <a:xfrm>
              <a:off x="2931674" y="1894651"/>
              <a:ext cx="320632" cy="339027"/>
            </a:xfrm>
            <a:custGeom>
              <a:avLst/>
              <a:gdLst>
                <a:gd name="connsiteX0" fmla="*/ 72 w 3403600"/>
                <a:gd name="connsiteY0" fmla="*/ 417 h 1955800"/>
                <a:gd name="connsiteX1" fmla="*/ 3403672 w 3403600"/>
                <a:gd name="connsiteY1" fmla="*/ 417 h 1955800"/>
                <a:gd name="connsiteX2" fmla="*/ 3403672 w 3403600"/>
                <a:gd name="connsiteY2" fmla="*/ 1956217 h 1955800"/>
                <a:gd name="connsiteX3" fmla="*/ 72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72" y="417"/>
                  </a:moveTo>
                  <a:lnTo>
                    <a:pt x="3403672" y="417"/>
                  </a:lnTo>
                  <a:lnTo>
                    <a:pt x="3403672" y="1956217"/>
                  </a:lnTo>
                  <a:lnTo>
                    <a:pt x="72" y="1956217"/>
                  </a:lnTo>
                  <a:close/>
                </a:path>
              </a:pathLst>
            </a:custGeom>
            <a:noFill/>
            <a:ln w="6350" cap="flat">
              <a:noFill/>
              <a:prstDash val="solid"/>
              <a:miter/>
            </a:ln>
          </p:spPr>
          <p:txBody>
            <a:bodyPr lIns="0" tIns="0" rIns="0" bIns="0" rtlCol="0" anchor="ctr"/>
            <a:lstStyle/>
            <a:p>
              <a:pPr algn="ctr"/>
              <a:r>
                <a:rPr lang="de-DE" sz="1200" dirty="0">
                  <a:solidFill>
                    <a:schemeClr val="bg1"/>
                  </a:solidFill>
                </a:rPr>
                <a:t>C.0</a:t>
              </a:r>
            </a:p>
          </p:txBody>
        </p:sp>
        <p:sp>
          <p:nvSpPr>
            <p:cNvPr id="43" name="Freihandform 42">
              <a:extLst>
                <a:ext uri="{FF2B5EF4-FFF2-40B4-BE49-F238E27FC236}">
                  <a16:creationId xmlns:a16="http://schemas.microsoft.com/office/drawing/2014/main" id="{F75503D9-20BE-ACF0-B29B-A9EA9B79EED7}"/>
                </a:ext>
              </a:extLst>
            </p:cNvPr>
            <p:cNvSpPr/>
            <p:nvPr/>
          </p:nvSpPr>
          <p:spPr>
            <a:xfrm>
              <a:off x="3311684" y="1894651"/>
              <a:ext cx="320632" cy="339027"/>
            </a:xfrm>
            <a:custGeom>
              <a:avLst/>
              <a:gdLst>
                <a:gd name="connsiteX0" fmla="*/ 72 w 3403600"/>
                <a:gd name="connsiteY0" fmla="*/ 417 h 1955800"/>
                <a:gd name="connsiteX1" fmla="*/ 3403672 w 3403600"/>
                <a:gd name="connsiteY1" fmla="*/ 417 h 1955800"/>
                <a:gd name="connsiteX2" fmla="*/ 3403672 w 3403600"/>
                <a:gd name="connsiteY2" fmla="*/ 1956217 h 1955800"/>
                <a:gd name="connsiteX3" fmla="*/ 72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72" y="417"/>
                  </a:moveTo>
                  <a:lnTo>
                    <a:pt x="3403672" y="417"/>
                  </a:lnTo>
                  <a:lnTo>
                    <a:pt x="3403672" y="1956217"/>
                  </a:lnTo>
                  <a:lnTo>
                    <a:pt x="72" y="1956217"/>
                  </a:lnTo>
                  <a:close/>
                </a:path>
              </a:pathLst>
            </a:custGeom>
            <a:noFill/>
            <a:ln w="6350" cap="flat">
              <a:noFill/>
              <a:prstDash val="solid"/>
              <a:miter/>
            </a:ln>
          </p:spPr>
          <p:txBody>
            <a:bodyPr lIns="0" tIns="0" rIns="0" bIns="0" rtlCol="0" anchor="ctr"/>
            <a:lstStyle/>
            <a:p>
              <a:pPr algn="ctr"/>
              <a:r>
                <a:rPr lang="de-DE" sz="1200" dirty="0">
                  <a:solidFill>
                    <a:schemeClr val="bg1"/>
                  </a:solidFill>
                </a:rPr>
                <a:t>B</a:t>
              </a:r>
            </a:p>
          </p:txBody>
        </p:sp>
        <p:sp>
          <p:nvSpPr>
            <p:cNvPr id="44" name="Freihandform 43">
              <a:extLst>
                <a:ext uri="{FF2B5EF4-FFF2-40B4-BE49-F238E27FC236}">
                  <a16:creationId xmlns:a16="http://schemas.microsoft.com/office/drawing/2014/main" id="{A58E1C19-5822-E82D-1ADC-BB1EA1B9EF41}"/>
                </a:ext>
              </a:extLst>
            </p:cNvPr>
            <p:cNvSpPr/>
            <p:nvPr/>
          </p:nvSpPr>
          <p:spPr>
            <a:xfrm>
              <a:off x="3691695" y="1894651"/>
              <a:ext cx="320632" cy="339027"/>
            </a:xfrm>
            <a:custGeom>
              <a:avLst/>
              <a:gdLst>
                <a:gd name="connsiteX0" fmla="*/ 72 w 3403600"/>
                <a:gd name="connsiteY0" fmla="*/ 417 h 1955800"/>
                <a:gd name="connsiteX1" fmla="*/ 3403672 w 3403600"/>
                <a:gd name="connsiteY1" fmla="*/ 417 h 1955800"/>
                <a:gd name="connsiteX2" fmla="*/ 3403672 w 3403600"/>
                <a:gd name="connsiteY2" fmla="*/ 1956217 h 1955800"/>
                <a:gd name="connsiteX3" fmla="*/ 72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72" y="417"/>
                  </a:moveTo>
                  <a:lnTo>
                    <a:pt x="3403672" y="417"/>
                  </a:lnTo>
                  <a:lnTo>
                    <a:pt x="3403672" y="1956217"/>
                  </a:lnTo>
                  <a:lnTo>
                    <a:pt x="72" y="1956217"/>
                  </a:lnTo>
                  <a:close/>
                </a:path>
              </a:pathLst>
            </a:custGeom>
            <a:noFill/>
            <a:ln w="6350" cap="flat">
              <a:noFill/>
              <a:prstDash val="solid"/>
              <a:miter/>
            </a:ln>
          </p:spPr>
          <p:txBody>
            <a:bodyPr lIns="0" tIns="0" rIns="0" bIns="0" rtlCol="0" anchor="ctr"/>
            <a:lstStyle/>
            <a:p>
              <a:pPr algn="ctr"/>
              <a:r>
                <a:rPr lang="de-DE" sz="1200" dirty="0"/>
                <a:t>B.3</a:t>
              </a:r>
            </a:p>
          </p:txBody>
        </p:sp>
        <p:sp>
          <p:nvSpPr>
            <p:cNvPr id="45" name="Freihandform 44">
              <a:extLst>
                <a:ext uri="{FF2B5EF4-FFF2-40B4-BE49-F238E27FC236}">
                  <a16:creationId xmlns:a16="http://schemas.microsoft.com/office/drawing/2014/main" id="{E44ACFF6-BFE9-F6CA-53FC-A2D06FED91C1}"/>
                </a:ext>
              </a:extLst>
            </p:cNvPr>
            <p:cNvSpPr/>
            <p:nvPr/>
          </p:nvSpPr>
          <p:spPr>
            <a:xfrm>
              <a:off x="4077643" y="1894651"/>
              <a:ext cx="320632" cy="339027"/>
            </a:xfrm>
            <a:custGeom>
              <a:avLst/>
              <a:gdLst>
                <a:gd name="connsiteX0" fmla="*/ 72 w 3403600"/>
                <a:gd name="connsiteY0" fmla="*/ 417 h 1955800"/>
                <a:gd name="connsiteX1" fmla="*/ 3403672 w 3403600"/>
                <a:gd name="connsiteY1" fmla="*/ 417 h 1955800"/>
                <a:gd name="connsiteX2" fmla="*/ 3403672 w 3403600"/>
                <a:gd name="connsiteY2" fmla="*/ 1956217 h 1955800"/>
                <a:gd name="connsiteX3" fmla="*/ 72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72" y="417"/>
                  </a:moveTo>
                  <a:lnTo>
                    <a:pt x="3403672" y="417"/>
                  </a:lnTo>
                  <a:lnTo>
                    <a:pt x="3403672" y="1956217"/>
                  </a:lnTo>
                  <a:lnTo>
                    <a:pt x="72" y="1956217"/>
                  </a:lnTo>
                  <a:close/>
                </a:path>
              </a:pathLst>
            </a:custGeom>
            <a:noFill/>
            <a:ln w="6350" cap="flat">
              <a:noFill/>
              <a:prstDash val="solid"/>
              <a:miter/>
            </a:ln>
          </p:spPr>
          <p:txBody>
            <a:bodyPr lIns="0" tIns="0" rIns="0" bIns="0" rtlCol="0" anchor="ctr"/>
            <a:lstStyle/>
            <a:p>
              <a:pPr algn="ctr"/>
              <a:r>
                <a:rPr lang="de-DE" sz="1200" dirty="0">
                  <a:solidFill>
                    <a:schemeClr val="bg1"/>
                  </a:solidFill>
                </a:rPr>
                <a:t>A.1</a:t>
              </a:r>
            </a:p>
          </p:txBody>
        </p:sp>
      </p:grpSp>
      <p:grpSp>
        <p:nvGrpSpPr>
          <p:cNvPr id="55" name="Gruppieren 54">
            <a:extLst>
              <a:ext uri="{FF2B5EF4-FFF2-40B4-BE49-F238E27FC236}">
                <a16:creationId xmlns:a16="http://schemas.microsoft.com/office/drawing/2014/main" id="{CE238868-49FD-F8EA-87F9-952378EABEBC}"/>
              </a:ext>
            </a:extLst>
          </p:cNvPr>
          <p:cNvGrpSpPr/>
          <p:nvPr/>
        </p:nvGrpSpPr>
        <p:grpSpPr>
          <a:xfrm>
            <a:off x="479423" y="2931184"/>
            <a:ext cx="11233152" cy="3006451"/>
            <a:chOff x="479423" y="2821471"/>
            <a:chExt cx="11233152" cy="3118058"/>
          </a:xfrm>
        </p:grpSpPr>
        <p:sp>
          <p:nvSpPr>
            <p:cNvPr id="9" name="Freihandform 8">
              <a:extLst>
                <a:ext uri="{FF2B5EF4-FFF2-40B4-BE49-F238E27FC236}">
                  <a16:creationId xmlns:a16="http://schemas.microsoft.com/office/drawing/2014/main" id="{3AF89B4E-831A-4440-6C49-C86CF23E5449}"/>
                </a:ext>
              </a:extLst>
            </p:cNvPr>
            <p:cNvSpPr/>
            <p:nvPr/>
          </p:nvSpPr>
          <p:spPr>
            <a:xfrm>
              <a:off x="484240" y="5579528"/>
              <a:ext cx="2241813" cy="360001"/>
            </a:xfrm>
            <a:custGeom>
              <a:avLst/>
              <a:gdLst>
                <a:gd name="connsiteX0" fmla="*/ 1713 w 857250"/>
                <a:gd name="connsiteY0" fmla="*/ 346 h 3759200"/>
                <a:gd name="connsiteX1" fmla="*/ 858963 w 857250"/>
                <a:gd name="connsiteY1" fmla="*/ 346 h 3759200"/>
                <a:gd name="connsiteX2" fmla="*/ 858963 w 857250"/>
                <a:gd name="connsiteY2" fmla="*/ 3759546 h 3759200"/>
                <a:gd name="connsiteX3" fmla="*/ 1713 w 857250"/>
                <a:gd name="connsiteY3" fmla="*/ 3759546 h 3759200"/>
              </a:gdLst>
              <a:ahLst/>
              <a:cxnLst>
                <a:cxn ang="0">
                  <a:pos x="connsiteX0" y="connsiteY0"/>
                </a:cxn>
                <a:cxn ang="0">
                  <a:pos x="connsiteX1" y="connsiteY1"/>
                </a:cxn>
                <a:cxn ang="0">
                  <a:pos x="connsiteX2" y="connsiteY2"/>
                </a:cxn>
                <a:cxn ang="0">
                  <a:pos x="connsiteX3" y="connsiteY3"/>
                </a:cxn>
              </a:cxnLst>
              <a:rect l="l" t="t" r="r" b="b"/>
              <a:pathLst>
                <a:path w="857250" h="3759200">
                  <a:moveTo>
                    <a:pt x="1713" y="346"/>
                  </a:moveTo>
                  <a:lnTo>
                    <a:pt x="858963" y="346"/>
                  </a:lnTo>
                  <a:lnTo>
                    <a:pt x="858963" y="3759546"/>
                  </a:lnTo>
                  <a:lnTo>
                    <a:pt x="1713" y="3759546"/>
                  </a:lnTo>
                  <a:close/>
                </a:path>
              </a:pathLst>
            </a:custGeom>
            <a:solidFill>
              <a:srgbClr val="FF694E"/>
            </a:solidFill>
            <a:ln w="6350" cap="flat">
              <a:noFill/>
              <a:prstDash val="solid"/>
              <a:miter/>
            </a:ln>
          </p:spPr>
          <p:txBody>
            <a:bodyPr rtlCol="0" anchor="ctr"/>
            <a:lstStyle/>
            <a:p>
              <a:r>
                <a:rPr lang="de-DE" dirty="0"/>
                <a:t>Highlights</a:t>
              </a:r>
            </a:p>
          </p:txBody>
        </p:sp>
        <p:sp>
          <p:nvSpPr>
            <p:cNvPr id="7" name="Freihandform 6">
              <a:extLst>
                <a:ext uri="{FF2B5EF4-FFF2-40B4-BE49-F238E27FC236}">
                  <a16:creationId xmlns:a16="http://schemas.microsoft.com/office/drawing/2014/main" id="{7F6293AC-A327-EAD1-B0A3-51F0AE5065E6}"/>
                </a:ext>
              </a:extLst>
            </p:cNvPr>
            <p:cNvSpPr/>
            <p:nvPr/>
          </p:nvSpPr>
          <p:spPr>
            <a:xfrm>
              <a:off x="2733964" y="4766303"/>
              <a:ext cx="2246630" cy="600090"/>
            </a:xfrm>
            <a:custGeom>
              <a:avLst/>
              <a:gdLst>
                <a:gd name="connsiteX0" fmla="*/ 619 w 3403600"/>
                <a:gd name="connsiteY0" fmla="*/ 417 h 1955800"/>
                <a:gd name="connsiteX1" fmla="*/ 3404219 w 3403600"/>
                <a:gd name="connsiteY1" fmla="*/ 417 h 1955800"/>
                <a:gd name="connsiteX2" fmla="*/ 3404219 w 3403600"/>
                <a:gd name="connsiteY2" fmla="*/ 1956217 h 1955800"/>
                <a:gd name="connsiteX3" fmla="*/ 619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619" y="417"/>
                  </a:moveTo>
                  <a:lnTo>
                    <a:pt x="3404219" y="417"/>
                  </a:lnTo>
                  <a:lnTo>
                    <a:pt x="3404219" y="1956217"/>
                  </a:lnTo>
                  <a:lnTo>
                    <a:pt x="619" y="1956217"/>
                  </a:lnTo>
                  <a:close/>
                </a:path>
              </a:pathLst>
            </a:custGeom>
            <a:solidFill>
              <a:srgbClr val="BABAFF"/>
            </a:solidFill>
            <a:ln w="6350" cap="flat">
              <a:noFill/>
              <a:prstDash val="solid"/>
              <a:miter/>
            </a:ln>
          </p:spPr>
          <p:txBody>
            <a:bodyPr rtlCol="0" anchor="ctr"/>
            <a:lstStyle/>
            <a:p>
              <a:pPr algn="ctr"/>
              <a:r>
                <a:rPr lang="de-DE" dirty="0">
                  <a:solidFill>
                    <a:schemeClr val="bg1"/>
                  </a:solidFill>
                </a:rPr>
                <a:t>C</a:t>
              </a:r>
            </a:p>
          </p:txBody>
        </p:sp>
        <p:sp>
          <p:nvSpPr>
            <p:cNvPr id="8" name="Freihandform 7">
              <a:extLst>
                <a:ext uri="{FF2B5EF4-FFF2-40B4-BE49-F238E27FC236}">
                  <a16:creationId xmlns:a16="http://schemas.microsoft.com/office/drawing/2014/main" id="{E861F478-998A-64E9-552C-1DBC4D69AAEB}"/>
                </a:ext>
              </a:extLst>
            </p:cNvPr>
            <p:cNvSpPr/>
            <p:nvPr/>
          </p:nvSpPr>
          <p:spPr>
            <a:xfrm>
              <a:off x="2726054" y="4073125"/>
              <a:ext cx="2254540" cy="600090"/>
            </a:xfrm>
            <a:custGeom>
              <a:avLst/>
              <a:gdLst>
                <a:gd name="connsiteX0" fmla="*/ 1166 w 3403600"/>
                <a:gd name="connsiteY0" fmla="*/ 417 h 1955800"/>
                <a:gd name="connsiteX1" fmla="*/ 3404766 w 3403600"/>
                <a:gd name="connsiteY1" fmla="*/ 417 h 1955800"/>
                <a:gd name="connsiteX2" fmla="*/ 3404766 w 3403600"/>
                <a:gd name="connsiteY2" fmla="*/ 1956217 h 1955800"/>
                <a:gd name="connsiteX3" fmla="*/ 1166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1166" y="417"/>
                  </a:moveTo>
                  <a:lnTo>
                    <a:pt x="3404766" y="417"/>
                  </a:lnTo>
                  <a:lnTo>
                    <a:pt x="3404766" y="1956217"/>
                  </a:lnTo>
                  <a:lnTo>
                    <a:pt x="1166" y="1956217"/>
                  </a:lnTo>
                  <a:close/>
                </a:path>
              </a:pathLst>
            </a:custGeom>
            <a:solidFill>
              <a:srgbClr val="00A6F8"/>
            </a:solidFill>
            <a:ln w="6350" cap="flat">
              <a:noFill/>
              <a:prstDash val="solid"/>
              <a:miter/>
            </a:ln>
          </p:spPr>
          <p:txBody>
            <a:bodyPr rtlCol="0" anchor="ctr"/>
            <a:lstStyle/>
            <a:p>
              <a:pPr algn="ctr"/>
              <a:r>
                <a:rPr lang="de-DE" dirty="0">
                  <a:solidFill>
                    <a:schemeClr val="bg1"/>
                  </a:solidFill>
                </a:rPr>
                <a:t>B</a:t>
              </a:r>
            </a:p>
          </p:txBody>
        </p:sp>
        <p:sp>
          <p:nvSpPr>
            <p:cNvPr id="11" name="Freihandform 10">
              <a:extLst>
                <a:ext uri="{FF2B5EF4-FFF2-40B4-BE49-F238E27FC236}">
                  <a16:creationId xmlns:a16="http://schemas.microsoft.com/office/drawing/2014/main" id="{F4897238-F962-EE36-9997-320D4B4C68A8}"/>
                </a:ext>
              </a:extLst>
            </p:cNvPr>
            <p:cNvSpPr/>
            <p:nvPr/>
          </p:nvSpPr>
          <p:spPr>
            <a:xfrm>
              <a:off x="479423" y="4886347"/>
              <a:ext cx="2254541" cy="360001"/>
            </a:xfrm>
            <a:custGeom>
              <a:avLst/>
              <a:gdLst>
                <a:gd name="connsiteX0" fmla="*/ 619 w 3403600"/>
                <a:gd name="connsiteY0" fmla="*/ 346 h 457200"/>
                <a:gd name="connsiteX1" fmla="*/ 3404219 w 3403600"/>
                <a:gd name="connsiteY1" fmla="*/ 346 h 457200"/>
                <a:gd name="connsiteX2" fmla="*/ 3404219 w 3403600"/>
                <a:gd name="connsiteY2" fmla="*/ 457546 h 457200"/>
                <a:gd name="connsiteX3" fmla="*/ 619 w 3403600"/>
                <a:gd name="connsiteY3" fmla="*/ 457546 h 457200"/>
              </a:gdLst>
              <a:ahLst/>
              <a:cxnLst>
                <a:cxn ang="0">
                  <a:pos x="connsiteX0" y="connsiteY0"/>
                </a:cxn>
                <a:cxn ang="0">
                  <a:pos x="connsiteX1" y="connsiteY1"/>
                </a:cxn>
                <a:cxn ang="0">
                  <a:pos x="connsiteX2" y="connsiteY2"/>
                </a:cxn>
                <a:cxn ang="0">
                  <a:pos x="connsiteX3" y="connsiteY3"/>
                </a:cxn>
              </a:cxnLst>
              <a:rect l="l" t="t" r="r" b="b"/>
              <a:pathLst>
                <a:path w="3403600" h="457200">
                  <a:moveTo>
                    <a:pt x="619" y="346"/>
                  </a:moveTo>
                  <a:lnTo>
                    <a:pt x="3404219" y="346"/>
                  </a:lnTo>
                  <a:lnTo>
                    <a:pt x="3404219" y="457546"/>
                  </a:lnTo>
                  <a:lnTo>
                    <a:pt x="619" y="457546"/>
                  </a:lnTo>
                  <a:close/>
                </a:path>
              </a:pathLst>
            </a:custGeom>
            <a:solidFill>
              <a:srgbClr val="AAA0F0"/>
            </a:solidFill>
            <a:ln w="6350" cap="flat">
              <a:noFill/>
              <a:prstDash val="solid"/>
              <a:miter/>
            </a:ln>
          </p:spPr>
          <p:txBody>
            <a:bodyPr rtlCol="0" anchor="ctr"/>
            <a:lstStyle/>
            <a:p>
              <a:pPr algn="ctr"/>
              <a:r>
                <a:rPr lang="de-DE" dirty="0">
                  <a:solidFill>
                    <a:schemeClr val="bg1"/>
                  </a:solidFill>
                </a:rPr>
                <a:t>C.0</a:t>
              </a:r>
            </a:p>
          </p:txBody>
        </p:sp>
        <p:sp>
          <p:nvSpPr>
            <p:cNvPr id="12" name="Freihandform 11">
              <a:extLst>
                <a:ext uri="{FF2B5EF4-FFF2-40B4-BE49-F238E27FC236}">
                  <a16:creationId xmlns:a16="http://schemas.microsoft.com/office/drawing/2014/main" id="{B328C3BC-6360-C6CE-E738-359B220D8615}"/>
                </a:ext>
              </a:extLst>
            </p:cNvPr>
            <p:cNvSpPr/>
            <p:nvPr/>
          </p:nvSpPr>
          <p:spPr>
            <a:xfrm>
              <a:off x="479429" y="4193170"/>
              <a:ext cx="2246624" cy="360000"/>
            </a:xfrm>
            <a:custGeom>
              <a:avLst/>
              <a:gdLst>
                <a:gd name="connsiteX0" fmla="*/ 1166 w 3403600"/>
                <a:gd name="connsiteY0" fmla="*/ 346 h 457200"/>
                <a:gd name="connsiteX1" fmla="*/ 3404766 w 3403600"/>
                <a:gd name="connsiteY1" fmla="*/ 346 h 457200"/>
                <a:gd name="connsiteX2" fmla="*/ 3404766 w 3403600"/>
                <a:gd name="connsiteY2" fmla="*/ 457546 h 457200"/>
                <a:gd name="connsiteX3" fmla="*/ 1166 w 3403600"/>
                <a:gd name="connsiteY3" fmla="*/ 457546 h 457200"/>
              </a:gdLst>
              <a:ahLst/>
              <a:cxnLst>
                <a:cxn ang="0">
                  <a:pos x="connsiteX0" y="connsiteY0"/>
                </a:cxn>
                <a:cxn ang="0">
                  <a:pos x="connsiteX1" y="connsiteY1"/>
                </a:cxn>
                <a:cxn ang="0">
                  <a:pos x="connsiteX2" y="connsiteY2"/>
                </a:cxn>
                <a:cxn ang="0">
                  <a:pos x="connsiteX3" y="connsiteY3"/>
                </a:cxn>
              </a:cxnLst>
              <a:rect l="l" t="t" r="r" b="b"/>
              <a:pathLst>
                <a:path w="3403600" h="457200">
                  <a:moveTo>
                    <a:pt x="1166" y="346"/>
                  </a:moveTo>
                  <a:lnTo>
                    <a:pt x="3404766" y="346"/>
                  </a:lnTo>
                  <a:lnTo>
                    <a:pt x="3404766" y="457546"/>
                  </a:lnTo>
                  <a:lnTo>
                    <a:pt x="1166" y="457546"/>
                  </a:lnTo>
                  <a:close/>
                </a:path>
              </a:pathLst>
            </a:custGeom>
            <a:solidFill>
              <a:srgbClr val="0088CC"/>
            </a:solidFill>
            <a:ln w="6350" cap="flat">
              <a:noFill/>
              <a:prstDash val="solid"/>
              <a:miter/>
            </a:ln>
          </p:spPr>
          <p:txBody>
            <a:bodyPr rtlCol="0" anchor="ctr"/>
            <a:lstStyle/>
            <a:p>
              <a:pPr algn="ctr"/>
              <a:r>
                <a:rPr lang="de-DE" dirty="0">
                  <a:solidFill>
                    <a:schemeClr val="bg1"/>
                  </a:solidFill>
                </a:rPr>
                <a:t>B.0</a:t>
              </a:r>
            </a:p>
          </p:txBody>
        </p:sp>
        <p:sp>
          <p:nvSpPr>
            <p:cNvPr id="14" name="Freihandform 13">
              <a:extLst>
                <a:ext uri="{FF2B5EF4-FFF2-40B4-BE49-F238E27FC236}">
                  <a16:creationId xmlns:a16="http://schemas.microsoft.com/office/drawing/2014/main" id="{99BCDEEF-7152-9E49-A5DF-51D12D5DCCB2}"/>
                </a:ext>
              </a:extLst>
            </p:cNvPr>
            <p:cNvSpPr/>
            <p:nvPr/>
          </p:nvSpPr>
          <p:spPr>
            <a:xfrm>
              <a:off x="4980594" y="4886349"/>
              <a:ext cx="2228244" cy="360000"/>
            </a:xfrm>
            <a:custGeom>
              <a:avLst/>
              <a:gdLst>
                <a:gd name="connsiteX0" fmla="*/ 619 w 3403600"/>
                <a:gd name="connsiteY0" fmla="*/ 724 h 457200"/>
                <a:gd name="connsiteX1" fmla="*/ 3404219 w 3403600"/>
                <a:gd name="connsiteY1" fmla="*/ 724 h 457200"/>
                <a:gd name="connsiteX2" fmla="*/ 3404219 w 3403600"/>
                <a:gd name="connsiteY2" fmla="*/ 457924 h 457200"/>
                <a:gd name="connsiteX3" fmla="*/ 619 w 3403600"/>
                <a:gd name="connsiteY3" fmla="*/ 457924 h 457200"/>
              </a:gdLst>
              <a:ahLst/>
              <a:cxnLst>
                <a:cxn ang="0">
                  <a:pos x="connsiteX0" y="connsiteY0"/>
                </a:cxn>
                <a:cxn ang="0">
                  <a:pos x="connsiteX1" y="connsiteY1"/>
                </a:cxn>
                <a:cxn ang="0">
                  <a:pos x="connsiteX2" y="connsiteY2"/>
                </a:cxn>
                <a:cxn ang="0">
                  <a:pos x="connsiteX3" y="connsiteY3"/>
                </a:cxn>
              </a:cxnLst>
              <a:rect l="l" t="t" r="r" b="b"/>
              <a:pathLst>
                <a:path w="3403600" h="457200">
                  <a:moveTo>
                    <a:pt x="619" y="724"/>
                  </a:moveTo>
                  <a:lnTo>
                    <a:pt x="3404219" y="724"/>
                  </a:lnTo>
                  <a:lnTo>
                    <a:pt x="3404219" y="457924"/>
                  </a:lnTo>
                  <a:lnTo>
                    <a:pt x="619" y="457924"/>
                  </a:lnTo>
                  <a:close/>
                </a:path>
              </a:pathLst>
            </a:custGeom>
            <a:solidFill>
              <a:srgbClr val="CCCCFF"/>
            </a:solidFill>
            <a:ln w="6350" cap="flat">
              <a:noFill/>
              <a:prstDash val="solid"/>
              <a:miter/>
            </a:ln>
          </p:spPr>
          <p:txBody>
            <a:bodyPr rtlCol="0" anchor="ctr"/>
            <a:lstStyle/>
            <a:p>
              <a:pPr algn="ctr"/>
              <a:r>
                <a:rPr lang="de-DE" dirty="0">
                  <a:solidFill>
                    <a:schemeClr val="bg1"/>
                  </a:solidFill>
                </a:rPr>
                <a:t>C.1</a:t>
              </a:r>
            </a:p>
          </p:txBody>
        </p:sp>
        <p:sp>
          <p:nvSpPr>
            <p:cNvPr id="15" name="Freihandform 14">
              <a:extLst>
                <a:ext uri="{FF2B5EF4-FFF2-40B4-BE49-F238E27FC236}">
                  <a16:creationId xmlns:a16="http://schemas.microsoft.com/office/drawing/2014/main" id="{79CADC80-1549-F799-DBD5-5C00377DD6F6}"/>
                </a:ext>
              </a:extLst>
            </p:cNvPr>
            <p:cNvSpPr/>
            <p:nvPr/>
          </p:nvSpPr>
          <p:spPr>
            <a:xfrm>
              <a:off x="4980595" y="4193170"/>
              <a:ext cx="2228246" cy="360000"/>
            </a:xfrm>
            <a:custGeom>
              <a:avLst/>
              <a:gdLst>
                <a:gd name="connsiteX0" fmla="*/ 1166 w 3403600"/>
                <a:gd name="connsiteY0" fmla="*/ 724 h 457200"/>
                <a:gd name="connsiteX1" fmla="*/ 3404766 w 3403600"/>
                <a:gd name="connsiteY1" fmla="*/ 724 h 457200"/>
                <a:gd name="connsiteX2" fmla="*/ 3404766 w 3403600"/>
                <a:gd name="connsiteY2" fmla="*/ 457924 h 457200"/>
                <a:gd name="connsiteX3" fmla="*/ 1166 w 3403600"/>
                <a:gd name="connsiteY3" fmla="*/ 457924 h 457200"/>
              </a:gdLst>
              <a:ahLst/>
              <a:cxnLst>
                <a:cxn ang="0">
                  <a:pos x="connsiteX0" y="connsiteY0"/>
                </a:cxn>
                <a:cxn ang="0">
                  <a:pos x="connsiteX1" y="connsiteY1"/>
                </a:cxn>
                <a:cxn ang="0">
                  <a:pos x="connsiteX2" y="connsiteY2"/>
                </a:cxn>
                <a:cxn ang="0">
                  <a:pos x="connsiteX3" y="connsiteY3"/>
                </a:cxn>
              </a:cxnLst>
              <a:rect l="l" t="t" r="r" b="b"/>
              <a:pathLst>
                <a:path w="3403600" h="457200">
                  <a:moveTo>
                    <a:pt x="1166" y="724"/>
                  </a:moveTo>
                  <a:lnTo>
                    <a:pt x="3404766" y="724"/>
                  </a:lnTo>
                  <a:lnTo>
                    <a:pt x="3404766" y="457924"/>
                  </a:lnTo>
                  <a:lnTo>
                    <a:pt x="1166" y="457924"/>
                  </a:lnTo>
                  <a:close/>
                </a:path>
              </a:pathLst>
            </a:custGeom>
            <a:solidFill>
              <a:srgbClr val="59C5FF"/>
            </a:solidFill>
            <a:ln w="6350" cap="flat">
              <a:noFill/>
              <a:prstDash val="solid"/>
              <a:miter/>
            </a:ln>
          </p:spPr>
          <p:txBody>
            <a:bodyPr rtlCol="0" anchor="ctr"/>
            <a:lstStyle/>
            <a:p>
              <a:pPr algn="ctr"/>
              <a:r>
                <a:rPr lang="de-DE" dirty="0">
                  <a:solidFill>
                    <a:schemeClr val="bg1"/>
                  </a:solidFill>
                </a:rPr>
                <a:t>B.1</a:t>
              </a:r>
            </a:p>
          </p:txBody>
        </p:sp>
        <p:sp>
          <p:nvSpPr>
            <p:cNvPr id="17" name="Freihandform 16">
              <a:extLst>
                <a:ext uri="{FF2B5EF4-FFF2-40B4-BE49-F238E27FC236}">
                  <a16:creationId xmlns:a16="http://schemas.microsoft.com/office/drawing/2014/main" id="{A3ABCDDA-3D37-3B63-A34C-C2CC3E162445}"/>
                </a:ext>
              </a:extLst>
            </p:cNvPr>
            <p:cNvSpPr/>
            <p:nvPr/>
          </p:nvSpPr>
          <p:spPr>
            <a:xfrm>
              <a:off x="7208838" y="4886349"/>
              <a:ext cx="2246630" cy="360000"/>
            </a:xfrm>
            <a:custGeom>
              <a:avLst/>
              <a:gdLst>
                <a:gd name="connsiteX0" fmla="*/ 619 w 3403600"/>
                <a:gd name="connsiteY0" fmla="*/ 795 h 457200"/>
                <a:gd name="connsiteX1" fmla="*/ 3404219 w 3403600"/>
                <a:gd name="connsiteY1" fmla="*/ 795 h 457200"/>
                <a:gd name="connsiteX2" fmla="*/ 3404219 w 3403600"/>
                <a:gd name="connsiteY2" fmla="*/ 457995 h 457200"/>
                <a:gd name="connsiteX3" fmla="*/ 619 w 3403600"/>
                <a:gd name="connsiteY3" fmla="*/ 457995 h 457200"/>
              </a:gdLst>
              <a:ahLst/>
              <a:cxnLst>
                <a:cxn ang="0">
                  <a:pos x="connsiteX0" y="connsiteY0"/>
                </a:cxn>
                <a:cxn ang="0">
                  <a:pos x="connsiteX1" y="connsiteY1"/>
                </a:cxn>
                <a:cxn ang="0">
                  <a:pos x="connsiteX2" y="connsiteY2"/>
                </a:cxn>
                <a:cxn ang="0">
                  <a:pos x="connsiteX3" y="connsiteY3"/>
                </a:cxn>
              </a:cxnLst>
              <a:rect l="l" t="t" r="r" b="b"/>
              <a:pathLst>
                <a:path w="3403600" h="457200">
                  <a:moveTo>
                    <a:pt x="619" y="795"/>
                  </a:moveTo>
                  <a:lnTo>
                    <a:pt x="3404219" y="795"/>
                  </a:lnTo>
                  <a:lnTo>
                    <a:pt x="3404219" y="457995"/>
                  </a:lnTo>
                  <a:lnTo>
                    <a:pt x="619" y="457995"/>
                  </a:lnTo>
                  <a:close/>
                </a:path>
              </a:pathLst>
            </a:custGeom>
            <a:solidFill>
              <a:srgbClr val="D9D9FF"/>
            </a:solidFill>
            <a:ln w="6350" cap="flat">
              <a:noFill/>
              <a:prstDash val="solid"/>
              <a:miter/>
            </a:ln>
          </p:spPr>
          <p:txBody>
            <a:bodyPr rtlCol="0" anchor="ctr"/>
            <a:lstStyle/>
            <a:p>
              <a:pPr algn="ctr"/>
              <a:r>
                <a:rPr lang="de-DE" dirty="0"/>
                <a:t>C.2</a:t>
              </a:r>
            </a:p>
          </p:txBody>
        </p:sp>
        <p:sp>
          <p:nvSpPr>
            <p:cNvPr id="18" name="Freihandform 17">
              <a:extLst>
                <a:ext uri="{FF2B5EF4-FFF2-40B4-BE49-F238E27FC236}">
                  <a16:creationId xmlns:a16="http://schemas.microsoft.com/office/drawing/2014/main" id="{1C99C383-EF07-E1C5-B21C-4B062D58F2C8}"/>
                </a:ext>
              </a:extLst>
            </p:cNvPr>
            <p:cNvSpPr/>
            <p:nvPr/>
          </p:nvSpPr>
          <p:spPr>
            <a:xfrm>
              <a:off x="7208840" y="4193170"/>
              <a:ext cx="2228245" cy="360000"/>
            </a:xfrm>
            <a:custGeom>
              <a:avLst/>
              <a:gdLst>
                <a:gd name="connsiteX0" fmla="*/ 1166 w 3403600"/>
                <a:gd name="connsiteY0" fmla="*/ 795 h 457200"/>
                <a:gd name="connsiteX1" fmla="*/ 3404766 w 3403600"/>
                <a:gd name="connsiteY1" fmla="*/ 795 h 457200"/>
                <a:gd name="connsiteX2" fmla="*/ 3404766 w 3403600"/>
                <a:gd name="connsiteY2" fmla="*/ 457995 h 457200"/>
                <a:gd name="connsiteX3" fmla="*/ 1166 w 3403600"/>
                <a:gd name="connsiteY3" fmla="*/ 457995 h 457200"/>
              </a:gdLst>
              <a:ahLst/>
              <a:cxnLst>
                <a:cxn ang="0">
                  <a:pos x="connsiteX0" y="connsiteY0"/>
                </a:cxn>
                <a:cxn ang="0">
                  <a:pos x="connsiteX1" y="connsiteY1"/>
                </a:cxn>
                <a:cxn ang="0">
                  <a:pos x="connsiteX2" y="connsiteY2"/>
                </a:cxn>
                <a:cxn ang="0">
                  <a:pos x="connsiteX3" y="connsiteY3"/>
                </a:cxn>
              </a:cxnLst>
              <a:rect l="l" t="t" r="r" b="b"/>
              <a:pathLst>
                <a:path w="3403600" h="457200">
                  <a:moveTo>
                    <a:pt x="1166" y="795"/>
                  </a:moveTo>
                  <a:lnTo>
                    <a:pt x="3404766" y="795"/>
                  </a:lnTo>
                  <a:lnTo>
                    <a:pt x="3404766" y="457995"/>
                  </a:lnTo>
                  <a:lnTo>
                    <a:pt x="1166" y="457995"/>
                  </a:lnTo>
                  <a:close/>
                </a:path>
              </a:pathLst>
            </a:custGeom>
            <a:solidFill>
              <a:srgbClr val="99DBFF"/>
            </a:solidFill>
            <a:ln w="6350" cap="flat">
              <a:noFill/>
              <a:prstDash val="solid"/>
              <a:miter/>
            </a:ln>
          </p:spPr>
          <p:txBody>
            <a:bodyPr rtlCol="0" anchor="ctr"/>
            <a:lstStyle/>
            <a:p>
              <a:pPr algn="ctr"/>
              <a:r>
                <a:rPr lang="de-DE" dirty="0"/>
                <a:t>B.2</a:t>
              </a:r>
            </a:p>
          </p:txBody>
        </p:sp>
        <p:sp>
          <p:nvSpPr>
            <p:cNvPr id="6" name="Freihandform 5">
              <a:extLst>
                <a:ext uri="{FF2B5EF4-FFF2-40B4-BE49-F238E27FC236}">
                  <a16:creationId xmlns:a16="http://schemas.microsoft.com/office/drawing/2014/main" id="{CADD3775-3AC0-B83C-E640-92C633B7BFDE}"/>
                </a:ext>
              </a:extLst>
            </p:cNvPr>
            <p:cNvSpPr/>
            <p:nvPr/>
          </p:nvSpPr>
          <p:spPr>
            <a:xfrm>
              <a:off x="2726053" y="3379946"/>
              <a:ext cx="2246630" cy="600090"/>
            </a:xfrm>
            <a:custGeom>
              <a:avLst/>
              <a:gdLst>
                <a:gd name="connsiteX0" fmla="*/ 72 w 3403600"/>
                <a:gd name="connsiteY0" fmla="*/ 417 h 1955800"/>
                <a:gd name="connsiteX1" fmla="*/ 3403672 w 3403600"/>
                <a:gd name="connsiteY1" fmla="*/ 417 h 1955800"/>
                <a:gd name="connsiteX2" fmla="*/ 3403672 w 3403600"/>
                <a:gd name="connsiteY2" fmla="*/ 1956217 h 1955800"/>
                <a:gd name="connsiteX3" fmla="*/ 72 w 3403600"/>
                <a:gd name="connsiteY3" fmla="*/ 1956217 h 1955800"/>
              </a:gdLst>
              <a:ahLst/>
              <a:cxnLst>
                <a:cxn ang="0">
                  <a:pos x="connsiteX0" y="connsiteY0"/>
                </a:cxn>
                <a:cxn ang="0">
                  <a:pos x="connsiteX1" y="connsiteY1"/>
                </a:cxn>
                <a:cxn ang="0">
                  <a:pos x="connsiteX2" y="connsiteY2"/>
                </a:cxn>
                <a:cxn ang="0">
                  <a:pos x="connsiteX3" y="connsiteY3"/>
                </a:cxn>
              </a:cxnLst>
              <a:rect l="l" t="t" r="r" b="b"/>
              <a:pathLst>
                <a:path w="3403600" h="1955800">
                  <a:moveTo>
                    <a:pt x="72" y="417"/>
                  </a:moveTo>
                  <a:lnTo>
                    <a:pt x="3403672" y="417"/>
                  </a:lnTo>
                  <a:lnTo>
                    <a:pt x="3403672" y="1956217"/>
                  </a:lnTo>
                  <a:lnTo>
                    <a:pt x="72" y="1956217"/>
                  </a:lnTo>
                  <a:close/>
                </a:path>
              </a:pathLst>
            </a:custGeom>
            <a:solidFill>
              <a:srgbClr val="002641"/>
            </a:solidFill>
            <a:ln w="6350" cap="flat">
              <a:noFill/>
              <a:prstDash val="solid"/>
              <a:miter/>
            </a:ln>
          </p:spPr>
          <p:txBody>
            <a:bodyPr rtlCol="0" anchor="ctr"/>
            <a:lstStyle/>
            <a:p>
              <a:pPr algn="ctr"/>
              <a:r>
                <a:rPr lang="de-DE" dirty="0">
                  <a:solidFill>
                    <a:schemeClr val="bg1"/>
                  </a:solidFill>
                </a:rPr>
                <a:t>A</a:t>
              </a:r>
            </a:p>
          </p:txBody>
        </p:sp>
        <p:sp>
          <p:nvSpPr>
            <p:cNvPr id="10" name="Freihandform 9">
              <a:extLst>
                <a:ext uri="{FF2B5EF4-FFF2-40B4-BE49-F238E27FC236}">
                  <a16:creationId xmlns:a16="http://schemas.microsoft.com/office/drawing/2014/main" id="{B072D885-F38A-7D91-2957-DC701D7C103C}"/>
                </a:ext>
              </a:extLst>
            </p:cNvPr>
            <p:cNvSpPr/>
            <p:nvPr/>
          </p:nvSpPr>
          <p:spPr>
            <a:xfrm>
              <a:off x="479423" y="3499991"/>
              <a:ext cx="2246630" cy="360000"/>
            </a:xfrm>
            <a:custGeom>
              <a:avLst/>
              <a:gdLst>
                <a:gd name="connsiteX0" fmla="*/ 72 w 3403600"/>
                <a:gd name="connsiteY0" fmla="*/ 346 h 457200"/>
                <a:gd name="connsiteX1" fmla="*/ 3403672 w 3403600"/>
                <a:gd name="connsiteY1" fmla="*/ 346 h 457200"/>
                <a:gd name="connsiteX2" fmla="*/ 3403672 w 3403600"/>
                <a:gd name="connsiteY2" fmla="*/ 457546 h 457200"/>
                <a:gd name="connsiteX3" fmla="*/ 72 w 3403600"/>
                <a:gd name="connsiteY3" fmla="*/ 457546 h 457200"/>
              </a:gdLst>
              <a:ahLst/>
              <a:cxnLst>
                <a:cxn ang="0">
                  <a:pos x="connsiteX0" y="connsiteY0"/>
                </a:cxn>
                <a:cxn ang="0">
                  <a:pos x="connsiteX1" y="connsiteY1"/>
                </a:cxn>
                <a:cxn ang="0">
                  <a:pos x="connsiteX2" y="connsiteY2"/>
                </a:cxn>
                <a:cxn ang="0">
                  <a:pos x="connsiteX3" y="connsiteY3"/>
                </a:cxn>
              </a:cxnLst>
              <a:rect l="l" t="t" r="r" b="b"/>
              <a:pathLst>
                <a:path w="3403600" h="457200">
                  <a:moveTo>
                    <a:pt x="72" y="346"/>
                  </a:moveTo>
                  <a:lnTo>
                    <a:pt x="3403672" y="346"/>
                  </a:lnTo>
                  <a:lnTo>
                    <a:pt x="3403672" y="457546"/>
                  </a:lnTo>
                  <a:lnTo>
                    <a:pt x="72" y="457546"/>
                  </a:lnTo>
                  <a:close/>
                </a:path>
              </a:pathLst>
            </a:custGeom>
            <a:solidFill>
              <a:srgbClr val="001526"/>
            </a:solidFill>
            <a:ln w="6350" cap="flat">
              <a:noFill/>
              <a:prstDash val="solid"/>
              <a:miter/>
            </a:ln>
          </p:spPr>
          <p:txBody>
            <a:bodyPr rtlCol="0" anchor="ctr"/>
            <a:lstStyle/>
            <a:p>
              <a:pPr algn="ctr"/>
              <a:r>
                <a:rPr lang="de-DE" dirty="0">
                  <a:solidFill>
                    <a:schemeClr val="bg1"/>
                  </a:solidFill>
                </a:rPr>
                <a:t>A.0</a:t>
              </a:r>
            </a:p>
          </p:txBody>
        </p:sp>
        <p:sp>
          <p:nvSpPr>
            <p:cNvPr id="13" name="Freihandform 12">
              <a:extLst>
                <a:ext uri="{FF2B5EF4-FFF2-40B4-BE49-F238E27FC236}">
                  <a16:creationId xmlns:a16="http://schemas.microsoft.com/office/drawing/2014/main" id="{F6F48915-EBD6-0358-C69A-EE77FEC172F8}"/>
                </a:ext>
              </a:extLst>
            </p:cNvPr>
            <p:cNvSpPr/>
            <p:nvPr/>
          </p:nvSpPr>
          <p:spPr>
            <a:xfrm>
              <a:off x="4972683" y="3499991"/>
              <a:ext cx="2246630" cy="360000"/>
            </a:xfrm>
            <a:custGeom>
              <a:avLst/>
              <a:gdLst>
                <a:gd name="connsiteX0" fmla="*/ 72 w 3403600"/>
                <a:gd name="connsiteY0" fmla="*/ 724 h 457200"/>
                <a:gd name="connsiteX1" fmla="*/ 3403672 w 3403600"/>
                <a:gd name="connsiteY1" fmla="*/ 724 h 457200"/>
                <a:gd name="connsiteX2" fmla="*/ 3403672 w 3403600"/>
                <a:gd name="connsiteY2" fmla="*/ 457924 h 457200"/>
                <a:gd name="connsiteX3" fmla="*/ 72 w 3403600"/>
                <a:gd name="connsiteY3" fmla="*/ 457924 h 457200"/>
              </a:gdLst>
              <a:ahLst/>
              <a:cxnLst>
                <a:cxn ang="0">
                  <a:pos x="connsiteX0" y="connsiteY0"/>
                </a:cxn>
                <a:cxn ang="0">
                  <a:pos x="connsiteX1" y="connsiteY1"/>
                </a:cxn>
                <a:cxn ang="0">
                  <a:pos x="connsiteX2" y="connsiteY2"/>
                </a:cxn>
                <a:cxn ang="0">
                  <a:pos x="connsiteX3" y="connsiteY3"/>
                </a:cxn>
              </a:cxnLst>
              <a:rect l="l" t="t" r="r" b="b"/>
              <a:pathLst>
                <a:path w="3403600" h="457200">
                  <a:moveTo>
                    <a:pt x="72" y="724"/>
                  </a:moveTo>
                  <a:lnTo>
                    <a:pt x="3403672" y="724"/>
                  </a:lnTo>
                  <a:lnTo>
                    <a:pt x="3403672" y="457924"/>
                  </a:lnTo>
                  <a:lnTo>
                    <a:pt x="72" y="457924"/>
                  </a:lnTo>
                  <a:close/>
                </a:path>
              </a:pathLst>
            </a:custGeom>
            <a:solidFill>
              <a:srgbClr val="003C66"/>
            </a:solidFill>
            <a:ln w="6350" cap="flat">
              <a:noFill/>
              <a:prstDash val="solid"/>
              <a:miter/>
            </a:ln>
          </p:spPr>
          <p:txBody>
            <a:bodyPr rtlCol="0" anchor="ctr"/>
            <a:lstStyle/>
            <a:p>
              <a:pPr algn="ctr"/>
              <a:r>
                <a:rPr lang="de-DE" dirty="0">
                  <a:solidFill>
                    <a:schemeClr val="bg1"/>
                  </a:solidFill>
                </a:rPr>
                <a:t>A.1</a:t>
              </a:r>
            </a:p>
          </p:txBody>
        </p:sp>
        <p:sp>
          <p:nvSpPr>
            <p:cNvPr id="16" name="Freihandform 15">
              <a:extLst>
                <a:ext uri="{FF2B5EF4-FFF2-40B4-BE49-F238E27FC236}">
                  <a16:creationId xmlns:a16="http://schemas.microsoft.com/office/drawing/2014/main" id="{D407FB2B-C2C7-0D42-3DFD-50B138F6381E}"/>
                </a:ext>
              </a:extLst>
            </p:cNvPr>
            <p:cNvSpPr/>
            <p:nvPr/>
          </p:nvSpPr>
          <p:spPr>
            <a:xfrm>
              <a:off x="7219314" y="3499991"/>
              <a:ext cx="2246630" cy="360000"/>
            </a:xfrm>
            <a:custGeom>
              <a:avLst/>
              <a:gdLst>
                <a:gd name="connsiteX0" fmla="*/ 72 w 3403600"/>
                <a:gd name="connsiteY0" fmla="*/ 795 h 457200"/>
                <a:gd name="connsiteX1" fmla="*/ 3403672 w 3403600"/>
                <a:gd name="connsiteY1" fmla="*/ 795 h 457200"/>
                <a:gd name="connsiteX2" fmla="*/ 3403672 w 3403600"/>
                <a:gd name="connsiteY2" fmla="*/ 457995 h 457200"/>
                <a:gd name="connsiteX3" fmla="*/ 72 w 3403600"/>
                <a:gd name="connsiteY3" fmla="*/ 457995 h 457200"/>
              </a:gdLst>
              <a:ahLst/>
              <a:cxnLst>
                <a:cxn ang="0">
                  <a:pos x="connsiteX0" y="connsiteY0"/>
                </a:cxn>
                <a:cxn ang="0">
                  <a:pos x="connsiteX1" y="connsiteY1"/>
                </a:cxn>
                <a:cxn ang="0">
                  <a:pos x="connsiteX2" y="connsiteY2"/>
                </a:cxn>
                <a:cxn ang="0">
                  <a:pos x="connsiteX3" y="connsiteY3"/>
                </a:cxn>
              </a:cxnLst>
              <a:rect l="l" t="t" r="r" b="b"/>
              <a:pathLst>
                <a:path w="3403600" h="457200">
                  <a:moveTo>
                    <a:pt x="72" y="795"/>
                  </a:moveTo>
                  <a:lnTo>
                    <a:pt x="3403672" y="795"/>
                  </a:lnTo>
                  <a:lnTo>
                    <a:pt x="3403672" y="457995"/>
                  </a:lnTo>
                  <a:lnTo>
                    <a:pt x="72" y="457995"/>
                  </a:lnTo>
                  <a:close/>
                </a:path>
              </a:pathLst>
            </a:custGeom>
            <a:solidFill>
              <a:srgbClr val="00508C"/>
            </a:solidFill>
            <a:ln w="6350" cap="flat">
              <a:noFill/>
              <a:prstDash val="solid"/>
              <a:miter/>
            </a:ln>
          </p:spPr>
          <p:txBody>
            <a:bodyPr rtlCol="0" anchor="ctr"/>
            <a:lstStyle/>
            <a:p>
              <a:pPr algn="ctr"/>
              <a:r>
                <a:rPr lang="de-DE" dirty="0">
                  <a:solidFill>
                    <a:schemeClr val="bg1"/>
                  </a:solidFill>
                </a:rPr>
                <a:t>A.2</a:t>
              </a:r>
            </a:p>
          </p:txBody>
        </p:sp>
        <p:sp>
          <p:nvSpPr>
            <p:cNvPr id="19" name="Freihandform 18">
              <a:extLst>
                <a:ext uri="{FF2B5EF4-FFF2-40B4-BE49-F238E27FC236}">
                  <a16:creationId xmlns:a16="http://schemas.microsoft.com/office/drawing/2014/main" id="{55337906-A0AF-47AD-1468-7CF423853540}"/>
                </a:ext>
              </a:extLst>
            </p:cNvPr>
            <p:cNvSpPr/>
            <p:nvPr/>
          </p:nvSpPr>
          <p:spPr>
            <a:xfrm>
              <a:off x="9465944" y="3499991"/>
              <a:ext cx="2246630" cy="360000"/>
            </a:xfrm>
            <a:custGeom>
              <a:avLst/>
              <a:gdLst>
                <a:gd name="connsiteX0" fmla="*/ 72 w 3403600"/>
                <a:gd name="connsiteY0" fmla="*/ 866 h 457200"/>
                <a:gd name="connsiteX1" fmla="*/ 3403672 w 3403600"/>
                <a:gd name="connsiteY1" fmla="*/ 866 h 457200"/>
                <a:gd name="connsiteX2" fmla="*/ 3403672 w 3403600"/>
                <a:gd name="connsiteY2" fmla="*/ 458066 h 457200"/>
                <a:gd name="connsiteX3" fmla="*/ 72 w 3403600"/>
                <a:gd name="connsiteY3" fmla="*/ 458066 h 457200"/>
              </a:gdLst>
              <a:ahLst/>
              <a:cxnLst>
                <a:cxn ang="0">
                  <a:pos x="connsiteX0" y="connsiteY0"/>
                </a:cxn>
                <a:cxn ang="0">
                  <a:pos x="connsiteX1" y="connsiteY1"/>
                </a:cxn>
                <a:cxn ang="0">
                  <a:pos x="connsiteX2" y="connsiteY2"/>
                </a:cxn>
                <a:cxn ang="0">
                  <a:pos x="connsiteX3" y="connsiteY3"/>
                </a:cxn>
              </a:cxnLst>
              <a:rect l="l" t="t" r="r" b="b"/>
              <a:pathLst>
                <a:path w="3403600" h="457200">
                  <a:moveTo>
                    <a:pt x="72" y="866"/>
                  </a:moveTo>
                  <a:lnTo>
                    <a:pt x="3403672" y="866"/>
                  </a:lnTo>
                  <a:lnTo>
                    <a:pt x="3403672" y="458066"/>
                  </a:lnTo>
                  <a:lnTo>
                    <a:pt x="72" y="458066"/>
                  </a:lnTo>
                  <a:close/>
                </a:path>
              </a:pathLst>
            </a:custGeom>
            <a:solidFill>
              <a:srgbClr val="0060A6"/>
            </a:solidFill>
            <a:ln w="6350" cap="flat">
              <a:noFill/>
              <a:prstDash val="solid"/>
              <a:miter/>
            </a:ln>
          </p:spPr>
          <p:txBody>
            <a:bodyPr rtlCol="0" anchor="ctr"/>
            <a:lstStyle/>
            <a:p>
              <a:pPr algn="ctr"/>
              <a:r>
                <a:rPr lang="de-DE" dirty="0">
                  <a:solidFill>
                    <a:schemeClr val="bg1"/>
                  </a:solidFill>
                </a:rPr>
                <a:t>A.3</a:t>
              </a:r>
            </a:p>
          </p:txBody>
        </p:sp>
        <p:sp>
          <p:nvSpPr>
            <p:cNvPr id="20" name="Freihandform 19">
              <a:extLst>
                <a:ext uri="{FF2B5EF4-FFF2-40B4-BE49-F238E27FC236}">
                  <a16:creationId xmlns:a16="http://schemas.microsoft.com/office/drawing/2014/main" id="{243370CC-6D15-26A1-8B60-7414D3091F32}"/>
                </a:ext>
              </a:extLst>
            </p:cNvPr>
            <p:cNvSpPr/>
            <p:nvPr/>
          </p:nvSpPr>
          <p:spPr>
            <a:xfrm>
              <a:off x="9437085" y="4886349"/>
              <a:ext cx="2275490" cy="360000"/>
            </a:xfrm>
            <a:custGeom>
              <a:avLst/>
              <a:gdLst>
                <a:gd name="connsiteX0" fmla="*/ 619 w 3403600"/>
                <a:gd name="connsiteY0" fmla="*/ 866 h 457200"/>
                <a:gd name="connsiteX1" fmla="*/ 3404219 w 3403600"/>
                <a:gd name="connsiteY1" fmla="*/ 866 h 457200"/>
                <a:gd name="connsiteX2" fmla="*/ 3404219 w 3403600"/>
                <a:gd name="connsiteY2" fmla="*/ 458066 h 457200"/>
                <a:gd name="connsiteX3" fmla="*/ 619 w 3403600"/>
                <a:gd name="connsiteY3" fmla="*/ 458066 h 457200"/>
              </a:gdLst>
              <a:ahLst/>
              <a:cxnLst>
                <a:cxn ang="0">
                  <a:pos x="connsiteX0" y="connsiteY0"/>
                </a:cxn>
                <a:cxn ang="0">
                  <a:pos x="connsiteX1" y="connsiteY1"/>
                </a:cxn>
                <a:cxn ang="0">
                  <a:pos x="connsiteX2" y="connsiteY2"/>
                </a:cxn>
                <a:cxn ang="0">
                  <a:pos x="connsiteX3" y="connsiteY3"/>
                </a:cxn>
              </a:cxnLst>
              <a:rect l="l" t="t" r="r" b="b"/>
              <a:pathLst>
                <a:path w="3403600" h="457200">
                  <a:moveTo>
                    <a:pt x="619" y="866"/>
                  </a:moveTo>
                  <a:lnTo>
                    <a:pt x="3404219" y="866"/>
                  </a:lnTo>
                  <a:lnTo>
                    <a:pt x="3404219" y="458066"/>
                  </a:lnTo>
                  <a:lnTo>
                    <a:pt x="619" y="458066"/>
                  </a:lnTo>
                  <a:close/>
                </a:path>
              </a:pathLst>
            </a:custGeom>
            <a:solidFill>
              <a:srgbClr val="E6E6FF"/>
            </a:solidFill>
            <a:ln w="6350" cap="flat">
              <a:noFill/>
              <a:prstDash val="solid"/>
              <a:miter/>
            </a:ln>
          </p:spPr>
          <p:txBody>
            <a:bodyPr rtlCol="0" anchor="ctr"/>
            <a:lstStyle/>
            <a:p>
              <a:pPr algn="ctr"/>
              <a:r>
                <a:rPr lang="de-DE" dirty="0"/>
                <a:t>C.3</a:t>
              </a:r>
            </a:p>
          </p:txBody>
        </p:sp>
        <p:sp>
          <p:nvSpPr>
            <p:cNvPr id="21" name="Freihandform 20">
              <a:extLst>
                <a:ext uri="{FF2B5EF4-FFF2-40B4-BE49-F238E27FC236}">
                  <a16:creationId xmlns:a16="http://schemas.microsoft.com/office/drawing/2014/main" id="{4941C900-8F5D-60E9-4432-6A052ADE1BB5}"/>
                </a:ext>
              </a:extLst>
            </p:cNvPr>
            <p:cNvSpPr/>
            <p:nvPr/>
          </p:nvSpPr>
          <p:spPr>
            <a:xfrm>
              <a:off x="9437085" y="4193170"/>
              <a:ext cx="2275490" cy="360000"/>
            </a:xfrm>
            <a:custGeom>
              <a:avLst/>
              <a:gdLst>
                <a:gd name="connsiteX0" fmla="*/ 1166 w 3403600"/>
                <a:gd name="connsiteY0" fmla="*/ 866 h 457200"/>
                <a:gd name="connsiteX1" fmla="*/ 3404766 w 3403600"/>
                <a:gd name="connsiteY1" fmla="*/ 866 h 457200"/>
                <a:gd name="connsiteX2" fmla="*/ 3404766 w 3403600"/>
                <a:gd name="connsiteY2" fmla="*/ 458066 h 457200"/>
                <a:gd name="connsiteX3" fmla="*/ 1166 w 3403600"/>
                <a:gd name="connsiteY3" fmla="*/ 458066 h 457200"/>
              </a:gdLst>
              <a:ahLst/>
              <a:cxnLst>
                <a:cxn ang="0">
                  <a:pos x="connsiteX0" y="connsiteY0"/>
                </a:cxn>
                <a:cxn ang="0">
                  <a:pos x="connsiteX1" y="connsiteY1"/>
                </a:cxn>
                <a:cxn ang="0">
                  <a:pos x="connsiteX2" y="connsiteY2"/>
                </a:cxn>
                <a:cxn ang="0">
                  <a:pos x="connsiteX3" y="connsiteY3"/>
                </a:cxn>
              </a:cxnLst>
              <a:rect l="l" t="t" r="r" b="b"/>
              <a:pathLst>
                <a:path w="3403600" h="457200">
                  <a:moveTo>
                    <a:pt x="1166" y="866"/>
                  </a:moveTo>
                  <a:lnTo>
                    <a:pt x="3404766" y="866"/>
                  </a:lnTo>
                  <a:lnTo>
                    <a:pt x="3404766" y="458066"/>
                  </a:lnTo>
                  <a:lnTo>
                    <a:pt x="1166" y="458066"/>
                  </a:lnTo>
                  <a:close/>
                </a:path>
              </a:pathLst>
            </a:custGeom>
            <a:solidFill>
              <a:srgbClr val="C2E9FE"/>
            </a:solidFill>
            <a:ln w="6350" cap="flat">
              <a:noFill/>
              <a:prstDash val="solid"/>
              <a:miter/>
            </a:ln>
          </p:spPr>
          <p:txBody>
            <a:bodyPr rtlCol="0" anchor="ctr"/>
            <a:lstStyle/>
            <a:p>
              <a:pPr algn="ctr"/>
              <a:r>
                <a:rPr lang="de-DE" dirty="0"/>
                <a:t>B.3</a:t>
              </a:r>
            </a:p>
          </p:txBody>
        </p:sp>
        <p:sp>
          <p:nvSpPr>
            <p:cNvPr id="47" name="Inhaltsplatzhalter 5">
              <a:extLst>
                <a:ext uri="{FF2B5EF4-FFF2-40B4-BE49-F238E27FC236}">
                  <a16:creationId xmlns:a16="http://schemas.microsoft.com/office/drawing/2014/main" id="{62181A04-B6ED-AC55-793C-D95C8A58CE79}"/>
                </a:ext>
              </a:extLst>
            </p:cNvPr>
            <p:cNvSpPr txBox="1">
              <a:spLocks/>
            </p:cNvSpPr>
            <p:nvPr/>
          </p:nvSpPr>
          <p:spPr>
            <a:xfrm>
              <a:off x="479424" y="2821471"/>
              <a:ext cx="11233149" cy="415674"/>
            </a:xfrm>
            <a:prstGeom prst="rect">
              <a:avLst/>
            </a:prstGeom>
          </p:spPr>
          <p:txBody>
            <a:bodyPr lIns="0" tIns="0" rIns="0" bIns="0"/>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Bold"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Bold"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Bold"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Bold"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Bold" pitchFamily="2" charset="0"/>
                  <a:ea typeface="+mn-ea"/>
                  <a:cs typeface="+mn-cs"/>
                </a:defRPr>
              </a:lvl9pPr>
            </a:lstStyle>
            <a:p>
              <a:pPr lvl="2"/>
              <a:r>
                <a:rPr lang="de-DE" dirty="0">
                  <a:latin typeface="BarmeniaGothaer Offc Medium" panose="020B0603020204020204" pitchFamily="34" charset="0"/>
                </a:rPr>
                <a:t>Farbabstufungen</a:t>
              </a:r>
            </a:p>
          </p:txBody>
        </p:sp>
      </p:grpSp>
      <p:sp>
        <p:nvSpPr>
          <p:cNvPr id="49" name="Inhaltsplatzhalter 5">
            <a:extLst>
              <a:ext uri="{FF2B5EF4-FFF2-40B4-BE49-F238E27FC236}">
                <a16:creationId xmlns:a16="http://schemas.microsoft.com/office/drawing/2014/main" id="{87014E7A-7BF5-6C08-6DF3-99690C72AF65}"/>
              </a:ext>
            </a:extLst>
          </p:cNvPr>
          <p:cNvSpPr txBox="1">
            <a:spLocks/>
          </p:cNvSpPr>
          <p:nvPr/>
        </p:nvSpPr>
        <p:spPr>
          <a:xfrm>
            <a:off x="9158138" y="1380092"/>
            <a:ext cx="2565527" cy="1085606"/>
          </a:xfrm>
          <a:prstGeom prst="rect">
            <a:avLst/>
          </a:prstGeom>
        </p:spPr>
        <p:txBody>
          <a:bodyPr lIns="0" tIns="0" rIns="0" bIns="0" anchor="ct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Bold"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Bold"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Bold"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Bold"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Bold" pitchFamily="2" charset="0"/>
                <a:ea typeface="+mn-ea"/>
                <a:cs typeface="+mn-cs"/>
              </a:defRPr>
            </a:lvl9pPr>
          </a:lstStyle>
          <a:p>
            <a:r>
              <a:rPr lang="de-DE" dirty="0">
                <a:latin typeface="BarmeniaGothaer Offc" panose="020B0503020204020204" pitchFamily="34" charset="0"/>
              </a:rPr>
              <a:t>Die Designfarben richten sich nach der Farbverteilung in Diagrammen.</a:t>
            </a:r>
          </a:p>
          <a:p>
            <a:r>
              <a:rPr lang="de-DE" dirty="0">
                <a:latin typeface="BarmeniaGothaer Offc" panose="020B0503020204020204" pitchFamily="34" charset="0"/>
              </a:rPr>
              <a:t>In den Farbabstufungen können Sie weitere mögliche Farben wählen.</a:t>
            </a:r>
          </a:p>
        </p:txBody>
      </p:sp>
      <p:sp>
        <p:nvSpPr>
          <p:cNvPr id="51" name="Inhaltsplatzhalter 8">
            <a:extLst>
              <a:ext uri="{FF2B5EF4-FFF2-40B4-BE49-F238E27FC236}">
                <a16:creationId xmlns:a16="http://schemas.microsoft.com/office/drawing/2014/main" id="{A5573D2E-D187-620A-B1CF-7A61D8A95955}"/>
              </a:ext>
            </a:extLst>
          </p:cNvPr>
          <p:cNvSpPr txBox="1">
            <a:spLocks/>
          </p:cNvSpPr>
          <p:nvPr/>
        </p:nvSpPr>
        <p:spPr>
          <a:xfrm>
            <a:off x="489766" y="1376363"/>
            <a:ext cx="3908509" cy="899579"/>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latin typeface="BarmeniaGothaer Offc" panose="020B0503020204020204" pitchFamily="34" charset="0"/>
              </a:rPr>
              <a:t>Die Farbabstufungen sind nicht von PowerPoint abgeleitet, sondern von uns definiert und müssten so im Master angelegt werden. Da die Farbwelt generell eine Blaue ist, kontrastiert das Rot und sorgt für maximale Aufmerksamkeit. </a:t>
            </a:r>
          </a:p>
        </p:txBody>
      </p:sp>
    </p:spTree>
    <p:extLst>
      <p:ext uri="{BB962C8B-B14F-4D97-AF65-F5344CB8AC3E}">
        <p14:creationId xmlns:p14="http://schemas.microsoft.com/office/powerpoint/2010/main" val="38810396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FA8B5B23-6FDE-3E92-C938-BF5CA8EB27EB}"/>
              </a:ext>
            </a:extLst>
          </p:cNvPr>
          <p:cNvSpPr>
            <a:spLocks noGrp="1"/>
          </p:cNvSpPr>
          <p:nvPr>
            <p:ph type="title"/>
          </p:nvPr>
        </p:nvSpPr>
        <p:spPr/>
        <p:txBody>
          <a:bodyPr/>
          <a:lstStyle/>
          <a:p>
            <a:r>
              <a:rPr lang="de-DE" dirty="0"/>
              <a:t>Störer</a:t>
            </a:r>
          </a:p>
        </p:txBody>
      </p:sp>
      <p:sp>
        <p:nvSpPr>
          <p:cNvPr id="4" name="Fußzeilenplatzhalter 3">
            <a:extLst>
              <a:ext uri="{FF2B5EF4-FFF2-40B4-BE49-F238E27FC236}">
                <a16:creationId xmlns:a16="http://schemas.microsoft.com/office/drawing/2014/main" id="{591E9E89-483A-9823-A806-AE083E17A07D}"/>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25B3E819-9032-2495-FECB-047B67097B23}"/>
              </a:ext>
            </a:extLst>
          </p:cNvPr>
          <p:cNvSpPr>
            <a:spLocks noGrp="1"/>
          </p:cNvSpPr>
          <p:nvPr>
            <p:ph type="sldNum" sz="quarter" idx="12"/>
          </p:nvPr>
        </p:nvSpPr>
        <p:spPr/>
        <p:txBody>
          <a:bodyPr/>
          <a:lstStyle/>
          <a:p>
            <a:fld id="{D188B27D-4802-6948-A101-6CF6A7142FF4}" type="slidenum">
              <a:rPr lang="de-DE" smtClean="0"/>
              <a:t>57</a:t>
            </a:fld>
            <a:endParaRPr lang="de-DE"/>
          </a:p>
        </p:txBody>
      </p:sp>
      <p:sp>
        <p:nvSpPr>
          <p:cNvPr id="7" name="Inhaltsplatzhalter 8">
            <a:extLst>
              <a:ext uri="{FF2B5EF4-FFF2-40B4-BE49-F238E27FC236}">
                <a16:creationId xmlns:a16="http://schemas.microsoft.com/office/drawing/2014/main" id="{32BC6F24-4E0D-BAC4-708C-0252ED1141D5}"/>
              </a:ext>
            </a:extLst>
          </p:cNvPr>
          <p:cNvSpPr txBox="1">
            <a:spLocks/>
          </p:cNvSpPr>
          <p:nvPr/>
        </p:nvSpPr>
        <p:spPr>
          <a:xfrm>
            <a:off x="479426" y="1581293"/>
            <a:ext cx="5508624" cy="63725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solidFill>
                  <a:schemeClr val="bg1"/>
                </a:solidFill>
                <a:latin typeface="BarmeniaGothaer Offc" panose="020B0503020204020204" pitchFamily="34" charset="0"/>
              </a:rPr>
              <a:t>Die Form des Störers leitet sich aus dem Spotlight ab und erlaubt durch die Zweifarbigkeit eine zweistufige Hierarchie.</a:t>
            </a:r>
          </a:p>
        </p:txBody>
      </p:sp>
      <p:grpSp>
        <p:nvGrpSpPr>
          <p:cNvPr id="16" name="Gruppieren 15">
            <a:extLst>
              <a:ext uri="{FF2B5EF4-FFF2-40B4-BE49-F238E27FC236}">
                <a16:creationId xmlns:a16="http://schemas.microsoft.com/office/drawing/2014/main" id="{046D2BEC-FE1A-5B56-CB9C-946EF4DFA83D}"/>
              </a:ext>
            </a:extLst>
          </p:cNvPr>
          <p:cNvGrpSpPr/>
          <p:nvPr/>
        </p:nvGrpSpPr>
        <p:grpSpPr>
          <a:xfrm>
            <a:off x="1397496" y="4610237"/>
            <a:ext cx="1818779" cy="607351"/>
            <a:chOff x="637273" y="3429000"/>
            <a:chExt cx="1818779" cy="607351"/>
          </a:xfrm>
        </p:grpSpPr>
        <p:sp>
          <p:nvSpPr>
            <p:cNvPr id="15" name="Textplatzhalter 31">
              <a:extLst>
                <a:ext uri="{FF2B5EF4-FFF2-40B4-BE49-F238E27FC236}">
                  <a16:creationId xmlns:a16="http://schemas.microsoft.com/office/drawing/2014/main" id="{0B72FB61-FA33-9B48-455C-69A05253F8EB}"/>
                </a:ext>
              </a:extLst>
            </p:cNvPr>
            <p:cNvSpPr txBox="1">
              <a:spLocks/>
            </p:cNvSpPr>
            <p:nvPr/>
          </p:nvSpPr>
          <p:spPr>
            <a:xfrm rot="347818">
              <a:off x="692634" y="3752750"/>
              <a:ext cx="1674462" cy="283601"/>
            </a:xfrm>
            <a:prstGeom prst="roundRect">
              <a:avLst>
                <a:gd name="adj" fmla="val 13701"/>
              </a:avLst>
            </a:prstGeom>
            <a:solidFill>
              <a:schemeClr val="bg1"/>
            </a:solidFill>
          </p:spPr>
          <p:txBody>
            <a:bodyPr wrap="none" lIns="251999" tIns="125999" rIns="251999" bIns="125999" anchor="ctr">
              <a:no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endParaRPr lang="de-DE" sz="1600" dirty="0">
                <a:latin typeface="BarmeniaGothaer Offc Medium" panose="020B0603020204020204" pitchFamily="34" charset="0"/>
              </a:endParaRPr>
            </a:p>
          </p:txBody>
        </p:sp>
        <p:sp>
          <p:nvSpPr>
            <p:cNvPr id="9" name="Textplatzhalter 31">
              <a:extLst>
                <a:ext uri="{FF2B5EF4-FFF2-40B4-BE49-F238E27FC236}">
                  <a16:creationId xmlns:a16="http://schemas.microsoft.com/office/drawing/2014/main" id="{4FACAE2B-6580-16A3-4F4A-3DE3A27EB07C}"/>
                </a:ext>
              </a:extLst>
            </p:cNvPr>
            <p:cNvSpPr txBox="1">
              <a:spLocks/>
            </p:cNvSpPr>
            <p:nvPr/>
          </p:nvSpPr>
          <p:spPr>
            <a:xfrm>
              <a:off x="637273" y="3429000"/>
              <a:ext cx="1818779" cy="524891"/>
            </a:xfrm>
            <a:prstGeom prst="roundRect">
              <a:avLst>
                <a:gd name="adj" fmla="val 8019"/>
              </a:avLst>
            </a:prstGeom>
            <a:solidFill>
              <a:srgbClr val="FF694E"/>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lnSpc>
                  <a:spcPct val="100000"/>
                </a:lnSpc>
              </a:pPr>
              <a:r>
                <a:rPr lang="de-DE" sz="1600" cap="all" dirty="0">
                  <a:latin typeface="BarmeniaGothaer Offc Medium" panose="020B0603020204020204" pitchFamily="34" charset="0"/>
                </a:rPr>
                <a:t>Langes Wort</a:t>
              </a:r>
            </a:p>
          </p:txBody>
        </p:sp>
      </p:grpSp>
      <p:grpSp>
        <p:nvGrpSpPr>
          <p:cNvPr id="17" name="Gruppieren 16">
            <a:extLst>
              <a:ext uri="{FF2B5EF4-FFF2-40B4-BE49-F238E27FC236}">
                <a16:creationId xmlns:a16="http://schemas.microsoft.com/office/drawing/2014/main" id="{0B5B1B44-9A86-134B-D5DC-7144081FE39A}"/>
              </a:ext>
            </a:extLst>
          </p:cNvPr>
          <p:cNvGrpSpPr/>
          <p:nvPr/>
        </p:nvGrpSpPr>
        <p:grpSpPr>
          <a:xfrm>
            <a:off x="494700" y="4619567"/>
            <a:ext cx="687416" cy="579508"/>
            <a:chOff x="682592" y="3429000"/>
            <a:chExt cx="687416" cy="579508"/>
          </a:xfrm>
        </p:grpSpPr>
        <p:sp>
          <p:nvSpPr>
            <p:cNvPr id="18" name="Textplatzhalter 31">
              <a:extLst>
                <a:ext uri="{FF2B5EF4-FFF2-40B4-BE49-F238E27FC236}">
                  <a16:creationId xmlns:a16="http://schemas.microsoft.com/office/drawing/2014/main" id="{8C33756F-BEDA-A69D-C190-699ED66EAD24}"/>
                </a:ext>
              </a:extLst>
            </p:cNvPr>
            <p:cNvSpPr txBox="1">
              <a:spLocks/>
            </p:cNvSpPr>
            <p:nvPr/>
          </p:nvSpPr>
          <p:spPr>
            <a:xfrm rot="656117">
              <a:off x="703861" y="3724907"/>
              <a:ext cx="620150" cy="283601"/>
            </a:xfrm>
            <a:prstGeom prst="roundRect">
              <a:avLst>
                <a:gd name="adj" fmla="val 13701"/>
              </a:avLst>
            </a:prstGeom>
            <a:solidFill>
              <a:schemeClr val="accent4"/>
            </a:solidFill>
          </p:spPr>
          <p:txBody>
            <a:bodyPr wrap="none" lIns="251999" tIns="125999" rIns="251999" bIns="125999" anchor="ctr">
              <a:no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endParaRPr lang="de-DE" sz="1600" dirty="0">
                <a:latin typeface="BarmeniaGothaer Offc Medium" panose="020B0603020204020204" pitchFamily="34" charset="0"/>
              </a:endParaRPr>
            </a:p>
          </p:txBody>
        </p:sp>
        <p:sp>
          <p:nvSpPr>
            <p:cNvPr id="19" name="Textplatzhalter 31">
              <a:extLst>
                <a:ext uri="{FF2B5EF4-FFF2-40B4-BE49-F238E27FC236}">
                  <a16:creationId xmlns:a16="http://schemas.microsoft.com/office/drawing/2014/main" id="{7C1BAE42-8B3A-0B82-A25B-0B478EBC0BD9}"/>
                </a:ext>
              </a:extLst>
            </p:cNvPr>
            <p:cNvSpPr txBox="1">
              <a:spLocks/>
            </p:cNvSpPr>
            <p:nvPr/>
          </p:nvSpPr>
          <p:spPr>
            <a:xfrm>
              <a:off x="682592" y="3429000"/>
              <a:ext cx="687416" cy="524891"/>
            </a:xfrm>
            <a:prstGeom prst="roundRect">
              <a:avLst>
                <a:gd name="adj" fmla="val 8019"/>
              </a:avLst>
            </a:prstGeom>
            <a:solidFill>
              <a:schemeClr val="bg1"/>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lnSpc>
                  <a:spcPct val="100000"/>
                </a:lnSpc>
              </a:pPr>
              <a:r>
                <a:rPr lang="de-DE" sz="1600" cap="all" dirty="0">
                  <a:latin typeface="BarmeniaGothaer Offc Medium" panose="020B0603020204020204" pitchFamily="34" charset="0"/>
                </a:rPr>
                <a:t>WIP</a:t>
              </a:r>
            </a:p>
          </p:txBody>
        </p:sp>
      </p:grpSp>
      <p:sp>
        <p:nvSpPr>
          <p:cNvPr id="20" name="Textplatzhalter 31">
            <a:extLst>
              <a:ext uri="{FF2B5EF4-FFF2-40B4-BE49-F238E27FC236}">
                <a16:creationId xmlns:a16="http://schemas.microsoft.com/office/drawing/2014/main" id="{423A6383-ADAD-1C6E-B441-5A76734D5C8C}"/>
              </a:ext>
            </a:extLst>
          </p:cNvPr>
          <p:cNvSpPr txBox="1">
            <a:spLocks/>
          </p:cNvSpPr>
          <p:nvPr/>
        </p:nvSpPr>
        <p:spPr>
          <a:xfrm>
            <a:off x="494699" y="2481834"/>
            <a:ext cx="2401441" cy="524891"/>
          </a:xfrm>
          <a:prstGeom prst="roundRect">
            <a:avLst>
              <a:gd name="adj" fmla="val 8019"/>
            </a:avLst>
          </a:prstGeom>
          <a:solidFill>
            <a:schemeClr val="bg1"/>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accent6"/>
                </a:solidFill>
                <a:latin typeface="BarmeniaGothaer Offc Medium" panose="020B0603020204020204" pitchFamily="34" charset="0"/>
              </a:rPr>
              <a:t>Einfacher Störer</a:t>
            </a:r>
          </a:p>
        </p:txBody>
      </p:sp>
      <p:sp>
        <p:nvSpPr>
          <p:cNvPr id="28" name="Abgerundetes Rechteck 27">
            <a:extLst>
              <a:ext uri="{FF2B5EF4-FFF2-40B4-BE49-F238E27FC236}">
                <a16:creationId xmlns:a16="http://schemas.microsoft.com/office/drawing/2014/main" id="{FCB46A2F-FC37-8210-6976-173E7ED87504}"/>
              </a:ext>
            </a:extLst>
          </p:cNvPr>
          <p:cNvSpPr>
            <a:spLocks noGrp="1" noRot="1" noMove="1" noResize="1" noEditPoints="1" noAdjustHandles="1" noChangeArrowheads="1" noChangeShapeType="1"/>
          </p:cNvSpPr>
          <p:nvPr/>
        </p:nvSpPr>
        <p:spPr>
          <a:xfrm>
            <a:off x="6203952" y="2218544"/>
            <a:ext cx="5493347" cy="3298019"/>
          </a:xfrm>
          <a:prstGeom prst="roundRect">
            <a:avLst>
              <a:gd name="adj" fmla="val 1362"/>
            </a:avLst>
          </a:prstGeom>
          <a:solidFill>
            <a:srgbClr val="F5F5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21" name="Gruppieren 20">
            <a:extLst>
              <a:ext uri="{FF2B5EF4-FFF2-40B4-BE49-F238E27FC236}">
                <a16:creationId xmlns:a16="http://schemas.microsoft.com/office/drawing/2014/main" id="{CF26CBE3-F478-13AA-1A42-A79B7A6A8F46}"/>
              </a:ext>
            </a:extLst>
          </p:cNvPr>
          <p:cNvGrpSpPr/>
          <p:nvPr/>
        </p:nvGrpSpPr>
        <p:grpSpPr>
          <a:xfrm>
            <a:off x="7430308" y="4610237"/>
            <a:ext cx="1818779" cy="607351"/>
            <a:chOff x="637273" y="3429000"/>
            <a:chExt cx="1818779" cy="607351"/>
          </a:xfrm>
        </p:grpSpPr>
        <p:sp>
          <p:nvSpPr>
            <p:cNvPr id="22" name="Textplatzhalter 31">
              <a:extLst>
                <a:ext uri="{FF2B5EF4-FFF2-40B4-BE49-F238E27FC236}">
                  <a16:creationId xmlns:a16="http://schemas.microsoft.com/office/drawing/2014/main" id="{DB6F0FDA-DA0E-1831-FD0D-A30CA563A9F8}"/>
                </a:ext>
              </a:extLst>
            </p:cNvPr>
            <p:cNvSpPr txBox="1">
              <a:spLocks/>
            </p:cNvSpPr>
            <p:nvPr/>
          </p:nvSpPr>
          <p:spPr>
            <a:xfrm rot="347818">
              <a:off x="692634" y="3752750"/>
              <a:ext cx="1674462" cy="283601"/>
            </a:xfrm>
            <a:prstGeom prst="roundRect">
              <a:avLst>
                <a:gd name="adj" fmla="val 13701"/>
              </a:avLst>
            </a:prstGeom>
            <a:solidFill>
              <a:schemeClr val="tx1"/>
            </a:solidFill>
          </p:spPr>
          <p:txBody>
            <a:bodyPr wrap="none" lIns="251999" tIns="125999" rIns="251999" bIns="125999" anchor="ctr">
              <a:no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endParaRPr lang="de-DE" sz="1600" dirty="0">
                <a:latin typeface="BarmeniaGothaer Offc Medium" panose="020B0603020204020204" pitchFamily="34" charset="0"/>
              </a:endParaRPr>
            </a:p>
          </p:txBody>
        </p:sp>
        <p:sp>
          <p:nvSpPr>
            <p:cNvPr id="23" name="Textplatzhalter 31">
              <a:extLst>
                <a:ext uri="{FF2B5EF4-FFF2-40B4-BE49-F238E27FC236}">
                  <a16:creationId xmlns:a16="http://schemas.microsoft.com/office/drawing/2014/main" id="{CCFDDCA3-E846-18BA-5A2A-93E318920C1C}"/>
                </a:ext>
              </a:extLst>
            </p:cNvPr>
            <p:cNvSpPr txBox="1">
              <a:spLocks/>
            </p:cNvSpPr>
            <p:nvPr/>
          </p:nvSpPr>
          <p:spPr>
            <a:xfrm>
              <a:off x="637273" y="3429000"/>
              <a:ext cx="1818779" cy="524891"/>
            </a:xfrm>
            <a:prstGeom prst="roundRect">
              <a:avLst>
                <a:gd name="adj" fmla="val 8019"/>
              </a:avLst>
            </a:prstGeom>
            <a:solidFill>
              <a:srgbClr val="FF694E"/>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lnSpc>
                  <a:spcPct val="100000"/>
                </a:lnSpc>
              </a:pPr>
              <a:r>
                <a:rPr lang="de-DE" sz="1600" cap="all" dirty="0">
                  <a:solidFill>
                    <a:schemeClr val="bg1"/>
                  </a:solidFill>
                  <a:latin typeface="BarmeniaGothaer Offc Medium" panose="020B0603020204020204" pitchFamily="34" charset="0"/>
                </a:rPr>
                <a:t>Langes Wort</a:t>
              </a:r>
            </a:p>
          </p:txBody>
        </p:sp>
      </p:grpSp>
      <p:grpSp>
        <p:nvGrpSpPr>
          <p:cNvPr id="24" name="Gruppieren 23">
            <a:extLst>
              <a:ext uri="{FF2B5EF4-FFF2-40B4-BE49-F238E27FC236}">
                <a16:creationId xmlns:a16="http://schemas.microsoft.com/office/drawing/2014/main" id="{E2707799-EF75-8106-6B9A-B08FB9595EAD}"/>
              </a:ext>
            </a:extLst>
          </p:cNvPr>
          <p:cNvGrpSpPr/>
          <p:nvPr/>
        </p:nvGrpSpPr>
        <p:grpSpPr>
          <a:xfrm>
            <a:off x="6527512" y="4619567"/>
            <a:ext cx="687416" cy="579508"/>
            <a:chOff x="682592" y="3429000"/>
            <a:chExt cx="687416" cy="579508"/>
          </a:xfrm>
        </p:grpSpPr>
        <p:sp>
          <p:nvSpPr>
            <p:cNvPr id="25" name="Textplatzhalter 31">
              <a:extLst>
                <a:ext uri="{FF2B5EF4-FFF2-40B4-BE49-F238E27FC236}">
                  <a16:creationId xmlns:a16="http://schemas.microsoft.com/office/drawing/2014/main" id="{4273BCBE-F204-BAB9-74FE-8A79000D424F}"/>
                </a:ext>
              </a:extLst>
            </p:cNvPr>
            <p:cNvSpPr txBox="1">
              <a:spLocks/>
            </p:cNvSpPr>
            <p:nvPr/>
          </p:nvSpPr>
          <p:spPr>
            <a:xfrm rot="656117">
              <a:off x="703861" y="3724907"/>
              <a:ext cx="620150" cy="283601"/>
            </a:xfrm>
            <a:prstGeom prst="roundRect">
              <a:avLst>
                <a:gd name="adj" fmla="val 13701"/>
              </a:avLst>
            </a:prstGeom>
            <a:solidFill>
              <a:schemeClr val="accent4"/>
            </a:solidFill>
          </p:spPr>
          <p:txBody>
            <a:bodyPr wrap="none" lIns="251999" tIns="125999" rIns="251999" bIns="125999" anchor="ctr">
              <a:no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endParaRPr lang="de-DE" sz="1600" dirty="0">
                <a:latin typeface="BarmeniaGothaer Offc Medium" panose="020B0603020204020204" pitchFamily="34" charset="0"/>
              </a:endParaRPr>
            </a:p>
          </p:txBody>
        </p:sp>
        <p:sp>
          <p:nvSpPr>
            <p:cNvPr id="26" name="Textplatzhalter 31">
              <a:extLst>
                <a:ext uri="{FF2B5EF4-FFF2-40B4-BE49-F238E27FC236}">
                  <a16:creationId xmlns:a16="http://schemas.microsoft.com/office/drawing/2014/main" id="{20B4A383-12EA-EFBC-D2D5-DF0F508A60BD}"/>
                </a:ext>
              </a:extLst>
            </p:cNvPr>
            <p:cNvSpPr txBox="1">
              <a:spLocks/>
            </p:cNvSpPr>
            <p:nvPr/>
          </p:nvSpPr>
          <p:spPr>
            <a:xfrm>
              <a:off x="682592" y="3429000"/>
              <a:ext cx="687416" cy="524891"/>
            </a:xfrm>
            <a:prstGeom prst="roundRect">
              <a:avLst>
                <a:gd name="adj" fmla="val 8019"/>
              </a:avLst>
            </a:prstGeom>
            <a:solidFill>
              <a:schemeClr val="tx1"/>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lnSpc>
                  <a:spcPct val="100000"/>
                </a:lnSpc>
              </a:pPr>
              <a:r>
                <a:rPr lang="de-DE" sz="1600" cap="all" dirty="0">
                  <a:solidFill>
                    <a:schemeClr val="bg1"/>
                  </a:solidFill>
                  <a:latin typeface="BarmeniaGothaer Offc Medium" panose="020B0603020204020204" pitchFamily="34" charset="0"/>
                </a:rPr>
                <a:t>WIP</a:t>
              </a:r>
            </a:p>
          </p:txBody>
        </p:sp>
      </p:grpSp>
      <p:sp>
        <p:nvSpPr>
          <p:cNvPr id="27" name="Textplatzhalter 31">
            <a:extLst>
              <a:ext uri="{FF2B5EF4-FFF2-40B4-BE49-F238E27FC236}">
                <a16:creationId xmlns:a16="http://schemas.microsoft.com/office/drawing/2014/main" id="{7C86BDA0-D8CC-E1EC-2C3B-D803DBCBA385}"/>
              </a:ext>
            </a:extLst>
          </p:cNvPr>
          <p:cNvSpPr txBox="1">
            <a:spLocks/>
          </p:cNvSpPr>
          <p:nvPr/>
        </p:nvSpPr>
        <p:spPr>
          <a:xfrm>
            <a:off x="6527511" y="2481834"/>
            <a:ext cx="2401441" cy="524891"/>
          </a:xfrm>
          <a:prstGeom prst="roundRect">
            <a:avLst>
              <a:gd name="adj" fmla="val 8019"/>
            </a:avLst>
          </a:prstGeom>
          <a:solidFill>
            <a:schemeClr val="tx1"/>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bg1"/>
                </a:solidFill>
                <a:latin typeface="BarmeniaGothaer Offc Medium" panose="020B0603020204020204" pitchFamily="34" charset="0"/>
              </a:rPr>
              <a:t>Einfacher Störer</a:t>
            </a:r>
          </a:p>
        </p:txBody>
      </p:sp>
      <p:sp>
        <p:nvSpPr>
          <p:cNvPr id="2" name="Datumsplatzhalter 1">
            <a:extLst>
              <a:ext uri="{FF2B5EF4-FFF2-40B4-BE49-F238E27FC236}">
                <a16:creationId xmlns:a16="http://schemas.microsoft.com/office/drawing/2014/main" id="{4B4C355E-068A-B1B2-C9CD-C0E0C0705CF9}"/>
              </a:ext>
            </a:extLst>
          </p:cNvPr>
          <p:cNvSpPr>
            <a:spLocks noGrp="1"/>
          </p:cNvSpPr>
          <p:nvPr>
            <p:ph type="dt" sz="half" idx="10"/>
          </p:nvPr>
        </p:nvSpPr>
        <p:spPr/>
        <p:txBody>
          <a:bodyPr/>
          <a:lstStyle/>
          <a:p>
            <a:fld id="{072E973C-145C-EF4E-8529-55FF538E6689}" type="datetime1">
              <a:rPr lang="de-DE"/>
              <a:t>22.06.2026</a:t>
            </a:fld>
            <a:endParaRPr lang="de-DE"/>
          </a:p>
        </p:txBody>
      </p:sp>
      <p:sp>
        <p:nvSpPr>
          <p:cNvPr id="3" name="Textplatzhalter 31">
            <a:extLst>
              <a:ext uri="{FF2B5EF4-FFF2-40B4-BE49-F238E27FC236}">
                <a16:creationId xmlns:a16="http://schemas.microsoft.com/office/drawing/2014/main" id="{1F268A80-E42E-2353-D359-208271ECF320}"/>
              </a:ext>
            </a:extLst>
          </p:cNvPr>
          <p:cNvSpPr txBox="1">
            <a:spLocks/>
          </p:cNvSpPr>
          <p:nvPr/>
        </p:nvSpPr>
        <p:spPr>
          <a:xfrm>
            <a:off x="3050863" y="2481834"/>
            <a:ext cx="2401441" cy="524891"/>
          </a:xfrm>
          <a:prstGeom prst="roundRect">
            <a:avLst>
              <a:gd name="adj" fmla="val 8019"/>
            </a:avLst>
          </a:prstGeom>
          <a:solidFill>
            <a:schemeClr val="accent2"/>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accent6"/>
                </a:solidFill>
                <a:latin typeface="BarmeniaGothaer Offc Medium" panose="020B0603020204020204" pitchFamily="34" charset="0"/>
              </a:rPr>
              <a:t>Einfacher Störer</a:t>
            </a:r>
          </a:p>
        </p:txBody>
      </p:sp>
      <p:sp>
        <p:nvSpPr>
          <p:cNvPr id="8" name="Textplatzhalter 31">
            <a:extLst>
              <a:ext uri="{FF2B5EF4-FFF2-40B4-BE49-F238E27FC236}">
                <a16:creationId xmlns:a16="http://schemas.microsoft.com/office/drawing/2014/main" id="{3D184E02-9DC7-42AC-C30C-257E6932E78B}"/>
              </a:ext>
            </a:extLst>
          </p:cNvPr>
          <p:cNvSpPr txBox="1">
            <a:spLocks/>
          </p:cNvSpPr>
          <p:nvPr/>
        </p:nvSpPr>
        <p:spPr>
          <a:xfrm>
            <a:off x="9083675" y="2481834"/>
            <a:ext cx="2401441" cy="524891"/>
          </a:xfrm>
          <a:prstGeom prst="roundRect">
            <a:avLst>
              <a:gd name="adj" fmla="val 8019"/>
            </a:avLst>
          </a:prstGeom>
          <a:solidFill>
            <a:schemeClr val="accent2"/>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tx2"/>
                </a:solidFill>
                <a:latin typeface="BarmeniaGothaer Offc Medium" panose="020B0603020204020204" pitchFamily="34" charset="0"/>
              </a:rPr>
              <a:t>Einfacher Störer</a:t>
            </a:r>
          </a:p>
        </p:txBody>
      </p:sp>
      <p:sp>
        <p:nvSpPr>
          <p:cNvPr id="10" name="Textplatzhalter 31">
            <a:extLst>
              <a:ext uri="{FF2B5EF4-FFF2-40B4-BE49-F238E27FC236}">
                <a16:creationId xmlns:a16="http://schemas.microsoft.com/office/drawing/2014/main" id="{FAFC63D4-F249-08BC-7725-433BF87E85A7}"/>
              </a:ext>
            </a:extLst>
          </p:cNvPr>
          <p:cNvSpPr txBox="1">
            <a:spLocks/>
          </p:cNvSpPr>
          <p:nvPr/>
        </p:nvSpPr>
        <p:spPr>
          <a:xfrm>
            <a:off x="494699" y="3146852"/>
            <a:ext cx="2401441" cy="524891"/>
          </a:xfrm>
          <a:prstGeom prst="roundRect">
            <a:avLst>
              <a:gd name="adj" fmla="val 8019"/>
            </a:avLst>
          </a:prstGeom>
          <a:solidFill>
            <a:schemeClr val="accent4"/>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solidFill>
                  <a:schemeClr val="accent6"/>
                </a:solidFill>
                <a:latin typeface="BarmeniaGothaer Offc Medium" panose="020B0603020204020204" pitchFamily="34" charset="0"/>
              </a:rPr>
              <a:t>Einfacher Störer</a:t>
            </a:r>
          </a:p>
        </p:txBody>
      </p:sp>
      <p:sp>
        <p:nvSpPr>
          <p:cNvPr id="11" name="Textplatzhalter 31">
            <a:extLst>
              <a:ext uri="{FF2B5EF4-FFF2-40B4-BE49-F238E27FC236}">
                <a16:creationId xmlns:a16="http://schemas.microsoft.com/office/drawing/2014/main" id="{EDB150FD-3917-531D-E900-7B5097C5A89A}"/>
              </a:ext>
            </a:extLst>
          </p:cNvPr>
          <p:cNvSpPr txBox="1">
            <a:spLocks/>
          </p:cNvSpPr>
          <p:nvPr/>
        </p:nvSpPr>
        <p:spPr>
          <a:xfrm>
            <a:off x="6527511" y="3146852"/>
            <a:ext cx="2401441" cy="524891"/>
          </a:xfrm>
          <a:prstGeom prst="roundRect">
            <a:avLst>
              <a:gd name="adj" fmla="val 8019"/>
            </a:avLst>
          </a:prstGeom>
          <a:solidFill>
            <a:schemeClr val="accent4"/>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r>
              <a:rPr lang="de-DE" sz="1600" cap="all" dirty="0">
                <a:latin typeface="BarmeniaGothaer Offc Medium" panose="020B0603020204020204" pitchFamily="34" charset="0"/>
              </a:rPr>
              <a:t>Einfacher Störer</a:t>
            </a:r>
          </a:p>
        </p:txBody>
      </p:sp>
      <p:sp>
        <p:nvSpPr>
          <p:cNvPr id="13" name="Fußzeilenplatzhalter 3">
            <a:extLst>
              <a:ext uri="{FF2B5EF4-FFF2-40B4-BE49-F238E27FC236}">
                <a16:creationId xmlns:a16="http://schemas.microsoft.com/office/drawing/2014/main" id="{7907D382-54B8-5721-3A43-6D81D2E48ADF}"/>
              </a:ext>
            </a:extLst>
          </p:cNvPr>
          <p:cNvSpPr txBox="1">
            <a:spLocks/>
          </p:cNvSpPr>
          <p:nvPr/>
        </p:nvSpPr>
        <p:spPr>
          <a:xfrm>
            <a:off x="8903666" y="6405343"/>
            <a:ext cx="2806997" cy="106470"/>
          </a:xfrm>
          <a:prstGeom prst="rect">
            <a:avLst/>
          </a:prstGeom>
        </p:spPr>
        <p:txBody>
          <a:bodyPr vert="horz" lIns="0" tIns="0" rIns="0" bIns="0" rtlCol="0" anchor="ctr"/>
          <a:lstStyle>
            <a:defPPr>
              <a:defRPr lang="de-DE"/>
            </a:defPPr>
            <a:lvl1pPr marL="0" algn="l" defTabSz="914400" rtl="0" eaLnBrk="1" latinLnBrk="0" hangingPunct="1">
              <a:defRPr sz="800" b="0" i="0" kern="1200">
                <a:solidFill>
                  <a:schemeClr val="tx1"/>
                </a:solidFill>
                <a:latin typeface="BarmeniaGothaer Offc Medium"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dirty="0">
                <a:solidFill>
                  <a:schemeClr val="bg1"/>
                </a:solidFill>
                <a:latin typeface="+mn-lt"/>
              </a:rPr>
              <a:t>Vertraulich</a:t>
            </a:r>
          </a:p>
        </p:txBody>
      </p:sp>
      <p:sp>
        <p:nvSpPr>
          <p:cNvPr id="14" name="Inhaltsplatzhalter 8">
            <a:extLst>
              <a:ext uri="{FF2B5EF4-FFF2-40B4-BE49-F238E27FC236}">
                <a16:creationId xmlns:a16="http://schemas.microsoft.com/office/drawing/2014/main" id="{F67F16B5-A2C1-1A72-3A15-ECB5037F94AD}"/>
              </a:ext>
            </a:extLst>
          </p:cNvPr>
          <p:cNvSpPr txBox="1">
            <a:spLocks/>
          </p:cNvSpPr>
          <p:nvPr/>
        </p:nvSpPr>
        <p:spPr>
          <a:xfrm>
            <a:off x="8676486" y="5634475"/>
            <a:ext cx="3031719" cy="57064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r>
              <a:rPr lang="de-DE" dirty="0">
                <a:solidFill>
                  <a:schemeClr val="bg1"/>
                </a:solidFill>
                <a:latin typeface="BarmeniaGothaer Offc" panose="020B0503020204020204" pitchFamily="34" charset="0"/>
              </a:rPr>
              <a:t>“Vertraulich“- Hinweis zum Kopieren:</a:t>
            </a:r>
            <a:br>
              <a:rPr lang="de-DE" dirty="0">
                <a:solidFill>
                  <a:schemeClr val="bg1"/>
                </a:solidFill>
                <a:latin typeface="BarmeniaGothaer Offc" panose="020B0503020204020204" pitchFamily="34" charset="0"/>
              </a:rPr>
            </a:br>
            <a:r>
              <a:rPr lang="de-DE" dirty="0">
                <a:solidFill>
                  <a:schemeClr val="bg1"/>
                </a:solidFill>
                <a:latin typeface="BarmeniaGothaer Offc" panose="020B0503020204020204" pitchFamily="34" charset="0"/>
              </a:rPr>
              <a:t>dieser muss auf hellem Hintergrund dunkelblau umgefärbt werden.</a:t>
            </a:r>
          </a:p>
        </p:txBody>
      </p:sp>
      <p:grpSp>
        <p:nvGrpSpPr>
          <p:cNvPr id="12" name="Gruppieren 11">
            <a:extLst>
              <a:ext uri="{FF2B5EF4-FFF2-40B4-BE49-F238E27FC236}">
                <a16:creationId xmlns:a16="http://schemas.microsoft.com/office/drawing/2014/main" id="{4A988A9B-07B7-69ED-33D8-CA189D07A225}"/>
              </a:ext>
            </a:extLst>
          </p:cNvPr>
          <p:cNvGrpSpPr/>
          <p:nvPr/>
        </p:nvGrpSpPr>
        <p:grpSpPr>
          <a:xfrm>
            <a:off x="3873168" y="4610237"/>
            <a:ext cx="1356015" cy="583903"/>
            <a:chOff x="1100037" y="3429000"/>
            <a:chExt cx="1356015" cy="583903"/>
          </a:xfrm>
        </p:grpSpPr>
        <p:sp>
          <p:nvSpPr>
            <p:cNvPr id="29" name="Textplatzhalter 31">
              <a:extLst>
                <a:ext uri="{FF2B5EF4-FFF2-40B4-BE49-F238E27FC236}">
                  <a16:creationId xmlns:a16="http://schemas.microsoft.com/office/drawing/2014/main" id="{E155092B-5723-B0CF-5450-EC610DAF3053}"/>
                </a:ext>
              </a:extLst>
            </p:cNvPr>
            <p:cNvSpPr txBox="1">
              <a:spLocks/>
            </p:cNvSpPr>
            <p:nvPr/>
          </p:nvSpPr>
          <p:spPr>
            <a:xfrm rot="347818">
              <a:off x="1111404" y="3773954"/>
              <a:ext cx="1256878" cy="238949"/>
            </a:xfrm>
            <a:prstGeom prst="roundRect">
              <a:avLst>
                <a:gd name="adj" fmla="val 13701"/>
              </a:avLst>
            </a:prstGeom>
            <a:solidFill>
              <a:schemeClr val="bg1"/>
            </a:solidFill>
          </p:spPr>
          <p:txBody>
            <a:bodyPr wrap="none" lIns="251999" tIns="125999" rIns="251999" bIns="125999" anchor="ctr">
              <a:no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endParaRPr lang="de-DE" sz="1600" dirty="0">
                <a:latin typeface="BarmeniaGothaer Offc Medium" panose="020B0603020204020204" pitchFamily="34" charset="0"/>
              </a:endParaRPr>
            </a:p>
          </p:txBody>
        </p:sp>
        <p:sp>
          <p:nvSpPr>
            <p:cNvPr id="30" name="Textplatzhalter 31">
              <a:extLst>
                <a:ext uri="{FF2B5EF4-FFF2-40B4-BE49-F238E27FC236}">
                  <a16:creationId xmlns:a16="http://schemas.microsoft.com/office/drawing/2014/main" id="{18B6FA9E-51E1-87D6-7A66-7A81D7257B55}"/>
                </a:ext>
              </a:extLst>
            </p:cNvPr>
            <p:cNvSpPr txBox="1">
              <a:spLocks/>
            </p:cNvSpPr>
            <p:nvPr/>
          </p:nvSpPr>
          <p:spPr>
            <a:xfrm>
              <a:off x="1100037" y="3429000"/>
              <a:ext cx="1356015" cy="524891"/>
            </a:xfrm>
            <a:prstGeom prst="roundRect">
              <a:avLst>
                <a:gd name="adj" fmla="val 8019"/>
              </a:avLst>
            </a:prstGeom>
            <a:solidFill>
              <a:srgbClr val="FF694E"/>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lnSpc>
                  <a:spcPct val="100000"/>
                </a:lnSpc>
              </a:pPr>
              <a:r>
                <a:rPr lang="de-DE" sz="1600" dirty="0">
                  <a:latin typeface="BarmeniaGothaer Offc Medium" panose="020B0603020204020204" pitchFamily="34" charset="0"/>
                </a:rPr>
                <a:t>Vertraulich</a:t>
              </a:r>
            </a:p>
          </p:txBody>
        </p:sp>
      </p:grpSp>
      <p:grpSp>
        <p:nvGrpSpPr>
          <p:cNvPr id="34" name="Gruppieren 33">
            <a:extLst>
              <a:ext uri="{FF2B5EF4-FFF2-40B4-BE49-F238E27FC236}">
                <a16:creationId xmlns:a16="http://schemas.microsoft.com/office/drawing/2014/main" id="{78C8C633-4DA6-7102-C5CF-1110C5E3507E}"/>
              </a:ext>
            </a:extLst>
          </p:cNvPr>
          <p:cNvGrpSpPr/>
          <p:nvPr/>
        </p:nvGrpSpPr>
        <p:grpSpPr>
          <a:xfrm>
            <a:off x="9699293" y="4610237"/>
            <a:ext cx="1356015" cy="583903"/>
            <a:chOff x="1100037" y="3429000"/>
            <a:chExt cx="1356015" cy="583903"/>
          </a:xfrm>
        </p:grpSpPr>
        <p:sp>
          <p:nvSpPr>
            <p:cNvPr id="35" name="Textplatzhalter 31">
              <a:extLst>
                <a:ext uri="{FF2B5EF4-FFF2-40B4-BE49-F238E27FC236}">
                  <a16:creationId xmlns:a16="http://schemas.microsoft.com/office/drawing/2014/main" id="{9858D424-9AED-0340-569A-D2963F3836B7}"/>
                </a:ext>
              </a:extLst>
            </p:cNvPr>
            <p:cNvSpPr txBox="1">
              <a:spLocks/>
            </p:cNvSpPr>
            <p:nvPr/>
          </p:nvSpPr>
          <p:spPr>
            <a:xfrm rot="347818">
              <a:off x="1111404" y="3773954"/>
              <a:ext cx="1256878" cy="238949"/>
            </a:xfrm>
            <a:prstGeom prst="roundRect">
              <a:avLst>
                <a:gd name="adj" fmla="val 13701"/>
              </a:avLst>
            </a:prstGeom>
            <a:solidFill>
              <a:schemeClr val="tx1"/>
            </a:solidFill>
          </p:spPr>
          <p:txBody>
            <a:bodyPr wrap="none" lIns="251999" tIns="125999" rIns="251999" bIns="125999" anchor="ctr">
              <a:no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nSpc>
                  <a:spcPct val="100000"/>
                </a:lnSpc>
              </a:pPr>
              <a:endParaRPr lang="de-DE" sz="1600" dirty="0">
                <a:latin typeface="BarmeniaGothaer Offc Medium" panose="020B0603020204020204" pitchFamily="34" charset="0"/>
              </a:endParaRPr>
            </a:p>
          </p:txBody>
        </p:sp>
        <p:sp>
          <p:nvSpPr>
            <p:cNvPr id="36" name="Textplatzhalter 31">
              <a:extLst>
                <a:ext uri="{FF2B5EF4-FFF2-40B4-BE49-F238E27FC236}">
                  <a16:creationId xmlns:a16="http://schemas.microsoft.com/office/drawing/2014/main" id="{E95E6762-7E49-7BA8-7CF7-6E239A7AE90E}"/>
                </a:ext>
              </a:extLst>
            </p:cNvPr>
            <p:cNvSpPr txBox="1">
              <a:spLocks/>
            </p:cNvSpPr>
            <p:nvPr/>
          </p:nvSpPr>
          <p:spPr>
            <a:xfrm>
              <a:off x="1100037" y="3429000"/>
              <a:ext cx="1356015" cy="524891"/>
            </a:xfrm>
            <a:prstGeom prst="roundRect">
              <a:avLst>
                <a:gd name="adj" fmla="val 8019"/>
              </a:avLst>
            </a:prstGeom>
            <a:solidFill>
              <a:srgbClr val="FF694E"/>
            </a:solidFill>
          </p:spPr>
          <p:txBody>
            <a:bodyPr wrap="none" lIns="125999" tIns="125999" rIns="125999" bIns="125999" anchor="ctr">
              <a:spAutoFit/>
            </a:bodyPr>
            <a:lstStyle>
              <a:lvl1pPr marL="0" indent="0" algn="l" defTabSz="914400" rtl="0" eaLnBrk="1" latinLnBrk="0" hangingPunct="1">
                <a:lnSpc>
                  <a:spcPct val="90000"/>
                </a:lnSpc>
                <a:spcBef>
                  <a:spcPts val="800"/>
                </a:spcBef>
                <a:spcAft>
                  <a:spcPts val="400"/>
                </a:spcAft>
                <a:buFontTx/>
                <a:buNone/>
                <a:defRPr sz="1400" b="0" i="0" kern="1200">
                  <a:solidFill>
                    <a:schemeClr val="tx1"/>
                  </a:solidFill>
                  <a:latin typeface="BarmeniaGothaer Offc Medium" pitchFamily="2" charset="0"/>
                  <a:ea typeface="+mn-ea"/>
                  <a:cs typeface="+mn-cs"/>
                </a:defRPr>
              </a:lvl1pPr>
              <a:lvl2pPr marL="0" indent="0" algn="l" defTabSz="914400" rtl="0" eaLnBrk="1" latinLnBrk="0" hangingPunct="1">
                <a:lnSpc>
                  <a:spcPct val="120000"/>
                </a:lnSpc>
                <a:spcBef>
                  <a:spcPts val="200"/>
                </a:spcBef>
                <a:spcAft>
                  <a:spcPts val="200"/>
                </a:spcAft>
                <a:buSzPct val="100000"/>
                <a:buFontTx/>
                <a:buNone/>
                <a:defRPr sz="11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1600"/>
                </a:spcBef>
                <a:spcAft>
                  <a:spcPts val="800"/>
                </a:spcAft>
                <a:buFontTx/>
                <a:buNone/>
                <a:defRPr sz="1800" b="0" i="0" kern="1200">
                  <a:solidFill>
                    <a:schemeClr val="bg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bg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800"/>
                </a:spcBef>
                <a:spcAft>
                  <a:spcPts val="16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r">
                <a:lnSpc>
                  <a:spcPct val="100000"/>
                </a:lnSpc>
              </a:pPr>
              <a:r>
                <a:rPr lang="de-DE" sz="1600" dirty="0">
                  <a:solidFill>
                    <a:schemeClr val="bg1"/>
                  </a:solidFill>
                  <a:latin typeface="BarmeniaGothaer Offc Medium" panose="020B0603020204020204" pitchFamily="34" charset="0"/>
                </a:rPr>
                <a:t>Vertraulich</a:t>
              </a:r>
            </a:p>
          </p:txBody>
        </p:sp>
      </p:grpSp>
    </p:spTree>
    <p:extLst>
      <p:ext uri="{BB962C8B-B14F-4D97-AF65-F5344CB8AC3E}">
        <p14:creationId xmlns:p14="http://schemas.microsoft.com/office/powerpoint/2010/main" val="307800914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663C56-7F7D-A7B0-9443-8DB6656045FB}"/>
              </a:ext>
            </a:extLst>
          </p:cNvPr>
          <p:cNvSpPr>
            <a:spLocks noGrp="1"/>
          </p:cNvSpPr>
          <p:nvPr>
            <p:ph type="title"/>
          </p:nvPr>
        </p:nvSpPr>
        <p:spPr/>
        <p:txBody>
          <a:bodyPr/>
          <a:lstStyle/>
          <a:p>
            <a:r>
              <a:rPr lang="de-DE" dirty="0"/>
              <a:t>Ampel</a:t>
            </a:r>
          </a:p>
        </p:txBody>
      </p:sp>
      <p:sp>
        <p:nvSpPr>
          <p:cNvPr id="7" name="Datumsplatzhalter 6">
            <a:extLst>
              <a:ext uri="{FF2B5EF4-FFF2-40B4-BE49-F238E27FC236}">
                <a16:creationId xmlns:a16="http://schemas.microsoft.com/office/drawing/2014/main" id="{052EF7A7-1C26-A434-3728-F4165A20A980}"/>
              </a:ext>
            </a:extLst>
          </p:cNvPr>
          <p:cNvSpPr>
            <a:spLocks noGrp="1"/>
          </p:cNvSpPr>
          <p:nvPr>
            <p:ph type="dt" sz="half" idx="10"/>
          </p:nvPr>
        </p:nvSpPr>
        <p:spPr/>
        <p:txBody>
          <a:bodyPr/>
          <a:lstStyle/>
          <a:p>
            <a:fld id="{52AA8A80-B1B7-4040-88AD-F583B5AB121B}" type="datetime1">
              <a:rPr lang="de-DE"/>
              <a:pPr/>
              <a:t>22.06.2026</a:t>
            </a:fld>
            <a:endParaRPr lang="de-DE"/>
          </a:p>
        </p:txBody>
      </p:sp>
      <p:sp>
        <p:nvSpPr>
          <p:cNvPr id="4" name="Fußzeilenplatzhalter 3">
            <a:extLst>
              <a:ext uri="{FF2B5EF4-FFF2-40B4-BE49-F238E27FC236}">
                <a16:creationId xmlns:a16="http://schemas.microsoft.com/office/drawing/2014/main" id="{7EBCEB7A-BDD2-561A-C4F5-6CC19E98BD95}"/>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1657E028-2F28-E725-E756-9239B10042B5}"/>
              </a:ext>
            </a:extLst>
          </p:cNvPr>
          <p:cNvSpPr>
            <a:spLocks noGrp="1"/>
          </p:cNvSpPr>
          <p:nvPr>
            <p:ph type="sldNum" sz="quarter" idx="12"/>
          </p:nvPr>
        </p:nvSpPr>
        <p:spPr/>
        <p:txBody>
          <a:bodyPr/>
          <a:lstStyle/>
          <a:p>
            <a:fld id="{D188B27D-4802-6948-A101-6CF6A7142FF4}" type="slidenum">
              <a:rPr lang="de-DE" smtClean="0"/>
              <a:pPr/>
              <a:t>58</a:t>
            </a:fld>
            <a:endParaRPr lang="de-DE"/>
          </a:p>
        </p:txBody>
      </p:sp>
      <p:sp>
        <p:nvSpPr>
          <p:cNvPr id="6" name="Inhaltsplatzhalter 8">
            <a:extLst>
              <a:ext uri="{FF2B5EF4-FFF2-40B4-BE49-F238E27FC236}">
                <a16:creationId xmlns:a16="http://schemas.microsoft.com/office/drawing/2014/main" id="{173B5B8C-FC06-C704-EA6D-193A90AFB537}"/>
              </a:ext>
            </a:extLst>
          </p:cNvPr>
          <p:cNvSpPr txBox="1">
            <a:spLocks/>
          </p:cNvSpPr>
          <p:nvPr/>
        </p:nvSpPr>
        <p:spPr>
          <a:xfrm>
            <a:off x="479426" y="1581293"/>
            <a:ext cx="5508624" cy="63725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solidFill>
                  <a:schemeClr val="bg1"/>
                </a:solidFill>
                <a:latin typeface="BarmeniaGothaer Offc" panose="020B0503020204020204" pitchFamily="34" charset="0"/>
              </a:rPr>
              <a:t>Für die Ampel verwenden wir das Störer-Rot und einen passenden </a:t>
            </a:r>
            <a:br>
              <a:rPr lang="de-DE" dirty="0">
                <a:solidFill>
                  <a:schemeClr val="bg1"/>
                </a:solidFill>
                <a:latin typeface="BarmeniaGothaer Offc" panose="020B0503020204020204" pitchFamily="34" charset="0"/>
              </a:rPr>
            </a:br>
            <a:r>
              <a:rPr lang="de-DE" dirty="0">
                <a:solidFill>
                  <a:schemeClr val="bg1"/>
                </a:solidFill>
                <a:latin typeface="BarmeniaGothaer Offc" panose="020B0503020204020204" pitchFamily="34" charset="0"/>
              </a:rPr>
              <a:t>Gelb / Grünton. </a:t>
            </a:r>
          </a:p>
          <a:p>
            <a:endParaRPr lang="de-DE" dirty="0">
              <a:solidFill>
                <a:schemeClr val="bg1"/>
              </a:solidFill>
              <a:latin typeface="BarmeniaGothaer Offc" panose="020B0503020204020204" pitchFamily="34" charset="0"/>
            </a:endParaRPr>
          </a:p>
        </p:txBody>
      </p:sp>
      <p:sp>
        <p:nvSpPr>
          <p:cNvPr id="9" name="Abgerundetes Rechteck 8">
            <a:extLst>
              <a:ext uri="{FF2B5EF4-FFF2-40B4-BE49-F238E27FC236}">
                <a16:creationId xmlns:a16="http://schemas.microsoft.com/office/drawing/2014/main" id="{CF90D0BD-0FB7-8C39-9F0F-EB2EEF5DD4DB}"/>
              </a:ext>
            </a:extLst>
          </p:cNvPr>
          <p:cNvSpPr>
            <a:spLocks noGrp="1" noRot="1" noMove="1" noResize="1" noEditPoints="1" noAdjustHandles="1" noChangeArrowheads="1" noChangeShapeType="1"/>
          </p:cNvSpPr>
          <p:nvPr/>
        </p:nvSpPr>
        <p:spPr>
          <a:xfrm>
            <a:off x="6203950" y="1557339"/>
            <a:ext cx="5508624" cy="4392611"/>
          </a:xfrm>
          <a:prstGeom prst="roundRect">
            <a:avLst>
              <a:gd name="adj" fmla="val 598"/>
            </a:avLst>
          </a:prstGeom>
          <a:solidFill>
            <a:srgbClr val="F5F5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28" name="Grafik 26">
            <a:extLst>
              <a:ext uri="{FF2B5EF4-FFF2-40B4-BE49-F238E27FC236}">
                <a16:creationId xmlns:a16="http://schemas.microsoft.com/office/drawing/2014/main" id="{C4532360-1FB0-217A-0E08-A79F40C48C30}"/>
              </a:ext>
            </a:extLst>
          </p:cNvPr>
          <p:cNvGrpSpPr/>
          <p:nvPr/>
        </p:nvGrpSpPr>
        <p:grpSpPr>
          <a:xfrm>
            <a:off x="1050289" y="3150185"/>
            <a:ext cx="453702" cy="1328109"/>
            <a:chOff x="5746750" y="2406650"/>
            <a:chExt cx="698500" cy="2044700"/>
          </a:xfrm>
        </p:grpSpPr>
        <p:grpSp>
          <p:nvGrpSpPr>
            <p:cNvPr id="29" name="Grafik 26">
              <a:extLst>
                <a:ext uri="{FF2B5EF4-FFF2-40B4-BE49-F238E27FC236}">
                  <a16:creationId xmlns:a16="http://schemas.microsoft.com/office/drawing/2014/main" id="{FA43412E-CF36-C93A-1F17-31A11E6403A7}"/>
                </a:ext>
              </a:extLst>
            </p:cNvPr>
            <p:cNvGrpSpPr/>
            <p:nvPr/>
          </p:nvGrpSpPr>
          <p:grpSpPr>
            <a:xfrm>
              <a:off x="5746750" y="2406650"/>
              <a:ext cx="698500" cy="2044700"/>
              <a:chOff x="5746750" y="2406650"/>
              <a:chExt cx="698500" cy="2044700"/>
            </a:xfrm>
          </p:grpSpPr>
          <p:sp>
            <p:nvSpPr>
              <p:cNvPr id="30" name="Freihandform 29">
                <a:extLst>
                  <a:ext uri="{FF2B5EF4-FFF2-40B4-BE49-F238E27FC236}">
                    <a16:creationId xmlns:a16="http://schemas.microsoft.com/office/drawing/2014/main" id="{052152F0-29C0-81B6-B70B-524F0C3A31F4}"/>
                  </a:ext>
                </a:extLst>
              </p:cNvPr>
              <p:cNvSpPr/>
              <p:nvPr/>
            </p:nvSpPr>
            <p:spPr>
              <a:xfrm>
                <a:off x="5746750" y="2406650"/>
                <a:ext cx="698500" cy="2044700"/>
              </a:xfrm>
              <a:custGeom>
                <a:avLst/>
                <a:gdLst>
                  <a:gd name="connsiteX0" fmla="*/ 0 w 698500"/>
                  <a:gd name="connsiteY0" fmla="*/ 1692821 h 2044700"/>
                  <a:gd name="connsiteX1" fmla="*/ 0 w 698500"/>
                  <a:gd name="connsiteY1" fmla="*/ 351879 h 2044700"/>
                  <a:gd name="connsiteX2" fmla="*/ 349250 w 698500"/>
                  <a:gd name="connsiteY2" fmla="*/ 0 h 2044700"/>
                  <a:gd name="connsiteX3" fmla="*/ 349250 w 698500"/>
                  <a:gd name="connsiteY3" fmla="*/ 0 h 2044700"/>
                  <a:gd name="connsiteX4" fmla="*/ 698500 w 698500"/>
                  <a:gd name="connsiteY4" fmla="*/ 351879 h 2044700"/>
                  <a:gd name="connsiteX5" fmla="*/ 698500 w 698500"/>
                  <a:gd name="connsiteY5" fmla="*/ 1692821 h 2044700"/>
                  <a:gd name="connsiteX6" fmla="*/ 349250 w 698500"/>
                  <a:gd name="connsiteY6" fmla="*/ 2044700 h 2044700"/>
                  <a:gd name="connsiteX7" fmla="*/ 349250 w 698500"/>
                  <a:gd name="connsiteY7" fmla="*/ 2044700 h 2044700"/>
                  <a:gd name="connsiteX8" fmla="*/ 0 w 698500"/>
                  <a:gd name="connsiteY8" fmla="*/ 1692821 h 204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8500" h="2044700">
                    <a:moveTo>
                      <a:pt x="0" y="1692821"/>
                    </a:moveTo>
                    <a:lnTo>
                      <a:pt x="0" y="351879"/>
                    </a:lnTo>
                    <a:cubicBezTo>
                      <a:pt x="0" y="157537"/>
                      <a:pt x="156360" y="0"/>
                      <a:pt x="349250" y="0"/>
                    </a:cubicBezTo>
                    <a:lnTo>
                      <a:pt x="349250" y="0"/>
                    </a:lnTo>
                    <a:cubicBezTo>
                      <a:pt x="542140" y="0"/>
                      <a:pt x="698500" y="157537"/>
                      <a:pt x="698500" y="351879"/>
                    </a:cubicBezTo>
                    <a:lnTo>
                      <a:pt x="698500" y="1692821"/>
                    </a:lnTo>
                    <a:cubicBezTo>
                      <a:pt x="698500" y="1887163"/>
                      <a:pt x="542140" y="2044700"/>
                      <a:pt x="349250" y="2044700"/>
                    </a:cubicBezTo>
                    <a:lnTo>
                      <a:pt x="349250" y="2044700"/>
                    </a:lnTo>
                    <a:cubicBezTo>
                      <a:pt x="156360" y="2044700"/>
                      <a:pt x="0" y="1887163"/>
                      <a:pt x="0" y="1692821"/>
                    </a:cubicBezTo>
                    <a:close/>
                  </a:path>
                </a:pathLst>
              </a:custGeom>
              <a:solidFill>
                <a:srgbClr val="002641"/>
              </a:solidFill>
              <a:ln w="0" cap="flat">
                <a:noFill/>
                <a:prstDash val="solid"/>
                <a:miter/>
              </a:ln>
            </p:spPr>
            <p:txBody>
              <a:bodyPr rtlCol="0" anchor="ctr"/>
              <a:lstStyle/>
              <a:p>
                <a:endParaRPr lang="de-DE"/>
              </a:p>
            </p:txBody>
          </p:sp>
          <p:sp>
            <p:nvSpPr>
              <p:cNvPr id="31" name="Freihandform 30">
                <a:extLst>
                  <a:ext uri="{FF2B5EF4-FFF2-40B4-BE49-F238E27FC236}">
                    <a16:creationId xmlns:a16="http://schemas.microsoft.com/office/drawing/2014/main" id="{0E2B125D-F5F8-386C-583D-23C4D384B308}"/>
                  </a:ext>
                </a:extLst>
              </p:cNvPr>
              <p:cNvSpPr/>
              <p:nvPr/>
            </p:nvSpPr>
            <p:spPr>
              <a:xfrm>
                <a:off x="5756189" y="2416160"/>
                <a:ext cx="679621" cy="2025679"/>
              </a:xfrm>
              <a:custGeom>
                <a:avLst/>
                <a:gdLst>
                  <a:gd name="connsiteX0" fmla="*/ 0 w 679621"/>
                  <a:gd name="connsiteY0" fmla="*/ 1683311 h 2025679"/>
                  <a:gd name="connsiteX1" fmla="*/ 0 w 679621"/>
                  <a:gd name="connsiteY1" fmla="*/ 342368 h 2025679"/>
                  <a:gd name="connsiteX2" fmla="*/ 339811 w 679621"/>
                  <a:gd name="connsiteY2" fmla="*/ 0 h 2025679"/>
                  <a:gd name="connsiteX3" fmla="*/ 339811 w 679621"/>
                  <a:gd name="connsiteY3" fmla="*/ 0 h 2025679"/>
                  <a:gd name="connsiteX4" fmla="*/ 679622 w 679621"/>
                  <a:gd name="connsiteY4" fmla="*/ 342368 h 2025679"/>
                  <a:gd name="connsiteX5" fmla="*/ 679622 w 679621"/>
                  <a:gd name="connsiteY5" fmla="*/ 1683311 h 2025679"/>
                  <a:gd name="connsiteX6" fmla="*/ 339811 w 679621"/>
                  <a:gd name="connsiteY6" fmla="*/ 2025680 h 2025679"/>
                  <a:gd name="connsiteX7" fmla="*/ 339811 w 679621"/>
                  <a:gd name="connsiteY7" fmla="*/ 2025680 h 2025679"/>
                  <a:gd name="connsiteX8" fmla="*/ 0 w 679621"/>
                  <a:gd name="connsiteY8" fmla="*/ 1683311 h 2025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9621" h="2025679">
                    <a:moveTo>
                      <a:pt x="0" y="1683311"/>
                    </a:moveTo>
                    <a:lnTo>
                      <a:pt x="0" y="342368"/>
                    </a:lnTo>
                    <a:cubicBezTo>
                      <a:pt x="0" y="153286"/>
                      <a:pt x="152141" y="0"/>
                      <a:pt x="339811" y="0"/>
                    </a:cubicBezTo>
                    <a:lnTo>
                      <a:pt x="339811" y="0"/>
                    </a:lnTo>
                    <a:cubicBezTo>
                      <a:pt x="527481" y="0"/>
                      <a:pt x="679622" y="153286"/>
                      <a:pt x="679622" y="342368"/>
                    </a:cubicBezTo>
                    <a:lnTo>
                      <a:pt x="679622" y="1683311"/>
                    </a:lnTo>
                    <a:cubicBezTo>
                      <a:pt x="679622" y="1872394"/>
                      <a:pt x="527481" y="2025680"/>
                      <a:pt x="339811" y="2025680"/>
                    </a:cubicBezTo>
                    <a:lnTo>
                      <a:pt x="339811" y="2025680"/>
                    </a:lnTo>
                    <a:cubicBezTo>
                      <a:pt x="152141" y="2025680"/>
                      <a:pt x="0" y="1872394"/>
                      <a:pt x="0" y="1683311"/>
                    </a:cubicBezTo>
                    <a:close/>
                  </a:path>
                </a:pathLst>
              </a:custGeom>
              <a:noFill/>
              <a:ln w="18793" cap="flat">
                <a:solidFill>
                  <a:srgbClr val="FFFFFF"/>
                </a:solidFill>
                <a:prstDash val="solid"/>
                <a:miter/>
              </a:ln>
            </p:spPr>
            <p:txBody>
              <a:bodyPr rtlCol="0" anchor="ctr"/>
              <a:lstStyle/>
              <a:p>
                <a:endParaRPr lang="de-DE"/>
              </a:p>
            </p:txBody>
          </p:sp>
        </p:grpSp>
        <p:grpSp>
          <p:nvGrpSpPr>
            <p:cNvPr id="32" name="Grafik 26">
              <a:extLst>
                <a:ext uri="{FF2B5EF4-FFF2-40B4-BE49-F238E27FC236}">
                  <a16:creationId xmlns:a16="http://schemas.microsoft.com/office/drawing/2014/main" id="{AC934C22-41B0-8DF6-A9B7-E7A18E03E70B}"/>
                </a:ext>
              </a:extLst>
            </p:cNvPr>
            <p:cNvGrpSpPr/>
            <p:nvPr/>
          </p:nvGrpSpPr>
          <p:grpSpPr>
            <a:xfrm>
              <a:off x="5860020" y="2501752"/>
              <a:ext cx="481398" cy="1844985"/>
              <a:chOff x="5860020" y="2501752"/>
              <a:chExt cx="481398" cy="1844985"/>
            </a:xfrm>
          </p:grpSpPr>
          <p:sp>
            <p:nvSpPr>
              <p:cNvPr id="33" name="Freihandform 32">
                <a:extLst>
                  <a:ext uri="{FF2B5EF4-FFF2-40B4-BE49-F238E27FC236}">
                    <a16:creationId xmlns:a16="http://schemas.microsoft.com/office/drawing/2014/main" id="{4D85F014-9552-E8AA-E5FA-6DB444E85C66}"/>
                  </a:ext>
                </a:extLst>
              </p:cNvPr>
              <p:cNvSpPr/>
              <p:nvPr/>
            </p:nvSpPr>
            <p:spPr>
              <a:xfrm>
                <a:off x="5860020" y="3861715"/>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694E"/>
              </a:solidFill>
              <a:ln w="0" cap="flat">
                <a:noFill/>
                <a:prstDash val="solid"/>
                <a:miter/>
              </a:ln>
            </p:spPr>
            <p:txBody>
              <a:bodyPr rtlCol="0" anchor="ctr"/>
              <a:lstStyle/>
              <a:p>
                <a:endParaRPr lang="de-DE"/>
              </a:p>
            </p:txBody>
          </p:sp>
          <p:sp>
            <p:nvSpPr>
              <p:cNvPr id="34" name="Freihandform 33">
                <a:extLst>
                  <a:ext uri="{FF2B5EF4-FFF2-40B4-BE49-F238E27FC236}">
                    <a16:creationId xmlns:a16="http://schemas.microsoft.com/office/drawing/2014/main" id="{CBFC37D0-A1C4-0946-768C-BA204DE7478C}"/>
                  </a:ext>
                </a:extLst>
              </p:cNvPr>
              <p:cNvSpPr/>
              <p:nvPr/>
            </p:nvSpPr>
            <p:spPr>
              <a:xfrm>
                <a:off x="5860020" y="3186489"/>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DBF454"/>
              </a:solidFill>
              <a:ln w="0" cap="flat">
                <a:noFill/>
                <a:prstDash val="solid"/>
                <a:miter/>
              </a:ln>
            </p:spPr>
            <p:txBody>
              <a:bodyPr rtlCol="0" anchor="ctr"/>
              <a:lstStyle/>
              <a:p>
                <a:endParaRPr lang="de-DE"/>
              </a:p>
            </p:txBody>
          </p:sp>
          <p:sp>
            <p:nvSpPr>
              <p:cNvPr id="35" name="Freihandform 34">
                <a:extLst>
                  <a:ext uri="{FF2B5EF4-FFF2-40B4-BE49-F238E27FC236}">
                    <a16:creationId xmlns:a16="http://schemas.microsoft.com/office/drawing/2014/main" id="{F6066F4B-DB13-C059-B82B-35E109C8EA28}"/>
                  </a:ext>
                </a:extLst>
              </p:cNvPr>
              <p:cNvSpPr/>
              <p:nvPr/>
            </p:nvSpPr>
            <p:spPr>
              <a:xfrm>
                <a:off x="5860020" y="2501752"/>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58BD88"/>
              </a:solidFill>
              <a:ln w="0" cap="flat">
                <a:noFill/>
                <a:prstDash val="solid"/>
                <a:miter/>
              </a:ln>
            </p:spPr>
            <p:txBody>
              <a:bodyPr rtlCol="0" anchor="ctr"/>
              <a:lstStyle/>
              <a:p>
                <a:endParaRPr lang="de-DE"/>
              </a:p>
            </p:txBody>
          </p:sp>
        </p:grpSp>
      </p:grpSp>
      <p:grpSp>
        <p:nvGrpSpPr>
          <p:cNvPr id="38" name="Grafik 36">
            <a:extLst>
              <a:ext uri="{FF2B5EF4-FFF2-40B4-BE49-F238E27FC236}">
                <a16:creationId xmlns:a16="http://schemas.microsoft.com/office/drawing/2014/main" id="{DD363A99-3BDC-7A06-3157-6CFBC797631C}"/>
              </a:ext>
            </a:extLst>
          </p:cNvPr>
          <p:cNvGrpSpPr/>
          <p:nvPr/>
        </p:nvGrpSpPr>
        <p:grpSpPr>
          <a:xfrm>
            <a:off x="2337228" y="3150185"/>
            <a:ext cx="453702" cy="1328109"/>
            <a:chOff x="5746750" y="2406650"/>
            <a:chExt cx="698500" cy="2044700"/>
          </a:xfrm>
        </p:grpSpPr>
        <p:grpSp>
          <p:nvGrpSpPr>
            <p:cNvPr id="39" name="Grafik 36">
              <a:extLst>
                <a:ext uri="{FF2B5EF4-FFF2-40B4-BE49-F238E27FC236}">
                  <a16:creationId xmlns:a16="http://schemas.microsoft.com/office/drawing/2014/main" id="{0A27BA36-28B4-CBC5-9696-98A84163EA63}"/>
                </a:ext>
              </a:extLst>
            </p:cNvPr>
            <p:cNvGrpSpPr/>
            <p:nvPr/>
          </p:nvGrpSpPr>
          <p:grpSpPr>
            <a:xfrm>
              <a:off x="5746750" y="2406650"/>
              <a:ext cx="698500" cy="2044700"/>
              <a:chOff x="5746750" y="2406650"/>
              <a:chExt cx="698500" cy="2044700"/>
            </a:xfrm>
          </p:grpSpPr>
          <p:sp>
            <p:nvSpPr>
              <p:cNvPr id="40" name="Freihandform 39">
                <a:extLst>
                  <a:ext uri="{FF2B5EF4-FFF2-40B4-BE49-F238E27FC236}">
                    <a16:creationId xmlns:a16="http://schemas.microsoft.com/office/drawing/2014/main" id="{7D26C259-6F96-38EE-CCCE-35B3BF320275}"/>
                  </a:ext>
                </a:extLst>
              </p:cNvPr>
              <p:cNvSpPr/>
              <p:nvPr/>
            </p:nvSpPr>
            <p:spPr>
              <a:xfrm>
                <a:off x="5746750" y="2406650"/>
                <a:ext cx="698500" cy="2044700"/>
              </a:xfrm>
              <a:custGeom>
                <a:avLst/>
                <a:gdLst>
                  <a:gd name="connsiteX0" fmla="*/ 0 w 698500"/>
                  <a:gd name="connsiteY0" fmla="*/ 1692821 h 2044700"/>
                  <a:gd name="connsiteX1" fmla="*/ 0 w 698500"/>
                  <a:gd name="connsiteY1" fmla="*/ 351879 h 2044700"/>
                  <a:gd name="connsiteX2" fmla="*/ 349250 w 698500"/>
                  <a:gd name="connsiteY2" fmla="*/ 0 h 2044700"/>
                  <a:gd name="connsiteX3" fmla="*/ 349250 w 698500"/>
                  <a:gd name="connsiteY3" fmla="*/ 0 h 2044700"/>
                  <a:gd name="connsiteX4" fmla="*/ 698500 w 698500"/>
                  <a:gd name="connsiteY4" fmla="*/ 351879 h 2044700"/>
                  <a:gd name="connsiteX5" fmla="*/ 698500 w 698500"/>
                  <a:gd name="connsiteY5" fmla="*/ 1692821 h 2044700"/>
                  <a:gd name="connsiteX6" fmla="*/ 349250 w 698500"/>
                  <a:gd name="connsiteY6" fmla="*/ 2044700 h 2044700"/>
                  <a:gd name="connsiteX7" fmla="*/ 349250 w 698500"/>
                  <a:gd name="connsiteY7" fmla="*/ 2044700 h 2044700"/>
                  <a:gd name="connsiteX8" fmla="*/ 0 w 698500"/>
                  <a:gd name="connsiteY8" fmla="*/ 1692821 h 204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8500" h="2044700">
                    <a:moveTo>
                      <a:pt x="0" y="1692821"/>
                    </a:moveTo>
                    <a:lnTo>
                      <a:pt x="0" y="351879"/>
                    </a:lnTo>
                    <a:cubicBezTo>
                      <a:pt x="0" y="157537"/>
                      <a:pt x="156360" y="0"/>
                      <a:pt x="349250" y="0"/>
                    </a:cubicBezTo>
                    <a:lnTo>
                      <a:pt x="349250" y="0"/>
                    </a:lnTo>
                    <a:cubicBezTo>
                      <a:pt x="542140" y="0"/>
                      <a:pt x="698500" y="157537"/>
                      <a:pt x="698500" y="351879"/>
                    </a:cubicBezTo>
                    <a:lnTo>
                      <a:pt x="698500" y="1692821"/>
                    </a:lnTo>
                    <a:cubicBezTo>
                      <a:pt x="698500" y="1887163"/>
                      <a:pt x="542140" y="2044700"/>
                      <a:pt x="349250" y="2044700"/>
                    </a:cubicBezTo>
                    <a:lnTo>
                      <a:pt x="349250" y="2044700"/>
                    </a:lnTo>
                    <a:cubicBezTo>
                      <a:pt x="156360" y="2044700"/>
                      <a:pt x="0" y="1887163"/>
                      <a:pt x="0" y="1692821"/>
                    </a:cubicBezTo>
                    <a:close/>
                  </a:path>
                </a:pathLst>
              </a:custGeom>
              <a:solidFill>
                <a:srgbClr val="002641"/>
              </a:solidFill>
              <a:ln w="0" cap="flat">
                <a:noFill/>
                <a:prstDash val="solid"/>
                <a:miter/>
              </a:ln>
            </p:spPr>
            <p:txBody>
              <a:bodyPr rtlCol="0" anchor="ctr"/>
              <a:lstStyle/>
              <a:p>
                <a:endParaRPr lang="de-DE"/>
              </a:p>
            </p:txBody>
          </p:sp>
          <p:sp>
            <p:nvSpPr>
              <p:cNvPr id="41" name="Freihandform 40">
                <a:extLst>
                  <a:ext uri="{FF2B5EF4-FFF2-40B4-BE49-F238E27FC236}">
                    <a16:creationId xmlns:a16="http://schemas.microsoft.com/office/drawing/2014/main" id="{3502940C-9ADD-3C2F-80B7-9840AEC77DE8}"/>
                  </a:ext>
                </a:extLst>
              </p:cNvPr>
              <p:cNvSpPr/>
              <p:nvPr/>
            </p:nvSpPr>
            <p:spPr>
              <a:xfrm>
                <a:off x="5756189" y="2416160"/>
                <a:ext cx="679621" cy="2025679"/>
              </a:xfrm>
              <a:custGeom>
                <a:avLst/>
                <a:gdLst>
                  <a:gd name="connsiteX0" fmla="*/ 0 w 679621"/>
                  <a:gd name="connsiteY0" fmla="*/ 1683311 h 2025679"/>
                  <a:gd name="connsiteX1" fmla="*/ 0 w 679621"/>
                  <a:gd name="connsiteY1" fmla="*/ 342368 h 2025679"/>
                  <a:gd name="connsiteX2" fmla="*/ 339811 w 679621"/>
                  <a:gd name="connsiteY2" fmla="*/ 0 h 2025679"/>
                  <a:gd name="connsiteX3" fmla="*/ 339811 w 679621"/>
                  <a:gd name="connsiteY3" fmla="*/ 0 h 2025679"/>
                  <a:gd name="connsiteX4" fmla="*/ 679622 w 679621"/>
                  <a:gd name="connsiteY4" fmla="*/ 342368 h 2025679"/>
                  <a:gd name="connsiteX5" fmla="*/ 679622 w 679621"/>
                  <a:gd name="connsiteY5" fmla="*/ 1683311 h 2025679"/>
                  <a:gd name="connsiteX6" fmla="*/ 339811 w 679621"/>
                  <a:gd name="connsiteY6" fmla="*/ 2025680 h 2025679"/>
                  <a:gd name="connsiteX7" fmla="*/ 339811 w 679621"/>
                  <a:gd name="connsiteY7" fmla="*/ 2025680 h 2025679"/>
                  <a:gd name="connsiteX8" fmla="*/ 0 w 679621"/>
                  <a:gd name="connsiteY8" fmla="*/ 1683311 h 2025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9621" h="2025679">
                    <a:moveTo>
                      <a:pt x="0" y="1683311"/>
                    </a:moveTo>
                    <a:lnTo>
                      <a:pt x="0" y="342368"/>
                    </a:lnTo>
                    <a:cubicBezTo>
                      <a:pt x="0" y="153286"/>
                      <a:pt x="152141" y="0"/>
                      <a:pt x="339811" y="0"/>
                    </a:cubicBezTo>
                    <a:lnTo>
                      <a:pt x="339811" y="0"/>
                    </a:lnTo>
                    <a:cubicBezTo>
                      <a:pt x="527481" y="0"/>
                      <a:pt x="679622" y="153286"/>
                      <a:pt x="679622" y="342368"/>
                    </a:cubicBezTo>
                    <a:lnTo>
                      <a:pt x="679622" y="1683311"/>
                    </a:lnTo>
                    <a:cubicBezTo>
                      <a:pt x="679622" y="1872394"/>
                      <a:pt x="527481" y="2025680"/>
                      <a:pt x="339811" y="2025680"/>
                    </a:cubicBezTo>
                    <a:lnTo>
                      <a:pt x="339811" y="2025680"/>
                    </a:lnTo>
                    <a:cubicBezTo>
                      <a:pt x="152141" y="2025680"/>
                      <a:pt x="0" y="1872394"/>
                      <a:pt x="0" y="1683311"/>
                    </a:cubicBezTo>
                    <a:close/>
                  </a:path>
                </a:pathLst>
              </a:custGeom>
              <a:noFill/>
              <a:ln w="18793" cap="flat">
                <a:solidFill>
                  <a:srgbClr val="58BD88"/>
                </a:solidFill>
                <a:prstDash val="solid"/>
                <a:miter/>
              </a:ln>
            </p:spPr>
            <p:txBody>
              <a:bodyPr rtlCol="0" anchor="ctr"/>
              <a:lstStyle/>
              <a:p>
                <a:endParaRPr lang="de-DE"/>
              </a:p>
            </p:txBody>
          </p:sp>
        </p:grpSp>
        <p:grpSp>
          <p:nvGrpSpPr>
            <p:cNvPr id="42" name="Grafik 36">
              <a:extLst>
                <a:ext uri="{FF2B5EF4-FFF2-40B4-BE49-F238E27FC236}">
                  <a16:creationId xmlns:a16="http://schemas.microsoft.com/office/drawing/2014/main" id="{686EC63A-D601-84A0-FED5-B5FDCB3AA26E}"/>
                </a:ext>
              </a:extLst>
            </p:cNvPr>
            <p:cNvGrpSpPr/>
            <p:nvPr/>
          </p:nvGrpSpPr>
          <p:grpSpPr>
            <a:xfrm>
              <a:off x="5860020" y="2501752"/>
              <a:ext cx="481398" cy="1844985"/>
              <a:chOff x="5860020" y="2501752"/>
              <a:chExt cx="481398" cy="1844985"/>
            </a:xfrm>
          </p:grpSpPr>
          <p:sp>
            <p:nvSpPr>
              <p:cNvPr id="43" name="Freihandform 42">
                <a:extLst>
                  <a:ext uri="{FF2B5EF4-FFF2-40B4-BE49-F238E27FC236}">
                    <a16:creationId xmlns:a16="http://schemas.microsoft.com/office/drawing/2014/main" id="{AD7347BA-38B0-6F99-CF7D-C09794121526}"/>
                  </a:ext>
                </a:extLst>
              </p:cNvPr>
              <p:cNvSpPr/>
              <p:nvPr/>
            </p:nvSpPr>
            <p:spPr>
              <a:xfrm>
                <a:off x="5860020" y="3861715"/>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sp>
            <p:nvSpPr>
              <p:cNvPr id="44" name="Freihandform 43">
                <a:extLst>
                  <a:ext uri="{FF2B5EF4-FFF2-40B4-BE49-F238E27FC236}">
                    <a16:creationId xmlns:a16="http://schemas.microsoft.com/office/drawing/2014/main" id="{AC9B997B-4B10-A42E-E0CE-9ECD38B0B1A3}"/>
                  </a:ext>
                </a:extLst>
              </p:cNvPr>
              <p:cNvSpPr/>
              <p:nvPr/>
            </p:nvSpPr>
            <p:spPr>
              <a:xfrm>
                <a:off x="5860020" y="3186489"/>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sp>
            <p:nvSpPr>
              <p:cNvPr id="45" name="Freihandform 44">
                <a:extLst>
                  <a:ext uri="{FF2B5EF4-FFF2-40B4-BE49-F238E27FC236}">
                    <a16:creationId xmlns:a16="http://schemas.microsoft.com/office/drawing/2014/main" id="{D2CDC318-5F30-7ABB-52A1-1979117E951D}"/>
                  </a:ext>
                </a:extLst>
              </p:cNvPr>
              <p:cNvSpPr/>
              <p:nvPr/>
            </p:nvSpPr>
            <p:spPr>
              <a:xfrm>
                <a:off x="5860020" y="2501752"/>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58BD88"/>
              </a:solidFill>
              <a:ln w="0" cap="flat">
                <a:noFill/>
                <a:prstDash val="solid"/>
                <a:miter/>
              </a:ln>
            </p:spPr>
            <p:txBody>
              <a:bodyPr rtlCol="0" anchor="ctr"/>
              <a:lstStyle/>
              <a:p>
                <a:endParaRPr lang="de-DE"/>
              </a:p>
            </p:txBody>
          </p:sp>
        </p:grpSp>
      </p:grpSp>
      <p:grpSp>
        <p:nvGrpSpPr>
          <p:cNvPr id="48" name="Grafik 46">
            <a:extLst>
              <a:ext uri="{FF2B5EF4-FFF2-40B4-BE49-F238E27FC236}">
                <a16:creationId xmlns:a16="http://schemas.microsoft.com/office/drawing/2014/main" id="{E63566E9-274F-A68D-583D-B8864DE9BDF2}"/>
              </a:ext>
            </a:extLst>
          </p:cNvPr>
          <p:cNvGrpSpPr/>
          <p:nvPr/>
        </p:nvGrpSpPr>
        <p:grpSpPr>
          <a:xfrm>
            <a:off x="3624167" y="3150185"/>
            <a:ext cx="453702" cy="1328109"/>
            <a:chOff x="5746750" y="2406650"/>
            <a:chExt cx="698500" cy="2044700"/>
          </a:xfrm>
        </p:grpSpPr>
        <p:grpSp>
          <p:nvGrpSpPr>
            <p:cNvPr id="49" name="Grafik 46">
              <a:extLst>
                <a:ext uri="{FF2B5EF4-FFF2-40B4-BE49-F238E27FC236}">
                  <a16:creationId xmlns:a16="http://schemas.microsoft.com/office/drawing/2014/main" id="{15262B71-4F99-06FC-0FFD-7A84C82FB36C}"/>
                </a:ext>
              </a:extLst>
            </p:cNvPr>
            <p:cNvGrpSpPr/>
            <p:nvPr/>
          </p:nvGrpSpPr>
          <p:grpSpPr>
            <a:xfrm>
              <a:off x="5746750" y="2406650"/>
              <a:ext cx="698500" cy="2044700"/>
              <a:chOff x="5746750" y="2406650"/>
              <a:chExt cx="698500" cy="2044700"/>
            </a:xfrm>
          </p:grpSpPr>
          <p:sp>
            <p:nvSpPr>
              <p:cNvPr id="50" name="Freihandform 49">
                <a:extLst>
                  <a:ext uri="{FF2B5EF4-FFF2-40B4-BE49-F238E27FC236}">
                    <a16:creationId xmlns:a16="http://schemas.microsoft.com/office/drawing/2014/main" id="{7EB83E89-841F-3187-3525-720E04B2A82E}"/>
                  </a:ext>
                </a:extLst>
              </p:cNvPr>
              <p:cNvSpPr/>
              <p:nvPr/>
            </p:nvSpPr>
            <p:spPr>
              <a:xfrm>
                <a:off x="5746750" y="2406650"/>
                <a:ext cx="698500" cy="2044700"/>
              </a:xfrm>
              <a:custGeom>
                <a:avLst/>
                <a:gdLst>
                  <a:gd name="connsiteX0" fmla="*/ 0 w 698500"/>
                  <a:gd name="connsiteY0" fmla="*/ 1692821 h 2044700"/>
                  <a:gd name="connsiteX1" fmla="*/ 0 w 698500"/>
                  <a:gd name="connsiteY1" fmla="*/ 351879 h 2044700"/>
                  <a:gd name="connsiteX2" fmla="*/ 349250 w 698500"/>
                  <a:gd name="connsiteY2" fmla="*/ 0 h 2044700"/>
                  <a:gd name="connsiteX3" fmla="*/ 349250 w 698500"/>
                  <a:gd name="connsiteY3" fmla="*/ 0 h 2044700"/>
                  <a:gd name="connsiteX4" fmla="*/ 698500 w 698500"/>
                  <a:gd name="connsiteY4" fmla="*/ 351879 h 2044700"/>
                  <a:gd name="connsiteX5" fmla="*/ 698500 w 698500"/>
                  <a:gd name="connsiteY5" fmla="*/ 1692821 h 2044700"/>
                  <a:gd name="connsiteX6" fmla="*/ 349250 w 698500"/>
                  <a:gd name="connsiteY6" fmla="*/ 2044700 h 2044700"/>
                  <a:gd name="connsiteX7" fmla="*/ 349250 w 698500"/>
                  <a:gd name="connsiteY7" fmla="*/ 2044700 h 2044700"/>
                  <a:gd name="connsiteX8" fmla="*/ 0 w 698500"/>
                  <a:gd name="connsiteY8" fmla="*/ 1692821 h 204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8500" h="2044700">
                    <a:moveTo>
                      <a:pt x="0" y="1692821"/>
                    </a:moveTo>
                    <a:lnTo>
                      <a:pt x="0" y="351879"/>
                    </a:lnTo>
                    <a:cubicBezTo>
                      <a:pt x="0" y="157537"/>
                      <a:pt x="156360" y="0"/>
                      <a:pt x="349250" y="0"/>
                    </a:cubicBezTo>
                    <a:lnTo>
                      <a:pt x="349250" y="0"/>
                    </a:lnTo>
                    <a:cubicBezTo>
                      <a:pt x="542140" y="0"/>
                      <a:pt x="698500" y="157537"/>
                      <a:pt x="698500" y="351879"/>
                    </a:cubicBezTo>
                    <a:lnTo>
                      <a:pt x="698500" y="1692821"/>
                    </a:lnTo>
                    <a:cubicBezTo>
                      <a:pt x="698500" y="1887163"/>
                      <a:pt x="542140" y="2044700"/>
                      <a:pt x="349250" y="2044700"/>
                    </a:cubicBezTo>
                    <a:lnTo>
                      <a:pt x="349250" y="2044700"/>
                    </a:lnTo>
                    <a:cubicBezTo>
                      <a:pt x="156360" y="2044700"/>
                      <a:pt x="0" y="1887163"/>
                      <a:pt x="0" y="1692821"/>
                    </a:cubicBezTo>
                    <a:close/>
                  </a:path>
                </a:pathLst>
              </a:custGeom>
              <a:solidFill>
                <a:srgbClr val="002641"/>
              </a:solidFill>
              <a:ln w="0" cap="flat">
                <a:noFill/>
                <a:prstDash val="solid"/>
                <a:miter/>
              </a:ln>
            </p:spPr>
            <p:txBody>
              <a:bodyPr rtlCol="0" anchor="ctr"/>
              <a:lstStyle/>
              <a:p>
                <a:endParaRPr lang="de-DE"/>
              </a:p>
            </p:txBody>
          </p:sp>
          <p:sp>
            <p:nvSpPr>
              <p:cNvPr id="51" name="Freihandform 50">
                <a:extLst>
                  <a:ext uri="{FF2B5EF4-FFF2-40B4-BE49-F238E27FC236}">
                    <a16:creationId xmlns:a16="http://schemas.microsoft.com/office/drawing/2014/main" id="{F4F5FEB9-9198-0BCF-68C0-9360D20779BE}"/>
                  </a:ext>
                </a:extLst>
              </p:cNvPr>
              <p:cNvSpPr/>
              <p:nvPr/>
            </p:nvSpPr>
            <p:spPr>
              <a:xfrm>
                <a:off x="5756189" y="2416160"/>
                <a:ext cx="679621" cy="2025679"/>
              </a:xfrm>
              <a:custGeom>
                <a:avLst/>
                <a:gdLst>
                  <a:gd name="connsiteX0" fmla="*/ 0 w 679621"/>
                  <a:gd name="connsiteY0" fmla="*/ 1683311 h 2025679"/>
                  <a:gd name="connsiteX1" fmla="*/ 0 w 679621"/>
                  <a:gd name="connsiteY1" fmla="*/ 342368 h 2025679"/>
                  <a:gd name="connsiteX2" fmla="*/ 339811 w 679621"/>
                  <a:gd name="connsiteY2" fmla="*/ 0 h 2025679"/>
                  <a:gd name="connsiteX3" fmla="*/ 339811 w 679621"/>
                  <a:gd name="connsiteY3" fmla="*/ 0 h 2025679"/>
                  <a:gd name="connsiteX4" fmla="*/ 679622 w 679621"/>
                  <a:gd name="connsiteY4" fmla="*/ 342368 h 2025679"/>
                  <a:gd name="connsiteX5" fmla="*/ 679622 w 679621"/>
                  <a:gd name="connsiteY5" fmla="*/ 1683311 h 2025679"/>
                  <a:gd name="connsiteX6" fmla="*/ 339811 w 679621"/>
                  <a:gd name="connsiteY6" fmla="*/ 2025680 h 2025679"/>
                  <a:gd name="connsiteX7" fmla="*/ 339811 w 679621"/>
                  <a:gd name="connsiteY7" fmla="*/ 2025680 h 2025679"/>
                  <a:gd name="connsiteX8" fmla="*/ 0 w 679621"/>
                  <a:gd name="connsiteY8" fmla="*/ 1683311 h 2025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9621" h="2025679">
                    <a:moveTo>
                      <a:pt x="0" y="1683311"/>
                    </a:moveTo>
                    <a:lnTo>
                      <a:pt x="0" y="342368"/>
                    </a:lnTo>
                    <a:cubicBezTo>
                      <a:pt x="0" y="153286"/>
                      <a:pt x="152141" y="0"/>
                      <a:pt x="339811" y="0"/>
                    </a:cubicBezTo>
                    <a:lnTo>
                      <a:pt x="339811" y="0"/>
                    </a:lnTo>
                    <a:cubicBezTo>
                      <a:pt x="527481" y="0"/>
                      <a:pt x="679622" y="153286"/>
                      <a:pt x="679622" y="342368"/>
                    </a:cubicBezTo>
                    <a:lnTo>
                      <a:pt x="679622" y="1683311"/>
                    </a:lnTo>
                    <a:cubicBezTo>
                      <a:pt x="679622" y="1872394"/>
                      <a:pt x="527481" y="2025680"/>
                      <a:pt x="339811" y="2025680"/>
                    </a:cubicBezTo>
                    <a:lnTo>
                      <a:pt x="339811" y="2025680"/>
                    </a:lnTo>
                    <a:cubicBezTo>
                      <a:pt x="152141" y="2025680"/>
                      <a:pt x="0" y="1872394"/>
                      <a:pt x="0" y="1683311"/>
                    </a:cubicBezTo>
                    <a:close/>
                  </a:path>
                </a:pathLst>
              </a:custGeom>
              <a:noFill/>
              <a:ln w="18793" cap="flat">
                <a:solidFill>
                  <a:srgbClr val="DBF454"/>
                </a:solidFill>
                <a:prstDash val="solid"/>
                <a:miter/>
              </a:ln>
            </p:spPr>
            <p:txBody>
              <a:bodyPr rtlCol="0" anchor="ctr"/>
              <a:lstStyle/>
              <a:p>
                <a:endParaRPr lang="de-DE"/>
              </a:p>
            </p:txBody>
          </p:sp>
        </p:grpSp>
        <p:grpSp>
          <p:nvGrpSpPr>
            <p:cNvPr id="52" name="Grafik 46">
              <a:extLst>
                <a:ext uri="{FF2B5EF4-FFF2-40B4-BE49-F238E27FC236}">
                  <a16:creationId xmlns:a16="http://schemas.microsoft.com/office/drawing/2014/main" id="{40D1D1FE-ADAB-4518-2554-0C8E6131ABE6}"/>
                </a:ext>
              </a:extLst>
            </p:cNvPr>
            <p:cNvGrpSpPr/>
            <p:nvPr/>
          </p:nvGrpSpPr>
          <p:grpSpPr>
            <a:xfrm>
              <a:off x="5860020" y="2501752"/>
              <a:ext cx="481398" cy="1844985"/>
              <a:chOff x="5860020" y="2501752"/>
              <a:chExt cx="481398" cy="1844985"/>
            </a:xfrm>
          </p:grpSpPr>
          <p:sp>
            <p:nvSpPr>
              <p:cNvPr id="53" name="Freihandform 52">
                <a:extLst>
                  <a:ext uri="{FF2B5EF4-FFF2-40B4-BE49-F238E27FC236}">
                    <a16:creationId xmlns:a16="http://schemas.microsoft.com/office/drawing/2014/main" id="{F8C86FF5-C5CA-0F0C-D623-1B9797CBEFA7}"/>
                  </a:ext>
                </a:extLst>
              </p:cNvPr>
              <p:cNvSpPr/>
              <p:nvPr/>
            </p:nvSpPr>
            <p:spPr>
              <a:xfrm>
                <a:off x="5860020" y="3861715"/>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sp>
            <p:nvSpPr>
              <p:cNvPr id="54" name="Freihandform 53">
                <a:extLst>
                  <a:ext uri="{FF2B5EF4-FFF2-40B4-BE49-F238E27FC236}">
                    <a16:creationId xmlns:a16="http://schemas.microsoft.com/office/drawing/2014/main" id="{EC2635E1-2DA7-FBA2-428E-F7861A5A9797}"/>
                  </a:ext>
                </a:extLst>
              </p:cNvPr>
              <p:cNvSpPr/>
              <p:nvPr/>
            </p:nvSpPr>
            <p:spPr>
              <a:xfrm>
                <a:off x="5860020" y="3186489"/>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DBF454"/>
              </a:solidFill>
              <a:ln w="0" cap="flat">
                <a:noFill/>
                <a:prstDash val="solid"/>
                <a:miter/>
              </a:ln>
            </p:spPr>
            <p:txBody>
              <a:bodyPr rtlCol="0" anchor="ctr"/>
              <a:lstStyle/>
              <a:p>
                <a:endParaRPr lang="de-DE"/>
              </a:p>
            </p:txBody>
          </p:sp>
          <p:sp>
            <p:nvSpPr>
              <p:cNvPr id="55" name="Freihandform 54">
                <a:extLst>
                  <a:ext uri="{FF2B5EF4-FFF2-40B4-BE49-F238E27FC236}">
                    <a16:creationId xmlns:a16="http://schemas.microsoft.com/office/drawing/2014/main" id="{283EEAB8-9F5C-0E0A-1E46-AB64859B8A2B}"/>
                  </a:ext>
                </a:extLst>
              </p:cNvPr>
              <p:cNvSpPr/>
              <p:nvPr/>
            </p:nvSpPr>
            <p:spPr>
              <a:xfrm>
                <a:off x="5860020" y="2501752"/>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grpSp>
      </p:grpSp>
      <p:grpSp>
        <p:nvGrpSpPr>
          <p:cNvPr id="58" name="Grafik 56">
            <a:extLst>
              <a:ext uri="{FF2B5EF4-FFF2-40B4-BE49-F238E27FC236}">
                <a16:creationId xmlns:a16="http://schemas.microsoft.com/office/drawing/2014/main" id="{5CE2270A-DB1D-C004-68E9-3C980AB72D94}"/>
              </a:ext>
            </a:extLst>
          </p:cNvPr>
          <p:cNvGrpSpPr/>
          <p:nvPr/>
        </p:nvGrpSpPr>
        <p:grpSpPr>
          <a:xfrm>
            <a:off x="4911106" y="3150185"/>
            <a:ext cx="453702" cy="1328109"/>
            <a:chOff x="5746750" y="2406650"/>
            <a:chExt cx="698500" cy="2044700"/>
          </a:xfrm>
        </p:grpSpPr>
        <p:grpSp>
          <p:nvGrpSpPr>
            <p:cNvPr id="59" name="Grafik 56">
              <a:extLst>
                <a:ext uri="{FF2B5EF4-FFF2-40B4-BE49-F238E27FC236}">
                  <a16:creationId xmlns:a16="http://schemas.microsoft.com/office/drawing/2014/main" id="{111D7631-E92D-DD7E-1E93-7CF9BD316D0B}"/>
                </a:ext>
              </a:extLst>
            </p:cNvPr>
            <p:cNvGrpSpPr/>
            <p:nvPr/>
          </p:nvGrpSpPr>
          <p:grpSpPr>
            <a:xfrm>
              <a:off x="5746750" y="2406650"/>
              <a:ext cx="698500" cy="2044700"/>
              <a:chOff x="5746750" y="2406650"/>
              <a:chExt cx="698500" cy="2044700"/>
            </a:xfrm>
          </p:grpSpPr>
          <p:sp>
            <p:nvSpPr>
              <p:cNvPr id="60" name="Freihandform 59">
                <a:extLst>
                  <a:ext uri="{FF2B5EF4-FFF2-40B4-BE49-F238E27FC236}">
                    <a16:creationId xmlns:a16="http://schemas.microsoft.com/office/drawing/2014/main" id="{275062AE-B28A-A045-20B7-A705DE152017}"/>
                  </a:ext>
                </a:extLst>
              </p:cNvPr>
              <p:cNvSpPr/>
              <p:nvPr/>
            </p:nvSpPr>
            <p:spPr>
              <a:xfrm>
                <a:off x="5746750" y="2406650"/>
                <a:ext cx="698500" cy="2044700"/>
              </a:xfrm>
              <a:custGeom>
                <a:avLst/>
                <a:gdLst>
                  <a:gd name="connsiteX0" fmla="*/ 0 w 698500"/>
                  <a:gd name="connsiteY0" fmla="*/ 1692821 h 2044700"/>
                  <a:gd name="connsiteX1" fmla="*/ 0 w 698500"/>
                  <a:gd name="connsiteY1" fmla="*/ 351879 h 2044700"/>
                  <a:gd name="connsiteX2" fmla="*/ 349250 w 698500"/>
                  <a:gd name="connsiteY2" fmla="*/ 0 h 2044700"/>
                  <a:gd name="connsiteX3" fmla="*/ 349250 w 698500"/>
                  <a:gd name="connsiteY3" fmla="*/ 0 h 2044700"/>
                  <a:gd name="connsiteX4" fmla="*/ 698500 w 698500"/>
                  <a:gd name="connsiteY4" fmla="*/ 351879 h 2044700"/>
                  <a:gd name="connsiteX5" fmla="*/ 698500 w 698500"/>
                  <a:gd name="connsiteY5" fmla="*/ 1692821 h 2044700"/>
                  <a:gd name="connsiteX6" fmla="*/ 349250 w 698500"/>
                  <a:gd name="connsiteY6" fmla="*/ 2044700 h 2044700"/>
                  <a:gd name="connsiteX7" fmla="*/ 349250 w 698500"/>
                  <a:gd name="connsiteY7" fmla="*/ 2044700 h 2044700"/>
                  <a:gd name="connsiteX8" fmla="*/ 0 w 698500"/>
                  <a:gd name="connsiteY8" fmla="*/ 1692821 h 204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8500" h="2044700">
                    <a:moveTo>
                      <a:pt x="0" y="1692821"/>
                    </a:moveTo>
                    <a:lnTo>
                      <a:pt x="0" y="351879"/>
                    </a:lnTo>
                    <a:cubicBezTo>
                      <a:pt x="0" y="157537"/>
                      <a:pt x="156360" y="0"/>
                      <a:pt x="349250" y="0"/>
                    </a:cubicBezTo>
                    <a:lnTo>
                      <a:pt x="349250" y="0"/>
                    </a:lnTo>
                    <a:cubicBezTo>
                      <a:pt x="542140" y="0"/>
                      <a:pt x="698500" y="157537"/>
                      <a:pt x="698500" y="351879"/>
                    </a:cubicBezTo>
                    <a:lnTo>
                      <a:pt x="698500" y="1692821"/>
                    </a:lnTo>
                    <a:cubicBezTo>
                      <a:pt x="698500" y="1887163"/>
                      <a:pt x="542140" y="2044700"/>
                      <a:pt x="349250" y="2044700"/>
                    </a:cubicBezTo>
                    <a:lnTo>
                      <a:pt x="349250" y="2044700"/>
                    </a:lnTo>
                    <a:cubicBezTo>
                      <a:pt x="156360" y="2044700"/>
                      <a:pt x="0" y="1887163"/>
                      <a:pt x="0" y="1692821"/>
                    </a:cubicBezTo>
                    <a:close/>
                  </a:path>
                </a:pathLst>
              </a:custGeom>
              <a:solidFill>
                <a:srgbClr val="002641"/>
              </a:solidFill>
              <a:ln w="0" cap="flat">
                <a:noFill/>
                <a:prstDash val="solid"/>
                <a:miter/>
              </a:ln>
            </p:spPr>
            <p:txBody>
              <a:bodyPr rtlCol="0" anchor="ctr"/>
              <a:lstStyle/>
              <a:p>
                <a:endParaRPr lang="de-DE"/>
              </a:p>
            </p:txBody>
          </p:sp>
          <p:sp>
            <p:nvSpPr>
              <p:cNvPr id="61" name="Freihandform 60">
                <a:extLst>
                  <a:ext uri="{FF2B5EF4-FFF2-40B4-BE49-F238E27FC236}">
                    <a16:creationId xmlns:a16="http://schemas.microsoft.com/office/drawing/2014/main" id="{71DB6560-51B9-B92F-7C85-A95842B0DD9C}"/>
                  </a:ext>
                </a:extLst>
              </p:cNvPr>
              <p:cNvSpPr/>
              <p:nvPr/>
            </p:nvSpPr>
            <p:spPr>
              <a:xfrm>
                <a:off x="5756189" y="2416160"/>
                <a:ext cx="679621" cy="2025679"/>
              </a:xfrm>
              <a:custGeom>
                <a:avLst/>
                <a:gdLst>
                  <a:gd name="connsiteX0" fmla="*/ 0 w 679621"/>
                  <a:gd name="connsiteY0" fmla="*/ 1683311 h 2025679"/>
                  <a:gd name="connsiteX1" fmla="*/ 0 w 679621"/>
                  <a:gd name="connsiteY1" fmla="*/ 342368 h 2025679"/>
                  <a:gd name="connsiteX2" fmla="*/ 339811 w 679621"/>
                  <a:gd name="connsiteY2" fmla="*/ 0 h 2025679"/>
                  <a:gd name="connsiteX3" fmla="*/ 339811 w 679621"/>
                  <a:gd name="connsiteY3" fmla="*/ 0 h 2025679"/>
                  <a:gd name="connsiteX4" fmla="*/ 679622 w 679621"/>
                  <a:gd name="connsiteY4" fmla="*/ 342368 h 2025679"/>
                  <a:gd name="connsiteX5" fmla="*/ 679622 w 679621"/>
                  <a:gd name="connsiteY5" fmla="*/ 1683311 h 2025679"/>
                  <a:gd name="connsiteX6" fmla="*/ 339811 w 679621"/>
                  <a:gd name="connsiteY6" fmla="*/ 2025680 h 2025679"/>
                  <a:gd name="connsiteX7" fmla="*/ 339811 w 679621"/>
                  <a:gd name="connsiteY7" fmla="*/ 2025680 h 2025679"/>
                  <a:gd name="connsiteX8" fmla="*/ 0 w 679621"/>
                  <a:gd name="connsiteY8" fmla="*/ 1683311 h 2025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9621" h="2025679">
                    <a:moveTo>
                      <a:pt x="0" y="1683311"/>
                    </a:moveTo>
                    <a:lnTo>
                      <a:pt x="0" y="342368"/>
                    </a:lnTo>
                    <a:cubicBezTo>
                      <a:pt x="0" y="153286"/>
                      <a:pt x="152141" y="0"/>
                      <a:pt x="339811" y="0"/>
                    </a:cubicBezTo>
                    <a:lnTo>
                      <a:pt x="339811" y="0"/>
                    </a:lnTo>
                    <a:cubicBezTo>
                      <a:pt x="527481" y="0"/>
                      <a:pt x="679622" y="153286"/>
                      <a:pt x="679622" y="342368"/>
                    </a:cubicBezTo>
                    <a:lnTo>
                      <a:pt x="679622" y="1683311"/>
                    </a:lnTo>
                    <a:cubicBezTo>
                      <a:pt x="679622" y="1872394"/>
                      <a:pt x="527481" y="2025680"/>
                      <a:pt x="339811" y="2025680"/>
                    </a:cubicBezTo>
                    <a:lnTo>
                      <a:pt x="339811" y="2025680"/>
                    </a:lnTo>
                    <a:cubicBezTo>
                      <a:pt x="152141" y="2025680"/>
                      <a:pt x="0" y="1872394"/>
                      <a:pt x="0" y="1683311"/>
                    </a:cubicBezTo>
                    <a:close/>
                  </a:path>
                </a:pathLst>
              </a:custGeom>
              <a:noFill/>
              <a:ln w="18793" cap="flat">
                <a:solidFill>
                  <a:srgbClr val="FF694E"/>
                </a:solidFill>
                <a:prstDash val="solid"/>
                <a:miter/>
              </a:ln>
            </p:spPr>
            <p:txBody>
              <a:bodyPr rtlCol="0" anchor="ctr"/>
              <a:lstStyle/>
              <a:p>
                <a:endParaRPr lang="de-DE"/>
              </a:p>
            </p:txBody>
          </p:sp>
        </p:grpSp>
        <p:grpSp>
          <p:nvGrpSpPr>
            <p:cNvPr id="62" name="Grafik 56">
              <a:extLst>
                <a:ext uri="{FF2B5EF4-FFF2-40B4-BE49-F238E27FC236}">
                  <a16:creationId xmlns:a16="http://schemas.microsoft.com/office/drawing/2014/main" id="{7CCAC1E7-2A17-3CD0-2A83-94E1CAC24EA8}"/>
                </a:ext>
              </a:extLst>
            </p:cNvPr>
            <p:cNvGrpSpPr/>
            <p:nvPr/>
          </p:nvGrpSpPr>
          <p:grpSpPr>
            <a:xfrm>
              <a:off x="5860020" y="2501752"/>
              <a:ext cx="481398" cy="1844985"/>
              <a:chOff x="5860020" y="2501752"/>
              <a:chExt cx="481398" cy="1844985"/>
            </a:xfrm>
          </p:grpSpPr>
          <p:sp>
            <p:nvSpPr>
              <p:cNvPr id="63" name="Freihandform 62">
                <a:extLst>
                  <a:ext uri="{FF2B5EF4-FFF2-40B4-BE49-F238E27FC236}">
                    <a16:creationId xmlns:a16="http://schemas.microsoft.com/office/drawing/2014/main" id="{D44A8AC3-9B68-5A8F-E701-390FA348DD8D}"/>
                  </a:ext>
                </a:extLst>
              </p:cNvPr>
              <p:cNvSpPr/>
              <p:nvPr/>
            </p:nvSpPr>
            <p:spPr>
              <a:xfrm>
                <a:off x="5860020" y="3861715"/>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694E"/>
              </a:solidFill>
              <a:ln w="0" cap="flat">
                <a:noFill/>
                <a:prstDash val="solid"/>
                <a:miter/>
              </a:ln>
            </p:spPr>
            <p:txBody>
              <a:bodyPr rtlCol="0" anchor="ctr"/>
              <a:lstStyle/>
              <a:p>
                <a:endParaRPr lang="de-DE" dirty="0"/>
              </a:p>
            </p:txBody>
          </p:sp>
          <p:sp>
            <p:nvSpPr>
              <p:cNvPr id="64" name="Freihandform 63">
                <a:extLst>
                  <a:ext uri="{FF2B5EF4-FFF2-40B4-BE49-F238E27FC236}">
                    <a16:creationId xmlns:a16="http://schemas.microsoft.com/office/drawing/2014/main" id="{CD14470D-6FF9-286D-2398-152A1990CDFC}"/>
                  </a:ext>
                </a:extLst>
              </p:cNvPr>
              <p:cNvSpPr/>
              <p:nvPr/>
            </p:nvSpPr>
            <p:spPr>
              <a:xfrm>
                <a:off x="5860020" y="3186489"/>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sp>
            <p:nvSpPr>
              <p:cNvPr id="65" name="Freihandform 64">
                <a:extLst>
                  <a:ext uri="{FF2B5EF4-FFF2-40B4-BE49-F238E27FC236}">
                    <a16:creationId xmlns:a16="http://schemas.microsoft.com/office/drawing/2014/main" id="{0F21B398-D4DB-FF4A-39DD-5232455DAA83}"/>
                  </a:ext>
                </a:extLst>
              </p:cNvPr>
              <p:cNvSpPr/>
              <p:nvPr/>
            </p:nvSpPr>
            <p:spPr>
              <a:xfrm>
                <a:off x="5860020" y="2501752"/>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grpSp>
      </p:grpSp>
      <p:grpSp>
        <p:nvGrpSpPr>
          <p:cNvPr id="98" name="Gruppieren 97">
            <a:extLst>
              <a:ext uri="{FF2B5EF4-FFF2-40B4-BE49-F238E27FC236}">
                <a16:creationId xmlns:a16="http://schemas.microsoft.com/office/drawing/2014/main" id="{B634F274-8F64-B4B2-6D32-433586B7C2DE}"/>
              </a:ext>
            </a:extLst>
          </p:cNvPr>
          <p:cNvGrpSpPr/>
          <p:nvPr/>
        </p:nvGrpSpPr>
        <p:grpSpPr>
          <a:xfrm>
            <a:off x="6759253" y="3150804"/>
            <a:ext cx="448065" cy="1315754"/>
            <a:chOff x="6782736" y="2416160"/>
            <a:chExt cx="689822" cy="2025679"/>
          </a:xfrm>
        </p:grpSpPr>
        <p:sp>
          <p:nvSpPr>
            <p:cNvPr id="70" name="Freihandform 69">
              <a:extLst>
                <a:ext uri="{FF2B5EF4-FFF2-40B4-BE49-F238E27FC236}">
                  <a16:creationId xmlns:a16="http://schemas.microsoft.com/office/drawing/2014/main" id="{2EC9774C-E958-35B6-CEB8-E5A076BA09CF}"/>
                </a:ext>
              </a:extLst>
            </p:cNvPr>
            <p:cNvSpPr/>
            <p:nvPr/>
          </p:nvSpPr>
          <p:spPr>
            <a:xfrm>
              <a:off x="6782736" y="2419350"/>
              <a:ext cx="689822" cy="2019300"/>
            </a:xfrm>
            <a:custGeom>
              <a:avLst/>
              <a:gdLst>
                <a:gd name="connsiteX0" fmla="*/ 0 w 698500"/>
                <a:gd name="connsiteY0" fmla="*/ 1692821 h 2044700"/>
                <a:gd name="connsiteX1" fmla="*/ 0 w 698500"/>
                <a:gd name="connsiteY1" fmla="*/ 351879 h 2044700"/>
                <a:gd name="connsiteX2" fmla="*/ 349250 w 698500"/>
                <a:gd name="connsiteY2" fmla="*/ 0 h 2044700"/>
                <a:gd name="connsiteX3" fmla="*/ 349250 w 698500"/>
                <a:gd name="connsiteY3" fmla="*/ 0 h 2044700"/>
                <a:gd name="connsiteX4" fmla="*/ 698500 w 698500"/>
                <a:gd name="connsiteY4" fmla="*/ 351879 h 2044700"/>
                <a:gd name="connsiteX5" fmla="*/ 698500 w 698500"/>
                <a:gd name="connsiteY5" fmla="*/ 1692821 h 2044700"/>
                <a:gd name="connsiteX6" fmla="*/ 349250 w 698500"/>
                <a:gd name="connsiteY6" fmla="*/ 2044700 h 2044700"/>
                <a:gd name="connsiteX7" fmla="*/ 349250 w 698500"/>
                <a:gd name="connsiteY7" fmla="*/ 2044700 h 2044700"/>
                <a:gd name="connsiteX8" fmla="*/ 0 w 698500"/>
                <a:gd name="connsiteY8" fmla="*/ 1692821 h 204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8500" h="2044700">
                  <a:moveTo>
                    <a:pt x="0" y="1692821"/>
                  </a:moveTo>
                  <a:lnTo>
                    <a:pt x="0" y="351879"/>
                  </a:lnTo>
                  <a:cubicBezTo>
                    <a:pt x="0" y="157537"/>
                    <a:pt x="156360" y="0"/>
                    <a:pt x="349250" y="0"/>
                  </a:cubicBezTo>
                  <a:lnTo>
                    <a:pt x="349250" y="0"/>
                  </a:lnTo>
                  <a:cubicBezTo>
                    <a:pt x="542140" y="0"/>
                    <a:pt x="698500" y="157537"/>
                    <a:pt x="698500" y="351879"/>
                  </a:cubicBezTo>
                  <a:lnTo>
                    <a:pt x="698500" y="1692821"/>
                  </a:lnTo>
                  <a:cubicBezTo>
                    <a:pt x="698500" y="1887163"/>
                    <a:pt x="542140" y="2044700"/>
                    <a:pt x="349250" y="2044700"/>
                  </a:cubicBezTo>
                  <a:lnTo>
                    <a:pt x="349250" y="2044700"/>
                  </a:lnTo>
                  <a:cubicBezTo>
                    <a:pt x="156360" y="2044700"/>
                    <a:pt x="0" y="1887163"/>
                    <a:pt x="0" y="1692821"/>
                  </a:cubicBezTo>
                  <a:close/>
                </a:path>
              </a:pathLst>
            </a:custGeom>
            <a:solidFill>
              <a:srgbClr val="002641"/>
            </a:solidFill>
            <a:ln w="0" cap="flat">
              <a:noFill/>
              <a:prstDash val="solid"/>
              <a:miter/>
            </a:ln>
          </p:spPr>
          <p:txBody>
            <a:bodyPr rtlCol="0" anchor="ctr"/>
            <a:lstStyle/>
            <a:p>
              <a:endParaRPr lang="de-DE"/>
            </a:p>
          </p:txBody>
        </p:sp>
        <p:sp>
          <p:nvSpPr>
            <p:cNvPr id="71" name="Freihandform 70">
              <a:extLst>
                <a:ext uri="{FF2B5EF4-FFF2-40B4-BE49-F238E27FC236}">
                  <a16:creationId xmlns:a16="http://schemas.microsoft.com/office/drawing/2014/main" id="{FCD8D349-D28A-BF6E-250A-8948298ABA11}"/>
                </a:ext>
              </a:extLst>
            </p:cNvPr>
            <p:cNvSpPr/>
            <p:nvPr/>
          </p:nvSpPr>
          <p:spPr>
            <a:xfrm>
              <a:off x="6787836" y="2416160"/>
              <a:ext cx="679621" cy="2025679"/>
            </a:xfrm>
            <a:custGeom>
              <a:avLst/>
              <a:gdLst>
                <a:gd name="connsiteX0" fmla="*/ 0 w 679621"/>
                <a:gd name="connsiteY0" fmla="*/ 1683311 h 2025679"/>
                <a:gd name="connsiteX1" fmla="*/ 0 w 679621"/>
                <a:gd name="connsiteY1" fmla="*/ 342368 h 2025679"/>
                <a:gd name="connsiteX2" fmla="*/ 339811 w 679621"/>
                <a:gd name="connsiteY2" fmla="*/ 0 h 2025679"/>
                <a:gd name="connsiteX3" fmla="*/ 339811 w 679621"/>
                <a:gd name="connsiteY3" fmla="*/ 0 h 2025679"/>
                <a:gd name="connsiteX4" fmla="*/ 679622 w 679621"/>
                <a:gd name="connsiteY4" fmla="*/ 342368 h 2025679"/>
                <a:gd name="connsiteX5" fmla="*/ 679622 w 679621"/>
                <a:gd name="connsiteY5" fmla="*/ 1683311 h 2025679"/>
                <a:gd name="connsiteX6" fmla="*/ 339811 w 679621"/>
                <a:gd name="connsiteY6" fmla="*/ 2025680 h 2025679"/>
                <a:gd name="connsiteX7" fmla="*/ 339811 w 679621"/>
                <a:gd name="connsiteY7" fmla="*/ 2025680 h 2025679"/>
                <a:gd name="connsiteX8" fmla="*/ 0 w 679621"/>
                <a:gd name="connsiteY8" fmla="*/ 1683311 h 2025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9621" h="2025679">
                  <a:moveTo>
                    <a:pt x="0" y="1683311"/>
                  </a:moveTo>
                  <a:lnTo>
                    <a:pt x="0" y="342368"/>
                  </a:lnTo>
                  <a:cubicBezTo>
                    <a:pt x="0" y="153286"/>
                    <a:pt x="152141" y="0"/>
                    <a:pt x="339811" y="0"/>
                  </a:cubicBezTo>
                  <a:lnTo>
                    <a:pt x="339811" y="0"/>
                  </a:lnTo>
                  <a:cubicBezTo>
                    <a:pt x="527481" y="0"/>
                    <a:pt x="679622" y="153286"/>
                    <a:pt x="679622" y="342368"/>
                  </a:cubicBezTo>
                  <a:lnTo>
                    <a:pt x="679622" y="1683311"/>
                  </a:lnTo>
                  <a:cubicBezTo>
                    <a:pt x="679622" y="1872394"/>
                    <a:pt x="527481" y="2025680"/>
                    <a:pt x="339811" y="2025680"/>
                  </a:cubicBezTo>
                  <a:lnTo>
                    <a:pt x="339811" y="2025680"/>
                  </a:lnTo>
                  <a:cubicBezTo>
                    <a:pt x="152141" y="2025680"/>
                    <a:pt x="0" y="1872394"/>
                    <a:pt x="0" y="1683311"/>
                  </a:cubicBezTo>
                  <a:close/>
                </a:path>
              </a:pathLst>
            </a:custGeom>
            <a:noFill/>
            <a:ln w="18793" cap="flat">
              <a:solidFill>
                <a:srgbClr val="FFFFFF"/>
              </a:solidFill>
              <a:prstDash val="solid"/>
              <a:miter/>
            </a:ln>
          </p:spPr>
          <p:txBody>
            <a:bodyPr rtlCol="0" anchor="ctr"/>
            <a:lstStyle/>
            <a:p>
              <a:endParaRPr lang="de-DE"/>
            </a:p>
          </p:txBody>
        </p:sp>
        <p:grpSp>
          <p:nvGrpSpPr>
            <p:cNvPr id="72" name="Grafik 66">
              <a:extLst>
                <a:ext uri="{FF2B5EF4-FFF2-40B4-BE49-F238E27FC236}">
                  <a16:creationId xmlns:a16="http://schemas.microsoft.com/office/drawing/2014/main" id="{2DFB7D0A-245E-9D17-B788-1603FE59681F}"/>
                </a:ext>
              </a:extLst>
            </p:cNvPr>
            <p:cNvGrpSpPr/>
            <p:nvPr/>
          </p:nvGrpSpPr>
          <p:grpSpPr>
            <a:xfrm>
              <a:off x="6891667" y="2501752"/>
              <a:ext cx="481398" cy="1844985"/>
              <a:chOff x="5860020" y="2501752"/>
              <a:chExt cx="481398" cy="1844985"/>
            </a:xfrm>
          </p:grpSpPr>
          <p:sp>
            <p:nvSpPr>
              <p:cNvPr id="73" name="Freihandform 72">
                <a:extLst>
                  <a:ext uri="{FF2B5EF4-FFF2-40B4-BE49-F238E27FC236}">
                    <a16:creationId xmlns:a16="http://schemas.microsoft.com/office/drawing/2014/main" id="{1D916FC1-C4F9-A2C7-9AA4-9C5A228D3015}"/>
                  </a:ext>
                </a:extLst>
              </p:cNvPr>
              <p:cNvSpPr/>
              <p:nvPr/>
            </p:nvSpPr>
            <p:spPr>
              <a:xfrm>
                <a:off x="5860020" y="3861715"/>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694E"/>
              </a:solidFill>
              <a:ln w="0" cap="flat">
                <a:noFill/>
                <a:prstDash val="solid"/>
                <a:miter/>
              </a:ln>
            </p:spPr>
            <p:txBody>
              <a:bodyPr rtlCol="0" anchor="ctr"/>
              <a:lstStyle/>
              <a:p>
                <a:endParaRPr lang="de-DE"/>
              </a:p>
            </p:txBody>
          </p:sp>
          <p:sp>
            <p:nvSpPr>
              <p:cNvPr id="74" name="Freihandform 73">
                <a:extLst>
                  <a:ext uri="{FF2B5EF4-FFF2-40B4-BE49-F238E27FC236}">
                    <a16:creationId xmlns:a16="http://schemas.microsoft.com/office/drawing/2014/main" id="{42052593-D387-D123-360D-D848C71865C3}"/>
                  </a:ext>
                </a:extLst>
              </p:cNvPr>
              <p:cNvSpPr/>
              <p:nvPr/>
            </p:nvSpPr>
            <p:spPr>
              <a:xfrm>
                <a:off x="5860020" y="3186489"/>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DBF454"/>
              </a:solidFill>
              <a:ln w="0" cap="flat">
                <a:noFill/>
                <a:prstDash val="solid"/>
                <a:miter/>
              </a:ln>
            </p:spPr>
            <p:txBody>
              <a:bodyPr rtlCol="0" anchor="ctr"/>
              <a:lstStyle/>
              <a:p>
                <a:endParaRPr lang="de-DE"/>
              </a:p>
            </p:txBody>
          </p:sp>
          <p:sp>
            <p:nvSpPr>
              <p:cNvPr id="75" name="Freihandform 74">
                <a:extLst>
                  <a:ext uri="{FF2B5EF4-FFF2-40B4-BE49-F238E27FC236}">
                    <a16:creationId xmlns:a16="http://schemas.microsoft.com/office/drawing/2014/main" id="{2824D0FE-E663-8D97-3876-A93C1E714612}"/>
                  </a:ext>
                </a:extLst>
              </p:cNvPr>
              <p:cNvSpPr/>
              <p:nvPr/>
            </p:nvSpPr>
            <p:spPr>
              <a:xfrm>
                <a:off x="5860020" y="2501752"/>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58BD88"/>
              </a:solidFill>
              <a:ln w="0" cap="flat">
                <a:noFill/>
                <a:prstDash val="solid"/>
                <a:miter/>
              </a:ln>
            </p:spPr>
            <p:txBody>
              <a:bodyPr rtlCol="0" anchor="ctr"/>
              <a:lstStyle/>
              <a:p>
                <a:endParaRPr lang="de-DE"/>
              </a:p>
            </p:txBody>
          </p:sp>
        </p:grpSp>
      </p:grpSp>
      <p:grpSp>
        <p:nvGrpSpPr>
          <p:cNvPr id="78" name="Grafik 76">
            <a:extLst>
              <a:ext uri="{FF2B5EF4-FFF2-40B4-BE49-F238E27FC236}">
                <a16:creationId xmlns:a16="http://schemas.microsoft.com/office/drawing/2014/main" id="{C3E16F5F-2C40-A4A9-AE6A-D745B03F73C0}"/>
              </a:ext>
            </a:extLst>
          </p:cNvPr>
          <p:cNvGrpSpPr/>
          <p:nvPr/>
        </p:nvGrpSpPr>
        <p:grpSpPr>
          <a:xfrm>
            <a:off x="8040555" y="3141293"/>
            <a:ext cx="453702" cy="1328109"/>
            <a:chOff x="7835516" y="2406650"/>
            <a:chExt cx="698500" cy="2044700"/>
          </a:xfrm>
        </p:grpSpPr>
        <p:grpSp>
          <p:nvGrpSpPr>
            <p:cNvPr id="79" name="Grafik 76">
              <a:extLst>
                <a:ext uri="{FF2B5EF4-FFF2-40B4-BE49-F238E27FC236}">
                  <a16:creationId xmlns:a16="http://schemas.microsoft.com/office/drawing/2014/main" id="{49F16F44-4213-89CE-0639-B01CECE5E67E}"/>
                </a:ext>
              </a:extLst>
            </p:cNvPr>
            <p:cNvGrpSpPr/>
            <p:nvPr/>
          </p:nvGrpSpPr>
          <p:grpSpPr>
            <a:xfrm>
              <a:off x="7835516" y="2406650"/>
              <a:ext cx="698500" cy="2044700"/>
              <a:chOff x="7835516" y="2406650"/>
              <a:chExt cx="698500" cy="2044700"/>
            </a:xfrm>
          </p:grpSpPr>
          <p:sp>
            <p:nvSpPr>
              <p:cNvPr id="80" name="Freihandform 79">
                <a:extLst>
                  <a:ext uri="{FF2B5EF4-FFF2-40B4-BE49-F238E27FC236}">
                    <a16:creationId xmlns:a16="http://schemas.microsoft.com/office/drawing/2014/main" id="{DB681F8E-54FB-82CC-4279-B473D6766A02}"/>
                  </a:ext>
                </a:extLst>
              </p:cNvPr>
              <p:cNvSpPr/>
              <p:nvPr/>
            </p:nvSpPr>
            <p:spPr>
              <a:xfrm>
                <a:off x="7835516" y="2406650"/>
                <a:ext cx="698500" cy="2044700"/>
              </a:xfrm>
              <a:custGeom>
                <a:avLst/>
                <a:gdLst>
                  <a:gd name="connsiteX0" fmla="*/ 0 w 698500"/>
                  <a:gd name="connsiteY0" fmla="*/ 1692821 h 2044700"/>
                  <a:gd name="connsiteX1" fmla="*/ 0 w 698500"/>
                  <a:gd name="connsiteY1" fmla="*/ 351879 h 2044700"/>
                  <a:gd name="connsiteX2" fmla="*/ 349250 w 698500"/>
                  <a:gd name="connsiteY2" fmla="*/ 0 h 2044700"/>
                  <a:gd name="connsiteX3" fmla="*/ 349250 w 698500"/>
                  <a:gd name="connsiteY3" fmla="*/ 0 h 2044700"/>
                  <a:gd name="connsiteX4" fmla="*/ 698500 w 698500"/>
                  <a:gd name="connsiteY4" fmla="*/ 351879 h 2044700"/>
                  <a:gd name="connsiteX5" fmla="*/ 698500 w 698500"/>
                  <a:gd name="connsiteY5" fmla="*/ 1692821 h 2044700"/>
                  <a:gd name="connsiteX6" fmla="*/ 349250 w 698500"/>
                  <a:gd name="connsiteY6" fmla="*/ 2044700 h 2044700"/>
                  <a:gd name="connsiteX7" fmla="*/ 349250 w 698500"/>
                  <a:gd name="connsiteY7" fmla="*/ 2044700 h 2044700"/>
                  <a:gd name="connsiteX8" fmla="*/ 0 w 698500"/>
                  <a:gd name="connsiteY8" fmla="*/ 1692821 h 204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8500" h="2044700">
                    <a:moveTo>
                      <a:pt x="0" y="1692821"/>
                    </a:moveTo>
                    <a:lnTo>
                      <a:pt x="0" y="351879"/>
                    </a:lnTo>
                    <a:cubicBezTo>
                      <a:pt x="0" y="157537"/>
                      <a:pt x="156360" y="0"/>
                      <a:pt x="349250" y="0"/>
                    </a:cubicBezTo>
                    <a:lnTo>
                      <a:pt x="349250" y="0"/>
                    </a:lnTo>
                    <a:cubicBezTo>
                      <a:pt x="542140" y="0"/>
                      <a:pt x="698500" y="157537"/>
                      <a:pt x="698500" y="351879"/>
                    </a:cubicBezTo>
                    <a:lnTo>
                      <a:pt x="698500" y="1692821"/>
                    </a:lnTo>
                    <a:cubicBezTo>
                      <a:pt x="698500" y="1887163"/>
                      <a:pt x="542140" y="2044700"/>
                      <a:pt x="349250" y="2044700"/>
                    </a:cubicBezTo>
                    <a:lnTo>
                      <a:pt x="349250" y="2044700"/>
                    </a:lnTo>
                    <a:cubicBezTo>
                      <a:pt x="156360" y="2044700"/>
                      <a:pt x="0" y="1887163"/>
                      <a:pt x="0" y="1692821"/>
                    </a:cubicBezTo>
                    <a:close/>
                  </a:path>
                </a:pathLst>
              </a:custGeom>
              <a:solidFill>
                <a:srgbClr val="002641"/>
              </a:solidFill>
              <a:ln w="0" cap="flat">
                <a:noFill/>
                <a:prstDash val="solid"/>
                <a:miter/>
              </a:ln>
            </p:spPr>
            <p:txBody>
              <a:bodyPr rtlCol="0" anchor="ctr"/>
              <a:lstStyle/>
              <a:p>
                <a:endParaRPr lang="de-DE"/>
              </a:p>
            </p:txBody>
          </p:sp>
          <p:sp>
            <p:nvSpPr>
              <p:cNvPr id="81" name="Freihandform 80">
                <a:extLst>
                  <a:ext uri="{FF2B5EF4-FFF2-40B4-BE49-F238E27FC236}">
                    <a16:creationId xmlns:a16="http://schemas.microsoft.com/office/drawing/2014/main" id="{C6E57BBD-2E04-F817-BAF7-AB22B20AD881}"/>
                  </a:ext>
                </a:extLst>
              </p:cNvPr>
              <p:cNvSpPr/>
              <p:nvPr/>
            </p:nvSpPr>
            <p:spPr>
              <a:xfrm>
                <a:off x="7844955" y="2416160"/>
                <a:ext cx="679621" cy="2025679"/>
              </a:xfrm>
              <a:custGeom>
                <a:avLst/>
                <a:gdLst>
                  <a:gd name="connsiteX0" fmla="*/ 0 w 679621"/>
                  <a:gd name="connsiteY0" fmla="*/ 1683311 h 2025679"/>
                  <a:gd name="connsiteX1" fmla="*/ 0 w 679621"/>
                  <a:gd name="connsiteY1" fmla="*/ 342368 h 2025679"/>
                  <a:gd name="connsiteX2" fmla="*/ 339811 w 679621"/>
                  <a:gd name="connsiteY2" fmla="*/ 0 h 2025679"/>
                  <a:gd name="connsiteX3" fmla="*/ 339811 w 679621"/>
                  <a:gd name="connsiteY3" fmla="*/ 0 h 2025679"/>
                  <a:gd name="connsiteX4" fmla="*/ 679622 w 679621"/>
                  <a:gd name="connsiteY4" fmla="*/ 342368 h 2025679"/>
                  <a:gd name="connsiteX5" fmla="*/ 679622 w 679621"/>
                  <a:gd name="connsiteY5" fmla="*/ 1683311 h 2025679"/>
                  <a:gd name="connsiteX6" fmla="*/ 339811 w 679621"/>
                  <a:gd name="connsiteY6" fmla="*/ 2025680 h 2025679"/>
                  <a:gd name="connsiteX7" fmla="*/ 339811 w 679621"/>
                  <a:gd name="connsiteY7" fmla="*/ 2025680 h 2025679"/>
                  <a:gd name="connsiteX8" fmla="*/ 0 w 679621"/>
                  <a:gd name="connsiteY8" fmla="*/ 1683311 h 2025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9621" h="2025679">
                    <a:moveTo>
                      <a:pt x="0" y="1683311"/>
                    </a:moveTo>
                    <a:lnTo>
                      <a:pt x="0" y="342368"/>
                    </a:lnTo>
                    <a:cubicBezTo>
                      <a:pt x="0" y="153286"/>
                      <a:pt x="152141" y="0"/>
                      <a:pt x="339811" y="0"/>
                    </a:cubicBezTo>
                    <a:lnTo>
                      <a:pt x="339811" y="0"/>
                    </a:lnTo>
                    <a:cubicBezTo>
                      <a:pt x="527481" y="0"/>
                      <a:pt x="679622" y="153286"/>
                      <a:pt x="679622" y="342368"/>
                    </a:cubicBezTo>
                    <a:lnTo>
                      <a:pt x="679622" y="1683311"/>
                    </a:lnTo>
                    <a:cubicBezTo>
                      <a:pt x="679622" y="1872394"/>
                      <a:pt x="527481" y="2025680"/>
                      <a:pt x="339811" y="2025680"/>
                    </a:cubicBezTo>
                    <a:lnTo>
                      <a:pt x="339811" y="2025680"/>
                    </a:lnTo>
                    <a:cubicBezTo>
                      <a:pt x="152141" y="2025680"/>
                      <a:pt x="0" y="1872394"/>
                      <a:pt x="0" y="1683311"/>
                    </a:cubicBezTo>
                    <a:close/>
                  </a:path>
                </a:pathLst>
              </a:custGeom>
              <a:noFill/>
              <a:ln w="18793" cap="flat">
                <a:solidFill>
                  <a:srgbClr val="58BD88"/>
                </a:solidFill>
                <a:prstDash val="solid"/>
                <a:miter/>
              </a:ln>
            </p:spPr>
            <p:txBody>
              <a:bodyPr rtlCol="0" anchor="ctr"/>
              <a:lstStyle/>
              <a:p>
                <a:endParaRPr lang="de-DE"/>
              </a:p>
            </p:txBody>
          </p:sp>
        </p:grpSp>
        <p:grpSp>
          <p:nvGrpSpPr>
            <p:cNvPr id="82" name="Grafik 76">
              <a:extLst>
                <a:ext uri="{FF2B5EF4-FFF2-40B4-BE49-F238E27FC236}">
                  <a16:creationId xmlns:a16="http://schemas.microsoft.com/office/drawing/2014/main" id="{00F38A4D-743B-0418-1C27-51CF4B298C14}"/>
                </a:ext>
              </a:extLst>
            </p:cNvPr>
            <p:cNvGrpSpPr/>
            <p:nvPr/>
          </p:nvGrpSpPr>
          <p:grpSpPr>
            <a:xfrm>
              <a:off x="7948786" y="2501752"/>
              <a:ext cx="481398" cy="1844985"/>
              <a:chOff x="7948786" y="2501752"/>
              <a:chExt cx="481398" cy="1844985"/>
            </a:xfrm>
          </p:grpSpPr>
          <p:sp>
            <p:nvSpPr>
              <p:cNvPr id="83" name="Freihandform 82">
                <a:extLst>
                  <a:ext uri="{FF2B5EF4-FFF2-40B4-BE49-F238E27FC236}">
                    <a16:creationId xmlns:a16="http://schemas.microsoft.com/office/drawing/2014/main" id="{DF876DFD-9272-6613-0D79-FE9B81E01370}"/>
                  </a:ext>
                </a:extLst>
              </p:cNvPr>
              <p:cNvSpPr/>
              <p:nvPr/>
            </p:nvSpPr>
            <p:spPr>
              <a:xfrm>
                <a:off x="7948786" y="3861715"/>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sp>
            <p:nvSpPr>
              <p:cNvPr id="84" name="Freihandform 83">
                <a:extLst>
                  <a:ext uri="{FF2B5EF4-FFF2-40B4-BE49-F238E27FC236}">
                    <a16:creationId xmlns:a16="http://schemas.microsoft.com/office/drawing/2014/main" id="{C1DAFDF0-D73E-C50F-BD61-F40F286A3CEE}"/>
                  </a:ext>
                </a:extLst>
              </p:cNvPr>
              <p:cNvSpPr/>
              <p:nvPr/>
            </p:nvSpPr>
            <p:spPr>
              <a:xfrm>
                <a:off x="7948786" y="3186489"/>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sp>
            <p:nvSpPr>
              <p:cNvPr id="85" name="Freihandform 84">
                <a:extLst>
                  <a:ext uri="{FF2B5EF4-FFF2-40B4-BE49-F238E27FC236}">
                    <a16:creationId xmlns:a16="http://schemas.microsoft.com/office/drawing/2014/main" id="{AEF0272F-5E91-7D82-13C9-38F57C477DB0}"/>
                  </a:ext>
                </a:extLst>
              </p:cNvPr>
              <p:cNvSpPr/>
              <p:nvPr/>
            </p:nvSpPr>
            <p:spPr>
              <a:xfrm>
                <a:off x="7948786" y="2501752"/>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58BD88"/>
              </a:solidFill>
              <a:ln w="0" cap="flat">
                <a:noFill/>
                <a:prstDash val="solid"/>
                <a:miter/>
              </a:ln>
            </p:spPr>
            <p:txBody>
              <a:bodyPr rtlCol="0" anchor="ctr"/>
              <a:lstStyle/>
              <a:p>
                <a:endParaRPr lang="de-DE"/>
              </a:p>
            </p:txBody>
          </p:sp>
        </p:grpSp>
      </p:grpSp>
      <p:grpSp>
        <p:nvGrpSpPr>
          <p:cNvPr id="88" name="Grafik 86">
            <a:extLst>
              <a:ext uri="{FF2B5EF4-FFF2-40B4-BE49-F238E27FC236}">
                <a16:creationId xmlns:a16="http://schemas.microsoft.com/office/drawing/2014/main" id="{C21A19F8-F129-4034-C304-7F30D7493A21}"/>
              </a:ext>
            </a:extLst>
          </p:cNvPr>
          <p:cNvGrpSpPr/>
          <p:nvPr/>
        </p:nvGrpSpPr>
        <p:grpSpPr>
          <a:xfrm>
            <a:off x="9327494" y="3141293"/>
            <a:ext cx="453702" cy="1328109"/>
            <a:chOff x="5746750" y="2406650"/>
            <a:chExt cx="698500" cy="2044700"/>
          </a:xfrm>
        </p:grpSpPr>
        <p:grpSp>
          <p:nvGrpSpPr>
            <p:cNvPr id="89" name="Grafik 86">
              <a:extLst>
                <a:ext uri="{FF2B5EF4-FFF2-40B4-BE49-F238E27FC236}">
                  <a16:creationId xmlns:a16="http://schemas.microsoft.com/office/drawing/2014/main" id="{5B0D8147-2CE6-765E-C3FB-0F3E5ECBCDB4}"/>
                </a:ext>
              </a:extLst>
            </p:cNvPr>
            <p:cNvGrpSpPr/>
            <p:nvPr/>
          </p:nvGrpSpPr>
          <p:grpSpPr>
            <a:xfrm>
              <a:off x="5746750" y="2406650"/>
              <a:ext cx="698500" cy="2044700"/>
              <a:chOff x="5746750" y="2406650"/>
              <a:chExt cx="698500" cy="2044700"/>
            </a:xfrm>
          </p:grpSpPr>
          <p:sp>
            <p:nvSpPr>
              <p:cNvPr id="90" name="Freihandform 89">
                <a:extLst>
                  <a:ext uri="{FF2B5EF4-FFF2-40B4-BE49-F238E27FC236}">
                    <a16:creationId xmlns:a16="http://schemas.microsoft.com/office/drawing/2014/main" id="{C4C45AA5-A6D8-BBAA-F3B3-B20572960225}"/>
                  </a:ext>
                </a:extLst>
              </p:cNvPr>
              <p:cNvSpPr/>
              <p:nvPr/>
            </p:nvSpPr>
            <p:spPr>
              <a:xfrm>
                <a:off x="5746750" y="2406650"/>
                <a:ext cx="698500" cy="2044700"/>
              </a:xfrm>
              <a:custGeom>
                <a:avLst/>
                <a:gdLst>
                  <a:gd name="connsiteX0" fmla="*/ 0 w 698500"/>
                  <a:gd name="connsiteY0" fmla="*/ 1692821 h 2044700"/>
                  <a:gd name="connsiteX1" fmla="*/ 0 w 698500"/>
                  <a:gd name="connsiteY1" fmla="*/ 351879 h 2044700"/>
                  <a:gd name="connsiteX2" fmla="*/ 349250 w 698500"/>
                  <a:gd name="connsiteY2" fmla="*/ 0 h 2044700"/>
                  <a:gd name="connsiteX3" fmla="*/ 349250 w 698500"/>
                  <a:gd name="connsiteY3" fmla="*/ 0 h 2044700"/>
                  <a:gd name="connsiteX4" fmla="*/ 698500 w 698500"/>
                  <a:gd name="connsiteY4" fmla="*/ 351879 h 2044700"/>
                  <a:gd name="connsiteX5" fmla="*/ 698500 w 698500"/>
                  <a:gd name="connsiteY5" fmla="*/ 1692821 h 2044700"/>
                  <a:gd name="connsiteX6" fmla="*/ 349250 w 698500"/>
                  <a:gd name="connsiteY6" fmla="*/ 2044700 h 2044700"/>
                  <a:gd name="connsiteX7" fmla="*/ 349250 w 698500"/>
                  <a:gd name="connsiteY7" fmla="*/ 2044700 h 2044700"/>
                  <a:gd name="connsiteX8" fmla="*/ 0 w 698500"/>
                  <a:gd name="connsiteY8" fmla="*/ 1692821 h 204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8500" h="2044700">
                    <a:moveTo>
                      <a:pt x="0" y="1692821"/>
                    </a:moveTo>
                    <a:lnTo>
                      <a:pt x="0" y="351879"/>
                    </a:lnTo>
                    <a:cubicBezTo>
                      <a:pt x="0" y="157537"/>
                      <a:pt x="156360" y="0"/>
                      <a:pt x="349250" y="0"/>
                    </a:cubicBezTo>
                    <a:lnTo>
                      <a:pt x="349250" y="0"/>
                    </a:lnTo>
                    <a:cubicBezTo>
                      <a:pt x="542140" y="0"/>
                      <a:pt x="698500" y="157537"/>
                      <a:pt x="698500" y="351879"/>
                    </a:cubicBezTo>
                    <a:lnTo>
                      <a:pt x="698500" y="1692821"/>
                    </a:lnTo>
                    <a:cubicBezTo>
                      <a:pt x="698500" y="1887163"/>
                      <a:pt x="542140" y="2044700"/>
                      <a:pt x="349250" y="2044700"/>
                    </a:cubicBezTo>
                    <a:lnTo>
                      <a:pt x="349250" y="2044700"/>
                    </a:lnTo>
                    <a:cubicBezTo>
                      <a:pt x="156360" y="2044700"/>
                      <a:pt x="0" y="1887163"/>
                      <a:pt x="0" y="1692821"/>
                    </a:cubicBezTo>
                    <a:close/>
                  </a:path>
                </a:pathLst>
              </a:custGeom>
              <a:solidFill>
                <a:srgbClr val="002641"/>
              </a:solidFill>
              <a:ln w="0" cap="flat">
                <a:noFill/>
                <a:prstDash val="solid"/>
                <a:miter/>
              </a:ln>
            </p:spPr>
            <p:txBody>
              <a:bodyPr rtlCol="0" anchor="ctr"/>
              <a:lstStyle/>
              <a:p>
                <a:endParaRPr lang="de-DE"/>
              </a:p>
            </p:txBody>
          </p:sp>
          <p:sp>
            <p:nvSpPr>
              <p:cNvPr id="91" name="Freihandform 90">
                <a:extLst>
                  <a:ext uri="{FF2B5EF4-FFF2-40B4-BE49-F238E27FC236}">
                    <a16:creationId xmlns:a16="http://schemas.microsoft.com/office/drawing/2014/main" id="{90BDF4FF-F78A-9A0F-9D4D-EAB6951D4D16}"/>
                  </a:ext>
                </a:extLst>
              </p:cNvPr>
              <p:cNvSpPr/>
              <p:nvPr/>
            </p:nvSpPr>
            <p:spPr>
              <a:xfrm>
                <a:off x="5756189" y="2416160"/>
                <a:ext cx="679621" cy="2025679"/>
              </a:xfrm>
              <a:custGeom>
                <a:avLst/>
                <a:gdLst>
                  <a:gd name="connsiteX0" fmla="*/ 0 w 679621"/>
                  <a:gd name="connsiteY0" fmla="*/ 1683311 h 2025679"/>
                  <a:gd name="connsiteX1" fmla="*/ 0 w 679621"/>
                  <a:gd name="connsiteY1" fmla="*/ 342368 h 2025679"/>
                  <a:gd name="connsiteX2" fmla="*/ 339811 w 679621"/>
                  <a:gd name="connsiteY2" fmla="*/ 0 h 2025679"/>
                  <a:gd name="connsiteX3" fmla="*/ 339811 w 679621"/>
                  <a:gd name="connsiteY3" fmla="*/ 0 h 2025679"/>
                  <a:gd name="connsiteX4" fmla="*/ 679622 w 679621"/>
                  <a:gd name="connsiteY4" fmla="*/ 342368 h 2025679"/>
                  <a:gd name="connsiteX5" fmla="*/ 679622 w 679621"/>
                  <a:gd name="connsiteY5" fmla="*/ 1683311 h 2025679"/>
                  <a:gd name="connsiteX6" fmla="*/ 339811 w 679621"/>
                  <a:gd name="connsiteY6" fmla="*/ 2025680 h 2025679"/>
                  <a:gd name="connsiteX7" fmla="*/ 339811 w 679621"/>
                  <a:gd name="connsiteY7" fmla="*/ 2025680 h 2025679"/>
                  <a:gd name="connsiteX8" fmla="*/ 0 w 679621"/>
                  <a:gd name="connsiteY8" fmla="*/ 1683311 h 2025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9621" h="2025679">
                    <a:moveTo>
                      <a:pt x="0" y="1683311"/>
                    </a:moveTo>
                    <a:lnTo>
                      <a:pt x="0" y="342368"/>
                    </a:lnTo>
                    <a:cubicBezTo>
                      <a:pt x="0" y="153286"/>
                      <a:pt x="152141" y="0"/>
                      <a:pt x="339811" y="0"/>
                    </a:cubicBezTo>
                    <a:lnTo>
                      <a:pt x="339811" y="0"/>
                    </a:lnTo>
                    <a:cubicBezTo>
                      <a:pt x="527481" y="0"/>
                      <a:pt x="679622" y="153286"/>
                      <a:pt x="679622" y="342368"/>
                    </a:cubicBezTo>
                    <a:lnTo>
                      <a:pt x="679622" y="1683311"/>
                    </a:lnTo>
                    <a:cubicBezTo>
                      <a:pt x="679622" y="1872394"/>
                      <a:pt x="527481" y="2025680"/>
                      <a:pt x="339811" y="2025680"/>
                    </a:cubicBezTo>
                    <a:lnTo>
                      <a:pt x="339811" y="2025680"/>
                    </a:lnTo>
                    <a:cubicBezTo>
                      <a:pt x="152141" y="2025680"/>
                      <a:pt x="0" y="1872394"/>
                      <a:pt x="0" y="1683311"/>
                    </a:cubicBezTo>
                    <a:close/>
                  </a:path>
                </a:pathLst>
              </a:custGeom>
              <a:noFill/>
              <a:ln w="18793" cap="flat">
                <a:solidFill>
                  <a:srgbClr val="DBF454"/>
                </a:solidFill>
                <a:prstDash val="solid"/>
                <a:miter/>
              </a:ln>
            </p:spPr>
            <p:txBody>
              <a:bodyPr rtlCol="0" anchor="ctr"/>
              <a:lstStyle/>
              <a:p>
                <a:endParaRPr lang="de-DE"/>
              </a:p>
            </p:txBody>
          </p:sp>
        </p:grpSp>
        <p:grpSp>
          <p:nvGrpSpPr>
            <p:cNvPr id="92" name="Grafik 86">
              <a:extLst>
                <a:ext uri="{FF2B5EF4-FFF2-40B4-BE49-F238E27FC236}">
                  <a16:creationId xmlns:a16="http://schemas.microsoft.com/office/drawing/2014/main" id="{81213196-E940-28B0-9F3B-A738E00D0819}"/>
                </a:ext>
              </a:extLst>
            </p:cNvPr>
            <p:cNvGrpSpPr/>
            <p:nvPr/>
          </p:nvGrpSpPr>
          <p:grpSpPr>
            <a:xfrm>
              <a:off x="5860020" y="2501752"/>
              <a:ext cx="481398" cy="1844985"/>
              <a:chOff x="5860020" y="2501752"/>
              <a:chExt cx="481398" cy="1844985"/>
            </a:xfrm>
          </p:grpSpPr>
          <p:sp>
            <p:nvSpPr>
              <p:cNvPr id="93" name="Freihandform 92">
                <a:extLst>
                  <a:ext uri="{FF2B5EF4-FFF2-40B4-BE49-F238E27FC236}">
                    <a16:creationId xmlns:a16="http://schemas.microsoft.com/office/drawing/2014/main" id="{FA92539D-B58F-CD85-F0FF-823B99E446E5}"/>
                  </a:ext>
                </a:extLst>
              </p:cNvPr>
              <p:cNvSpPr/>
              <p:nvPr/>
            </p:nvSpPr>
            <p:spPr>
              <a:xfrm>
                <a:off x="5860020" y="3861715"/>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sp>
            <p:nvSpPr>
              <p:cNvPr id="94" name="Freihandform 93">
                <a:extLst>
                  <a:ext uri="{FF2B5EF4-FFF2-40B4-BE49-F238E27FC236}">
                    <a16:creationId xmlns:a16="http://schemas.microsoft.com/office/drawing/2014/main" id="{D96FD196-9049-5A73-91CD-00F6CDE886CB}"/>
                  </a:ext>
                </a:extLst>
              </p:cNvPr>
              <p:cNvSpPr/>
              <p:nvPr/>
            </p:nvSpPr>
            <p:spPr>
              <a:xfrm>
                <a:off x="5860020" y="3186489"/>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DBF454"/>
              </a:solidFill>
              <a:ln w="0" cap="flat">
                <a:noFill/>
                <a:prstDash val="solid"/>
                <a:miter/>
              </a:ln>
            </p:spPr>
            <p:txBody>
              <a:bodyPr rtlCol="0" anchor="ctr"/>
              <a:lstStyle/>
              <a:p>
                <a:endParaRPr lang="de-DE"/>
              </a:p>
            </p:txBody>
          </p:sp>
          <p:sp>
            <p:nvSpPr>
              <p:cNvPr id="95" name="Freihandform 94">
                <a:extLst>
                  <a:ext uri="{FF2B5EF4-FFF2-40B4-BE49-F238E27FC236}">
                    <a16:creationId xmlns:a16="http://schemas.microsoft.com/office/drawing/2014/main" id="{15A721DD-C4FA-4E40-4F91-3875072BF47B}"/>
                  </a:ext>
                </a:extLst>
              </p:cNvPr>
              <p:cNvSpPr/>
              <p:nvPr/>
            </p:nvSpPr>
            <p:spPr>
              <a:xfrm>
                <a:off x="5860020" y="2501752"/>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grpSp>
      </p:grpSp>
      <p:grpSp>
        <p:nvGrpSpPr>
          <p:cNvPr id="99" name="Grafik 96">
            <a:extLst>
              <a:ext uri="{FF2B5EF4-FFF2-40B4-BE49-F238E27FC236}">
                <a16:creationId xmlns:a16="http://schemas.microsoft.com/office/drawing/2014/main" id="{D9ADED36-45A3-4658-1BE6-31819228FA02}"/>
              </a:ext>
            </a:extLst>
          </p:cNvPr>
          <p:cNvGrpSpPr/>
          <p:nvPr/>
        </p:nvGrpSpPr>
        <p:grpSpPr>
          <a:xfrm>
            <a:off x="10614436" y="3141293"/>
            <a:ext cx="453702" cy="1328109"/>
            <a:chOff x="10241989" y="2816545"/>
            <a:chExt cx="698500" cy="2044700"/>
          </a:xfrm>
        </p:grpSpPr>
        <p:grpSp>
          <p:nvGrpSpPr>
            <p:cNvPr id="100" name="Grafik 96">
              <a:extLst>
                <a:ext uri="{FF2B5EF4-FFF2-40B4-BE49-F238E27FC236}">
                  <a16:creationId xmlns:a16="http://schemas.microsoft.com/office/drawing/2014/main" id="{FB56D56C-4A88-D249-C406-A4A59FB6ED44}"/>
                </a:ext>
              </a:extLst>
            </p:cNvPr>
            <p:cNvGrpSpPr/>
            <p:nvPr/>
          </p:nvGrpSpPr>
          <p:grpSpPr>
            <a:xfrm>
              <a:off x="10241989" y="2816545"/>
              <a:ext cx="698500" cy="2044700"/>
              <a:chOff x="10241989" y="2816545"/>
              <a:chExt cx="698500" cy="2044700"/>
            </a:xfrm>
          </p:grpSpPr>
          <p:sp>
            <p:nvSpPr>
              <p:cNvPr id="101" name="Freihandform 100">
                <a:extLst>
                  <a:ext uri="{FF2B5EF4-FFF2-40B4-BE49-F238E27FC236}">
                    <a16:creationId xmlns:a16="http://schemas.microsoft.com/office/drawing/2014/main" id="{DD3DB719-C3D4-4C5D-3E7A-AA1B3F6CBEB3}"/>
                  </a:ext>
                </a:extLst>
              </p:cNvPr>
              <p:cNvSpPr/>
              <p:nvPr/>
            </p:nvSpPr>
            <p:spPr>
              <a:xfrm>
                <a:off x="10241989" y="2816545"/>
                <a:ext cx="698500" cy="2044700"/>
              </a:xfrm>
              <a:custGeom>
                <a:avLst/>
                <a:gdLst>
                  <a:gd name="connsiteX0" fmla="*/ 0 w 698500"/>
                  <a:gd name="connsiteY0" fmla="*/ 1692821 h 2044700"/>
                  <a:gd name="connsiteX1" fmla="*/ 0 w 698500"/>
                  <a:gd name="connsiteY1" fmla="*/ 351879 h 2044700"/>
                  <a:gd name="connsiteX2" fmla="*/ 349250 w 698500"/>
                  <a:gd name="connsiteY2" fmla="*/ 0 h 2044700"/>
                  <a:gd name="connsiteX3" fmla="*/ 349250 w 698500"/>
                  <a:gd name="connsiteY3" fmla="*/ 0 h 2044700"/>
                  <a:gd name="connsiteX4" fmla="*/ 698500 w 698500"/>
                  <a:gd name="connsiteY4" fmla="*/ 351879 h 2044700"/>
                  <a:gd name="connsiteX5" fmla="*/ 698500 w 698500"/>
                  <a:gd name="connsiteY5" fmla="*/ 1692821 h 2044700"/>
                  <a:gd name="connsiteX6" fmla="*/ 349250 w 698500"/>
                  <a:gd name="connsiteY6" fmla="*/ 2044700 h 2044700"/>
                  <a:gd name="connsiteX7" fmla="*/ 349250 w 698500"/>
                  <a:gd name="connsiteY7" fmla="*/ 2044700 h 2044700"/>
                  <a:gd name="connsiteX8" fmla="*/ 0 w 698500"/>
                  <a:gd name="connsiteY8" fmla="*/ 1692821 h 204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8500" h="2044700">
                    <a:moveTo>
                      <a:pt x="0" y="1692821"/>
                    </a:moveTo>
                    <a:lnTo>
                      <a:pt x="0" y="351879"/>
                    </a:lnTo>
                    <a:cubicBezTo>
                      <a:pt x="0" y="157537"/>
                      <a:pt x="156360" y="0"/>
                      <a:pt x="349250" y="0"/>
                    </a:cubicBezTo>
                    <a:lnTo>
                      <a:pt x="349250" y="0"/>
                    </a:lnTo>
                    <a:cubicBezTo>
                      <a:pt x="542140" y="0"/>
                      <a:pt x="698500" y="157537"/>
                      <a:pt x="698500" y="351879"/>
                    </a:cubicBezTo>
                    <a:lnTo>
                      <a:pt x="698500" y="1692821"/>
                    </a:lnTo>
                    <a:cubicBezTo>
                      <a:pt x="698500" y="1887163"/>
                      <a:pt x="542140" y="2044700"/>
                      <a:pt x="349250" y="2044700"/>
                    </a:cubicBezTo>
                    <a:lnTo>
                      <a:pt x="349250" y="2044700"/>
                    </a:lnTo>
                    <a:cubicBezTo>
                      <a:pt x="156360" y="2044700"/>
                      <a:pt x="0" y="1887163"/>
                      <a:pt x="0" y="1692821"/>
                    </a:cubicBezTo>
                    <a:close/>
                  </a:path>
                </a:pathLst>
              </a:custGeom>
              <a:solidFill>
                <a:srgbClr val="002641"/>
              </a:solidFill>
              <a:ln w="0" cap="flat">
                <a:noFill/>
                <a:prstDash val="solid"/>
                <a:miter/>
              </a:ln>
            </p:spPr>
            <p:txBody>
              <a:bodyPr rtlCol="0" anchor="ctr"/>
              <a:lstStyle/>
              <a:p>
                <a:endParaRPr lang="de-DE"/>
              </a:p>
            </p:txBody>
          </p:sp>
          <p:sp>
            <p:nvSpPr>
              <p:cNvPr id="102" name="Freihandform 101">
                <a:extLst>
                  <a:ext uri="{FF2B5EF4-FFF2-40B4-BE49-F238E27FC236}">
                    <a16:creationId xmlns:a16="http://schemas.microsoft.com/office/drawing/2014/main" id="{1D534C00-4240-8529-4D69-C6AF2718D7F2}"/>
                  </a:ext>
                </a:extLst>
              </p:cNvPr>
              <p:cNvSpPr/>
              <p:nvPr/>
            </p:nvSpPr>
            <p:spPr>
              <a:xfrm>
                <a:off x="10251428" y="2826055"/>
                <a:ext cx="679621" cy="2025679"/>
              </a:xfrm>
              <a:custGeom>
                <a:avLst/>
                <a:gdLst>
                  <a:gd name="connsiteX0" fmla="*/ 0 w 679621"/>
                  <a:gd name="connsiteY0" fmla="*/ 1683311 h 2025679"/>
                  <a:gd name="connsiteX1" fmla="*/ 0 w 679621"/>
                  <a:gd name="connsiteY1" fmla="*/ 342368 h 2025679"/>
                  <a:gd name="connsiteX2" fmla="*/ 339811 w 679621"/>
                  <a:gd name="connsiteY2" fmla="*/ 0 h 2025679"/>
                  <a:gd name="connsiteX3" fmla="*/ 339811 w 679621"/>
                  <a:gd name="connsiteY3" fmla="*/ 0 h 2025679"/>
                  <a:gd name="connsiteX4" fmla="*/ 679622 w 679621"/>
                  <a:gd name="connsiteY4" fmla="*/ 342368 h 2025679"/>
                  <a:gd name="connsiteX5" fmla="*/ 679622 w 679621"/>
                  <a:gd name="connsiteY5" fmla="*/ 1683311 h 2025679"/>
                  <a:gd name="connsiteX6" fmla="*/ 339811 w 679621"/>
                  <a:gd name="connsiteY6" fmla="*/ 2025680 h 2025679"/>
                  <a:gd name="connsiteX7" fmla="*/ 339811 w 679621"/>
                  <a:gd name="connsiteY7" fmla="*/ 2025680 h 2025679"/>
                  <a:gd name="connsiteX8" fmla="*/ 0 w 679621"/>
                  <a:gd name="connsiteY8" fmla="*/ 1683311 h 2025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9621" h="2025679">
                    <a:moveTo>
                      <a:pt x="0" y="1683311"/>
                    </a:moveTo>
                    <a:lnTo>
                      <a:pt x="0" y="342368"/>
                    </a:lnTo>
                    <a:cubicBezTo>
                      <a:pt x="0" y="153286"/>
                      <a:pt x="152141" y="0"/>
                      <a:pt x="339811" y="0"/>
                    </a:cubicBezTo>
                    <a:lnTo>
                      <a:pt x="339811" y="0"/>
                    </a:lnTo>
                    <a:cubicBezTo>
                      <a:pt x="527481" y="0"/>
                      <a:pt x="679622" y="153286"/>
                      <a:pt x="679622" y="342368"/>
                    </a:cubicBezTo>
                    <a:lnTo>
                      <a:pt x="679622" y="1683311"/>
                    </a:lnTo>
                    <a:cubicBezTo>
                      <a:pt x="679622" y="1872394"/>
                      <a:pt x="527481" y="2025680"/>
                      <a:pt x="339811" y="2025680"/>
                    </a:cubicBezTo>
                    <a:lnTo>
                      <a:pt x="339811" y="2025680"/>
                    </a:lnTo>
                    <a:cubicBezTo>
                      <a:pt x="152141" y="2025680"/>
                      <a:pt x="0" y="1872394"/>
                      <a:pt x="0" y="1683311"/>
                    </a:cubicBezTo>
                    <a:close/>
                  </a:path>
                </a:pathLst>
              </a:custGeom>
              <a:noFill/>
              <a:ln w="18793" cap="flat">
                <a:solidFill>
                  <a:srgbClr val="FF694E"/>
                </a:solidFill>
                <a:prstDash val="solid"/>
                <a:miter/>
              </a:ln>
            </p:spPr>
            <p:txBody>
              <a:bodyPr rtlCol="0" anchor="ctr"/>
              <a:lstStyle/>
              <a:p>
                <a:endParaRPr lang="de-DE"/>
              </a:p>
            </p:txBody>
          </p:sp>
        </p:grpSp>
        <p:grpSp>
          <p:nvGrpSpPr>
            <p:cNvPr id="103" name="Grafik 96">
              <a:extLst>
                <a:ext uri="{FF2B5EF4-FFF2-40B4-BE49-F238E27FC236}">
                  <a16:creationId xmlns:a16="http://schemas.microsoft.com/office/drawing/2014/main" id="{075F8418-92F2-2D22-0E5D-9118D10301A7}"/>
                </a:ext>
              </a:extLst>
            </p:cNvPr>
            <p:cNvGrpSpPr/>
            <p:nvPr/>
          </p:nvGrpSpPr>
          <p:grpSpPr>
            <a:xfrm>
              <a:off x="10355259" y="2911647"/>
              <a:ext cx="481398" cy="1844985"/>
              <a:chOff x="10355259" y="2911647"/>
              <a:chExt cx="481398" cy="1844985"/>
            </a:xfrm>
          </p:grpSpPr>
          <p:sp>
            <p:nvSpPr>
              <p:cNvPr id="104" name="Freihandform 103">
                <a:extLst>
                  <a:ext uri="{FF2B5EF4-FFF2-40B4-BE49-F238E27FC236}">
                    <a16:creationId xmlns:a16="http://schemas.microsoft.com/office/drawing/2014/main" id="{BEE0BB7F-FC10-8E45-3FBF-03360C5D8D46}"/>
                  </a:ext>
                </a:extLst>
              </p:cNvPr>
              <p:cNvSpPr/>
              <p:nvPr/>
            </p:nvSpPr>
            <p:spPr>
              <a:xfrm>
                <a:off x="10355259" y="4271610"/>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694E"/>
              </a:solidFill>
              <a:ln w="0" cap="flat">
                <a:noFill/>
                <a:prstDash val="solid"/>
                <a:miter/>
              </a:ln>
            </p:spPr>
            <p:txBody>
              <a:bodyPr rtlCol="0" anchor="ctr"/>
              <a:lstStyle/>
              <a:p>
                <a:endParaRPr lang="de-DE" dirty="0"/>
              </a:p>
            </p:txBody>
          </p:sp>
          <p:sp>
            <p:nvSpPr>
              <p:cNvPr id="105" name="Freihandform 104">
                <a:extLst>
                  <a:ext uri="{FF2B5EF4-FFF2-40B4-BE49-F238E27FC236}">
                    <a16:creationId xmlns:a16="http://schemas.microsoft.com/office/drawing/2014/main" id="{3FA1ED70-75E2-C463-29FD-67285AF6BD9B}"/>
                  </a:ext>
                </a:extLst>
              </p:cNvPr>
              <p:cNvSpPr/>
              <p:nvPr/>
            </p:nvSpPr>
            <p:spPr>
              <a:xfrm>
                <a:off x="10355259" y="3596384"/>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sp>
            <p:nvSpPr>
              <p:cNvPr id="106" name="Freihandform 105">
                <a:extLst>
                  <a:ext uri="{FF2B5EF4-FFF2-40B4-BE49-F238E27FC236}">
                    <a16:creationId xmlns:a16="http://schemas.microsoft.com/office/drawing/2014/main" id="{68E82EB7-7117-2A6C-6342-2C2340884090}"/>
                  </a:ext>
                </a:extLst>
              </p:cNvPr>
              <p:cNvSpPr/>
              <p:nvPr/>
            </p:nvSpPr>
            <p:spPr>
              <a:xfrm>
                <a:off x="10355259" y="2911647"/>
                <a:ext cx="481398" cy="485021"/>
              </a:xfrm>
              <a:custGeom>
                <a:avLst/>
                <a:gdLst>
                  <a:gd name="connsiteX0" fmla="*/ 481399 w 481398"/>
                  <a:gd name="connsiteY0" fmla="*/ 242511 h 485021"/>
                  <a:gd name="connsiteX1" fmla="*/ 240699 w 481398"/>
                  <a:gd name="connsiteY1" fmla="*/ 485022 h 485021"/>
                  <a:gd name="connsiteX2" fmla="*/ 0 w 481398"/>
                  <a:gd name="connsiteY2" fmla="*/ 242511 h 485021"/>
                  <a:gd name="connsiteX3" fmla="*/ 240699 w 481398"/>
                  <a:gd name="connsiteY3" fmla="*/ 0 h 485021"/>
                  <a:gd name="connsiteX4" fmla="*/ 481399 w 481398"/>
                  <a:gd name="connsiteY4" fmla="*/ 242511 h 48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8" h="485021">
                    <a:moveTo>
                      <a:pt x="481399" y="242511"/>
                    </a:moveTo>
                    <a:cubicBezTo>
                      <a:pt x="481399" y="376446"/>
                      <a:pt x="373634" y="485022"/>
                      <a:pt x="240699" y="485022"/>
                    </a:cubicBezTo>
                    <a:cubicBezTo>
                      <a:pt x="107765" y="485022"/>
                      <a:pt x="0" y="376446"/>
                      <a:pt x="0" y="242511"/>
                    </a:cubicBezTo>
                    <a:cubicBezTo>
                      <a:pt x="0" y="108576"/>
                      <a:pt x="107765" y="0"/>
                      <a:pt x="240699" y="0"/>
                    </a:cubicBezTo>
                    <a:cubicBezTo>
                      <a:pt x="373634" y="0"/>
                      <a:pt x="481399" y="108576"/>
                      <a:pt x="481399" y="242511"/>
                    </a:cubicBezTo>
                    <a:close/>
                  </a:path>
                </a:pathLst>
              </a:custGeom>
              <a:solidFill>
                <a:srgbClr val="FFFFFF"/>
              </a:solidFill>
              <a:ln w="0" cap="flat">
                <a:noFill/>
                <a:prstDash val="solid"/>
                <a:miter/>
              </a:ln>
            </p:spPr>
            <p:txBody>
              <a:bodyPr rtlCol="0" anchor="ctr"/>
              <a:lstStyle/>
              <a:p>
                <a:endParaRPr lang="de-DE"/>
              </a:p>
            </p:txBody>
          </p:sp>
        </p:grpSp>
      </p:grpSp>
    </p:spTree>
    <p:extLst>
      <p:ext uri="{BB962C8B-B14F-4D97-AF65-F5344CB8AC3E}">
        <p14:creationId xmlns:p14="http://schemas.microsoft.com/office/powerpoint/2010/main" val="1118805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9" name="Oval 598">
            <a:extLst>
              <a:ext uri="{FF2B5EF4-FFF2-40B4-BE49-F238E27FC236}">
                <a16:creationId xmlns:a16="http://schemas.microsoft.com/office/drawing/2014/main" id="{C175B2E0-FD39-2A76-8287-16ECE1E24A7F}"/>
              </a:ext>
            </a:extLst>
          </p:cNvPr>
          <p:cNvSpPr>
            <a:spLocks noChangeAspect="1"/>
          </p:cNvSpPr>
          <p:nvPr/>
        </p:nvSpPr>
        <p:spPr>
          <a:xfrm>
            <a:off x="1337485" y="3746289"/>
            <a:ext cx="1007999" cy="1007999"/>
          </a:xfrm>
          <a:prstGeom prst="ellipse">
            <a:avLst/>
          </a:prstGeom>
          <a:solidFill>
            <a:schemeClr val="tx1"/>
          </a:solidFill>
          <a:ln w="12700">
            <a:solidFill>
              <a:schemeClr val="accent2"/>
            </a:solidFill>
            <a:prstDash val="sysDash"/>
          </a:ln>
        </p:spPr>
        <p:txBody>
          <a:bodyPr vert="horz" lIns="251999" tIns="251999" rIns="251999" bIns="251999" rtlCol="0" anchor="ctr">
            <a:noAutofit/>
          </a:bodyPr>
          <a:lstStyle/>
          <a:p>
            <a:pPr algn="l"/>
            <a:endParaRPr lang="de-DE" sz="1400" dirty="0" err="1">
              <a:solidFill>
                <a:schemeClr val="bg1"/>
              </a:solidFill>
              <a:latin typeface="BarmeniaGothaer Offc" panose="020B0503020204020204" pitchFamily="34" charset="0"/>
            </a:endParaRPr>
          </a:p>
        </p:txBody>
      </p:sp>
      <p:sp>
        <p:nvSpPr>
          <p:cNvPr id="7" name="Titel 6">
            <a:extLst>
              <a:ext uri="{FF2B5EF4-FFF2-40B4-BE49-F238E27FC236}">
                <a16:creationId xmlns:a16="http://schemas.microsoft.com/office/drawing/2014/main" id="{E549ECD4-135F-0ADE-3E47-D4F250434173}"/>
              </a:ext>
            </a:extLst>
          </p:cNvPr>
          <p:cNvSpPr>
            <a:spLocks noGrp="1"/>
          </p:cNvSpPr>
          <p:nvPr>
            <p:ph type="title"/>
          </p:nvPr>
        </p:nvSpPr>
        <p:spPr/>
        <p:txBody>
          <a:bodyPr/>
          <a:lstStyle/>
          <a:p>
            <a:r>
              <a:rPr lang="de-DE" dirty="0"/>
              <a:t>Icons klein</a:t>
            </a:r>
          </a:p>
        </p:txBody>
      </p:sp>
      <p:sp>
        <p:nvSpPr>
          <p:cNvPr id="3" name="Datumsplatzhalter 2">
            <a:extLst>
              <a:ext uri="{FF2B5EF4-FFF2-40B4-BE49-F238E27FC236}">
                <a16:creationId xmlns:a16="http://schemas.microsoft.com/office/drawing/2014/main" id="{83520195-1703-889C-F15A-220FB005A2B6}"/>
              </a:ext>
            </a:extLst>
          </p:cNvPr>
          <p:cNvSpPr>
            <a:spLocks noGrp="1"/>
          </p:cNvSpPr>
          <p:nvPr>
            <p:ph type="dt" sz="half" idx="10"/>
          </p:nvPr>
        </p:nvSpPr>
        <p:spPr/>
        <p:txBody>
          <a:bodyPr/>
          <a:lstStyle/>
          <a:p>
            <a:fld id="{6AD0C3D8-42C6-5942-8EC4-711417AF2694}" type="datetime1">
              <a:rPr lang="de-DE"/>
              <a:t>22.06.2026</a:t>
            </a:fld>
            <a:endParaRPr lang="de-DE"/>
          </a:p>
        </p:txBody>
      </p:sp>
      <p:sp>
        <p:nvSpPr>
          <p:cNvPr id="4" name="Fußzeilenplatzhalter 3">
            <a:extLst>
              <a:ext uri="{FF2B5EF4-FFF2-40B4-BE49-F238E27FC236}">
                <a16:creationId xmlns:a16="http://schemas.microsoft.com/office/drawing/2014/main" id="{0F42379B-FF41-B65A-337B-0437006F11C9}"/>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C9EFB834-91F0-EF4E-D1BE-AC8A6A22612B}"/>
              </a:ext>
            </a:extLst>
          </p:cNvPr>
          <p:cNvSpPr>
            <a:spLocks noGrp="1"/>
          </p:cNvSpPr>
          <p:nvPr>
            <p:ph type="sldNum" sz="quarter" idx="12"/>
          </p:nvPr>
        </p:nvSpPr>
        <p:spPr/>
        <p:txBody>
          <a:bodyPr/>
          <a:lstStyle/>
          <a:p>
            <a:fld id="{D188B27D-4802-6948-A101-6CF6A7142FF4}" type="slidenum">
              <a:rPr lang="de-DE" smtClean="0"/>
              <a:pPr/>
              <a:t>59</a:t>
            </a:fld>
            <a:endParaRPr lang="de-DE"/>
          </a:p>
        </p:txBody>
      </p:sp>
      <p:grpSp>
        <p:nvGrpSpPr>
          <p:cNvPr id="468" name="Grafik 463">
            <a:extLst>
              <a:ext uri="{FF2B5EF4-FFF2-40B4-BE49-F238E27FC236}">
                <a16:creationId xmlns:a16="http://schemas.microsoft.com/office/drawing/2014/main" id="{EE29AD39-F44C-CF93-0786-A7353A84DB34}"/>
              </a:ext>
            </a:extLst>
          </p:cNvPr>
          <p:cNvGrpSpPr/>
          <p:nvPr/>
        </p:nvGrpSpPr>
        <p:grpSpPr>
          <a:xfrm>
            <a:off x="6971315" y="2124679"/>
            <a:ext cx="296080" cy="296323"/>
            <a:chOff x="6971315" y="2124679"/>
            <a:chExt cx="296080" cy="296323"/>
          </a:xfrm>
          <a:solidFill>
            <a:srgbClr val="FFFFFF"/>
          </a:solidFill>
        </p:grpSpPr>
        <p:sp>
          <p:nvSpPr>
            <p:cNvPr id="469" name="Freihandform 468">
              <a:extLst>
                <a:ext uri="{FF2B5EF4-FFF2-40B4-BE49-F238E27FC236}">
                  <a16:creationId xmlns:a16="http://schemas.microsoft.com/office/drawing/2014/main" id="{753980E5-B899-DCB8-9073-4493865A1071}"/>
                </a:ext>
              </a:extLst>
            </p:cNvPr>
            <p:cNvSpPr/>
            <p:nvPr/>
          </p:nvSpPr>
          <p:spPr>
            <a:xfrm>
              <a:off x="6971315" y="2124679"/>
              <a:ext cx="117300" cy="116975"/>
            </a:xfrm>
            <a:custGeom>
              <a:avLst/>
              <a:gdLst>
                <a:gd name="connsiteX0" fmla="*/ 109428 w 117300"/>
                <a:gd name="connsiteY0" fmla="*/ 0 h 116975"/>
                <a:gd name="connsiteX1" fmla="*/ 39551 w 117300"/>
                <a:gd name="connsiteY1" fmla="*/ 0 h 116975"/>
                <a:gd name="connsiteX2" fmla="*/ 0 w 117300"/>
                <a:gd name="connsiteY2" fmla="*/ 39597 h 116975"/>
                <a:gd name="connsiteX3" fmla="*/ 0 w 117300"/>
                <a:gd name="connsiteY3" fmla="*/ 109098 h 116975"/>
                <a:gd name="connsiteX4" fmla="*/ 7872 w 117300"/>
                <a:gd name="connsiteY4" fmla="*/ 116975 h 116975"/>
                <a:gd name="connsiteX5" fmla="*/ 15745 w 117300"/>
                <a:gd name="connsiteY5" fmla="*/ 109098 h 116975"/>
                <a:gd name="connsiteX6" fmla="*/ 15745 w 117300"/>
                <a:gd name="connsiteY6" fmla="*/ 39597 h 116975"/>
                <a:gd name="connsiteX7" fmla="*/ 39551 w 117300"/>
                <a:gd name="connsiteY7" fmla="*/ 15756 h 116975"/>
                <a:gd name="connsiteX8" fmla="*/ 109428 w 117300"/>
                <a:gd name="connsiteY8" fmla="*/ 15756 h 116975"/>
                <a:gd name="connsiteX9" fmla="*/ 117300 w 117300"/>
                <a:gd name="connsiteY9" fmla="*/ 7878 h 116975"/>
                <a:gd name="connsiteX10" fmla="*/ 109428 w 117300"/>
                <a:gd name="connsiteY10" fmla="*/ 0 h 116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7300" h="116975">
                  <a:moveTo>
                    <a:pt x="109428" y="0"/>
                  </a:moveTo>
                  <a:lnTo>
                    <a:pt x="39551" y="0"/>
                  </a:lnTo>
                  <a:cubicBezTo>
                    <a:pt x="17729" y="0"/>
                    <a:pt x="-6" y="17772"/>
                    <a:pt x="0" y="39597"/>
                  </a:cubicBezTo>
                  <a:lnTo>
                    <a:pt x="0" y="109098"/>
                  </a:lnTo>
                  <a:cubicBezTo>
                    <a:pt x="0" y="113446"/>
                    <a:pt x="3527" y="116975"/>
                    <a:pt x="7872" y="116975"/>
                  </a:cubicBezTo>
                  <a:cubicBezTo>
                    <a:pt x="12218" y="116975"/>
                    <a:pt x="15745" y="113446"/>
                    <a:pt x="15745" y="109098"/>
                  </a:cubicBezTo>
                  <a:lnTo>
                    <a:pt x="15745" y="39597"/>
                  </a:lnTo>
                  <a:cubicBezTo>
                    <a:pt x="15745" y="26450"/>
                    <a:pt x="26420" y="15762"/>
                    <a:pt x="39551" y="15756"/>
                  </a:cubicBezTo>
                  <a:lnTo>
                    <a:pt x="109428" y="15756"/>
                  </a:lnTo>
                  <a:cubicBezTo>
                    <a:pt x="113773" y="15756"/>
                    <a:pt x="117300" y="12226"/>
                    <a:pt x="117300" y="7878"/>
                  </a:cubicBezTo>
                  <a:cubicBezTo>
                    <a:pt x="117300" y="3529"/>
                    <a:pt x="113773" y="0"/>
                    <a:pt x="109428" y="0"/>
                  </a:cubicBezTo>
                  <a:close/>
                </a:path>
              </a:pathLst>
            </a:custGeom>
            <a:solidFill>
              <a:srgbClr val="FFFFFF"/>
            </a:solidFill>
            <a:ln w="0" cap="flat">
              <a:noFill/>
              <a:prstDash val="solid"/>
              <a:miter/>
            </a:ln>
          </p:spPr>
          <p:txBody>
            <a:bodyPr rtlCol="0" anchor="ctr"/>
            <a:lstStyle/>
            <a:p>
              <a:endParaRPr lang="de-DE"/>
            </a:p>
          </p:txBody>
        </p:sp>
        <p:sp>
          <p:nvSpPr>
            <p:cNvPr id="470" name="Freihandform 469">
              <a:extLst>
                <a:ext uri="{FF2B5EF4-FFF2-40B4-BE49-F238E27FC236}">
                  <a16:creationId xmlns:a16="http://schemas.microsoft.com/office/drawing/2014/main" id="{F672CB18-D941-B774-5F17-B979352B96AF}"/>
                </a:ext>
              </a:extLst>
            </p:cNvPr>
            <p:cNvSpPr/>
            <p:nvPr/>
          </p:nvSpPr>
          <p:spPr>
            <a:xfrm>
              <a:off x="6971315" y="2304040"/>
              <a:ext cx="117287" cy="116962"/>
            </a:xfrm>
            <a:custGeom>
              <a:avLst/>
              <a:gdLst>
                <a:gd name="connsiteX0" fmla="*/ 109415 w 117287"/>
                <a:gd name="connsiteY0" fmla="*/ 101207 h 116962"/>
                <a:gd name="connsiteX1" fmla="*/ 39539 w 117287"/>
                <a:gd name="connsiteY1" fmla="*/ 101207 h 116962"/>
                <a:gd name="connsiteX2" fmla="*/ 15745 w 117287"/>
                <a:gd name="connsiteY2" fmla="*/ 77379 h 116962"/>
                <a:gd name="connsiteX3" fmla="*/ 15745 w 117287"/>
                <a:gd name="connsiteY3" fmla="*/ 7878 h 116962"/>
                <a:gd name="connsiteX4" fmla="*/ 7872 w 117287"/>
                <a:gd name="connsiteY4" fmla="*/ 0 h 116962"/>
                <a:gd name="connsiteX5" fmla="*/ 0 w 117287"/>
                <a:gd name="connsiteY5" fmla="*/ 7878 h 116962"/>
                <a:gd name="connsiteX6" fmla="*/ 0 w 117287"/>
                <a:gd name="connsiteY6" fmla="*/ 77379 h 116962"/>
                <a:gd name="connsiteX7" fmla="*/ 11582 w 117287"/>
                <a:gd name="connsiteY7" fmla="*/ 105367 h 116962"/>
                <a:gd name="connsiteX8" fmla="*/ 39551 w 117287"/>
                <a:gd name="connsiteY8" fmla="*/ 116963 h 116962"/>
                <a:gd name="connsiteX9" fmla="*/ 109415 w 117287"/>
                <a:gd name="connsiteY9" fmla="*/ 116963 h 116962"/>
                <a:gd name="connsiteX10" fmla="*/ 117287 w 117287"/>
                <a:gd name="connsiteY10" fmla="*/ 109085 h 116962"/>
                <a:gd name="connsiteX11" fmla="*/ 109415 w 117287"/>
                <a:gd name="connsiteY11" fmla="*/ 101207 h 116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287" h="116962">
                  <a:moveTo>
                    <a:pt x="109415" y="101207"/>
                  </a:moveTo>
                  <a:lnTo>
                    <a:pt x="39539" y="101207"/>
                  </a:lnTo>
                  <a:cubicBezTo>
                    <a:pt x="26414" y="101207"/>
                    <a:pt x="15739" y="90512"/>
                    <a:pt x="15745" y="77379"/>
                  </a:cubicBezTo>
                  <a:lnTo>
                    <a:pt x="15745" y="7878"/>
                  </a:lnTo>
                  <a:cubicBezTo>
                    <a:pt x="15745" y="3529"/>
                    <a:pt x="12218" y="0"/>
                    <a:pt x="7872" y="0"/>
                  </a:cubicBezTo>
                  <a:cubicBezTo>
                    <a:pt x="3527" y="0"/>
                    <a:pt x="0" y="3529"/>
                    <a:pt x="0" y="7878"/>
                  </a:cubicBezTo>
                  <a:lnTo>
                    <a:pt x="0" y="77379"/>
                  </a:lnTo>
                  <a:cubicBezTo>
                    <a:pt x="0" y="87954"/>
                    <a:pt x="4106" y="97892"/>
                    <a:pt x="11582" y="105367"/>
                  </a:cubicBezTo>
                  <a:cubicBezTo>
                    <a:pt x="19058" y="112841"/>
                    <a:pt x="28983" y="116956"/>
                    <a:pt x="39551" y="116963"/>
                  </a:cubicBezTo>
                  <a:lnTo>
                    <a:pt x="109415" y="116963"/>
                  </a:lnTo>
                  <a:cubicBezTo>
                    <a:pt x="113760" y="116963"/>
                    <a:pt x="117287" y="113433"/>
                    <a:pt x="117287" y="109085"/>
                  </a:cubicBezTo>
                  <a:cubicBezTo>
                    <a:pt x="117287" y="104736"/>
                    <a:pt x="113760" y="101207"/>
                    <a:pt x="109415" y="101207"/>
                  </a:cubicBezTo>
                  <a:close/>
                </a:path>
              </a:pathLst>
            </a:custGeom>
            <a:solidFill>
              <a:srgbClr val="FFFFFF"/>
            </a:solidFill>
            <a:ln w="0" cap="flat">
              <a:noFill/>
              <a:prstDash val="solid"/>
              <a:miter/>
            </a:ln>
          </p:spPr>
          <p:txBody>
            <a:bodyPr rtlCol="0" anchor="ctr"/>
            <a:lstStyle/>
            <a:p>
              <a:endParaRPr lang="de-DE"/>
            </a:p>
          </p:txBody>
        </p:sp>
        <p:sp>
          <p:nvSpPr>
            <p:cNvPr id="471" name="Freihandform 470">
              <a:extLst>
                <a:ext uri="{FF2B5EF4-FFF2-40B4-BE49-F238E27FC236}">
                  <a16:creationId xmlns:a16="http://schemas.microsoft.com/office/drawing/2014/main" id="{A0817977-EA8C-FB8E-A683-00CC808BF31A}"/>
                </a:ext>
              </a:extLst>
            </p:cNvPr>
            <p:cNvSpPr/>
            <p:nvPr/>
          </p:nvSpPr>
          <p:spPr>
            <a:xfrm>
              <a:off x="7150965" y="2124679"/>
              <a:ext cx="116430" cy="116975"/>
            </a:xfrm>
            <a:custGeom>
              <a:avLst/>
              <a:gdLst>
                <a:gd name="connsiteX0" fmla="*/ 104849 w 116430"/>
                <a:gd name="connsiteY0" fmla="*/ 11602 h 116975"/>
                <a:gd name="connsiteX1" fmla="*/ 76873 w 116430"/>
                <a:gd name="connsiteY1" fmla="*/ 0 h 116975"/>
                <a:gd name="connsiteX2" fmla="*/ 7872 w 116430"/>
                <a:gd name="connsiteY2" fmla="*/ 0 h 116975"/>
                <a:gd name="connsiteX3" fmla="*/ 0 w 116430"/>
                <a:gd name="connsiteY3" fmla="*/ 7878 h 116975"/>
                <a:gd name="connsiteX4" fmla="*/ 7872 w 116430"/>
                <a:gd name="connsiteY4" fmla="*/ 15756 h 116975"/>
                <a:gd name="connsiteX5" fmla="*/ 76873 w 116430"/>
                <a:gd name="connsiteY5" fmla="*/ 15756 h 116975"/>
                <a:gd name="connsiteX6" fmla="*/ 93714 w 116430"/>
                <a:gd name="connsiteY6" fmla="*/ 22738 h 116975"/>
                <a:gd name="connsiteX7" fmla="*/ 100686 w 116430"/>
                <a:gd name="connsiteY7" fmla="*/ 39597 h 116975"/>
                <a:gd name="connsiteX8" fmla="*/ 100686 w 116430"/>
                <a:gd name="connsiteY8" fmla="*/ 109098 h 116975"/>
                <a:gd name="connsiteX9" fmla="*/ 108558 w 116430"/>
                <a:gd name="connsiteY9" fmla="*/ 116975 h 116975"/>
                <a:gd name="connsiteX10" fmla="*/ 116431 w 116430"/>
                <a:gd name="connsiteY10" fmla="*/ 109098 h 116975"/>
                <a:gd name="connsiteX11" fmla="*/ 116431 w 116430"/>
                <a:gd name="connsiteY11" fmla="*/ 39597 h 116975"/>
                <a:gd name="connsiteX12" fmla="*/ 104849 w 116430"/>
                <a:gd name="connsiteY12" fmla="*/ 11602 h 116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6430" h="116975">
                  <a:moveTo>
                    <a:pt x="104849" y="11602"/>
                  </a:moveTo>
                  <a:cubicBezTo>
                    <a:pt x="97373" y="4122"/>
                    <a:pt x="87441" y="6"/>
                    <a:pt x="76873" y="0"/>
                  </a:cubicBezTo>
                  <a:lnTo>
                    <a:pt x="7872" y="0"/>
                  </a:lnTo>
                  <a:cubicBezTo>
                    <a:pt x="3527" y="0"/>
                    <a:pt x="0" y="3529"/>
                    <a:pt x="0" y="7878"/>
                  </a:cubicBezTo>
                  <a:cubicBezTo>
                    <a:pt x="0" y="12226"/>
                    <a:pt x="3527" y="15756"/>
                    <a:pt x="7872" y="15756"/>
                  </a:cubicBezTo>
                  <a:lnTo>
                    <a:pt x="76873" y="15756"/>
                  </a:lnTo>
                  <a:cubicBezTo>
                    <a:pt x="83234" y="15756"/>
                    <a:pt x="89217" y="18239"/>
                    <a:pt x="93714" y="22738"/>
                  </a:cubicBezTo>
                  <a:cubicBezTo>
                    <a:pt x="98217" y="27244"/>
                    <a:pt x="100686" y="33225"/>
                    <a:pt x="100686" y="39597"/>
                  </a:cubicBezTo>
                  <a:lnTo>
                    <a:pt x="100686" y="109098"/>
                  </a:lnTo>
                  <a:cubicBezTo>
                    <a:pt x="100686" y="113446"/>
                    <a:pt x="104213" y="116975"/>
                    <a:pt x="108558" y="116975"/>
                  </a:cubicBezTo>
                  <a:cubicBezTo>
                    <a:pt x="112904" y="116975"/>
                    <a:pt x="116431" y="113446"/>
                    <a:pt x="116431" y="109098"/>
                  </a:cubicBezTo>
                  <a:lnTo>
                    <a:pt x="116431" y="39597"/>
                  </a:lnTo>
                  <a:cubicBezTo>
                    <a:pt x="116431" y="29022"/>
                    <a:pt x="112324" y="19077"/>
                    <a:pt x="104849" y="11602"/>
                  </a:cubicBezTo>
                  <a:close/>
                </a:path>
              </a:pathLst>
            </a:custGeom>
            <a:solidFill>
              <a:srgbClr val="FFFFFF"/>
            </a:solidFill>
            <a:ln w="0" cap="flat">
              <a:noFill/>
              <a:prstDash val="solid"/>
              <a:miter/>
            </a:ln>
          </p:spPr>
          <p:txBody>
            <a:bodyPr rtlCol="0" anchor="ctr"/>
            <a:lstStyle/>
            <a:p>
              <a:endParaRPr lang="de-DE"/>
            </a:p>
          </p:txBody>
        </p:sp>
        <p:sp>
          <p:nvSpPr>
            <p:cNvPr id="472" name="Freihandform 471">
              <a:extLst>
                <a:ext uri="{FF2B5EF4-FFF2-40B4-BE49-F238E27FC236}">
                  <a16:creationId xmlns:a16="http://schemas.microsoft.com/office/drawing/2014/main" id="{96A34EDE-731A-8170-7F07-E86947925F60}"/>
                </a:ext>
              </a:extLst>
            </p:cNvPr>
            <p:cNvSpPr/>
            <p:nvPr/>
          </p:nvSpPr>
          <p:spPr>
            <a:xfrm>
              <a:off x="7150959" y="2304034"/>
              <a:ext cx="116430" cy="116962"/>
            </a:xfrm>
            <a:custGeom>
              <a:avLst/>
              <a:gdLst>
                <a:gd name="connsiteX0" fmla="*/ 108558 w 116430"/>
                <a:gd name="connsiteY0" fmla="*/ 0 h 116962"/>
                <a:gd name="connsiteX1" fmla="*/ 100686 w 116430"/>
                <a:gd name="connsiteY1" fmla="*/ 7878 h 116962"/>
                <a:gd name="connsiteX2" fmla="*/ 100686 w 116430"/>
                <a:gd name="connsiteY2" fmla="*/ 77379 h 116962"/>
                <a:gd name="connsiteX3" fmla="*/ 76873 w 116430"/>
                <a:gd name="connsiteY3" fmla="*/ 101207 h 116962"/>
                <a:gd name="connsiteX4" fmla="*/ 7872 w 116430"/>
                <a:gd name="connsiteY4" fmla="*/ 101207 h 116962"/>
                <a:gd name="connsiteX5" fmla="*/ 0 w 116430"/>
                <a:gd name="connsiteY5" fmla="*/ 109085 h 116962"/>
                <a:gd name="connsiteX6" fmla="*/ 7872 w 116430"/>
                <a:gd name="connsiteY6" fmla="*/ 116963 h 116962"/>
                <a:gd name="connsiteX7" fmla="*/ 76873 w 116430"/>
                <a:gd name="connsiteY7" fmla="*/ 116963 h 116962"/>
                <a:gd name="connsiteX8" fmla="*/ 116431 w 116430"/>
                <a:gd name="connsiteY8" fmla="*/ 77379 h 116962"/>
                <a:gd name="connsiteX9" fmla="*/ 116431 w 116430"/>
                <a:gd name="connsiteY9" fmla="*/ 7878 h 116962"/>
                <a:gd name="connsiteX10" fmla="*/ 108558 w 116430"/>
                <a:gd name="connsiteY10" fmla="*/ 0 h 116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430" h="116962">
                  <a:moveTo>
                    <a:pt x="108558" y="0"/>
                  </a:moveTo>
                  <a:cubicBezTo>
                    <a:pt x="104213" y="0"/>
                    <a:pt x="100686" y="3529"/>
                    <a:pt x="100686" y="7878"/>
                  </a:cubicBezTo>
                  <a:lnTo>
                    <a:pt x="100686" y="77379"/>
                  </a:lnTo>
                  <a:cubicBezTo>
                    <a:pt x="100686" y="90519"/>
                    <a:pt x="90005" y="101207"/>
                    <a:pt x="76873" y="101207"/>
                  </a:cubicBezTo>
                  <a:lnTo>
                    <a:pt x="7872" y="101207"/>
                  </a:lnTo>
                  <a:cubicBezTo>
                    <a:pt x="3527" y="101207"/>
                    <a:pt x="0" y="104736"/>
                    <a:pt x="0" y="109085"/>
                  </a:cubicBezTo>
                  <a:cubicBezTo>
                    <a:pt x="0" y="113433"/>
                    <a:pt x="3527" y="116963"/>
                    <a:pt x="7872" y="116963"/>
                  </a:cubicBezTo>
                  <a:lnTo>
                    <a:pt x="76873" y="116963"/>
                  </a:lnTo>
                  <a:cubicBezTo>
                    <a:pt x="98689" y="116963"/>
                    <a:pt x="116431" y="99209"/>
                    <a:pt x="116431" y="77379"/>
                  </a:cubicBezTo>
                  <a:lnTo>
                    <a:pt x="116431" y="7878"/>
                  </a:lnTo>
                  <a:cubicBezTo>
                    <a:pt x="116431" y="3529"/>
                    <a:pt x="112904" y="0"/>
                    <a:pt x="108558" y="0"/>
                  </a:cubicBezTo>
                  <a:close/>
                </a:path>
              </a:pathLst>
            </a:custGeom>
            <a:solidFill>
              <a:srgbClr val="FFFFFF"/>
            </a:solidFill>
            <a:ln w="0" cap="flat">
              <a:noFill/>
              <a:prstDash val="solid"/>
              <a:miter/>
            </a:ln>
          </p:spPr>
          <p:txBody>
            <a:bodyPr rtlCol="0" anchor="ctr"/>
            <a:lstStyle/>
            <a:p>
              <a:endParaRPr lang="de-DE"/>
            </a:p>
          </p:txBody>
        </p:sp>
      </p:grpSp>
      <p:grpSp>
        <p:nvGrpSpPr>
          <p:cNvPr id="473" name="Grafik 463">
            <a:extLst>
              <a:ext uri="{FF2B5EF4-FFF2-40B4-BE49-F238E27FC236}">
                <a16:creationId xmlns:a16="http://schemas.microsoft.com/office/drawing/2014/main" id="{19D473F5-D744-9CD9-00B4-75AFD1A9F5E5}"/>
              </a:ext>
            </a:extLst>
          </p:cNvPr>
          <p:cNvGrpSpPr/>
          <p:nvPr/>
        </p:nvGrpSpPr>
        <p:grpSpPr>
          <a:xfrm>
            <a:off x="9177227" y="2121282"/>
            <a:ext cx="302920" cy="303085"/>
            <a:chOff x="9177227" y="2121282"/>
            <a:chExt cx="302920" cy="303085"/>
          </a:xfrm>
          <a:solidFill>
            <a:srgbClr val="FFFFFF"/>
          </a:solidFill>
        </p:grpSpPr>
        <p:sp>
          <p:nvSpPr>
            <p:cNvPr id="474" name="Freihandform 473">
              <a:extLst>
                <a:ext uri="{FF2B5EF4-FFF2-40B4-BE49-F238E27FC236}">
                  <a16:creationId xmlns:a16="http://schemas.microsoft.com/office/drawing/2014/main" id="{1AC4F61D-ECEF-D2E6-418F-463B25D32722}"/>
                </a:ext>
              </a:extLst>
            </p:cNvPr>
            <p:cNvSpPr/>
            <p:nvPr/>
          </p:nvSpPr>
          <p:spPr>
            <a:xfrm>
              <a:off x="9177227" y="2121282"/>
              <a:ext cx="236470" cy="236610"/>
            </a:xfrm>
            <a:custGeom>
              <a:avLst/>
              <a:gdLst>
                <a:gd name="connsiteX0" fmla="*/ 236470 w 236470"/>
                <a:gd name="connsiteY0" fmla="*/ 196257 h 236610"/>
                <a:gd name="connsiteX1" fmla="*/ 236470 w 236470"/>
                <a:gd name="connsiteY1" fmla="*/ 196257 h 236610"/>
                <a:gd name="connsiteX2" fmla="*/ 236470 w 236470"/>
                <a:gd name="connsiteY2" fmla="*/ 40359 h 236610"/>
                <a:gd name="connsiteX3" fmla="*/ 196138 w 236470"/>
                <a:gd name="connsiteY3" fmla="*/ 0 h 236610"/>
                <a:gd name="connsiteX4" fmla="*/ 40370 w 236470"/>
                <a:gd name="connsiteY4" fmla="*/ 0 h 236610"/>
                <a:gd name="connsiteX5" fmla="*/ 0 w 236470"/>
                <a:gd name="connsiteY5" fmla="*/ 40359 h 236610"/>
                <a:gd name="connsiteX6" fmla="*/ 0 w 236470"/>
                <a:gd name="connsiteY6" fmla="*/ 196257 h 236610"/>
                <a:gd name="connsiteX7" fmla="*/ 40370 w 236470"/>
                <a:gd name="connsiteY7" fmla="*/ 236610 h 236610"/>
                <a:gd name="connsiteX8" fmla="*/ 196144 w 236470"/>
                <a:gd name="connsiteY8" fmla="*/ 236610 h 236610"/>
                <a:gd name="connsiteX9" fmla="*/ 236470 w 236470"/>
                <a:gd name="connsiteY9" fmla="*/ 196257 h 236610"/>
                <a:gd name="connsiteX10" fmla="*/ 40370 w 236470"/>
                <a:gd name="connsiteY10" fmla="*/ 220855 h 236610"/>
                <a:gd name="connsiteX11" fmla="*/ 15745 w 236470"/>
                <a:gd name="connsiteY11" fmla="*/ 196251 h 236610"/>
                <a:gd name="connsiteX12" fmla="*/ 15745 w 236470"/>
                <a:gd name="connsiteY12" fmla="*/ 40366 h 236610"/>
                <a:gd name="connsiteX13" fmla="*/ 40370 w 236470"/>
                <a:gd name="connsiteY13" fmla="*/ 15756 h 236610"/>
                <a:gd name="connsiteX14" fmla="*/ 196138 w 236470"/>
                <a:gd name="connsiteY14" fmla="*/ 15756 h 236610"/>
                <a:gd name="connsiteX15" fmla="*/ 220725 w 236470"/>
                <a:gd name="connsiteY15" fmla="*/ 40359 h 236610"/>
                <a:gd name="connsiteX16" fmla="*/ 220725 w 236470"/>
                <a:gd name="connsiteY16" fmla="*/ 196245 h 236610"/>
                <a:gd name="connsiteX17" fmla="*/ 196138 w 236470"/>
                <a:gd name="connsiteY17" fmla="*/ 220855 h 236610"/>
                <a:gd name="connsiteX18" fmla="*/ 40370 w 236470"/>
                <a:gd name="connsiteY18" fmla="*/ 220855 h 236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6470" h="236610">
                  <a:moveTo>
                    <a:pt x="236470" y="196257"/>
                  </a:moveTo>
                  <a:lnTo>
                    <a:pt x="236470" y="196257"/>
                  </a:lnTo>
                  <a:lnTo>
                    <a:pt x="236470" y="40359"/>
                  </a:lnTo>
                  <a:cubicBezTo>
                    <a:pt x="236470" y="18106"/>
                    <a:pt x="218376" y="0"/>
                    <a:pt x="196138" y="0"/>
                  </a:cubicBezTo>
                  <a:lnTo>
                    <a:pt x="40370" y="0"/>
                  </a:lnTo>
                  <a:cubicBezTo>
                    <a:pt x="18132" y="0"/>
                    <a:pt x="25" y="18100"/>
                    <a:pt x="0" y="40359"/>
                  </a:cubicBezTo>
                  <a:lnTo>
                    <a:pt x="0" y="196257"/>
                  </a:lnTo>
                  <a:cubicBezTo>
                    <a:pt x="25" y="218510"/>
                    <a:pt x="18132" y="236610"/>
                    <a:pt x="40370" y="236610"/>
                  </a:cubicBezTo>
                  <a:lnTo>
                    <a:pt x="196144" y="236610"/>
                  </a:lnTo>
                  <a:cubicBezTo>
                    <a:pt x="218357" y="236585"/>
                    <a:pt x="236445" y="218485"/>
                    <a:pt x="236470" y="196257"/>
                  </a:cubicBezTo>
                  <a:close/>
                  <a:moveTo>
                    <a:pt x="40370" y="220855"/>
                  </a:moveTo>
                  <a:cubicBezTo>
                    <a:pt x="26804" y="220855"/>
                    <a:pt x="15758" y="209813"/>
                    <a:pt x="15745" y="196251"/>
                  </a:cubicBezTo>
                  <a:lnTo>
                    <a:pt x="15745" y="40366"/>
                  </a:lnTo>
                  <a:cubicBezTo>
                    <a:pt x="15758" y="26797"/>
                    <a:pt x="26804" y="15756"/>
                    <a:pt x="40370" y="15756"/>
                  </a:cubicBezTo>
                  <a:lnTo>
                    <a:pt x="196138" y="15756"/>
                  </a:lnTo>
                  <a:cubicBezTo>
                    <a:pt x="209698" y="15756"/>
                    <a:pt x="220725" y="26791"/>
                    <a:pt x="220725" y="40359"/>
                  </a:cubicBezTo>
                  <a:lnTo>
                    <a:pt x="220725" y="196245"/>
                  </a:lnTo>
                  <a:cubicBezTo>
                    <a:pt x="220713" y="209801"/>
                    <a:pt x="209679" y="220842"/>
                    <a:pt x="196138" y="220855"/>
                  </a:cubicBezTo>
                  <a:lnTo>
                    <a:pt x="40370" y="220855"/>
                  </a:lnTo>
                  <a:close/>
                </a:path>
              </a:pathLst>
            </a:custGeom>
            <a:solidFill>
              <a:srgbClr val="FFFFFF"/>
            </a:solidFill>
            <a:ln w="0" cap="flat">
              <a:noFill/>
              <a:prstDash val="solid"/>
              <a:miter/>
            </a:ln>
          </p:spPr>
          <p:txBody>
            <a:bodyPr rtlCol="0" anchor="ctr"/>
            <a:lstStyle/>
            <a:p>
              <a:endParaRPr lang="de-DE"/>
            </a:p>
          </p:txBody>
        </p:sp>
        <p:sp>
          <p:nvSpPr>
            <p:cNvPr id="475" name="Freihandform 474">
              <a:extLst>
                <a:ext uri="{FF2B5EF4-FFF2-40B4-BE49-F238E27FC236}">
                  <a16:creationId xmlns:a16="http://schemas.microsoft.com/office/drawing/2014/main" id="{9BE314EB-774B-B957-CD84-04C652721E63}"/>
                </a:ext>
              </a:extLst>
            </p:cNvPr>
            <p:cNvSpPr/>
            <p:nvPr/>
          </p:nvSpPr>
          <p:spPr>
            <a:xfrm>
              <a:off x="9266923" y="2211039"/>
              <a:ext cx="213224" cy="213329"/>
            </a:xfrm>
            <a:custGeom>
              <a:avLst/>
              <a:gdLst>
                <a:gd name="connsiteX0" fmla="*/ 205352 w 213224"/>
                <a:gd name="connsiteY0" fmla="*/ 0 h 213329"/>
                <a:gd name="connsiteX1" fmla="*/ 197480 w 213224"/>
                <a:gd name="connsiteY1" fmla="*/ 7878 h 213329"/>
                <a:gd name="connsiteX2" fmla="*/ 197480 w 213224"/>
                <a:gd name="connsiteY2" fmla="*/ 172996 h 213329"/>
                <a:gd name="connsiteX3" fmla="*/ 172892 w 213224"/>
                <a:gd name="connsiteY3" fmla="*/ 197574 h 213329"/>
                <a:gd name="connsiteX4" fmla="*/ 7872 w 213224"/>
                <a:gd name="connsiteY4" fmla="*/ 197574 h 213329"/>
                <a:gd name="connsiteX5" fmla="*/ 0 w 213224"/>
                <a:gd name="connsiteY5" fmla="*/ 205452 h 213329"/>
                <a:gd name="connsiteX6" fmla="*/ 7872 w 213224"/>
                <a:gd name="connsiteY6" fmla="*/ 213330 h 213329"/>
                <a:gd name="connsiteX7" fmla="*/ 172905 w 213224"/>
                <a:gd name="connsiteY7" fmla="*/ 213330 h 213329"/>
                <a:gd name="connsiteX8" fmla="*/ 213225 w 213224"/>
                <a:gd name="connsiteY8" fmla="*/ 172996 h 213329"/>
                <a:gd name="connsiteX9" fmla="*/ 213225 w 213224"/>
                <a:gd name="connsiteY9" fmla="*/ 7878 h 213329"/>
                <a:gd name="connsiteX10" fmla="*/ 205352 w 213224"/>
                <a:gd name="connsiteY10" fmla="*/ 0 h 213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3224" h="213329">
                  <a:moveTo>
                    <a:pt x="205352" y="0"/>
                  </a:moveTo>
                  <a:cubicBezTo>
                    <a:pt x="201006" y="0"/>
                    <a:pt x="197480" y="3529"/>
                    <a:pt x="197480" y="7878"/>
                  </a:cubicBezTo>
                  <a:lnTo>
                    <a:pt x="197480" y="172996"/>
                  </a:lnTo>
                  <a:cubicBezTo>
                    <a:pt x="197480" y="186545"/>
                    <a:pt x="186445" y="197574"/>
                    <a:pt x="172892" y="197574"/>
                  </a:cubicBezTo>
                  <a:lnTo>
                    <a:pt x="7872" y="197574"/>
                  </a:lnTo>
                  <a:cubicBezTo>
                    <a:pt x="3527" y="197574"/>
                    <a:pt x="0" y="201103"/>
                    <a:pt x="0" y="205452"/>
                  </a:cubicBezTo>
                  <a:cubicBezTo>
                    <a:pt x="0" y="209800"/>
                    <a:pt x="3527" y="213330"/>
                    <a:pt x="7872" y="213330"/>
                  </a:cubicBezTo>
                  <a:lnTo>
                    <a:pt x="172905" y="213330"/>
                  </a:lnTo>
                  <a:cubicBezTo>
                    <a:pt x="195130" y="213330"/>
                    <a:pt x="213218" y="195236"/>
                    <a:pt x="213225" y="172996"/>
                  </a:cubicBezTo>
                  <a:lnTo>
                    <a:pt x="213225" y="7878"/>
                  </a:lnTo>
                  <a:cubicBezTo>
                    <a:pt x="213225" y="3529"/>
                    <a:pt x="209698" y="0"/>
                    <a:pt x="205352" y="0"/>
                  </a:cubicBezTo>
                  <a:close/>
                </a:path>
              </a:pathLst>
            </a:custGeom>
            <a:solidFill>
              <a:srgbClr val="FFFFFF"/>
            </a:solidFill>
            <a:ln w="0" cap="flat">
              <a:noFill/>
              <a:prstDash val="solid"/>
              <a:miter/>
            </a:ln>
          </p:spPr>
          <p:txBody>
            <a:bodyPr rtlCol="0" anchor="ctr"/>
            <a:lstStyle/>
            <a:p>
              <a:endParaRPr lang="de-DE"/>
            </a:p>
          </p:txBody>
        </p:sp>
      </p:grpSp>
      <p:grpSp>
        <p:nvGrpSpPr>
          <p:cNvPr id="476" name="Grafik 463">
            <a:extLst>
              <a:ext uri="{FF2B5EF4-FFF2-40B4-BE49-F238E27FC236}">
                <a16:creationId xmlns:a16="http://schemas.microsoft.com/office/drawing/2014/main" id="{6CBFB777-6DB3-DC71-23FF-3E7B22A6B07A}"/>
              </a:ext>
            </a:extLst>
          </p:cNvPr>
          <p:cNvGrpSpPr/>
          <p:nvPr/>
        </p:nvGrpSpPr>
        <p:grpSpPr>
          <a:xfrm>
            <a:off x="9920770" y="2119571"/>
            <a:ext cx="286539" cy="320993"/>
            <a:chOff x="9920770" y="2119571"/>
            <a:chExt cx="286539" cy="320993"/>
          </a:xfrm>
          <a:solidFill>
            <a:srgbClr val="FFFFFF"/>
          </a:solidFill>
        </p:grpSpPr>
        <p:sp>
          <p:nvSpPr>
            <p:cNvPr id="477" name="Freihandform 476">
              <a:extLst>
                <a:ext uri="{FF2B5EF4-FFF2-40B4-BE49-F238E27FC236}">
                  <a16:creationId xmlns:a16="http://schemas.microsoft.com/office/drawing/2014/main" id="{C836D64A-652E-D84E-B5CB-8CC386809F69}"/>
                </a:ext>
              </a:extLst>
            </p:cNvPr>
            <p:cNvSpPr/>
            <p:nvPr/>
          </p:nvSpPr>
          <p:spPr>
            <a:xfrm>
              <a:off x="9920770" y="2119571"/>
              <a:ext cx="286539" cy="156278"/>
            </a:xfrm>
            <a:custGeom>
              <a:avLst/>
              <a:gdLst>
                <a:gd name="connsiteX0" fmla="*/ 10748 w 286539"/>
                <a:gd name="connsiteY0" fmla="*/ 90358 h 156278"/>
                <a:gd name="connsiteX1" fmla="*/ 123519 w 286539"/>
                <a:gd name="connsiteY1" fmla="*/ 151616 h 156278"/>
                <a:gd name="connsiteX2" fmla="*/ 142237 w 286539"/>
                <a:gd name="connsiteY2" fmla="*/ 156242 h 156278"/>
                <a:gd name="connsiteX3" fmla="*/ 143188 w 286539"/>
                <a:gd name="connsiteY3" fmla="*/ 156273 h 156278"/>
                <a:gd name="connsiteX4" fmla="*/ 163279 w 286539"/>
                <a:gd name="connsiteY4" fmla="*/ 151490 h 156278"/>
                <a:gd name="connsiteX5" fmla="*/ 275824 w 286539"/>
                <a:gd name="connsiteY5" fmla="*/ 90371 h 156278"/>
                <a:gd name="connsiteX6" fmla="*/ 286536 w 286539"/>
                <a:gd name="connsiteY6" fmla="*/ 74597 h 156278"/>
                <a:gd name="connsiteX7" fmla="*/ 274891 w 286539"/>
                <a:gd name="connsiteY7" fmla="*/ 59068 h 156278"/>
                <a:gd name="connsiteX8" fmla="*/ 163172 w 286539"/>
                <a:gd name="connsiteY8" fmla="*/ 3917 h 156278"/>
                <a:gd name="connsiteX9" fmla="*/ 122927 w 286539"/>
                <a:gd name="connsiteY9" fmla="*/ 4138 h 156278"/>
                <a:gd name="connsiteX10" fmla="*/ 11667 w 286539"/>
                <a:gd name="connsiteY10" fmla="*/ 59043 h 156278"/>
                <a:gd name="connsiteX11" fmla="*/ 3 w 286539"/>
                <a:gd name="connsiteY11" fmla="*/ 74578 h 156278"/>
                <a:gd name="connsiteX12" fmla="*/ 10735 w 286539"/>
                <a:gd name="connsiteY12" fmla="*/ 90358 h 156278"/>
                <a:gd name="connsiteX13" fmla="*/ 18620 w 286539"/>
                <a:gd name="connsiteY13" fmla="*/ 73178 h 156278"/>
                <a:gd name="connsiteX14" fmla="*/ 129408 w 286539"/>
                <a:gd name="connsiteY14" fmla="*/ 18488 h 156278"/>
                <a:gd name="connsiteX15" fmla="*/ 156710 w 286539"/>
                <a:gd name="connsiteY15" fmla="*/ 18267 h 156278"/>
                <a:gd name="connsiteX16" fmla="*/ 267951 w 286539"/>
                <a:gd name="connsiteY16" fmla="*/ 73204 h 156278"/>
                <a:gd name="connsiteX17" fmla="*/ 270521 w 286539"/>
                <a:gd name="connsiteY17" fmla="*/ 74918 h 156278"/>
                <a:gd name="connsiteX18" fmla="*/ 268298 w 286539"/>
                <a:gd name="connsiteY18" fmla="*/ 76525 h 156278"/>
                <a:gd name="connsiteX19" fmla="*/ 156023 w 286539"/>
                <a:gd name="connsiteY19" fmla="*/ 137505 h 156278"/>
                <a:gd name="connsiteX20" fmla="*/ 143988 w 286539"/>
                <a:gd name="connsiteY20" fmla="*/ 140505 h 156278"/>
                <a:gd name="connsiteX21" fmla="*/ 143629 w 286539"/>
                <a:gd name="connsiteY21" fmla="*/ 140505 h 156278"/>
                <a:gd name="connsiteX22" fmla="*/ 143579 w 286539"/>
                <a:gd name="connsiteY22" fmla="*/ 140505 h 156278"/>
                <a:gd name="connsiteX23" fmla="*/ 130762 w 286539"/>
                <a:gd name="connsiteY23" fmla="*/ 137631 h 156278"/>
                <a:gd name="connsiteX24" fmla="*/ 18268 w 286539"/>
                <a:gd name="connsiteY24" fmla="*/ 76525 h 156278"/>
                <a:gd name="connsiteX25" fmla="*/ 16038 w 286539"/>
                <a:gd name="connsiteY25" fmla="*/ 74912 h 156278"/>
                <a:gd name="connsiteX26" fmla="*/ 18620 w 286539"/>
                <a:gd name="connsiteY26" fmla="*/ 73191 h 156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86539" h="156278">
                  <a:moveTo>
                    <a:pt x="10748" y="90358"/>
                  </a:moveTo>
                  <a:lnTo>
                    <a:pt x="123519" y="151616"/>
                  </a:lnTo>
                  <a:cubicBezTo>
                    <a:pt x="129320" y="154483"/>
                    <a:pt x="135763" y="156071"/>
                    <a:pt x="142237" y="156242"/>
                  </a:cubicBezTo>
                  <a:cubicBezTo>
                    <a:pt x="142552" y="156273"/>
                    <a:pt x="142886" y="156286"/>
                    <a:pt x="143188" y="156273"/>
                  </a:cubicBezTo>
                  <a:cubicBezTo>
                    <a:pt x="150034" y="156273"/>
                    <a:pt x="156892" y="154666"/>
                    <a:pt x="163279" y="151490"/>
                  </a:cubicBezTo>
                  <a:lnTo>
                    <a:pt x="275824" y="90371"/>
                  </a:lnTo>
                  <a:cubicBezTo>
                    <a:pt x="282770" y="86577"/>
                    <a:pt x="286669" y="80829"/>
                    <a:pt x="286536" y="74597"/>
                  </a:cubicBezTo>
                  <a:cubicBezTo>
                    <a:pt x="286404" y="68294"/>
                    <a:pt x="282153" y="62635"/>
                    <a:pt x="274891" y="59068"/>
                  </a:cubicBezTo>
                  <a:lnTo>
                    <a:pt x="163172" y="3917"/>
                  </a:lnTo>
                  <a:cubicBezTo>
                    <a:pt x="150361" y="-1345"/>
                    <a:pt x="136235" y="-1339"/>
                    <a:pt x="122927" y="4138"/>
                  </a:cubicBezTo>
                  <a:lnTo>
                    <a:pt x="11667" y="59043"/>
                  </a:lnTo>
                  <a:cubicBezTo>
                    <a:pt x="4393" y="62603"/>
                    <a:pt x="142" y="68269"/>
                    <a:pt x="3" y="74578"/>
                  </a:cubicBezTo>
                  <a:cubicBezTo>
                    <a:pt x="-129" y="80811"/>
                    <a:pt x="3776" y="86558"/>
                    <a:pt x="10735" y="90358"/>
                  </a:cubicBezTo>
                  <a:close/>
                  <a:moveTo>
                    <a:pt x="18620" y="73178"/>
                  </a:moveTo>
                  <a:lnTo>
                    <a:pt x="129408" y="18488"/>
                  </a:lnTo>
                  <a:cubicBezTo>
                    <a:pt x="138364" y="14807"/>
                    <a:pt x="148233" y="14801"/>
                    <a:pt x="156710" y="18267"/>
                  </a:cubicBezTo>
                  <a:lnTo>
                    <a:pt x="267951" y="73204"/>
                  </a:lnTo>
                  <a:cubicBezTo>
                    <a:pt x="269375" y="73897"/>
                    <a:pt x="270136" y="74527"/>
                    <a:pt x="270521" y="74918"/>
                  </a:cubicBezTo>
                  <a:cubicBezTo>
                    <a:pt x="270168" y="75296"/>
                    <a:pt x="269507" y="75863"/>
                    <a:pt x="268298" y="76525"/>
                  </a:cubicBezTo>
                  <a:lnTo>
                    <a:pt x="156023" y="137505"/>
                  </a:lnTo>
                  <a:cubicBezTo>
                    <a:pt x="152295" y="139358"/>
                    <a:pt x="148151" y="140385"/>
                    <a:pt x="143988" y="140505"/>
                  </a:cubicBezTo>
                  <a:cubicBezTo>
                    <a:pt x="143868" y="140505"/>
                    <a:pt x="143755" y="140505"/>
                    <a:pt x="143629" y="140505"/>
                  </a:cubicBezTo>
                  <a:lnTo>
                    <a:pt x="143579" y="140505"/>
                  </a:lnTo>
                  <a:cubicBezTo>
                    <a:pt x="139176" y="140682"/>
                    <a:pt x="134535" y="139497"/>
                    <a:pt x="130762" y="137631"/>
                  </a:cubicBezTo>
                  <a:lnTo>
                    <a:pt x="18268" y="76525"/>
                  </a:lnTo>
                  <a:cubicBezTo>
                    <a:pt x="17058" y="75863"/>
                    <a:pt x="16384" y="75290"/>
                    <a:pt x="16038" y="74912"/>
                  </a:cubicBezTo>
                  <a:cubicBezTo>
                    <a:pt x="16429" y="74515"/>
                    <a:pt x="17197" y="73891"/>
                    <a:pt x="18620" y="73191"/>
                  </a:cubicBezTo>
                  <a:close/>
                </a:path>
              </a:pathLst>
            </a:custGeom>
            <a:solidFill>
              <a:srgbClr val="FFFFFF"/>
            </a:solidFill>
            <a:ln w="0" cap="flat">
              <a:noFill/>
              <a:prstDash val="solid"/>
              <a:miter/>
            </a:ln>
          </p:spPr>
          <p:txBody>
            <a:bodyPr rtlCol="0" anchor="ctr"/>
            <a:lstStyle/>
            <a:p>
              <a:endParaRPr lang="de-DE"/>
            </a:p>
          </p:txBody>
        </p:sp>
        <p:sp>
          <p:nvSpPr>
            <p:cNvPr id="478" name="Freihandform 477">
              <a:extLst>
                <a:ext uri="{FF2B5EF4-FFF2-40B4-BE49-F238E27FC236}">
                  <a16:creationId xmlns:a16="http://schemas.microsoft.com/office/drawing/2014/main" id="{7060581D-4F41-B9D8-E55A-0C3E971D3356}"/>
                </a:ext>
              </a:extLst>
            </p:cNvPr>
            <p:cNvSpPr/>
            <p:nvPr/>
          </p:nvSpPr>
          <p:spPr>
            <a:xfrm>
              <a:off x="9920935" y="2273802"/>
              <a:ext cx="286310" cy="84411"/>
            </a:xfrm>
            <a:custGeom>
              <a:avLst/>
              <a:gdLst>
                <a:gd name="connsiteX0" fmla="*/ 274676 w 286310"/>
                <a:gd name="connsiteY0" fmla="*/ 958 h 84411"/>
                <a:gd name="connsiteX1" fmla="*/ 155928 w 286310"/>
                <a:gd name="connsiteY1" fmla="*/ 65631 h 84411"/>
                <a:gd name="connsiteX2" fmla="*/ 143174 w 286310"/>
                <a:gd name="connsiteY2" fmla="*/ 68650 h 84411"/>
                <a:gd name="connsiteX3" fmla="*/ 143073 w 286310"/>
                <a:gd name="connsiteY3" fmla="*/ 68650 h 84411"/>
                <a:gd name="connsiteX4" fmla="*/ 130641 w 286310"/>
                <a:gd name="connsiteY4" fmla="*/ 65782 h 84411"/>
                <a:gd name="connsiteX5" fmla="*/ 11635 w 286310"/>
                <a:gd name="connsiteY5" fmla="*/ 964 h 84411"/>
                <a:gd name="connsiteX6" fmla="*/ 959 w 286310"/>
                <a:gd name="connsiteY6" fmla="*/ 4115 h 84411"/>
                <a:gd name="connsiteX7" fmla="*/ 4108 w 286310"/>
                <a:gd name="connsiteY7" fmla="*/ 14798 h 84411"/>
                <a:gd name="connsiteX8" fmla="*/ 123398 w 286310"/>
                <a:gd name="connsiteY8" fmla="*/ 79767 h 84411"/>
                <a:gd name="connsiteX9" fmla="*/ 142481 w 286310"/>
                <a:gd name="connsiteY9" fmla="*/ 84399 h 84411"/>
                <a:gd name="connsiteX10" fmla="*/ 142991 w 286310"/>
                <a:gd name="connsiteY10" fmla="*/ 84399 h 84411"/>
                <a:gd name="connsiteX11" fmla="*/ 143275 w 286310"/>
                <a:gd name="connsiteY11" fmla="*/ 84399 h 84411"/>
                <a:gd name="connsiteX12" fmla="*/ 143873 w 286310"/>
                <a:gd name="connsiteY12" fmla="*/ 84399 h 84411"/>
                <a:gd name="connsiteX13" fmla="*/ 163170 w 286310"/>
                <a:gd name="connsiteY13" fmla="*/ 79616 h 84411"/>
                <a:gd name="connsiteX14" fmla="*/ 282202 w 286310"/>
                <a:gd name="connsiteY14" fmla="*/ 14798 h 84411"/>
                <a:gd name="connsiteX15" fmla="*/ 285351 w 286310"/>
                <a:gd name="connsiteY15" fmla="*/ 4115 h 84411"/>
                <a:gd name="connsiteX16" fmla="*/ 274676 w 286310"/>
                <a:gd name="connsiteY16" fmla="*/ 964 h 8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310" h="84411">
                  <a:moveTo>
                    <a:pt x="274676" y="958"/>
                  </a:moveTo>
                  <a:lnTo>
                    <a:pt x="155928" y="65631"/>
                  </a:lnTo>
                  <a:cubicBezTo>
                    <a:pt x="151972" y="67585"/>
                    <a:pt x="147576" y="68625"/>
                    <a:pt x="143174" y="68650"/>
                  </a:cubicBezTo>
                  <a:lnTo>
                    <a:pt x="143073" y="68650"/>
                  </a:lnTo>
                  <a:cubicBezTo>
                    <a:pt x="138690" y="68618"/>
                    <a:pt x="134306" y="67585"/>
                    <a:pt x="130641" y="65782"/>
                  </a:cubicBezTo>
                  <a:lnTo>
                    <a:pt x="11635" y="964"/>
                  </a:lnTo>
                  <a:cubicBezTo>
                    <a:pt x="7824" y="-1128"/>
                    <a:pt x="3031" y="303"/>
                    <a:pt x="959" y="4115"/>
                  </a:cubicBezTo>
                  <a:cubicBezTo>
                    <a:pt x="-1119" y="7935"/>
                    <a:pt x="292" y="12718"/>
                    <a:pt x="4108" y="14798"/>
                  </a:cubicBezTo>
                  <a:lnTo>
                    <a:pt x="123398" y="79767"/>
                  </a:lnTo>
                  <a:cubicBezTo>
                    <a:pt x="129312" y="82691"/>
                    <a:pt x="135887" y="84286"/>
                    <a:pt x="142481" y="84399"/>
                  </a:cubicBezTo>
                  <a:cubicBezTo>
                    <a:pt x="142651" y="84418"/>
                    <a:pt x="142840" y="84412"/>
                    <a:pt x="142991" y="84399"/>
                  </a:cubicBezTo>
                  <a:cubicBezTo>
                    <a:pt x="143092" y="84399"/>
                    <a:pt x="143187" y="84399"/>
                    <a:pt x="143275" y="84399"/>
                  </a:cubicBezTo>
                  <a:cubicBezTo>
                    <a:pt x="143483" y="84399"/>
                    <a:pt x="143671" y="84399"/>
                    <a:pt x="143873" y="84399"/>
                  </a:cubicBezTo>
                  <a:cubicBezTo>
                    <a:pt x="150442" y="84267"/>
                    <a:pt x="157004" y="82666"/>
                    <a:pt x="163170" y="79616"/>
                  </a:cubicBezTo>
                  <a:lnTo>
                    <a:pt x="282202" y="14798"/>
                  </a:lnTo>
                  <a:cubicBezTo>
                    <a:pt x="286018" y="12718"/>
                    <a:pt x="287429" y="7935"/>
                    <a:pt x="285351" y="4115"/>
                  </a:cubicBezTo>
                  <a:cubicBezTo>
                    <a:pt x="283273" y="303"/>
                    <a:pt x="278480" y="-1128"/>
                    <a:pt x="274676" y="964"/>
                  </a:cubicBezTo>
                  <a:close/>
                </a:path>
              </a:pathLst>
            </a:custGeom>
            <a:solidFill>
              <a:srgbClr val="FFFFFF"/>
            </a:solidFill>
            <a:ln w="0" cap="flat">
              <a:noFill/>
              <a:prstDash val="solid"/>
              <a:miter/>
            </a:ln>
          </p:spPr>
          <p:txBody>
            <a:bodyPr rtlCol="0" anchor="ctr"/>
            <a:lstStyle/>
            <a:p>
              <a:endParaRPr lang="de-DE"/>
            </a:p>
          </p:txBody>
        </p:sp>
        <p:sp>
          <p:nvSpPr>
            <p:cNvPr id="479" name="Freihandform 478">
              <a:extLst>
                <a:ext uri="{FF2B5EF4-FFF2-40B4-BE49-F238E27FC236}">
                  <a16:creationId xmlns:a16="http://schemas.microsoft.com/office/drawing/2014/main" id="{11D40D25-99B1-07A1-2DF8-A62ECBA1019F}"/>
                </a:ext>
              </a:extLst>
            </p:cNvPr>
            <p:cNvSpPr/>
            <p:nvPr/>
          </p:nvSpPr>
          <p:spPr>
            <a:xfrm>
              <a:off x="9920891" y="2356206"/>
              <a:ext cx="286399" cy="84358"/>
            </a:xfrm>
            <a:custGeom>
              <a:avLst/>
              <a:gdLst>
                <a:gd name="connsiteX0" fmla="*/ 274771 w 286399"/>
                <a:gd name="connsiteY0" fmla="*/ 949 h 84358"/>
                <a:gd name="connsiteX1" fmla="*/ 155972 w 286399"/>
                <a:gd name="connsiteY1" fmla="*/ 65585 h 84358"/>
                <a:gd name="connsiteX2" fmla="*/ 143275 w 286399"/>
                <a:gd name="connsiteY2" fmla="*/ 68597 h 84358"/>
                <a:gd name="connsiteX3" fmla="*/ 143049 w 286399"/>
                <a:gd name="connsiteY3" fmla="*/ 68597 h 84358"/>
                <a:gd name="connsiteX4" fmla="*/ 130679 w 286399"/>
                <a:gd name="connsiteY4" fmla="*/ 65730 h 84358"/>
                <a:gd name="connsiteX5" fmla="*/ 11629 w 286399"/>
                <a:gd name="connsiteY5" fmla="*/ 956 h 84358"/>
                <a:gd name="connsiteX6" fmla="*/ 954 w 286399"/>
                <a:gd name="connsiteY6" fmla="*/ 4119 h 84358"/>
                <a:gd name="connsiteX7" fmla="*/ 4115 w 286399"/>
                <a:gd name="connsiteY7" fmla="*/ 14801 h 84358"/>
                <a:gd name="connsiteX8" fmla="*/ 123443 w 286399"/>
                <a:gd name="connsiteY8" fmla="*/ 79721 h 84358"/>
                <a:gd name="connsiteX9" fmla="*/ 142570 w 286399"/>
                <a:gd name="connsiteY9" fmla="*/ 84346 h 84358"/>
                <a:gd name="connsiteX10" fmla="*/ 143080 w 286399"/>
                <a:gd name="connsiteY10" fmla="*/ 84346 h 84358"/>
                <a:gd name="connsiteX11" fmla="*/ 143282 w 286399"/>
                <a:gd name="connsiteY11" fmla="*/ 84346 h 84358"/>
                <a:gd name="connsiteX12" fmla="*/ 143874 w 286399"/>
                <a:gd name="connsiteY12" fmla="*/ 84346 h 84358"/>
                <a:gd name="connsiteX13" fmla="*/ 163209 w 286399"/>
                <a:gd name="connsiteY13" fmla="*/ 79576 h 84358"/>
                <a:gd name="connsiteX14" fmla="*/ 282284 w 286399"/>
                <a:gd name="connsiteY14" fmla="*/ 14801 h 84358"/>
                <a:gd name="connsiteX15" fmla="*/ 285446 w 286399"/>
                <a:gd name="connsiteY15" fmla="*/ 4119 h 84358"/>
                <a:gd name="connsiteX16" fmla="*/ 274771 w 286399"/>
                <a:gd name="connsiteY16" fmla="*/ 956 h 84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399" h="84358">
                  <a:moveTo>
                    <a:pt x="274771" y="949"/>
                  </a:moveTo>
                  <a:lnTo>
                    <a:pt x="155972" y="65585"/>
                  </a:lnTo>
                  <a:cubicBezTo>
                    <a:pt x="152036" y="67526"/>
                    <a:pt x="147659" y="68566"/>
                    <a:pt x="143275" y="68597"/>
                  </a:cubicBezTo>
                  <a:lnTo>
                    <a:pt x="143049" y="68597"/>
                  </a:lnTo>
                  <a:cubicBezTo>
                    <a:pt x="138691" y="68559"/>
                    <a:pt x="134332" y="67526"/>
                    <a:pt x="130679" y="65730"/>
                  </a:cubicBezTo>
                  <a:lnTo>
                    <a:pt x="11629" y="956"/>
                  </a:lnTo>
                  <a:cubicBezTo>
                    <a:pt x="7818" y="-1118"/>
                    <a:pt x="3038" y="294"/>
                    <a:pt x="954" y="4119"/>
                  </a:cubicBezTo>
                  <a:cubicBezTo>
                    <a:pt x="-1119" y="7938"/>
                    <a:pt x="299" y="12722"/>
                    <a:pt x="4115" y="14801"/>
                  </a:cubicBezTo>
                  <a:lnTo>
                    <a:pt x="123443" y="79721"/>
                  </a:lnTo>
                  <a:cubicBezTo>
                    <a:pt x="129370" y="82651"/>
                    <a:pt x="135964" y="84245"/>
                    <a:pt x="142570" y="84346"/>
                  </a:cubicBezTo>
                  <a:cubicBezTo>
                    <a:pt x="142728" y="84365"/>
                    <a:pt x="142904" y="84359"/>
                    <a:pt x="143080" y="84346"/>
                  </a:cubicBezTo>
                  <a:lnTo>
                    <a:pt x="143282" y="84346"/>
                  </a:lnTo>
                  <a:cubicBezTo>
                    <a:pt x="143471" y="84346"/>
                    <a:pt x="143672" y="84346"/>
                    <a:pt x="143874" y="84346"/>
                  </a:cubicBezTo>
                  <a:cubicBezTo>
                    <a:pt x="150455" y="84220"/>
                    <a:pt x="157036" y="82632"/>
                    <a:pt x="163209" y="79576"/>
                  </a:cubicBezTo>
                  <a:lnTo>
                    <a:pt x="282284" y="14801"/>
                  </a:lnTo>
                  <a:cubicBezTo>
                    <a:pt x="286101" y="12722"/>
                    <a:pt x="287518" y="7938"/>
                    <a:pt x="285446" y="4119"/>
                  </a:cubicBezTo>
                  <a:cubicBezTo>
                    <a:pt x="283368" y="294"/>
                    <a:pt x="278575" y="-1118"/>
                    <a:pt x="274771" y="956"/>
                  </a:cubicBezTo>
                  <a:close/>
                </a:path>
              </a:pathLst>
            </a:custGeom>
            <a:solidFill>
              <a:srgbClr val="FFFFFF"/>
            </a:solidFill>
            <a:ln w="0" cap="flat">
              <a:noFill/>
              <a:prstDash val="solid"/>
              <a:miter/>
            </a:ln>
          </p:spPr>
          <p:txBody>
            <a:bodyPr rtlCol="0" anchor="ctr"/>
            <a:lstStyle/>
            <a:p>
              <a:endParaRPr lang="de-DE"/>
            </a:p>
          </p:txBody>
        </p:sp>
      </p:grpSp>
      <p:sp>
        <p:nvSpPr>
          <p:cNvPr id="480" name="Freihandform 479">
            <a:extLst>
              <a:ext uri="{FF2B5EF4-FFF2-40B4-BE49-F238E27FC236}">
                <a16:creationId xmlns:a16="http://schemas.microsoft.com/office/drawing/2014/main" id="{AF9F4743-5A7A-5E83-E72D-08C4EC262D12}"/>
              </a:ext>
            </a:extLst>
          </p:cNvPr>
          <p:cNvSpPr/>
          <p:nvPr/>
        </p:nvSpPr>
        <p:spPr>
          <a:xfrm>
            <a:off x="10652448" y="2106488"/>
            <a:ext cx="298203" cy="332658"/>
          </a:xfrm>
          <a:custGeom>
            <a:avLst/>
            <a:gdLst>
              <a:gd name="connsiteX0" fmla="*/ 298165 w 298203"/>
              <a:gd name="connsiteY0" fmla="*/ 77615 h 332658"/>
              <a:gd name="connsiteX1" fmla="*/ 298190 w 298203"/>
              <a:gd name="connsiteY1" fmla="*/ 77161 h 332658"/>
              <a:gd name="connsiteX2" fmla="*/ 286268 w 298203"/>
              <a:gd name="connsiteY2" fmla="*/ 61273 h 332658"/>
              <a:gd name="connsiteX3" fmla="*/ 170537 w 298203"/>
              <a:gd name="connsiteY3" fmla="*/ 4200 h 332658"/>
              <a:gd name="connsiteX4" fmla="*/ 149495 w 298203"/>
              <a:gd name="connsiteY4" fmla="*/ 35 h 332658"/>
              <a:gd name="connsiteX5" fmla="*/ 149168 w 298203"/>
              <a:gd name="connsiteY5" fmla="*/ 54 h 332658"/>
              <a:gd name="connsiteX6" fmla="*/ 148765 w 298203"/>
              <a:gd name="connsiteY6" fmla="*/ 28 h 332658"/>
              <a:gd name="connsiteX7" fmla="*/ 127478 w 298203"/>
              <a:gd name="connsiteY7" fmla="*/ 4301 h 332658"/>
              <a:gd name="connsiteX8" fmla="*/ 11954 w 298203"/>
              <a:gd name="connsiteY8" fmla="*/ 61261 h 332658"/>
              <a:gd name="connsiteX9" fmla="*/ 13 w 298203"/>
              <a:gd name="connsiteY9" fmla="*/ 77180 h 332658"/>
              <a:gd name="connsiteX10" fmla="*/ 44 w 298203"/>
              <a:gd name="connsiteY10" fmla="*/ 77659 h 332658"/>
              <a:gd name="connsiteX11" fmla="*/ 0 w 298203"/>
              <a:gd name="connsiteY11" fmla="*/ 77867 h 332658"/>
              <a:gd name="connsiteX12" fmla="*/ 0 w 298203"/>
              <a:gd name="connsiteY12" fmla="*/ 248525 h 332658"/>
              <a:gd name="connsiteX13" fmla="*/ 69 w 298203"/>
              <a:gd name="connsiteY13" fmla="*/ 249577 h 332658"/>
              <a:gd name="connsiteX14" fmla="*/ 11393 w 298203"/>
              <a:gd name="connsiteY14" fmla="*/ 264450 h 332658"/>
              <a:gd name="connsiteX15" fmla="*/ 128076 w 298203"/>
              <a:gd name="connsiteY15" fmla="*/ 327832 h 332658"/>
              <a:gd name="connsiteX16" fmla="*/ 148431 w 298203"/>
              <a:gd name="connsiteY16" fmla="*/ 332634 h 332658"/>
              <a:gd name="connsiteX17" fmla="*/ 148500 w 298203"/>
              <a:gd name="connsiteY17" fmla="*/ 332634 h 332658"/>
              <a:gd name="connsiteX18" fmla="*/ 148620 w 298203"/>
              <a:gd name="connsiteY18" fmla="*/ 332659 h 332658"/>
              <a:gd name="connsiteX19" fmla="*/ 149099 w 298203"/>
              <a:gd name="connsiteY19" fmla="*/ 332564 h 332658"/>
              <a:gd name="connsiteX20" fmla="*/ 149577 w 298203"/>
              <a:gd name="connsiteY20" fmla="*/ 332659 h 332658"/>
              <a:gd name="connsiteX21" fmla="*/ 149697 w 298203"/>
              <a:gd name="connsiteY21" fmla="*/ 332634 h 332658"/>
              <a:gd name="connsiteX22" fmla="*/ 149772 w 298203"/>
              <a:gd name="connsiteY22" fmla="*/ 332634 h 332658"/>
              <a:gd name="connsiteX23" fmla="*/ 170417 w 298203"/>
              <a:gd name="connsiteY23" fmla="*/ 327712 h 332658"/>
              <a:gd name="connsiteX24" fmla="*/ 286798 w 298203"/>
              <a:gd name="connsiteY24" fmla="*/ 264456 h 332658"/>
              <a:gd name="connsiteX25" fmla="*/ 298134 w 298203"/>
              <a:gd name="connsiteY25" fmla="*/ 249558 h 332658"/>
              <a:gd name="connsiteX26" fmla="*/ 298203 w 298203"/>
              <a:gd name="connsiteY26" fmla="*/ 248531 h 332658"/>
              <a:gd name="connsiteX27" fmla="*/ 298203 w 298203"/>
              <a:gd name="connsiteY27" fmla="*/ 77873 h 332658"/>
              <a:gd name="connsiteX28" fmla="*/ 298153 w 298203"/>
              <a:gd name="connsiteY28" fmla="*/ 77615 h 332658"/>
              <a:gd name="connsiteX29" fmla="*/ 18919 w 298203"/>
              <a:gd name="connsiteY29" fmla="*/ 75397 h 332658"/>
              <a:gd name="connsiteX30" fmla="*/ 134229 w 298203"/>
              <a:gd name="connsiteY30" fmla="*/ 18538 h 332658"/>
              <a:gd name="connsiteX31" fmla="*/ 148198 w 298203"/>
              <a:gd name="connsiteY31" fmla="*/ 15778 h 332658"/>
              <a:gd name="connsiteX32" fmla="*/ 149105 w 298203"/>
              <a:gd name="connsiteY32" fmla="*/ 15759 h 332658"/>
              <a:gd name="connsiteX33" fmla="*/ 150087 w 298203"/>
              <a:gd name="connsiteY33" fmla="*/ 15784 h 332658"/>
              <a:gd name="connsiteX34" fmla="*/ 163811 w 298203"/>
              <a:gd name="connsiteY34" fmla="*/ 18443 h 332658"/>
              <a:gd name="connsiteX35" fmla="*/ 279335 w 298203"/>
              <a:gd name="connsiteY35" fmla="*/ 75415 h 332658"/>
              <a:gd name="connsiteX36" fmla="*/ 282282 w 298203"/>
              <a:gd name="connsiteY36" fmla="*/ 77470 h 332658"/>
              <a:gd name="connsiteX37" fmla="*/ 279687 w 298203"/>
              <a:gd name="connsiteY37" fmla="*/ 79417 h 332658"/>
              <a:gd name="connsiteX38" fmla="*/ 163143 w 298203"/>
              <a:gd name="connsiteY38" fmla="*/ 142729 h 332658"/>
              <a:gd name="connsiteX39" fmla="*/ 149458 w 298203"/>
              <a:gd name="connsiteY39" fmla="*/ 145887 h 332658"/>
              <a:gd name="connsiteX40" fmla="*/ 148733 w 298203"/>
              <a:gd name="connsiteY40" fmla="*/ 145887 h 332658"/>
              <a:gd name="connsiteX41" fmla="*/ 135337 w 298203"/>
              <a:gd name="connsiteY41" fmla="*/ 142855 h 332658"/>
              <a:gd name="connsiteX42" fmla="*/ 18522 w 298203"/>
              <a:gd name="connsiteY42" fmla="*/ 79411 h 332658"/>
              <a:gd name="connsiteX43" fmla="*/ 15959 w 298203"/>
              <a:gd name="connsiteY43" fmla="*/ 77489 h 332658"/>
              <a:gd name="connsiteX44" fmla="*/ 18932 w 298203"/>
              <a:gd name="connsiteY44" fmla="*/ 75409 h 332658"/>
              <a:gd name="connsiteX45" fmla="*/ 18548 w 298203"/>
              <a:gd name="connsiteY45" fmla="*/ 250409 h 332658"/>
              <a:gd name="connsiteX46" fmla="*/ 17666 w 298203"/>
              <a:gd name="connsiteY46" fmla="*/ 250006 h 332658"/>
              <a:gd name="connsiteX47" fmla="*/ 15751 w 298203"/>
              <a:gd name="connsiteY47" fmla="*/ 247844 h 332658"/>
              <a:gd name="connsiteX48" fmla="*/ 15751 w 298203"/>
              <a:gd name="connsiteY48" fmla="*/ 95835 h 332658"/>
              <a:gd name="connsiteX49" fmla="*/ 128025 w 298203"/>
              <a:gd name="connsiteY49" fmla="*/ 156815 h 332658"/>
              <a:gd name="connsiteX50" fmla="*/ 140754 w 298203"/>
              <a:gd name="connsiteY50" fmla="*/ 160918 h 332658"/>
              <a:gd name="connsiteX51" fmla="*/ 140754 w 298203"/>
              <a:gd name="connsiteY51" fmla="*/ 315851 h 332658"/>
              <a:gd name="connsiteX52" fmla="*/ 135350 w 298203"/>
              <a:gd name="connsiteY52" fmla="*/ 313872 h 332658"/>
              <a:gd name="connsiteX53" fmla="*/ 18541 w 298203"/>
              <a:gd name="connsiteY53" fmla="*/ 250415 h 332658"/>
              <a:gd name="connsiteX54" fmla="*/ 280588 w 298203"/>
              <a:gd name="connsiteY54" fmla="*/ 249993 h 332658"/>
              <a:gd name="connsiteX55" fmla="*/ 279681 w 298203"/>
              <a:gd name="connsiteY55" fmla="*/ 250409 h 332658"/>
              <a:gd name="connsiteX56" fmla="*/ 163168 w 298203"/>
              <a:gd name="connsiteY56" fmla="*/ 313740 h 332658"/>
              <a:gd name="connsiteX57" fmla="*/ 157462 w 298203"/>
              <a:gd name="connsiteY57" fmla="*/ 315851 h 332658"/>
              <a:gd name="connsiteX58" fmla="*/ 157462 w 298203"/>
              <a:gd name="connsiteY58" fmla="*/ 160829 h 332658"/>
              <a:gd name="connsiteX59" fmla="*/ 170411 w 298203"/>
              <a:gd name="connsiteY59" fmla="*/ 156695 h 332658"/>
              <a:gd name="connsiteX60" fmla="*/ 282477 w 298203"/>
              <a:gd name="connsiteY60" fmla="*/ 95822 h 332658"/>
              <a:gd name="connsiteX61" fmla="*/ 282477 w 298203"/>
              <a:gd name="connsiteY61" fmla="*/ 247856 h 332658"/>
              <a:gd name="connsiteX62" fmla="*/ 280588 w 298203"/>
              <a:gd name="connsiteY62" fmla="*/ 249993 h 332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298203" h="332658">
                <a:moveTo>
                  <a:pt x="298165" y="77615"/>
                </a:moveTo>
                <a:cubicBezTo>
                  <a:pt x="298165" y="77464"/>
                  <a:pt x="298197" y="77312"/>
                  <a:pt x="298190" y="77161"/>
                </a:cubicBezTo>
                <a:cubicBezTo>
                  <a:pt x="298058" y="70727"/>
                  <a:pt x="293713" y="64929"/>
                  <a:pt x="286268" y="61273"/>
                </a:cubicBezTo>
                <a:lnTo>
                  <a:pt x="170537" y="4200"/>
                </a:lnTo>
                <a:cubicBezTo>
                  <a:pt x="163968" y="1207"/>
                  <a:pt x="156599" y="-180"/>
                  <a:pt x="149495" y="35"/>
                </a:cubicBezTo>
                <a:cubicBezTo>
                  <a:pt x="149382" y="35"/>
                  <a:pt x="149275" y="47"/>
                  <a:pt x="149168" y="54"/>
                </a:cubicBezTo>
                <a:cubicBezTo>
                  <a:pt x="149035" y="41"/>
                  <a:pt x="148897" y="35"/>
                  <a:pt x="148765" y="28"/>
                </a:cubicBezTo>
                <a:cubicBezTo>
                  <a:pt x="141598" y="-224"/>
                  <a:pt x="134279" y="1201"/>
                  <a:pt x="127478" y="4301"/>
                </a:cubicBezTo>
                <a:lnTo>
                  <a:pt x="11954" y="61261"/>
                </a:lnTo>
                <a:cubicBezTo>
                  <a:pt x="4497" y="64929"/>
                  <a:pt x="145" y="70733"/>
                  <a:pt x="13" y="77180"/>
                </a:cubicBezTo>
                <a:cubicBezTo>
                  <a:pt x="13" y="77344"/>
                  <a:pt x="38" y="77501"/>
                  <a:pt x="44" y="77659"/>
                </a:cubicBezTo>
                <a:cubicBezTo>
                  <a:pt x="44" y="77735"/>
                  <a:pt x="0" y="77791"/>
                  <a:pt x="0" y="77867"/>
                </a:cubicBezTo>
                <a:lnTo>
                  <a:pt x="0" y="248525"/>
                </a:lnTo>
                <a:cubicBezTo>
                  <a:pt x="0" y="248877"/>
                  <a:pt x="25" y="249224"/>
                  <a:pt x="69" y="249577"/>
                </a:cubicBezTo>
                <a:cubicBezTo>
                  <a:pt x="964" y="256188"/>
                  <a:pt x="5278" y="261841"/>
                  <a:pt x="11393" y="264450"/>
                </a:cubicBezTo>
                <a:lnTo>
                  <a:pt x="128076" y="327832"/>
                </a:lnTo>
                <a:cubicBezTo>
                  <a:pt x="134368" y="330976"/>
                  <a:pt x="141402" y="332634"/>
                  <a:pt x="148431" y="332634"/>
                </a:cubicBezTo>
                <a:lnTo>
                  <a:pt x="148500" y="332634"/>
                </a:lnTo>
                <a:cubicBezTo>
                  <a:pt x="148544" y="332634"/>
                  <a:pt x="148576" y="332659"/>
                  <a:pt x="148620" y="332659"/>
                </a:cubicBezTo>
                <a:cubicBezTo>
                  <a:pt x="148790" y="332659"/>
                  <a:pt x="148928" y="332571"/>
                  <a:pt x="149099" y="332564"/>
                </a:cubicBezTo>
                <a:cubicBezTo>
                  <a:pt x="149262" y="332577"/>
                  <a:pt x="149407" y="332659"/>
                  <a:pt x="149577" y="332659"/>
                </a:cubicBezTo>
                <a:cubicBezTo>
                  <a:pt x="149621" y="332659"/>
                  <a:pt x="149653" y="332634"/>
                  <a:pt x="149697" y="332634"/>
                </a:cubicBezTo>
                <a:lnTo>
                  <a:pt x="149772" y="332634"/>
                </a:lnTo>
                <a:cubicBezTo>
                  <a:pt x="156820" y="332634"/>
                  <a:pt x="163867" y="330976"/>
                  <a:pt x="170417" y="327712"/>
                </a:cubicBezTo>
                <a:lnTo>
                  <a:pt x="286798" y="264456"/>
                </a:lnTo>
                <a:cubicBezTo>
                  <a:pt x="292938" y="261854"/>
                  <a:pt x="297258" y="256194"/>
                  <a:pt x="298134" y="249558"/>
                </a:cubicBezTo>
                <a:cubicBezTo>
                  <a:pt x="298178" y="249218"/>
                  <a:pt x="298203" y="248877"/>
                  <a:pt x="298203" y="248531"/>
                </a:cubicBezTo>
                <a:lnTo>
                  <a:pt x="298203" y="77873"/>
                </a:lnTo>
                <a:cubicBezTo>
                  <a:pt x="298203" y="77779"/>
                  <a:pt x="298153" y="77703"/>
                  <a:pt x="298153" y="77615"/>
                </a:cubicBezTo>
                <a:close/>
                <a:moveTo>
                  <a:pt x="18919" y="75397"/>
                </a:moveTo>
                <a:lnTo>
                  <a:pt x="134229" y="18538"/>
                </a:lnTo>
                <a:cubicBezTo>
                  <a:pt x="138593" y="16559"/>
                  <a:pt x="143456" y="15639"/>
                  <a:pt x="148198" y="15778"/>
                </a:cubicBezTo>
                <a:cubicBezTo>
                  <a:pt x="148500" y="15803"/>
                  <a:pt x="148815" y="15790"/>
                  <a:pt x="149105" y="15759"/>
                </a:cubicBezTo>
                <a:cubicBezTo>
                  <a:pt x="149432" y="15784"/>
                  <a:pt x="149760" y="15809"/>
                  <a:pt x="150087" y="15784"/>
                </a:cubicBezTo>
                <a:cubicBezTo>
                  <a:pt x="154861" y="15595"/>
                  <a:pt x="159666" y="16565"/>
                  <a:pt x="163811" y="18443"/>
                </a:cubicBezTo>
                <a:lnTo>
                  <a:pt x="279335" y="75415"/>
                </a:lnTo>
                <a:cubicBezTo>
                  <a:pt x="281104" y="76285"/>
                  <a:pt x="281929" y="77054"/>
                  <a:pt x="282282" y="77470"/>
                </a:cubicBezTo>
                <a:cubicBezTo>
                  <a:pt x="281954" y="77867"/>
                  <a:pt x="281224" y="78585"/>
                  <a:pt x="279687" y="79417"/>
                </a:cubicBezTo>
                <a:lnTo>
                  <a:pt x="163143" y="142729"/>
                </a:lnTo>
                <a:cubicBezTo>
                  <a:pt x="158936" y="144834"/>
                  <a:pt x="154332" y="145874"/>
                  <a:pt x="149458" y="145887"/>
                </a:cubicBezTo>
                <a:lnTo>
                  <a:pt x="148733" y="145887"/>
                </a:lnTo>
                <a:cubicBezTo>
                  <a:pt x="143984" y="145969"/>
                  <a:pt x="139318" y="144853"/>
                  <a:pt x="135337" y="142855"/>
                </a:cubicBezTo>
                <a:lnTo>
                  <a:pt x="18522" y="79411"/>
                </a:lnTo>
                <a:cubicBezTo>
                  <a:pt x="17005" y="78585"/>
                  <a:pt x="16280" y="77886"/>
                  <a:pt x="15959" y="77489"/>
                </a:cubicBezTo>
                <a:cubicBezTo>
                  <a:pt x="16312" y="77073"/>
                  <a:pt x="17143" y="76291"/>
                  <a:pt x="18932" y="75409"/>
                </a:cubicBezTo>
                <a:close/>
                <a:moveTo>
                  <a:pt x="18548" y="250409"/>
                </a:moveTo>
                <a:cubicBezTo>
                  <a:pt x="18264" y="250258"/>
                  <a:pt x="17968" y="250119"/>
                  <a:pt x="17666" y="250006"/>
                </a:cubicBezTo>
                <a:cubicBezTo>
                  <a:pt x="16715" y="249627"/>
                  <a:pt x="16003" y="248821"/>
                  <a:pt x="15751" y="247844"/>
                </a:cubicBezTo>
                <a:lnTo>
                  <a:pt x="15751" y="95835"/>
                </a:lnTo>
                <a:lnTo>
                  <a:pt x="128025" y="156815"/>
                </a:lnTo>
                <a:cubicBezTo>
                  <a:pt x="132037" y="158831"/>
                  <a:pt x="136358" y="160161"/>
                  <a:pt x="140754" y="160918"/>
                </a:cubicBezTo>
                <a:lnTo>
                  <a:pt x="140754" y="315851"/>
                </a:lnTo>
                <a:cubicBezTo>
                  <a:pt x="138858" y="315353"/>
                  <a:pt x="137025" y="314710"/>
                  <a:pt x="135350" y="313872"/>
                </a:cubicBezTo>
                <a:lnTo>
                  <a:pt x="18541" y="250415"/>
                </a:lnTo>
                <a:close/>
                <a:moveTo>
                  <a:pt x="280588" y="249993"/>
                </a:moveTo>
                <a:cubicBezTo>
                  <a:pt x="280279" y="250119"/>
                  <a:pt x="279977" y="250251"/>
                  <a:pt x="279681" y="250409"/>
                </a:cubicBezTo>
                <a:lnTo>
                  <a:pt x="163168" y="313740"/>
                </a:lnTo>
                <a:cubicBezTo>
                  <a:pt x="161348" y="314647"/>
                  <a:pt x="159427" y="315328"/>
                  <a:pt x="157462" y="315851"/>
                </a:cubicBezTo>
                <a:lnTo>
                  <a:pt x="157462" y="160829"/>
                </a:lnTo>
                <a:cubicBezTo>
                  <a:pt x="161890" y="160067"/>
                  <a:pt x="166254" y="158768"/>
                  <a:pt x="170411" y="156695"/>
                </a:cubicBezTo>
                <a:lnTo>
                  <a:pt x="282477" y="95822"/>
                </a:lnTo>
                <a:lnTo>
                  <a:pt x="282477" y="247856"/>
                </a:lnTo>
                <a:cubicBezTo>
                  <a:pt x="282231" y="248821"/>
                  <a:pt x="281539" y="249621"/>
                  <a:pt x="280588" y="249993"/>
                </a:cubicBezTo>
                <a:close/>
              </a:path>
            </a:pathLst>
          </a:custGeom>
          <a:solidFill>
            <a:srgbClr val="FFFFFF"/>
          </a:solidFill>
          <a:ln w="0" cap="flat">
            <a:noFill/>
            <a:prstDash val="solid"/>
            <a:miter/>
          </a:ln>
        </p:spPr>
        <p:txBody>
          <a:bodyPr rtlCol="0" anchor="ctr"/>
          <a:lstStyle/>
          <a:p>
            <a:endParaRPr lang="de-DE"/>
          </a:p>
        </p:txBody>
      </p:sp>
      <p:grpSp>
        <p:nvGrpSpPr>
          <p:cNvPr id="481" name="Grafik 463">
            <a:extLst>
              <a:ext uri="{FF2B5EF4-FFF2-40B4-BE49-F238E27FC236}">
                <a16:creationId xmlns:a16="http://schemas.microsoft.com/office/drawing/2014/main" id="{0153EF0F-83A8-BF9F-414C-71FE79BDED6E}"/>
              </a:ext>
            </a:extLst>
          </p:cNvPr>
          <p:cNvGrpSpPr/>
          <p:nvPr/>
        </p:nvGrpSpPr>
        <p:grpSpPr>
          <a:xfrm>
            <a:off x="7715699" y="2846635"/>
            <a:ext cx="319257" cy="319458"/>
            <a:chOff x="7715699" y="2846635"/>
            <a:chExt cx="319257" cy="319458"/>
          </a:xfrm>
          <a:solidFill>
            <a:srgbClr val="FFFFFF"/>
          </a:solidFill>
        </p:grpSpPr>
        <p:sp>
          <p:nvSpPr>
            <p:cNvPr id="482" name="Freihandform 481">
              <a:extLst>
                <a:ext uri="{FF2B5EF4-FFF2-40B4-BE49-F238E27FC236}">
                  <a16:creationId xmlns:a16="http://schemas.microsoft.com/office/drawing/2014/main" id="{AC4E617F-60F8-774A-212D-7644C28A4F7A}"/>
                </a:ext>
              </a:extLst>
            </p:cNvPr>
            <p:cNvSpPr/>
            <p:nvPr/>
          </p:nvSpPr>
          <p:spPr>
            <a:xfrm>
              <a:off x="7898252" y="2846635"/>
              <a:ext cx="136703" cy="136783"/>
            </a:xfrm>
            <a:custGeom>
              <a:avLst/>
              <a:gdLst>
                <a:gd name="connsiteX0" fmla="*/ 116695 w 136703"/>
                <a:gd name="connsiteY0" fmla="*/ 20041 h 136783"/>
                <a:gd name="connsiteX1" fmla="*/ 68371 w 136703"/>
                <a:gd name="connsiteY1" fmla="*/ 0 h 136783"/>
                <a:gd name="connsiteX2" fmla="*/ 68346 w 136703"/>
                <a:gd name="connsiteY2" fmla="*/ 0 h 136783"/>
                <a:gd name="connsiteX3" fmla="*/ 20040 w 136703"/>
                <a:gd name="connsiteY3" fmla="*/ 20016 h 136783"/>
                <a:gd name="connsiteX4" fmla="*/ 0 w 136703"/>
                <a:gd name="connsiteY4" fmla="*/ 68373 h 136783"/>
                <a:gd name="connsiteX5" fmla="*/ 68333 w 136703"/>
                <a:gd name="connsiteY5" fmla="*/ 136783 h 136783"/>
                <a:gd name="connsiteX6" fmla="*/ 68358 w 136703"/>
                <a:gd name="connsiteY6" fmla="*/ 136783 h 136783"/>
                <a:gd name="connsiteX7" fmla="*/ 116664 w 136703"/>
                <a:gd name="connsiteY7" fmla="*/ 116767 h 136783"/>
                <a:gd name="connsiteX8" fmla="*/ 136704 w 136703"/>
                <a:gd name="connsiteY8" fmla="*/ 68404 h 136783"/>
                <a:gd name="connsiteX9" fmla="*/ 136704 w 136703"/>
                <a:gd name="connsiteY9" fmla="*/ 68385 h 136783"/>
                <a:gd name="connsiteX10" fmla="*/ 116695 w 136703"/>
                <a:gd name="connsiteY10" fmla="*/ 20035 h 136783"/>
                <a:gd name="connsiteX11" fmla="*/ 120953 w 136703"/>
                <a:gd name="connsiteY11" fmla="*/ 68404 h 136783"/>
                <a:gd name="connsiteX12" fmla="*/ 105535 w 136703"/>
                <a:gd name="connsiteY12" fmla="*/ 105619 h 136783"/>
                <a:gd name="connsiteX13" fmla="*/ 68358 w 136703"/>
                <a:gd name="connsiteY13" fmla="*/ 121021 h 136783"/>
                <a:gd name="connsiteX14" fmla="*/ 68333 w 136703"/>
                <a:gd name="connsiteY14" fmla="*/ 121021 h 136783"/>
                <a:gd name="connsiteX15" fmla="*/ 15745 w 136703"/>
                <a:gd name="connsiteY15" fmla="*/ 68366 h 136783"/>
                <a:gd name="connsiteX16" fmla="*/ 68358 w 136703"/>
                <a:gd name="connsiteY16" fmla="*/ 15749 h 136783"/>
                <a:gd name="connsiteX17" fmla="*/ 68377 w 136703"/>
                <a:gd name="connsiteY17" fmla="*/ 15749 h 136783"/>
                <a:gd name="connsiteX18" fmla="*/ 105560 w 136703"/>
                <a:gd name="connsiteY18" fmla="*/ 31164 h 136783"/>
                <a:gd name="connsiteX19" fmla="*/ 120953 w 136703"/>
                <a:gd name="connsiteY19" fmla="*/ 68379 h 136783"/>
                <a:gd name="connsiteX20" fmla="*/ 120953 w 136703"/>
                <a:gd name="connsiteY20" fmla="*/ 68398 h 1367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36703" h="136783">
                  <a:moveTo>
                    <a:pt x="116695" y="20041"/>
                  </a:moveTo>
                  <a:cubicBezTo>
                    <a:pt x="103784" y="7122"/>
                    <a:pt x="86629" y="6"/>
                    <a:pt x="68371" y="0"/>
                  </a:cubicBezTo>
                  <a:lnTo>
                    <a:pt x="68346" y="0"/>
                  </a:lnTo>
                  <a:cubicBezTo>
                    <a:pt x="50107" y="0"/>
                    <a:pt x="32945" y="7109"/>
                    <a:pt x="20040" y="20016"/>
                  </a:cubicBezTo>
                  <a:cubicBezTo>
                    <a:pt x="7123" y="32929"/>
                    <a:pt x="6" y="50096"/>
                    <a:pt x="0" y="68373"/>
                  </a:cubicBezTo>
                  <a:cubicBezTo>
                    <a:pt x="0" y="106079"/>
                    <a:pt x="30646" y="136777"/>
                    <a:pt x="68333" y="136783"/>
                  </a:cubicBezTo>
                  <a:lnTo>
                    <a:pt x="68358" y="136783"/>
                  </a:lnTo>
                  <a:cubicBezTo>
                    <a:pt x="86597" y="136783"/>
                    <a:pt x="103759" y="129674"/>
                    <a:pt x="116664" y="116767"/>
                  </a:cubicBezTo>
                  <a:cubicBezTo>
                    <a:pt x="129581" y="103848"/>
                    <a:pt x="136698" y="86681"/>
                    <a:pt x="136704" y="68404"/>
                  </a:cubicBezTo>
                  <a:lnTo>
                    <a:pt x="136704" y="68385"/>
                  </a:lnTo>
                  <a:cubicBezTo>
                    <a:pt x="136704" y="50128"/>
                    <a:pt x="129600" y="32948"/>
                    <a:pt x="116695" y="20035"/>
                  </a:cubicBezTo>
                  <a:close/>
                  <a:moveTo>
                    <a:pt x="120953" y="68404"/>
                  </a:moveTo>
                  <a:cubicBezTo>
                    <a:pt x="120953" y="82458"/>
                    <a:pt x="115473" y="95680"/>
                    <a:pt x="105535" y="105619"/>
                  </a:cubicBezTo>
                  <a:cubicBezTo>
                    <a:pt x="95597" y="115551"/>
                    <a:pt x="82397" y="121021"/>
                    <a:pt x="68358" y="121021"/>
                  </a:cubicBezTo>
                  <a:lnTo>
                    <a:pt x="68333" y="121021"/>
                  </a:lnTo>
                  <a:cubicBezTo>
                    <a:pt x="39337" y="121009"/>
                    <a:pt x="15739" y="97388"/>
                    <a:pt x="15745" y="68366"/>
                  </a:cubicBezTo>
                  <a:cubicBezTo>
                    <a:pt x="15757" y="39351"/>
                    <a:pt x="39350" y="15749"/>
                    <a:pt x="68358" y="15749"/>
                  </a:cubicBezTo>
                  <a:lnTo>
                    <a:pt x="68377" y="15749"/>
                  </a:lnTo>
                  <a:cubicBezTo>
                    <a:pt x="82422" y="15749"/>
                    <a:pt x="95629" y="21226"/>
                    <a:pt x="105560" y="31164"/>
                  </a:cubicBezTo>
                  <a:cubicBezTo>
                    <a:pt x="115486" y="41109"/>
                    <a:pt x="120953" y="54325"/>
                    <a:pt x="120953" y="68379"/>
                  </a:cubicBezTo>
                  <a:lnTo>
                    <a:pt x="120953" y="68398"/>
                  </a:lnTo>
                  <a:close/>
                </a:path>
              </a:pathLst>
            </a:custGeom>
            <a:solidFill>
              <a:srgbClr val="FFFFFF"/>
            </a:solidFill>
            <a:ln w="0" cap="flat">
              <a:noFill/>
              <a:prstDash val="solid"/>
              <a:miter/>
            </a:ln>
          </p:spPr>
          <p:txBody>
            <a:bodyPr rtlCol="0" anchor="ctr"/>
            <a:lstStyle/>
            <a:p>
              <a:endParaRPr lang="de-DE"/>
            </a:p>
          </p:txBody>
        </p:sp>
        <p:sp>
          <p:nvSpPr>
            <p:cNvPr id="483" name="Freihandform 482">
              <a:extLst>
                <a:ext uri="{FF2B5EF4-FFF2-40B4-BE49-F238E27FC236}">
                  <a16:creationId xmlns:a16="http://schemas.microsoft.com/office/drawing/2014/main" id="{EAE5FE10-0E57-12ED-2A1C-44A54B282B53}"/>
                </a:ext>
              </a:extLst>
            </p:cNvPr>
            <p:cNvSpPr/>
            <p:nvPr/>
          </p:nvSpPr>
          <p:spPr>
            <a:xfrm>
              <a:off x="7715699" y="2869796"/>
              <a:ext cx="296105" cy="296298"/>
            </a:xfrm>
            <a:custGeom>
              <a:avLst/>
              <a:gdLst>
                <a:gd name="connsiteX0" fmla="*/ 288233 w 296105"/>
                <a:gd name="connsiteY0" fmla="*/ 148253 h 296298"/>
                <a:gd name="connsiteX1" fmla="*/ 280361 w 296105"/>
                <a:gd name="connsiteY1" fmla="*/ 156131 h 296298"/>
                <a:gd name="connsiteX2" fmla="*/ 280361 w 296105"/>
                <a:gd name="connsiteY2" fmla="*/ 256702 h 296298"/>
                <a:gd name="connsiteX3" fmla="*/ 256548 w 296105"/>
                <a:gd name="connsiteY3" fmla="*/ 280543 h 296298"/>
                <a:gd name="connsiteX4" fmla="*/ 39583 w 296105"/>
                <a:gd name="connsiteY4" fmla="*/ 280543 h 296298"/>
                <a:gd name="connsiteX5" fmla="*/ 15745 w 296105"/>
                <a:gd name="connsiteY5" fmla="*/ 256702 h 296298"/>
                <a:gd name="connsiteX6" fmla="*/ 15745 w 296105"/>
                <a:gd name="connsiteY6" fmla="*/ 39584 h 296298"/>
                <a:gd name="connsiteX7" fmla="*/ 39570 w 296105"/>
                <a:gd name="connsiteY7" fmla="*/ 15756 h 296298"/>
                <a:gd name="connsiteX8" fmla="*/ 140080 w 296105"/>
                <a:gd name="connsiteY8" fmla="*/ 15756 h 296298"/>
                <a:gd name="connsiteX9" fmla="*/ 147952 w 296105"/>
                <a:gd name="connsiteY9" fmla="*/ 7878 h 296298"/>
                <a:gd name="connsiteX10" fmla="*/ 140080 w 296105"/>
                <a:gd name="connsiteY10" fmla="*/ 0 h 296298"/>
                <a:gd name="connsiteX11" fmla="*/ 39564 w 296105"/>
                <a:gd name="connsiteY11" fmla="*/ 0 h 296298"/>
                <a:gd name="connsiteX12" fmla="*/ 11595 w 296105"/>
                <a:gd name="connsiteY12" fmla="*/ 11590 h 296298"/>
                <a:gd name="connsiteX13" fmla="*/ 0 w 296105"/>
                <a:gd name="connsiteY13" fmla="*/ 39597 h 296298"/>
                <a:gd name="connsiteX14" fmla="*/ 0 w 296105"/>
                <a:gd name="connsiteY14" fmla="*/ 256708 h 296298"/>
                <a:gd name="connsiteX15" fmla="*/ 39576 w 296105"/>
                <a:gd name="connsiteY15" fmla="*/ 296298 h 296298"/>
                <a:gd name="connsiteX16" fmla="*/ 256555 w 296105"/>
                <a:gd name="connsiteY16" fmla="*/ 296298 h 296298"/>
                <a:gd name="connsiteX17" fmla="*/ 296106 w 296105"/>
                <a:gd name="connsiteY17" fmla="*/ 256702 h 296298"/>
                <a:gd name="connsiteX18" fmla="*/ 296106 w 296105"/>
                <a:gd name="connsiteY18" fmla="*/ 156131 h 296298"/>
                <a:gd name="connsiteX19" fmla="*/ 288233 w 296105"/>
                <a:gd name="connsiteY19" fmla="*/ 148253 h 29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96105" h="296298">
                  <a:moveTo>
                    <a:pt x="288233" y="148253"/>
                  </a:moveTo>
                  <a:cubicBezTo>
                    <a:pt x="283888" y="148253"/>
                    <a:pt x="280361" y="151782"/>
                    <a:pt x="280361" y="156131"/>
                  </a:cubicBezTo>
                  <a:lnTo>
                    <a:pt x="280361" y="256702"/>
                  </a:lnTo>
                  <a:cubicBezTo>
                    <a:pt x="280361" y="269835"/>
                    <a:pt x="269673" y="280530"/>
                    <a:pt x="256548" y="280543"/>
                  </a:cubicBezTo>
                  <a:lnTo>
                    <a:pt x="39583" y="280543"/>
                  </a:lnTo>
                  <a:cubicBezTo>
                    <a:pt x="26445" y="280530"/>
                    <a:pt x="15751" y="269835"/>
                    <a:pt x="15745" y="256702"/>
                  </a:cubicBezTo>
                  <a:lnTo>
                    <a:pt x="15745" y="39584"/>
                  </a:lnTo>
                  <a:cubicBezTo>
                    <a:pt x="15745" y="26444"/>
                    <a:pt x="26433" y="15756"/>
                    <a:pt x="39570" y="15756"/>
                  </a:cubicBezTo>
                  <a:lnTo>
                    <a:pt x="140080" y="15756"/>
                  </a:lnTo>
                  <a:cubicBezTo>
                    <a:pt x="144425" y="15756"/>
                    <a:pt x="147952" y="12226"/>
                    <a:pt x="147952" y="7878"/>
                  </a:cubicBezTo>
                  <a:cubicBezTo>
                    <a:pt x="147952" y="3529"/>
                    <a:pt x="144425" y="0"/>
                    <a:pt x="140080" y="0"/>
                  </a:cubicBezTo>
                  <a:lnTo>
                    <a:pt x="39564" y="0"/>
                  </a:lnTo>
                  <a:cubicBezTo>
                    <a:pt x="28996" y="0"/>
                    <a:pt x="19064" y="4115"/>
                    <a:pt x="11595" y="11590"/>
                  </a:cubicBezTo>
                  <a:cubicBezTo>
                    <a:pt x="4119" y="19070"/>
                    <a:pt x="6" y="29015"/>
                    <a:pt x="0" y="39597"/>
                  </a:cubicBezTo>
                  <a:lnTo>
                    <a:pt x="0" y="256708"/>
                  </a:lnTo>
                  <a:cubicBezTo>
                    <a:pt x="12" y="278526"/>
                    <a:pt x="17767" y="296286"/>
                    <a:pt x="39576" y="296298"/>
                  </a:cubicBezTo>
                  <a:lnTo>
                    <a:pt x="256555" y="296298"/>
                  </a:lnTo>
                  <a:cubicBezTo>
                    <a:pt x="278358" y="296286"/>
                    <a:pt x="296100" y="278520"/>
                    <a:pt x="296106" y="256702"/>
                  </a:cubicBezTo>
                  <a:lnTo>
                    <a:pt x="296106" y="156131"/>
                  </a:lnTo>
                  <a:cubicBezTo>
                    <a:pt x="296106" y="151782"/>
                    <a:pt x="292579" y="148253"/>
                    <a:pt x="288233" y="148253"/>
                  </a:cubicBezTo>
                  <a:close/>
                </a:path>
              </a:pathLst>
            </a:custGeom>
            <a:solidFill>
              <a:srgbClr val="FFFFFF"/>
            </a:solidFill>
            <a:ln w="0" cap="flat">
              <a:noFill/>
              <a:prstDash val="solid"/>
              <a:miter/>
            </a:ln>
          </p:spPr>
          <p:txBody>
            <a:bodyPr rtlCol="0" anchor="ctr"/>
            <a:lstStyle/>
            <a:p>
              <a:endParaRPr lang="de-DE"/>
            </a:p>
          </p:txBody>
        </p:sp>
      </p:grpSp>
      <p:grpSp>
        <p:nvGrpSpPr>
          <p:cNvPr id="484" name="Grafik 463">
            <a:extLst>
              <a:ext uri="{FF2B5EF4-FFF2-40B4-BE49-F238E27FC236}">
                <a16:creationId xmlns:a16="http://schemas.microsoft.com/office/drawing/2014/main" id="{D3258D34-3055-678B-99D7-943AEA7DF0DD}"/>
              </a:ext>
            </a:extLst>
          </p:cNvPr>
          <p:cNvGrpSpPr/>
          <p:nvPr/>
        </p:nvGrpSpPr>
        <p:grpSpPr>
          <a:xfrm>
            <a:off x="6234861" y="2124686"/>
            <a:ext cx="296099" cy="296279"/>
            <a:chOff x="6234861" y="2124686"/>
            <a:chExt cx="296099" cy="296279"/>
          </a:xfrm>
          <a:solidFill>
            <a:srgbClr val="FFFFFF"/>
          </a:solidFill>
        </p:grpSpPr>
        <p:sp>
          <p:nvSpPr>
            <p:cNvPr id="485" name="Freihandform 484">
              <a:extLst>
                <a:ext uri="{FF2B5EF4-FFF2-40B4-BE49-F238E27FC236}">
                  <a16:creationId xmlns:a16="http://schemas.microsoft.com/office/drawing/2014/main" id="{66407D2F-511F-C9C4-4DAA-FF82C5FA7ABE}"/>
                </a:ext>
              </a:extLst>
            </p:cNvPr>
            <p:cNvSpPr/>
            <p:nvPr/>
          </p:nvSpPr>
          <p:spPr>
            <a:xfrm>
              <a:off x="6234861" y="2124686"/>
              <a:ext cx="296099" cy="296279"/>
            </a:xfrm>
            <a:custGeom>
              <a:avLst/>
              <a:gdLst>
                <a:gd name="connsiteX0" fmla="*/ 288227 w 296099"/>
                <a:gd name="connsiteY0" fmla="*/ 163731 h 296279"/>
                <a:gd name="connsiteX1" fmla="*/ 280355 w 296099"/>
                <a:gd name="connsiteY1" fmla="*/ 171609 h 296279"/>
                <a:gd name="connsiteX2" fmla="*/ 280355 w 296099"/>
                <a:gd name="connsiteY2" fmla="*/ 256702 h 296279"/>
                <a:gd name="connsiteX3" fmla="*/ 273370 w 296099"/>
                <a:gd name="connsiteY3" fmla="*/ 273560 h 296279"/>
                <a:gd name="connsiteX4" fmla="*/ 256542 w 296099"/>
                <a:gd name="connsiteY4" fmla="*/ 280524 h 296279"/>
                <a:gd name="connsiteX5" fmla="*/ 39520 w 296099"/>
                <a:gd name="connsiteY5" fmla="*/ 280524 h 296279"/>
                <a:gd name="connsiteX6" fmla="*/ 22704 w 296099"/>
                <a:gd name="connsiteY6" fmla="*/ 273547 h 296279"/>
                <a:gd name="connsiteX7" fmla="*/ 15745 w 296099"/>
                <a:gd name="connsiteY7" fmla="*/ 256702 h 296279"/>
                <a:gd name="connsiteX8" fmla="*/ 15745 w 296099"/>
                <a:gd name="connsiteY8" fmla="*/ 39565 h 296279"/>
                <a:gd name="connsiteX9" fmla="*/ 39551 w 296099"/>
                <a:gd name="connsiteY9" fmla="*/ 15756 h 296279"/>
                <a:gd name="connsiteX10" fmla="*/ 124574 w 296099"/>
                <a:gd name="connsiteY10" fmla="*/ 15756 h 296279"/>
                <a:gd name="connsiteX11" fmla="*/ 132447 w 296099"/>
                <a:gd name="connsiteY11" fmla="*/ 7878 h 296279"/>
                <a:gd name="connsiteX12" fmla="*/ 124574 w 296099"/>
                <a:gd name="connsiteY12" fmla="*/ 0 h 296279"/>
                <a:gd name="connsiteX13" fmla="*/ 39545 w 296099"/>
                <a:gd name="connsiteY13" fmla="*/ 0 h 296279"/>
                <a:gd name="connsiteX14" fmla="*/ 0 w 296099"/>
                <a:gd name="connsiteY14" fmla="*/ 39597 h 296279"/>
                <a:gd name="connsiteX15" fmla="*/ 0 w 296099"/>
                <a:gd name="connsiteY15" fmla="*/ 256702 h 296279"/>
                <a:gd name="connsiteX16" fmla="*/ 11563 w 296099"/>
                <a:gd name="connsiteY16" fmla="*/ 284677 h 296279"/>
                <a:gd name="connsiteX17" fmla="*/ 39558 w 296099"/>
                <a:gd name="connsiteY17" fmla="*/ 296279 h 296279"/>
                <a:gd name="connsiteX18" fmla="*/ 256548 w 296099"/>
                <a:gd name="connsiteY18" fmla="*/ 296279 h 296279"/>
                <a:gd name="connsiteX19" fmla="*/ 284499 w 296099"/>
                <a:gd name="connsiteY19" fmla="*/ 284696 h 296279"/>
                <a:gd name="connsiteX20" fmla="*/ 296100 w 296099"/>
                <a:gd name="connsiteY20" fmla="*/ 256702 h 296279"/>
                <a:gd name="connsiteX21" fmla="*/ 296100 w 296099"/>
                <a:gd name="connsiteY21" fmla="*/ 171609 h 296279"/>
                <a:gd name="connsiteX22" fmla="*/ 288227 w 296099"/>
                <a:gd name="connsiteY22" fmla="*/ 163731 h 296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96099" h="296279">
                  <a:moveTo>
                    <a:pt x="288227" y="163731"/>
                  </a:moveTo>
                  <a:cubicBezTo>
                    <a:pt x="283882" y="163731"/>
                    <a:pt x="280355" y="167261"/>
                    <a:pt x="280355" y="171609"/>
                  </a:cubicBezTo>
                  <a:lnTo>
                    <a:pt x="280355" y="256702"/>
                  </a:lnTo>
                  <a:cubicBezTo>
                    <a:pt x="280355" y="263073"/>
                    <a:pt x="277867" y="269054"/>
                    <a:pt x="273370" y="273560"/>
                  </a:cubicBezTo>
                  <a:cubicBezTo>
                    <a:pt x="268873" y="278053"/>
                    <a:pt x="262903" y="280524"/>
                    <a:pt x="256542" y="280524"/>
                  </a:cubicBezTo>
                  <a:lnTo>
                    <a:pt x="39520" y="280524"/>
                  </a:lnTo>
                  <a:cubicBezTo>
                    <a:pt x="33165" y="280524"/>
                    <a:pt x="27195" y="278041"/>
                    <a:pt x="22704" y="273547"/>
                  </a:cubicBezTo>
                  <a:cubicBezTo>
                    <a:pt x="18214" y="269054"/>
                    <a:pt x="15745" y="263067"/>
                    <a:pt x="15745" y="256702"/>
                  </a:cubicBezTo>
                  <a:lnTo>
                    <a:pt x="15745" y="39565"/>
                  </a:lnTo>
                  <a:cubicBezTo>
                    <a:pt x="15745" y="26431"/>
                    <a:pt x="26426" y="15756"/>
                    <a:pt x="39551" y="15756"/>
                  </a:cubicBezTo>
                  <a:lnTo>
                    <a:pt x="124574" y="15756"/>
                  </a:lnTo>
                  <a:cubicBezTo>
                    <a:pt x="128920" y="15756"/>
                    <a:pt x="132447" y="12226"/>
                    <a:pt x="132447" y="7878"/>
                  </a:cubicBezTo>
                  <a:cubicBezTo>
                    <a:pt x="132447" y="3529"/>
                    <a:pt x="128920" y="0"/>
                    <a:pt x="124574" y="0"/>
                  </a:cubicBezTo>
                  <a:lnTo>
                    <a:pt x="39545" y="0"/>
                  </a:lnTo>
                  <a:cubicBezTo>
                    <a:pt x="17748" y="0"/>
                    <a:pt x="6" y="17741"/>
                    <a:pt x="0" y="39597"/>
                  </a:cubicBezTo>
                  <a:lnTo>
                    <a:pt x="0" y="256702"/>
                  </a:lnTo>
                  <a:cubicBezTo>
                    <a:pt x="0" y="267270"/>
                    <a:pt x="4100" y="277203"/>
                    <a:pt x="11563" y="284677"/>
                  </a:cubicBezTo>
                  <a:cubicBezTo>
                    <a:pt x="19033" y="292158"/>
                    <a:pt x="28958" y="296273"/>
                    <a:pt x="39558" y="296279"/>
                  </a:cubicBezTo>
                  <a:lnTo>
                    <a:pt x="256548" y="296279"/>
                  </a:lnTo>
                  <a:cubicBezTo>
                    <a:pt x="267104" y="296279"/>
                    <a:pt x="277029" y="292170"/>
                    <a:pt x="284499" y="284696"/>
                  </a:cubicBezTo>
                  <a:cubicBezTo>
                    <a:pt x="291968" y="277222"/>
                    <a:pt x="296093" y="267283"/>
                    <a:pt x="296100" y="256702"/>
                  </a:cubicBezTo>
                  <a:lnTo>
                    <a:pt x="296100" y="171609"/>
                  </a:lnTo>
                  <a:cubicBezTo>
                    <a:pt x="296100" y="167261"/>
                    <a:pt x="292573" y="163731"/>
                    <a:pt x="288227" y="163731"/>
                  </a:cubicBezTo>
                  <a:close/>
                </a:path>
              </a:pathLst>
            </a:custGeom>
            <a:solidFill>
              <a:srgbClr val="FFFFFF"/>
            </a:solidFill>
            <a:ln w="0" cap="flat">
              <a:noFill/>
              <a:prstDash val="solid"/>
              <a:miter/>
            </a:ln>
          </p:spPr>
          <p:txBody>
            <a:bodyPr rtlCol="0" anchor="ctr"/>
            <a:lstStyle/>
            <a:p>
              <a:endParaRPr lang="de-DE"/>
            </a:p>
          </p:txBody>
        </p:sp>
        <p:sp>
          <p:nvSpPr>
            <p:cNvPr id="486" name="Freihandform 485">
              <a:extLst>
                <a:ext uri="{FF2B5EF4-FFF2-40B4-BE49-F238E27FC236}">
                  <a16:creationId xmlns:a16="http://schemas.microsoft.com/office/drawing/2014/main" id="{84F24471-6FD6-E3F3-3D6F-FD47F3029DFB}"/>
                </a:ext>
              </a:extLst>
            </p:cNvPr>
            <p:cNvSpPr/>
            <p:nvPr/>
          </p:nvSpPr>
          <p:spPr>
            <a:xfrm>
              <a:off x="6393412" y="2124704"/>
              <a:ext cx="137541" cy="137584"/>
            </a:xfrm>
            <a:custGeom>
              <a:avLst/>
              <a:gdLst>
                <a:gd name="connsiteX0" fmla="*/ 7872 w 137541"/>
                <a:gd name="connsiteY0" fmla="*/ 137578 h 137584"/>
                <a:gd name="connsiteX1" fmla="*/ 13440 w 137541"/>
                <a:gd name="connsiteY1" fmla="*/ 135271 h 137584"/>
                <a:gd name="connsiteX2" fmla="*/ 121797 w 137541"/>
                <a:gd name="connsiteY2" fmla="*/ 26867 h 137584"/>
                <a:gd name="connsiteX3" fmla="*/ 121797 w 137541"/>
                <a:gd name="connsiteY3" fmla="*/ 81841 h 137584"/>
                <a:gd name="connsiteX4" fmla="*/ 129669 w 137541"/>
                <a:gd name="connsiteY4" fmla="*/ 89719 h 137584"/>
                <a:gd name="connsiteX5" fmla="*/ 137542 w 137541"/>
                <a:gd name="connsiteY5" fmla="*/ 81841 h 137584"/>
                <a:gd name="connsiteX6" fmla="*/ 137542 w 137541"/>
                <a:gd name="connsiteY6" fmla="*/ 7872 h 137584"/>
                <a:gd name="connsiteX7" fmla="*/ 137542 w 137541"/>
                <a:gd name="connsiteY7" fmla="*/ 7866 h 137584"/>
                <a:gd name="connsiteX8" fmla="*/ 136931 w 137541"/>
                <a:gd name="connsiteY8" fmla="*/ 4841 h 137584"/>
                <a:gd name="connsiteX9" fmla="*/ 135980 w 137541"/>
                <a:gd name="connsiteY9" fmla="*/ 3404 h 137584"/>
                <a:gd name="connsiteX10" fmla="*/ 135237 w 137541"/>
                <a:gd name="connsiteY10" fmla="*/ 2288 h 137584"/>
                <a:gd name="connsiteX11" fmla="*/ 133517 w 137541"/>
                <a:gd name="connsiteY11" fmla="*/ 1148 h 137584"/>
                <a:gd name="connsiteX12" fmla="*/ 132717 w 137541"/>
                <a:gd name="connsiteY12" fmla="*/ 618 h 137584"/>
                <a:gd name="connsiteX13" fmla="*/ 129575 w 137541"/>
                <a:gd name="connsiteY13" fmla="*/ 1 h 137584"/>
                <a:gd name="connsiteX14" fmla="*/ 55750 w 137541"/>
                <a:gd name="connsiteY14" fmla="*/ 1 h 137584"/>
                <a:gd name="connsiteX15" fmla="*/ 47877 w 137541"/>
                <a:gd name="connsiteY15" fmla="*/ 7878 h 137584"/>
                <a:gd name="connsiteX16" fmla="*/ 55750 w 137541"/>
                <a:gd name="connsiteY16" fmla="*/ 15756 h 137584"/>
                <a:gd name="connsiteX17" fmla="*/ 110643 w 137541"/>
                <a:gd name="connsiteY17" fmla="*/ 15756 h 137584"/>
                <a:gd name="connsiteX18" fmla="*/ 2305 w 137541"/>
                <a:gd name="connsiteY18" fmla="*/ 124135 h 137584"/>
                <a:gd name="connsiteX19" fmla="*/ 2305 w 137541"/>
                <a:gd name="connsiteY19" fmla="*/ 135277 h 137584"/>
                <a:gd name="connsiteX20" fmla="*/ 7872 w 137541"/>
                <a:gd name="connsiteY20" fmla="*/ 137584 h 13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37541" h="137584">
                  <a:moveTo>
                    <a:pt x="7872" y="137578"/>
                  </a:moveTo>
                  <a:cubicBezTo>
                    <a:pt x="9888" y="137578"/>
                    <a:pt x="11903" y="136809"/>
                    <a:pt x="13440" y="135271"/>
                  </a:cubicBezTo>
                  <a:lnTo>
                    <a:pt x="121797" y="26867"/>
                  </a:lnTo>
                  <a:lnTo>
                    <a:pt x="121797" y="81841"/>
                  </a:lnTo>
                  <a:cubicBezTo>
                    <a:pt x="121797" y="86190"/>
                    <a:pt x="125324" y="89719"/>
                    <a:pt x="129669" y="89719"/>
                  </a:cubicBezTo>
                  <a:cubicBezTo>
                    <a:pt x="134015" y="89719"/>
                    <a:pt x="137542" y="86190"/>
                    <a:pt x="137542" y="81841"/>
                  </a:cubicBezTo>
                  <a:lnTo>
                    <a:pt x="137542" y="7872"/>
                  </a:lnTo>
                  <a:cubicBezTo>
                    <a:pt x="137542" y="7872"/>
                    <a:pt x="137542" y="7872"/>
                    <a:pt x="137542" y="7866"/>
                  </a:cubicBezTo>
                  <a:cubicBezTo>
                    <a:pt x="137542" y="6832"/>
                    <a:pt x="137334" y="5805"/>
                    <a:pt x="136931" y="4841"/>
                  </a:cubicBezTo>
                  <a:cubicBezTo>
                    <a:pt x="136704" y="4299"/>
                    <a:pt x="136313" y="3876"/>
                    <a:pt x="135980" y="3404"/>
                  </a:cubicBezTo>
                  <a:cubicBezTo>
                    <a:pt x="135722" y="3032"/>
                    <a:pt x="135570" y="2616"/>
                    <a:pt x="135237" y="2288"/>
                  </a:cubicBezTo>
                  <a:cubicBezTo>
                    <a:pt x="134726" y="1778"/>
                    <a:pt x="134109" y="1488"/>
                    <a:pt x="133517" y="1148"/>
                  </a:cubicBezTo>
                  <a:cubicBezTo>
                    <a:pt x="133240" y="984"/>
                    <a:pt x="133020" y="744"/>
                    <a:pt x="132717" y="618"/>
                  </a:cubicBezTo>
                  <a:cubicBezTo>
                    <a:pt x="131710" y="196"/>
                    <a:pt x="130645" y="-12"/>
                    <a:pt x="129575" y="1"/>
                  </a:cubicBezTo>
                  <a:lnTo>
                    <a:pt x="55750" y="1"/>
                  </a:lnTo>
                  <a:cubicBezTo>
                    <a:pt x="51404" y="1"/>
                    <a:pt x="47877" y="3530"/>
                    <a:pt x="47877" y="7878"/>
                  </a:cubicBezTo>
                  <a:cubicBezTo>
                    <a:pt x="47877" y="12227"/>
                    <a:pt x="51404" y="15756"/>
                    <a:pt x="55750" y="15756"/>
                  </a:cubicBezTo>
                  <a:lnTo>
                    <a:pt x="110643" y="15756"/>
                  </a:lnTo>
                  <a:lnTo>
                    <a:pt x="2305" y="124135"/>
                  </a:lnTo>
                  <a:cubicBezTo>
                    <a:pt x="-768" y="127211"/>
                    <a:pt x="-768" y="132196"/>
                    <a:pt x="2305" y="135277"/>
                  </a:cubicBezTo>
                  <a:cubicBezTo>
                    <a:pt x="3842" y="136815"/>
                    <a:pt x="5851" y="137584"/>
                    <a:pt x="7872" y="137584"/>
                  </a:cubicBezTo>
                  <a:close/>
                </a:path>
              </a:pathLst>
            </a:custGeom>
            <a:solidFill>
              <a:srgbClr val="FFFFFF"/>
            </a:solidFill>
            <a:ln w="0" cap="flat">
              <a:noFill/>
              <a:prstDash val="solid"/>
              <a:miter/>
            </a:ln>
          </p:spPr>
          <p:txBody>
            <a:bodyPr rtlCol="0" anchor="ctr"/>
            <a:lstStyle/>
            <a:p>
              <a:endParaRPr lang="de-DE"/>
            </a:p>
          </p:txBody>
        </p:sp>
      </p:grpSp>
      <p:grpSp>
        <p:nvGrpSpPr>
          <p:cNvPr id="487" name="Grafik 463">
            <a:extLst>
              <a:ext uri="{FF2B5EF4-FFF2-40B4-BE49-F238E27FC236}">
                <a16:creationId xmlns:a16="http://schemas.microsoft.com/office/drawing/2014/main" id="{BA378786-20F9-D4AA-E1DA-C181EC3072C9}"/>
              </a:ext>
            </a:extLst>
          </p:cNvPr>
          <p:cNvGrpSpPr/>
          <p:nvPr/>
        </p:nvGrpSpPr>
        <p:grpSpPr>
          <a:xfrm>
            <a:off x="7708551" y="2124686"/>
            <a:ext cx="294537" cy="296285"/>
            <a:chOff x="7708551" y="2124686"/>
            <a:chExt cx="294537" cy="296285"/>
          </a:xfrm>
          <a:solidFill>
            <a:srgbClr val="FFFFFF"/>
          </a:solidFill>
        </p:grpSpPr>
        <p:sp>
          <p:nvSpPr>
            <p:cNvPr id="488" name="Freihandform 487">
              <a:extLst>
                <a:ext uri="{FF2B5EF4-FFF2-40B4-BE49-F238E27FC236}">
                  <a16:creationId xmlns:a16="http://schemas.microsoft.com/office/drawing/2014/main" id="{2E5FB850-2171-6B86-D5F8-AB85CD826335}"/>
                </a:ext>
              </a:extLst>
            </p:cNvPr>
            <p:cNvSpPr/>
            <p:nvPr/>
          </p:nvSpPr>
          <p:spPr>
            <a:xfrm>
              <a:off x="7893207" y="2124686"/>
              <a:ext cx="109880" cy="109916"/>
            </a:xfrm>
            <a:custGeom>
              <a:avLst/>
              <a:gdLst>
                <a:gd name="connsiteX0" fmla="*/ 109862 w 109880"/>
                <a:gd name="connsiteY0" fmla="*/ 7815 h 109916"/>
                <a:gd name="connsiteX1" fmla="*/ 109270 w 109880"/>
                <a:gd name="connsiteY1" fmla="*/ 4865 h 109916"/>
                <a:gd name="connsiteX2" fmla="*/ 105012 w 109880"/>
                <a:gd name="connsiteY2" fmla="*/ 605 h 109916"/>
                <a:gd name="connsiteX3" fmla="*/ 102002 w 109880"/>
                <a:gd name="connsiteY3" fmla="*/ 0 h 109916"/>
                <a:gd name="connsiteX4" fmla="*/ 28045 w 109880"/>
                <a:gd name="connsiteY4" fmla="*/ 0 h 109916"/>
                <a:gd name="connsiteX5" fmla="*/ 20173 w 109880"/>
                <a:gd name="connsiteY5" fmla="*/ 7878 h 109916"/>
                <a:gd name="connsiteX6" fmla="*/ 28045 w 109880"/>
                <a:gd name="connsiteY6" fmla="*/ 15756 h 109916"/>
                <a:gd name="connsiteX7" fmla="*/ 82995 w 109880"/>
                <a:gd name="connsiteY7" fmla="*/ 15756 h 109916"/>
                <a:gd name="connsiteX8" fmla="*/ 2305 w 109880"/>
                <a:gd name="connsiteY8" fmla="*/ 96468 h 109916"/>
                <a:gd name="connsiteX9" fmla="*/ 2305 w 109880"/>
                <a:gd name="connsiteY9" fmla="*/ 107610 h 109916"/>
                <a:gd name="connsiteX10" fmla="*/ 7873 w 109880"/>
                <a:gd name="connsiteY10" fmla="*/ 109917 h 109916"/>
                <a:gd name="connsiteX11" fmla="*/ 13440 w 109880"/>
                <a:gd name="connsiteY11" fmla="*/ 107610 h 109916"/>
                <a:gd name="connsiteX12" fmla="*/ 94136 w 109880"/>
                <a:gd name="connsiteY12" fmla="*/ 26892 h 109916"/>
                <a:gd name="connsiteX13" fmla="*/ 94136 w 109880"/>
                <a:gd name="connsiteY13" fmla="*/ 81872 h 109916"/>
                <a:gd name="connsiteX14" fmla="*/ 102008 w 109880"/>
                <a:gd name="connsiteY14" fmla="*/ 89750 h 109916"/>
                <a:gd name="connsiteX15" fmla="*/ 109881 w 109880"/>
                <a:gd name="connsiteY15" fmla="*/ 81872 h 109916"/>
                <a:gd name="connsiteX16" fmla="*/ 109881 w 109880"/>
                <a:gd name="connsiteY16" fmla="*/ 7884 h 109916"/>
                <a:gd name="connsiteX17" fmla="*/ 109868 w 109880"/>
                <a:gd name="connsiteY17" fmla="*/ 7821 h 109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9880" h="109916">
                  <a:moveTo>
                    <a:pt x="109862" y="7815"/>
                  </a:moveTo>
                  <a:cubicBezTo>
                    <a:pt x="109856" y="6813"/>
                    <a:pt x="109654" y="5811"/>
                    <a:pt x="109270" y="4865"/>
                  </a:cubicBezTo>
                  <a:cubicBezTo>
                    <a:pt x="108470" y="2937"/>
                    <a:pt x="106940" y="1405"/>
                    <a:pt x="105012" y="605"/>
                  </a:cubicBezTo>
                  <a:cubicBezTo>
                    <a:pt x="104049" y="208"/>
                    <a:pt x="103029" y="0"/>
                    <a:pt x="102002" y="0"/>
                  </a:cubicBezTo>
                  <a:lnTo>
                    <a:pt x="28045" y="0"/>
                  </a:lnTo>
                  <a:cubicBezTo>
                    <a:pt x="23699" y="0"/>
                    <a:pt x="20173" y="3529"/>
                    <a:pt x="20173" y="7878"/>
                  </a:cubicBezTo>
                  <a:cubicBezTo>
                    <a:pt x="20173" y="12226"/>
                    <a:pt x="23699" y="15756"/>
                    <a:pt x="28045" y="15756"/>
                  </a:cubicBezTo>
                  <a:lnTo>
                    <a:pt x="82995" y="15756"/>
                  </a:lnTo>
                  <a:lnTo>
                    <a:pt x="2305" y="96468"/>
                  </a:lnTo>
                  <a:cubicBezTo>
                    <a:pt x="-768" y="99537"/>
                    <a:pt x="-768" y="104528"/>
                    <a:pt x="2305" y="107610"/>
                  </a:cubicBezTo>
                  <a:cubicBezTo>
                    <a:pt x="3842" y="109148"/>
                    <a:pt x="5851" y="109917"/>
                    <a:pt x="7873" y="109917"/>
                  </a:cubicBezTo>
                  <a:cubicBezTo>
                    <a:pt x="9894" y="109917"/>
                    <a:pt x="11903" y="109148"/>
                    <a:pt x="13440" y="107610"/>
                  </a:cubicBezTo>
                  <a:lnTo>
                    <a:pt x="94136" y="26892"/>
                  </a:lnTo>
                  <a:lnTo>
                    <a:pt x="94136" y="81872"/>
                  </a:lnTo>
                  <a:cubicBezTo>
                    <a:pt x="94136" y="86221"/>
                    <a:pt x="97663" y="89750"/>
                    <a:pt x="102008" y="89750"/>
                  </a:cubicBezTo>
                  <a:cubicBezTo>
                    <a:pt x="106354" y="89750"/>
                    <a:pt x="109881" y="86221"/>
                    <a:pt x="109881" y="81872"/>
                  </a:cubicBezTo>
                  <a:lnTo>
                    <a:pt x="109881" y="7884"/>
                  </a:lnTo>
                  <a:cubicBezTo>
                    <a:pt x="109881" y="7884"/>
                    <a:pt x="109868" y="7846"/>
                    <a:pt x="109868" y="7821"/>
                  </a:cubicBezTo>
                  <a:close/>
                </a:path>
              </a:pathLst>
            </a:custGeom>
            <a:solidFill>
              <a:srgbClr val="FFFFFF"/>
            </a:solidFill>
            <a:ln w="0" cap="flat">
              <a:noFill/>
              <a:prstDash val="solid"/>
              <a:miter/>
            </a:ln>
          </p:spPr>
          <p:txBody>
            <a:bodyPr rtlCol="0" anchor="ctr"/>
            <a:lstStyle/>
            <a:p>
              <a:endParaRPr lang="de-DE"/>
            </a:p>
          </p:txBody>
        </p:sp>
        <p:sp>
          <p:nvSpPr>
            <p:cNvPr id="489" name="Freihandform 488">
              <a:extLst>
                <a:ext uri="{FF2B5EF4-FFF2-40B4-BE49-F238E27FC236}">
                  <a16:creationId xmlns:a16="http://schemas.microsoft.com/office/drawing/2014/main" id="{4B484BAD-D4BB-F209-3EAD-971B4C510FE1}"/>
                </a:ext>
              </a:extLst>
            </p:cNvPr>
            <p:cNvSpPr/>
            <p:nvPr/>
          </p:nvSpPr>
          <p:spPr>
            <a:xfrm>
              <a:off x="7708551" y="2124686"/>
              <a:ext cx="109874" cy="109910"/>
            </a:xfrm>
            <a:custGeom>
              <a:avLst/>
              <a:gdLst>
                <a:gd name="connsiteX0" fmla="*/ 26886 w 109874"/>
                <a:gd name="connsiteY0" fmla="*/ 15756 h 109910"/>
                <a:gd name="connsiteX1" fmla="*/ 81786 w 109874"/>
                <a:gd name="connsiteY1" fmla="*/ 15756 h 109910"/>
                <a:gd name="connsiteX2" fmla="*/ 89658 w 109874"/>
                <a:gd name="connsiteY2" fmla="*/ 7878 h 109910"/>
                <a:gd name="connsiteX3" fmla="*/ 81786 w 109874"/>
                <a:gd name="connsiteY3" fmla="*/ 0 h 109910"/>
                <a:gd name="connsiteX4" fmla="*/ 7872 w 109874"/>
                <a:gd name="connsiteY4" fmla="*/ 0 h 109910"/>
                <a:gd name="connsiteX5" fmla="*/ 7702 w 109874"/>
                <a:gd name="connsiteY5" fmla="*/ 32 h 109910"/>
                <a:gd name="connsiteX6" fmla="*/ 4875 w 109874"/>
                <a:gd name="connsiteY6" fmla="*/ 605 h 109910"/>
                <a:gd name="connsiteX7" fmla="*/ 605 w 109874"/>
                <a:gd name="connsiteY7" fmla="*/ 4878 h 109910"/>
                <a:gd name="connsiteX8" fmla="*/ 176 w 109874"/>
                <a:gd name="connsiteY8" fmla="*/ 7014 h 109910"/>
                <a:gd name="connsiteX9" fmla="*/ 0 w 109874"/>
                <a:gd name="connsiteY9" fmla="*/ 7878 h 109910"/>
                <a:gd name="connsiteX10" fmla="*/ 0 w 109874"/>
                <a:gd name="connsiteY10" fmla="*/ 81866 h 109910"/>
                <a:gd name="connsiteX11" fmla="*/ 7872 w 109874"/>
                <a:gd name="connsiteY11" fmla="*/ 89743 h 109910"/>
                <a:gd name="connsiteX12" fmla="*/ 15745 w 109874"/>
                <a:gd name="connsiteY12" fmla="*/ 81866 h 109910"/>
                <a:gd name="connsiteX13" fmla="*/ 15745 w 109874"/>
                <a:gd name="connsiteY13" fmla="*/ 26885 h 109910"/>
                <a:gd name="connsiteX14" fmla="*/ 96435 w 109874"/>
                <a:gd name="connsiteY14" fmla="*/ 107604 h 109910"/>
                <a:gd name="connsiteX15" fmla="*/ 102002 w 109874"/>
                <a:gd name="connsiteY15" fmla="*/ 109910 h 109910"/>
                <a:gd name="connsiteX16" fmla="*/ 107569 w 109874"/>
                <a:gd name="connsiteY16" fmla="*/ 107604 h 109910"/>
                <a:gd name="connsiteX17" fmla="*/ 107569 w 109874"/>
                <a:gd name="connsiteY17" fmla="*/ 96462 h 109910"/>
                <a:gd name="connsiteX18" fmla="*/ 26886 w 109874"/>
                <a:gd name="connsiteY18" fmla="*/ 15749 h 10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9874" h="109910">
                  <a:moveTo>
                    <a:pt x="26886" y="15756"/>
                  </a:moveTo>
                  <a:lnTo>
                    <a:pt x="81786" y="15756"/>
                  </a:lnTo>
                  <a:cubicBezTo>
                    <a:pt x="86131" y="15756"/>
                    <a:pt x="89658" y="12226"/>
                    <a:pt x="89658" y="7878"/>
                  </a:cubicBezTo>
                  <a:cubicBezTo>
                    <a:pt x="89658" y="3529"/>
                    <a:pt x="86131" y="0"/>
                    <a:pt x="81786" y="0"/>
                  </a:cubicBezTo>
                  <a:lnTo>
                    <a:pt x="7872" y="0"/>
                  </a:lnTo>
                  <a:cubicBezTo>
                    <a:pt x="7816" y="0"/>
                    <a:pt x="7765" y="32"/>
                    <a:pt x="7702" y="32"/>
                  </a:cubicBezTo>
                  <a:cubicBezTo>
                    <a:pt x="6739" y="50"/>
                    <a:pt x="5775" y="227"/>
                    <a:pt x="4875" y="605"/>
                  </a:cubicBezTo>
                  <a:cubicBezTo>
                    <a:pt x="2941" y="1405"/>
                    <a:pt x="1404" y="2943"/>
                    <a:pt x="605" y="4878"/>
                  </a:cubicBezTo>
                  <a:cubicBezTo>
                    <a:pt x="321" y="5559"/>
                    <a:pt x="252" y="6290"/>
                    <a:pt x="176" y="7014"/>
                  </a:cubicBezTo>
                  <a:cubicBezTo>
                    <a:pt x="145" y="7311"/>
                    <a:pt x="0" y="7569"/>
                    <a:pt x="0" y="7878"/>
                  </a:cubicBezTo>
                  <a:lnTo>
                    <a:pt x="0" y="81866"/>
                  </a:lnTo>
                  <a:cubicBezTo>
                    <a:pt x="0" y="86214"/>
                    <a:pt x="3527" y="89743"/>
                    <a:pt x="7872" y="89743"/>
                  </a:cubicBezTo>
                  <a:cubicBezTo>
                    <a:pt x="12218" y="89743"/>
                    <a:pt x="15745" y="86214"/>
                    <a:pt x="15745" y="81866"/>
                  </a:cubicBezTo>
                  <a:lnTo>
                    <a:pt x="15745" y="26885"/>
                  </a:lnTo>
                  <a:lnTo>
                    <a:pt x="96435" y="107604"/>
                  </a:lnTo>
                  <a:cubicBezTo>
                    <a:pt x="97971" y="109142"/>
                    <a:pt x="99980" y="109910"/>
                    <a:pt x="102002" y="109910"/>
                  </a:cubicBezTo>
                  <a:cubicBezTo>
                    <a:pt x="104024" y="109910"/>
                    <a:pt x="106033" y="109142"/>
                    <a:pt x="107569" y="107604"/>
                  </a:cubicBezTo>
                  <a:cubicBezTo>
                    <a:pt x="110643" y="104528"/>
                    <a:pt x="110643" y="99543"/>
                    <a:pt x="107569" y="96462"/>
                  </a:cubicBezTo>
                  <a:lnTo>
                    <a:pt x="26886" y="15749"/>
                  </a:lnTo>
                  <a:close/>
                </a:path>
              </a:pathLst>
            </a:custGeom>
            <a:solidFill>
              <a:srgbClr val="FFFFFF"/>
            </a:solidFill>
            <a:ln w="0" cap="flat">
              <a:noFill/>
              <a:prstDash val="solid"/>
              <a:miter/>
            </a:ln>
          </p:spPr>
          <p:txBody>
            <a:bodyPr rtlCol="0" anchor="ctr"/>
            <a:lstStyle/>
            <a:p>
              <a:endParaRPr lang="de-DE"/>
            </a:p>
          </p:txBody>
        </p:sp>
        <p:sp>
          <p:nvSpPr>
            <p:cNvPr id="490" name="Freihandform 489">
              <a:extLst>
                <a:ext uri="{FF2B5EF4-FFF2-40B4-BE49-F238E27FC236}">
                  <a16:creationId xmlns:a16="http://schemas.microsoft.com/office/drawing/2014/main" id="{63EBA538-C0B7-D36F-4080-72333CB040F3}"/>
                </a:ext>
              </a:extLst>
            </p:cNvPr>
            <p:cNvSpPr/>
            <p:nvPr/>
          </p:nvSpPr>
          <p:spPr>
            <a:xfrm>
              <a:off x="7708551" y="2311050"/>
              <a:ext cx="109887" cy="109921"/>
            </a:xfrm>
            <a:custGeom>
              <a:avLst/>
              <a:gdLst>
                <a:gd name="connsiteX0" fmla="*/ 96435 w 109887"/>
                <a:gd name="connsiteY0" fmla="*/ 2311 h 109921"/>
                <a:gd name="connsiteX1" fmla="*/ 15745 w 109887"/>
                <a:gd name="connsiteY1" fmla="*/ 83030 h 109921"/>
                <a:gd name="connsiteX2" fmla="*/ 15745 w 109887"/>
                <a:gd name="connsiteY2" fmla="*/ 28056 h 109921"/>
                <a:gd name="connsiteX3" fmla="*/ 7872 w 109887"/>
                <a:gd name="connsiteY3" fmla="*/ 20178 h 109921"/>
                <a:gd name="connsiteX4" fmla="*/ 0 w 109887"/>
                <a:gd name="connsiteY4" fmla="*/ 28056 h 109921"/>
                <a:gd name="connsiteX5" fmla="*/ 0 w 109887"/>
                <a:gd name="connsiteY5" fmla="*/ 102025 h 109921"/>
                <a:gd name="connsiteX6" fmla="*/ 107 w 109887"/>
                <a:gd name="connsiteY6" fmla="*/ 102548 h 109921"/>
                <a:gd name="connsiteX7" fmla="*/ 611 w 109887"/>
                <a:gd name="connsiteY7" fmla="*/ 105037 h 109921"/>
                <a:gd name="connsiteX8" fmla="*/ 2261 w 109887"/>
                <a:gd name="connsiteY8" fmla="*/ 107520 h 109921"/>
                <a:gd name="connsiteX9" fmla="*/ 2318 w 109887"/>
                <a:gd name="connsiteY9" fmla="*/ 107609 h 109921"/>
                <a:gd name="connsiteX10" fmla="*/ 3029 w 109887"/>
                <a:gd name="connsiteY10" fmla="*/ 108081 h 109921"/>
                <a:gd name="connsiteX11" fmla="*/ 4856 w 109887"/>
                <a:gd name="connsiteY11" fmla="*/ 109298 h 109921"/>
                <a:gd name="connsiteX12" fmla="*/ 7891 w 109887"/>
                <a:gd name="connsiteY12" fmla="*/ 109922 h 109921"/>
                <a:gd name="connsiteX13" fmla="*/ 7954 w 109887"/>
                <a:gd name="connsiteY13" fmla="*/ 109909 h 109921"/>
                <a:gd name="connsiteX14" fmla="*/ 81798 w 109887"/>
                <a:gd name="connsiteY14" fmla="*/ 109909 h 109921"/>
                <a:gd name="connsiteX15" fmla="*/ 89671 w 109887"/>
                <a:gd name="connsiteY15" fmla="*/ 102031 h 109921"/>
                <a:gd name="connsiteX16" fmla="*/ 81798 w 109887"/>
                <a:gd name="connsiteY16" fmla="*/ 94153 h 109921"/>
                <a:gd name="connsiteX17" fmla="*/ 26911 w 109887"/>
                <a:gd name="connsiteY17" fmla="*/ 94153 h 109921"/>
                <a:gd name="connsiteX18" fmla="*/ 107582 w 109887"/>
                <a:gd name="connsiteY18" fmla="*/ 13454 h 109921"/>
                <a:gd name="connsiteX19" fmla="*/ 107582 w 109887"/>
                <a:gd name="connsiteY19" fmla="*/ 2311 h 109921"/>
                <a:gd name="connsiteX20" fmla="*/ 96447 w 109887"/>
                <a:gd name="connsiteY20" fmla="*/ 2311 h 109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09887" h="109921">
                  <a:moveTo>
                    <a:pt x="96435" y="2311"/>
                  </a:moveTo>
                  <a:lnTo>
                    <a:pt x="15745" y="83030"/>
                  </a:lnTo>
                  <a:lnTo>
                    <a:pt x="15745" y="28056"/>
                  </a:lnTo>
                  <a:cubicBezTo>
                    <a:pt x="15745" y="23707"/>
                    <a:pt x="12218" y="20178"/>
                    <a:pt x="7872" y="20178"/>
                  </a:cubicBezTo>
                  <a:cubicBezTo>
                    <a:pt x="3527" y="20178"/>
                    <a:pt x="0" y="23707"/>
                    <a:pt x="0" y="28056"/>
                  </a:cubicBezTo>
                  <a:lnTo>
                    <a:pt x="0" y="102025"/>
                  </a:lnTo>
                  <a:cubicBezTo>
                    <a:pt x="0" y="102214"/>
                    <a:pt x="95" y="102365"/>
                    <a:pt x="107" y="102548"/>
                  </a:cubicBezTo>
                  <a:cubicBezTo>
                    <a:pt x="164" y="103392"/>
                    <a:pt x="283" y="104243"/>
                    <a:pt x="611" y="105037"/>
                  </a:cubicBezTo>
                  <a:cubicBezTo>
                    <a:pt x="1001" y="105970"/>
                    <a:pt x="1562" y="106808"/>
                    <a:pt x="2261" y="107520"/>
                  </a:cubicBezTo>
                  <a:cubicBezTo>
                    <a:pt x="2286" y="107546"/>
                    <a:pt x="2293" y="107583"/>
                    <a:pt x="2318" y="107609"/>
                  </a:cubicBezTo>
                  <a:cubicBezTo>
                    <a:pt x="2525" y="107817"/>
                    <a:pt x="2803" y="107899"/>
                    <a:pt x="3029" y="108081"/>
                  </a:cubicBezTo>
                  <a:cubicBezTo>
                    <a:pt x="3602" y="108541"/>
                    <a:pt x="4169" y="109008"/>
                    <a:pt x="4856" y="109298"/>
                  </a:cubicBezTo>
                  <a:cubicBezTo>
                    <a:pt x="5826" y="109701"/>
                    <a:pt x="6852" y="109922"/>
                    <a:pt x="7891" y="109922"/>
                  </a:cubicBezTo>
                  <a:cubicBezTo>
                    <a:pt x="7910" y="109922"/>
                    <a:pt x="7936" y="109909"/>
                    <a:pt x="7954" y="109909"/>
                  </a:cubicBezTo>
                  <a:lnTo>
                    <a:pt x="81798" y="109909"/>
                  </a:lnTo>
                  <a:cubicBezTo>
                    <a:pt x="86144" y="109909"/>
                    <a:pt x="89671" y="106380"/>
                    <a:pt x="89671" y="102031"/>
                  </a:cubicBezTo>
                  <a:cubicBezTo>
                    <a:pt x="89671" y="97683"/>
                    <a:pt x="86144" y="94153"/>
                    <a:pt x="81798" y="94153"/>
                  </a:cubicBezTo>
                  <a:lnTo>
                    <a:pt x="26911" y="94153"/>
                  </a:lnTo>
                  <a:lnTo>
                    <a:pt x="107582" y="13454"/>
                  </a:lnTo>
                  <a:cubicBezTo>
                    <a:pt x="110656" y="10378"/>
                    <a:pt x="110656" y="5393"/>
                    <a:pt x="107582" y="2311"/>
                  </a:cubicBezTo>
                  <a:cubicBezTo>
                    <a:pt x="104509" y="-770"/>
                    <a:pt x="99533" y="-770"/>
                    <a:pt x="96447" y="2311"/>
                  </a:cubicBezTo>
                  <a:close/>
                </a:path>
              </a:pathLst>
            </a:custGeom>
            <a:solidFill>
              <a:srgbClr val="FFFFFF"/>
            </a:solidFill>
            <a:ln w="0" cap="flat">
              <a:noFill/>
              <a:prstDash val="solid"/>
              <a:miter/>
            </a:ln>
          </p:spPr>
          <p:txBody>
            <a:bodyPr rtlCol="0" anchor="ctr"/>
            <a:lstStyle/>
            <a:p>
              <a:endParaRPr lang="de-DE"/>
            </a:p>
          </p:txBody>
        </p:sp>
        <p:sp>
          <p:nvSpPr>
            <p:cNvPr id="491" name="Freihandform 490">
              <a:extLst>
                <a:ext uri="{FF2B5EF4-FFF2-40B4-BE49-F238E27FC236}">
                  <a16:creationId xmlns:a16="http://schemas.microsoft.com/office/drawing/2014/main" id="{BB2661DF-4958-500A-51C3-59BD6BF00C9A}"/>
                </a:ext>
              </a:extLst>
            </p:cNvPr>
            <p:cNvSpPr/>
            <p:nvPr/>
          </p:nvSpPr>
          <p:spPr>
            <a:xfrm>
              <a:off x="7893199" y="2311055"/>
              <a:ext cx="109883" cy="109916"/>
            </a:xfrm>
            <a:custGeom>
              <a:avLst/>
              <a:gdLst>
                <a:gd name="connsiteX0" fmla="*/ 102011 w 109883"/>
                <a:gd name="connsiteY0" fmla="*/ 20173 h 109916"/>
                <a:gd name="connsiteX1" fmla="*/ 94138 w 109883"/>
                <a:gd name="connsiteY1" fmla="*/ 28051 h 109916"/>
                <a:gd name="connsiteX2" fmla="*/ 94138 w 109883"/>
                <a:gd name="connsiteY2" fmla="*/ 83025 h 109916"/>
                <a:gd name="connsiteX3" fmla="*/ 13442 w 109883"/>
                <a:gd name="connsiteY3" fmla="*/ 2307 h 109916"/>
                <a:gd name="connsiteX4" fmla="*/ 2307 w 109883"/>
                <a:gd name="connsiteY4" fmla="*/ 2307 h 109916"/>
                <a:gd name="connsiteX5" fmla="*/ 2307 w 109883"/>
                <a:gd name="connsiteY5" fmla="*/ 13449 h 109916"/>
                <a:gd name="connsiteX6" fmla="*/ 82991 w 109883"/>
                <a:gd name="connsiteY6" fmla="*/ 94149 h 109916"/>
                <a:gd name="connsiteX7" fmla="*/ 28054 w 109883"/>
                <a:gd name="connsiteY7" fmla="*/ 94149 h 109916"/>
                <a:gd name="connsiteX8" fmla="*/ 20181 w 109883"/>
                <a:gd name="connsiteY8" fmla="*/ 102026 h 109916"/>
                <a:gd name="connsiteX9" fmla="*/ 28054 w 109883"/>
                <a:gd name="connsiteY9" fmla="*/ 109904 h 109916"/>
                <a:gd name="connsiteX10" fmla="*/ 101948 w 109883"/>
                <a:gd name="connsiteY10" fmla="*/ 109904 h 109916"/>
                <a:gd name="connsiteX11" fmla="*/ 102011 w 109883"/>
                <a:gd name="connsiteY11" fmla="*/ 109917 h 109916"/>
                <a:gd name="connsiteX12" fmla="*/ 105046 w 109883"/>
                <a:gd name="connsiteY12" fmla="*/ 109293 h 109916"/>
                <a:gd name="connsiteX13" fmla="*/ 106438 w 109883"/>
                <a:gd name="connsiteY13" fmla="*/ 108366 h 109916"/>
                <a:gd name="connsiteX14" fmla="*/ 107572 w 109883"/>
                <a:gd name="connsiteY14" fmla="*/ 107610 h 109916"/>
                <a:gd name="connsiteX15" fmla="*/ 108032 w 109883"/>
                <a:gd name="connsiteY15" fmla="*/ 106923 h 109916"/>
                <a:gd name="connsiteX16" fmla="*/ 109272 w 109883"/>
                <a:gd name="connsiteY16" fmla="*/ 105058 h 109916"/>
                <a:gd name="connsiteX17" fmla="*/ 109883 w 109883"/>
                <a:gd name="connsiteY17" fmla="*/ 102039 h 109916"/>
                <a:gd name="connsiteX18" fmla="*/ 109883 w 109883"/>
                <a:gd name="connsiteY18" fmla="*/ 102039 h 109916"/>
                <a:gd name="connsiteX19" fmla="*/ 109883 w 109883"/>
                <a:gd name="connsiteY19" fmla="*/ 28070 h 109916"/>
                <a:gd name="connsiteX20" fmla="*/ 102011 w 109883"/>
                <a:gd name="connsiteY20" fmla="*/ 20192 h 109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09883" h="109916">
                  <a:moveTo>
                    <a:pt x="102011" y="20173"/>
                  </a:moveTo>
                  <a:cubicBezTo>
                    <a:pt x="97665" y="20173"/>
                    <a:pt x="94138" y="23703"/>
                    <a:pt x="94138" y="28051"/>
                  </a:cubicBezTo>
                  <a:lnTo>
                    <a:pt x="94138" y="83025"/>
                  </a:lnTo>
                  <a:lnTo>
                    <a:pt x="13442" y="2307"/>
                  </a:lnTo>
                  <a:cubicBezTo>
                    <a:pt x="10369" y="-769"/>
                    <a:pt x="5387" y="-769"/>
                    <a:pt x="2307" y="2307"/>
                  </a:cubicBezTo>
                  <a:cubicBezTo>
                    <a:pt x="-772" y="5382"/>
                    <a:pt x="-766" y="10373"/>
                    <a:pt x="2307" y="13449"/>
                  </a:cubicBezTo>
                  <a:lnTo>
                    <a:pt x="82991" y="94149"/>
                  </a:lnTo>
                  <a:lnTo>
                    <a:pt x="28054" y="94149"/>
                  </a:lnTo>
                  <a:cubicBezTo>
                    <a:pt x="23708" y="94149"/>
                    <a:pt x="20181" y="97678"/>
                    <a:pt x="20181" y="102026"/>
                  </a:cubicBezTo>
                  <a:cubicBezTo>
                    <a:pt x="20181" y="106375"/>
                    <a:pt x="23708" y="109904"/>
                    <a:pt x="28054" y="109904"/>
                  </a:cubicBezTo>
                  <a:lnTo>
                    <a:pt x="101948" y="109904"/>
                  </a:lnTo>
                  <a:cubicBezTo>
                    <a:pt x="101948" y="109904"/>
                    <a:pt x="101992" y="109917"/>
                    <a:pt x="102011" y="109917"/>
                  </a:cubicBezTo>
                  <a:cubicBezTo>
                    <a:pt x="103050" y="109917"/>
                    <a:pt x="104076" y="109696"/>
                    <a:pt x="105046" y="109293"/>
                  </a:cubicBezTo>
                  <a:cubicBezTo>
                    <a:pt x="105569" y="109072"/>
                    <a:pt x="105978" y="108688"/>
                    <a:pt x="106438" y="108366"/>
                  </a:cubicBezTo>
                  <a:cubicBezTo>
                    <a:pt x="106816" y="108102"/>
                    <a:pt x="107238" y="107944"/>
                    <a:pt x="107572" y="107610"/>
                  </a:cubicBezTo>
                  <a:cubicBezTo>
                    <a:pt x="107773" y="107409"/>
                    <a:pt x="107855" y="107138"/>
                    <a:pt x="108032" y="106923"/>
                  </a:cubicBezTo>
                  <a:cubicBezTo>
                    <a:pt x="108504" y="106343"/>
                    <a:pt x="108976" y="105757"/>
                    <a:pt x="109272" y="105058"/>
                  </a:cubicBezTo>
                  <a:cubicBezTo>
                    <a:pt x="109669" y="104094"/>
                    <a:pt x="109883" y="103066"/>
                    <a:pt x="109883" y="102039"/>
                  </a:cubicBezTo>
                  <a:cubicBezTo>
                    <a:pt x="109883" y="102039"/>
                    <a:pt x="109883" y="102039"/>
                    <a:pt x="109883" y="102039"/>
                  </a:cubicBezTo>
                  <a:lnTo>
                    <a:pt x="109883" y="28070"/>
                  </a:lnTo>
                  <a:cubicBezTo>
                    <a:pt x="109883" y="23722"/>
                    <a:pt x="106356" y="20192"/>
                    <a:pt x="102011" y="20192"/>
                  </a:cubicBezTo>
                  <a:close/>
                </a:path>
              </a:pathLst>
            </a:custGeom>
            <a:solidFill>
              <a:srgbClr val="FFFFFF"/>
            </a:solidFill>
            <a:ln w="0" cap="flat">
              <a:noFill/>
              <a:prstDash val="solid"/>
              <a:miter/>
            </a:ln>
          </p:spPr>
          <p:txBody>
            <a:bodyPr rtlCol="0" anchor="ctr"/>
            <a:lstStyle/>
            <a:p>
              <a:endParaRPr lang="de-DE"/>
            </a:p>
          </p:txBody>
        </p:sp>
      </p:grpSp>
      <p:grpSp>
        <p:nvGrpSpPr>
          <p:cNvPr id="492" name="Grafik 463">
            <a:extLst>
              <a:ext uri="{FF2B5EF4-FFF2-40B4-BE49-F238E27FC236}">
                <a16:creationId xmlns:a16="http://schemas.microsoft.com/office/drawing/2014/main" id="{8205768C-7120-9173-3784-4591F5F264C8}"/>
              </a:ext>
            </a:extLst>
          </p:cNvPr>
          <p:cNvGrpSpPr/>
          <p:nvPr/>
        </p:nvGrpSpPr>
        <p:grpSpPr>
          <a:xfrm>
            <a:off x="8444751" y="2124658"/>
            <a:ext cx="294527" cy="296325"/>
            <a:chOff x="8444751" y="2124658"/>
            <a:chExt cx="294527" cy="296325"/>
          </a:xfrm>
          <a:solidFill>
            <a:srgbClr val="FFFFFF"/>
          </a:solidFill>
        </p:grpSpPr>
        <p:sp>
          <p:nvSpPr>
            <p:cNvPr id="493" name="Freihandform 492">
              <a:extLst>
                <a:ext uri="{FF2B5EF4-FFF2-40B4-BE49-F238E27FC236}">
                  <a16:creationId xmlns:a16="http://schemas.microsoft.com/office/drawing/2014/main" id="{3434353D-93B7-469A-5E8A-C9FFDE558C72}"/>
                </a:ext>
              </a:extLst>
            </p:cNvPr>
            <p:cNvSpPr/>
            <p:nvPr/>
          </p:nvSpPr>
          <p:spPr>
            <a:xfrm>
              <a:off x="8629391" y="2124658"/>
              <a:ext cx="109880" cy="109931"/>
            </a:xfrm>
            <a:custGeom>
              <a:avLst/>
              <a:gdLst>
                <a:gd name="connsiteX0" fmla="*/ 617 w 109880"/>
                <a:gd name="connsiteY0" fmla="*/ 105073 h 109931"/>
                <a:gd name="connsiteX1" fmla="*/ 1845 w 109880"/>
                <a:gd name="connsiteY1" fmla="*/ 106926 h 109931"/>
                <a:gd name="connsiteX2" fmla="*/ 2311 w 109880"/>
                <a:gd name="connsiteY2" fmla="*/ 107625 h 109931"/>
                <a:gd name="connsiteX3" fmla="*/ 3445 w 109880"/>
                <a:gd name="connsiteY3" fmla="*/ 108381 h 109931"/>
                <a:gd name="connsiteX4" fmla="*/ 4837 w 109880"/>
                <a:gd name="connsiteY4" fmla="*/ 109308 h 109931"/>
                <a:gd name="connsiteX5" fmla="*/ 7872 w 109880"/>
                <a:gd name="connsiteY5" fmla="*/ 109932 h 109931"/>
                <a:gd name="connsiteX6" fmla="*/ 7936 w 109880"/>
                <a:gd name="connsiteY6" fmla="*/ 109919 h 109931"/>
                <a:gd name="connsiteX7" fmla="*/ 81842 w 109880"/>
                <a:gd name="connsiteY7" fmla="*/ 109919 h 109931"/>
                <a:gd name="connsiteX8" fmla="*/ 89715 w 109880"/>
                <a:gd name="connsiteY8" fmla="*/ 102041 h 109931"/>
                <a:gd name="connsiteX9" fmla="*/ 81842 w 109880"/>
                <a:gd name="connsiteY9" fmla="*/ 94164 h 109931"/>
                <a:gd name="connsiteX10" fmla="*/ 26892 w 109880"/>
                <a:gd name="connsiteY10" fmla="*/ 94164 h 109931"/>
                <a:gd name="connsiteX11" fmla="*/ 107576 w 109880"/>
                <a:gd name="connsiteY11" fmla="*/ 13451 h 109931"/>
                <a:gd name="connsiteX12" fmla="*/ 107576 w 109880"/>
                <a:gd name="connsiteY12" fmla="*/ 2309 h 109931"/>
                <a:gd name="connsiteX13" fmla="*/ 96441 w 109880"/>
                <a:gd name="connsiteY13" fmla="*/ 2309 h 109931"/>
                <a:gd name="connsiteX14" fmla="*/ 15745 w 109880"/>
                <a:gd name="connsiteY14" fmla="*/ 83034 h 109931"/>
                <a:gd name="connsiteX15" fmla="*/ 15745 w 109880"/>
                <a:gd name="connsiteY15" fmla="*/ 28066 h 109931"/>
                <a:gd name="connsiteX16" fmla="*/ 7872 w 109880"/>
                <a:gd name="connsiteY16" fmla="*/ 20188 h 109931"/>
                <a:gd name="connsiteX17" fmla="*/ 0 w 109880"/>
                <a:gd name="connsiteY17" fmla="*/ 28066 h 109931"/>
                <a:gd name="connsiteX18" fmla="*/ 0 w 109880"/>
                <a:gd name="connsiteY18" fmla="*/ 102035 h 109931"/>
                <a:gd name="connsiteX19" fmla="*/ 0 w 109880"/>
                <a:gd name="connsiteY19" fmla="*/ 102035 h 109931"/>
                <a:gd name="connsiteX20" fmla="*/ 611 w 109880"/>
                <a:gd name="connsiteY20" fmla="*/ 105054 h 10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09880" h="109931">
                  <a:moveTo>
                    <a:pt x="617" y="105073"/>
                  </a:moveTo>
                  <a:cubicBezTo>
                    <a:pt x="907" y="105772"/>
                    <a:pt x="1379" y="106346"/>
                    <a:pt x="1845" y="106926"/>
                  </a:cubicBezTo>
                  <a:cubicBezTo>
                    <a:pt x="2022" y="107146"/>
                    <a:pt x="2103" y="107417"/>
                    <a:pt x="2311" y="107625"/>
                  </a:cubicBezTo>
                  <a:cubicBezTo>
                    <a:pt x="2645" y="107959"/>
                    <a:pt x="3073" y="108117"/>
                    <a:pt x="3445" y="108381"/>
                  </a:cubicBezTo>
                  <a:cubicBezTo>
                    <a:pt x="3905" y="108703"/>
                    <a:pt x="4314" y="109087"/>
                    <a:pt x="4837" y="109308"/>
                  </a:cubicBezTo>
                  <a:cubicBezTo>
                    <a:pt x="5807" y="109718"/>
                    <a:pt x="6840" y="109932"/>
                    <a:pt x="7872" y="109932"/>
                  </a:cubicBezTo>
                  <a:cubicBezTo>
                    <a:pt x="7891" y="109932"/>
                    <a:pt x="7916" y="109919"/>
                    <a:pt x="7936" y="109919"/>
                  </a:cubicBezTo>
                  <a:lnTo>
                    <a:pt x="81842" y="109919"/>
                  </a:lnTo>
                  <a:cubicBezTo>
                    <a:pt x="86188" y="109919"/>
                    <a:pt x="89715" y="106390"/>
                    <a:pt x="89715" y="102041"/>
                  </a:cubicBezTo>
                  <a:cubicBezTo>
                    <a:pt x="89715" y="97693"/>
                    <a:pt x="86188" y="94164"/>
                    <a:pt x="81842" y="94164"/>
                  </a:cubicBezTo>
                  <a:lnTo>
                    <a:pt x="26892" y="94164"/>
                  </a:lnTo>
                  <a:lnTo>
                    <a:pt x="107576" y="13451"/>
                  </a:lnTo>
                  <a:cubicBezTo>
                    <a:pt x="110649" y="10376"/>
                    <a:pt x="110649" y="5391"/>
                    <a:pt x="107576" y="2309"/>
                  </a:cubicBezTo>
                  <a:cubicBezTo>
                    <a:pt x="104502" y="-773"/>
                    <a:pt x="99521" y="-767"/>
                    <a:pt x="96441" y="2309"/>
                  </a:cubicBezTo>
                  <a:lnTo>
                    <a:pt x="15745" y="83034"/>
                  </a:lnTo>
                  <a:lnTo>
                    <a:pt x="15745" y="28066"/>
                  </a:lnTo>
                  <a:cubicBezTo>
                    <a:pt x="15745" y="23718"/>
                    <a:pt x="12218" y="20188"/>
                    <a:pt x="7872" y="20188"/>
                  </a:cubicBezTo>
                  <a:cubicBezTo>
                    <a:pt x="3527" y="20188"/>
                    <a:pt x="0" y="23718"/>
                    <a:pt x="0" y="28066"/>
                  </a:cubicBezTo>
                  <a:lnTo>
                    <a:pt x="0" y="102035"/>
                  </a:lnTo>
                  <a:cubicBezTo>
                    <a:pt x="0" y="102035"/>
                    <a:pt x="0" y="102035"/>
                    <a:pt x="0" y="102035"/>
                  </a:cubicBezTo>
                  <a:cubicBezTo>
                    <a:pt x="0" y="103062"/>
                    <a:pt x="208" y="104090"/>
                    <a:pt x="611" y="105054"/>
                  </a:cubicBezTo>
                  <a:close/>
                </a:path>
              </a:pathLst>
            </a:custGeom>
            <a:solidFill>
              <a:srgbClr val="FFFFFF"/>
            </a:solidFill>
            <a:ln w="0" cap="flat">
              <a:noFill/>
              <a:prstDash val="solid"/>
              <a:miter/>
            </a:ln>
          </p:spPr>
          <p:txBody>
            <a:bodyPr rtlCol="0" anchor="ctr"/>
            <a:lstStyle/>
            <a:p>
              <a:endParaRPr lang="de-DE"/>
            </a:p>
          </p:txBody>
        </p:sp>
        <p:sp>
          <p:nvSpPr>
            <p:cNvPr id="494" name="Freihandform 493">
              <a:extLst>
                <a:ext uri="{FF2B5EF4-FFF2-40B4-BE49-F238E27FC236}">
                  <a16:creationId xmlns:a16="http://schemas.microsoft.com/office/drawing/2014/main" id="{2DC86CFA-A389-C5ED-B8AA-1870422CF9B4}"/>
                </a:ext>
              </a:extLst>
            </p:cNvPr>
            <p:cNvSpPr/>
            <p:nvPr/>
          </p:nvSpPr>
          <p:spPr>
            <a:xfrm>
              <a:off x="8444751" y="2124667"/>
              <a:ext cx="109858" cy="109929"/>
            </a:xfrm>
            <a:custGeom>
              <a:avLst/>
              <a:gdLst>
                <a:gd name="connsiteX0" fmla="*/ 109858 w 109858"/>
                <a:gd name="connsiteY0" fmla="*/ 28064 h 109929"/>
                <a:gd name="connsiteX1" fmla="*/ 101986 w 109858"/>
                <a:gd name="connsiteY1" fmla="*/ 20186 h 109929"/>
                <a:gd name="connsiteX2" fmla="*/ 94113 w 109858"/>
                <a:gd name="connsiteY2" fmla="*/ 28064 h 109929"/>
                <a:gd name="connsiteX3" fmla="*/ 94113 w 109858"/>
                <a:gd name="connsiteY3" fmla="*/ 83025 h 109929"/>
                <a:gd name="connsiteX4" fmla="*/ 13442 w 109858"/>
                <a:gd name="connsiteY4" fmla="*/ 2307 h 109929"/>
                <a:gd name="connsiteX5" fmla="*/ 2307 w 109858"/>
                <a:gd name="connsiteY5" fmla="*/ 2307 h 109929"/>
                <a:gd name="connsiteX6" fmla="*/ 2307 w 109858"/>
                <a:gd name="connsiteY6" fmla="*/ 13449 h 109929"/>
                <a:gd name="connsiteX7" fmla="*/ 82966 w 109858"/>
                <a:gd name="connsiteY7" fmla="*/ 94161 h 109929"/>
                <a:gd name="connsiteX8" fmla="*/ 28054 w 109858"/>
                <a:gd name="connsiteY8" fmla="*/ 94161 h 109929"/>
                <a:gd name="connsiteX9" fmla="*/ 20181 w 109858"/>
                <a:gd name="connsiteY9" fmla="*/ 102039 h 109929"/>
                <a:gd name="connsiteX10" fmla="*/ 28054 w 109858"/>
                <a:gd name="connsiteY10" fmla="*/ 109917 h 109929"/>
                <a:gd name="connsiteX11" fmla="*/ 101916 w 109858"/>
                <a:gd name="connsiteY11" fmla="*/ 109917 h 109929"/>
                <a:gd name="connsiteX12" fmla="*/ 101979 w 109858"/>
                <a:gd name="connsiteY12" fmla="*/ 109929 h 109929"/>
                <a:gd name="connsiteX13" fmla="*/ 105015 w 109858"/>
                <a:gd name="connsiteY13" fmla="*/ 109299 h 109929"/>
                <a:gd name="connsiteX14" fmla="*/ 105979 w 109858"/>
                <a:gd name="connsiteY14" fmla="*/ 108656 h 109929"/>
                <a:gd name="connsiteX15" fmla="*/ 107540 w 109858"/>
                <a:gd name="connsiteY15" fmla="*/ 107617 h 109929"/>
                <a:gd name="connsiteX16" fmla="*/ 108416 w 109858"/>
                <a:gd name="connsiteY16" fmla="*/ 106299 h 109929"/>
                <a:gd name="connsiteX17" fmla="*/ 109228 w 109858"/>
                <a:gd name="connsiteY17" fmla="*/ 105077 h 109929"/>
                <a:gd name="connsiteX18" fmla="*/ 109839 w 109858"/>
                <a:gd name="connsiteY18" fmla="*/ 102014 h 109929"/>
                <a:gd name="connsiteX19" fmla="*/ 109839 w 109858"/>
                <a:gd name="connsiteY19" fmla="*/ 28064 h 109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9858" h="109929">
                  <a:moveTo>
                    <a:pt x="109858" y="28064"/>
                  </a:moveTo>
                  <a:cubicBezTo>
                    <a:pt x="109858" y="23715"/>
                    <a:pt x="106331" y="20186"/>
                    <a:pt x="101986" y="20186"/>
                  </a:cubicBezTo>
                  <a:cubicBezTo>
                    <a:pt x="97640" y="20186"/>
                    <a:pt x="94113" y="23715"/>
                    <a:pt x="94113" y="28064"/>
                  </a:cubicBezTo>
                  <a:lnTo>
                    <a:pt x="94113" y="83025"/>
                  </a:lnTo>
                  <a:lnTo>
                    <a:pt x="13442" y="2307"/>
                  </a:lnTo>
                  <a:cubicBezTo>
                    <a:pt x="10369" y="-769"/>
                    <a:pt x="5387" y="-769"/>
                    <a:pt x="2307" y="2307"/>
                  </a:cubicBezTo>
                  <a:cubicBezTo>
                    <a:pt x="-772" y="5382"/>
                    <a:pt x="-766" y="10367"/>
                    <a:pt x="2307" y="13449"/>
                  </a:cubicBezTo>
                  <a:lnTo>
                    <a:pt x="82966" y="94161"/>
                  </a:lnTo>
                  <a:lnTo>
                    <a:pt x="28054" y="94161"/>
                  </a:lnTo>
                  <a:cubicBezTo>
                    <a:pt x="23708" y="94161"/>
                    <a:pt x="20181" y="97691"/>
                    <a:pt x="20181" y="102039"/>
                  </a:cubicBezTo>
                  <a:cubicBezTo>
                    <a:pt x="20181" y="106388"/>
                    <a:pt x="23708" y="109917"/>
                    <a:pt x="28054" y="109917"/>
                  </a:cubicBezTo>
                  <a:lnTo>
                    <a:pt x="101916" y="109917"/>
                  </a:lnTo>
                  <a:cubicBezTo>
                    <a:pt x="101916" y="109917"/>
                    <a:pt x="101960" y="109929"/>
                    <a:pt x="101979" y="109929"/>
                  </a:cubicBezTo>
                  <a:cubicBezTo>
                    <a:pt x="103019" y="109929"/>
                    <a:pt x="104045" y="109709"/>
                    <a:pt x="105015" y="109299"/>
                  </a:cubicBezTo>
                  <a:cubicBezTo>
                    <a:pt x="105374" y="109148"/>
                    <a:pt x="105645" y="108858"/>
                    <a:pt x="105979" y="108656"/>
                  </a:cubicBezTo>
                  <a:cubicBezTo>
                    <a:pt x="106514" y="108335"/>
                    <a:pt x="107081" y="108077"/>
                    <a:pt x="107540" y="107617"/>
                  </a:cubicBezTo>
                  <a:cubicBezTo>
                    <a:pt x="107931" y="107226"/>
                    <a:pt x="108126" y="106740"/>
                    <a:pt x="108416" y="106299"/>
                  </a:cubicBezTo>
                  <a:cubicBezTo>
                    <a:pt x="108687" y="105890"/>
                    <a:pt x="109033" y="105537"/>
                    <a:pt x="109228" y="105077"/>
                  </a:cubicBezTo>
                  <a:cubicBezTo>
                    <a:pt x="109638" y="104100"/>
                    <a:pt x="109845" y="103060"/>
                    <a:pt x="109839" y="102014"/>
                  </a:cubicBezTo>
                  <a:lnTo>
                    <a:pt x="109839" y="28064"/>
                  </a:lnTo>
                  <a:close/>
                </a:path>
              </a:pathLst>
            </a:custGeom>
            <a:solidFill>
              <a:srgbClr val="FFFFFF"/>
            </a:solidFill>
            <a:ln w="0" cap="flat">
              <a:noFill/>
              <a:prstDash val="solid"/>
              <a:miter/>
            </a:ln>
          </p:spPr>
          <p:txBody>
            <a:bodyPr rtlCol="0" anchor="ctr"/>
            <a:lstStyle/>
            <a:p>
              <a:endParaRPr lang="de-DE"/>
            </a:p>
          </p:txBody>
        </p:sp>
        <p:sp>
          <p:nvSpPr>
            <p:cNvPr id="495" name="Freihandform 494">
              <a:extLst>
                <a:ext uri="{FF2B5EF4-FFF2-40B4-BE49-F238E27FC236}">
                  <a16:creationId xmlns:a16="http://schemas.microsoft.com/office/drawing/2014/main" id="{C3CF37FB-051C-C896-006E-0810FE8C7AE3}"/>
                </a:ext>
              </a:extLst>
            </p:cNvPr>
            <p:cNvSpPr/>
            <p:nvPr/>
          </p:nvSpPr>
          <p:spPr>
            <a:xfrm>
              <a:off x="8444772" y="2311055"/>
              <a:ext cx="109855" cy="109929"/>
            </a:xfrm>
            <a:custGeom>
              <a:avLst/>
              <a:gdLst>
                <a:gd name="connsiteX0" fmla="*/ 109226 w 109855"/>
                <a:gd name="connsiteY0" fmla="*/ 4853 h 109929"/>
                <a:gd name="connsiteX1" fmla="*/ 107859 w 109855"/>
                <a:gd name="connsiteY1" fmla="*/ 2792 h 109929"/>
                <a:gd name="connsiteX2" fmla="*/ 107538 w 109855"/>
                <a:gd name="connsiteY2" fmla="*/ 2307 h 109929"/>
                <a:gd name="connsiteX3" fmla="*/ 107255 w 109855"/>
                <a:gd name="connsiteY3" fmla="*/ 2118 h 109929"/>
                <a:gd name="connsiteX4" fmla="*/ 104987 w 109855"/>
                <a:gd name="connsiteY4" fmla="*/ 611 h 109929"/>
                <a:gd name="connsiteX5" fmla="*/ 101971 w 109855"/>
                <a:gd name="connsiteY5" fmla="*/ 0 h 109929"/>
                <a:gd name="connsiteX6" fmla="*/ 101971 w 109855"/>
                <a:gd name="connsiteY6" fmla="*/ 0 h 109929"/>
                <a:gd name="connsiteX7" fmla="*/ 28051 w 109855"/>
                <a:gd name="connsiteY7" fmla="*/ 0 h 109929"/>
                <a:gd name="connsiteX8" fmla="*/ 20179 w 109855"/>
                <a:gd name="connsiteY8" fmla="*/ 7878 h 109929"/>
                <a:gd name="connsiteX9" fmla="*/ 28051 w 109855"/>
                <a:gd name="connsiteY9" fmla="*/ 15756 h 109929"/>
                <a:gd name="connsiteX10" fmla="*/ 82976 w 109855"/>
                <a:gd name="connsiteY10" fmla="*/ 15756 h 109929"/>
                <a:gd name="connsiteX11" fmla="*/ 2305 w 109855"/>
                <a:gd name="connsiteY11" fmla="*/ 96481 h 109929"/>
                <a:gd name="connsiteX12" fmla="*/ 2305 w 109855"/>
                <a:gd name="connsiteY12" fmla="*/ 107623 h 109929"/>
                <a:gd name="connsiteX13" fmla="*/ 7873 w 109855"/>
                <a:gd name="connsiteY13" fmla="*/ 109929 h 109929"/>
                <a:gd name="connsiteX14" fmla="*/ 13440 w 109855"/>
                <a:gd name="connsiteY14" fmla="*/ 107623 h 109929"/>
                <a:gd name="connsiteX15" fmla="*/ 94111 w 109855"/>
                <a:gd name="connsiteY15" fmla="*/ 26904 h 109929"/>
                <a:gd name="connsiteX16" fmla="*/ 94111 w 109855"/>
                <a:gd name="connsiteY16" fmla="*/ 81847 h 109929"/>
                <a:gd name="connsiteX17" fmla="*/ 101983 w 109855"/>
                <a:gd name="connsiteY17" fmla="*/ 89725 h 109929"/>
                <a:gd name="connsiteX18" fmla="*/ 109856 w 109855"/>
                <a:gd name="connsiteY18" fmla="*/ 81847 h 109929"/>
                <a:gd name="connsiteX19" fmla="*/ 109856 w 109855"/>
                <a:gd name="connsiteY19" fmla="*/ 7916 h 109929"/>
                <a:gd name="connsiteX20" fmla="*/ 109245 w 109855"/>
                <a:gd name="connsiteY20" fmla="*/ 4859 h 109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09855" h="109929">
                  <a:moveTo>
                    <a:pt x="109226" y="4853"/>
                  </a:moveTo>
                  <a:cubicBezTo>
                    <a:pt x="108905" y="4078"/>
                    <a:pt x="108401" y="3422"/>
                    <a:pt x="107859" y="2792"/>
                  </a:cubicBezTo>
                  <a:cubicBezTo>
                    <a:pt x="107727" y="2641"/>
                    <a:pt x="107683" y="2445"/>
                    <a:pt x="107538" y="2307"/>
                  </a:cubicBezTo>
                  <a:cubicBezTo>
                    <a:pt x="107456" y="2225"/>
                    <a:pt x="107337" y="2193"/>
                    <a:pt x="107255" y="2118"/>
                  </a:cubicBezTo>
                  <a:cubicBezTo>
                    <a:pt x="106587" y="1500"/>
                    <a:pt x="105838" y="964"/>
                    <a:pt x="104987" y="611"/>
                  </a:cubicBezTo>
                  <a:cubicBezTo>
                    <a:pt x="104024" y="214"/>
                    <a:pt x="103003" y="0"/>
                    <a:pt x="101971" y="0"/>
                  </a:cubicBezTo>
                  <a:cubicBezTo>
                    <a:pt x="101971" y="0"/>
                    <a:pt x="101971" y="0"/>
                    <a:pt x="101971" y="0"/>
                  </a:cubicBezTo>
                  <a:lnTo>
                    <a:pt x="28051" y="0"/>
                  </a:lnTo>
                  <a:cubicBezTo>
                    <a:pt x="23706" y="0"/>
                    <a:pt x="20179" y="3529"/>
                    <a:pt x="20179" y="7878"/>
                  </a:cubicBezTo>
                  <a:cubicBezTo>
                    <a:pt x="20179" y="12226"/>
                    <a:pt x="23706" y="15756"/>
                    <a:pt x="28051" y="15756"/>
                  </a:cubicBezTo>
                  <a:lnTo>
                    <a:pt x="82976" y="15756"/>
                  </a:lnTo>
                  <a:lnTo>
                    <a:pt x="2305" y="96481"/>
                  </a:lnTo>
                  <a:cubicBezTo>
                    <a:pt x="-768" y="99556"/>
                    <a:pt x="-768" y="104541"/>
                    <a:pt x="2305" y="107623"/>
                  </a:cubicBezTo>
                  <a:cubicBezTo>
                    <a:pt x="3842" y="109161"/>
                    <a:pt x="5851" y="109929"/>
                    <a:pt x="7873" y="109929"/>
                  </a:cubicBezTo>
                  <a:cubicBezTo>
                    <a:pt x="9894" y="109929"/>
                    <a:pt x="11903" y="109161"/>
                    <a:pt x="13440" y="107623"/>
                  </a:cubicBezTo>
                  <a:lnTo>
                    <a:pt x="94111" y="26904"/>
                  </a:lnTo>
                  <a:lnTo>
                    <a:pt x="94111" y="81847"/>
                  </a:lnTo>
                  <a:cubicBezTo>
                    <a:pt x="94111" y="86195"/>
                    <a:pt x="97638" y="89725"/>
                    <a:pt x="101983" y="89725"/>
                  </a:cubicBezTo>
                  <a:cubicBezTo>
                    <a:pt x="106329" y="89725"/>
                    <a:pt x="109856" y="86195"/>
                    <a:pt x="109856" y="81847"/>
                  </a:cubicBezTo>
                  <a:lnTo>
                    <a:pt x="109856" y="7916"/>
                  </a:lnTo>
                  <a:cubicBezTo>
                    <a:pt x="109856" y="6876"/>
                    <a:pt x="109654" y="5836"/>
                    <a:pt x="109245" y="4859"/>
                  </a:cubicBezTo>
                  <a:close/>
                </a:path>
              </a:pathLst>
            </a:custGeom>
            <a:solidFill>
              <a:srgbClr val="FFFFFF"/>
            </a:solidFill>
            <a:ln w="0" cap="flat">
              <a:noFill/>
              <a:prstDash val="solid"/>
              <a:miter/>
            </a:ln>
          </p:spPr>
          <p:txBody>
            <a:bodyPr rtlCol="0" anchor="ctr"/>
            <a:lstStyle/>
            <a:p>
              <a:endParaRPr lang="de-DE"/>
            </a:p>
          </p:txBody>
        </p:sp>
        <p:sp>
          <p:nvSpPr>
            <p:cNvPr id="496" name="Freihandform 495">
              <a:extLst>
                <a:ext uri="{FF2B5EF4-FFF2-40B4-BE49-F238E27FC236}">
                  <a16:creationId xmlns:a16="http://schemas.microsoft.com/office/drawing/2014/main" id="{CC353EAA-2438-F7A8-4C24-D2864AAC5135}"/>
                </a:ext>
              </a:extLst>
            </p:cNvPr>
            <p:cNvSpPr/>
            <p:nvPr/>
          </p:nvSpPr>
          <p:spPr>
            <a:xfrm>
              <a:off x="8629398" y="2311055"/>
              <a:ext cx="109880" cy="109923"/>
            </a:xfrm>
            <a:custGeom>
              <a:avLst/>
              <a:gdLst>
                <a:gd name="connsiteX0" fmla="*/ 26880 w 109880"/>
                <a:gd name="connsiteY0" fmla="*/ 15756 h 109923"/>
                <a:gd name="connsiteX1" fmla="*/ 81842 w 109880"/>
                <a:gd name="connsiteY1" fmla="*/ 15756 h 109923"/>
                <a:gd name="connsiteX2" fmla="*/ 89715 w 109880"/>
                <a:gd name="connsiteY2" fmla="*/ 7878 h 109923"/>
                <a:gd name="connsiteX3" fmla="*/ 81842 w 109880"/>
                <a:gd name="connsiteY3" fmla="*/ 0 h 109923"/>
                <a:gd name="connsiteX4" fmla="*/ 7872 w 109880"/>
                <a:gd name="connsiteY4" fmla="*/ 0 h 109923"/>
                <a:gd name="connsiteX5" fmla="*/ 4862 w 109880"/>
                <a:gd name="connsiteY5" fmla="*/ 605 h 109923"/>
                <a:gd name="connsiteX6" fmla="*/ 604 w 109880"/>
                <a:gd name="connsiteY6" fmla="*/ 4865 h 109923"/>
                <a:gd name="connsiteX7" fmla="*/ 0 w 109880"/>
                <a:gd name="connsiteY7" fmla="*/ 7878 h 109923"/>
                <a:gd name="connsiteX8" fmla="*/ 0 w 109880"/>
                <a:gd name="connsiteY8" fmla="*/ 81841 h 109923"/>
                <a:gd name="connsiteX9" fmla="*/ 7872 w 109880"/>
                <a:gd name="connsiteY9" fmla="*/ 89718 h 109923"/>
                <a:gd name="connsiteX10" fmla="*/ 15745 w 109880"/>
                <a:gd name="connsiteY10" fmla="*/ 81841 h 109923"/>
                <a:gd name="connsiteX11" fmla="*/ 15745 w 109880"/>
                <a:gd name="connsiteY11" fmla="*/ 26892 h 109923"/>
                <a:gd name="connsiteX12" fmla="*/ 96441 w 109880"/>
                <a:gd name="connsiteY12" fmla="*/ 107617 h 109923"/>
                <a:gd name="connsiteX13" fmla="*/ 102008 w 109880"/>
                <a:gd name="connsiteY13" fmla="*/ 109923 h 109923"/>
                <a:gd name="connsiteX14" fmla="*/ 107576 w 109880"/>
                <a:gd name="connsiteY14" fmla="*/ 107617 h 109923"/>
                <a:gd name="connsiteX15" fmla="*/ 107576 w 109880"/>
                <a:gd name="connsiteY15" fmla="*/ 96474 h 109923"/>
                <a:gd name="connsiteX16" fmla="*/ 26880 w 109880"/>
                <a:gd name="connsiteY16" fmla="*/ 15749 h 109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880" h="109923">
                  <a:moveTo>
                    <a:pt x="26880" y="15756"/>
                  </a:moveTo>
                  <a:lnTo>
                    <a:pt x="81842" y="15756"/>
                  </a:lnTo>
                  <a:cubicBezTo>
                    <a:pt x="86188" y="15756"/>
                    <a:pt x="89715" y="12226"/>
                    <a:pt x="89715" y="7878"/>
                  </a:cubicBezTo>
                  <a:cubicBezTo>
                    <a:pt x="89715" y="3529"/>
                    <a:pt x="86188" y="0"/>
                    <a:pt x="81842" y="0"/>
                  </a:cubicBezTo>
                  <a:lnTo>
                    <a:pt x="7872" y="0"/>
                  </a:lnTo>
                  <a:cubicBezTo>
                    <a:pt x="6846" y="0"/>
                    <a:pt x="5826" y="208"/>
                    <a:pt x="4862" y="605"/>
                  </a:cubicBezTo>
                  <a:cubicBezTo>
                    <a:pt x="2935" y="1405"/>
                    <a:pt x="1404" y="2937"/>
                    <a:pt x="604" y="4865"/>
                  </a:cubicBezTo>
                  <a:cubicBezTo>
                    <a:pt x="208" y="5830"/>
                    <a:pt x="0" y="6851"/>
                    <a:pt x="0" y="7878"/>
                  </a:cubicBezTo>
                  <a:lnTo>
                    <a:pt x="0" y="81841"/>
                  </a:lnTo>
                  <a:cubicBezTo>
                    <a:pt x="0" y="86189"/>
                    <a:pt x="3527" y="89718"/>
                    <a:pt x="7872" y="89718"/>
                  </a:cubicBezTo>
                  <a:cubicBezTo>
                    <a:pt x="12218" y="89718"/>
                    <a:pt x="15745" y="86189"/>
                    <a:pt x="15745" y="81841"/>
                  </a:cubicBezTo>
                  <a:lnTo>
                    <a:pt x="15745" y="26892"/>
                  </a:lnTo>
                  <a:lnTo>
                    <a:pt x="96441" y="107617"/>
                  </a:lnTo>
                  <a:cubicBezTo>
                    <a:pt x="97978" y="109154"/>
                    <a:pt x="99987" y="109923"/>
                    <a:pt x="102008" y="109923"/>
                  </a:cubicBezTo>
                  <a:cubicBezTo>
                    <a:pt x="104030" y="109923"/>
                    <a:pt x="106039" y="109154"/>
                    <a:pt x="107576" y="107617"/>
                  </a:cubicBezTo>
                  <a:cubicBezTo>
                    <a:pt x="110649" y="104541"/>
                    <a:pt x="110649" y="99556"/>
                    <a:pt x="107576" y="96474"/>
                  </a:cubicBezTo>
                  <a:lnTo>
                    <a:pt x="26880" y="15749"/>
                  </a:lnTo>
                  <a:close/>
                </a:path>
              </a:pathLst>
            </a:custGeom>
            <a:solidFill>
              <a:srgbClr val="FFFFFF"/>
            </a:solidFill>
            <a:ln w="0" cap="flat">
              <a:noFill/>
              <a:prstDash val="solid"/>
              <a:miter/>
            </a:ln>
          </p:spPr>
          <p:txBody>
            <a:bodyPr rtlCol="0" anchor="ctr"/>
            <a:lstStyle/>
            <a:p>
              <a:endParaRPr lang="de-DE"/>
            </a:p>
          </p:txBody>
        </p:sp>
      </p:grpSp>
      <p:sp>
        <p:nvSpPr>
          <p:cNvPr id="497" name="Freihandform 496">
            <a:extLst>
              <a:ext uri="{FF2B5EF4-FFF2-40B4-BE49-F238E27FC236}">
                <a16:creationId xmlns:a16="http://schemas.microsoft.com/office/drawing/2014/main" id="{B93DCC18-65C9-7D06-4328-A74FC5877385}"/>
              </a:ext>
            </a:extLst>
          </p:cNvPr>
          <p:cNvSpPr/>
          <p:nvPr/>
        </p:nvSpPr>
        <p:spPr>
          <a:xfrm>
            <a:off x="11389967" y="2872707"/>
            <a:ext cx="296093" cy="296260"/>
          </a:xfrm>
          <a:custGeom>
            <a:avLst/>
            <a:gdLst>
              <a:gd name="connsiteX0" fmla="*/ 293782 w 296093"/>
              <a:gd name="connsiteY0" fmla="*/ 64144 h 296260"/>
              <a:gd name="connsiteX1" fmla="*/ 231986 w 296093"/>
              <a:gd name="connsiteY1" fmla="*/ 2307 h 296260"/>
              <a:gd name="connsiteX2" fmla="*/ 226419 w 296093"/>
              <a:gd name="connsiteY2" fmla="*/ 0 h 296260"/>
              <a:gd name="connsiteX3" fmla="*/ 39558 w 296093"/>
              <a:gd name="connsiteY3" fmla="*/ 0 h 296260"/>
              <a:gd name="connsiteX4" fmla="*/ 0 w 296093"/>
              <a:gd name="connsiteY4" fmla="*/ 39584 h 296260"/>
              <a:gd name="connsiteX5" fmla="*/ 0 w 296093"/>
              <a:gd name="connsiteY5" fmla="*/ 256695 h 296260"/>
              <a:gd name="connsiteX6" fmla="*/ 39558 w 296093"/>
              <a:gd name="connsiteY6" fmla="*/ 296261 h 296260"/>
              <a:gd name="connsiteX7" fmla="*/ 256561 w 296093"/>
              <a:gd name="connsiteY7" fmla="*/ 296261 h 296260"/>
              <a:gd name="connsiteX8" fmla="*/ 284492 w 296093"/>
              <a:gd name="connsiteY8" fmla="*/ 284696 h 296260"/>
              <a:gd name="connsiteX9" fmla="*/ 296093 w 296093"/>
              <a:gd name="connsiteY9" fmla="*/ 256695 h 296260"/>
              <a:gd name="connsiteX10" fmla="*/ 296093 w 296093"/>
              <a:gd name="connsiteY10" fmla="*/ 69709 h 296260"/>
              <a:gd name="connsiteX11" fmla="*/ 293788 w 296093"/>
              <a:gd name="connsiteY11" fmla="*/ 64137 h 296260"/>
              <a:gd name="connsiteX12" fmla="*/ 206410 w 296093"/>
              <a:gd name="connsiteY12" fmla="*/ 15762 h 296260"/>
              <a:gd name="connsiteX13" fmla="*/ 206410 w 296093"/>
              <a:gd name="connsiteY13" fmla="*/ 87405 h 296260"/>
              <a:gd name="connsiteX14" fmla="*/ 89690 w 296093"/>
              <a:gd name="connsiteY14" fmla="*/ 87405 h 296260"/>
              <a:gd name="connsiteX15" fmla="*/ 89690 w 296093"/>
              <a:gd name="connsiteY15" fmla="*/ 15762 h 296260"/>
              <a:gd name="connsiteX16" fmla="*/ 206410 w 296093"/>
              <a:gd name="connsiteY16" fmla="*/ 15762 h 296260"/>
              <a:gd name="connsiteX17" fmla="*/ 280342 w 296093"/>
              <a:gd name="connsiteY17" fmla="*/ 256720 h 296260"/>
              <a:gd name="connsiteX18" fmla="*/ 273364 w 296093"/>
              <a:gd name="connsiteY18" fmla="*/ 273554 h 296260"/>
              <a:gd name="connsiteX19" fmla="*/ 256548 w 296093"/>
              <a:gd name="connsiteY19" fmla="*/ 280511 h 296260"/>
              <a:gd name="connsiteX20" fmla="*/ 39539 w 296093"/>
              <a:gd name="connsiteY20" fmla="*/ 280511 h 296260"/>
              <a:gd name="connsiteX21" fmla="*/ 15745 w 296093"/>
              <a:gd name="connsiteY21" fmla="*/ 256702 h 296260"/>
              <a:gd name="connsiteX22" fmla="*/ 15745 w 296093"/>
              <a:gd name="connsiteY22" fmla="*/ 39590 h 296260"/>
              <a:gd name="connsiteX23" fmla="*/ 39558 w 296093"/>
              <a:gd name="connsiteY23" fmla="*/ 15762 h 296260"/>
              <a:gd name="connsiteX24" fmla="*/ 73945 w 296093"/>
              <a:gd name="connsiteY24" fmla="*/ 15762 h 296260"/>
              <a:gd name="connsiteX25" fmla="*/ 73945 w 296093"/>
              <a:gd name="connsiteY25" fmla="*/ 95283 h 296260"/>
              <a:gd name="connsiteX26" fmla="*/ 81817 w 296093"/>
              <a:gd name="connsiteY26" fmla="*/ 103161 h 296260"/>
              <a:gd name="connsiteX27" fmla="*/ 214282 w 296093"/>
              <a:gd name="connsiteY27" fmla="*/ 103161 h 296260"/>
              <a:gd name="connsiteX28" fmla="*/ 222155 w 296093"/>
              <a:gd name="connsiteY28" fmla="*/ 95283 h 296260"/>
              <a:gd name="connsiteX29" fmla="*/ 222155 w 296093"/>
              <a:gd name="connsiteY29" fmla="*/ 15762 h 296260"/>
              <a:gd name="connsiteX30" fmla="*/ 223156 w 296093"/>
              <a:gd name="connsiteY30" fmla="*/ 15762 h 296260"/>
              <a:gd name="connsiteX31" fmla="*/ 280342 w 296093"/>
              <a:gd name="connsiteY31" fmla="*/ 72979 h 296260"/>
              <a:gd name="connsiteX32" fmla="*/ 280342 w 296093"/>
              <a:gd name="connsiteY32" fmla="*/ 256720 h 296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6093" h="296260">
                <a:moveTo>
                  <a:pt x="293782" y="64144"/>
                </a:moveTo>
                <a:lnTo>
                  <a:pt x="231986" y="2307"/>
                </a:lnTo>
                <a:cubicBezTo>
                  <a:pt x="230513" y="832"/>
                  <a:pt x="228503" y="0"/>
                  <a:pt x="226419" y="0"/>
                </a:cubicBezTo>
                <a:lnTo>
                  <a:pt x="39558" y="0"/>
                </a:lnTo>
                <a:cubicBezTo>
                  <a:pt x="17742" y="0"/>
                  <a:pt x="0" y="17753"/>
                  <a:pt x="0" y="39584"/>
                </a:cubicBezTo>
                <a:lnTo>
                  <a:pt x="0" y="256695"/>
                </a:lnTo>
                <a:cubicBezTo>
                  <a:pt x="0" y="278513"/>
                  <a:pt x="17735" y="296261"/>
                  <a:pt x="39558" y="296261"/>
                </a:cubicBezTo>
                <a:lnTo>
                  <a:pt x="256561" y="296261"/>
                </a:lnTo>
                <a:cubicBezTo>
                  <a:pt x="267104" y="296261"/>
                  <a:pt x="277023" y="292158"/>
                  <a:pt x="284492" y="284696"/>
                </a:cubicBezTo>
                <a:cubicBezTo>
                  <a:pt x="291968" y="277222"/>
                  <a:pt x="296087" y="267289"/>
                  <a:pt x="296093" y="256695"/>
                </a:cubicBezTo>
                <a:lnTo>
                  <a:pt x="296093" y="69709"/>
                </a:lnTo>
                <a:cubicBezTo>
                  <a:pt x="296093" y="67623"/>
                  <a:pt x="295262" y="65619"/>
                  <a:pt x="293788" y="64137"/>
                </a:cubicBezTo>
                <a:close/>
                <a:moveTo>
                  <a:pt x="206410" y="15762"/>
                </a:moveTo>
                <a:lnTo>
                  <a:pt x="206410" y="87405"/>
                </a:lnTo>
                <a:lnTo>
                  <a:pt x="89690" y="87405"/>
                </a:lnTo>
                <a:lnTo>
                  <a:pt x="89690" y="15762"/>
                </a:lnTo>
                <a:lnTo>
                  <a:pt x="206410" y="15762"/>
                </a:lnTo>
                <a:close/>
                <a:moveTo>
                  <a:pt x="280342" y="256720"/>
                </a:moveTo>
                <a:cubicBezTo>
                  <a:pt x="280342" y="263086"/>
                  <a:pt x="277854" y="269060"/>
                  <a:pt x="273364" y="273554"/>
                </a:cubicBezTo>
                <a:cubicBezTo>
                  <a:pt x="268874" y="278047"/>
                  <a:pt x="262903" y="280511"/>
                  <a:pt x="256548" y="280511"/>
                </a:cubicBezTo>
                <a:lnTo>
                  <a:pt x="39539" y="280511"/>
                </a:lnTo>
                <a:cubicBezTo>
                  <a:pt x="26420" y="280511"/>
                  <a:pt x="15745" y="269829"/>
                  <a:pt x="15745" y="256702"/>
                </a:cubicBezTo>
                <a:lnTo>
                  <a:pt x="15745" y="39590"/>
                </a:lnTo>
                <a:cubicBezTo>
                  <a:pt x="15745" y="26450"/>
                  <a:pt x="26426" y="15762"/>
                  <a:pt x="39558" y="15762"/>
                </a:cubicBezTo>
                <a:lnTo>
                  <a:pt x="73945" y="15762"/>
                </a:lnTo>
                <a:lnTo>
                  <a:pt x="73945" y="95283"/>
                </a:lnTo>
                <a:cubicBezTo>
                  <a:pt x="73945" y="99632"/>
                  <a:pt x="77472" y="103161"/>
                  <a:pt x="81817" y="103161"/>
                </a:cubicBezTo>
                <a:lnTo>
                  <a:pt x="214282" y="103161"/>
                </a:lnTo>
                <a:cubicBezTo>
                  <a:pt x="218628" y="103161"/>
                  <a:pt x="222155" y="99632"/>
                  <a:pt x="222155" y="95283"/>
                </a:cubicBezTo>
                <a:lnTo>
                  <a:pt x="222155" y="15762"/>
                </a:lnTo>
                <a:lnTo>
                  <a:pt x="223156" y="15762"/>
                </a:lnTo>
                <a:lnTo>
                  <a:pt x="280342" y="72979"/>
                </a:lnTo>
                <a:lnTo>
                  <a:pt x="280342" y="256720"/>
                </a:lnTo>
                <a:close/>
              </a:path>
            </a:pathLst>
          </a:custGeom>
          <a:solidFill>
            <a:srgbClr val="FFFFFF"/>
          </a:solidFill>
          <a:ln w="0" cap="flat">
            <a:noFill/>
            <a:prstDash val="solid"/>
            <a:miter/>
          </a:ln>
        </p:spPr>
        <p:txBody>
          <a:bodyPr rtlCol="0" anchor="ctr"/>
          <a:lstStyle/>
          <a:p>
            <a:endParaRPr lang="de-DE"/>
          </a:p>
        </p:txBody>
      </p:sp>
      <p:sp>
        <p:nvSpPr>
          <p:cNvPr id="498" name="Freihandform 497">
            <a:extLst>
              <a:ext uri="{FF2B5EF4-FFF2-40B4-BE49-F238E27FC236}">
                <a16:creationId xmlns:a16="http://schemas.microsoft.com/office/drawing/2014/main" id="{DB731B7E-75A4-4628-C65B-5073CA8BE42A}"/>
              </a:ext>
            </a:extLst>
          </p:cNvPr>
          <p:cNvSpPr/>
          <p:nvPr/>
        </p:nvSpPr>
        <p:spPr>
          <a:xfrm>
            <a:off x="7707707" y="1384151"/>
            <a:ext cx="296205" cy="281280"/>
          </a:xfrm>
          <a:custGeom>
            <a:avLst/>
            <a:gdLst>
              <a:gd name="connsiteX0" fmla="*/ 295596 w 296205"/>
              <a:gd name="connsiteY0" fmla="*/ 143678 h 281280"/>
              <a:gd name="connsiteX1" fmla="*/ 295596 w 296205"/>
              <a:gd name="connsiteY1" fmla="*/ 137602 h 281280"/>
              <a:gd name="connsiteX2" fmla="*/ 294645 w 296205"/>
              <a:gd name="connsiteY2" fmla="*/ 136172 h 281280"/>
              <a:gd name="connsiteX3" fmla="*/ 293914 w 296205"/>
              <a:gd name="connsiteY3" fmla="*/ 135069 h 281280"/>
              <a:gd name="connsiteX4" fmla="*/ 161254 w 296205"/>
              <a:gd name="connsiteY4" fmla="*/ 2307 h 281280"/>
              <a:gd name="connsiteX5" fmla="*/ 150119 w 296205"/>
              <a:gd name="connsiteY5" fmla="*/ 2307 h 281280"/>
              <a:gd name="connsiteX6" fmla="*/ 150119 w 296205"/>
              <a:gd name="connsiteY6" fmla="*/ 13449 h 281280"/>
              <a:gd name="connsiteX7" fmla="*/ 269346 w 296205"/>
              <a:gd name="connsiteY7" fmla="*/ 132769 h 281280"/>
              <a:gd name="connsiteX8" fmla="*/ 7872 w 296205"/>
              <a:gd name="connsiteY8" fmla="*/ 132769 h 281280"/>
              <a:gd name="connsiteX9" fmla="*/ 0 w 296205"/>
              <a:gd name="connsiteY9" fmla="*/ 140646 h 281280"/>
              <a:gd name="connsiteX10" fmla="*/ 7872 w 296205"/>
              <a:gd name="connsiteY10" fmla="*/ 148524 h 281280"/>
              <a:gd name="connsiteX11" fmla="*/ 269346 w 296205"/>
              <a:gd name="connsiteY11" fmla="*/ 148524 h 281280"/>
              <a:gd name="connsiteX12" fmla="*/ 150125 w 296205"/>
              <a:gd name="connsiteY12" fmla="*/ 267831 h 281280"/>
              <a:gd name="connsiteX13" fmla="*/ 150125 w 296205"/>
              <a:gd name="connsiteY13" fmla="*/ 278974 h 281280"/>
              <a:gd name="connsiteX14" fmla="*/ 155692 w 296205"/>
              <a:gd name="connsiteY14" fmla="*/ 281280 h 281280"/>
              <a:gd name="connsiteX15" fmla="*/ 161260 w 296205"/>
              <a:gd name="connsiteY15" fmla="*/ 278974 h 281280"/>
              <a:gd name="connsiteX16" fmla="*/ 293914 w 296205"/>
              <a:gd name="connsiteY16" fmla="*/ 146224 h 281280"/>
              <a:gd name="connsiteX17" fmla="*/ 294645 w 296205"/>
              <a:gd name="connsiteY17" fmla="*/ 145121 h 281280"/>
              <a:gd name="connsiteX18" fmla="*/ 295596 w 296205"/>
              <a:gd name="connsiteY18" fmla="*/ 143690 h 2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96205" h="281280">
                <a:moveTo>
                  <a:pt x="295596" y="143678"/>
                </a:moveTo>
                <a:cubicBezTo>
                  <a:pt x="296408" y="141737"/>
                  <a:pt x="296408" y="139550"/>
                  <a:pt x="295596" y="137602"/>
                </a:cubicBezTo>
                <a:cubicBezTo>
                  <a:pt x="295369" y="137067"/>
                  <a:pt x="294979" y="136644"/>
                  <a:pt x="294645" y="136172"/>
                </a:cubicBezTo>
                <a:cubicBezTo>
                  <a:pt x="294387" y="135806"/>
                  <a:pt x="294235" y="135397"/>
                  <a:pt x="293914" y="135069"/>
                </a:cubicBezTo>
                <a:lnTo>
                  <a:pt x="161254" y="2307"/>
                </a:lnTo>
                <a:cubicBezTo>
                  <a:pt x="158180" y="-769"/>
                  <a:pt x="153198" y="-769"/>
                  <a:pt x="150119" y="2307"/>
                </a:cubicBezTo>
                <a:cubicBezTo>
                  <a:pt x="147039" y="5382"/>
                  <a:pt x="147045" y="10367"/>
                  <a:pt x="150119" y="13449"/>
                </a:cubicBezTo>
                <a:lnTo>
                  <a:pt x="269346" y="132769"/>
                </a:lnTo>
                <a:lnTo>
                  <a:pt x="7872" y="132769"/>
                </a:lnTo>
                <a:cubicBezTo>
                  <a:pt x="3527" y="132769"/>
                  <a:pt x="0" y="136298"/>
                  <a:pt x="0" y="140646"/>
                </a:cubicBezTo>
                <a:cubicBezTo>
                  <a:pt x="0" y="144995"/>
                  <a:pt x="3527" y="148524"/>
                  <a:pt x="7872" y="148524"/>
                </a:cubicBezTo>
                <a:lnTo>
                  <a:pt x="269346" y="148524"/>
                </a:lnTo>
                <a:lnTo>
                  <a:pt x="150125" y="267831"/>
                </a:lnTo>
                <a:cubicBezTo>
                  <a:pt x="147052" y="270907"/>
                  <a:pt x="147052" y="275892"/>
                  <a:pt x="150125" y="278974"/>
                </a:cubicBezTo>
                <a:cubicBezTo>
                  <a:pt x="151662" y="280511"/>
                  <a:pt x="153671" y="281280"/>
                  <a:pt x="155692" y="281280"/>
                </a:cubicBezTo>
                <a:cubicBezTo>
                  <a:pt x="157714" y="281280"/>
                  <a:pt x="159723" y="280511"/>
                  <a:pt x="161260" y="278974"/>
                </a:cubicBezTo>
                <a:lnTo>
                  <a:pt x="293914" y="146224"/>
                </a:lnTo>
                <a:cubicBezTo>
                  <a:pt x="294242" y="145896"/>
                  <a:pt x="294393" y="145486"/>
                  <a:pt x="294645" y="145121"/>
                </a:cubicBezTo>
                <a:cubicBezTo>
                  <a:pt x="294979" y="144655"/>
                  <a:pt x="295369" y="144226"/>
                  <a:pt x="295596" y="143690"/>
                </a:cubicBezTo>
                <a:close/>
              </a:path>
            </a:pathLst>
          </a:custGeom>
          <a:solidFill>
            <a:srgbClr val="FFFFFF"/>
          </a:solidFill>
          <a:ln w="0" cap="flat">
            <a:noFill/>
            <a:prstDash val="solid"/>
            <a:miter/>
          </a:ln>
        </p:spPr>
        <p:txBody>
          <a:bodyPr rtlCol="0" anchor="ctr"/>
          <a:lstStyle/>
          <a:p>
            <a:endParaRPr lang="de-DE"/>
          </a:p>
        </p:txBody>
      </p:sp>
      <p:sp>
        <p:nvSpPr>
          <p:cNvPr id="499" name="Freihandform 498">
            <a:extLst>
              <a:ext uri="{FF2B5EF4-FFF2-40B4-BE49-F238E27FC236}">
                <a16:creationId xmlns:a16="http://schemas.microsoft.com/office/drawing/2014/main" id="{2BC37099-5C00-8965-816E-FB4C459304F0}"/>
              </a:ext>
            </a:extLst>
          </p:cNvPr>
          <p:cNvSpPr/>
          <p:nvPr/>
        </p:nvSpPr>
        <p:spPr>
          <a:xfrm>
            <a:off x="8454015" y="1439831"/>
            <a:ext cx="276446" cy="169945"/>
          </a:xfrm>
          <a:custGeom>
            <a:avLst/>
            <a:gdLst>
              <a:gd name="connsiteX0" fmla="*/ 274147 w 276446"/>
              <a:gd name="connsiteY0" fmla="*/ 2307 h 169945"/>
              <a:gd name="connsiteX1" fmla="*/ 263012 w 276446"/>
              <a:gd name="connsiteY1" fmla="*/ 2307 h 169945"/>
              <a:gd name="connsiteX2" fmla="*/ 114512 w 276446"/>
              <a:gd name="connsiteY2" fmla="*/ 150932 h 169945"/>
              <a:gd name="connsiteX3" fmla="*/ 13442 w 276446"/>
              <a:gd name="connsiteY3" fmla="*/ 49787 h 169945"/>
              <a:gd name="connsiteX4" fmla="*/ 2307 w 276446"/>
              <a:gd name="connsiteY4" fmla="*/ 49787 h 169945"/>
              <a:gd name="connsiteX5" fmla="*/ 2307 w 276446"/>
              <a:gd name="connsiteY5" fmla="*/ 60930 h 169945"/>
              <a:gd name="connsiteX6" fmla="*/ 108939 w 276446"/>
              <a:gd name="connsiteY6" fmla="*/ 167639 h 169945"/>
              <a:gd name="connsiteX7" fmla="*/ 108939 w 276446"/>
              <a:gd name="connsiteY7" fmla="*/ 167639 h 169945"/>
              <a:gd name="connsiteX8" fmla="*/ 108939 w 276446"/>
              <a:gd name="connsiteY8" fmla="*/ 167639 h 169945"/>
              <a:gd name="connsiteX9" fmla="*/ 114506 w 276446"/>
              <a:gd name="connsiteY9" fmla="*/ 169945 h 169945"/>
              <a:gd name="connsiteX10" fmla="*/ 120073 w 276446"/>
              <a:gd name="connsiteY10" fmla="*/ 167639 h 169945"/>
              <a:gd name="connsiteX11" fmla="*/ 274141 w 276446"/>
              <a:gd name="connsiteY11" fmla="*/ 13443 h 169945"/>
              <a:gd name="connsiteX12" fmla="*/ 274141 w 276446"/>
              <a:gd name="connsiteY12" fmla="*/ 2300 h 169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6446" h="169945">
                <a:moveTo>
                  <a:pt x="274147" y="2307"/>
                </a:moveTo>
                <a:cubicBezTo>
                  <a:pt x="271074" y="-769"/>
                  <a:pt x="266092" y="-769"/>
                  <a:pt x="263012" y="2307"/>
                </a:cubicBezTo>
                <a:lnTo>
                  <a:pt x="114512" y="150932"/>
                </a:lnTo>
                <a:lnTo>
                  <a:pt x="13442" y="49787"/>
                </a:lnTo>
                <a:cubicBezTo>
                  <a:pt x="10369" y="46712"/>
                  <a:pt x="5387" y="46712"/>
                  <a:pt x="2307" y="49787"/>
                </a:cubicBezTo>
                <a:cubicBezTo>
                  <a:pt x="-772" y="52863"/>
                  <a:pt x="-766" y="57848"/>
                  <a:pt x="2307" y="60930"/>
                </a:cubicBezTo>
                <a:lnTo>
                  <a:pt x="108939" y="167639"/>
                </a:lnTo>
                <a:cubicBezTo>
                  <a:pt x="108939" y="167639"/>
                  <a:pt x="108939" y="167639"/>
                  <a:pt x="108939" y="167639"/>
                </a:cubicBezTo>
                <a:cubicBezTo>
                  <a:pt x="108939" y="167639"/>
                  <a:pt x="108939" y="167639"/>
                  <a:pt x="108939" y="167639"/>
                </a:cubicBezTo>
                <a:cubicBezTo>
                  <a:pt x="110475" y="169176"/>
                  <a:pt x="112484" y="169945"/>
                  <a:pt x="114506" y="169945"/>
                </a:cubicBezTo>
                <a:cubicBezTo>
                  <a:pt x="116528" y="169945"/>
                  <a:pt x="118537" y="169176"/>
                  <a:pt x="120073" y="167639"/>
                </a:cubicBezTo>
                <a:lnTo>
                  <a:pt x="274141" y="13443"/>
                </a:lnTo>
                <a:cubicBezTo>
                  <a:pt x="277214" y="10367"/>
                  <a:pt x="277214" y="5382"/>
                  <a:pt x="274141" y="2300"/>
                </a:cubicBezTo>
                <a:close/>
              </a:path>
            </a:pathLst>
          </a:custGeom>
          <a:solidFill>
            <a:srgbClr val="FFFFFF"/>
          </a:solidFill>
          <a:ln w="0" cap="flat">
            <a:noFill/>
            <a:prstDash val="solid"/>
            <a:miter/>
          </a:ln>
        </p:spPr>
        <p:txBody>
          <a:bodyPr rtlCol="0" anchor="ctr"/>
          <a:lstStyle/>
          <a:p>
            <a:endParaRPr lang="de-DE"/>
          </a:p>
        </p:txBody>
      </p:sp>
      <p:sp>
        <p:nvSpPr>
          <p:cNvPr id="500" name="Freihandform 499">
            <a:extLst>
              <a:ext uri="{FF2B5EF4-FFF2-40B4-BE49-F238E27FC236}">
                <a16:creationId xmlns:a16="http://schemas.microsoft.com/office/drawing/2014/main" id="{FAD09DFC-99B7-0EDD-5CD4-9782FF7801E0}"/>
              </a:ext>
            </a:extLst>
          </p:cNvPr>
          <p:cNvSpPr/>
          <p:nvPr/>
        </p:nvSpPr>
        <p:spPr>
          <a:xfrm>
            <a:off x="9199522" y="1395549"/>
            <a:ext cx="258286" cy="258481"/>
          </a:xfrm>
          <a:custGeom>
            <a:avLst/>
            <a:gdLst>
              <a:gd name="connsiteX0" fmla="*/ 140281 w 258286"/>
              <a:gd name="connsiteY0" fmla="*/ 129229 h 258481"/>
              <a:gd name="connsiteX1" fmla="*/ 255975 w 258286"/>
              <a:gd name="connsiteY1" fmla="*/ 13451 h 258481"/>
              <a:gd name="connsiteX2" fmla="*/ 255975 w 258286"/>
              <a:gd name="connsiteY2" fmla="*/ 2309 h 258481"/>
              <a:gd name="connsiteX3" fmla="*/ 244840 w 258286"/>
              <a:gd name="connsiteY3" fmla="*/ 2309 h 258481"/>
              <a:gd name="connsiteX4" fmla="*/ 129146 w 258286"/>
              <a:gd name="connsiteY4" fmla="*/ 118087 h 258481"/>
              <a:gd name="connsiteX5" fmla="*/ 13477 w 258286"/>
              <a:gd name="connsiteY5" fmla="*/ 2309 h 258481"/>
              <a:gd name="connsiteX6" fmla="*/ 2343 w 258286"/>
              <a:gd name="connsiteY6" fmla="*/ 2309 h 258481"/>
              <a:gd name="connsiteX7" fmla="*/ 2343 w 258286"/>
              <a:gd name="connsiteY7" fmla="*/ 13451 h 258481"/>
              <a:gd name="connsiteX8" fmla="*/ 118018 w 258286"/>
              <a:gd name="connsiteY8" fmla="*/ 129229 h 258481"/>
              <a:gd name="connsiteX9" fmla="*/ 2305 w 258286"/>
              <a:gd name="connsiteY9" fmla="*/ 245032 h 258481"/>
              <a:gd name="connsiteX10" fmla="*/ 2305 w 258286"/>
              <a:gd name="connsiteY10" fmla="*/ 256175 h 258481"/>
              <a:gd name="connsiteX11" fmla="*/ 7872 w 258286"/>
              <a:gd name="connsiteY11" fmla="*/ 258481 h 258481"/>
              <a:gd name="connsiteX12" fmla="*/ 13440 w 258286"/>
              <a:gd name="connsiteY12" fmla="*/ 256175 h 258481"/>
              <a:gd name="connsiteX13" fmla="*/ 129153 w 258286"/>
              <a:gd name="connsiteY13" fmla="*/ 140371 h 258481"/>
              <a:gd name="connsiteX14" fmla="*/ 244846 w 258286"/>
              <a:gd name="connsiteY14" fmla="*/ 256175 h 258481"/>
              <a:gd name="connsiteX15" fmla="*/ 250414 w 258286"/>
              <a:gd name="connsiteY15" fmla="*/ 258481 h 258481"/>
              <a:gd name="connsiteX16" fmla="*/ 255981 w 258286"/>
              <a:gd name="connsiteY16" fmla="*/ 256175 h 258481"/>
              <a:gd name="connsiteX17" fmla="*/ 255981 w 258286"/>
              <a:gd name="connsiteY17" fmla="*/ 245032 h 258481"/>
              <a:gd name="connsiteX18" fmla="*/ 140287 w 258286"/>
              <a:gd name="connsiteY18" fmla="*/ 129229 h 258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58286" h="258481">
                <a:moveTo>
                  <a:pt x="140281" y="129229"/>
                </a:moveTo>
                <a:lnTo>
                  <a:pt x="255975" y="13451"/>
                </a:lnTo>
                <a:cubicBezTo>
                  <a:pt x="259048" y="10376"/>
                  <a:pt x="259048" y="5391"/>
                  <a:pt x="255975" y="2309"/>
                </a:cubicBezTo>
                <a:cubicBezTo>
                  <a:pt x="252902" y="-773"/>
                  <a:pt x="247920" y="-767"/>
                  <a:pt x="244840" y="2309"/>
                </a:cubicBezTo>
                <a:lnTo>
                  <a:pt x="129146" y="118087"/>
                </a:lnTo>
                <a:lnTo>
                  <a:pt x="13477" y="2309"/>
                </a:lnTo>
                <a:cubicBezTo>
                  <a:pt x="10404" y="-767"/>
                  <a:pt x="5422" y="-767"/>
                  <a:pt x="2343" y="2309"/>
                </a:cubicBezTo>
                <a:cubicBezTo>
                  <a:pt x="-737" y="5384"/>
                  <a:pt x="-731" y="10369"/>
                  <a:pt x="2343" y="13451"/>
                </a:cubicBezTo>
                <a:lnTo>
                  <a:pt x="118018" y="129229"/>
                </a:lnTo>
                <a:lnTo>
                  <a:pt x="2305" y="245032"/>
                </a:lnTo>
                <a:cubicBezTo>
                  <a:pt x="-768" y="248108"/>
                  <a:pt x="-768" y="253093"/>
                  <a:pt x="2305" y="256175"/>
                </a:cubicBezTo>
                <a:cubicBezTo>
                  <a:pt x="3842" y="257712"/>
                  <a:pt x="5851" y="258481"/>
                  <a:pt x="7872" y="258481"/>
                </a:cubicBezTo>
                <a:cubicBezTo>
                  <a:pt x="9894" y="258481"/>
                  <a:pt x="11903" y="257712"/>
                  <a:pt x="13440" y="256175"/>
                </a:cubicBezTo>
                <a:lnTo>
                  <a:pt x="129153" y="140371"/>
                </a:lnTo>
                <a:lnTo>
                  <a:pt x="244846" y="256175"/>
                </a:lnTo>
                <a:cubicBezTo>
                  <a:pt x="246383" y="257712"/>
                  <a:pt x="248392" y="258481"/>
                  <a:pt x="250414" y="258481"/>
                </a:cubicBezTo>
                <a:cubicBezTo>
                  <a:pt x="252436" y="258481"/>
                  <a:pt x="254444" y="257712"/>
                  <a:pt x="255981" y="256175"/>
                </a:cubicBezTo>
                <a:cubicBezTo>
                  <a:pt x="259055" y="253099"/>
                  <a:pt x="259055" y="248114"/>
                  <a:pt x="255981" y="245032"/>
                </a:cubicBezTo>
                <a:lnTo>
                  <a:pt x="140287" y="129229"/>
                </a:lnTo>
                <a:close/>
              </a:path>
            </a:pathLst>
          </a:custGeom>
          <a:solidFill>
            <a:srgbClr val="FFFFFF"/>
          </a:solidFill>
          <a:ln w="0" cap="flat">
            <a:noFill/>
            <a:prstDash val="solid"/>
            <a:miter/>
          </a:ln>
        </p:spPr>
        <p:txBody>
          <a:bodyPr rtlCol="0" anchor="ctr"/>
          <a:lstStyle/>
          <a:p>
            <a:endParaRPr lang="de-DE"/>
          </a:p>
        </p:txBody>
      </p:sp>
      <p:grpSp>
        <p:nvGrpSpPr>
          <p:cNvPr id="501" name="Grafik 463">
            <a:extLst>
              <a:ext uri="{FF2B5EF4-FFF2-40B4-BE49-F238E27FC236}">
                <a16:creationId xmlns:a16="http://schemas.microsoft.com/office/drawing/2014/main" id="{223B03E7-5E5F-FA21-AE21-2381D3276578}"/>
              </a:ext>
            </a:extLst>
          </p:cNvPr>
          <p:cNvGrpSpPr/>
          <p:nvPr/>
        </p:nvGrpSpPr>
        <p:grpSpPr>
          <a:xfrm>
            <a:off x="10653764" y="2871718"/>
            <a:ext cx="296093" cy="298226"/>
            <a:chOff x="10653764" y="2871718"/>
            <a:chExt cx="296093" cy="298226"/>
          </a:xfrm>
          <a:solidFill>
            <a:srgbClr val="FFFFFF"/>
          </a:solidFill>
        </p:grpSpPr>
        <p:sp>
          <p:nvSpPr>
            <p:cNvPr id="502" name="Freihandform 501">
              <a:extLst>
                <a:ext uri="{FF2B5EF4-FFF2-40B4-BE49-F238E27FC236}">
                  <a16:creationId xmlns:a16="http://schemas.microsoft.com/office/drawing/2014/main" id="{18E8EF2D-EB01-C144-DB7A-239D318255D6}"/>
                </a:ext>
              </a:extLst>
            </p:cNvPr>
            <p:cNvSpPr/>
            <p:nvPr/>
          </p:nvSpPr>
          <p:spPr>
            <a:xfrm>
              <a:off x="10700827" y="2871718"/>
              <a:ext cx="201915" cy="212737"/>
            </a:xfrm>
            <a:custGeom>
              <a:avLst/>
              <a:gdLst>
                <a:gd name="connsiteX0" fmla="*/ 95373 w 201915"/>
                <a:gd name="connsiteY0" fmla="*/ 210393 h 212737"/>
                <a:gd name="connsiteX1" fmla="*/ 97955 w 201915"/>
                <a:gd name="connsiteY1" fmla="*/ 212132 h 212737"/>
                <a:gd name="connsiteX2" fmla="*/ 100059 w 201915"/>
                <a:gd name="connsiteY2" fmla="*/ 212555 h 212737"/>
                <a:gd name="connsiteX3" fmla="*/ 100965 w 201915"/>
                <a:gd name="connsiteY3" fmla="*/ 212737 h 212737"/>
                <a:gd name="connsiteX4" fmla="*/ 100965 w 201915"/>
                <a:gd name="connsiteY4" fmla="*/ 212737 h 212737"/>
                <a:gd name="connsiteX5" fmla="*/ 100965 w 201915"/>
                <a:gd name="connsiteY5" fmla="*/ 212737 h 212737"/>
                <a:gd name="connsiteX6" fmla="*/ 104001 w 201915"/>
                <a:gd name="connsiteY6" fmla="*/ 212120 h 212737"/>
                <a:gd name="connsiteX7" fmla="*/ 105261 w 201915"/>
                <a:gd name="connsiteY7" fmla="*/ 211275 h 212737"/>
                <a:gd name="connsiteX8" fmla="*/ 106533 w 201915"/>
                <a:gd name="connsiteY8" fmla="*/ 210424 h 212737"/>
                <a:gd name="connsiteX9" fmla="*/ 199610 w 201915"/>
                <a:gd name="connsiteY9" fmla="*/ 117272 h 212737"/>
                <a:gd name="connsiteX10" fmla="*/ 199610 w 201915"/>
                <a:gd name="connsiteY10" fmla="*/ 106129 h 212737"/>
                <a:gd name="connsiteX11" fmla="*/ 188476 w 201915"/>
                <a:gd name="connsiteY11" fmla="*/ 106129 h 212737"/>
                <a:gd name="connsiteX12" fmla="*/ 108825 w 201915"/>
                <a:gd name="connsiteY12" fmla="*/ 185846 h 212737"/>
                <a:gd name="connsiteX13" fmla="*/ 108825 w 201915"/>
                <a:gd name="connsiteY13" fmla="*/ 7878 h 212737"/>
                <a:gd name="connsiteX14" fmla="*/ 100953 w 201915"/>
                <a:gd name="connsiteY14" fmla="*/ 0 h 212737"/>
                <a:gd name="connsiteX15" fmla="*/ 93080 w 201915"/>
                <a:gd name="connsiteY15" fmla="*/ 7878 h 212737"/>
                <a:gd name="connsiteX16" fmla="*/ 93080 w 201915"/>
                <a:gd name="connsiteY16" fmla="*/ 185821 h 212737"/>
                <a:gd name="connsiteX17" fmla="*/ 13442 w 201915"/>
                <a:gd name="connsiteY17" fmla="*/ 106129 h 212737"/>
                <a:gd name="connsiteX18" fmla="*/ 2307 w 201915"/>
                <a:gd name="connsiteY18" fmla="*/ 106129 h 212737"/>
                <a:gd name="connsiteX19" fmla="*/ 2307 w 201915"/>
                <a:gd name="connsiteY19" fmla="*/ 117272 h 212737"/>
                <a:gd name="connsiteX20" fmla="*/ 95354 w 201915"/>
                <a:gd name="connsiteY20" fmla="*/ 210387 h 212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01915" h="212737">
                  <a:moveTo>
                    <a:pt x="95373" y="210393"/>
                  </a:moveTo>
                  <a:cubicBezTo>
                    <a:pt x="96103" y="211137"/>
                    <a:pt x="96979" y="211729"/>
                    <a:pt x="97955" y="212132"/>
                  </a:cubicBezTo>
                  <a:cubicBezTo>
                    <a:pt x="98616" y="212410"/>
                    <a:pt x="99341" y="212473"/>
                    <a:pt x="100059" y="212555"/>
                  </a:cubicBezTo>
                  <a:cubicBezTo>
                    <a:pt x="100367" y="212592"/>
                    <a:pt x="100644" y="212737"/>
                    <a:pt x="100965" y="212737"/>
                  </a:cubicBezTo>
                  <a:cubicBezTo>
                    <a:pt x="100965" y="212737"/>
                    <a:pt x="100965" y="212737"/>
                    <a:pt x="100965" y="212737"/>
                  </a:cubicBezTo>
                  <a:cubicBezTo>
                    <a:pt x="100965" y="212737"/>
                    <a:pt x="100965" y="212737"/>
                    <a:pt x="100965" y="212737"/>
                  </a:cubicBezTo>
                  <a:cubicBezTo>
                    <a:pt x="102017" y="212737"/>
                    <a:pt x="103050" y="212523"/>
                    <a:pt x="104001" y="212120"/>
                  </a:cubicBezTo>
                  <a:cubicBezTo>
                    <a:pt x="104473" y="211918"/>
                    <a:pt x="104839" y="211559"/>
                    <a:pt x="105261" y="211275"/>
                  </a:cubicBezTo>
                  <a:cubicBezTo>
                    <a:pt x="105689" y="210992"/>
                    <a:pt x="106161" y="210796"/>
                    <a:pt x="106533" y="210424"/>
                  </a:cubicBezTo>
                  <a:lnTo>
                    <a:pt x="199610" y="117272"/>
                  </a:lnTo>
                  <a:cubicBezTo>
                    <a:pt x="202684" y="114196"/>
                    <a:pt x="202684" y="109211"/>
                    <a:pt x="199610" y="106129"/>
                  </a:cubicBezTo>
                  <a:cubicBezTo>
                    <a:pt x="196537" y="103047"/>
                    <a:pt x="191555" y="103054"/>
                    <a:pt x="188476" y="106129"/>
                  </a:cubicBezTo>
                  <a:lnTo>
                    <a:pt x="108825" y="185846"/>
                  </a:lnTo>
                  <a:lnTo>
                    <a:pt x="108825" y="7878"/>
                  </a:lnTo>
                  <a:cubicBezTo>
                    <a:pt x="108825" y="3529"/>
                    <a:pt x="105298" y="0"/>
                    <a:pt x="100953" y="0"/>
                  </a:cubicBezTo>
                  <a:cubicBezTo>
                    <a:pt x="96607" y="0"/>
                    <a:pt x="93080" y="3529"/>
                    <a:pt x="93080" y="7878"/>
                  </a:cubicBezTo>
                  <a:lnTo>
                    <a:pt x="93080" y="185821"/>
                  </a:lnTo>
                  <a:lnTo>
                    <a:pt x="13442" y="106129"/>
                  </a:lnTo>
                  <a:cubicBezTo>
                    <a:pt x="10369" y="103054"/>
                    <a:pt x="5387" y="103054"/>
                    <a:pt x="2307" y="106129"/>
                  </a:cubicBezTo>
                  <a:cubicBezTo>
                    <a:pt x="-772" y="109205"/>
                    <a:pt x="-766" y="114190"/>
                    <a:pt x="2307" y="117272"/>
                  </a:cubicBezTo>
                  <a:lnTo>
                    <a:pt x="95354" y="210387"/>
                  </a:lnTo>
                  <a:close/>
                </a:path>
              </a:pathLst>
            </a:custGeom>
            <a:solidFill>
              <a:srgbClr val="FFFFFF"/>
            </a:solidFill>
            <a:ln w="0" cap="flat">
              <a:noFill/>
              <a:prstDash val="solid"/>
              <a:miter/>
            </a:ln>
          </p:spPr>
          <p:txBody>
            <a:bodyPr rtlCol="0" anchor="ctr"/>
            <a:lstStyle/>
            <a:p>
              <a:endParaRPr lang="de-DE"/>
            </a:p>
          </p:txBody>
        </p:sp>
        <p:sp>
          <p:nvSpPr>
            <p:cNvPr id="503" name="Freihandform 502">
              <a:extLst>
                <a:ext uri="{FF2B5EF4-FFF2-40B4-BE49-F238E27FC236}">
                  <a16:creationId xmlns:a16="http://schemas.microsoft.com/office/drawing/2014/main" id="{E53255C8-BA54-CD94-B467-B2DC819DBA18}"/>
                </a:ext>
              </a:extLst>
            </p:cNvPr>
            <p:cNvSpPr/>
            <p:nvPr/>
          </p:nvSpPr>
          <p:spPr>
            <a:xfrm>
              <a:off x="10653764" y="3094659"/>
              <a:ext cx="296093" cy="75286"/>
            </a:xfrm>
            <a:custGeom>
              <a:avLst/>
              <a:gdLst>
                <a:gd name="connsiteX0" fmla="*/ 288221 w 296093"/>
                <a:gd name="connsiteY0" fmla="*/ 0 h 75286"/>
                <a:gd name="connsiteX1" fmla="*/ 280349 w 296093"/>
                <a:gd name="connsiteY1" fmla="*/ 7878 h 75286"/>
                <a:gd name="connsiteX2" fmla="*/ 280349 w 296093"/>
                <a:gd name="connsiteY2" fmla="*/ 37000 h 75286"/>
                <a:gd name="connsiteX3" fmla="*/ 257827 w 296093"/>
                <a:gd name="connsiteY3" fmla="*/ 59531 h 75286"/>
                <a:gd name="connsiteX4" fmla="*/ 38248 w 296093"/>
                <a:gd name="connsiteY4" fmla="*/ 59531 h 75286"/>
                <a:gd name="connsiteX5" fmla="*/ 15745 w 296093"/>
                <a:gd name="connsiteY5" fmla="*/ 36994 h 75286"/>
                <a:gd name="connsiteX6" fmla="*/ 15745 w 296093"/>
                <a:gd name="connsiteY6" fmla="*/ 7878 h 75286"/>
                <a:gd name="connsiteX7" fmla="*/ 7872 w 296093"/>
                <a:gd name="connsiteY7" fmla="*/ 0 h 75286"/>
                <a:gd name="connsiteX8" fmla="*/ 0 w 296093"/>
                <a:gd name="connsiteY8" fmla="*/ 7878 h 75286"/>
                <a:gd name="connsiteX9" fmla="*/ 0 w 296093"/>
                <a:gd name="connsiteY9" fmla="*/ 37013 h 75286"/>
                <a:gd name="connsiteX10" fmla="*/ 38248 w 296093"/>
                <a:gd name="connsiteY10" fmla="*/ 75286 h 75286"/>
                <a:gd name="connsiteX11" fmla="*/ 257902 w 296093"/>
                <a:gd name="connsiteY11" fmla="*/ 75286 h 75286"/>
                <a:gd name="connsiteX12" fmla="*/ 296094 w 296093"/>
                <a:gd name="connsiteY12" fmla="*/ 36994 h 75286"/>
                <a:gd name="connsiteX13" fmla="*/ 296094 w 296093"/>
                <a:gd name="connsiteY13" fmla="*/ 7878 h 75286"/>
                <a:gd name="connsiteX14" fmla="*/ 288221 w 296093"/>
                <a:gd name="connsiteY14" fmla="*/ 0 h 7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96093" h="75286">
                  <a:moveTo>
                    <a:pt x="288221" y="0"/>
                  </a:moveTo>
                  <a:cubicBezTo>
                    <a:pt x="283875" y="0"/>
                    <a:pt x="280349" y="3529"/>
                    <a:pt x="280349" y="7878"/>
                  </a:cubicBezTo>
                  <a:lnTo>
                    <a:pt x="280349" y="37000"/>
                  </a:lnTo>
                  <a:cubicBezTo>
                    <a:pt x="280361" y="49416"/>
                    <a:pt x="270284" y="59518"/>
                    <a:pt x="257827" y="59531"/>
                  </a:cubicBezTo>
                  <a:lnTo>
                    <a:pt x="38248" y="59531"/>
                  </a:lnTo>
                  <a:cubicBezTo>
                    <a:pt x="25834" y="59531"/>
                    <a:pt x="15745" y="49428"/>
                    <a:pt x="15745" y="36994"/>
                  </a:cubicBezTo>
                  <a:lnTo>
                    <a:pt x="15745" y="7878"/>
                  </a:lnTo>
                  <a:cubicBezTo>
                    <a:pt x="15745" y="3529"/>
                    <a:pt x="12218" y="0"/>
                    <a:pt x="7872" y="0"/>
                  </a:cubicBezTo>
                  <a:cubicBezTo>
                    <a:pt x="3527" y="0"/>
                    <a:pt x="0" y="3529"/>
                    <a:pt x="0" y="7878"/>
                  </a:cubicBezTo>
                  <a:lnTo>
                    <a:pt x="0" y="37013"/>
                  </a:lnTo>
                  <a:cubicBezTo>
                    <a:pt x="0" y="58119"/>
                    <a:pt x="17162" y="75286"/>
                    <a:pt x="38248" y="75286"/>
                  </a:cubicBezTo>
                  <a:lnTo>
                    <a:pt x="257902" y="75286"/>
                  </a:lnTo>
                  <a:cubicBezTo>
                    <a:pt x="278988" y="75261"/>
                    <a:pt x="296119" y="58081"/>
                    <a:pt x="296094" y="36994"/>
                  </a:cubicBezTo>
                  <a:lnTo>
                    <a:pt x="296094" y="7878"/>
                  </a:lnTo>
                  <a:cubicBezTo>
                    <a:pt x="296094" y="3529"/>
                    <a:pt x="292567" y="0"/>
                    <a:pt x="288221" y="0"/>
                  </a:cubicBezTo>
                  <a:close/>
                </a:path>
              </a:pathLst>
            </a:custGeom>
            <a:solidFill>
              <a:srgbClr val="FFFFFF"/>
            </a:solidFill>
            <a:ln w="0" cap="flat">
              <a:noFill/>
              <a:prstDash val="solid"/>
              <a:miter/>
            </a:ln>
          </p:spPr>
          <p:txBody>
            <a:bodyPr rtlCol="0" anchor="ctr"/>
            <a:lstStyle/>
            <a:p>
              <a:endParaRPr lang="de-DE"/>
            </a:p>
          </p:txBody>
        </p:sp>
      </p:grpSp>
      <p:grpSp>
        <p:nvGrpSpPr>
          <p:cNvPr id="504" name="Grafik 463">
            <a:extLst>
              <a:ext uri="{FF2B5EF4-FFF2-40B4-BE49-F238E27FC236}">
                <a16:creationId xmlns:a16="http://schemas.microsoft.com/office/drawing/2014/main" id="{C18FABD1-D964-E8F3-79A9-FE5897B8C3D8}"/>
              </a:ext>
            </a:extLst>
          </p:cNvPr>
          <p:cNvGrpSpPr/>
          <p:nvPr/>
        </p:nvGrpSpPr>
        <p:grpSpPr>
          <a:xfrm>
            <a:off x="9917291" y="2871731"/>
            <a:ext cx="296087" cy="298214"/>
            <a:chOff x="9917291" y="2871731"/>
            <a:chExt cx="296087" cy="298214"/>
          </a:xfrm>
          <a:solidFill>
            <a:srgbClr val="FFFFFF"/>
          </a:solidFill>
        </p:grpSpPr>
        <p:sp>
          <p:nvSpPr>
            <p:cNvPr id="505" name="Freihandform 504">
              <a:extLst>
                <a:ext uri="{FF2B5EF4-FFF2-40B4-BE49-F238E27FC236}">
                  <a16:creationId xmlns:a16="http://schemas.microsoft.com/office/drawing/2014/main" id="{0F0423B5-52E7-9EEE-6A2E-9307180E3BA7}"/>
                </a:ext>
              </a:extLst>
            </p:cNvPr>
            <p:cNvSpPr/>
            <p:nvPr/>
          </p:nvSpPr>
          <p:spPr>
            <a:xfrm>
              <a:off x="9964355" y="2871731"/>
              <a:ext cx="201944" cy="212737"/>
            </a:xfrm>
            <a:custGeom>
              <a:avLst/>
              <a:gdLst>
                <a:gd name="connsiteX0" fmla="*/ 13434 w 201944"/>
                <a:gd name="connsiteY0" fmla="*/ 106570 h 212737"/>
                <a:gd name="connsiteX1" fmla="*/ 93103 w 201944"/>
                <a:gd name="connsiteY1" fmla="*/ 26873 h 212737"/>
                <a:gd name="connsiteX2" fmla="*/ 93103 w 201944"/>
                <a:gd name="connsiteY2" fmla="*/ 204859 h 212737"/>
                <a:gd name="connsiteX3" fmla="*/ 100975 w 201944"/>
                <a:gd name="connsiteY3" fmla="*/ 212737 h 212737"/>
                <a:gd name="connsiteX4" fmla="*/ 108848 w 201944"/>
                <a:gd name="connsiteY4" fmla="*/ 204859 h 212737"/>
                <a:gd name="connsiteX5" fmla="*/ 108848 w 201944"/>
                <a:gd name="connsiteY5" fmla="*/ 26879 h 212737"/>
                <a:gd name="connsiteX6" fmla="*/ 188505 w 201944"/>
                <a:gd name="connsiteY6" fmla="*/ 106595 h 212737"/>
                <a:gd name="connsiteX7" fmla="*/ 194072 w 201944"/>
                <a:gd name="connsiteY7" fmla="*/ 108902 h 212737"/>
                <a:gd name="connsiteX8" fmla="*/ 199640 w 201944"/>
                <a:gd name="connsiteY8" fmla="*/ 106595 h 212737"/>
                <a:gd name="connsiteX9" fmla="*/ 199640 w 201944"/>
                <a:gd name="connsiteY9" fmla="*/ 95453 h 212737"/>
                <a:gd name="connsiteX10" fmla="*/ 106543 w 201944"/>
                <a:gd name="connsiteY10" fmla="*/ 2288 h 212737"/>
                <a:gd name="connsiteX11" fmla="*/ 104137 w 201944"/>
                <a:gd name="connsiteY11" fmla="*/ 687 h 212737"/>
                <a:gd name="connsiteX12" fmla="*/ 104036 w 201944"/>
                <a:gd name="connsiteY12" fmla="*/ 624 h 212737"/>
                <a:gd name="connsiteX13" fmla="*/ 97915 w 201944"/>
                <a:gd name="connsiteY13" fmla="*/ 624 h 212737"/>
                <a:gd name="connsiteX14" fmla="*/ 97713 w 201944"/>
                <a:gd name="connsiteY14" fmla="*/ 763 h 212737"/>
                <a:gd name="connsiteX15" fmla="*/ 95414 w 201944"/>
                <a:gd name="connsiteY15" fmla="*/ 2294 h 212737"/>
                <a:gd name="connsiteX16" fmla="*/ 2305 w 201944"/>
                <a:gd name="connsiteY16" fmla="*/ 95434 h 212737"/>
                <a:gd name="connsiteX17" fmla="*/ 2305 w 201944"/>
                <a:gd name="connsiteY17" fmla="*/ 106577 h 212737"/>
                <a:gd name="connsiteX18" fmla="*/ 13440 w 201944"/>
                <a:gd name="connsiteY18" fmla="*/ 106577 h 212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1944" h="212737">
                  <a:moveTo>
                    <a:pt x="13434" y="106570"/>
                  </a:moveTo>
                  <a:lnTo>
                    <a:pt x="93103" y="26873"/>
                  </a:lnTo>
                  <a:lnTo>
                    <a:pt x="93103" y="204859"/>
                  </a:lnTo>
                  <a:cubicBezTo>
                    <a:pt x="93103" y="209208"/>
                    <a:pt x="96630" y="212737"/>
                    <a:pt x="100975" y="212737"/>
                  </a:cubicBezTo>
                  <a:cubicBezTo>
                    <a:pt x="105321" y="212737"/>
                    <a:pt x="108848" y="209208"/>
                    <a:pt x="108848" y="204859"/>
                  </a:cubicBezTo>
                  <a:lnTo>
                    <a:pt x="108848" y="26879"/>
                  </a:lnTo>
                  <a:lnTo>
                    <a:pt x="188505" y="106595"/>
                  </a:lnTo>
                  <a:cubicBezTo>
                    <a:pt x="190042" y="108133"/>
                    <a:pt x="192050" y="108902"/>
                    <a:pt x="194072" y="108902"/>
                  </a:cubicBezTo>
                  <a:cubicBezTo>
                    <a:pt x="196094" y="108902"/>
                    <a:pt x="198103" y="108133"/>
                    <a:pt x="199640" y="106595"/>
                  </a:cubicBezTo>
                  <a:cubicBezTo>
                    <a:pt x="202713" y="103520"/>
                    <a:pt x="202713" y="98535"/>
                    <a:pt x="199640" y="95453"/>
                  </a:cubicBezTo>
                  <a:lnTo>
                    <a:pt x="106543" y="2288"/>
                  </a:lnTo>
                  <a:cubicBezTo>
                    <a:pt x="105831" y="1575"/>
                    <a:pt x="105006" y="1071"/>
                    <a:pt x="104137" y="687"/>
                  </a:cubicBezTo>
                  <a:cubicBezTo>
                    <a:pt x="104099" y="668"/>
                    <a:pt x="104074" y="637"/>
                    <a:pt x="104036" y="624"/>
                  </a:cubicBezTo>
                  <a:cubicBezTo>
                    <a:pt x="102078" y="-208"/>
                    <a:pt x="99873" y="-208"/>
                    <a:pt x="97915" y="624"/>
                  </a:cubicBezTo>
                  <a:cubicBezTo>
                    <a:pt x="97839" y="655"/>
                    <a:pt x="97783" y="725"/>
                    <a:pt x="97713" y="763"/>
                  </a:cubicBezTo>
                  <a:cubicBezTo>
                    <a:pt x="96888" y="1141"/>
                    <a:pt x="96088" y="1613"/>
                    <a:pt x="95414" y="2294"/>
                  </a:cubicBezTo>
                  <a:lnTo>
                    <a:pt x="2305" y="95434"/>
                  </a:lnTo>
                  <a:cubicBezTo>
                    <a:pt x="-768" y="98510"/>
                    <a:pt x="-768" y="103495"/>
                    <a:pt x="2305" y="106577"/>
                  </a:cubicBezTo>
                  <a:cubicBezTo>
                    <a:pt x="5379" y="109658"/>
                    <a:pt x="10354" y="109658"/>
                    <a:pt x="13440" y="106577"/>
                  </a:cubicBezTo>
                  <a:close/>
                </a:path>
              </a:pathLst>
            </a:custGeom>
            <a:solidFill>
              <a:srgbClr val="FFFFFF"/>
            </a:solidFill>
            <a:ln w="0" cap="flat">
              <a:noFill/>
              <a:prstDash val="solid"/>
              <a:miter/>
            </a:ln>
          </p:spPr>
          <p:txBody>
            <a:bodyPr rtlCol="0" anchor="ctr"/>
            <a:lstStyle/>
            <a:p>
              <a:endParaRPr lang="de-DE"/>
            </a:p>
          </p:txBody>
        </p:sp>
        <p:sp>
          <p:nvSpPr>
            <p:cNvPr id="506" name="Freihandform 505">
              <a:extLst>
                <a:ext uri="{FF2B5EF4-FFF2-40B4-BE49-F238E27FC236}">
                  <a16:creationId xmlns:a16="http://schemas.microsoft.com/office/drawing/2014/main" id="{10B31572-4FA1-FFC1-93C7-4BDA8026D4D0}"/>
                </a:ext>
              </a:extLst>
            </p:cNvPr>
            <p:cNvSpPr/>
            <p:nvPr/>
          </p:nvSpPr>
          <p:spPr>
            <a:xfrm>
              <a:off x="9917291" y="3094659"/>
              <a:ext cx="296087" cy="75286"/>
            </a:xfrm>
            <a:custGeom>
              <a:avLst/>
              <a:gdLst>
                <a:gd name="connsiteX0" fmla="*/ 288215 w 296087"/>
                <a:gd name="connsiteY0" fmla="*/ 0 h 75286"/>
                <a:gd name="connsiteX1" fmla="*/ 280342 w 296087"/>
                <a:gd name="connsiteY1" fmla="*/ 7878 h 75286"/>
                <a:gd name="connsiteX2" fmla="*/ 280342 w 296087"/>
                <a:gd name="connsiteY2" fmla="*/ 36994 h 75286"/>
                <a:gd name="connsiteX3" fmla="*/ 257839 w 296087"/>
                <a:gd name="connsiteY3" fmla="*/ 59531 h 75286"/>
                <a:gd name="connsiteX4" fmla="*/ 38260 w 296087"/>
                <a:gd name="connsiteY4" fmla="*/ 59531 h 75286"/>
                <a:gd name="connsiteX5" fmla="*/ 15745 w 296087"/>
                <a:gd name="connsiteY5" fmla="*/ 36994 h 75286"/>
                <a:gd name="connsiteX6" fmla="*/ 15745 w 296087"/>
                <a:gd name="connsiteY6" fmla="*/ 7878 h 75286"/>
                <a:gd name="connsiteX7" fmla="*/ 7872 w 296087"/>
                <a:gd name="connsiteY7" fmla="*/ 0 h 75286"/>
                <a:gd name="connsiteX8" fmla="*/ 0 w 296087"/>
                <a:gd name="connsiteY8" fmla="*/ 7878 h 75286"/>
                <a:gd name="connsiteX9" fmla="*/ 0 w 296087"/>
                <a:gd name="connsiteY9" fmla="*/ 37038 h 75286"/>
                <a:gd name="connsiteX10" fmla="*/ 38254 w 296087"/>
                <a:gd name="connsiteY10" fmla="*/ 75286 h 75286"/>
                <a:gd name="connsiteX11" fmla="*/ 257865 w 296087"/>
                <a:gd name="connsiteY11" fmla="*/ 75286 h 75286"/>
                <a:gd name="connsiteX12" fmla="*/ 296087 w 296087"/>
                <a:gd name="connsiteY12" fmla="*/ 36994 h 75286"/>
                <a:gd name="connsiteX13" fmla="*/ 296087 w 296087"/>
                <a:gd name="connsiteY13" fmla="*/ 7878 h 75286"/>
                <a:gd name="connsiteX14" fmla="*/ 288215 w 296087"/>
                <a:gd name="connsiteY14" fmla="*/ 0 h 7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96087" h="75286">
                  <a:moveTo>
                    <a:pt x="288215" y="0"/>
                  </a:moveTo>
                  <a:cubicBezTo>
                    <a:pt x="283869" y="0"/>
                    <a:pt x="280342" y="3529"/>
                    <a:pt x="280342" y="7878"/>
                  </a:cubicBezTo>
                  <a:lnTo>
                    <a:pt x="280342" y="36994"/>
                  </a:lnTo>
                  <a:cubicBezTo>
                    <a:pt x="280342" y="49416"/>
                    <a:pt x="270253" y="59524"/>
                    <a:pt x="257839" y="59531"/>
                  </a:cubicBezTo>
                  <a:lnTo>
                    <a:pt x="38260" y="59531"/>
                  </a:lnTo>
                  <a:cubicBezTo>
                    <a:pt x="25860" y="59531"/>
                    <a:pt x="15758" y="49434"/>
                    <a:pt x="15745" y="36994"/>
                  </a:cubicBezTo>
                  <a:lnTo>
                    <a:pt x="15745" y="7878"/>
                  </a:lnTo>
                  <a:cubicBezTo>
                    <a:pt x="15745" y="3529"/>
                    <a:pt x="12218" y="0"/>
                    <a:pt x="7872" y="0"/>
                  </a:cubicBezTo>
                  <a:cubicBezTo>
                    <a:pt x="3527" y="0"/>
                    <a:pt x="0" y="3529"/>
                    <a:pt x="0" y="7878"/>
                  </a:cubicBezTo>
                  <a:lnTo>
                    <a:pt x="0" y="37038"/>
                  </a:lnTo>
                  <a:cubicBezTo>
                    <a:pt x="25" y="58138"/>
                    <a:pt x="17187" y="75286"/>
                    <a:pt x="38254" y="75286"/>
                  </a:cubicBezTo>
                  <a:lnTo>
                    <a:pt x="257865" y="75286"/>
                  </a:lnTo>
                  <a:cubicBezTo>
                    <a:pt x="278950" y="75267"/>
                    <a:pt x="296093" y="58088"/>
                    <a:pt x="296087" y="36994"/>
                  </a:cubicBezTo>
                  <a:lnTo>
                    <a:pt x="296087" y="7878"/>
                  </a:lnTo>
                  <a:cubicBezTo>
                    <a:pt x="296087" y="3529"/>
                    <a:pt x="292560" y="0"/>
                    <a:pt x="288215" y="0"/>
                  </a:cubicBezTo>
                  <a:close/>
                </a:path>
              </a:pathLst>
            </a:custGeom>
            <a:solidFill>
              <a:srgbClr val="FFFFFF"/>
            </a:solidFill>
            <a:ln w="0" cap="flat">
              <a:noFill/>
              <a:prstDash val="solid"/>
              <a:miter/>
            </a:ln>
          </p:spPr>
          <p:txBody>
            <a:bodyPr rtlCol="0" anchor="ctr"/>
            <a:lstStyle/>
            <a:p>
              <a:endParaRPr lang="de-DE"/>
            </a:p>
          </p:txBody>
        </p:sp>
      </p:grpSp>
      <p:sp>
        <p:nvSpPr>
          <p:cNvPr id="507" name="Freihandform 506">
            <a:extLst>
              <a:ext uri="{FF2B5EF4-FFF2-40B4-BE49-F238E27FC236}">
                <a16:creationId xmlns:a16="http://schemas.microsoft.com/office/drawing/2014/main" id="{A84588F7-A26C-766C-3778-0C7272382A29}"/>
              </a:ext>
            </a:extLst>
          </p:cNvPr>
          <p:cNvSpPr/>
          <p:nvPr/>
        </p:nvSpPr>
        <p:spPr>
          <a:xfrm>
            <a:off x="9922575" y="1379355"/>
            <a:ext cx="304532" cy="290758"/>
          </a:xfrm>
          <a:custGeom>
            <a:avLst/>
            <a:gdLst>
              <a:gd name="connsiteX0" fmla="*/ 298134 w 304532"/>
              <a:gd name="connsiteY0" fmla="*/ 50745 h 290758"/>
              <a:gd name="connsiteX1" fmla="*/ 243726 w 304532"/>
              <a:gd name="connsiteY1" fmla="*/ 40271 h 290758"/>
              <a:gd name="connsiteX2" fmla="*/ 243058 w 304532"/>
              <a:gd name="connsiteY2" fmla="*/ 40271 h 290758"/>
              <a:gd name="connsiteX3" fmla="*/ 241351 w 304532"/>
              <a:gd name="connsiteY3" fmla="*/ 40284 h 290758"/>
              <a:gd name="connsiteX4" fmla="*/ 240073 w 304532"/>
              <a:gd name="connsiteY4" fmla="*/ 40536 h 290758"/>
              <a:gd name="connsiteX5" fmla="*/ 238555 w 304532"/>
              <a:gd name="connsiteY5" fmla="*/ 41172 h 290758"/>
              <a:gd name="connsiteX6" fmla="*/ 237825 w 304532"/>
              <a:gd name="connsiteY6" fmla="*/ 41475 h 290758"/>
              <a:gd name="connsiteX7" fmla="*/ 237302 w 304532"/>
              <a:gd name="connsiteY7" fmla="*/ 42004 h 290758"/>
              <a:gd name="connsiteX8" fmla="*/ 236672 w 304532"/>
              <a:gd name="connsiteY8" fmla="*/ 42426 h 290758"/>
              <a:gd name="connsiteX9" fmla="*/ 236231 w 304532"/>
              <a:gd name="connsiteY9" fmla="*/ 43095 h 290758"/>
              <a:gd name="connsiteX10" fmla="*/ 235375 w 304532"/>
              <a:gd name="connsiteY10" fmla="*/ 44386 h 290758"/>
              <a:gd name="connsiteX11" fmla="*/ 234802 w 304532"/>
              <a:gd name="connsiteY11" fmla="*/ 45798 h 290758"/>
              <a:gd name="connsiteX12" fmla="*/ 234512 w 304532"/>
              <a:gd name="connsiteY12" fmla="*/ 46504 h 290758"/>
              <a:gd name="connsiteX13" fmla="*/ 224051 w 304532"/>
              <a:gd name="connsiteY13" fmla="*/ 100968 h 290758"/>
              <a:gd name="connsiteX14" fmla="*/ 230292 w 304532"/>
              <a:gd name="connsiteY14" fmla="*/ 110194 h 290758"/>
              <a:gd name="connsiteX15" fmla="*/ 231785 w 304532"/>
              <a:gd name="connsiteY15" fmla="*/ 110333 h 290758"/>
              <a:gd name="connsiteX16" fmla="*/ 239512 w 304532"/>
              <a:gd name="connsiteY16" fmla="*/ 103942 h 290758"/>
              <a:gd name="connsiteX17" fmla="*/ 246950 w 304532"/>
              <a:gd name="connsiteY17" fmla="*/ 65222 h 290758"/>
              <a:gd name="connsiteX18" fmla="*/ 237025 w 304532"/>
              <a:gd name="connsiteY18" fmla="*/ 236925 h 290758"/>
              <a:gd name="connsiteX19" fmla="*/ 53785 w 304532"/>
              <a:gd name="connsiteY19" fmla="*/ 237253 h 290758"/>
              <a:gd name="connsiteX20" fmla="*/ 53458 w 304532"/>
              <a:gd name="connsiteY20" fmla="*/ 53890 h 290758"/>
              <a:gd name="connsiteX21" fmla="*/ 145250 w 304532"/>
              <a:gd name="connsiteY21" fmla="*/ 15749 h 290758"/>
              <a:gd name="connsiteX22" fmla="*/ 170442 w 304532"/>
              <a:gd name="connsiteY22" fmla="*/ 18226 h 290758"/>
              <a:gd name="connsiteX23" fmla="*/ 179713 w 304532"/>
              <a:gd name="connsiteY23" fmla="*/ 12056 h 290758"/>
              <a:gd name="connsiteX24" fmla="*/ 173547 w 304532"/>
              <a:gd name="connsiteY24" fmla="*/ 2779 h 290758"/>
              <a:gd name="connsiteX25" fmla="*/ 145527 w 304532"/>
              <a:gd name="connsiteY25" fmla="*/ 0 h 290758"/>
              <a:gd name="connsiteX26" fmla="*/ 145238 w 304532"/>
              <a:gd name="connsiteY26" fmla="*/ 0 h 290758"/>
              <a:gd name="connsiteX27" fmla="*/ 42304 w 304532"/>
              <a:gd name="connsiteY27" fmla="*/ 42779 h 290758"/>
              <a:gd name="connsiteX28" fmla="*/ 42682 w 304532"/>
              <a:gd name="connsiteY28" fmla="*/ 248420 h 290758"/>
              <a:gd name="connsiteX29" fmla="*/ 145238 w 304532"/>
              <a:gd name="connsiteY29" fmla="*/ 290759 h 290758"/>
              <a:gd name="connsiteX30" fmla="*/ 248185 w 304532"/>
              <a:gd name="connsiteY30" fmla="*/ 248049 h 290758"/>
              <a:gd name="connsiteX31" fmla="*/ 262594 w 304532"/>
              <a:gd name="connsiteY31" fmla="*/ 59940 h 290758"/>
              <a:gd name="connsiteX32" fmla="*/ 295168 w 304532"/>
              <a:gd name="connsiteY32" fmla="*/ 66211 h 290758"/>
              <a:gd name="connsiteX33" fmla="*/ 304388 w 304532"/>
              <a:gd name="connsiteY33" fmla="*/ 59966 h 290758"/>
              <a:gd name="connsiteX34" fmla="*/ 298147 w 304532"/>
              <a:gd name="connsiteY34" fmla="*/ 50739 h 2907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04532" h="290758">
                <a:moveTo>
                  <a:pt x="298134" y="50745"/>
                </a:moveTo>
                <a:lnTo>
                  <a:pt x="243726" y="40271"/>
                </a:lnTo>
                <a:cubicBezTo>
                  <a:pt x="243505" y="40227"/>
                  <a:pt x="243278" y="40296"/>
                  <a:pt x="243058" y="40271"/>
                </a:cubicBezTo>
                <a:cubicBezTo>
                  <a:pt x="242479" y="40208"/>
                  <a:pt x="241931" y="40221"/>
                  <a:pt x="241351" y="40284"/>
                </a:cubicBezTo>
                <a:cubicBezTo>
                  <a:pt x="240911" y="40334"/>
                  <a:pt x="240501" y="40410"/>
                  <a:pt x="240073" y="40536"/>
                </a:cubicBezTo>
                <a:cubicBezTo>
                  <a:pt x="239537" y="40687"/>
                  <a:pt x="239053" y="40901"/>
                  <a:pt x="238555" y="41172"/>
                </a:cubicBezTo>
                <a:cubicBezTo>
                  <a:pt x="238322" y="41298"/>
                  <a:pt x="238051" y="41330"/>
                  <a:pt x="237825" y="41475"/>
                </a:cubicBezTo>
                <a:cubicBezTo>
                  <a:pt x="237617" y="41620"/>
                  <a:pt x="237497" y="41847"/>
                  <a:pt x="237302" y="42004"/>
                </a:cubicBezTo>
                <a:cubicBezTo>
                  <a:pt x="237100" y="42168"/>
                  <a:pt x="236855" y="42237"/>
                  <a:pt x="236672" y="42426"/>
                </a:cubicBezTo>
                <a:cubicBezTo>
                  <a:pt x="236477" y="42622"/>
                  <a:pt x="236401" y="42880"/>
                  <a:pt x="236231" y="43095"/>
                </a:cubicBezTo>
                <a:cubicBezTo>
                  <a:pt x="235897" y="43504"/>
                  <a:pt x="235620" y="43920"/>
                  <a:pt x="235375" y="44386"/>
                </a:cubicBezTo>
                <a:cubicBezTo>
                  <a:pt x="235135" y="44853"/>
                  <a:pt x="234940" y="45307"/>
                  <a:pt x="234802" y="45798"/>
                </a:cubicBezTo>
                <a:cubicBezTo>
                  <a:pt x="234726" y="46044"/>
                  <a:pt x="234562" y="46252"/>
                  <a:pt x="234512" y="46504"/>
                </a:cubicBezTo>
                <a:lnTo>
                  <a:pt x="224051" y="100968"/>
                </a:lnTo>
                <a:cubicBezTo>
                  <a:pt x="223232" y="105247"/>
                  <a:pt x="226022" y="109375"/>
                  <a:pt x="230292" y="110194"/>
                </a:cubicBezTo>
                <a:cubicBezTo>
                  <a:pt x="230796" y="110295"/>
                  <a:pt x="231294" y="110333"/>
                  <a:pt x="231785" y="110333"/>
                </a:cubicBezTo>
                <a:cubicBezTo>
                  <a:pt x="235488" y="110333"/>
                  <a:pt x="238782" y="107711"/>
                  <a:pt x="239512" y="103942"/>
                </a:cubicBezTo>
                <a:lnTo>
                  <a:pt x="246950" y="65222"/>
                </a:lnTo>
                <a:cubicBezTo>
                  <a:pt x="286968" y="115986"/>
                  <a:pt x="283743" y="189999"/>
                  <a:pt x="237025" y="236925"/>
                </a:cubicBezTo>
                <a:cubicBezTo>
                  <a:pt x="186603" y="287563"/>
                  <a:pt x="104402" y="287721"/>
                  <a:pt x="53785" y="237253"/>
                </a:cubicBezTo>
                <a:cubicBezTo>
                  <a:pt x="3181" y="186791"/>
                  <a:pt x="3029" y="104535"/>
                  <a:pt x="53458" y="53890"/>
                </a:cubicBezTo>
                <a:cubicBezTo>
                  <a:pt x="77585" y="29658"/>
                  <a:pt x="111040" y="15756"/>
                  <a:pt x="145250" y="15749"/>
                </a:cubicBezTo>
                <a:cubicBezTo>
                  <a:pt x="153879" y="15907"/>
                  <a:pt x="162180" y="16562"/>
                  <a:pt x="170442" y="18226"/>
                </a:cubicBezTo>
                <a:cubicBezTo>
                  <a:pt x="174731" y="19083"/>
                  <a:pt x="178857" y="16310"/>
                  <a:pt x="179713" y="12056"/>
                </a:cubicBezTo>
                <a:cubicBezTo>
                  <a:pt x="180570" y="7783"/>
                  <a:pt x="177805" y="3636"/>
                  <a:pt x="173547" y="2779"/>
                </a:cubicBezTo>
                <a:cubicBezTo>
                  <a:pt x="164340" y="933"/>
                  <a:pt x="154912" y="0"/>
                  <a:pt x="145527" y="0"/>
                </a:cubicBezTo>
                <a:lnTo>
                  <a:pt x="145238" y="0"/>
                </a:lnTo>
                <a:cubicBezTo>
                  <a:pt x="106890" y="0"/>
                  <a:pt x="69372" y="15598"/>
                  <a:pt x="42304" y="42779"/>
                </a:cubicBezTo>
                <a:cubicBezTo>
                  <a:pt x="-14246" y="99575"/>
                  <a:pt x="-14082" y="191820"/>
                  <a:pt x="42682" y="248420"/>
                </a:cubicBezTo>
                <a:cubicBezTo>
                  <a:pt x="70991" y="276648"/>
                  <a:pt x="108117" y="290759"/>
                  <a:pt x="145238" y="290759"/>
                </a:cubicBezTo>
                <a:cubicBezTo>
                  <a:pt x="182541" y="290759"/>
                  <a:pt x="219837" y="276516"/>
                  <a:pt x="248185" y="248049"/>
                </a:cubicBezTo>
                <a:cubicBezTo>
                  <a:pt x="299243" y="196774"/>
                  <a:pt x="303903" y="116692"/>
                  <a:pt x="262594" y="59940"/>
                </a:cubicBezTo>
                <a:lnTo>
                  <a:pt x="295168" y="66211"/>
                </a:lnTo>
                <a:cubicBezTo>
                  <a:pt x="299469" y="67049"/>
                  <a:pt x="303563" y="64232"/>
                  <a:pt x="304388" y="59966"/>
                </a:cubicBezTo>
                <a:cubicBezTo>
                  <a:pt x="305213" y="55693"/>
                  <a:pt x="302417" y="51565"/>
                  <a:pt x="298147" y="50739"/>
                </a:cubicBezTo>
                <a:close/>
              </a:path>
            </a:pathLst>
          </a:custGeom>
          <a:solidFill>
            <a:srgbClr val="FFFFFF"/>
          </a:solidFill>
          <a:ln w="0" cap="flat">
            <a:noFill/>
            <a:prstDash val="solid"/>
            <a:miter/>
          </a:ln>
        </p:spPr>
        <p:txBody>
          <a:bodyPr rtlCol="0" anchor="ctr"/>
          <a:lstStyle/>
          <a:p>
            <a:endParaRPr lang="de-DE"/>
          </a:p>
        </p:txBody>
      </p:sp>
      <p:grpSp>
        <p:nvGrpSpPr>
          <p:cNvPr id="508" name="Grafik 463">
            <a:extLst>
              <a:ext uri="{FF2B5EF4-FFF2-40B4-BE49-F238E27FC236}">
                <a16:creationId xmlns:a16="http://schemas.microsoft.com/office/drawing/2014/main" id="{BC9FAEC7-D288-5C0E-D615-10876C051B58}"/>
              </a:ext>
            </a:extLst>
          </p:cNvPr>
          <p:cNvGrpSpPr/>
          <p:nvPr/>
        </p:nvGrpSpPr>
        <p:grpSpPr>
          <a:xfrm>
            <a:off x="10641584" y="1379358"/>
            <a:ext cx="318721" cy="290850"/>
            <a:chOff x="10641584" y="1379358"/>
            <a:chExt cx="318721" cy="290850"/>
          </a:xfrm>
          <a:solidFill>
            <a:srgbClr val="FFFFFF"/>
          </a:solidFill>
        </p:grpSpPr>
        <p:sp>
          <p:nvSpPr>
            <p:cNvPr id="509" name="Freihandform 508">
              <a:extLst>
                <a:ext uri="{FF2B5EF4-FFF2-40B4-BE49-F238E27FC236}">
                  <a16:creationId xmlns:a16="http://schemas.microsoft.com/office/drawing/2014/main" id="{FB2761E8-A38E-BF71-AD61-C1C2FEE54D55}"/>
                </a:ext>
              </a:extLst>
            </p:cNvPr>
            <p:cNvSpPr/>
            <p:nvPr/>
          </p:nvSpPr>
          <p:spPr>
            <a:xfrm>
              <a:off x="10766162" y="1419581"/>
              <a:ext cx="194143" cy="250627"/>
            </a:xfrm>
            <a:custGeom>
              <a:avLst/>
              <a:gdLst>
                <a:gd name="connsiteX0" fmla="*/ 187757 w 194143"/>
                <a:gd name="connsiteY0" fmla="*/ 10513 h 250627"/>
                <a:gd name="connsiteX1" fmla="*/ 133362 w 194143"/>
                <a:gd name="connsiteY1" fmla="*/ 39 h 250627"/>
                <a:gd name="connsiteX2" fmla="*/ 132619 w 194143"/>
                <a:gd name="connsiteY2" fmla="*/ 39 h 250627"/>
                <a:gd name="connsiteX3" fmla="*/ 130988 w 194143"/>
                <a:gd name="connsiteY3" fmla="*/ 51 h 250627"/>
                <a:gd name="connsiteX4" fmla="*/ 129608 w 194143"/>
                <a:gd name="connsiteY4" fmla="*/ 322 h 250627"/>
                <a:gd name="connsiteX5" fmla="*/ 128153 w 194143"/>
                <a:gd name="connsiteY5" fmla="*/ 946 h 250627"/>
                <a:gd name="connsiteX6" fmla="*/ 126951 w 194143"/>
                <a:gd name="connsiteY6" fmla="*/ 1747 h 250627"/>
                <a:gd name="connsiteX7" fmla="*/ 126264 w 194143"/>
                <a:gd name="connsiteY7" fmla="*/ 2201 h 250627"/>
                <a:gd name="connsiteX8" fmla="*/ 125798 w 194143"/>
                <a:gd name="connsiteY8" fmla="*/ 2906 h 250627"/>
                <a:gd name="connsiteX9" fmla="*/ 125067 w 194143"/>
                <a:gd name="connsiteY9" fmla="*/ 4016 h 250627"/>
                <a:gd name="connsiteX10" fmla="*/ 124362 w 194143"/>
                <a:gd name="connsiteY10" fmla="*/ 5736 h 250627"/>
                <a:gd name="connsiteX11" fmla="*/ 124135 w 194143"/>
                <a:gd name="connsiteY11" fmla="*/ 6291 h 250627"/>
                <a:gd name="connsiteX12" fmla="*/ 113706 w 194143"/>
                <a:gd name="connsiteY12" fmla="*/ 60761 h 250627"/>
                <a:gd name="connsiteX13" fmla="*/ 119953 w 194143"/>
                <a:gd name="connsiteY13" fmla="*/ 69981 h 250627"/>
                <a:gd name="connsiteX14" fmla="*/ 121440 w 194143"/>
                <a:gd name="connsiteY14" fmla="*/ 70119 h 250627"/>
                <a:gd name="connsiteX15" fmla="*/ 129167 w 194143"/>
                <a:gd name="connsiteY15" fmla="*/ 63723 h 250627"/>
                <a:gd name="connsiteX16" fmla="*/ 136574 w 194143"/>
                <a:gd name="connsiteY16" fmla="*/ 25065 h 250627"/>
                <a:gd name="connsiteX17" fmla="*/ 126453 w 194143"/>
                <a:gd name="connsiteY17" fmla="*/ 196781 h 250627"/>
                <a:gd name="connsiteX18" fmla="*/ 9411 w 194143"/>
                <a:gd name="connsiteY18" fmla="*/ 232363 h 250627"/>
                <a:gd name="connsiteX19" fmla="*/ 153 w 194143"/>
                <a:gd name="connsiteY19" fmla="*/ 238546 h 250627"/>
                <a:gd name="connsiteX20" fmla="*/ 6331 w 194143"/>
                <a:gd name="connsiteY20" fmla="*/ 247810 h 250627"/>
                <a:gd name="connsiteX21" fmla="*/ 34824 w 194143"/>
                <a:gd name="connsiteY21" fmla="*/ 250627 h 250627"/>
                <a:gd name="connsiteX22" fmla="*/ 137588 w 194143"/>
                <a:gd name="connsiteY22" fmla="*/ 207905 h 250627"/>
                <a:gd name="connsiteX23" fmla="*/ 152143 w 194143"/>
                <a:gd name="connsiteY23" fmla="*/ 19695 h 250627"/>
                <a:gd name="connsiteX24" fmla="*/ 184779 w 194143"/>
                <a:gd name="connsiteY24" fmla="*/ 25979 h 250627"/>
                <a:gd name="connsiteX25" fmla="*/ 186271 w 194143"/>
                <a:gd name="connsiteY25" fmla="*/ 26117 h 250627"/>
                <a:gd name="connsiteX26" fmla="*/ 193999 w 194143"/>
                <a:gd name="connsiteY26" fmla="*/ 19727 h 250627"/>
                <a:gd name="connsiteX27" fmla="*/ 187757 w 194143"/>
                <a:gd name="connsiteY27" fmla="*/ 10501 h 250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94143" h="250627">
                  <a:moveTo>
                    <a:pt x="187757" y="10513"/>
                  </a:moveTo>
                  <a:lnTo>
                    <a:pt x="133362" y="39"/>
                  </a:lnTo>
                  <a:cubicBezTo>
                    <a:pt x="133110" y="-12"/>
                    <a:pt x="132871" y="70"/>
                    <a:pt x="132619" y="39"/>
                  </a:cubicBezTo>
                  <a:cubicBezTo>
                    <a:pt x="132065" y="-18"/>
                    <a:pt x="131535" y="-12"/>
                    <a:pt x="130988" y="51"/>
                  </a:cubicBezTo>
                  <a:cubicBezTo>
                    <a:pt x="130509" y="108"/>
                    <a:pt x="130062" y="184"/>
                    <a:pt x="129608" y="322"/>
                  </a:cubicBezTo>
                  <a:cubicBezTo>
                    <a:pt x="129098" y="474"/>
                    <a:pt x="128632" y="688"/>
                    <a:pt x="128153" y="946"/>
                  </a:cubicBezTo>
                  <a:cubicBezTo>
                    <a:pt x="127725" y="1180"/>
                    <a:pt x="127335" y="1438"/>
                    <a:pt x="126951" y="1747"/>
                  </a:cubicBezTo>
                  <a:cubicBezTo>
                    <a:pt x="126730" y="1923"/>
                    <a:pt x="126466" y="1999"/>
                    <a:pt x="126264" y="2201"/>
                  </a:cubicBezTo>
                  <a:cubicBezTo>
                    <a:pt x="126056" y="2409"/>
                    <a:pt x="125974" y="2680"/>
                    <a:pt x="125798" y="2906"/>
                  </a:cubicBezTo>
                  <a:cubicBezTo>
                    <a:pt x="125521" y="3253"/>
                    <a:pt x="125282" y="3619"/>
                    <a:pt x="125067" y="4016"/>
                  </a:cubicBezTo>
                  <a:cubicBezTo>
                    <a:pt x="124759" y="4576"/>
                    <a:pt x="124526" y="5131"/>
                    <a:pt x="124362" y="5736"/>
                  </a:cubicBezTo>
                  <a:cubicBezTo>
                    <a:pt x="124306" y="5931"/>
                    <a:pt x="124173" y="6089"/>
                    <a:pt x="124135" y="6291"/>
                  </a:cubicBezTo>
                  <a:lnTo>
                    <a:pt x="113706" y="60761"/>
                  </a:lnTo>
                  <a:cubicBezTo>
                    <a:pt x="112887" y="65034"/>
                    <a:pt x="115684" y="69162"/>
                    <a:pt x="119953" y="69981"/>
                  </a:cubicBezTo>
                  <a:cubicBezTo>
                    <a:pt x="120451" y="70082"/>
                    <a:pt x="120949" y="70119"/>
                    <a:pt x="121440" y="70119"/>
                  </a:cubicBezTo>
                  <a:cubicBezTo>
                    <a:pt x="125143" y="70119"/>
                    <a:pt x="128443" y="67498"/>
                    <a:pt x="129167" y="63723"/>
                  </a:cubicBezTo>
                  <a:lnTo>
                    <a:pt x="136574" y="25065"/>
                  </a:lnTo>
                  <a:cubicBezTo>
                    <a:pt x="176522" y="75886"/>
                    <a:pt x="173222" y="149893"/>
                    <a:pt x="126453" y="196781"/>
                  </a:cubicBezTo>
                  <a:cubicBezTo>
                    <a:pt x="95763" y="227549"/>
                    <a:pt x="51998" y="240827"/>
                    <a:pt x="9411" y="232363"/>
                  </a:cubicBezTo>
                  <a:cubicBezTo>
                    <a:pt x="5078" y="231500"/>
                    <a:pt x="1004" y="234292"/>
                    <a:pt x="153" y="238546"/>
                  </a:cubicBezTo>
                  <a:cubicBezTo>
                    <a:pt x="-697" y="242813"/>
                    <a:pt x="2074" y="246959"/>
                    <a:pt x="6331" y="247810"/>
                  </a:cubicBezTo>
                  <a:cubicBezTo>
                    <a:pt x="15823" y="249707"/>
                    <a:pt x="25358" y="250627"/>
                    <a:pt x="34824" y="250627"/>
                  </a:cubicBezTo>
                  <a:cubicBezTo>
                    <a:pt x="73008" y="250627"/>
                    <a:pt x="110009" y="235552"/>
                    <a:pt x="137588" y="207905"/>
                  </a:cubicBezTo>
                  <a:cubicBezTo>
                    <a:pt x="188721" y="156642"/>
                    <a:pt x="193445" y="76497"/>
                    <a:pt x="152143" y="19695"/>
                  </a:cubicBezTo>
                  <a:lnTo>
                    <a:pt x="184779" y="25979"/>
                  </a:lnTo>
                  <a:cubicBezTo>
                    <a:pt x="185282" y="26080"/>
                    <a:pt x="185780" y="26117"/>
                    <a:pt x="186271" y="26117"/>
                  </a:cubicBezTo>
                  <a:cubicBezTo>
                    <a:pt x="189975" y="26117"/>
                    <a:pt x="193268" y="23496"/>
                    <a:pt x="193999" y="19727"/>
                  </a:cubicBezTo>
                  <a:cubicBezTo>
                    <a:pt x="194824" y="15454"/>
                    <a:pt x="192028" y="11326"/>
                    <a:pt x="187757" y="10501"/>
                  </a:cubicBezTo>
                  <a:close/>
                </a:path>
              </a:pathLst>
            </a:custGeom>
            <a:solidFill>
              <a:srgbClr val="FFFFFF"/>
            </a:solidFill>
            <a:ln w="0" cap="flat">
              <a:noFill/>
              <a:prstDash val="solid"/>
              <a:miter/>
            </a:ln>
          </p:spPr>
          <p:txBody>
            <a:bodyPr rtlCol="0" anchor="ctr"/>
            <a:lstStyle/>
            <a:p>
              <a:endParaRPr lang="de-DE"/>
            </a:p>
          </p:txBody>
        </p:sp>
        <p:sp>
          <p:nvSpPr>
            <p:cNvPr id="510" name="Freihandform 509">
              <a:extLst>
                <a:ext uri="{FF2B5EF4-FFF2-40B4-BE49-F238E27FC236}">
                  <a16:creationId xmlns:a16="http://schemas.microsoft.com/office/drawing/2014/main" id="{98BF8C56-34B9-E2B4-BB4A-15959257E5B1}"/>
                </a:ext>
              </a:extLst>
            </p:cNvPr>
            <p:cNvSpPr/>
            <p:nvPr/>
          </p:nvSpPr>
          <p:spPr>
            <a:xfrm>
              <a:off x="10641584" y="1379358"/>
              <a:ext cx="194115" cy="250560"/>
            </a:xfrm>
            <a:custGeom>
              <a:avLst/>
              <a:gdLst>
                <a:gd name="connsiteX0" fmla="*/ 74227 w 194115"/>
                <a:gd name="connsiteY0" fmla="*/ 180493 h 250560"/>
                <a:gd name="connsiteX1" fmla="*/ 65007 w 194115"/>
                <a:gd name="connsiteY1" fmla="*/ 186738 h 250560"/>
                <a:gd name="connsiteX2" fmla="*/ 57557 w 194115"/>
                <a:gd name="connsiteY2" fmla="*/ 225383 h 250560"/>
                <a:gd name="connsiteX3" fmla="*/ 67892 w 194115"/>
                <a:gd name="connsiteY3" fmla="*/ 53724 h 250560"/>
                <a:gd name="connsiteX4" fmla="*/ 184707 w 194115"/>
                <a:gd name="connsiteY4" fmla="*/ 18249 h 250560"/>
                <a:gd name="connsiteX5" fmla="*/ 193965 w 194115"/>
                <a:gd name="connsiteY5" fmla="*/ 12053 h 250560"/>
                <a:gd name="connsiteX6" fmla="*/ 187774 w 194115"/>
                <a:gd name="connsiteY6" fmla="*/ 2789 h 250560"/>
                <a:gd name="connsiteX7" fmla="*/ 56763 w 194115"/>
                <a:gd name="connsiteY7" fmla="*/ 42581 h 250560"/>
                <a:gd name="connsiteX8" fmla="*/ 42001 w 194115"/>
                <a:gd name="connsiteY8" fmla="*/ 230759 h 250560"/>
                <a:gd name="connsiteX9" fmla="*/ 9365 w 194115"/>
                <a:gd name="connsiteY9" fmla="*/ 224469 h 250560"/>
                <a:gd name="connsiteX10" fmla="*/ 144 w 194115"/>
                <a:gd name="connsiteY10" fmla="*/ 230715 h 250560"/>
                <a:gd name="connsiteX11" fmla="*/ 6386 w 194115"/>
                <a:gd name="connsiteY11" fmla="*/ 239941 h 250560"/>
                <a:gd name="connsiteX12" fmla="*/ 60719 w 194115"/>
                <a:gd name="connsiteY12" fmla="*/ 250409 h 250560"/>
                <a:gd name="connsiteX13" fmla="*/ 60744 w 194115"/>
                <a:gd name="connsiteY13" fmla="*/ 250422 h 250560"/>
                <a:gd name="connsiteX14" fmla="*/ 62236 w 194115"/>
                <a:gd name="connsiteY14" fmla="*/ 250561 h 250560"/>
                <a:gd name="connsiteX15" fmla="*/ 62243 w 194115"/>
                <a:gd name="connsiteY15" fmla="*/ 250561 h 250560"/>
                <a:gd name="connsiteX16" fmla="*/ 62249 w 194115"/>
                <a:gd name="connsiteY16" fmla="*/ 250561 h 250560"/>
                <a:gd name="connsiteX17" fmla="*/ 62413 w 194115"/>
                <a:gd name="connsiteY17" fmla="*/ 250529 h 250560"/>
                <a:gd name="connsiteX18" fmla="*/ 65026 w 194115"/>
                <a:gd name="connsiteY18" fmla="*/ 250019 h 250560"/>
                <a:gd name="connsiteX19" fmla="*/ 65908 w 194115"/>
                <a:gd name="connsiteY19" fmla="*/ 249521 h 250560"/>
                <a:gd name="connsiteX20" fmla="*/ 67464 w 194115"/>
                <a:gd name="connsiteY20" fmla="*/ 248487 h 250560"/>
                <a:gd name="connsiteX21" fmla="*/ 67810 w 194115"/>
                <a:gd name="connsiteY21" fmla="*/ 248254 h 250560"/>
                <a:gd name="connsiteX22" fmla="*/ 68288 w 194115"/>
                <a:gd name="connsiteY22" fmla="*/ 247535 h 250560"/>
                <a:gd name="connsiteX23" fmla="*/ 69170 w 194115"/>
                <a:gd name="connsiteY23" fmla="*/ 246206 h 250560"/>
                <a:gd name="connsiteX24" fmla="*/ 69699 w 194115"/>
                <a:gd name="connsiteY24" fmla="*/ 244826 h 250560"/>
                <a:gd name="connsiteX25" fmla="*/ 69951 w 194115"/>
                <a:gd name="connsiteY25" fmla="*/ 244170 h 250560"/>
                <a:gd name="connsiteX26" fmla="*/ 80450 w 194115"/>
                <a:gd name="connsiteY26" fmla="*/ 189700 h 250560"/>
                <a:gd name="connsiteX27" fmla="*/ 74209 w 194115"/>
                <a:gd name="connsiteY27" fmla="*/ 180474 h 250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94115" h="250560">
                  <a:moveTo>
                    <a:pt x="74227" y="180493"/>
                  </a:moveTo>
                  <a:cubicBezTo>
                    <a:pt x="69970" y="179642"/>
                    <a:pt x="65833" y="182465"/>
                    <a:pt x="65007" y="186738"/>
                  </a:cubicBezTo>
                  <a:lnTo>
                    <a:pt x="57557" y="225383"/>
                  </a:lnTo>
                  <a:cubicBezTo>
                    <a:pt x="17691" y="174524"/>
                    <a:pt x="21079" y="100543"/>
                    <a:pt x="67892" y="53724"/>
                  </a:cubicBezTo>
                  <a:cubicBezTo>
                    <a:pt x="98538" y="23082"/>
                    <a:pt x="142233" y="9797"/>
                    <a:pt x="184707" y="18249"/>
                  </a:cubicBezTo>
                  <a:cubicBezTo>
                    <a:pt x="188990" y="19062"/>
                    <a:pt x="193115" y="16307"/>
                    <a:pt x="193965" y="12053"/>
                  </a:cubicBezTo>
                  <a:cubicBezTo>
                    <a:pt x="194809" y="7781"/>
                    <a:pt x="192031" y="3640"/>
                    <a:pt x="187774" y="2789"/>
                  </a:cubicBezTo>
                  <a:cubicBezTo>
                    <a:pt x="140060" y="-6658"/>
                    <a:pt x="91125" y="8209"/>
                    <a:pt x="56763" y="42581"/>
                  </a:cubicBezTo>
                  <a:cubicBezTo>
                    <a:pt x="5573" y="93774"/>
                    <a:pt x="749" y="173913"/>
                    <a:pt x="42001" y="230759"/>
                  </a:cubicBezTo>
                  <a:lnTo>
                    <a:pt x="9365" y="224469"/>
                  </a:lnTo>
                  <a:cubicBezTo>
                    <a:pt x="5057" y="223631"/>
                    <a:pt x="963" y="226448"/>
                    <a:pt x="144" y="230715"/>
                  </a:cubicBezTo>
                  <a:cubicBezTo>
                    <a:pt x="-681" y="234988"/>
                    <a:pt x="2116" y="239116"/>
                    <a:pt x="6386" y="239941"/>
                  </a:cubicBezTo>
                  <a:lnTo>
                    <a:pt x="60719" y="250409"/>
                  </a:lnTo>
                  <a:cubicBezTo>
                    <a:pt x="60719" y="250409"/>
                    <a:pt x="60737" y="250422"/>
                    <a:pt x="60744" y="250422"/>
                  </a:cubicBezTo>
                  <a:cubicBezTo>
                    <a:pt x="61241" y="250523"/>
                    <a:pt x="61745" y="250561"/>
                    <a:pt x="62236" y="250561"/>
                  </a:cubicBezTo>
                  <a:cubicBezTo>
                    <a:pt x="62236" y="250561"/>
                    <a:pt x="62236" y="250561"/>
                    <a:pt x="62243" y="250561"/>
                  </a:cubicBezTo>
                  <a:cubicBezTo>
                    <a:pt x="62249" y="250561"/>
                    <a:pt x="62243" y="250561"/>
                    <a:pt x="62249" y="250561"/>
                  </a:cubicBezTo>
                  <a:cubicBezTo>
                    <a:pt x="62306" y="250561"/>
                    <a:pt x="62356" y="250529"/>
                    <a:pt x="62413" y="250529"/>
                  </a:cubicBezTo>
                  <a:cubicBezTo>
                    <a:pt x="63326" y="250504"/>
                    <a:pt x="64201" y="250334"/>
                    <a:pt x="65026" y="250019"/>
                  </a:cubicBezTo>
                  <a:cubicBezTo>
                    <a:pt x="65341" y="249899"/>
                    <a:pt x="65606" y="249678"/>
                    <a:pt x="65908" y="249521"/>
                  </a:cubicBezTo>
                  <a:cubicBezTo>
                    <a:pt x="66462" y="249218"/>
                    <a:pt x="66998" y="248909"/>
                    <a:pt x="67464" y="248487"/>
                  </a:cubicBezTo>
                  <a:cubicBezTo>
                    <a:pt x="67571" y="248393"/>
                    <a:pt x="67709" y="248361"/>
                    <a:pt x="67810" y="248254"/>
                  </a:cubicBezTo>
                  <a:cubicBezTo>
                    <a:pt x="68024" y="248040"/>
                    <a:pt x="68106" y="247762"/>
                    <a:pt x="68288" y="247535"/>
                  </a:cubicBezTo>
                  <a:cubicBezTo>
                    <a:pt x="68623" y="247120"/>
                    <a:pt x="68925" y="246691"/>
                    <a:pt x="69170" y="246206"/>
                  </a:cubicBezTo>
                  <a:cubicBezTo>
                    <a:pt x="69397" y="245752"/>
                    <a:pt x="69561" y="245305"/>
                    <a:pt x="69699" y="244826"/>
                  </a:cubicBezTo>
                  <a:cubicBezTo>
                    <a:pt x="69762" y="244599"/>
                    <a:pt x="69901" y="244410"/>
                    <a:pt x="69951" y="244170"/>
                  </a:cubicBezTo>
                  <a:lnTo>
                    <a:pt x="80450" y="189700"/>
                  </a:lnTo>
                  <a:cubicBezTo>
                    <a:pt x="81275" y="185427"/>
                    <a:pt x="78485" y="181299"/>
                    <a:pt x="74209" y="180474"/>
                  </a:cubicBezTo>
                  <a:close/>
                </a:path>
              </a:pathLst>
            </a:custGeom>
            <a:solidFill>
              <a:srgbClr val="FFFFFF"/>
            </a:solidFill>
            <a:ln w="0" cap="flat">
              <a:noFill/>
              <a:prstDash val="solid"/>
              <a:miter/>
            </a:ln>
          </p:spPr>
          <p:txBody>
            <a:bodyPr rtlCol="0" anchor="ctr"/>
            <a:lstStyle/>
            <a:p>
              <a:endParaRPr lang="de-DE"/>
            </a:p>
          </p:txBody>
        </p:sp>
      </p:grpSp>
      <p:sp>
        <p:nvSpPr>
          <p:cNvPr id="511" name="Freihandform 510">
            <a:extLst>
              <a:ext uri="{FF2B5EF4-FFF2-40B4-BE49-F238E27FC236}">
                <a16:creationId xmlns:a16="http://schemas.microsoft.com/office/drawing/2014/main" id="{EDFC4746-4545-65D3-BB96-46E24EC75841}"/>
              </a:ext>
            </a:extLst>
          </p:cNvPr>
          <p:cNvSpPr/>
          <p:nvPr/>
        </p:nvSpPr>
        <p:spPr>
          <a:xfrm>
            <a:off x="5506638" y="3605724"/>
            <a:ext cx="276682" cy="326258"/>
          </a:xfrm>
          <a:custGeom>
            <a:avLst/>
            <a:gdLst>
              <a:gd name="connsiteX0" fmla="*/ 208904 w 276682"/>
              <a:gd name="connsiteY0" fmla="*/ 98837 h 326258"/>
              <a:gd name="connsiteX1" fmla="*/ 208879 w 276682"/>
              <a:gd name="connsiteY1" fmla="*/ 98837 h 326258"/>
              <a:gd name="connsiteX2" fmla="*/ 158300 w 276682"/>
              <a:gd name="connsiteY2" fmla="*/ 121658 h 326258"/>
              <a:gd name="connsiteX3" fmla="*/ 127402 w 276682"/>
              <a:gd name="connsiteY3" fmla="*/ 100029 h 326258"/>
              <a:gd name="connsiteX4" fmla="*/ 135545 w 276682"/>
              <a:gd name="connsiteY4" fmla="*/ 67824 h 326258"/>
              <a:gd name="connsiteX5" fmla="*/ 67773 w 276682"/>
              <a:gd name="connsiteY5" fmla="*/ 0 h 326258"/>
              <a:gd name="connsiteX6" fmla="*/ 0 w 276682"/>
              <a:gd name="connsiteY6" fmla="*/ 67824 h 326258"/>
              <a:gd name="connsiteX7" fmla="*/ 67773 w 276682"/>
              <a:gd name="connsiteY7" fmla="*/ 135642 h 326258"/>
              <a:gd name="connsiteX8" fmla="*/ 118289 w 276682"/>
              <a:gd name="connsiteY8" fmla="*/ 112879 h 326258"/>
              <a:gd name="connsiteX9" fmla="*/ 149199 w 276682"/>
              <a:gd name="connsiteY9" fmla="*/ 134514 h 326258"/>
              <a:gd name="connsiteX10" fmla="*/ 141069 w 276682"/>
              <a:gd name="connsiteY10" fmla="*/ 166668 h 326258"/>
              <a:gd name="connsiteX11" fmla="*/ 148192 w 276682"/>
              <a:gd name="connsiteY11" fmla="*/ 196767 h 326258"/>
              <a:gd name="connsiteX12" fmla="*/ 119901 w 276682"/>
              <a:gd name="connsiteY12" fmla="*/ 215170 h 326258"/>
              <a:gd name="connsiteX13" fmla="*/ 67773 w 276682"/>
              <a:gd name="connsiteY13" fmla="*/ 190629 h 326258"/>
              <a:gd name="connsiteX14" fmla="*/ 0 w 276682"/>
              <a:gd name="connsiteY14" fmla="*/ 258391 h 326258"/>
              <a:gd name="connsiteX15" fmla="*/ 19813 w 276682"/>
              <a:gd name="connsiteY15" fmla="*/ 306357 h 326258"/>
              <a:gd name="connsiteX16" fmla="*/ 67716 w 276682"/>
              <a:gd name="connsiteY16" fmla="*/ 326259 h 326258"/>
              <a:gd name="connsiteX17" fmla="*/ 67779 w 276682"/>
              <a:gd name="connsiteY17" fmla="*/ 326259 h 326258"/>
              <a:gd name="connsiteX18" fmla="*/ 115656 w 276682"/>
              <a:gd name="connsiteY18" fmla="*/ 306432 h 326258"/>
              <a:gd name="connsiteX19" fmla="*/ 135545 w 276682"/>
              <a:gd name="connsiteY19" fmla="*/ 258498 h 326258"/>
              <a:gd name="connsiteX20" fmla="*/ 135545 w 276682"/>
              <a:gd name="connsiteY20" fmla="*/ 258441 h 326258"/>
              <a:gd name="connsiteX21" fmla="*/ 128441 w 276682"/>
              <a:gd name="connsiteY21" fmla="*/ 228398 h 326258"/>
              <a:gd name="connsiteX22" fmla="*/ 156738 w 276682"/>
              <a:gd name="connsiteY22" fmla="*/ 209989 h 326258"/>
              <a:gd name="connsiteX23" fmla="*/ 208854 w 276682"/>
              <a:gd name="connsiteY23" fmla="*/ 234530 h 326258"/>
              <a:gd name="connsiteX24" fmla="*/ 208879 w 276682"/>
              <a:gd name="connsiteY24" fmla="*/ 234530 h 326258"/>
              <a:gd name="connsiteX25" fmla="*/ 276683 w 276682"/>
              <a:gd name="connsiteY25" fmla="*/ 166700 h 326258"/>
              <a:gd name="connsiteX26" fmla="*/ 276683 w 276682"/>
              <a:gd name="connsiteY26" fmla="*/ 166643 h 326258"/>
              <a:gd name="connsiteX27" fmla="*/ 208898 w 276682"/>
              <a:gd name="connsiteY27" fmla="*/ 98825 h 326258"/>
              <a:gd name="connsiteX28" fmla="*/ 67779 w 276682"/>
              <a:gd name="connsiteY28" fmla="*/ 119887 h 326258"/>
              <a:gd name="connsiteX29" fmla="*/ 15751 w 276682"/>
              <a:gd name="connsiteY29" fmla="*/ 67824 h 326258"/>
              <a:gd name="connsiteX30" fmla="*/ 67779 w 276682"/>
              <a:gd name="connsiteY30" fmla="*/ 15756 h 326258"/>
              <a:gd name="connsiteX31" fmla="*/ 119807 w 276682"/>
              <a:gd name="connsiteY31" fmla="*/ 67824 h 326258"/>
              <a:gd name="connsiteX32" fmla="*/ 67779 w 276682"/>
              <a:gd name="connsiteY32" fmla="*/ 119887 h 326258"/>
              <a:gd name="connsiteX33" fmla="*/ 119807 w 276682"/>
              <a:gd name="connsiteY33" fmla="*/ 258491 h 326258"/>
              <a:gd name="connsiteX34" fmla="*/ 104540 w 276682"/>
              <a:gd name="connsiteY34" fmla="*/ 295296 h 326258"/>
              <a:gd name="connsiteX35" fmla="*/ 67785 w 276682"/>
              <a:gd name="connsiteY35" fmla="*/ 310510 h 326258"/>
              <a:gd name="connsiteX36" fmla="*/ 67735 w 276682"/>
              <a:gd name="connsiteY36" fmla="*/ 310510 h 326258"/>
              <a:gd name="connsiteX37" fmla="*/ 30961 w 276682"/>
              <a:gd name="connsiteY37" fmla="*/ 295233 h 326258"/>
              <a:gd name="connsiteX38" fmla="*/ 15751 w 276682"/>
              <a:gd name="connsiteY38" fmla="*/ 258403 h 326258"/>
              <a:gd name="connsiteX39" fmla="*/ 67779 w 276682"/>
              <a:gd name="connsiteY39" fmla="*/ 206385 h 326258"/>
              <a:gd name="connsiteX40" fmla="*/ 111342 w 276682"/>
              <a:gd name="connsiteY40" fmla="*/ 230068 h 326258"/>
              <a:gd name="connsiteX41" fmla="*/ 111361 w 276682"/>
              <a:gd name="connsiteY41" fmla="*/ 230125 h 326258"/>
              <a:gd name="connsiteX42" fmla="*/ 111399 w 276682"/>
              <a:gd name="connsiteY42" fmla="*/ 230175 h 326258"/>
              <a:gd name="connsiteX43" fmla="*/ 119800 w 276682"/>
              <a:gd name="connsiteY43" fmla="*/ 258453 h 326258"/>
              <a:gd name="connsiteX44" fmla="*/ 119800 w 276682"/>
              <a:gd name="connsiteY44" fmla="*/ 258498 h 326258"/>
              <a:gd name="connsiteX45" fmla="*/ 260944 w 276682"/>
              <a:gd name="connsiteY45" fmla="*/ 166706 h 326258"/>
              <a:gd name="connsiteX46" fmla="*/ 208885 w 276682"/>
              <a:gd name="connsiteY46" fmla="*/ 218781 h 326258"/>
              <a:gd name="connsiteX47" fmla="*/ 208866 w 276682"/>
              <a:gd name="connsiteY47" fmla="*/ 218781 h 326258"/>
              <a:gd name="connsiteX48" fmla="*/ 156820 w 276682"/>
              <a:gd name="connsiteY48" fmla="*/ 166662 h 326258"/>
              <a:gd name="connsiteX49" fmla="*/ 208898 w 276682"/>
              <a:gd name="connsiteY49" fmla="*/ 114587 h 326258"/>
              <a:gd name="connsiteX50" fmla="*/ 208917 w 276682"/>
              <a:gd name="connsiteY50" fmla="*/ 114587 h 326258"/>
              <a:gd name="connsiteX51" fmla="*/ 260944 w 276682"/>
              <a:gd name="connsiteY51" fmla="*/ 166649 h 326258"/>
              <a:gd name="connsiteX52" fmla="*/ 260944 w 276682"/>
              <a:gd name="connsiteY52" fmla="*/ 166706 h 326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76682" h="326258">
                <a:moveTo>
                  <a:pt x="208904" y="98837"/>
                </a:moveTo>
                <a:lnTo>
                  <a:pt x="208879" y="98837"/>
                </a:lnTo>
                <a:cubicBezTo>
                  <a:pt x="188769" y="98837"/>
                  <a:pt x="170732" y="107692"/>
                  <a:pt x="158300" y="121658"/>
                </a:cubicBezTo>
                <a:lnTo>
                  <a:pt x="127402" y="100029"/>
                </a:lnTo>
                <a:cubicBezTo>
                  <a:pt x="132591" y="90443"/>
                  <a:pt x="135545" y="79471"/>
                  <a:pt x="135545" y="67824"/>
                </a:cubicBezTo>
                <a:cubicBezTo>
                  <a:pt x="135545" y="30427"/>
                  <a:pt x="105145" y="0"/>
                  <a:pt x="67773" y="0"/>
                </a:cubicBezTo>
                <a:cubicBezTo>
                  <a:pt x="30400" y="0"/>
                  <a:pt x="0" y="30427"/>
                  <a:pt x="0" y="67824"/>
                </a:cubicBezTo>
                <a:cubicBezTo>
                  <a:pt x="0" y="105222"/>
                  <a:pt x="30407" y="135642"/>
                  <a:pt x="67773" y="135642"/>
                </a:cubicBezTo>
                <a:cubicBezTo>
                  <a:pt x="87851" y="135642"/>
                  <a:pt x="105869" y="126807"/>
                  <a:pt x="118289" y="112879"/>
                </a:cubicBezTo>
                <a:lnTo>
                  <a:pt x="149199" y="134514"/>
                </a:lnTo>
                <a:cubicBezTo>
                  <a:pt x="144022" y="144087"/>
                  <a:pt x="141075" y="155034"/>
                  <a:pt x="141069" y="166668"/>
                </a:cubicBezTo>
                <a:cubicBezTo>
                  <a:pt x="141069" y="177483"/>
                  <a:pt x="143670" y="187680"/>
                  <a:pt x="148192" y="196767"/>
                </a:cubicBezTo>
                <a:lnTo>
                  <a:pt x="119901" y="215170"/>
                </a:lnTo>
                <a:cubicBezTo>
                  <a:pt x="107462" y="200190"/>
                  <a:pt x="88713" y="190629"/>
                  <a:pt x="67773" y="190629"/>
                </a:cubicBezTo>
                <a:cubicBezTo>
                  <a:pt x="30432" y="190629"/>
                  <a:pt x="32" y="221025"/>
                  <a:pt x="0" y="258391"/>
                </a:cubicBezTo>
                <a:cubicBezTo>
                  <a:pt x="-13" y="276503"/>
                  <a:pt x="7022" y="293544"/>
                  <a:pt x="19813" y="306357"/>
                </a:cubicBezTo>
                <a:cubicBezTo>
                  <a:pt x="32605" y="319175"/>
                  <a:pt x="49616" y="326246"/>
                  <a:pt x="67716" y="326259"/>
                </a:cubicBezTo>
                <a:lnTo>
                  <a:pt x="67779" y="326259"/>
                </a:lnTo>
                <a:cubicBezTo>
                  <a:pt x="85854" y="326259"/>
                  <a:pt x="102859" y="319219"/>
                  <a:pt x="115656" y="306432"/>
                </a:cubicBezTo>
                <a:cubicBezTo>
                  <a:pt x="128466" y="293639"/>
                  <a:pt x="135533" y="276617"/>
                  <a:pt x="135545" y="258498"/>
                </a:cubicBezTo>
                <a:lnTo>
                  <a:pt x="135545" y="258441"/>
                </a:lnTo>
                <a:cubicBezTo>
                  <a:pt x="135545" y="247645"/>
                  <a:pt x="132944" y="237467"/>
                  <a:pt x="128441" y="228398"/>
                </a:cubicBezTo>
                <a:lnTo>
                  <a:pt x="156738" y="209989"/>
                </a:lnTo>
                <a:cubicBezTo>
                  <a:pt x="169183" y="224964"/>
                  <a:pt x="187919" y="234524"/>
                  <a:pt x="208854" y="234530"/>
                </a:cubicBezTo>
                <a:lnTo>
                  <a:pt x="208879" y="234530"/>
                </a:lnTo>
                <a:cubicBezTo>
                  <a:pt x="246257" y="234530"/>
                  <a:pt x="276670" y="204110"/>
                  <a:pt x="276683" y="166700"/>
                </a:cubicBezTo>
                <a:lnTo>
                  <a:pt x="276683" y="166643"/>
                </a:lnTo>
                <a:cubicBezTo>
                  <a:pt x="276683" y="129246"/>
                  <a:pt x="246276" y="98825"/>
                  <a:pt x="208898" y="98825"/>
                </a:cubicBezTo>
                <a:close/>
                <a:moveTo>
                  <a:pt x="67779" y="119887"/>
                </a:moveTo>
                <a:cubicBezTo>
                  <a:pt x="39092" y="119887"/>
                  <a:pt x="15751" y="96531"/>
                  <a:pt x="15751" y="67824"/>
                </a:cubicBezTo>
                <a:cubicBezTo>
                  <a:pt x="15751" y="39118"/>
                  <a:pt x="39092" y="15756"/>
                  <a:pt x="67779" y="15756"/>
                </a:cubicBezTo>
                <a:cubicBezTo>
                  <a:pt x="96466" y="15756"/>
                  <a:pt x="119807" y="39111"/>
                  <a:pt x="119807" y="67824"/>
                </a:cubicBezTo>
                <a:cubicBezTo>
                  <a:pt x="119807" y="96537"/>
                  <a:pt x="96466" y="119887"/>
                  <a:pt x="67779" y="119887"/>
                </a:cubicBezTo>
                <a:close/>
                <a:moveTo>
                  <a:pt x="119807" y="258491"/>
                </a:moveTo>
                <a:cubicBezTo>
                  <a:pt x="119794" y="272400"/>
                  <a:pt x="114371" y="285465"/>
                  <a:pt x="104540" y="295296"/>
                </a:cubicBezTo>
                <a:cubicBezTo>
                  <a:pt x="94715" y="305109"/>
                  <a:pt x="81666" y="310510"/>
                  <a:pt x="67785" y="310510"/>
                </a:cubicBezTo>
                <a:lnTo>
                  <a:pt x="67735" y="310510"/>
                </a:lnTo>
                <a:cubicBezTo>
                  <a:pt x="53835" y="310497"/>
                  <a:pt x="40779" y="305077"/>
                  <a:pt x="30961" y="295233"/>
                </a:cubicBezTo>
                <a:cubicBezTo>
                  <a:pt x="21142" y="285389"/>
                  <a:pt x="15739" y="272312"/>
                  <a:pt x="15751" y="258403"/>
                </a:cubicBezTo>
                <a:cubicBezTo>
                  <a:pt x="15776" y="229722"/>
                  <a:pt x="39117" y="206385"/>
                  <a:pt x="67779" y="206385"/>
                </a:cubicBezTo>
                <a:cubicBezTo>
                  <a:pt x="86005" y="206385"/>
                  <a:pt x="102046" y="215832"/>
                  <a:pt x="111342" y="230068"/>
                </a:cubicBezTo>
                <a:cubicBezTo>
                  <a:pt x="111355" y="230087"/>
                  <a:pt x="111355" y="230106"/>
                  <a:pt x="111361" y="230125"/>
                </a:cubicBezTo>
                <a:cubicBezTo>
                  <a:pt x="111374" y="230144"/>
                  <a:pt x="111392" y="230157"/>
                  <a:pt x="111399" y="230175"/>
                </a:cubicBezTo>
                <a:cubicBezTo>
                  <a:pt x="116695" y="238324"/>
                  <a:pt x="119800" y="248023"/>
                  <a:pt x="119800" y="258453"/>
                </a:cubicBezTo>
                <a:lnTo>
                  <a:pt x="119800" y="258498"/>
                </a:lnTo>
                <a:close/>
                <a:moveTo>
                  <a:pt x="260944" y="166706"/>
                </a:moveTo>
                <a:cubicBezTo>
                  <a:pt x="260938" y="195425"/>
                  <a:pt x="237585" y="218781"/>
                  <a:pt x="208885" y="218781"/>
                </a:cubicBezTo>
                <a:lnTo>
                  <a:pt x="208866" y="218781"/>
                </a:lnTo>
                <a:cubicBezTo>
                  <a:pt x="180160" y="218768"/>
                  <a:pt x="156813" y="195394"/>
                  <a:pt x="156820" y="166662"/>
                </a:cubicBezTo>
                <a:cubicBezTo>
                  <a:pt x="156826" y="137943"/>
                  <a:pt x="180185" y="114587"/>
                  <a:pt x="208898" y="114587"/>
                </a:cubicBezTo>
                <a:lnTo>
                  <a:pt x="208917" y="114587"/>
                </a:lnTo>
                <a:cubicBezTo>
                  <a:pt x="237604" y="114587"/>
                  <a:pt x="260944" y="137943"/>
                  <a:pt x="260944" y="166649"/>
                </a:cubicBezTo>
                <a:lnTo>
                  <a:pt x="260944" y="166706"/>
                </a:lnTo>
                <a:close/>
              </a:path>
            </a:pathLst>
          </a:custGeom>
          <a:solidFill>
            <a:srgbClr val="FFFFFF"/>
          </a:solidFill>
          <a:ln w="0" cap="flat">
            <a:noFill/>
            <a:prstDash val="solid"/>
            <a:miter/>
          </a:ln>
        </p:spPr>
        <p:txBody>
          <a:bodyPr rtlCol="0" anchor="ctr"/>
          <a:lstStyle/>
          <a:p>
            <a:endParaRPr lang="de-DE"/>
          </a:p>
        </p:txBody>
      </p:sp>
      <p:sp>
        <p:nvSpPr>
          <p:cNvPr id="512" name="Freihandform 511">
            <a:extLst>
              <a:ext uri="{FF2B5EF4-FFF2-40B4-BE49-F238E27FC236}">
                <a16:creationId xmlns:a16="http://schemas.microsoft.com/office/drawing/2014/main" id="{25758481-48FB-7A2F-D9AC-6605A9D9B958}"/>
              </a:ext>
            </a:extLst>
          </p:cNvPr>
          <p:cNvSpPr/>
          <p:nvPr/>
        </p:nvSpPr>
        <p:spPr>
          <a:xfrm>
            <a:off x="11389652" y="1376362"/>
            <a:ext cx="296710" cy="296859"/>
          </a:xfrm>
          <a:custGeom>
            <a:avLst/>
            <a:gdLst>
              <a:gd name="connsiteX0" fmla="*/ 294405 w 296710"/>
              <a:gd name="connsiteY0" fmla="*/ 283417 h 296859"/>
              <a:gd name="connsiteX1" fmla="*/ 213653 w 296710"/>
              <a:gd name="connsiteY1" fmla="*/ 202648 h 296859"/>
              <a:gd name="connsiteX2" fmla="*/ 244097 w 296710"/>
              <a:gd name="connsiteY2" fmla="*/ 122149 h 296859"/>
              <a:gd name="connsiteX3" fmla="*/ 236225 w 296710"/>
              <a:gd name="connsiteY3" fmla="*/ 122149 h 296859"/>
              <a:gd name="connsiteX4" fmla="*/ 244097 w 296710"/>
              <a:gd name="connsiteY4" fmla="*/ 122118 h 296859"/>
              <a:gd name="connsiteX5" fmla="*/ 208375 w 296710"/>
              <a:gd name="connsiteY5" fmla="*/ 35778 h 296859"/>
              <a:gd name="connsiteX6" fmla="*/ 122067 w 296710"/>
              <a:gd name="connsiteY6" fmla="*/ 0 h 296859"/>
              <a:gd name="connsiteX7" fmla="*/ 122055 w 296710"/>
              <a:gd name="connsiteY7" fmla="*/ 0 h 296859"/>
              <a:gd name="connsiteX8" fmla="*/ 0 w 296710"/>
              <a:gd name="connsiteY8" fmla="*/ 122112 h 296859"/>
              <a:gd name="connsiteX9" fmla="*/ 122030 w 296710"/>
              <a:gd name="connsiteY9" fmla="*/ 244261 h 296859"/>
              <a:gd name="connsiteX10" fmla="*/ 122055 w 296710"/>
              <a:gd name="connsiteY10" fmla="*/ 244261 h 296859"/>
              <a:gd name="connsiteX11" fmla="*/ 202518 w 296710"/>
              <a:gd name="connsiteY11" fmla="*/ 213784 h 296859"/>
              <a:gd name="connsiteX12" fmla="*/ 283270 w 296710"/>
              <a:gd name="connsiteY12" fmla="*/ 294553 h 296859"/>
              <a:gd name="connsiteX13" fmla="*/ 288838 w 296710"/>
              <a:gd name="connsiteY13" fmla="*/ 296859 h 296859"/>
              <a:gd name="connsiteX14" fmla="*/ 294405 w 296710"/>
              <a:gd name="connsiteY14" fmla="*/ 294553 h 296859"/>
              <a:gd name="connsiteX15" fmla="*/ 294405 w 296710"/>
              <a:gd name="connsiteY15" fmla="*/ 283410 h 296859"/>
              <a:gd name="connsiteX16" fmla="*/ 122036 w 296710"/>
              <a:gd name="connsiteY16" fmla="*/ 228505 h 296859"/>
              <a:gd name="connsiteX17" fmla="*/ 15751 w 296710"/>
              <a:gd name="connsiteY17" fmla="*/ 122112 h 296859"/>
              <a:gd name="connsiteX18" fmla="*/ 122105 w 296710"/>
              <a:gd name="connsiteY18" fmla="*/ 15756 h 296859"/>
              <a:gd name="connsiteX19" fmla="*/ 197246 w 296710"/>
              <a:gd name="connsiteY19" fmla="*/ 46914 h 296859"/>
              <a:gd name="connsiteX20" fmla="*/ 228358 w 296710"/>
              <a:gd name="connsiteY20" fmla="*/ 122118 h 296859"/>
              <a:gd name="connsiteX21" fmla="*/ 228358 w 296710"/>
              <a:gd name="connsiteY21" fmla="*/ 122149 h 296859"/>
              <a:gd name="connsiteX22" fmla="*/ 197284 w 296710"/>
              <a:gd name="connsiteY22" fmla="*/ 197284 h 296859"/>
              <a:gd name="connsiteX23" fmla="*/ 197215 w 296710"/>
              <a:gd name="connsiteY23" fmla="*/ 197328 h 296859"/>
              <a:gd name="connsiteX24" fmla="*/ 197164 w 296710"/>
              <a:gd name="connsiteY24" fmla="*/ 197404 h 296859"/>
              <a:gd name="connsiteX25" fmla="*/ 122067 w 296710"/>
              <a:gd name="connsiteY25" fmla="*/ 228499 h 296859"/>
              <a:gd name="connsiteX26" fmla="*/ 122042 w 296710"/>
              <a:gd name="connsiteY26" fmla="*/ 228499 h 296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96710" h="296859">
                <a:moveTo>
                  <a:pt x="294405" y="283417"/>
                </a:moveTo>
                <a:lnTo>
                  <a:pt x="213653" y="202648"/>
                </a:lnTo>
                <a:cubicBezTo>
                  <a:pt x="233264" y="180363"/>
                  <a:pt x="244091" y="152123"/>
                  <a:pt x="244097" y="122149"/>
                </a:cubicBezTo>
                <a:lnTo>
                  <a:pt x="236225" y="122149"/>
                </a:lnTo>
                <a:lnTo>
                  <a:pt x="244097" y="122118"/>
                </a:lnTo>
                <a:cubicBezTo>
                  <a:pt x="244097" y="89504"/>
                  <a:pt x="231413" y="58844"/>
                  <a:pt x="208375" y="35778"/>
                </a:cubicBezTo>
                <a:cubicBezTo>
                  <a:pt x="185331" y="12712"/>
                  <a:pt x="154697" y="6"/>
                  <a:pt x="122067" y="0"/>
                </a:cubicBezTo>
                <a:lnTo>
                  <a:pt x="122055" y="0"/>
                </a:lnTo>
                <a:cubicBezTo>
                  <a:pt x="54761" y="0"/>
                  <a:pt x="13" y="54772"/>
                  <a:pt x="0" y="122112"/>
                </a:cubicBezTo>
                <a:cubicBezTo>
                  <a:pt x="0" y="189451"/>
                  <a:pt x="54729" y="244248"/>
                  <a:pt x="122030" y="244261"/>
                </a:cubicBezTo>
                <a:lnTo>
                  <a:pt x="122055" y="244261"/>
                </a:lnTo>
                <a:cubicBezTo>
                  <a:pt x="152008" y="244261"/>
                  <a:pt x="180236" y="233421"/>
                  <a:pt x="202518" y="213784"/>
                </a:cubicBezTo>
                <a:lnTo>
                  <a:pt x="283270" y="294553"/>
                </a:lnTo>
                <a:cubicBezTo>
                  <a:pt x="284807" y="296090"/>
                  <a:pt x="286823" y="296859"/>
                  <a:pt x="288838" y="296859"/>
                </a:cubicBezTo>
                <a:cubicBezTo>
                  <a:pt x="290853" y="296859"/>
                  <a:pt x="292869" y="296090"/>
                  <a:pt x="294405" y="294553"/>
                </a:cubicBezTo>
                <a:cubicBezTo>
                  <a:pt x="297479" y="291477"/>
                  <a:pt x="297479" y="286486"/>
                  <a:pt x="294405" y="283410"/>
                </a:cubicBezTo>
                <a:close/>
                <a:moveTo>
                  <a:pt x="122036" y="228505"/>
                </a:moveTo>
                <a:cubicBezTo>
                  <a:pt x="63421" y="228493"/>
                  <a:pt x="15745" y="180766"/>
                  <a:pt x="15751" y="122112"/>
                </a:cubicBezTo>
                <a:cubicBezTo>
                  <a:pt x="15764" y="63457"/>
                  <a:pt x="63458" y="15749"/>
                  <a:pt x="122105" y="15756"/>
                </a:cubicBezTo>
                <a:cubicBezTo>
                  <a:pt x="150490" y="15756"/>
                  <a:pt x="177175" y="26829"/>
                  <a:pt x="197246" y="46914"/>
                </a:cubicBezTo>
                <a:cubicBezTo>
                  <a:pt x="217318" y="66999"/>
                  <a:pt x="228365" y="93708"/>
                  <a:pt x="228358" y="122118"/>
                </a:cubicBezTo>
                <a:lnTo>
                  <a:pt x="228358" y="122149"/>
                </a:lnTo>
                <a:cubicBezTo>
                  <a:pt x="228358" y="150528"/>
                  <a:pt x="217318" y="177205"/>
                  <a:pt x="197284" y="197284"/>
                </a:cubicBezTo>
                <a:cubicBezTo>
                  <a:pt x="197265" y="197303"/>
                  <a:pt x="197234" y="197310"/>
                  <a:pt x="197215" y="197328"/>
                </a:cubicBezTo>
                <a:cubicBezTo>
                  <a:pt x="197190" y="197354"/>
                  <a:pt x="197183" y="197385"/>
                  <a:pt x="197164" y="197404"/>
                </a:cubicBezTo>
                <a:cubicBezTo>
                  <a:pt x="177093" y="217458"/>
                  <a:pt x="150427" y="228499"/>
                  <a:pt x="122067" y="228499"/>
                </a:cubicBezTo>
                <a:lnTo>
                  <a:pt x="122042" y="228499"/>
                </a:lnTo>
                <a:close/>
              </a:path>
            </a:pathLst>
          </a:custGeom>
          <a:solidFill>
            <a:srgbClr val="FFFFFF"/>
          </a:solidFill>
          <a:ln w="0" cap="flat">
            <a:noFill/>
            <a:prstDash val="solid"/>
            <a:miter/>
          </a:ln>
        </p:spPr>
        <p:txBody>
          <a:bodyPr rtlCol="0" anchor="ctr"/>
          <a:lstStyle/>
          <a:p>
            <a:endParaRPr lang="de-DE"/>
          </a:p>
        </p:txBody>
      </p:sp>
      <p:grpSp>
        <p:nvGrpSpPr>
          <p:cNvPr id="513" name="Grafik 463">
            <a:extLst>
              <a:ext uri="{FF2B5EF4-FFF2-40B4-BE49-F238E27FC236}">
                <a16:creationId xmlns:a16="http://schemas.microsoft.com/office/drawing/2014/main" id="{172A7BA9-5F0F-6824-DF66-30E1F9F7765F}"/>
              </a:ext>
            </a:extLst>
          </p:cNvPr>
          <p:cNvGrpSpPr/>
          <p:nvPr/>
        </p:nvGrpSpPr>
        <p:grpSpPr>
          <a:xfrm>
            <a:off x="9916209" y="3619626"/>
            <a:ext cx="297761" cy="317883"/>
            <a:chOff x="9916209" y="3619626"/>
            <a:chExt cx="297761" cy="317883"/>
          </a:xfrm>
          <a:solidFill>
            <a:srgbClr val="FFFFFF"/>
          </a:solidFill>
        </p:grpSpPr>
        <p:sp>
          <p:nvSpPr>
            <p:cNvPr id="514" name="Freihandform 513">
              <a:extLst>
                <a:ext uri="{FF2B5EF4-FFF2-40B4-BE49-F238E27FC236}">
                  <a16:creationId xmlns:a16="http://schemas.microsoft.com/office/drawing/2014/main" id="{C9EDA411-EDF5-CC2E-E852-AD94AD963FA8}"/>
                </a:ext>
              </a:extLst>
            </p:cNvPr>
            <p:cNvSpPr/>
            <p:nvPr/>
          </p:nvSpPr>
          <p:spPr>
            <a:xfrm>
              <a:off x="10057238" y="3619626"/>
              <a:ext cx="15744" cy="158777"/>
            </a:xfrm>
            <a:custGeom>
              <a:avLst/>
              <a:gdLst>
                <a:gd name="connsiteX0" fmla="*/ 7872 w 15744"/>
                <a:gd name="connsiteY0" fmla="*/ 158778 h 158777"/>
                <a:gd name="connsiteX1" fmla="*/ 15745 w 15744"/>
                <a:gd name="connsiteY1" fmla="*/ 150900 h 158777"/>
                <a:gd name="connsiteX2" fmla="*/ 15745 w 15744"/>
                <a:gd name="connsiteY2" fmla="*/ 7878 h 158777"/>
                <a:gd name="connsiteX3" fmla="*/ 7872 w 15744"/>
                <a:gd name="connsiteY3" fmla="*/ 0 h 158777"/>
                <a:gd name="connsiteX4" fmla="*/ 0 w 15744"/>
                <a:gd name="connsiteY4" fmla="*/ 7878 h 158777"/>
                <a:gd name="connsiteX5" fmla="*/ 0 w 15744"/>
                <a:gd name="connsiteY5" fmla="*/ 150900 h 158777"/>
                <a:gd name="connsiteX6" fmla="*/ 7872 w 15744"/>
                <a:gd name="connsiteY6" fmla="*/ 158778 h 158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744" h="158777">
                  <a:moveTo>
                    <a:pt x="7872" y="158778"/>
                  </a:moveTo>
                  <a:cubicBezTo>
                    <a:pt x="12218" y="158778"/>
                    <a:pt x="15745" y="155249"/>
                    <a:pt x="15745" y="150900"/>
                  </a:cubicBezTo>
                  <a:lnTo>
                    <a:pt x="15745" y="7878"/>
                  </a:lnTo>
                  <a:cubicBezTo>
                    <a:pt x="15745" y="3529"/>
                    <a:pt x="12218" y="0"/>
                    <a:pt x="7872" y="0"/>
                  </a:cubicBezTo>
                  <a:cubicBezTo>
                    <a:pt x="3527" y="0"/>
                    <a:pt x="0" y="3529"/>
                    <a:pt x="0" y="7878"/>
                  </a:cubicBezTo>
                  <a:lnTo>
                    <a:pt x="0" y="150900"/>
                  </a:lnTo>
                  <a:cubicBezTo>
                    <a:pt x="0" y="155249"/>
                    <a:pt x="3527" y="158778"/>
                    <a:pt x="7872" y="158778"/>
                  </a:cubicBezTo>
                  <a:close/>
                </a:path>
              </a:pathLst>
            </a:custGeom>
            <a:solidFill>
              <a:srgbClr val="FFFFFF"/>
            </a:solidFill>
            <a:ln w="0" cap="flat">
              <a:noFill/>
              <a:prstDash val="solid"/>
              <a:miter/>
            </a:ln>
          </p:spPr>
          <p:txBody>
            <a:bodyPr rtlCol="0" anchor="ctr"/>
            <a:lstStyle/>
            <a:p>
              <a:endParaRPr lang="de-DE"/>
            </a:p>
          </p:txBody>
        </p:sp>
        <p:sp>
          <p:nvSpPr>
            <p:cNvPr id="515" name="Freihandform 514">
              <a:extLst>
                <a:ext uri="{FF2B5EF4-FFF2-40B4-BE49-F238E27FC236}">
                  <a16:creationId xmlns:a16="http://schemas.microsoft.com/office/drawing/2014/main" id="{A892882A-A0C5-5E72-2D98-379E11372392}"/>
                </a:ext>
              </a:extLst>
            </p:cNvPr>
            <p:cNvSpPr/>
            <p:nvPr/>
          </p:nvSpPr>
          <p:spPr>
            <a:xfrm>
              <a:off x="9916209" y="3656396"/>
              <a:ext cx="297761" cy="281113"/>
            </a:xfrm>
            <a:custGeom>
              <a:avLst/>
              <a:gdLst>
                <a:gd name="connsiteX0" fmla="*/ 291368 w 297761"/>
                <a:gd name="connsiteY0" fmla="*/ 89186 h 281113"/>
                <a:gd name="connsiteX1" fmla="*/ 219294 w 297761"/>
                <a:gd name="connsiteY1" fmla="*/ 937 h 281113"/>
                <a:gd name="connsiteX2" fmla="*/ 208632 w 297761"/>
                <a:gd name="connsiteY2" fmla="*/ 4151 h 281113"/>
                <a:gd name="connsiteX3" fmla="*/ 211844 w 297761"/>
                <a:gd name="connsiteY3" fmla="*/ 14820 h 281113"/>
                <a:gd name="connsiteX4" fmla="*/ 276298 w 297761"/>
                <a:gd name="connsiteY4" fmla="*/ 93730 h 281113"/>
                <a:gd name="connsiteX5" fmla="*/ 266114 w 297761"/>
                <a:gd name="connsiteY5" fmla="*/ 195133 h 281113"/>
                <a:gd name="connsiteX6" fmla="*/ 187257 w 297761"/>
                <a:gd name="connsiteY6" fmla="*/ 259630 h 281113"/>
                <a:gd name="connsiteX7" fmla="*/ 85922 w 297761"/>
                <a:gd name="connsiteY7" fmla="*/ 249439 h 281113"/>
                <a:gd name="connsiteX8" fmla="*/ 21468 w 297761"/>
                <a:gd name="connsiteY8" fmla="*/ 170529 h 281113"/>
                <a:gd name="connsiteX9" fmla="*/ 31658 w 297761"/>
                <a:gd name="connsiteY9" fmla="*/ 69126 h 281113"/>
                <a:gd name="connsiteX10" fmla="*/ 85922 w 297761"/>
                <a:gd name="connsiteY10" fmla="*/ 14820 h 281113"/>
                <a:gd name="connsiteX11" fmla="*/ 89134 w 297761"/>
                <a:gd name="connsiteY11" fmla="*/ 4151 h 281113"/>
                <a:gd name="connsiteX12" fmla="*/ 78472 w 297761"/>
                <a:gd name="connsiteY12" fmla="*/ 937 h 281113"/>
                <a:gd name="connsiteX13" fmla="*/ 17784 w 297761"/>
                <a:gd name="connsiteY13" fmla="*/ 61671 h 281113"/>
                <a:gd name="connsiteX14" fmla="*/ 6391 w 297761"/>
                <a:gd name="connsiteY14" fmla="*/ 175073 h 281113"/>
                <a:gd name="connsiteX15" fmla="*/ 78465 w 297761"/>
                <a:gd name="connsiteY15" fmla="*/ 263323 h 281113"/>
                <a:gd name="connsiteX16" fmla="*/ 148682 w 297761"/>
                <a:gd name="connsiteY16" fmla="*/ 281114 h 281113"/>
                <a:gd name="connsiteX17" fmla="*/ 191791 w 297761"/>
                <a:gd name="connsiteY17" fmla="*/ 274711 h 281113"/>
                <a:gd name="connsiteX18" fmla="*/ 279982 w 297761"/>
                <a:gd name="connsiteY18" fmla="*/ 202588 h 281113"/>
                <a:gd name="connsiteX19" fmla="*/ 291368 w 297761"/>
                <a:gd name="connsiteY19" fmla="*/ 89186 h 281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97761" h="281113">
                  <a:moveTo>
                    <a:pt x="291368" y="89186"/>
                  </a:moveTo>
                  <a:cubicBezTo>
                    <a:pt x="279912" y="51096"/>
                    <a:pt x="254305" y="19755"/>
                    <a:pt x="219294" y="937"/>
                  </a:cubicBezTo>
                  <a:cubicBezTo>
                    <a:pt x="215459" y="-1112"/>
                    <a:pt x="210691" y="306"/>
                    <a:pt x="208632" y="4151"/>
                  </a:cubicBezTo>
                  <a:cubicBezTo>
                    <a:pt x="206579" y="7982"/>
                    <a:pt x="208015" y="12760"/>
                    <a:pt x="211844" y="14820"/>
                  </a:cubicBezTo>
                  <a:cubicBezTo>
                    <a:pt x="243164" y="31647"/>
                    <a:pt x="266051" y="59667"/>
                    <a:pt x="276298" y="93730"/>
                  </a:cubicBezTo>
                  <a:cubicBezTo>
                    <a:pt x="286551" y="127781"/>
                    <a:pt x="282935" y="163798"/>
                    <a:pt x="266114" y="195133"/>
                  </a:cubicBezTo>
                  <a:cubicBezTo>
                    <a:pt x="249298" y="226474"/>
                    <a:pt x="221297" y="249376"/>
                    <a:pt x="187257" y="259630"/>
                  </a:cubicBezTo>
                  <a:cubicBezTo>
                    <a:pt x="153235" y="269890"/>
                    <a:pt x="117242" y="266278"/>
                    <a:pt x="85922" y="249439"/>
                  </a:cubicBezTo>
                  <a:cubicBezTo>
                    <a:pt x="54609" y="232612"/>
                    <a:pt x="31721" y="204592"/>
                    <a:pt x="21468" y="170529"/>
                  </a:cubicBezTo>
                  <a:cubicBezTo>
                    <a:pt x="11221" y="136472"/>
                    <a:pt x="14837" y="100461"/>
                    <a:pt x="31658" y="69126"/>
                  </a:cubicBezTo>
                  <a:cubicBezTo>
                    <a:pt x="44059" y="46010"/>
                    <a:pt x="62821" y="27236"/>
                    <a:pt x="85922" y="14820"/>
                  </a:cubicBezTo>
                  <a:cubicBezTo>
                    <a:pt x="89751" y="12760"/>
                    <a:pt x="91187" y="7982"/>
                    <a:pt x="89134" y="4151"/>
                  </a:cubicBezTo>
                  <a:cubicBezTo>
                    <a:pt x="87074" y="313"/>
                    <a:pt x="82294" y="-1105"/>
                    <a:pt x="78472" y="937"/>
                  </a:cubicBezTo>
                  <a:cubicBezTo>
                    <a:pt x="52637" y="14826"/>
                    <a:pt x="31652" y="35825"/>
                    <a:pt x="17784" y="61671"/>
                  </a:cubicBezTo>
                  <a:cubicBezTo>
                    <a:pt x="-1022" y="96718"/>
                    <a:pt x="-5071" y="136989"/>
                    <a:pt x="6391" y="175073"/>
                  </a:cubicBezTo>
                  <a:cubicBezTo>
                    <a:pt x="17853" y="213163"/>
                    <a:pt x="43455" y="244504"/>
                    <a:pt x="78465" y="263323"/>
                  </a:cubicBezTo>
                  <a:cubicBezTo>
                    <a:pt x="100426" y="275120"/>
                    <a:pt x="124441" y="281114"/>
                    <a:pt x="148682" y="281114"/>
                  </a:cubicBezTo>
                  <a:cubicBezTo>
                    <a:pt x="163098" y="281114"/>
                    <a:pt x="177602" y="278990"/>
                    <a:pt x="191791" y="274711"/>
                  </a:cubicBezTo>
                  <a:cubicBezTo>
                    <a:pt x="229856" y="263247"/>
                    <a:pt x="261176" y="237622"/>
                    <a:pt x="279982" y="202588"/>
                  </a:cubicBezTo>
                  <a:cubicBezTo>
                    <a:pt x="298788" y="167542"/>
                    <a:pt x="302831" y="127271"/>
                    <a:pt x="291368" y="89186"/>
                  </a:cubicBezTo>
                  <a:close/>
                </a:path>
              </a:pathLst>
            </a:custGeom>
            <a:solidFill>
              <a:srgbClr val="FFFFFF"/>
            </a:solidFill>
            <a:ln w="0" cap="flat">
              <a:noFill/>
              <a:prstDash val="solid"/>
              <a:miter/>
            </a:ln>
          </p:spPr>
          <p:txBody>
            <a:bodyPr rtlCol="0" anchor="ctr"/>
            <a:lstStyle/>
            <a:p>
              <a:endParaRPr lang="de-DE"/>
            </a:p>
          </p:txBody>
        </p:sp>
      </p:grpSp>
      <p:sp>
        <p:nvSpPr>
          <p:cNvPr id="516" name="Freihandform 515">
            <a:extLst>
              <a:ext uri="{FF2B5EF4-FFF2-40B4-BE49-F238E27FC236}">
                <a16:creationId xmlns:a16="http://schemas.microsoft.com/office/drawing/2014/main" id="{9119880B-1725-545D-A39A-3D9B4F66514D}"/>
              </a:ext>
            </a:extLst>
          </p:cNvPr>
          <p:cNvSpPr/>
          <p:nvPr/>
        </p:nvSpPr>
        <p:spPr>
          <a:xfrm>
            <a:off x="9172907" y="3612820"/>
            <a:ext cx="311378" cy="312123"/>
          </a:xfrm>
          <a:custGeom>
            <a:avLst/>
            <a:gdLst>
              <a:gd name="connsiteX0" fmla="*/ 303500 w 311378"/>
              <a:gd name="connsiteY0" fmla="*/ 0 h 312123"/>
              <a:gd name="connsiteX1" fmla="*/ 7872 w 311378"/>
              <a:gd name="connsiteY1" fmla="*/ 0 h 312123"/>
              <a:gd name="connsiteX2" fmla="*/ 0 w 311378"/>
              <a:gd name="connsiteY2" fmla="*/ 7878 h 312123"/>
              <a:gd name="connsiteX3" fmla="*/ 0 w 311378"/>
              <a:gd name="connsiteY3" fmla="*/ 70295 h 312123"/>
              <a:gd name="connsiteX4" fmla="*/ 7872 w 311378"/>
              <a:gd name="connsiteY4" fmla="*/ 78173 h 312123"/>
              <a:gd name="connsiteX5" fmla="*/ 19423 w 311378"/>
              <a:gd name="connsiteY5" fmla="*/ 78173 h 312123"/>
              <a:gd name="connsiteX6" fmla="*/ 41831 w 311378"/>
              <a:gd name="connsiteY6" fmla="*/ 277278 h 312123"/>
              <a:gd name="connsiteX7" fmla="*/ 81426 w 311378"/>
              <a:gd name="connsiteY7" fmla="*/ 312123 h 312123"/>
              <a:gd name="connsiteX8" fmla="*/ 230229 w 311378"/>
              <a:gd name="connsiteY8" fmla="*/ 312123 h 312123"/>
              <a:gd name="connsiteX9" fmla="*/ 269604 w 311378"/>
              <a:gd name="connsiteY9" fmla="*/ 276938 h 312123"/>
              <a:gd name="connsiteX10" fmla="*/ 291987 w 311378"/>
              <a:gd name="connsiteY10" fmla="*/ 78173 h 312123"/>
              <a:gd name="connsiteX11" fmla="*/ 303506 w 311378"/>
              <a:gd name="connsiteY11" fmla="*/ 78173 h 312123"/>
              <a:gd name="connsiteX12" fmla="*/ 311378 w 311378"/>
              <a:gd name="connsiteY12" fmla="*/ 70295 h 312123"/>
              <a:gd name="connsiteX13" fmla="*/ 311378 w 311378"/>
              <a:gd name="connsiteY13" fmla="*/ 7878 h 312123"/>
              <a:gd name="connsiteX14" fmla="*/ 303506 w 311378"/>
              <a:gd name="connsiteY14" fmla="*/ 0 h 312123"/>
              <a:gd name="connsiteX15" fmla="*/ 254004 w 311378"/>
              <a:gd name="connsiteY15" fmla="*/ 274833 h 312123"/>
              <a:gd name="connsiteX16" fmla="*/ 229952 w 311378"/>
              <a:gd name="connsiteY16" fmla="*/ 296374 h 312123"/>
              <a:gd name="connsiteX17" fmla="*/ 81697 w 311378"/>
              <a:gd name="connsiteY17" fmla="*/ 296374 h 312123"/>
              <a:gd name="connsiteX18" fmla="*/ 57431 w 311378"/>
              <a:gd name="connsiteY18" fmla="*/ 275186 h 312123"/>
              <a:gd name="connsiteX19" fmla="*/ 35269 w 311378"/>
              <a:gd name="connsiteY19" fmla="*/ 78179 h 312123"/>
              <a:gd name="connsiteX20" fmla="*/ 276141 w 311378"/>
              <a:gd name="connsiteY20" fmla="*/ 78179 h 312123"/>
              <a:gd name="connsiteX21" fmla="*/ 254010 w 311378"/>
              <a:gd name="connsiteY21" fmla="*/ 274833 h 312123"/>
              <a:gd name="connsiteX22" fmla="*/ 295627 w 311378"/>
              <a:gd name="connsiteY22" fmla="*/ 62417 h 312123"/>
              <a:gd name="connsiteX23" fmla="*/ 15745 w 311378"/>
              <a:gd name="connsiteY23" fmla="*/ 62417 h 312123"/>
              <a:gd name="connsiteX24" fmla="*/ 15745 w 311378"/>
              <a:gd name="connsiteY24" fmla="*/ 15756 h 312123"/>
              <a:gd name="connsiteX25" fmla="*/ 295627 w 311378"/>
              <a:gd name="connsiteY25" fmla="*/ 15756 h 312123"/>
              <a:gd name="connsiteX26" fmla="*/ 295627 w 311378"/>
              <a:gd name="connsiteY26" fmla="*/ 62417 h 312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11378" h="312123">
                <a:moveTo>
                  <a:pt x="303500" y="0"/>
                </a:moveTo>
                <a:lnTo>
                  <a:pt x="7872" y="0"/>
                </a:lnTo>
                <a:cubicBezTo>
                  <a:pt x="3527" y="0"/>
                  <a:pt x="0" y="3529"/>
                  <a:pt x="0" y="7878"/>
                </a:cubicBezTo>
                <a:lnTo>
                  <a:pt x="0" y="70295"/>
                </a:lnTo>
                <a:cubicBezTo>
                  <a:pt x="0" y="74644"/>
                  <a:pt x="3527" y="78173"/>
                  <a:pt x="7872" y="78173"/>
                </a:cubicBezTo>
                <a:lnTo>
                  <a:pt x="19423" y="78173"/>
                </a:lnTo>
                <a:lnTo>
                  <a:pt x="41831" y="277278"/>
                </a:lnTo>
                <a:cubicBezTo>
                  <a:pt x="44892" y="296796"/>
                  <a:pt x="61430" y="311443"/>
                  <a:pt x="81426" y="312123"/>
                </a:cubicBezTo>
                <a:lnTo>
                  <a:pt x="230229" y="312123"/>
                </a:lnTo>
                <a:cubicBezTo>
                  <a:pt x="249929" y="311424"/>
                  <a:pt x="266474" y="296771"/>
                  <a:pt x="269604" y="276938"/>
                </a:cubicBezTo>
                <a:lnTo>
                  <a:pt x="291987" y="78173"/>
                </a:lnTo>
                <a:lnTo>
                  <a:pt x="303506" y="78173"/>
                </a:lnTo>
                <a:cubicBezTo>
                  <a:pt x="307852" y="78173"/>
                  <a:pt x="311378" y="74644"/>
                  <a:pt x="311378" y="70295"/>
                </a:cubicBezTo>
                <a:lnTo>
                  <a:pt x="311378" y="7878"/>
                </a:lnTo>
                <a:cubicBezTo>
                  <a:pt x="311378" y="3529"/>
                  <a:pt x="307852" y="0"/>
                  <a:pt x="303506" y="0"/>
                </a:cubicBezTo>
                <a:close/>
                <a:moveTo>
                  <a:pt x="254004" y="274833"/>
                </a:moveTo>
                <a:cubicBezTo>
                  <a:pt x="252089" y="286883"/>
                  <a:pt x="241861" y="295952"/>
                  <a:pt x="229952" y="296374"/>
                </a:cubicBezTo>
                <a:lnTo>
                  <a:pt x="81697" y="296374"/>
                </a:lnTo>
                <a:cubicBezTo>
                  <a:pt x="69498" y="295964"/>
                  <a:pt x="59277" y="286902"/>
                  <a:pt x="57431" y="275186"/>
                </a:cubicBezTo>
                <a:lnTo>
                  <a:pt x="35269" y="78179"/>
                </a:lnTo>
                <a:lnTo>
                  <a:pt x="276141" y="78179"/>
                </a:lnTo>
                <a:lnTo>
                  <a:pt x="254010" y="274833"/>
                </a:lnTo>
                <a:close/>
                <a:moveTo>
                  <a:pt x="295627" y="62417"/>
                </a:moveTo>
                <a:lnTo>
                  <a:pt x="15745" y="62417"/>
                </a:lnTo>
                <a:lnTo>
                  <a:pt x="15745" y="15756"/>
                </a:lnTo>
                <a:lnTo>
                  <a:pt x="295627" y="15756"/>
                </a:lnTo>
                <a:lnTo>
                  <a:pt x="295627" y="62417"/>
                </a:lnTo>
                <a:close/>
              </a:path>
            </a:pathLst>
          </a:custGeom>
          <a:solidFill>
            <a:srgbClr val="FFFFFF"/>
          </a:solidFill>
          <a:ln w="0" cap="flat">
            <a:noFill/>
            <a:prstDash val="solid"/>
            <a:miter/>
          </a:ln>
        </p:spPr>
        <p:txBody>
          <a:bodyPr rtlCol="0" anchor="ctr"/>
          <a:lstStyle/>
          <a:p>
            <a:endParaRPr lang="de-DE"/>
          </a:p>
        </p:txBody>
      </p:sp>
      <p:sp>
        <p:nvSpPr>
          <p:cNvPr id="517" name="Freihandform 516">
            <a:extLst>
              <a:ext uri="{FF2B5EF4-FFF2-40B4-BE49-F238E27FC236}">
                <a16:creationId xmlns:a16="http://schemas.microsoft.com/office/drawing/2014/main" id="{DB32CF87-685E-1CBB-1BD2-5855C4E326E0}"/>
              </a:ext>
            </a:extLst>
          </p:cNvPr>
          <p:cNvSpPr/>
          <p:nvPr/>
        </p:nvSpPr>
        <p:spPr>
          <a:xfrm>
            <a:off x="8444212" y="3600852"/>
            <a:ext cx="296055" cy="336065"/>
          </a:xfrm>
          <a:custGeom>
            <a:avLst/>
            <a:gdLst>
              <a:gd name="connsiteX0" fmla="*/ 256479 w 296055"/>
              <a:gd name="connsiteY0" fmla="*/ 66318 h 336065"/>
              <a:gd name="connsiteX1" fmla="*/ 245326 w 296055"/>
              <a:gd name="connsiteY1" fmla="*/ 66318 h 336065"/>
              <a:gd name="connsiteX2" fmla="*/ 254054 w 296055"/>
              <a:gd name="connsiteY2" fmla="*/ 41046 h 336065"/>
              <a:gd name="connsiteX3" fmla="*/ 242038 w 296055"/>
              <a:gd name="connsiteY3" fmla="*/ 12018 h 336065"/>
              <a:gd name="connsiteX4" fmla="*/ 183926 w 296055"/>
              <a:gd name="connsiteY4" fmla="*/ 12113 h 336065"/>
              <a:gd name="connsiteX5" fmla="*/ 179052 w 296055"/>
              <a:gd name="connsiteY5" fmla="*/ 18050 h 336065"/>
              <a:gd name="connsiteX6" fmla="*/ 148815 w 296055"/>
              <a:gd name="connsiteY6" fmla="*/ 60627 h 336065"/>
              <a:gd name="connsiteX7" fmla="*/ 118660 w 296055"/>
              <a:gd name="connsiteY7" fmla="*/ 18188 h 336065"/>
              <a:gd name="connsiteX8" fmla="*/ 113553 w 296055"/>
              <a:gd name="connsiteY8" fmla="*/ 12006 h 336065"/>
              <a:gd name="connsiteX9" fmla="*/ 84557 w 296055"/>
              <a:gd name="connsiteY9" fmla="*/ 0 h 336065"/>
              <a:gd name="connsiteX10" fmla="*/ 84538 w 296055"/>
              <a:gd name="connsiteY10" fmla="*/ 0 h 336065"/>
              <a:gd name="connsiteX11" fmla="*/ 55542 w 296055"/>
              <a:gd name="connsiteY11" fmla="*/ 12031 h 336065"/>
              <a:gd name="connsiteX12" fmla="*/ 43544 w 296055"/>
              <a:gd name="connsiteY12" fmla="*/ 41059 h 336065"/>
              <a:gd name="connsiteX13" fmla="*/ 52280 w 296055"/>
              <a:gd name="connsiteY13" fmla="*/ 66318 h 336065"/>
              <a:gd name="connsiteX14" fmla="*/ 39520 w 296055"/>
              <a:gd name="connsiteY14" fmla="*/ 66318 h 336065"/>
              <a:gd name="connsiteX15" fmla="*/ 0 w 296055"/>
              <a:gd name="connsiteY15" fmla="*/ 105921 h 336065"/>
              <a:gd name="connsiteX16" fmla="*/ 0 w 296055"/>
              <a:gd name="connsiteY16" fmla="*/ 296468 h 336065"/>
              <a:gd name="connsiteX17" fmla="*/ 39526 w 296055"/>
              <a:gd name="connsiteY17" fmla="*/ 336065 h 336065"/>
              <a:gd name="connsiteX18" fmla="*/ 256479 w 296055"/>
              <a:gd name="connsiteY18" fmla="*/ 336065 h 336065"/>
              <a:gd name="connsiteX19" fmla="*/ 296056 w 296055"/>
              <a:gd name="connsiteY19" fmla="*/ 296468 h 336065"/>
              <a:gd name="connsiteX20" fmla="*/ 296056 w 296055"/>
              <a:gd name="connsiteY20" fmla="*/ 105921 h 336065"/>
              <a:gd name="connsiteX21" fmla="*/ 256479 w 296055"/>
              <a:gd name="connsiteY21" fmla="*/ 66318 h 336065"/>
              <a:gd name="connsiteX22" fmla="*/ 191931 w 296055"/>
              <a:gd name="connsiteY22" fmla="*/ 27099 h 336065"/>
              <a:gd name="connsiteX23" fmla="*/ 195149 w 296055"/>
              <a:gd name="connsiteY23" fmla="*/ 23161 h 336065"/>
              <a:gd name="connsiteX24" fmla="*/ 230903 w 296055"/>
              <a:gd name="connsiteY24" fmla="*/ 23161 h 336065"/>
              <a:gd name="connsiteX25" fmla="*/ 238309 w 296055"/>
              <a:gd name="connsiteY25" fmla="*/ 41053 h 336065"/>
              <a:gd name="connsiteX26" fmla="*/ 230897 w 296055"/>
              <a:gd name="connsiteY26" fmla="*/ 58945 h 336065"/>
              <a:gd name="connsiteX27" fmla="*/ 223534 w 296055"/>
              <a:gd name="connsiteY27" fmla="*/ 66324 h 336065"/>
              <a:gd name="connsiteX28" fmla="*/ 164075 w 296055"/>
              <a:gd name="connsiteY28" fmla="*/ 66324 h 336065"/>
              <a:gd name="connsiteX29" fmla="*/ 191931 w 296055"/>
              <a:gd name="connsiteY29" fmla="*/ 27099 h 336065"/>
              <a:gd name="connsiteX30" fmla="*/ 66696 w 296055"/>
              <a:gd name="connsiteY30" fmla="*/ 58926 h 336065"/>
              <a:gd name="connsiteX31" fmla="*/ 59283 w 296055"/>
              <a:gd name="connsiteY31" fmla="*/ 41053 h 336065"/>
              <a:gd name="connsiteX32" fmla="*/ 66683 w 296055"/>
              <a:gd name="connsiteY32" fmla="*/ 23167 h 336065"/>
              <a:gd name="connsiteX33" fmla="*/ 84544 w 296055"/>
              <a:gd name="connsiteY33" fmla="*/ 15749 h 336065"/>
              <a:gd name="connsiteX34" fmla="*/ 84557 w 296055"/>
              <a:gd name="connsiteY34" fmla="*/ 15749 h 336065"/>
              <a:gd name="connsiteX35" fmla="*/ 102418 w 296055"/>
              <a:gd name="connsiteY35" fmla="*/ 23148 h 336065"/>
              <a:gd name="connsiteX36" fmla="*/ 105712 w 296055"/>
              <a:gd name="connsiteY36" fmla="*/ 27169 h 336065"/>
              <a:gd name="connsiteX37" fmla="*/ 133536 w 296055"/>
              <a:gd name="connsiteY37" fmla="*/ 66318 h 336065"/>
              <a:gd name="connsiteX38" fmla="*/ 74064 w 296055"/>
              <a:gd name="connsiteY38" fmla="*/ 66318 h 336065"/>
              <a:gd name="connsiteX39" fmla="*/ 66696 w 296055"/>
              <a:gd name="connsiteY39" fmla="*/ 58926 h 336065"/>
              <a:gd name="connsiteX40" fmla="*/ 15739 w 296055"/>
              <a:gd name="connsiteY40" fmla="*/ 296475 h 336065"/>
              <a:gd name="connsiteX41" fmla="*/ 15739 w 296055"/>
              <a:gd name="connsiteY41" fmla="*/ 105921 h 336065"/>
              <a:gd name="connsiteX42" fmla="*/ 39520 w 296055"/>
              <a:gd name="connsiteY42" fmla="*/ 82080 h 336065"/>
              <a:gd name="connsiteX43" fmla="*/ 70739 w 296055"/>
              <a:gd name="connsiteY43" fmla="*/ 82080 h 336065"/>
              <a:gd name="connsiteX44" fmla="*/ 70865 w 296055"/>
              <a:gd name="connsiteY44" fmla="*/ 82080 h 336065"/>
              <a:gd name="connsiteX45" fmla="*/ 140930 w 296055"/>
              <a:gd name="connsiteY45" fmla="*/ 82080 h 336065"/>
              <a:gd name="connsiteX46" fmla="*/ 140930 w 296055"/>
              <a:gd name="connsiteY46" fmla="*/ 320322 h 336065"/>
              <a:gd name="connsiteX47" fmla="*/ 39526 w 296055"/>
              <a:gd name="connsiteY47" fmla="*/ 320322 h 336065"/>
              <a:gd name="connsiteX48" fmla="*/ 15739 w 296055"/>
              <a:gd name="connsiteY48" fmla="*/ 296481 h 336065"/>
              <a:gd name="connsiteX49" fmla="*/ 280311 w 296055"/>
              <a:gd name="connsiteY49" fmla="*/ 296475 h 336065"/>
              <a:gd name="connsiteX50" fmla="*/ 256479 w 296055"/>
              <a:gd name="connsiteY50" fmla="*/ 320316 h 336065"/>
              <a:gd name="connsiteX51" fmla="*/ 156675 w 296055"/>
              <a:gd name="connsiteY51" fmla="*/ 320316 h 336065"/>
              <a:gd name="connsiteX52" fmla="*/ 156675 w 296055"/>
              <a:gd name="connsiteY52" fmla="*/ 82074 h 336065"/>
              <a:gd name="connsiteX53" fmla="*/ 226740 w 296055"/>
              <a:gd name="connsiteY53" fmla="*/ 82074 h 336065"/>
              <a:gd name="connsiteX54" fmla="*/ 226866 w 296055"/>
              <a:gd name="connsiteY54" fmla="*/ 82074 h 336065"/>
              <a:gd name="connsiteX55" fmla="*/ 256479 w 296055"/>
              <a:gd name="connsiteY55" fmla="*/ 82074 h 336065"/>
              <a:gd name="connsiteX56" fmla="*/ 280311 w 296055"/>
              <a:gd name="connsiteY56" fmla="*/ 105921 h 336065"/>
              <a:gd name="connsiteX57" fmla="*/ 280311 w 296055"/>
              <a:gd name="connsiteY57" fmla="*/ 296468 h 336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296055" h="336065">
                <a:moveTo>
                  <a:pt x="256479" y="66318"/>
                </a:moveTo>
                <a:lnTo>
                  <a:pt x="245326" y="66318"/>
                </a:lnTo>
                <a:cubicBezTo>
                  <a:pt x="250968" y="59127"/>
                  <a:pt x="254054" y="50336"/>
                  <a:pt x="254054" y="41046"/>
                </a:cubicBezTo>
                <a:cubicBezTo>
                  <a:pt x="254054" y="30087"/>
                  <a:pt x="249784" y="19770"/>
                  <a:pt x="242038" y="12018"/>
                </a:cubicBezTo>
                <a:cubicBezTo>
                  <a:pt x="226047" y="-3983"/>
                  <a:pt x="200030" y="-3989"/>
                  <a:pt x="183926" y="12113"/>
                </a:cubicBezTo>
                <a:cubicBezTo>
                  <a:pt x="182131" y="13966"/>
                  <a:pt x="180469" y="15989"/>
                  <a:pt x="179052" y="18050"/>
                </a:cubicBezTo>
                <a:lnTo>
                  <a:pt x="148815" y="60627"/>
                </a:lnTo>
                <a:lnTo>
                  <a:pt x="118660" y="18188"/>
                </a:lnTo>
                <a:cubicBezTo>
                  <a:pt x="117174" y="15982"/>
                  <a:pt x="115455" y="13903"/>
                  <a:pt x="113553" y="12006"/>
                </a:cubicBezTo>
                <a:cubicBezTo>
                  <a:pt x="105806" y="4260"/>
                  <a:pt x="95509" y="0"/>
                  <a:pt x="84557" y="0"/>
                </a:cubicBezTo>
                <a:lnTo>
                  <a:pt x="84538" y="0"/>
                </a:lnTo>
                <a:cubicBezTo>
                  <a:pt x="73586" y="0"/>
                  <a:pt x="63282" y="4279"/>
                  <a:pt x="55542" y="12031"/>
                </a:cubicBezTo>
                <a:cubicBezTo>
                  <a:pt x="47802" y="19789"/>
                  <a:pt x="43538" y="30099"/>
                  <a:pt x="43544" y="41059"/>
                </a:cubicBezTo>
                <a:cubicBezTo>
                  <a:pt x="43544" y="50342"/>
                  <a:pt x="46643" y="59134"/>
                  <a:pt x="52280" y="66318"/>
                </a:cubicBezTo>
                <a:lnTo>
                  <a:pt x="39520" y="66318"/>
                </a:lnTo>
                <a:cubicBezTo>
                  <a:pt x="17710" y="66343"/>
                  <a:pt x="-12" y="84109"/>
                  <a:pt x="0" y="105921"/>
                </a:cubicBezTo>
                <a:lnTo>
                  <a:pt x="0" y="296468"/>
                </a:lnTo>
                <a:cubicBezTo>
                  <a:pt x="0" y="318280"/>
                  <a:pt x="17716" y="336040"/>
                  <a:pt x="39526" y="336065"/>
                </a:cubicBezTo>
                <a:lnTo>
                  <a:pt x="256479" y="336065"/>
                </a:lnTo>
                <a:cubicBezTo>
                  <a:pt x="278295" y="336065"/>
                  <a:pt x="296049" y="318299"/>
                  <a:pt x="296056" y="296468"/>
                </a:cubicBezTo>
                <a:lnTo>
                  <a:pt x="296056" y="105921"/>
                </a:lnTo>
                <a:cubicBezTo>
                  <a:pt x="296056" y="84084"/>
                  <a:pt x="278302" y="66318"/>
                  <a:pt x="256479" y="66318"/>
                </a:cubicBezTo>
                <a:close/>
                <a:moveTo>
                  <a:pt x="191931" y="27099"/>
                </a:moveTo>
                <a:cubicBezTo>
                  <a:pt x="192920" y="25669"/>
                  <a:pt x="194035" y="24314"/>
                  <a:pt x="195149" y="23161"/>
                </a:cubicBezTo>
                <a:cubicBezTo>
                  <a:pt x="204993" y="13304"/>
                  <a:pt x="221040" y="13304"/>
                  <a:pt x="230903" y="23161"/>
                </a:cubicBezTo>
                <a:cubicBezTo>
                  <a:pt x="235677" y="27944"/>
                  <a:pt x="238309" y="34297"/>
                  <a:pt x="238309" y="41053"/>
                </a:cubicBezTo>
                <a:cubicBezTo>
                  <a:pt x="238309" y="47809"/>
                  <a:pt x="235677" y="54161"/>
                  <a:pt x="230897" y="58945"/>
                </a:cubicBezTo>
                <a:lnTo>
                  <a:pt x="223534" y="66324"/>
                </a:lnTo>
                <a:lnTo>
                  <a:pt x="164075" y="66324"/>
                </a:lnTo>
                <a:lnTo>
                  <a:pt x="191931" y="27099"/>
                </a:lnTo>
                <a:close/>
                <a:moveTo>
                  <a:pt x="66696" y="58926"/>
                </a:moveTo>
                <a:cubicBezTo>
                  <a:pt x="61916" y="54155"/>
                  <a:pt x="59289" y="47802"/>
                  <a:pt x="59283" y="41053"/>
                </a:cubicBezTo>
                <a:cubicBezTo>
                  <a:pt x="59283" y="34297"/>
                  <a:pt x="61909" y="27944"/>
                  <a:pt x="66683" y="23167"/>
                </a:cubicBezTo>
                <a:cubicBezTo>
                  <a:pt x="71451" y="18383"/>
                  <a:pt x="77799" y="15756"/>
                  <a:pt x="84544" y="15749"/>
                </a:cubicBezTo>
                <a:lnTo>
                  <a:pt x="84557" y="15749"/>
                </a:lnTo>
                <a:cubicBezTo>
                  <a:pt x="91302" y="15749"/>
                  <a:pt x="97644" y="18377"/>
                  <a:pt x="102418" y="23148"/>
                </a:cubicBezTo>
                <a:cubicBezTo>
                  <a:pt x="103602" y="24333"/>
                  <a:pt x="104679" y="25644"/>
                  <a:pt x="105712" y="27169"/>
                </a:cubicBezTo>
                <a:lnTo>
                  <a:pt x="133536" y="66318"/>
                </a:lnTo>
                <a:lnTo>
                  <a:pt x="74064" y="66318"/>
                </a:lnTo>
                <a:lnTo>
                  <a:pt x="66696" y="58926"/>
                </a:lnTo>
                <a:close/>
                <a:moveTo>
                  <a:pt x="15739" y="296475"/>
                </a:moveTo>
                <a:lnTo>
                  <a:pt x="15739" y="105921"/>
                </a:lnTo>
                <a:cubicBezTo>
                  <a:pt x="15739" y="92787"/>
                  <a:pt x="26401" y="82093"/>
                  <a:pt x="39520" y="82080"/>
                </a:cubicBezTo>
                <a:lnTo>
                  <a:pt x="70739" y="82080"/>
                </a:lnTo>
                <a:cubicBezTo>
                  <a:pt x="70783" y="82080"/>
                  <a:pt x="70821" y="82080"/>
                  <a:pt x="70865" y="82080"/>
                </a:cubicBezTo>
                <a:lnTo>
                  <a:pt x="140930" y="82080"/>
                </a:lnTo>
                <a:lnTo>
                  <a:pt x="140930" y="320322"/>
                </a:lnTo>
                <a:lnTo>
                  <a:pt x="39526" y="320322"/>
                </a:lnTo>
                <a:cubicBezTo>
                  <a:pt x="26408" y="320310"/>
                  <a:pt x="15732" y="309615"/>
                  <a:pt x="15739" y="296481"/>
                </a:cubicBezTo>
                <a:close/>
                <a:moveTo>
                  <a:pt x="280311" y="296475"/>
                </a:moveTo>
                <a:cubicBezTo>
                  <a:pt x="280311" y="309615"/>
                  <a:pt x="269617" y="320310"/>
                  <a:pt x="256479" y="320316"/>
                </a:cubicBezTo>
                <a:lnTo>
                  <a:pt x="156675" y="320316"/>
                </a:lnTo>
                <a:lnTo>
                  <a:pt x="156675" y="82074"/>
                </a:lnTo>
                <a:lnTo>
                  <a:pt x="226740" y="82074"/>
                </a:lnTo>
                <a:cubicBezTo>
                  <a:pt x="226784" y="82074"/>
                  <a:pt x="226822" y="82074"/>
                  <a:pt x="226866" y="82074"/>
                </a:cubicBezTo>
                <a:lnTo>
                  <a:pt x="256479" y="82074"/>
                </a:lnTo>
                <a:cubicBezTo>
                  <a:pt x="269623" y="82074"/>
                  <a:pt x="280311" y="92769"/>
                  <a:pt x="280311" y="105921"/>
                </a:cubicBezTo>
                <a:lnTo>
                  <a:pt x="280311" y="296468"/>
                </a:lnTo>
                <a:close/>
              </a:path>
            </a:pathLst>
          </a:custGeom>
          <a:solidFill>
            <a:srgbClr val="FFFFFF"/>
          </a:solidFill>
          <a:ln w="0" cap="flat">
            <a:noFill/>
            <a:prstDash val="solid"/>
            <a:miter/>
          </a:ln>
        </p:spPr>
        <p:txBody>
          <a:bodyPr rtlCol="0" anchor="ctr"/>
          <a:lstStyle/>
          <a:p>
            <a:endParaRPr lang="de-DE"/>
          </a:p>
        </p:txBody>
      </p:sp>
      <p:grpSp>
        <p:nvGrpSpPr>
          <p:cNvPr id="518" name="Grafik 463">
            <a:extLst>
              <a:ext uri="{FF2B5EF4-FFF2-40B4-BE49-F238E27FC236}">
                <a16:creationId xmlns:a16="http://schemas.microsoft.com/office/drawing/2014/main" id="{196082E1-BC1F-7B21-3986-68446B25AF7A}"/>
              </a:ext>
            </a:extLst>
          </p:cNvPr>
          <p:cNvGrpSpPr/>
          <p:nvPr/>
        </p:nvGrpSpPr>
        <p:grpSpPr>
          <a:xfrm>
            <a:off x="7707757" y="3599056"/>
            <a:ext cx="296068" cy="321507"/>
            <a:chOff x="7707757" y="3599056"/>
            <a:chExt cx="296068" cy="321507"/>
          </a:xfrm>
          <a:solidFill>
            <a:srgbClr val="FFFFFF"/>
          </a:solidFill>
        </p:grpSpPr>
        <p:sp>
          <p:nvSpPr>
            <p:cNvPr id="519" name="Freihandform 518">
              <a:extLst>
                <a:ext uri="{FF2B5EF4-FFF2-40B4-BE49-F238E27FC236}">
                  <a16:creationId xmlns:a16="http://schemas.microsoft.com/office/drawing/2014/main" id="{8318AD8D-3F83-0075-6644-3A71CB10A5F7}"/>
                </a:ext>
              </a:extLst>
            </p:cNvPr>
            <p:cNvSpPr/>
            <p:nvPr/>
          </p:nvSpPr>
          <p:spPr>
            <a:xfrm>
              <a:off x="7707757" y="3599056"/>
              <a:ext cx="296068" cy="321507"/>
            </a:xfrm>
            <a:custGeom>
              <a:avLst/>
              <a:gdLst>
                <a:gd name="connsiteX0" fmla="*/ 295930 w 296068"/>
                <a:gd name="connsiteY0" fmla="*/ 68240 h 321507"/>
                <a:gd name="connsiteX1" fmla="*/ 295457 w 296068"/>
                <a:gd name="connsiteY1" fmla="*/ 65909 h 321507"/>
                <a:gd name="connsiteX2" fmla="*/ 294097 w 296068"/>
                <a:gd name="connsiteY2" fmla="*/ 63835 h 321507"/>
                <a:gd name="connsiteX3" fmla="*/ 293782 w 296068"/>
                <a:gd name="connsiteY3" fmla="*/ 63356 h 321507"/>
                <a:gd name="connsiteX4" fmla="*/ 293757 w 296068"/>
                <a:gd name="connsiteY4" fmla="*/ 63331 h 321507"/>
                <a:gd name="connsiteX5" fmla="*/ 293757 w 296068"/>
                <a:gd name="connsiteY5" fmla="*/ 63331 h 321507"/>
                <a:gd name="connsiteX6" fmla="*/ 233498 w 296068"/>
                <a:gd name="connsiteY6" fmla="*/ 2338 h 321507"/>
                <a:gd name="connsiteX7" fmla="*/ 227899 w 296068"/>
                <a:gd name="connsiteY7" fmla="*/ 0 h 321507"/>
                <a:gd name="connsiteX8" fmla="*/ 68169 w 296068"/>
                <a:gd name="connsiteY8" fmla="*/ 0 h 321507"/>
                <a:gd name="connsiteX9" fmla="*/ 62570 w 296068"/>
                <a:gd name="connsiteY9" fmla="*/ 2338 h 321507"/>
                <a:gd name="connsiteX10" fmla="*/ 2299 w 296068"/>
                <a:gd name="connsiteY10" fmla="*/ 63331 h 321507"/>
                <a:gd name="connsiteX11" fmla="*/ 2299 w 296068"/>
                <a:gd name="connsiteY11" fmla="*/ 63331 h 321507"/>
                <a:gd name="connsiteX12" fmla="*/ 2274 w 296068"/>
                <a:gd name="connsiteY12" fmla="*/ 63356 h 321507"/>
                <a:gd name="connsiteX13" fmla="*/ 1959 w 296068"/>
                <a:gd name="connsiteY13" fmla="*/ 63835 h 321507"/>
                <a:gd name="connsiteX14" fmla="*/ 598 w 296068"/>
                <a:gd name="connsiteY14" fmla="*/ 65915 h 321507"/>
                <a:gd name="connsiteX15" fmla="*/ 132 w 296068"/>
                <a:gd name="connsiteY15" fmla="*/ 68234 h 321507"/>
                <a:gd name="connsiteX16" fmla="*/ 0 w 296068"/>
                <a:gd name="connsiteY16" fmla="*/ 68896 h 321507"/>
                <a:gd name="connsiteX17" fmla="*/ 0 w 296068"/>
                <a:gd name="connsiteY17" fmla="*/ 281917 h 321507"/>
                <a:gd name="connsiteX18" fmla="*/ 39545 w 296068"/>
                <a:gd name="connsiteY18" fmla="*/ 321507 h 321507"/>
                <a:gd name="connsiteX19" fmla="*/ 256529 w 296068"/>
                <a:gd name="connsiteY19" fmla="*/ 321507 h 321507"/>
                <a:gd name="connsiteX20" fmla="*/ 284492 w 296068"/>
                <a:gd name="connsiteY20" fmla="*/ 309905 h 321507"/>
                <a:gd name="connsiteX21" fmla="*/ 296068 w 296068"/>
                <a:gd name="connsiteY21" fmla="*/ 281917 h 321507"/>
                <a:gd name="connsiteX22" fmla="*/ 296068 w 296068"/>
                <a:gd name="connsiteY22" fmla="*/ 68896 h 321507"/>
                <a:gd name="connsiteX23" fmla="*/ 295936 w 296068"/>
                <a:gd name="connsiteY23" fmla="*/ 68240 h 321507"/>
                <a:gd name="connsiteX24" fmla="*/ 71451 w 296068"/>
                <a:gd name="connsiteY24" fmla="*/ 15749 h 321507"/>
                <a:gd name="connsiteX25" fmla="*/ 224611 w 296068"/>
                <a:gd name="connsiteY25" fmla="*/ 15749 h 321507"/>
                <a:gd name="connsiteX26" fmla="*/ 269340 w 296068"/>
                <a:gd name="connsiteY26" fmla="*/ 61024 h 321507"/>
                <a:gd name="connsiteX27" fmla="*/ 26716 w 296068"/>
                <a:gd name="connsiteY27" fmla="*/ 61024 h 321507"/>
                <a:gd name="connsiteX28" fmla="*/ 71451 w 296068"/>
                <a:gd name="connsiteY28" fmla="*/ 15749 h 321507"/>
                <a:gd name="connsiteX29" fmla="*/ 280317 w 296068"/>
                <a:gd name="connsiteY29" fmla="*/ 281917 h 321507"/>
                <a:gd name="connsiteX30" fmla="*/ 273351 w 296068"/>
                <a:gd name="connsiteY30" fmla="*/ 298769 h 321507"/>
                <a:gd name="connsiteX31" fmla="*/ 256523 w 296068"/>
                <a:gd name="connsiteY31" fmla="*/ 305752 h 321507"/>
                <a:gd name="connsiteX32" fmla="*/ 39539 w 296068"/>
                <a:gd name="connsiteY32" fmla="*/ 305752 h 321507"/>
                <a:gd name="connsiteX33" fmla="*/ 15739 w 296068"/>
                <a:gd name="connsiteY33" fmla="*/ 281917 h 321507"/>
                <a:gd name="connsiteX34" fmla="*/ 15739 w 296068"/>
                <a:gd name="connsiteY34" fmla="*/ 76774 h 321507"/>
                <a:gd name="connsiteX35" fmla="*/ 280323 w 296068"/>
                <a:gd name="connsiteY35" fmla="*/ 76774 h 321507"/>
                <a:gd name="connsiteX36" fmla="*/ 280323 w 296068"/>
                <a:gd name="connsiteY36" fmla="*/ 281917 h 321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6068" h="321507">
                  <a:moveTo>
                    <a:pt x="295930" y="68240"/>
                  </a:moveTo>
                  <a:cubicBezTo>
                    <a:pt x="295860" y="67446"/>
                    <a:pt x="295766" y="66658"/>
                    <a:pt x="295457" y="65909"/>
                  </a:cubicBezTo>
                  <a:cubicBezTo>
                    <a:pt x="295136" y="65127"/>
                    <a:pt x="294639" y="64465"/>
                    <a:pt x="294097" y="63835"/>
                  </a:cubicBezTo>
                  <a:cubicBezTo>
                    <a:pt x="293971" y="63684"/>
                    <a:pt x="293921" y="63495"/>
                    <a:pt x="293782" y="63356"/>
                  </a:cubicBezTo>
                  <a:lnTo>
                    <a:pt x="293757" y="63331"/>
                  </a:lnTo>
                  <a:cubicBezTo>
                    <a:pt x="293757" y="63331"/>
                    <a:pt x="293757" y="63331"/>
                    <a:pt x="293757" y="63331"/>
                  </a:cubicBezTo>
                  <a:lnTo>
                    <a:pt x="233498" y="2338"/>
                  </a:lnTo>
                  <a:cubicBezTo>
                    <a:pt x="232024" y="845"/>
                    <a:pt x="230002" y="0"/>
                    <a:pt x="227899" y="0"/>
                  </a:cubicBezTo>
                  <a:lnTo>
                    <a:pt x="68169" y="0"/>
                  </a:lnTo>
                  <a:cubicBezTo>
                    <a:pt x="66066" y="0"/>
                    <a:pt x="64051" y="845"/>
                    <a:pt x="62570" y="2338"/>
                  </a:cubicBezTo>
                  <a:lnTo>
                    <a:pt x="2299" y="63331"/>
                  </a:lnTo>
                  <a:cubicBezTo>
                    <a:pt x="2299" y="63331"/>
                    <a:pt x="2299" y="63331"/>
                    <a:pt x="2299" y="63331"/>
                  </a:cubicBezTo>
                  <a:lnTo>
                    <a:pt x="2274" y="63356"/>
                  </a:lnTo>
                  <a:cubicBezTo>
                    <a:pt x="2135" y="63495"/>
                    <a:pt x="2085" y="63684"/>
                    <a:pt x="1959" y="63835"/>
                  </a:cubicBezTo>
                  <a:cubicBezTo>
                    <a:pt x="1417" y="64465"/>
                    <a:pt x="919" y="65133"/>
                    <a:pt x="598" y="65915"/>
                  </a:cubicBezTo>
                  <a:cubicBezTo>
                    <a:pt x="296" y="66658"/>
                    <a:pt x="195" y="67446"/>
                    <a:pt x="132" y="68234"/>
                  </a:cubicBezTo>
                  <a:cubicBezTo>
                    <a:pt x="113" y="68467"/>
                    <a:pt x="0" y="68662"/>
                    <a:pt x="0" y="68896"/>
                  </a:cubicBezTo>
                  <a:lnTo>
                    <a:pt x="0" y="281917"/>
                  </a:lnTo>
                  <a:cubicBezTo>
                    <a:pt x="0" y="303741"/>
                    <a:pt x="17735" y="321501"/>
                    <a:pt x="39545" y="321507"/>
                  </a:cubicBezTo>
                  <a:lnTo>
                    <a:pt x="256529" y="321507"/>
                  </a:lnTo>
                  <a:cubicBezTo>
                    <a:pt x="267097" y="321507"/>
                    <a:pt x="277029" y="317385"/>
                    <a:pt x="284492" y="309905"/>
                  </a:cubicBezTo>
                  <a:cubicBezTo>
                    <a:pt x="291956" y="302424"/>
                    <a:pt x="296075" y="292479"/>
                    <a:pt x="296068" y="281917"/>
                  </a:cubicBezTo>
                  <a:lnTo>
                    <a:pt x="296068" y="68896"/>
                  </a:lnTo>
                  <a:cubicBezTo>
                    <a:pt x="296068" y="68662"/>
                    <a:pt x="295955" y="68467"/>
                    <a:pt x="295936" y="68240"/>
                  </a:cubicBezTo>
                  <a:close/>
                  <a:moveTo>
                    <a:pt x="71451" y="15749"/>
                  </a:moveTo>
                  <a:lnTo>
                    <a:pt x="224611" y="15749"/>
                  </a:lnTo>
                  <a:lnTo>
                    <a:pt x="269340" y="61024"/>
                  </a:lnTo>
                  <a:lnTo>
                    <a:pt x="26716" y="61024"/>
                  </a:lnTo>
                  <a:lnTo>
                    <a:pt x="71451" y="15749"/>
                  </a:lnTo>
                  <a:close/>
                  <a:moveTo>
                    <a:pt x="280317" y="281917"/>
                  </a:moveTo>
                  <a:cubicBezTo>
                    <a:pt x="280317" y="288288"/>
                    <a:pt x="277842" y="294269"/>
                    <a:pt x="273351" y="298769"/>
                  </a:cubicBezTo>
                  <a:cubicBezTo>
                    <a:pt x="268861" y="303275"/>
                    <a:pt x="262884" y="305752"/>
                    <a:pt x="256523" y="305752"/>
                  </a:cubicBezTo>
                  <a:lnTo>
                    <a:pt x="39539" y="305752"/>
                  </a:lnTo>
                  <a:cubicBezTo>
                    <a:pt x="26414" y="305752"/>
                    <a:pt x="15739" y="295057"/>
                    <a:pt x="15739" y="281917"/>
                  </a:cubicBezTo>
                  <a:lnTo>
                    <a:pt x="15739" y="76774"/>
                  </a:lnTo>
                  <a:lnTo>
                    <a:pt x="280323" y="76774"/>
                  </a:lnTo>
                  <a:lnTo>
                    <a:pt x="280323" y="281917"/>
                  </a:lnTo>
                  <a:close/>
                </a:path>
              </a:pathLst>
            </a:custGeom>
            <a:solidFill>
              <a:srgbClr val="FFFFFF"/>
            </a:solidFill>
            <a:ln w="0" cap="flat">
              <a:noFill/>
              <a:prstDash val="solid"/>
              <a:miter/>
            </a:ln>
          </p:spPr>
          <p:txBody>
            <a:bodyPr rtlCol="0" anchor="ctr"/>
            <a:lstStyle/>
            <a:p>
              <a:endParaRPr lang="de-DE"/>
            </a:p>
          </p:txBody>
        </p:sp>
        <p:sp>
          <p:nvSpPr>
            <p:cNvPr id="520" name="Freihandform 519">
              <a:extLst>
                <a:ext uri="{FF2B5EF4-FFF2-40B4-BE49-F238E27FC236}">
                  <a16:creationId xmlns:a16="http://schemas.microsoft.com/office/drawing/2014/main" id="{B1F40015-6A6D-3540-676E-01ABD067632E}"/>
                </a:ext>
              </a:extLst>
            </p:cNvPr>
            <p:cNvSpPr/>
            <p:nvPr/>
          </p:nvSpPr>
          <p:spPr>
            <a:xfrm>
              <a:off x="7784391" y="3719592"/>
              <a:ext cx="142775" cy="79313"/>
            </a:xfrm>
            <a:custGeom>
              <a:avLst/>
              <a:gdLst>
                <a:gd name="connsiteX0" fmla="*/ 71388 w 142775"/>
                <a:gd name="connsiteY0" fmla="*/ 79313 h 79313"/>
                <a:gd name="connsiteX1" fmla="*/ 142775 w 142775"/>
                <a:gd name="connsiteY1" fmla="*/ 7878 h 79313"/>
                <a:gd name="connsiteX2" fmla="*/ 134903 w 142775"/>
                <a:gd name="connsiteY2" fmla="*/ 0 h 79313"/>
                <a:gd name="connsiteX3" fmla="*/ 127030 w 142775"/>
                <a:gd name="connsiteY3" fmla="*/ 7878 h 79313"/>
                <a:gd name="connsiteX4" fmla="*/ 71388 w 142775"/>
                <a:gd name="connsiteY4" fmla="*/ 63558 h 79313"/>
                <a:gd name="connsiteX5" fmla="*/ 15745 w 142775"/>
                <a:gd name="connsiteY5" fmla="*/ 7878 h 79313"/>
                <a:gd name="connsiteX6" fmla="*/ 7872 w 142775"/>
                <a:gd name="connsiteY6" fmla="*/ 0 h 79313"/>
                <a:gd name="connsiteX7" fmla="*/ 0 w 142775"/>
                <a:gd name="connsiteY7" fmla="*/ 7878 h 79313"/>
                <a:gd name="connsiteX8" fmla="*/ 71388 w 142775"/>
                <a:gd name="connsiteY8" fmla="*/ 79313 h 79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2775" h="79313">
                  <a:moveTo>
                    <a:pt x="71388" y="79313"/>
                  </a:moveTo>
                  <a:cubicBezTo>
                    <a:pt x="110750" y="79313"/>
                    <a:pt x="142775" y="47267"/>
                    <a:pt x="142775" y="7878"/>
                  </a:cubicBezTo>
                  <a:cubicBezTo>
                    <a:pt x="142775" y="3529"/>
                    <a:pt x="139248" y="0"/>
                    <a:pt x="134903" y="0"/>
                  </a:cubicBezTo>
                  <a:cubicBezTo>
                    <a:pt x="130557" y="0"/>
                    <a:pt x="127030" y="3529"/>
                    <a:pt x="127030" y="7878"/>
                  </a:cubicBezTo>
                  <a:cubicBezTo>
                    <a:pt x="127030" y="38582"/>
                    <a:pt x="102071" y="63558"/>
                    <a:pt x="71388" y="63558"/>
                  </a:cubicBezTo>
                  <a:cubicBezTo>
                    <a:pt x="40704" y="63558"/>
                    <a:pt x="15745" y="38582"/>
                    <a:pt x="15745" y="7878"/>
                  </a:cubicBezTo>
                  <a:cubicBezTo>
                    <a:pt x="15745" y="3529"/>
                    <a:pt x="12218" y="0"/>
                    <a:pt x="7872" y="0"/>
                  </a:cubicBezTo>
                  <a:cubicBezTo>
                    <a:pt x="3527" y="0"/>
                    <a:pt x="0" y="3529"/>
                    <a:pt x="0" y="7878"/>
                  </a:cubicBezTo>
                  <a:cubicBezTo>
                    <a:pt x="0" y="47267"/>
                    <a:pt x="32025" y="79313"/>
                    <a:pt x="71388" y="79313"/>
                  </a:cubicBezTo>
                  <a:close/>
                </a:path>
              </a:pathLst>
            </a:custGeom>
            <a:solidFill>
              <a:srgbClr val="FFFFFF"/>
            </a:solidFill>
            <a:ln w="0" cap="flat">
              <a:noFill/>
              <a:prstDash val="solid"/>
              <a:miter/>
            </a:ln>
          </p:spPr>
          <p:txBody>
            <a:bodyPr rtlCol="0" anchor="ctr"/>
            <a:lstStyle/>
            <a:p>
              <a:endParaRPr lang="de-DE"/>
            </a:p>
          </p:txBody>
        </p:sp>
      </p:grpSp>
      <p:grpSp>
        <p:nvGrpSpPr>
          <p:cNvPr id="521" name="Grafik 463">
            <a:extLst>
              <a:ext uri="{FF2B5EF4-FFF2-40B4-BE49-F238E27FC236}">
                <a16:creationId xmlns:a16="http://schemas.microsoft.com/office/drawing/2014/main" id="{E0793033-9B56-E162-8D4B-649B8AA9FF82}"/>
              </a:ext>
            </a:extLst>
          </p:cNvPr>
          <p:cNvGrpSpPr/>
          <p:nvPr/>
        </p:nvGrpSpPr>
        <p:grpSpPr>
          <a:xfrm>
            <a:off x="5517042" y="1406896"/>
            <a:ext cx="258828" cy="235797"/>
            <a:chOff x="5517042" y="1406896"/>
            <a:chExt cx="258828" cy="235797"/>
          </a:xfrm>
          <a:solidFill>
            <a:srgbClr val="FFFFFF"/>
          </a:solidFill>
        </p:grpSpPr>
        <p:sp>
          <p:nvSpPr>
            <p:cNvPr id="522" name="Freihandform 521">
              <a:extLst>
                <a:ext uri="{FF2B5EF4-FFF2-40B4-BE49-F238E27FC236}">
                  <a16:creationId xmlns:a16="http://schemas.microsoft.com/office/drawing/2014/main" id="{BAA9A66D-36ED-9D37-5149-87CFBC8BA471}"/>
                </a:ext>
              </a:extLst>
            </p:cNvPr>
            <p:cNvSpPr/>
            <p:nvPr/>
          </p:nvSpPr>
          <p:spPr>
            <a:xfrm>
              <a:off x="5517042" y="1406896"/>
              <a:ext cx="258828" cy="15755"/>
            </a:xfrm>
            <a:custGeom>
              <a:avLst/>
              <a:gdLst>
                <a:gd name="connsiteX0" fmla="*/ 7872 w 258828"/>
                <a:gd name="connsiteY0" fmla="*/ 15756 h 15755"/>
                <a:gd name="connsiteX1" fmla="*/ 250956 w 258828"/>
                <a:gd name="connsiteY1" fmla="*/ 15756 h 15755"/>
                <a:gd name="connsiteX2" fmla="*/ 258828 w 258828"/>
                <a:gd name="connsiteY2" fmla="*/ 7878 h 15755"/>
                <a:gd name="connsiteX3" fmla="*/ 250956 w 258828"/>
                <a:gd name="connsiteY3" fmla="*/ 0 h 15755"/>
                <a:gd name="connsiteX4" fmla="*/ 7872 w 258828"/>
                <a:gd name="connsiteY4" fmla="*/ 0 h 15755"/>
                <a:gd name="connsiteX5" fmla="*/ 0 w 258828"/>
                <a:gd name="connsiteY5" fmla="*/ 7878 h 15755"/>
                <a:gd name="connsiteX6" fmla="*/ 7872 w 258828"/>
                <a:gd name="connsiteY6" fmla="*/ 15756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8828" h="15755">
                  <a:moveTo>
                    <a:pt x="7872" y="15756"/>
                  </a:moveTo>
                  <a:lnTo>
                    <a:pt x="250956" y="15756"/>
                  </a:lnTo>
                  <a:cubicBezTo>
                    <a:pt x="255301" y="15756"/>
                    <a:pt x="258828" y="12226"/>
                    <a:pt x="258828" y="7878"/>
                  </a:cubicBezTo>
                  <a:cubicBezTo>
                    <a:pt x="258828" y="3529"/>
                    <a:pt x="255301" y="0"/>
                    <a:pt x="250956" y="0"/>
                  </a:cubicBezTo>
                  <a:lnTo>
                    <a:pt x="7872" y="0"/>
                  </a:lnTo>
                  <a:cubicBezTo>
                    <a:pt x="3527" y="0"/>
                    <a:pt x="0" y="3529"/>
                    <a:pt x="0" y="7878"/>
                  </a:cubicBezTo>
                  <a:cubicBezTo>
                    <a:pt x="0" y="12226"/>
                    <a:pt x="3527" y="15756"/>
                    <a:pt x="7872" y="15756"/>
                  </a:cubicBezTo>
                  <a:close/>
                </a:path>
              </a:pathLst>
            </a:custGeom>
            <a:solidFill>
              <a:srgbClr val="FFFFFF"/>
            </a:solidFill>
            <a:ln w="0" cap="flat">
              <a:noFill/>
              <a:prstDash val="solid"/>
              <a:miter/>
            </a:ln>
          </p:spPr>
          <p:txBody>
            <a:bodyPr rtlCol="0" anchor="ctr"/>
            <a:lstStyle/>
            <a:p>
              <a:endParaRPr lang="de-DE"/>
            </a:p>
          </p:txBody>
        </p:sp>
        <p:sp>
          <p:nvSpPr>
            <p:cNvPr id="523" name="Freihandform 522">
              <a:extLst>
                <a:ext uri="{FF2B5EF4-FFF2-40B4-BE49-F238E27FC236}">
                  <a16:creationId xmlns:a16="http://schemas.microsoft.com/office/drawing/2014/main" id="{3F15994D-6250-B35B-2041-F7D7FF4436FB}"/>
                </a:ext>
              </a:extLst>
            </p:cNvPr>
            <p:cNvSpPr/>
            <p:nvPr/>
          </p:nvSpPr>
          <p:spPr>
            <a:xfrm>
              <a:off x="5517042" y="1516913"/>
              <a:ext cx="258828" cy="15755"/>
            </a:xfrm>
            <a:custGeom>
              <a:avLst/>
              <a:gdLst>
                <a:gd name="connsiteX0" fmla="*/ 250956 w 258828"/>
                <a:gd name="connsiteY0" fmla="*/ 0 h 15755"/>
                <a:gd name="connsiteX1" fmla="*/ 7872 w 258828"/>
                <a:gd name="connsiteY1" fmla="*/ 0 h 15755"/>
                <a:gd name="connsiteX2" fmla="*/ 0 w 258828"/>
                <a:gd name="connsiteY2" fmla="*/ 7878 h 15755"/>
                <a:gd name="connsiteX3" fmla="*/ 7872 w 258828"/>
                <a:gd name="connsiteY3" fmla="*/ 15756 h 15755"/>
                <a:gd name="connsiteX4" fmla="*/ 250956 w 258828"/>
                <a:gd name="connsiteY4" fmla="*/ 15756 h 15755"/>
                <a:gd name="connsiteX5" fmla="*/ 258828 w 258828"/>
                <a:gd name="connsiteY5" fmla="*/ 7878 h 15755"/>
                <a:gd name="connsiteX6" fmla="*/ 250956 w 258828"/>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8828" h="15755">
                  <a:moveTo>
                    <a:pt x="250956" y="0"/>
                  </a:moveTo>
                  <a:lnTo>
                    <a:pt x="7872" y="0"/>
                  </a:lnTo>
                  <a:cubicBezTo>
                    <a:pt x="3527" y="0"/>
                    <a:pt x="0" y="3529"/>
                    <a:pt x="0" y="7878"/>
                  </a:cubicBezTo>
                  <a:cubicBezTo>
                    <a:pt x="0" y="12226"/>
                    <a:pt x="3527" y="15756"/>
                    <a:pt x="7872" y="15756"/>
                  </a:cubicBezTo>
                  <a:lnTo>
                    <a:pt x="250956" y="15756"/>
                  </a:lnTo>
                  <a:cubicBezTo>
                    <a:pt x="255301" y="15756"/>
                    <a:pt x="258828" y="12226"/>
                    <a:pt x="258828" y="7878"/>
                  </a:cubicBezTo>
                  <a:cubicBezTo>
                    <a:pt x="258828" y="3529"/>
                    <a:pt x="255301" y="0"/>
                    <a:pt x="250956" y="0"/>
                  </a:cubicBezTo>
                  <a:close/>
                </a:path>
              </a:pathLst>
            </a:custGeom>
            <a:solidFill>
              <a:srgbClr val="FFFFFF"/>
            </a:solidFill>
            <a:ln w="0" cap="flat">
              <a:noFill/>
              <a:prstDash val="solid"/>
              <a:miter/>
            </a:ln>
          </p:spPr>
          <p:txBody>
            <a:bodyPr rtlCol="0" anchor="ctr"/>
            <a:lstStyle/>
            <a:p>
              <a:endParaRPr lang="de-DE"/>
            </a:p>
          </p:txBody>
        </p:sp>
        <p:sp>
          <p:nvSpPr>
            <p:cNvPr id="524" name="Freihandform 523">
              <a:extLst>
                <a:ext uri="{FF2B5EF4-FFF2-40B4-BE49-F238E27FC236}">
                  <a16:creationId xmlns:a16="http://schemas.microsoft.com/office/drawing/2014/main" id="{2F933251-62BD-66C1-15E2-4661203C6EB2}"/>
                </a:ext>
              </a:extLst>
            </p:cNvPr>
            <p:cNvSpPr/>
            <p:nvPr/>
          </p:nvSpPr>
          <p:spPr>
            <a:xfrm>
              <a:off x="5517042" y="1626937"/>
              <a:ext cx="258828" cy="15755"/>
            </a:xfrm>
            <a:custGeom>
              <a:avLst/>
              <a:gdLst>
                <a:gd name="connsiteX0" fmla="*/ 250956 w 258828"/>
                <a:gd name="connsiteY0" fmla="*/ 0 h 15755"/>
                <a:gd name="connsiteX1" fmla="*/ 7872 w 258828"/>
                <a:gd name="connsiteY1" fmla="*/ 0 h 15755"/>
                <a:gd name="connsiteX2" fmla="*/ 0 w 258828"/>
                <a:gd name="connsiteY2" fmla="*/ 7878 h 15755"/>
                <a:gd name="connsiteX3" fmla="*/ 7872 w 258828"/>
                <a:gd name="connsiteY3" fmla="*/ 15756 h 15755"/>
                <a:gd name="connsiteX4" fmla="*/ 250956 w 258828"/>
                <a:gd name="connsiteY4" fmla="*/ 15756 h 15755"/>
                <a:gd name="connsiteX5" fmla="*/ 258828 w 258828"/>
                <a:gd name="connsiteY5" fmla="*/ 7878 h 15755"/>
                <a:gd name="connsiteX6" fmla="*/ 250956 w 258828"/>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8828" h="15755">
                  <a:moveTo>
                    <a:pt x="250956" y="0"/>
                  </a:moveTo>
                  <a:lnTo>
                    <a:pt x="7872" y="0"/>
                  </a:lnTo>
                  <a:cubicBezTo>
                    <a:pt x="3527" y="0"/>
                    <a:pt x="0" y="3529"/>
                    <a:pt x="0" y="7878"/>
                  </a:cubicBezTo>
                  <a:cubicBezTo>
                    <a:pt x="0" y="12226"/>
                    <a:pt x="3527" y="15756"/>
                    <a:pt x="7872" y="15756"/>
                  </a:cubicBezTo>
                  <a:lnTo>
                    <a:pt x="250956" y="15756"/>
                  </a:lnTo>
                  <a:cubicBezTo>
                    <a:pt x="255301" y="15756"/>
                    <a:pt x="258828" y="12226"/>
                    <a:pt x="258828" y="7878"/>
                  </a:cubicBezTo>
                  <a:cubicBezTo>
                    <a:pt x="258828" y="3529"/>
                    <a:pt x="255301" y="0"/>
                    <a:pt x="250956" y="0"/>
                  </a:cubicBezTo>
                  <a:close/>
                </a:path>
              </a:pathLst>
            </a:custGeom>
            <a:solidFill>
              <a:srgbClr val="FFFFFF"/>
            </a:solidFill>
            <a:ln w="0" cap="flat">
              <a:noFill/>
              <a:prstDash val="solid"/>
              <a:miter/>
            </a:ln>
          </p:spPr>
          <p:txBody>
            <a:bodyPr rtlCol="0" anchor="ctr"/>
            <a:lstStyle/>
            <a:p>
              <a:endParaRPr lang="de-DE"/>
            </a:p>
          </p:txBody>
        </p:sp>
      </p:grpSp>
      <p:grpSp>
        <p:nvGrpSpPr>
          <p:cNvPr id="525" name="Grafik 463">
            <a:extLst>
              <a:ext uri="{FF2B5EF4-FFF2-40B4-BE49-F238E27FC236}">
                <a16:creationId xmlns:a16="http://schemas.microsoft.com/office/drawing/2014/main" id="{95983616-24F6-735A-4B6B-CEF16458988C}"/>
              </a:ext>
            </a:extLst>
          </p:cNvPr>
          <p:cNvGrpSpPr/>
          <p:nvPr/>
        </p:nvGrpSpPr>
        <p:grpSpPr>
          <a:xfrm>
            <a:off x="6253496" y="1404967"/>
            <a:ext cx="258815" cy="239647"/>
            <a:chOff x="6253496" y="1404967"/>
            <a:chExt cx="258815" cy="239647"/>
          </a:xfrm>
          <a:solidFill>
            <a:srgbClr val="FFFFFF"/>
          </a:solidFill>
        </p:grpSpPr>
        <p:sp>
          <p:nvSpPr>
            <p:cNvPr id="526" name="Freihandform 525">
              <a:extLst>
                <a:ext uri="{FF2B5EF4-FFF2-40B4-BE49-F238E27FC236}">
                  <a16:creationId xmlns:a16="http://schemas.microsoft.com/office/drawing/2014/main" id="{AB062694-5D34-CD99-3878-D8235A5CCF6E}"/>
                </a:ext>
              </a:extLst>
            </p:cNvPr>
            <p:cNvSpPr/>
            <p:nvPr/>
          </p:nvSpPr>
          <p:spPr>
            <a:xfrm>
              <a:off x="6345667" y="1404967"/>
              <a:ext cx="166644" cy="15755"/>
            </a:xfrm>
            <a:custGeom>
              <a:avLst/>
              <a:gdLst>
                <a:gd name="connsiteX0" fmla="*/ 7872 w 166644"/>
                <a:gd name="connsiteY0" fmla="*/ 15756 h 15755"/>
                <a:gd name="connsiteX1" fmla="*/ 158772 w 166644"/>
                <a:gd name="connsiteY1" fmla="*/ 15756 h 15755"/>
                <a:gd name="connsiteX2" fmla="*/ 166645 w 166644"/>
                <a:gd name="connsiteY2" fmla="*/ 7878 h 15755"/>
                <a:gd name="connsiteX3" fmla="*/ 158772 w 166644"/>
                <a:gd name="connsiteY3" fmla="*/ 0 h 15755"/>
                <a:gd name="connsiteX4" fmla="*/ 7872 w 166644"/>
                <a:gd name="connsiteY4" fmla="*/ 0 h 15755"/>
                <a:gd name="connsiteX5" fmla="*/ 0 w 166644"/>
                <a:gd name="connsiteY5" fmla="*/ 7878 h 15755"/>
                <a:gd name="connsiteX6" fmla="*/ 7872 w 166644"/>
                <a:gd name="connsiteY6" fmla="*/ 15756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644" h="15755">
                  <a:moveTo>
                    <a:pt x="7872" y="15756"/>
                  </a:moveTo>
                  <a:lnTo>
                    <a:pt x="158772" y="15756"/>
                  </a:lnTo>
                  <a:cubicBezTo>
                    <a:pt x="163118" y="15756"/>
                    <a:pt x="166645" y="12226"/>
                    <a:pt x="166645" y="7878"/>
                  </a:cubicBezTo>
                  <a:cubicBezTo>
                    <a:pt x="166645" y="3529"/>
                    <a:pt x="163118" y="0"/>
                    <a:pt x="158772" y="0"/>
                  </a:cubicBezTo>
                  <a:lnTo>
                    <a:pt x="7872" y="0"/>
                  </a:lnTo>
                  <a:cubicBezTo>
                    <a:pt x="3527" y="0"/>
                    <a:pt x="0" y="3529"/>
                    <a:pt x="0" y="7878"/>
                  </a:cubicBezTo>
                  <a:cubicBezTo>
                    <a:pt x="0" y="12226"/>
                    <a:pt x="3527" y="15756"/>
                    <a:pt x="7872" y="15756"/>
                  </a:cubicBezTo>
                  <a:close/>
                </a:path>
              </a:pathLst>
            </a:custGeom>
            <a:solidFill>
              <a:srgbClr val="FFFFFF"/>
            </a:solidFill>
            <a:ln w="0" cap="flat">
              <a:noFill/>
              <a:prstDash val="solid"/>
              <a:miter/>
            </a:ln>
          </p:spPr>
          <p:txBody>
            <a:bodyPr rtlCol="0" anchor="ctr"/>
            <a:lstStyle/>
            <a:p>
              <a:endParaRPr lang="de-DE"/>
            </a:p>
          </p:txBody>
        </p:sp>
        <p:sp>
          <p:nvSpPr>
            <p:cNvPr id="527" name="Freihandform 526">
              <a:extLst>
                <a:ext uri="{FF2B5EF4-FFF2-40B4-BE49-F238E27FC236}">
                  <a16:creationId xmlns:a16="http://schemas.microsoft.com/office/drawing/2014/main" id="{BD3A2CCB-F610-D93B-FE6F-C803D80D25B0}"/>
                </a:ext>
              </a:extLst>
            </p:cNvPr>
            <p:cNvSpPr/>
            <p:nvPr/>
          </p:nvSpPr>
          <p:spPr>
            <a:xfrm>
              <a:off x="6253496" y="1404967"/>
              <a:ext cx="52606" cy="15755"/>
            </a:xfrm>
            <a:custGeom>
              <a:avLst/>
              <a:gdLst>
                <a:gd name="connsiteX0" fmla="*/ 44734 w 52606"/>
                <a:gd name="connsiteY0" fmla="*/ 0 h 15755"/>
                <a:gd name="connsiteX1" fmla="*/ 7872 w 52606"/>
                <a:gd name="connsiteY1" fmla="*/ 0 h 15755"/>
                <a:gd name="connsiteX2" fmla="*/ 0 w 52606"/>
                <a:gd name="connsiteY2" fmla="*/ 7878 h 15755"/>
                <a:gd name="connsiteX3" fmla="*/ 7872 w 52606"/>
                <a:gd name="connsiteY3" fmla="*/ 15756 h 15755"/>
                <a:gd name="connsiteX4" fmla="*/ 44734 w 52606"/>
                <a:gd name="connsiteY4" fmla="*/ 15756 h 15755"/>
                <a:gd name="connsiteX5" fmla="*/ 52607 w 52606"/>
                <a:gd name="connsiteY5" fmla="*/ 7878 h 15755"/>
                <a:gd name="connsiteX6" fmla="*/ 44734 w 52606"/>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606" h="15755">
                  <a:moveTo>
                    <a:pt x="44734" y="0"/>
                  </a:moveTo>
                  <a:lnTo>
                    <a:pt x="7872" y="0"/>
                  </a:lnTo>
                  <a:cubicBezTo>
                    <a:pt x="3527" y="0"/>
                    <a:pt x="0" y="3529"/>
                    <a:pt x="0" y="7878"/>
                  </a:cubicBezTo>
                  <a:cubicBezTo>
                    <a:pt x="0" y="12226"/>
                    <a:pt x="3527" y="15756"/>
                    <a:pt x="7872" y="15756"/>
                  </a:cubicBezTo>
                  <a:lnTo>
                    <a:pt x="44734" y="15756"/>
                  </a:lnTo>
                  <a:cubicBezTo>
                    <a:pt x="49080" y="15756"/>
                    <a:pt x="52607" y="12226"/>
                    <a:pt x="52607" y="7878"/>
                  </a:cubicBezTo>
                  <a:cubicBezTo>
                    <a:pt x="52607" y="3529"/>
                    <a:pt x="49080" y="0"/>
                    <a:pt x="44734" y="0"/>
                  </a:cubicBezTo>
                  <a:close/>
                </a:path>
              </a:pathLst>
            </a:custGeom>
            <a:solidFill>
              <a:srgbClr val="FFFFFF"/>
            </a:solidFill>
            <a:ln w="0" cap="flat">
              <a:noFill/>
              <a:prstDash val="solid"/>
              <a:miter/>
            </a:ln>
          </p:spPr>
          <p:txBody>
            <a:bodyPr rtlCol="0" anchor="ctr"/>
            <a:lstStyle/>
            <a:p>
              <a:endParaRPr lang="de-DE"/>
            </a:p>
          </p:txBody>
        </p:sp>
        <p:sp>
          <p:nvSpPr>
            <p:cNvPr id="528" name="Freihandform 527">
              <a:extLst>
                <a:ext uri="{FF2B5EF4-FFF2-40B4-BE49-F238E27FC236}">
                  <a16:creationId xmlns:a16="http://schemas.microsoft.com/office/drawing/2014/main" id="{475F6594-EAB9-0853-9B75-0BA9CA8AFEE2}"/>
                </a:ext>
              </a:extLst>
            </p:cNvPr>
            <p:cNvSpPr/>
            <p:nvPr/>
          </p:nvSpPr>
          <p:spPr>
            <a:xfrm>
              <a:off x="6345667" y="1516913"/>
              <a:ext cx="166644" cy="15755"/>
            </a:xfrm>
            <a:custGeom>
              <a:avLst/>
              <a:gdLst>
                <a:gd name="connsiteX0" fmla="*/ 158772 w 166644"/>
                <a:gd name="connsiteY0" fmla="*/ 0 h 15755"/>
                <a:gd name="connsiteX1" fmla="*/ 7872 w 166644"/>
                <a:gd name="connsiteY1" fmla="*/ 0 h 15755"/>
                <a:gd name="connsiteX2" fmla="*/ 0 w 166644"/>
                <a:gd name="connsiteY2" fmla="*/ 7878 h 15755"/>
                <a:gd name="connsiteX3" fmla="*/ 7872 w 166644"/>
                <a:gd name="connsiteY3" fmla="*/ 15756 h 15755"/>
                <a:gd name="connsiteX4" fmla="*/ 158772 w 166644"/>
                <a:gd name="connsiteY4" fmla="*/ 15756 h 15755"/>
                <a:gd name="connsiteX5" fmla="*/ 166645 w 166644"/>
                <a:gd name="connsiteY5" fmla="*/ 7878 h 15755"/>
                <a:gd name="connsiteX6" fmla="*/ 158772 w 166644"/>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644" h="15755">
                  <a:moveTo>
                    <a:pt x="158772" y="0"/>
                  </a:moveTo>
                  <a:lnTo>
                    <a:pt x="7872" y="0"/>
                  </a:lnTo>
                  <a:cubicBezTo>
                    <a:pt x="3527" y="0"/>
                    <a:pt x="0" y="3529"/>
                    <a:pt x="0" y="7878"/>
                  </a:cubicBezTo>
                  <a:cubicBezTo>
                    <a:pt x="0" y="12226"/>
                    <a:pt x="3527" y="15756"/>
                    <a:pt x="7872" y="15756"/>
                  </a:cubicBezTo>
                  <a:lnTo>
                    <a:pt x="158772" y="15756"/>
                  </a:lnTo>
                  <a:cubicBezTo>
                    <a:pt x="163118" y="15756"/>
                    <a:pt x="166645" y="12226"/>
                    <a:pt x="166645" y="7878"/>
                  </a:cubicBezTo>
                  <a:cubicBezTo>
                    <a:pt x="166645" y="3529"/>
                    <a:pt x="163118" y="0"/>
                    <a:pt x="158772" y="0"/>
                  </a:cubicBezTo>
                  <a:close/>
                </a:path>
              </a:pathLst>
            </a:custGeom>
            <a:solidFill>
              <a:srgbClr val="FFFFFF"/>
            </a:solidFill>
            <a:ln w="0" cap="flat">
              <a:noFill/>
              <a:prstDash val="solid"/>
              <a:miter/>
            </a:ln>
          </p:spPr>
          <p:txBody>
            <a:bodyPr rtlCol="0" anchor="ctr"/>
            <a:lstStyle/>
            <a:p>
              <a:endParaRPr lang="de-DE"/>
            </a:p>
          </p:txBody>
        </p:sp>
        <p:sp>
          <p:nvSpPr>
            <p:cNvPr id="529" name="Freihandform 528">
              <a:extLst>
                <a:ext uri="{FF2B5EF4-FFF2-40B4-BE49-F238E27FC236}">
                  <a16:creationId xmlns:a16="http://schemas.microsoft.com/office/drawing/2014/main" id="{0122DB3F-4DAA-30F9-BDF9-4055A508FF32}"/>
                </a:ext>
              </a:extLst>
            </p:cNvPr>
            <p:cNvSpPr/>
            <p:nvPr/>
          </p:nvSpPr>
          <p:spPr>
            <a:xfrm>
              <a:off x="6253496" y="1516913"/>
              <a:ext cx="52606" cy="15755"/>
            </a:xfrm>
            <a:custGeom>
              <a:avLst/>
              <a:gdLst>
                <a:gd name="connsiteX0" fmla="*/ 44734 w 52606"/>
                <a:gd name="connsiteY0" fmla="*/ 0 h 15755"/>
                <a:gd name="connsiteX1" fmla="*/ 7872 w 52606"/>
                <a:gd name="connsiteY1" fmla="*/ 0 h 15755"/>
                <a:gd name="connsiteX2" fmla="*/ 0 w 52606"/>
                <a:gd name="connsiteY2" fmla="*/ 7878 h 15755"/>
                <a:gd name="connsiteX3" fmla="*/ 7872 w 52606"/>
                <a:gd name="connsiteY3" fmla="*/ 15756 h 15755"/>
                <a:gd name="connsiteX4" fmla="*/ 44734 w 52606"/>
                <a:gd name="connsiteY4" fmla="*/ 15756 h 15755"/>
                <a:gd name="connsiteX5" fmla="*/ 52607 w 52606"/>
                <a:gd name="connsiteY5" fmla="*/ 7878 h 15755"/>
                <a:gd name="connsiteX6" fmla="*/ 44734 w 52606"/>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606" h="15755">
                  <a:moveTo>
                    <a:pt x="44734" y="0"/>
                  </a:moveTo>
                  <a:lnTo>
                    <a:pt x="7872" y="0"/>
                  </a:lnTo>
                  <a:cubicBezTo>
                    <a:pt x="3527" y="0"/>
                    <a:pt x="0" y="3529"/>
                    <a:pt x="0" y="7878"/>
                  </a:cubicBezTo>
                  <a:cubicBezTo>
                    <a:pt x="0" y="12226"/>
                    <a:pt x="3527" y="15756"/>
                    <a:pt x="7872" y="15756"/>
                  </a:cubicBezTo>
                  <a:lnTo>
                    <a:pt x="44734" y="15756"/>
                  </a:lnTo>
                  <a:cubicBezTo>
                    <a:pt x="49080" y="15756"/>
                    <a:pt x="52607" y="12226"/>
                    <a:pt x="52607" y="7878"/>
                  </a:cubicBezTo>
                  <a:cubicBezTo>
                    <a:pt x="52607" y="3529"/>
                    <a:pt x="49080" y="0"/>
                    <a:pt x="44734" y="0"/>
                  </a:cubicBezTo>
                  <a:close/>
                </a:path>
              </a:pathLst>
            </a:custGeom>
            <a:solidFill>
              <a:srgbClr val="FFFFFF"/>
            </a:solidFill>
            <a:ln w="0" cap="flat">
              <a:noFill/>
              <a:prstDash val="solid"/>
              <a:miter/>
            </a:ln>
          </p:spPr>
          <p:txBody>
            <a:bodyPr rtlCol="0" anchor="ctr"/>
            <a:lstStyle/>
            <a:p>
              <a:endParaRPr lang="de-DE"/>
            </a:p>
          </p:txBody>
        </p:sp>
        <p:sp>
          <p:nvSpPr>
            <p:cNvPr id="530" name="Freihandform 529">
              <a:extLst>
                <a:ext uri="{FF2B5EF4-FFF2-40B4-BE49-F238E27FC236}">
                  <a16:creationId xmlns:a16="http://schemas.microsoft.com/office/drawing/2014/main" id="{E15D9019-46B5-14C9-3B0D-A18D87197FD7}"/>
                </a:ext>
              </a:extLst>
            </p:cNvPr>
            <p:cNvSpPr/>
            <p:nvPr/>
          </p:nvSpPr>
          <p:spPr>
            <a:xfrm>
              <a:off x="6345667" y="1628859"/>
              <a:ext cx="166644" cy="15755"/>
            </a:xfrm>
            <a:custGeom>
              <a:avLst/>
              <a:gdLst>
                <a:gd name="connsiteX0" fmla="*/ 158772 w 166644"/>
                <a:gd name="connsiteY0" fmla="*/ 0 h 15755"/>
                <a:gd name="connsiteX1" fmla="*/ 7872 w 166644"/>
                <a:gd name="connsiteY1" fmla="*/ 0 h 15755"/>
                <a:gd name="connsiteX2" fmla="*/ 0 w 166644"/>
                <a:gd name="connsiteY2" fmla="*/ 7878 h 15755"/>
                <a:gd name="connsiteX3" fmla="*/ 7872 w 166644"/>
                <a:gd name="connsiteY3" fmla="*/ 15756 h 15755"/>
                <a:gd name="connsiteX4" fmla="*/ 158772 w 166644"/>
                <a:gd name="connsiteY4" fmla="*/ 15756 h 15755"/>
                <a:gd name="connsiteX5" fmla="*/ 166645 w 166644"/>
                <a:gd name="connsiteY5" fmla="*/ 7878 h 15755"/>
                <a:gd name="connsiteX6" fmla="*/ 158772 w 166644"/>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644" h="15755">
                  <a:moveTo>
                    <a:pt x="158772" y="0"/>
                  </a:moveTo>
                  <a:lnTo>
                    <a:pt x="7872" y="0"/>
                  </a:lnTo>
                  <a:cubicBezTo>
                    <a:pt x="3527" y="0"/>
                    <a:pt x="0" y="3529"/>
                    <a:pt x="0" y="7878"/>
                  </a:cubicBezTo>
                  <a:cubicBezTo>
                    <a:pt x="0" y="12226"/>
                    <a:pt x="3527" y="15756"/>
                    <a:pt x="7872" y="15756"/>
                  </a:cubicBezTo>
                  <a:lnTo>
                    <a:pt x="158772" y="15756"/>
                  </a:lnTo>
                  <a:cubicBezTo>
                    <a:pt x="163118" y="15756"/>
                    <a:pt x="166645" y="12226"/>
                    <a:pt x="166645" y="7878"/>
                  </a:cubicBezTo>
                  <a:cubicBezTo>
                    <a:pt x="166645" y="3529"/>
                    <a:pt x="163118" y="0"/>
                    <a:pt x="158772" y="0"/>
                  </a:cubicBezTo>
                  <a:close/>
                </a:path>
              </a:pathLst>
            </a:custGeom>
            <a:solidFill>
              <a:srgbClr val="FFFFFF"/>
            </a:solidFill>
            <a:ln w="0" cap="flat">
              <a:noFill/>
              <a:prstDash val="solid"/>
              <a:miter/>
            </a:ln>
          </p:spPr>
          <p:txBody>
            <a:bodyPr rtlCol="0" anchor="ctr"/>
            <a:lstStyle/>
            <a:p>
              <a:endParaRPr lang="de-DE"/>
            </a:p>
          </p:txBody>
        </p:sp>
        <p:sp>
          <p:nvSpPr>
            <p:cNvPr id="531" name="Freihandform 530">
              <a:extLst>
                <a:ext uri="{FF2B5EF4-FFF2-40B4-BE49-F238E27FC236}">
                  <a16:creationId xmlns:a16="http://schemas.microsoft.com/office/drawing/2014/main" id="{B4EC0FE9-7BFF-E2EE-7209-AB52D31440B8}"/>
                </a:ext>
              </a:extLst>
            </p:cNvPr>
            <p:cNvSpPr/>
            <p:nvPr/>
          </p:nvSpPr>
          <p:spPr>
            <a:xfrm>
              <a:off x="6253496" y="1628859"/>
              <a:ext cx="52606" cy="15755"/>
            </a:xfrm>
            <a:custGeom>
              <a:avLst/>
              <a:gdLst>
                <a:gd name="connsiteX0" fmla="*/ 44734 w 52606"/>
                <a:gd name="connsiteY0" fmla="*/ 0 h 15755"/>
                <a:gd name="connsiteX1" fmla="*/ 7872 w 52606"/>
                <a:gd name="connsiteY1" fmla="*/ 0 h 15755"/>
                <a:gd name="connsiteX2" fmla="*/ 0 w 52606"/>
                <a:gd name="connsiteY2" fmla="*/ 7878 h 15755"/>
                <a:gd name="connsiteX3" fmla="*/ 7872 w 52606"/>
                <a:gd name="connsiteY3" fmla="*/ 15756 h 15755"/>
                <a:gd name="connsiteX4" fmla="*/ 44734 w 52606"/>
                <a:gd name="connsiteY4" fmla="*/ 15756 h 15755"/>
                <a:gd name="connsiteX5" fmla="*/ 52607 w 52606"/>
                <a:gd name="connsiteY5" fmla="*/ 7878 h 15755"/>
                <a:gd name="connsiteX6" fmla="*/ 44734 w 52606"/>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606" h="15755">
                  <a:moveTo>
                    <a:pt x="44734" y="0"/>
                  </a:moveTo>
                  <a:lnTo>
                    <a:pt x="7872" y="0"/>
                  </a:lnTo>
                  <a:cubicBezTo>
                    <a:pt x="3527" y="0"/>
                    <a:pt x="0" y="3529"/>
                    <a:pt x="0" y="7878"/>
                  </a:cubicBezTo>
                  <a:cubicBezTo>
                    <a:pt x="0" y="12226"/>
                    <a:pt x="3527" y="15756"/>
                    <a:pt x="7872" y="15756"/>
                  </a:cubicBezTo>
                  <a:lnTo>
                    <a:pt x="44734" y="15756"/>
                  </a:lnTo>
                  <a:cubicBezTo>
                    <a:pt x="49080" y="15756"/>
                    <a:pt x="52607" y="12226"/>
                    <a:pt x="52607" y="7878"/>
                  </a:cubicBezTo>
                  <a:cubicBezTo>
                    <a:pt x="52607" y="3529"/>
                    <a:pt x="49080" y="0"/>
                    <a:pt x="44734" y="0"/>
                  </a:cubicBezTo>
                  <a:close/>
                </a:path>
              </a:pathLst>
            </a:custGeom>
            <a:solidFill>
              <a:srgbClr val="FFFFFF"/>
            </a:solidFill>
            <a:ln w="0" cap="flat">
              <a:noFill/>
              <a:prstDash val="solid"/>
              <a:miter/>
            </a:ln>
          </p:spPr>
          <p:txBody>
            <a:bodyPr rtlCol="0" anchor="ctr"/>
            <a:lstStyle/>
            <a:p>
              <a:endParaRPr lang="de-DE"/>
            </a:p>
          </p:txBody>
        </p:sp>
      </p:grpSp>
      <p:grpSp>
        <p:nvGrpSpPr>
          <p:cNvPr id="532" name="Grafik 463">
            <a:extLst>
              <a:ext uri="{FF2B5EF4-FFF2-40B4-BE49-F238E27FC236}">
                <a16:creationId xmlns:a16="http://schemas.microsoft.com/office/drawing/2014/main" id="{1528D89D-1F8F-231A-F803-ED5CB01BA090}"/>
              </a:ext>
            </a:extLst>
          </p:cNvPr>
          <p:cNvGrpSpPr/>
          <p:nvPr/>
        </p:nvGrpSpPr>
        <p:grpSpPr>
          <a:xfrm>
            <a:off x="5500623" y="2896082"/>
            <a:ext cx="292106" cy="249523"/>
            <a:chOff x="5500623" y="2896082"/>
            <a:chExt cx="292106" cy="249523"/>
          </a:xfrm>
          <a:solidFill>
            <a:srgbClr val="FFFFFF"/>
          </a:solidFill>
        </p:grpSpPr>
        <p:sp>
          <p:nvSpPr>
            <p:cNvPr id="533" name="Freihandform 532">
              <a:extLst>
                <a:ext uri="{FF2B5EF4-FFF2-40B4-BE49-F238E27FC236}">
                  <a16:creationId xmlns:a16="http://schemas.microsoft.com/office/drawing/2014/main" id="{CEE3BAFC-214D-27AC-02C4-6EB2C9A106B1}"/>
                </a:ext>
              </a:extLst>
            </p:cNvPr>
            <p:cNvSpPr/>
            <p:nvPr/>
          </p:nvSpPr>
          <p:spPr>
            <a:xfrm>
              <a:off x="5500623" y="2896082"/>
              <a:ext cx="292087" cy="109355"/>
            </a:xfrm>
            <a:custGeom>
              <a:avLst/>
              <a:gdLst>
                <a:gd name="connsiteX0" fmla="*/ 7872 w 292087"/>
                <a:gd name="connsiteY0" fmla="*/ 62549 h 109355"/>
                <a:gd name="connsiteX1" fmla="*/ 137516 w 292087"/>
                <a:gd name="connsiteY1" fmla="*/ 62549 h 109355"/>
                <a:gd name="connsiteX2" fmla="*/ 191522 w 292087"/>
                <a:gd name="connsiteY2" fmla="*/ 109356 h 109355"/>
                <a:gd name="connsiteX3" fmla="*/ 245527 w 292087"/>
                <a:gd name="connsiteY3" fmla="*/ 62549 h 109355"/>
                <a:gd name="connsiteX4" fmla="*/ 284215 w 292087"/>
                <a:gd name="connsiteY4" fmla="*/ 62549 h 109355"/>
                <a:gd name="connsiteX5" fmla="*/ 292088 w 292087"/>
                <a:gd name="connsiteY5" fmla="*/ 54672 h 109355"/>
                <a:gd name="connsiteX6" fmla="*/ 284215 w 292087"/>
                <a:gd name="connsiteY6" fmla="*/ 46794 h 109355"/>
                <a:gd name="connsiteX7" fmla="*/ 245521 w 292087"/>
                <a:gd name="connsiteY7" fmla="*/ 46794 h 109355"/>
                <a:gd name="connsiteX8" fmla="*/ 191515 w 292087"/>
                <a:gd name="connsiteY8" fmla="*/ 0 h 109355"/>
                <a:gd name="connsiteX9" fmla="*/ 137510 w 292087"/>
                <a:gd name="connsiteY9" fmla="*/ 46794 h 109355"/>
                <a:gd name="connsiteX10" fmla="*/ 7872 w 292087"/>
                <a:gd name="connsiteY10" fmla="*/ 46794 h 109355"/>
                <a:gd name="connsiteX11" fmla="*/ 0 w 292087"/>
                <a:gd name="connsiteY11" fmla="*/ 54672 h 109355"/>
                <a:gd name="connsiteX12" fmla="*/ 7872 w 292087"/>
                <a:gd name="connsiteY12" fmla="*/ 62549 h 109355"/>
                <a:gd name="connsiteX13" fmla="*/ 191522 w 292087"/>
                <a:gd name="connsiteY13" fmla="*/ 15762 h 109355"/>
                <a:gd name="connsiteX14" fmla="*/ 230418 w 292087"/>
                <a:gd name="connsiteY14" fmla="*/ 54684 h 109355"/>
                <a:gd name="connsiteX15" fmla="*/ 191522 w 292087"/>
                <a:gd name="connsiteY15" fmla="*/ 93607 h 109355"/>
                <a:gd name="connsiteX16" fmla="*/ 152625 w 292087"/>
                <a:gd name="connsiteY16" fmla="*/ 54703 h 109355"/>
                <a:gd name="connsiteX17" fmla="*/ 152625 w 292087"/>
                <a:gd name="connsiteY17" fmla="*/ 54678 h 109355"/>
                <a:gd name="connsiteX18" fmla="*/ 152625 w 292087"/>
                <a:gd name="connsiteY18" fmla="*/ 54653 h 109355"/>
                <a:gd name="connsiteX19" fmla="*/ 191522 w 292087"/>
                <a:gd name="connsiteY19" fmla="*/ 15762 h 109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92087" h="109355">
                  <a:moveTo>
                    <a:pt x="7872" y="62549"/>
                  </a:moveTo>
                  <a:lnTo>
                    <a:pt x="137516" y="62549"/>
                  </a:lnTo>
                  <a:cubicBezTo>
                    <a:pt x="141352" y="88975"/>
                    <a:pt x="164075" y="109356"/>
                    <a:pt x="191522" y="109356"/>
                  </a:cubicBezTo>
                  <a:cubicBezTo>
                    <a:pt x="218968" y="109356"/>
                    <a:pt x="241698" y="88975"/>
                    <a:pt x="245527" y="62549"/>
                  </a:cubicBezTo>
                  <a:lnTo>
                    <a:pt x="284215" y="62549"/>
                  </a:lnTo>
                  <a:cubicBezTo>
                    <a:pt x="288561" y="62549"/>
                    <a:pt x="292088" y="59020"/>
                    <a:pt x="292088" y="54672"/>
                  </a:cubicBezTo>
                  <a:cubicBezTo>
                    <a:pt x="292088" y="50323"/>
                    <a:pt x="288561" y="46794"/>
                    <a:pt x="284215" y="46794"/>
                  </a:cubicBezTo>
                  <a:lnTo>
                    <a:pt x="245521" y="46794"/>
                  </a:lnTo>
                  <a:cubicBezTo>
                    <a:pt x="241679" y="20375"/>
                    <a:pt x="218962" y="0"/>
                    <a:pt x="191515" y="0"/>
                  </a:cubicBezTo>
                  <a:cubicBezTo>
                    <a:pt x="164069" y="0"/>
                    <a:pt x="141352" y="20375"/>
                    <a:pt x="137510" y="46794"/>
                  </a:cubicBezTo>
                  <a:lnTo>
                    <a:pt x="7872" y="46794"/>
                  </a:lnTo>
                  <a:cubicBezTo>
                    <a:pt x="3527" y="46794"/>
                    <a:pt x="0" y="50323"/>
                    <a:pt x="0" y="54672"/>
                  </a:cubicBezTo>
                  <a:cubicBezTo>
                    <a:pt x="0" y="59020"/>
                    <a:pt x="3527" y="62549"/>
                    <a:pt x="7872" y="62549"/>
                  </a:cubicBezTo>
                  <a:close/>
                  <a:moveTo>
                    <a:pt x="191522" y="15762"/>
                  </a:moveTo>
                  <a:cubicBezTo>
                    <a:pt x="212966" y="15762"/>
                    <a:pt x="230418" y="33225"/>
                    <a:pt x="230418" y="54684"/>
                  </a:cubicBezTo>
                  <a:cubicBezTo>
                    <a:pt x="230418" y="76143"/>
                    <a:pt x="212966" y="93607"/>
                    <a:pt x="191522" y="93607"/>
                  </a:cubicBezTo>
                  <a:cubicBezTo>
                    <a:pt x="170077" y="93607"/>
                    <a:pt x="152638" y="76156"/>
                    <a:pt x="152625" y="54703"/>
                  </a:cubicBezTo>
                  <a:cubicBezTo>
                    <a:pt x="152625" y="54697"/>
                    <a:pt x="152625" y="54684"/>
                    <a:pt x="152625" y="54678"/>
                  </a:cubicBezTo>
                  <a:cubicBezTo>
                    <a:pt x="152625" y="54672"/>
                    <a:pt x="152625" y="54665"/>
                    <a:pt x="152625" y="54653"/>
                  </a:cubicBezTo>
                  <a:cubicBezTo>
                    <a:pt x="152644" y="33206"/>
                    <a:pt x="170083" y="15762"/>
                    <a:pt x="191522" y="15762"/>
                  </a:cubicBezTo>
                  <a:close/>
                </a:path>
              </a:pathLst>
            </a:custGeom>
            <a:solidFill>
              <a:srgbClr val="FFFFFF"/>
            </a:solidFill>
            <a:ln w="0" cap="flat">
              <a:noFill/>
              <a:prstDash val="solid"/>
              <a:miter/>
            </a:ln>
          </p:spPr>
          <p:txBody>
            <a:bodyPr rtlCol="0" anchor="ctr"/>
            <a:lstStyle/>
            <a:p>
              <a:endParaRPr lang="de-DE"/>
            </a:p>
          </p:txBody>
        </p:sp>
        <p:sp>
          <p:nvSpPr>
            <p:cNvPr id="534" name="Freihandform 533">
              <a:extLst>
                <a:ext uri="{FF2B5EF4-FFF2-40B4-BE49-F238E27FC236}">
                  <a16:creationId xmlns:a16="http://schemas.microsoft.com/office/drawing/2014/main" id="{C65368DF-614C-A719-ACE0-27765A45CBE1}"/>
                </a:ext>
              </a:extLst>
            </p:cNvPr>
            <p:cNvSpPr/>
            <p:nvPr/>
          </p:nvSpPr>
          <p:spPr>
            <a:xfrm>
              <a:off x="5500623" y="3036262"/>
              <a:ext cx="292106" cy="109343"/>
            </a:xfrm>
            <a:custGeom>
              <a:avLst/>
              <a:gdLst>
                <a:gd name="connsiteX0" fmla="*/ 284228 w 292106"/>
                <a:gd name="connsiteY0" fmla="*/ 46794 h 109343"/>
                <a:gd name="connsiteX1" fmla="*/ 154445 w 292106"/>
                <a:gd name="connsiteY1" fmla="*/ 46794 h 109343"/>
                <a:gd name="connsiteX2" fmla="*/ 100447 w 292106"/>
                <a:gd name="connsiteY2" fmla="*/ 0 h 109343"/>
                <a:gd name="connsiteX3" fmla="*/ 100447 w 292106"/>
                <a:gd name="connsiteY3" fmla="*/ 0 h 109343"/>
                <a:gd name="connsiteX4" fmla="*/ 46454 w 292106"/>
                <a:gd name="connsiteY4" fmla="*/ 46794 h 109343"/>
                <a:gd name="connsiteX5" fmla="*/ 7872 w 292106"/>
                <a:gd name="connsiteY5" fmla="*/ 46794 h 109343"/>
                <a:gd name="connsiteX6" fmla="*/ 0 w 292106"/>
                <a:gd name="connsiteY6" fmla="*/ 54672 h 109343"/>
                <a:gd name="connsiteX7" fmla="*/ 7872 w 292106"/>
                <a:gd name="connsiteY7" fmla="*/ 62549 h 109343"/>
                <a:gd name="connsiteX8" fmla="*/ 46454 w 292106"/>
                <a:gd name="connsiteY8" fmla="*/ 62549 h 109343"/>
                <a:gd name="connsiteX9" fmla="*/ 100453 w 292106"/>
                <a:gd name="connsiteY9" fmla="*/ 109343 h 109343"/>
                <a:gd name="connsiteX10" fmla="*/ 154452 w 292106"/>
                <a:gd name="connsiteY10" fmla="*/ 62549 h 109343"/>
                <a:gd name="connsiteX11" fmla="*/ 284234 w 292106"/>
                <a:gd name="connsiteY11" fmla="*/ 62549 h 109343"/>
                <a:gd name="connsiteX12" fmla="*/ 292107 w 292106"/>
                <a:gd name="connsiteY12" fmla="*/ 54672 h 109343"/>
                <a:gd name="connsiteX13" fmla="*/ 284234 w 292106"/>
                <a:gd name="connsiteY13" fmla="*/ 46794 h 109343"/>
                <a:gd name="connsiteX14" fmla="*/ 100447 w 292106"/>
                <a:gd name="connsiteY14" fmla="*/ 93581 h 109343"/>
                <a:gd name="connsiteX15" fmla="*/ 61556 w 292106"/>
                <a:gd name="connsiteY15" fmla="*/ 54672 h 109343"/>
                <a:gd name="connsiteX16" fmla="*/ 100447 w 292106"/>
                <a:gd name="connsiteY16" fmla="*/ 15749 h 109343"/>
                <a:gd name="connsiteX17" fmla="*/ 139337 w 292106"/>
                <a:gd name="connsiteY17" fmla="*/ 54665 h 109343"/>
                <a:gd name="connsiteX18" fmla="*/ 100447 w 292106"/>
                <a:gd name="connsiteY18" fmla="*/ 93581 h 1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92106" h="109343">
                  <a:moveTo>
                    <a:pt x="284228" y="46794"/>
                  </a:moveTo>
                  <a:lnTo>
                    <a:pt x="154445" y="46794"/>
                  </a:lnTo>
                  <a:cubicBezTo>
                    <a:pt x="150610" y="20375"/>
                    <a:pt x="127893" y="0"/>
                    <a:pt x="100447" y="0"/>
                  </a:cubicBezTo>
                  <a:lnTo>
                    <a:pt x="100447" y="0"/>
                  </a:lnTo>
                  <a:cubicBezTo>
                    <a:pt x="73019" y="19"/>
                    <a:pt x="50308" y="20394"/>
                    <a:pt x="46454" y="46794"/>
                  </a:cubicBezTo>
                  <a:lnTo>
                    <a:pt x="7872" y="46794"/>
                  </a:lnTo>
                  <a:cubicBezTo>
                    <a:pt x="3527" y="46794"/>
                    <a:pt x="0" y="50323"/>
                    <a:pt x="0" y="54672"/>
                  </a:cubicBezTo>
                  <a:cubicBezTo>
                    <a:pt x="0" y="59020"/>
                    <a:pt x="3527" y="62549"/>
                    <a:pt x="7872" y="62549"/>
                  </a:cubicBezTo>
                  <a:lnTo>
                    <a:pt x="46454" y="62549"/>
                  </a:lnTo>
                  <a:cubicBezTo>
                    <a:pt x="50289" y="88968"/>
                    <a:pt x="73006" y="109343"/>
                    <a:pt x="100453" y="109343"/>
                  </a:cubicBezTo>
                  <a:cubicBezTo>
                    <a:pt x="127899" y="109343"/>
                    <a:pt x="150616" y="88968"/>
                    <a:pt x="154452" y="62549"/>
                  </a:cubicBezTo>
                  <a:lnTo>
                    <a:pt x="284234" y="62549"/>
                  </a:lnTo>
                  <a:cubicBezTo>
                    <a:pt x="288580" y="62549"/>
                    <a:pt x="292107" y="59020"/>
                    <a:pt x="292107" y="54672"/>
                  </a:cubicBezTo>
                  <a:cubicBezTo>
                    <a:pt x="292107" y="50323"/>
                    <a:pt x="288580" y="46794"/>
                    <a:pt x="284234" y="46794"/>
                  </a:cubicBezTo>
                  <a:close/>
                  <a:moveTo>
                    <a:pt x="100447" y="93581"/>
                  </a:moveTo>
                  <a:cubicBezTo>
                    <a:pt x="79002" y="93581"/>
                    <a:pt x="61556" y="76124"/>
                    <a:pt x="61556" y="54672"/>
                  </a:cubicBezTo>
                  <a:cubicBezTo>
                    <a:pt x="61563" y="33225"/>
                    <a:pt x="79008" y="15768"/>
                    <a:pt x="100447" y="15749"/>
                  </a:cubicBezTo>
                  <a:cubicBezTo>
                    <a:pt x="121891" y="15749"/>
                    <a:pt x="139337" y="33206"/>
                    <a:pt x="139337" y="54665"/>
                  </a:cubicBezTo>
                  <a:cubicBezTo>
                    <a:pt x="139337" y="76124"/>
                    <a:pt x="121891" y="93581"/>
                    <a:pt x="100447" y="93581"/>
                  </a:cubicBezTo>
                  <a:close/>
                </a:path>
              </a:pathLst>
            </a:custGeom>
            <a:solidFill>
              <a:srgbClr val="FFFFFF"/>
            </a:solidFill>
            <a:ln w="0" cap="flat">
              <a:noFill/>
              <a:prstDash val="solid"/>
              <a:miter/>
            </a:ln>
          </p:spPr>
          <p:txBody>
            <a:bodyPr rtlCol="0" anchor="ctr"/>
            <a:lstStyle/>
            <a:p>
              <a:endParaRPr lang="de-DE"/>
            </a:p>
          </p:txBody>
        </p:sp>
      </p:grpSp>
      <p:sp>
        <p:nvSpPr>
          <p:cNvPr id="535" name="Freihandform 534">
            <a:extLst>
              <a:ext uri="{FF2B5EF4-FFF2-40B4-BE49-F238E27FC236}">
                <a16:creationId xmlns:a16="http://schemas.microsoft.com/office/drawing/2014/main" id="{3BB99BA5-255B-3350-6D3F-58841830EF20}"/>
              </a:ext>
            </a:extLst>
          </p:cNvPr>
          <p:cNvSpPr/>
          <p:nvPr/>
        </p:nvSpPr>
        <p:spPr>
          <a:xfrm>
            <a:off x="6971247" y="1384136"/>
            <a:ext cx="296198" cy="281269"/>
          </a:xfrm>
          <a:custGeom>
            <a:avLst/>
            <a:gdLst>
              <a:gd name="connsiteX0" fmla="*/ 288333 w 296198"/>
              <a:gd name="connsiteY0" fmla="*/ 132777 h 281269"/>
              <a:gd name="connsiteX1" fmla="*/ 26878 w 296198"/>
              <a:gd name="connsiteY1" fmla="*/ 132777 h 281269"/>
              <a:gd name="connsiteX2" fmla="*/ 146080 w 296198"/>
              <a:gd name="connsiteY2" fmla="*/ 13451 h 281269"/>
              <a:gd name="connsiteX3" fmla="*/ 146080 w 296198"/>
              <a:gd name="connsiteY3" fmla="*/ 2309 h 281269"/>
              <a:gd name="connsiteX4" fmla="*/ 134945 w 296198"/>
              <a:gd name="connsiteY4" fmla="*/ 2309 h 281269"/>
              <a:gd name="connsiteX5" fmla="*/ 2297 w 296198"/>
              <a:gd name="connsiteY5" fmla="*/ 135084 h 281269"/>
              <a:gd name="connsiteX6" fmla="*/ 1837 w 296198"/>
              <a:gd name="connsiteY6" fmla="*/ 135771 h 281269"/>
              <a:gd name="connsiteX7" fmla="*/ 609 w 296198"/>
              <a:gd name="connsiteY7" fmla="*/ 137617 h 281269"/>
              <a:gd name="connsiteX8" fmla="*/ 609 w 296198"/>
              <a:gd name="connsiteY8" fmla="*/ 143693 h 281269"/>
              <a:gd name="connsiteX9" fmla="*/ 1283 w 296198"/>
              <a:gd name="connsiteY9" fmla="*/ 144707 h 281269"/>
              <a:gd name="connsiteX10" fmla="*/ 2291 w 296198"/>
              <a:gd name="connsiteY10" fmla="*/ 146226 h 281269"/>
              <a:gd name="connsiteX11" fmla="*/ 134939 w 296198"/>
              <a:gd name="connsiteY11" fmla="*/ 278963 h 281269"/>
              <a:gd name="connsiteX12" fmla="*/ 140506 w 296198"/>
              <a:gd name="connsiteY12" fmla="*/ 281270 h 281269"/>
              <a:gd name="connsiteX13" fmla="*/ 146074 w 296198"/>
              <a:gd name="connsiteY13" fmla="*/ 278963 h 281269"/>
              <a:gd name="connsiteX14" fmla="*/ 146074 w 296198"/>
              <a:gd name="connsiteY14" fmla="*/ 267821 h 281269"/>
              <a:gd name="connsiteX15" fmla="*/ 26859 w 296198"/>
              <a:gd name="connsiteY15" fmla="*/ 148520 h 281269"/>
              <a:gd name="connsiteX16" fmla="*/ 288326 w 296198"/>
              <a:gd name="connsiteY16" fmla="*/ 148520 h 281269"/>
              <a:gd name="connsiteX17" fmla="*/ 296199 w 296198"/>
              <a:gd name="connsiteY17" fmla="*/ 140642 h 281269"/>
              <a:gd name="connsiteX18" fmla="*/ 288326 w 296198"/>
              <a:gd name="connsiteY18" fmla="*/ 132765 h 2812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96198" h="281269">
                <a:moveTo>
                  <a:pt x="288333" y="132777"/>
                </a:moveTo>
                <a:lnTo>
                  <a:pt x="26878" y="132777"/>
                </a:lnTo>
                <a:lnTo>
                  <a:pt x="146080" y="13451"/>
                </a:lnTo>
                <a:cubicBezTo>
                  <a:pt x="149154" y="10376"/>
                  <a:pt x="149154" y="5391"/>
                  <a:pt x="146080" y="2309"/>
                </a:cubicBezTo>
                <a:cubicBezTo>
                  <a:pt x="143007" y="-773"/>
                  <a:pt x="138025" y="-767"/>
                  <a:pt x="134945" y="2309"/>
                </a:cubicBezTo>
                <a:lnTo>
                  <a:pt x="2297" y="135084"/>
                </a:lnTo>
                <a:cubicBezTo>
                  <a:pt x="2096" y="135286"/>
                  <a:pt x="2014" y="135557"/>
                  <a:pt x="1837" y="135771"/>
                </a:cubicBezTo>
                <a:cubicBezTo>
                  <a:pt x="1371" y="136351"/>
                  <a:pt x="899" y="136924"/>
                  <a:pt x="609" y="137617"/>
                </a:cubicBezTo>
                <a:cubicBezTo>
                  <a:pt x="-203" y="139558"/>
                  <a:pt x="-203" y="141745"/>
                  <a:pt x="609" y="143693"/>
                </a:cubicBezTo>
                <a:cubicBezTo>
                  <a:pt x="767" y="144071"/>
                  <a:pt x="1069" y="144361"/>
                  <a:pt x="1283" y="144707"/>
                </a:cubicBezTo>
                <a:cubicBezTo>
                  <a:pt x="1604" y="145224"/>
                  <a:pt x="1844" y="145779"/>
                  <a:pt x="2291" y="146226"/>
                </a:cubicBezTo>
                <a:lnTo>
                  <a:pt x="134939" y="278963"/>
                </a:lnTo>
                <a:cubicBezTo>
                  <a:pt x="136476" y="280501"/>
                  <a:pt x="138485" y="281270"/>
                  <a:pt x="140506" y="281270"/>
                </a:cubicBezTo>
                <a:cubicBezTo>
                  <a:pt x="142528" y="281270"/>
                  <a:pt x="144537" y="280501"/>
                  <a:pt x="146074" y="278963"/>
                </a:cubicBezTo>
                <a:cubicBezTo>
                  <a:pt x="149147" y="275888"/>
                  <a:pt x="149147" y="270903"/>
                  <a:pt x="146074" y="267821"/>
                </a:cubicBezTo>
                <a:lnTo>
                  <a:pt x="26859" y="148520"/>
                </a:lnTo>
                <a:lnTo>
                  <a:pt x="288326" y="148520"/>
                </a:lnTo>
                <a:cubicBezTo>
                  <a:pt x="292672" y="148520"/>
                  <a:pt x="296199" y="144991"/>
                  <a:pt x="296199" y="140642"/>
                </a:cubicBezTo>
                <a:cubicBezTo>
                  <a:pt x="296199" y="136294"/>
                  <a:pt x="292672" y="132765"/>
                  <a:pt x="288326" y="132765"/>
                </a:cubicBezTo>
                <a:close/>
              </a:path>
            </a:pathLst>
          </a:custGeom>
          <a:solidFill>
            <a:srgbClr val="FFFFFF"/>
          </a:solidFill>
          <a:ln w="0" cap="flat">
            <a:noFill/>
            <a:prstDash val="solid"/>
            <a:miter/>
          </a:ln>
        </p:spPr>
        <p:txBody>
          <a:bodyPr rtlCol="0" anchor="ctr"/>
          <a:lstStyle/>
          <a:p>
            <a:endParaRPr lang="de-DE"/>
          </a:p>
        </p:txBody>
      </p:sp>
      <p:sp>
        <p:nvSpPr>
          <p:cNvPr id="536" name="Freihandform 535">
            <a:extLst>
              <a:ext uri="{FF2B5EF4-FFF2-40B4-BE49-F238E27FC236}">
                <a16:creationId xmlns:a16="http://schemas.microsoft.com/office/drawing/2014/main" id="{056AE9EE-5EDD-4561-AD20-85E331EBF08D}"/>
              </a:ext>
            </a:extLst>
          </p:cNvPr>
          <p:cNvSpPr/>
          <p:nvPr/>
        </p:nvSpPr>
        <p:spPr>
          <a:xfrm>
            <a:off x="10647913" y="5841835"/>
            <a:ext cx="308109" cy="342279"/>
          </a:xfrm>
          <a:custGeom>
            <a:avLst/>
            <a:gdLst>
              <a:gd name="connsiteX0" fmla="*/ 300231 w 308109"/>
              <a:gd name="connsiteY0" fmla="*/ 262764 h 342279"/>
              <a:gd name="connsiteX1" fmla="*/ 288725 w 308109"/>
              <a:gd name="connsiteY1" fmla="*/ 262764 h 342279"/>
              <a:gd name="connsiteX2" fmla="*/ 278238 w 308109"/>
              <a:gd name="connsiteY2" fmla="*/ 154203 h 342279"/>
              <a:gd name="connsiteX3" fmla="*/ 161864 w 308109"/>
              <a:gd name="connsiteY3" fmla="*/ 30251 h 342279"/>
              <a:gd name="connsiteX4" fmla="*/ 161864 w 308109"/>
              <a:gd name="connsiteY4" fmla="*/ 7878 h 342279"/>
              <a:gd name="connsiteX5" fmla="*/ 153992 w 308109"/>
              <a:gd name="connsiteY5" fmla="*/ 0 h 342279"/>
              <a:gd name="connsiteX6" fmla="*/ 146119 w 308109"/>
              <a:gd name="connsiteY6" fmla="*/ 7878 h 342279"/>
              <a:gd name="connsiteX7" fmla="*/ 146119 w 308109"/>
              <a:gd name="connsiteY7" fmla="*/ 30244 h 342279"/>
              <a:gd name="connsiteX8" fmla="*/ 29695 w 308109"/>
              <a:gd name="connsiteY8" fmla="*/ 154196 h 342279"/>
              <a:gd name="connsiteX9" fmla="*/ 19234 w 308109"/>
              <a:gd name="connsiteY9" fmla="*/ 262758 h 342279"/>
              <a:gd name="connsiteX10" fmla="*/ 7872 w 308109"/>
              <a:gd name="connsiteY10" fmla="*/ 262758 h 342279"/>
              <a:gd name="connsiteX11" fmla="*/ 0 w 308109"/>
              <a:gd name="connsiteY11" fmla="*/ 270636 h 342279"/>
              <a:gd name="connsiteX12" fmla="*/ 7872 w 308109"/>
              <a:gd name="connsiteY12" fmla="*/ 278513 h 342279"/>
              <a:gd name="connsiteX13" fmla="*/ 82825 w 308109"/>
              <a:gd name="connsiteY13" fmla="*/ 278513 h 342279"/>
              <a:gd name="connsiteX14" fmla="*/ 153967 w 308109"/>
              <a:gd name="connsiteY14" fmla="*/ 342279 h 342279"/>
              <a:gd name="connsiteX15" fmla="*/ 225109 w 308109"/>
              <a:gd name="connsiteY15" fmla="*/ 278513 h 342279"/>
              <a:gd name="connsiteX16" fmla="*/ 300237 w 308109"/>
              <a:gd name="connsiteY16" fmla="*/ 278513 h 342279"/>
              <a:gd name="connsiteX17" fmla="*/ 308110 w 308109"/>
              <a:gd name="connsiteY17" fmla="*/ 270636 h 342279"/>
              <a:gd name="connsiteX18" fmla="*/ 300237 w 308109"/>
              <a:gd name="connsiteY18" fmla="*/ 262758 h 342279"/>
              <a:gd name="connsiteX19" fmla="*/ 153960 w 308109"/>
              <a:gd name="connsiteY19" fmla="*/ 326530 h 342279"/>
              <a:gd name="connsiteX20" fmla="*/ 98727 w 308109"/>
              <a:gd name="connsiteY20" fmla="*/ 278520 h 342279"/>
              <a:gd name="connsiteX21" fmla="*/ 209187 w 308109"/>
              <a:gd name="connsiteY21" fmla="*/ 278520 h 342279"/>
              <a:gd name="connsiteX22" fmla="*/ 153954 w 308109"/>
              <a:gd name="connsiteY22" fmla="*/ 326530 h 342279"/>
              <a:gd name="connsiteX23" fmla="*/ 35861 w 308109"/>
              <a:gd name="connsiteY23" fmla="*/ 262764 h 342279"/>
              <a:gd name="connsiteX24" fmla="*/ 45440 w 308109"/>
              <a:gd name="connsiteY24" fmla="*/ 154203 h 342279"/>
              <a:gd name="connsiteX25" fmla="*/ 153967 w 308109"/>
              <a:gd name="connsiteY25" fmla="*/ 45609 h 342279"/>
              <a:gd name="connsiteX26" fmla="*/ 262487 w 308109"/>
              <a:gd name="connsiteY26" fmla="*/ 154203 h 342279"/>
              <a:gd name="connsiteX27" fmla="*/ 272079 w 308109"/>
              <a:gd name="connsiteY27" fmla="*/ 262764 h 342279"/>
              <a:gd name="connsiteX28" fmla="*/ 35848 w 308109"/>
              <a:gd name="connsiteY28" fmla="*/ 262764 h 342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08109" h="342279">
                <a:moveTo>
                  <a:pt x="300231" y="262764"/>
                </a:moveTo>
                <a:lnTo>
                  <a:pt x="288725" y="262764"/>
                </a:lnTo>
                <a:cubicBezTo>
                  <a:pt x="282427" y="253185"/>
                  <a:pt x="278238" y="199988"/>
                  <a:pt x="278238" y="154203"/>
                </a:cubicBezTo>
                <a:cubicBezTo>
                  <a:pt x="278238" y="88300"/>
                  <a:pt x="226708" y="34359"/>
                  <a:pt x="161864" y="30251"/>
                </a:cubicBezTo>
                <a:lnTo>
                  <a:pt x="161864" y="7878"/>
                </a:lnTo>
                <a:cubicBezTo>
                  <a:pt x="161864" y="3529"/>
                  <a:pt x="158338" y="0"/>
                  <a:pt x="153992" y="0"/>
                </a:cubicBezTo>
                <a:cubicBezTo>
                  <a:pt x="149646" y="0"/>
                  <a:pt x="146119" y="3529"/>
                  <a:pt x="146119" y="7878"/>
                </a:cubicBezTo>
                <a:lnTo>
                  <a:pt x="146119" y="30244"/>
                </a:lnTo>
                <a:cubicBezTo>
                  <a:pt x="81250" y="34328"/>
                  <a:pt x="29695" y="88281"/>
                  <a:pt x="29695" y="154196"/>
                </a:cubicBezTo>
                <a:cubicBezTo>
                  <a:pt x="29695" y="199963"/>
                  <a:pt x="25513" y="253147"/>
                  <a:pt x="19234" y="262758"/>
                </a:cubicBezTo>
                <a:lnTo>
                  <a:pt x="7872" y="262758"/>
                </a:lnTo>
                <a:cubicBezTo>
                  <a:pt x="3527" y="262758"/>
                  <a:pt x="0" y="266287"/>
                  <a:pt x="0" y="270636"/>
                </a:cubicBezTo>
                <a:cubicBezTo>
                  <a:pt x="0" y="274984"/>
                  <a:pt x="3527" y="278513"/>
                  <a:pt x="7872" y="278513"/>
                </a:cubicBezTo>
                <a:lnTo>
                  <a:pt x="82825" y="278513"/>
                </a:lnTo>
                <a:cubicBezTo>
                  <a:pt x="86761" y="314323"/>
                  <a:pt x="117148" y="342279"/>
                  <a:pt x="153967" y="342279"/>
                </a:cubicBezTo>
                <a:cubicBezTo>
                  <a:pt x="190785" y="342279"/>
                  <a:pt x="221172" y="314323"/>
                  <a:pt x="225109" y="278513"/>
                </a:cubicBezTo>
                <a:lnTo>
                  <a:pt x="300237" y="278513"/>
                </a:lnTo>
                <a:cubicBezTo>
                  <a:pt x="304583" y="278513"/>
                  <a:pt x="308110" y="274984"/>
                  <a:pt x="308110" y="270636"/>
                </a:cubicBezTo>
                <a:cubicBezTo>
                  <a:pt x="308110" y="266287"/>
                  <a:pt x="304583" y="262758"/>
                  <a:pt x="300237" y="262758"/>
                </a:cubicBezTo>
                <a:close/>
                <a:moveTo>
                  <a:pt x="153960" y="326530"/>
                </a:moveTo>
                <a:cubicBezTo>
                  <a:pt x="125846" y="326530"/>
                  <a:pt x="102575" y="305607"/>
                  <a:pt x="98727" y="278520"/>
                </a:cubicBezTo>
                <a:lnTo>
                  <a:pt x="209187" y="278520"/>
                </a:lnTo>
                <a:cubicBezTo>
                  <a:pt x="205339" y="305607"/>
                  <a:pt x="182074" y="326530"/>
                  <a:pt x="153954" y="326530"/>
                </a:cubicBezTo>
                <a:close/>
                <a:moveTo>
                  <a:pt x="35861" y="262764"/>
                </a:moveTo>
                <a:cubicBezTo>
                  <a:pt x="41069" y="247147"/>
                  <a:pt x="45440" y="216078"/>
                  <a:pt x="45440" y="154203"/>
                </a:cubicBezTo>
                <a:cubicBezTo>
                  <a:pt x="45440" y="94325"/>
                  <a:pt x="94123" y="45609"/>
                  <a:pt x="153967" y="45609"/>
                </a:cubicBezTo>
                <a:cubicBezTo>
                  <a:pt x="213810" y="45609"/>
                  <a:pt x="262487" y="94325"/>
                  <a:pt x="262487" y="154203"/>
                </a:cubicBezTo>
                <a:cubicBezTo>
                  <a:pt x="262487" y="216071"/>
                  <a:pt x="266864" y="247147"/>
                  <a:pt x="272079" y="262764"/>
                </a:cubicBezTo>
                <a:lnTo>
                  <a:pt x="35848" y="262764"/>
                </a:lnTo>
                <a:close/>
              </a:path>
            </a:pathLst>
          </a:custGeom>
          <a:solidFill>
            <a:srgbClr val="FFFFFF"/>
          </a:solidFill>
          <a:ln w="0" cap="flat">
            <a:noFill/>
            <a:prstDash val="solid"/>
            <a:miter/>
          </a:ln>
        </p:spPr>
        <p:txBody>
          <a:bodyPr rtlCol="0" anchor="ctr"/>
          <a:lstStyle/>
          <a:p>
            <a:endParaRPr lang="de-DE"/>
          </a:p>
        </p:txBody>
      </p:sp>
      <p:grpSp>
        <p:nvGrpSpPr>
          <p:cNvPr id="537" name="Grafik 463">
            <a:extLst>
              <a:ext uri="{FF2B5EF4-FFF2-40B4-BE49-F238E27FC236}">
                <a16:creationId xmlns:a16="http://schemas.microsoft.com/office/drawing/2014/main" id="{97FF5033-416C-4F6D-B1B7-9F425D8A1A9C}"/>
              </a:ext>
            </a:extLst>
          </p:cNvPr>
          <p:cNvGrpSpPr/>
          <p:nvPr/>
        </p:nvGrpSpPr>
        <p:grpSpPr>
          <a:xfrm>
            <a:off x="11364926" y="4345634"/>
            <a:ext cx="342389" cy="342613"/>
            <a:chOff x="11364926" y="4345634"/>
            <a:chExt cx="342389" cy="342613"/>
          </a:xfrm>
          <a:solidFill>
            <a:srgbClr val="FFFFFF"/>
          </a:solidFill>
        </p:grpSpPr>
        <p:sp>
          <p:nvSpPr>
            <p:cNvPr id="538" name="Freihandform 537">
              <a:extLst>
                <a:ext uri="{FF2B5EF4-FFF2-40B4-BE49-F238E27FC236}">
                  <a16:creationId xmlns:a16="http://schemas.microsoft.com/office/drawing/2014/main" id="{6D0327BA-75EB-F70F-BB00-4821BA4CCABB}"/>
                </a:ext>
              </a:extLst>
            </p:cNvPr>
            <p:cNvSpPr/>
            <p:nvPr/>
          </p:nvSpPr>
          <p:spPr>
            <a:xfrm>
              <a:off x="11364926" y="4345634"/>
              <a:ext cx="342389" cy="342613"/>
            </a:xfrm>
            <a:custGeom>
              <a:avLst/>
              <a:gdLst>
                <a:gd name="connsiteX0" fmla="*/ 171192 w 342389"/>
                <a:gd name="connsiteY0" fmla="*/ 0 h 342613"/>
                <a:gd name="connsiteX1" fmla="*/ 0 w 342389"/>
                <a:gd name="connsiteY1" fmla="*/ 171313 h 342613"/>
                <a:gd name="connsiteX2" fmla="*/ 171204 w 342389"/>
                <a:gd name="connsiteY2" fmla="*/ 342613 h 342613"/>
                <a:gd name="connsiteX3" fmla="*/ 342390 w 342389"/>
                <a:gd name="connsiteY3" fmla="*/ 171300 h 342613"/>
                <a:gd name="connsiteX4" fmla="*/ 171192 w 342389"/>
                <a:gd name="connsiteY4" fmla="*/ 0 h 342613"/>
                <a:gd name="connsiteX5" fmla="*/ 171204 w 342389"/>
                <a:gd name="connsiteY5" fmla="*/ 326858 h 342613"/>
                <a:gd name="connsiteX6" fmla="*/ 171192 w 342389"/>
                <a:gd name="connsiteY6" fmla="*/ 326858 h 342613"/>
                <a:gd name="connsiteX7" fmla="*/ 61286 w 342389"/>
                <a:gd name="connsiteY7" fmla="*/ 281299 h 342613"/>
                <a:gd name="connsiteX8" fmla="*/ 15751 w 342389"/>
                <a:gd name="connsiteY8" fmla="*/ 171313 h 342613"/>
                <a:gd name="connsiteX9" fmla="*/ 171211 w 342389"/>
                <a:gd name="connsiteY9" fmla="*/ 15756 h 342613"/>
                <a:gd name="connsiteX10" fmla="*/ 326651 w 342389"/>
                <a:gd name="connsiteY10" fmla="*/ 171300 h 342613"/>
                <a:gd name="connsiteX11" fmla="*/ 171211 w 342389"/>
                <a:gd name="connsiteY11" fmla="*/ 326858 h 342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42389" h="342613">
                  <a:moveTo>
                    <a:pt x="171192" y="0"/>
                  </a:moveTo>
                  <a:cubicBezTo>
                    <a:pt x="76798" y="0"/>
                    <a:pt x="0" y="76849"/>
                    <a:pt x="0" y="171313"/>
                  </a:cubicBezTo>
                  <a:cubicBezTo>
                    <a:pt x="0" y="265770"/>
                    <a:pt x="76804" y="342619"/>
                    <a:pt x="171204" y="342613"/>
                  </a:cubicBezTo>
                  <a:cubicBezTo>
                    <a:pt x="265592" y="342613"/>
                    <a:pt x="342390" y="265764"/>
                    <a:pt x="342390" y="171300"/>
                  </a:cubicBezTo>
                  <a:cubicBezTo>
                    <a:pt x="342390" y="76849"/>
                    <a:pt x="265586" y="0"/>
                    <a:pt x="171192" y="0"/>
                  </a:cubicBezTo>
                  <a:close/>
                  <a:moveTo>
                    <a:pt x="171204" y="326858"/>
                  </a:moveTo>
                  <a:lnTo>
                    <a:pt x="171192" y="326858"/>
                  </a:lnTo>
                  <a:cubicBezTo>
                    <a:pt x="129676" y="326858"/>
                    <a:pt x="90641" y="310680"/>
                    <a:pt x="61286" y="281299"/>
                  </a:cubicBezTo>
                  <a:cubicBezTo>
                    <a:pt x="31925" y="251924"/>
                    <a:pt x="15751" y="212863"/>
                    <a:pt x="15751" y="171313"/>
                  </a:cubicBezTo>
                  <a:cubicBezTo>
                    <a:pt x="15751" y="85540"/>
                    <a:pt x="85489" y="15756"/>
                    <a:pt x="171211" y="15756"/>
                  </a:cubicBezTo>
                  <a:cubicBezTo>
                    <a:pt x="256933" y="15756"/>
                    <a:pt x="326645" y="85527"/>
                    <a:pt x="326651" y="171300"/>
                  </a:cubicBezTo>
                  <a:cubicBezTo>
                    <a:pt x="326651" y="257067"/>
                    <a:pt x="256920" y="326858"/>
                    <a:pt x="171211" y="326858"/>
                  </a:cubicBezTo>
                  <a:close/>
                </a:path>
              </a:pathLst>
            </a:custGeom>
            <a:solidFill>
              <a:srgbClr val="FFFFFF"/>
            </a:solidFill>
            <a:ln w="0" cap="flat">
              <a:noFill/>
              <a:prstDash val="solid"/>
              <a:miter/>
            </a:ln>
          </p:spPr>
          <p:txBody>
            <a:bodyPr rtlCol="0" anchor="ctr"/>
            <a:lstStyle/>
            <a:p>
              <a:endParaRPr lang="de-DE"/>
            </a:p>
          </p:txBody>
        </p:sp>
        <p:sp>
          <p:nvSpPr>
            <p:cNvPr id="539" name="Freihandform 538">
              <a:extLst>
                <a:ext uri="{FF2B5EF4-FFF2-40B4-BE49-F238E27FC236}">
                  <a16:creationId xmlns:a16="http://schemas.microsoft.com/office/drawing/2014/main" id="{EAEAF8F2-02A3-BADE-D214-E4FF645E33F7}"/>
                </a:ext>
              </a:extLst>
            </p:cNvPr>
            <p:cNvSpPr/>
            <p:nvPr/>
          </p:nvSpPr>
          <p:spPr>
            <a:xfrm>
              <a:off x="11464617" y="4445398"/>
              <a:ext cx="142992" cy="143066"/>
            </a:xfrm>
            <a:custGeom>
              <a:avLst/>
              <a:gdLst>
                <a:gd name="connsiteX0" fmla="*/ 133000 w 142992"/>
                <a:gd name="connsiteY0" fmla="*/ 297 h 143066"/>
                <a:gd name="connsiteX1" fmla="*/ 33681 w 142992"/>
                <a:gd name="connsiteY1" fmla="*/ 28209 h 143066"/>
                <a:gd name="connsiteX2" fmla="*/ 28233 w 142992"/>
                <a:gd name="connsiteY2" fmla="*/ 33654 h 143066"/>
                <a:gd name="connsiteX3" fmla="*/ 296 w 142992"/>
                <a:gd name="connsiteY3" fmla="*/ 133053 h 143066"/>
                <a:gd name="connsiteX4" fmla="*/ 2305 w 142992"/>
                <a:gd name="connsiteY4" fmla="*/ 140760 h 143066"/>
                <a:gd name="connsiteX5" fmla="*/ 7872 w 142992"/>
                <a:gd name="connsiteY5" fmla="*/ 143067 h 143066"/>
                <a:gd name="connsiteX6" fmla="*/ 10001 w 142992"/>
                <a:gd name="connsiteY6" fmla="*/ 142771 h 143066"/>
                <a:gd name="connsiteX7" fmla="*/ 109358 w 142992"/>
                <a:gd name="connsiteY7" fmla="*/ 114814 h 143066"/>
                <a:gd name="connsiteX8" fmla="*/ 114805 w 142992"/>
                <a:gd name="connsiteY8" fmla="*/ 109363 h 143066"/>
                <a:gd name="connsiteX9" fmla="*/ 142699 w 142992"/>
                <a:gd name="connsiteY9" fmla="*/ 10002 h 143066"/>
                <a:gd name="connsiteX10" fmla="*/ 140690 w 142992"/>
                <a:gd name="connsiteY10" fmla="*/ 2301 h 143066"/>
                <a:gd name="connsiteX11" fmla="*/ 132994 w 142992"/>
                <a:gd name="connsiteY11" fmla="*/ 290 h 143066"/>
                <a:gd name="connsiteX12" fmla="*/ 100855 w 142992"/>
                <a:gd name="connsiteY12" fmla="*/ 100849 h 143066"/>
                <a:gd name="connsiteX13" fmla="*/ 19259 w 142992"/>
                <a:gd name="connsiteY13" fmla="*/ 123807 h 143066"/>
                <a:gd name="connsiteX14" fmla="*/ 42202 w 142992"/>
                <a:gd name="connsiteY14" fmla="*/ 42181 h 143066"/>
                <a:gd name="connsiteX15" fmla="*/ 123761 w 142992"/>
                <a:gd name="connsiteY15" fmla="*/ 19260 h 143066"/>
                <a:gd name="connsiteX16" fmla="*/ 100855 w 142992"/>
                <a:gd name="connsiteY16" fmla="*/ 100849 h 143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2992" h="143066">
                  <a:moveTo>
                    <a:pt x="133000" y="297"/>
                  </a:moveTo>
                  <a:lnTo>
                    <a:pt x="33681" y="28209"/>
                  </a:lnTo>
                  <a:cubicBezTo>
                    <a:pt x="31036" y="28947"/>
                    <a:pt x="28976" y="31014"/>
                    <a:pt x="28233" y="33654"/>
                  </a:cubicBezTo>
                  <a:lnTo>
                    <a:pt x="296" y="133053"/>
                  </a:lnTo>
                  <a:cubicBezTo>
                    <a:pt x="-479" y="135801"/>
                    <a:pt x="296" y="138744"/>
                    <a:pt x="2305" y="140760"/>
                  </a:cubicBezTo>
                  <a:cubicBezTo>
                    <a:pt x="3797" y="142254"/>
                    <a:pt x="5813" y="143067"/>
                    <a:pt x="7872" y="143067"/>
                  </a:cubicBezTo>
                  <a:cubicBezTo>
                    <a:pt x="8584" y="143067"/>
                    <a:pt x="9302" y="142966"/>
                    <a:pt x="10001" y="142771"/>
                  </a:cubicBezTo>
                  <a:lnTo>
                    <a:pt x="109358" y="114814"/>
                  </a:lnTo>
                  <a:cubicBezTo>
                    <a:pt x="112003" y="114071"/>
                    <a:pt x="114069" y="112010"/>
                    <a:pt x="114805" y="109363"/>
                  </a:cubicBezTo>
                  <a:lnTo>
                    <a:pt x="142699" y="10002"/>
                  </a:lnTo>
                  <a:cubicBezTo>
                    <a:pt x="143468" y="7261"/>
                    <a:pt x="142699" y="4318"/>
                    <a:pt x="140690" y="2301"/>
                  </a:cubicBezTo>
                  <a:cubicBezTo>
                    <a:pt x="138675" y="290"/>
                    <a:pt x="135721" y="-472"/>
                    <a:pt x="132994" y="290"/>
                  </a:cubicBezTo>
                  <a:close/>
                  <a:moveTo>
                    <a:pt x="100855" y="100849"/>
                  </a:moveTo>
                  <a:lnTo>
                    <a:pt x="19259" y="123807"/>
                  </a:lnTo>
                  <a:lnTo>
                    <a:pt x="42202" y="42181"/>
                  </a:lnTo>
                  <a:lnTo>
                    <a:pt x="123761" y="19260"/>
                  </a:lnTo>
                  <a:lnTo>
                    <a:pt x="100855" y="100849"/>
                  </a:lnTo>
                  <a:close/>
                </a:path>
              </a:pathLst>
            </a:custGeom>
            <a:solidFill>
              <a:srgbClr val="FFFFFF"/>
            </a:solidFill>
            <a:ln w="0" cap="flat">
              <a:noFill/>
              <a:prstDash val="solid"/>
              <a:miter/>
            </a:ln>
          </p:spPr>
          <p:txBody>
            <a:bodyPr rtlCol="0" anchor="ctr"/>
            <a:lstStyle/>
            <a:p>
              <a:endParaRPr lang="de-DE"/>
            </a:p>
          </p:txBody>
        </p:sp>
      </p:grpSp>
      <p:grpSp>
        <p:nvGrpSpPr>
          <p:cNvPr id="540" name="Grafik 463">
            <a:extLst>
              <a:ext uri="{FF2B5EF4-FFF2-40B4-BE49-F238E27FC236}">
                <a16:creationId xmlns:a16="http://schemas.microsoft.com/office/drawing/2014/main" id="{96E664EB-3FC1-EA98-476A-9D855FD546D0}"/>
              </a:ext>
            </a:extLst>
          </p:cNvPr>
          <p:cNvGrpSpPr/>
          <p:nvPr/>
        </p:nvGrpSpPr>
        <p:grpSpPr>
          <a:xfrm>
            <a:off x="6946866" y="5863571"/>
            <a:ext cx="344959" cy="298775"/>
            <a:chOff x="6946866" y="5863571"/>
            <a:chExt cx="344959" cy="298775"/>
          </a:xfrm>
          <a:solidFill>
            <a:srgbClr val="FFFFFF"/>
          </a:solidFill>
        </p:grpSpPr>
        <p:sp>
          <p:nvSpPr>
            <p:cNvPr id="541" name="Freihandform 540">
              <a:extLst>
                <a:ext uri="{FF2B5EF4-FFF2-40B4-BE49-F238E27FC236}">
                  <a16:creationId xmlns:a16="http://schemas.microsoft.com/office/drawing/2014/main" id="{61D7697A-022C-A1C1-0621-23B73259C86F}"/>
                </a:ext>
              </a:extLst>
            </p:cNvPr>
            <p:cNvSpPr/>
            <p:nvPr/>
          </p:nvSpPr>
          <p:spPr>
            <a:xfrm>
              <a:off x="6946866" y="5863571"/>
              <a:ext cx="344959" cy="298775"/>
            </a:xfrm>
            <a:custGeom>
              <a:avLst/>
              <a:gdLst>
                <a:gd name="connsiteX0" fmla="*/ 333673 w 344959"/>
                <a:gd name="connsiteY0" fmla="*/ 42565 h 298775"/>
                <a:gd name="connsiteX1" fmla="*/ 306384 w 344959"/>
                <a:gd name="connsiteY1" fmla="*/ 31246 h 298775"/>
                <a:gd name="connsiteX2" fmla="*/ 240476 w 344959"/>
                <a:gd name="connsiteY2" fmla="*/ 31246 h 298775"/>
                <a:gd name="connsiteX3" fmla="*/ 222331 w 344959"/>
                <a:gd name="connsiteY3" fmla="*/ 3555 h 298775"/>
                <a:gd name="connsiteX4" fmla="*/ 215750 w 344959"/>
                <a:gd name="connsiteY4" fmla="*/ 0 h 298775"/>
                <a:gd name="connsiteX5" fmla="*/ 129190 w 344959"/>
                <a:gd name="connsiteY5" fmla="*/ 32 h 298775"/>
                <a:gd name="connsiteX6" fmla="*/ 122603 w 344959"/>
                <a:gd name="connsiteY6" fmla="*/ 3592 h 298775"/>
                <a:gd name="connsiteX7" fmla="*/ 104477 w 344959"/>
                <a:gd name="connsiteY7" fmla="*/ 31278 h 298775"/>
                <a:gd name="connsiteX8" fmla="*/ 38581 w 344959"/>
                <a:gd name="connsiteY8" fmla="*/ 31278 h 298775"/>
                <a:gd name="connsiteX9" fmla="*/ 0 w 344959"/>
                <a:gd name="connsiteY9" fmla="*/ 69904 h 298775"/>
                <a:gd name="connsiteX10" fmla="*/ 0 w 344959"/>
                <a:gd name="connsiteY10" fmla="*/ 260168 h 298775"/>
                <a:gd name="connsiteX11" fmla="*/ 38581 w 344959"/>
                <a:gd name="connsiteY11" fmla="*/ 298775 h 298775"/>
                <a:gd name="connsiteX12" fmla="*/ 306378 w 344959"/>
                <a:gd name="connsiteY12" fmla="*/ 298775 h 298775"/>
                <a:gd name="connsiteX13" fmla="*/ 344959 w 344959"/>
                <a:gd name="connsiteY13" fmla="*/ 260168 h 298775"/>
                <a:gd name="connsiteX14" fmla="*/ 344959 w 344959"/>
                <a:gd name="connsiteY14" fmla="*/ 69873 h 298775"/>
                <a:gd name="connsiteX15" fmla="*/ 333667 w 344959"/>
                <a:gd name="connsiteY15" fmla="*/ 42565 h 298775"/>
                <a:gd name="connsiteX16" fmla="*/ 329221 w 344959"/>
                <a:gd name="connsiteY16" fmla="*/ 260168 h 298775"/>
                <a:gd name="connsiteX17" fmla="*/ 306384 w 344959"/>
                <a:gd name="connsiteY17" fmla="*/ 283020 h 298775"/>
                <a:gd name="connsiteX18" fmla="*/ 38563 w 344959"/>
                <a:gd name="connsiteY18" fmla="*/ 283020 h 298775"/>
                <a:gd name="connsiteX19" fmla="*/ 15751 w 344959"/>
                <a:gd name="connsiteY19" fmla="*/ 260168 h 298775"/>
                <a:gd name="connsiteX20" fmla="*/ 15751 w 344959"/>
                <a:gd name="connsiteY20" fmla="*/ 69885 h 298775"/>
                <a:gd name="connsiteX21" fmla="*/ 38588 w 344959"/>
                <a:gd name="connsiteY21" fmla="*/ 47033 h 298775"/>
                <a:gd name="connsiteX22" fmla="*/ 108741 w 344959"/>
                <a:gd name="connsiteY22" fmla="*/ 47033 h 298775"/>
                <a:gd name="connsiteX23" fmla="*/ 115329 w 344959"/>
                <a:gd name="connsiteY23" fmla="*/ 43473 h 298775"/>
                <a:gd name="connsiteX24" fmla="*/ 133454 w 344959"/>
                <a:gd name="connsiteY24" fmla="*/ 15787 h 298775"/>
                <a:gd name="connsiteX25" fmla="*/ 211511 w 344959"/>
                <a:gd name="connsiteY25" fmla="*/ 15756 h 298775"/>
                <a:gd name="connsiteX26" fmla="*/ 229656 w 344959"/>
                <a:gd name="connsiteY26" fmla="*/ 43448 h 298775"/>
                <a:gd name="connsiteX27" fmla="*/ 236237 w 344959"/>
                <a:gd name="connsiteY27" fmla="*/ 47002 h 298775"/>
                <a:gd name="connsiteX28" fmla="*/ 306397 w 344959"/>
                <a:gd name="connsiteY28" fmla="*/ 47002 h 298775"/>
                <a:gd name="connsiteX29" fmla="*/ 322545 w 344959"/>
                <a:gd name="connsiteY29" fmla="*/ 53701 h 298775"/>
                <a:gd name="connsiteX30" fmla="*/ 329233 w 344959"/>
                <a:gd name="connsiteY30" fmla="*/ 69866 h 298775"/>
                <a:gd name="connsiteX31" fmla="*/ 329233 w 344959"/>
                <a:gd name="connsiteY31" fmla="*/ 260161 h 29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44959" h="298775">
                  <a:moveTo>
                    <a:pt x="333673" y="42565"/>
                  </a:moveTo>
                  <a:cubicBezTo>
                    <a:pt x="326387" y="35274"/>
                    <a:pt x="316700" y="31253"/>
                    <a:pt x="306384" y="31246"/>
                  </a:cubicBezTo>
                  <a:lnTo>
                    <a:pt x="240476" y="31246"/>
                  </a:lnTo>
                  <a:lnTo>
                    <a:pt x="222331" y="3555"/>
                  </a:lnTo>
                  <a:cubicBezTo>
                    <a:pt x="220883" y="1330"/>
                    <a:pt x="218401" y="0"/>
                    <a:pt x="215750" y="0"/>
                  </a:cubicBezTo>
                  <a:lnTo>
                    <a:pt x="129190" y="32"/>
                  </a:lnTo>
                  <a:cubicBezTo>
                    <a:pt x="126533" y="32"/>
                    <a:pt x="124064" y="1374"/>
                    <a:pt x="122603" y="3592"/>
                  </a:cubicBezTo>
                  <a:lnTo>
                    <a:pt x="104477" y="31278"/>
                  </a:lnTo>
                  <a:lnTo>
                    <a:pt x="38581" y="31278"/>
                  </a:lnTo>
                  <a:cubicBezTo>
                    <a:pt x="17307" y="31278"/>
                    <a:pt x="0" y="48596"/>
                    <a:pt x="0" y="69904"/>
                  </a:cubicBezTo>
                  <a:lnTo>
                    <a:pt x="0" y="260168"/>
                  </a:lnTo>
                  <a:cubicBezTo>
                    <a:pt x="0" y="281444"/>
                    <a:pt x="17288" y="298769"/>
                    <a:pt x="38581" y="298775"/>
                  </a:cubicBezTo>
                  <a:lnTo>
                    <a:pt x="306378" y="298775"/>
                  </a:lnTo>
                  <a:cubicBezTo>
                    <a:pt x="327653" y="298775"/>
                    <a:pt x="344959" y="281457"/>
                    <a:pt x="344959" y="260168"/>
                  </a:cubicBezTo>
                  <a:lnTo>
                    <a:pt x="344959" y="69873"/>
                  </a:lnTo>
                  <a:cubicBezTo>
                    <a:pt x="344959" y="59562"/>
                    <a:pt x="340954" y="49863"/>
                    <a:pt x="333667" y="42565"/>
                  </a:cubicBezTo>
                  <a:close/>
                  <a:moveTo>
                    <a:pt x="329221" y="260168"/>
                  </a:moveTo>
                  <a:cubicBezTo>
                    <a:pt x="329221" y="272766"/>
                    <a:pt x="318974" y="283020"/>
                    <a:pt x="306384" y="283020"/>
                  </a:cubicBezTo>
                  <a:lnTo>
                    <a:pt x="38563" y="283020"/>
                  </a:lnTo>
                  <a:cubicBezTo>
                    <a:pt x="25979" y="283020"/>
                    <a:pt x="15745" y="272766"/>
                    <a:pt x="15751" y="260168"/>
                  </a:cubicBezTo>
                  <a:lnTo>
                    <a:pt x="15751" y="69885"/>
                  </a:lnTo>
                  <a:cubicBezTo>
                    <a:pt x="15751" y="57287"/>
                    <a:pt x="25998" y="47033"/>
                    <a:pt x="38588" y="47033"/>
                  </a:cubicBezTo>
                  <a:lnTo>
                    <a:pt x="108741" y="47033"/>
                  </a:lnTo>
                  <a:cubicBezTo>
                    <a:pt x="111399" y="47033"/>
                    <a:pt x="113868" y="45691"/>
                    <a:pt x="115329" y="43473"/>
                  </a:cubicBezTo>
                  <a:lnTo>
                    <a:pt x="133454" y="15787"/>
                  </a:lnTo>
                  <a:lnTo>
                    <a:pt x="211511" y="15756"/>
                  </a:lnTo>
                  <a:lnTo>
                    <a:pt x="229656" y="43448"/>
                  </a:lnTo>
                  <a:cubicBezTo>
                    <a:pt x="231104" y="45672"/>
                    <a:pt x="233586" y="47002"/>
                    <a:pt x="236237" y="47002"/>
                  </a:cubicBezTo>
                  <a:lnTo>
                    <a:pt x="306397" y="47002"/>
                  </a:lnTo>
                  <a:cubicBezTo>
                    <a:pt x="312500" y="47002"/>
                    <a:pt x="318237" y="49384"/>
                    <a:pt x="322545" y="53701"/>
                  </a:cubicBezTo>
                  <a:cubicBezTo>
                    <a:pt x="326853" y="58018"/>
                    <a:pt x="329233" y="63759"/>
                    <a:pt x="329233" y="69866"/>
                  </a:cubicBezTo>
                  <a:lnTo>
                    <a:pt x="329233" y="260161"/>
                  </a:lnTo>
                  <a:close/>
                </a:path>
              </a:pathLst>
            </a:custGeom>
            <a:solidFill>
              <a:srgbClr val="FFFFFF"/>
            </a:solidFill>
            <a:ln w="0" cap="flat">
              <a:noFill/>
              <a:prstDash val="solid"/>
              <a:miter/>
            </a:ln>
          </p:spPr>
          <p:txBody>
            <a:bodyPr rtlCol="0" anchor="ctr"/>
            <a:lstStyle/>
            <a:p>
              <a:endParaRPr lang="de-DE"/>
            </a:p>
          </p:txBody>
        </p:sp>
        <p:sp>
          <p:nvSpPr>
            <p:cNvPr id="542" name="Freihandform 541">
              <a:extLst>
                <a:ext uri="{FF2B5EF4-FFF2-40B4-BE49-F238E27FC236}">
                  <a16:creationId xmlns:a16="http://schemas.microsoft.com/office/drawing/2014/main" id="{207A05E5-5C2D-DD92-F355-63BC9FC05A65}"/>
                </a:ext>
              </a:extLst>
            </p:cNvPr>
            <p:cNvSpPr/>
            <p:nvPr/>
          </p:nvSpPr>
          <p:spPr>
            <a:xfrm>
              <a:off x="7038181" y="5947410"/>
              <a:ext cx="162311" cy="162420"/>
            </a:xfrm>
            <a:custGeom>
              <a:avLst/>
              <a:gdLst>
                <a:gd name="connsiteX0" fmla="*/ 81156 w 162311"/>
                <a:gd name="connsiteY0" fmla="*/ 0 h 162420"/>
                <a:gd name="connsiteX1" fmla="*/ 0 w 162311"/>
                <a:gd name="connsiteY1" fmla="*/ 81210 h 162420"/>
                <a:gd name="connsiteX2" fmla="*/ 81156 w 162311"/>
                <a:gd name="connsiteY2" fmla="*/ 162420 h 162420"/>
                <a:gd name="connsiteX3" fmla="*/ 162312 w 162311"/>
                <a:gd name="connsiteY3" fmla="*/ 81210 h 162420"/>
                <a:gd name="connsiteX4" fmla="*/ 81156 w 162311"/>
                <a:gd name="connsiteY4" fmla="*/ 0 h 162420"/>
                <a:gd name="connsiteX5" fmla="*/ 81156 w 162311"/>
                <a:gd name="connsiteY5" fmla="*/ 146659 h 162420"/>
                <a:gd name="connsiteX6" fmla="*/ 15745 w 162311"/>
                <a:gd name="connsiteY6" fmla="*/ 81204 h 162420"/>
                <a:gd name="connsiteX7" fmla="*/ 81156 w 162311"/>
                <a:gd name="connsiteY7" fmla="*/ 15749 h 162420"/>
                <a:gd name="connsiteX8" fmla="*/ 146567 w 162311"/>
                <a:gd name="connsiteY8" fmla="*/ 81204 h 162420"/>
                <a:gd name="connsiteX9" fmla="*/ 81156 w 162311"/>
                <a:gd name="connsiteY9" fmla="*/ 146659 h 1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2311" h="162420">
                  <a:moveTo>
                    <a:pt x="81156" y="0"/>
                  </a:moveTo>
                  <a:cubicBezTo>
                    <a:pt x="36409" y="0"/>
                    <a:pt x="0" y="36427"/>
                    <a:pt x="0" y="81210"/>
                  </a:cubicBezTo>
                  <a:cubicBezTo>
                    <a:pt x="0" y="125994"/>
                    <a:pt x="36402" y="162420"/>
                    <a:pt x="81156" y="162420"/>
                  </a:cubicBezTo>
                  <a:cubicBezTo>
                    <a:pt x="125909" y="162420"/>
                    <a:pt x="162312" y="125994"/>
                    <a:pt x="162312" y="81210"/>
                  </a:cubicBezTo>
                  <a:cubicBezTo>
                    <a:pt x="162312" y="36427"/>
                    <a:pt x="125909" y="0"/>
                    <a:pt x="81156" y="0"/>
                  </a:cubicBezTo>
                  <a:close/>
                  <a:moveTo>
                    <a:pt x="81156" y="146659"/>
                  </a:moveTo>
                  <a:cubicBezTo>
                    <a:pt x="45087" y="146659"/>
                    <a:pt x="15745" y="117297"/>
                    <a:pt x="15745" y="81204"/>
                  </a:cubicBezTo>
                  <a:cubicBezTo>
                    <a:pt x="15745" y="45111"/>
                    <a:pt x="45087" y="15749"/>
                    <a:pt x="81156" y="15749"/>
                  </a:cubicBezTo>
                  <a:cubicBezTo>
                    <a:pt x="117224" y="15749"/>
                    <a:pt x="146567" y="45111"/>
                    <a:pt x="146567" y="81204"/>
                  </a:cubicBezTo>
                  <a:cubicBezTo>
                    <a:pt x="146567" y="117297"/>
                    <a:pt x="117224" y="146659"/>
                    <a:pt x="81156" y="146659"/>
                  </a:cubicBezTo>
                  <a:close/>
                </a:path>
              </a:pathLst>
            </a:custGeom>
            <a:solidFill>
              <a:srgbClr val="FFFFFF"/>
            </a:solidFill>
            <a:ln w="0" cap="flat">
              <a:noFill/>
              <a:prstDash val="solid"/>
              <a:miter/>
            </a:ln>
          </p:spPr>
          <p:txBody>
            <a:bodyPr rtlCol="0" anchor="ctr"/>
            <a:lstStyle/>
            <a:p>
              <a:endParaRPr lang="de-DE"/>
            </a:p>
          </p:txBody>
        </p:sp>
      </p:grpSp>
      <p:sp>
        <p:nvSpPr>
          <p:cNvPr id="543" name="Freihandform 542">
            <a:extLst>
              <a:ext uri="{FF2B5EF4-FFF2-40B4-BE49-F238E27FC236}">
                <a16:creationId xmlns:a16="http://schemas.microsoft.com/office/drawing/2014/main" id="{0E679FED-3D10-13A2-AFB1-87652D4D6E5F}"/>
              </a:ext>
            </a:extLst>
          </p:cNvPr>
          <p:cNvSpPr/>
          <p:nvPr/>
        </p:nvSpPr>
        <p:spPr>
          <a:xfrm>
            <a:off x="6958455" y="5130240"/>
            <a:ext cx="341476" cy="308070"/>
          </a:xfrm>
          <a:custGeom>
            <a:avLst/>
            <a:gdLst>
              <a:gd name="connsiteX0" fmla="*/ 243826 w 341476"/>
              <a:gd name="connsiteY0" fmla="*/ 0 h 308070"/>
              <a:gd name="connsiteX1" fmla="*/ 170745 w 341476"/>
              <a:gd name="connsiteY1" fmla="*/ 36118 h 308070"/>
              <a:gd name="connsiteX2" fmla="*/ 97688 w 341476"/>
              <a:gd name="connsiteY2" fmla="*/ 0 h 308070"/>
              <a:gd name="connsiteX3" fmla="*/ 0 w 341476"/>
              <a:gd name="connsiteY3" fmla="*/ 104226 h 308070"/>
              <a:gd name="connsiteX4" fmla="*/ 84280 w 341476"/>
              <a:gd name="connsiteY4" fmla="*/ 253569 h 308070"/>
              <a:gd name="connsiteX5" fmla="*/ 167451 w 341476"/>
              <a:gd name="connsiteY5" fmla="*/ 307346 h 308070"/>
              <a:gd name="connsiteX6" fmla="*/ 170745 w 341476"/>
              <a:gd name="connsiteY6" fmla="*/ 308071 h 308070"/>
              <a:gd name="connsiteX7" fmla="*/ 174038 w 341476"/>
              <a:gd name="connsiteY7" fmla="*/ 307346 h 308070"/>
              <a:gd name="connsiteX8" fmla="*/ 257210 w 341476"/>
              <a:gd name="connsiteY8" fmla="*/ 253569 h 308070"/>
              <a:gd name="connsiteX9" fmla="*/ 341477 w 341476"/>
              <a:gd name="connsiteY9" fmla="*/ 104226 h 308070"/>
              <a:gd name="connsiteX10" fmla="*/ 243814 w 341476"/>
              <a:gd name="connsiteY10" fmla="*/ 0 h 308070"/>
              <a:gd name="connsiteX11" fmla="*/ 170751 w 341476"/>
              <a:gd name="connsiteY11" fmla="*/ 291433 h 308070"/>
              <a:gd name="connsiteX12" fmla="*/ 15751 w 341476"/>
              <a:gd name="connsiteY12" fmla="*/ 104238 h 308070"/>
              <a:gd name="connsiteX13" fmla="*/ 97694 w 341476"/>
              <a:gd name="connsiteY13" fmla="*/ 15756 h 308070"/>
              <a:gd name="connsiteX14" fmla="*/ 163326 w 341476"/>
              <a:gd name="connsiteY14" fmla="*/ 55289 h 308070"/>
              <a:gd name="connsiteX15" fmla="*/ 170719 w 341476"/>
              <a:gd name="connsiteY15" fmla="*/ 60520 h 308070"/>
              <a:gd name="connsiteX16" fmla="*/ 170757 w 341476"/>
              <a:gd name="connsiteY16" fmla="*/ 60520 h 308070"/>
              <a:gd name="connsiteX17" fmla="*/ 178157 w 341476"/>
              <a:gd name="connsiteY17" fmla="*/ 55327 h 308070"/>
              <a:gd name="connsiteX18" fmla="*/ 243833 w 341476"/>
              <a:gd name="connsiteY18" fmla="*/ 15756 h 308070"/>
              <a:gd name="connsiteX19" fmla="*/ 325751 w 341476"/>
              <a:gd name="connsiteY19" fmla="*/ 104226 h 308070"/>
              <a:gd name="connsiteX20" fmla="*/ 170763 w 341476"/>
              <a:gd name="connsiteY20" fmla="*/ 291433 h 308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41476" h="308070">
                <a:moveTo>
                  <a:pt x="243826" y="0"/>
                </a:moveTo>
                <a:cubicBezTo>
                  <a:pt x="202486" y="0"/>
                  <a:pt x="180821" y="21301"/>
                  <a:pt x="170745" y="36118"/>
                </a:cubicBezTo>
                <a:cubicBezTo>
                  <a:pt x="160680" y="21295"/>
                  <a:pt x="139028" y="0"/>
                  <a:pt x="97688" y="0"/>
                </a:cubicBezTo>
                <a:cubicBezTo>
                  <a:pt x="1121" y="0"/>
                  <a:pt x="0" y="103186"/>
                  <a:pt x="0" y="104226"/>
                </a:cubicBezTo>
                <a:cubicBezTo>
                  <a:pt x="0" y="156043"/>
                  <a:pt x="29147" y="207683"/>
                  <a:pt x="84280" y="253569"/>
                </a:cubicBezTo>
                <a:cubicBezTo>
                  <a:pt x="125324" y="287734"/>
                  <a:pt x="165750" y="306565"/>
                  <a:pt x="167451" y="307346"/>
                </a:cubicBezTo>
                <a:cubicBezTo>
                  <a:pt x="168496" y="307831"/>
                  <a:pt x="169624" y="308071"/>
                  <a:pt x="170745" y="308071"/>
                </a:cubicBezTo>
                <a:cubicBezTo>
                  <a:pt x="171866" y="308071"/>
                  <a:pt x="172993" y="307831"/>
                  <a:pt x="174038" y="307346"/>
                </a:cubicBezTo>
                <a:cubicBezTo>
                  <a:pt x="175745" y="306565"/>
                  <a:pt x="216166" y="287734"/>
                  <a:pt x="257210" y="253569"/>
                </a:cubicBezTo>
                <a:cubicBezTo>
                  <a:pt x="312336" y="207683"/>
                  <a:pt x="341477" y="156036"/>
                  <a:pt x="341477" y="104226"/>
                </a:cubicBezTo>
                <a:cubicBezTo>
                  <a:pt x="341477" y="103186"/>
                  <a:pt x="340356" y="0"/>
                  <a:pt x="243814" y="0"/>
                </a:cubicBezTo>
                <a:close/>
                <a:moveTo>
                  <a:pt x="170751" y="291433"/>
                </a:moveTo>
                <a:cubicBezTo>
                  <a:pt x="148009" y="280039"/>
                  <a:pt x="15758" y="209240"/>
                  <a:pt x="15751" y="104238"/>
                </a:cubicBezTo>
                <a:cubicBezTo>
                  <a:pt x="15764" y="100627"/>
                  <a:pt x="16948" y="15756"/>
                  <a:pt x="97694" y="15756"/>
                </a:cubicBezTo>
                <a:cubicBezTo>
                  <a:pt x="148330" y="15756"/>
                  <a:pt x="162752" y="53707"/>
                  <a:pt x="163326" y="55289"/>
                </a:cubicBezTo>
                <a:cubicBezTo>
                  <a:pt x="164440" y="58421"/>
                  <a:pt x="167394" y="60507"/>
                  <a:pt x="170719" y="60520"/>
                </a:cubicBezTo>
                <a:lnTo>
                  <a:pt x="170757" y="60520"/>
                </a:lnTo>
                <a:cubicBezTo>
                  <a:pt x="174057" y="60520"/>
                  <a:pt x="177024" y="58434"/>
                  <a:pt x="178157" y="55327"/>
                </a:cubicBezTo>
                <a:cubicBezTo>
                  <a:pt x="178749" y="53714"/>
                  <a:pt x="193184" y="15756"/>
                  <a:pt x="243833" y="15756"/>
                </a:cubicBezTo>
                <a:cubicBezTo>
                  <a:pt x="324548" y="15756"/>
                  <a:pt x="325738" y="100627"/>
                  <a:pt x="325751" y="104226"/>
                </a:cubicBezTo>
                <a:cubicBezTo>
                  <a:pt x="325751" y="209240"/>
                  <a:pt x="193505" y="280039"/>
                  <a:pt x="170763" y="291433"/>
                </a:cubicBezTo>
                <a:close/>
              </a:path>
            </a:pathLst>
          </a:custGeom>
          <a:solidFill>
            <a:srgbClr val="FFFFFF"/>
          </a:solidFill>
          <a:ln w="0" cap="flat">
            <a:noFill/>
            <a:prstDash val="solid"/>
            <a:miter/>
          </a:ln>
        </p:spPr>
        <p:txBody>
          <a:bodyPr rtlCol="0" anchor="ctr"/>
          <a:lstStyle/>
          <a:p>
            <a:endParaRPr lang="de-DE"/>
          </a:p>
        </p:txBody>
      </p:sp>
      <p:sp>
        <p:nvSpPr>
          <p:cNvPr id="544" name="Freihandform 543">
            <a:extLst>
              <a:ext uri="{FF2B5EF4-FFF2-40B4-BE49-F238E27FC236}">
                <a16:creationId xmlns:a16="http://schemas.microsoft.com/office/drawing/2014/main" id="{FBC55D44-2156-7C07-FDDE-4911CA7D724D}"/>
              </a:ext>
            </a:extLst>
          </p:cNvPr>
          <p:cNvSpPr/>
          <p:nvPr/>
        </p:nvSpPr>
        <p:spPr>
          <a:xfrm>
            <a:off x="5452380" y="4352157"/>
            <a:ext cx="385109" cy="329611"/>
          </a:xfrm>
          <a:custGeom>
            <a:avLst/>
            <a:gdLst>
              <a:gd name="connsiteX0" fmla="*/ 382445 w 385109"/>
              <a:gd name="connsiteY0" fmla="*/ 165061 h 329611"/>
              <a:gd name="connsiteX1" fmla="*/ 197776 w 385109"/>
              <a:gd name="connsiteY1" fmla="*/ 1897 h 329611"/>
              <a:gd name="connsiteX2" fmla="*/ 196888 w 385109"/>
              <a:gd name="connsiteY2" fmla="*/ 1386 h 329611"/>
              <a:gd name="connsiteX3" fmla="*/ 195465 w 385109"/>
              <a:gd name="connsiteY3" fmla="*/ 561 h 329611"/>
              <a:gd name="connsiteX4" fmla="*/ 194085 w 385109"/>
              <a:gd name="connsiteY4" fmla="*/ 202 h 329611"/>
              <a:gd name="connsiteX5" fmla="*/ 192555 w 385109"/>
              <a:gd name="connsiteY5" fmla="*/ 0 h 329611"/>
              <a:gd name="connsiteX6" fmla="*/ 191100 w 385109"/>
              <a:gd name="connsiteY6" fmla="*/ 189 h 329611"/>
              <a:gd name="connsiteX7" fmla="*/ 189651 w 385109"/>
              <a:gd name="connsiteY7" fmla="*/ 567 h 329611"/>
              <a:gd name="connsiteX8" fmla="*/ 188285 w 385109"/>
              <a:gd name="connsiteY8" fmla="*/ 1361 h 329611"/>
              <a:gd name="connsiteX9" fmla="*/ 187365 w 385109"/>
              <a:gd name="connsiteY9" fmla="*/ 1891 h 329611"/>
              <a:gd name="connsiteX10" fmla="*/ 2664 w 385109"/>
              <a:gd name="connsiteY10" fmla="*/ 165061 h 329611"/>
              <a:gd name="connsiteX11" fmla="*/ 1972 w 385109"/>
              <a:gd name="connsiteY11" fmla="*/ 176184 h 329611"/>
              <a:gd name="connsiteX12" fmla="*/ 7879 w 385109"/>
              <a:gd name="connsiteY12" fmla="*/ 178850 h 329611"/>
              <a:gd name="connsiteX13" fmla="*/ 13088 w 385109"/>
              <a:gd name="connsiteY13" fmla="*/ 176884 h 329611"/>
              <a:gd name="connsiteX14" fmla="*/ 48791 w 385109"/>
              <a:gd name="connsiteY14" fmla="*/ 145341 h 329611"/>
              <a:gd name="connsiteX15" fmla="*/ 48791 w 385109"/>
              <a:gd name="connsiteY15" fmla="*/ 285881 h 329611"/>
              <a:gd name="connsiteX16" fmla="*/ 92524 w 385109"/>
              <a:gd name="connsiteY16" fmla="*/ 329612 h 329611"/>
              <a:gd name="connsiteX17" fmla="*/ 292592 w 385109"/>
              <a:gd name="connsiteY17" fmla="*/ 329612 h 329611"/>
              <a:gd name="connsiteX18" fmla="*/ 336300 w 385109"/>
              <a:gd name="connsiteY18" fmla="*/ 285824 h 329611"/>
              <a:gd name="connsiteX19" fmla="*/ 336300 w 385109"/>
              <a:gd name="connsiteY19" fmla="*/ 145316 h 329611"/>
              <a:gd name="connsiteX20" fmla="*/ 372022 w 385109"/>
              <a:gd name="connsiteY20" fmla="*/ 176878 h 329611"/>
              <a:gd name="connsiteX21" fmla="*/ 377231 w 385109"/>
              <a:gd name="connsiteY21" fmla="*/ 178850 h 329611"/>
              <a:gd name="connsiteX22" fmla="*/ 383138 w 385109"/>
              <a:gd name="connsiteY22" fmla="*/ 176184 h 329611"/>
              <a:gd name="connsiteX23" fmla="*/ 382445 w 385109"/>
              <a:gd name="connsiteY23" fmla="*/ 165061 h 329611"/>
              <a:gd name="connsiteX24" fmla="*/ 320555 w 385109"/>
              <a:gd name="connsiteY24" fmla="*/ 285824 h 329611"/>
              <a:gd name="connsiteX25" fmla="*/ 292567 w 385109"/>
              <a:gd name="connsiteY25" fmla="*/ 313850 h 329611"/>
              <a:gd name="connsiteX26" fmla="*/ 92530 w 385109"/>
              <a:gd name="connsiteY26" fmla="*/ 313850 h 329611"/>
              <a:gd name="connsiteX27" fmla="*/ 64536 w 385109"/>
              <a:gd name="connsiteY27" fmla="*/ 285818 h 329611"/>
              <a:gd name="connsiteX28" fmla="*/ 64536 w 385109"/>
              <a:gd name="connsiteY28" fmla="*/ 131426 h 329611"/>
              <a:gd name="connsiteX29" fmla="*/ 192574 w 385109"/>
              <a:gd name="connsiteY29" fmla="*/ 18314 h 329611"/>
              <a:gd name="connsiteX30" fmla="*/ 320561 w 385109"/>
              <a:gd name="connsiteY30" fmla="*/ 131395 h 329611"/>
              <a:gd name="connsiteX31" fmla="*/ 320561 w 385109"/>
              <a:gd name="connsiteY31" fmla="*/ 285824 h 329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85109" h="329611">
                <a:moveTo>
                  <a:pt x="382445" y="165061"/>
                </a:moveTo>
                <a:lnTo>
                  <a:pt x="197776" y="1897"/>
                </a:lnTo>
                <a:cubicBezTo>
                  <a:pt x="197511" y="1664"/>
                  <a:pt x="197178" y="1576"/>
                  <a:pt x="196888" y="1386"/>
                </a:cubicBezTo>
                <a:cubicBezTo>
                  <a:pt x="196422" y="1071"/>
                  <a:pt x="195975" y="762"/>
                  <a:pt x="195465" y="561"/>
                </a:cubicBezTo>
                <a:cubicBezTo>
                  <a:pt x="195011" y="378"/>
                  <a:pt x="194558" y="296"/>
                  <a:pt x="194085" y="202"/>
                </a:cubicBezTo>
                <a:cubicBezTo>
                  <a:pt x="193569" y="101"/>
                  <a:pt x="193078" y="0"/>
                  <a:pt x="192555" y="0"/>
                </a:cubicBezTo>
                <a:cubicBezTo>
                  <a:pt x="192057" y="0"/>
                  <a:pt x="191585" y="101"/>
                  <a:pt x="191100" y="189"/>
                </a:cubicBezTo>
                <a:cubicBezTo>
                  <a:pt x="190602" y="283"/>
                  <a:pt x="190124" y="372"/>
                  <a:pt x="189651" y="567"/>
                </a:cubicBezTo>
                <a:cubicBezTo>
                  <a:pt x="189160" y="762"/>
                  <a:pt x="188732" y="1059"/>
                  <a:pt x="188285" y="1361"/>
                </a:cubicBezTo>
                <a:cubicBezTo>
                  <a:pt x="187989" y="1563"/>
                  <a:pt x="187642" y="1651"/>
                  <a:pt x="187365" y="1891"/>
                </a:cubicBezTo>
                <a:lnTo>
                  <a:pt x="2664" y="165061"/>
                </a:lnTo>
                <a:cubicBezTo>
                  <a:pt x="-598" y="167941"/>
                  <a:pt x="-907" y="172920"/>
                  <a:pt x="1972" y="176184"/>
                </a:cubicBezTo>
                <a:cubicBezTo>
                  <a:pt x="3527" y="177949"/>
                  <a:pt x="5694" y="178850"/>
                  <a:pt x="7879" y="178850"/>
                </a:cubicBezTo>
                <a:cubicBezTo>
                  <a:pt x="9731" y="178850"/>
                  <a:pt x="11589" y="178195"/>
                  <a:pt x="13088" y="176884"/>
                </a:cubicBezTo>
                <a:lnTo>
                  <a:pt x="48791" y="145341"/>
                </a:lnTo>
                <a:lnTo>
                  <a:pt x="48791" y="285881"/>
                </a:lnTo>
                <a:cubicBezTo>
                  <a:pt x="48810" y="309999"/>
                  <a:pt x="68428" y="329612"/>
                  <a:pt x="92524" y="329612"/>
                </a:cubicBezTo>
                <a:lnTo>
                  <a:pt x="292592" y="329612"/>
                </a:lnTo>
                <a:cubicBezTo>
                  <a:pt x="316707" y="329599"/>
                  <a:pt x="336319" y="309949"/>
                  <a:pt x="336300" y="285824"/>
                </a:cubicBezTo>
                <a:lnTo>
                  <a:pt x="336300" y="145316"/>
                </a:lnTo>
                <a:lnTo>
                  <a:pt x="372022" y="176878"/>
                </a:lnTo>
                <a:cubicBezTo>
                  <a:pt x="373515" y="178201"/>
                  <a:pt x="375379" y="178850"/>
                  <a:pt x="377231" y="178850"/>
                </a:cubicBezTo>
                <a:cubicBezTo>
                  <a:pt x="379410" y="178850"/>
                  <a:pt x="381576" y="177949"/>
                  <a:pt x="383138" y="176184"/>
                </a:cubicBezTo>
                <a:cubicBezTo>
                  <a:pt x="386016" y="172920"/>
                  <a:pt x="385708" y="167941"/>
                  <a:pt x="382445" y="165061"/>
                </a:cubicBezTo>
                <a:close/>
                <a:moveTo>
                  <a:pt x="320555" y="285824"/>
                </a:moveTo>
                <a:cubicBezTo>
                  <a:pt x="320561" y="301265"/>
                  <a:pt x="308016" y="313837"/>
                  <a:pt x="292567" y="313850"/>
                </a:cubicBezTo>
                <a:lnTo>
                  <a:pt x="92530" y="313850"/>
                </a:lnTo>
                <a:cubicBezTo>
                  <a:pt x="77107" y="313850"/>
                  <a:pt x="64548" y="301296"/>
                  <a:pt x="64536" y="285818"/>
                </a:cubicBezTo>
                <a:lnTo>
                  <a:pt x="64536" y="131426"/>
                </a:lnTo>
                <a:lnTo>
                  <a:pt x="192574" y="18314"/>
                </a:lnTo>
                <a:lnTo>
                  <a:pt x="320561" y="131395"/>
                </a:lnTo>
                <a:lnTo>
                  <a:pt x="320561" y="285824"/>
                </a:lnTo>
                <a:close/>
              </a:path>
            </a:pathLst>
          </a:custGeom>
          <a:solidFill>
            <a:srgbClr val="FFFFFF"/>
          </a:solidFill>
          <a:ln w="0" cap="flat">
            <a:noFill/>
            <a:prstDash val="solid"/>
            <a:miter/>
          </a:ln>
        </p:spPr>
        <p:txBody>
          <a:bodyPr rtlCol="0" anchor="ctr"/>
          <a:lstStyle/>
          <a:p>
            <a:endParaRPr lang="de-DE"/>
          </a:p>
        </p:txBody>
      </p:sp>
      <p:sp>
        <p:nvSpPr>
          <p:cNvPr id="545" name="Freihandform 544">
            <a:extLst>
              <a:ext uri="{FF2B5EF4-FFF2-40B4-BE49-F238E27FC236}">
                <a16:creationId xmlns:a16="http://schemas.microsoft.com/office/drawing/2014/main" id="{5F852091-69FD-C744-22A4-BEC97F54FDDF}"/>
              </a:ext>
            </a:extLst>
          </p:cNvPr>
          <p:cNvSpPr/>
          <p:nvPr/>
        </p:nvSpPr>
        <p:spPr>
          <a:xfrm>
            <a:off x="6935020" y="4359411"/>
            <a:ext cx="368702" cy="315042"/>
          </a:xfrm>
          <a:custGeom>
            <a:avLst/>
            <a:gdLst>
              <a:gd name="connsiteX0" fmla="*/ 184348 w 368702"/>
              <a:gd name="connsiteY0" fmla="*/ 0 h 315042"/>
              <a:gd name="connsiteX1" fmla="*/ 0 w 368702"/>
              <a:gd name="connsiteY1" fmla="*/ 157536 h 315042"/>
              <a:gd name="connsiteX2" fmla="*/ 17616 w 368702"/>
              <a:gd name="connsiteY2" fmla="*/ 224844 h 315042"/>
              <a:gd name="connsiteX3" fmla="*/ 17616 w 368702"/>
              <a:gd name="connsiteY3" fmla="*/ 307157 h 315042"/>
              <a:gd name="connsiteX4" fmla="*/ 20374 w 368702"/>
              <a:gd name="connsiteY4" fmla="*/ 313150 h 315042"/>
              <a:gd name="connsiteX5" fmla="*/ 26722 w 368702"/>
              <a:gd name="connsiteY5" fmla="*/ 314934 h 315042"/>
              <a:gd name="connsiteX6" fmla="*/ 110038 w 368702"/>
              <a:gd name="connsiteY6" fmla="*/ 301674 h 315042"/>
              <a:gd name="connsiteX7" fmla="*/ 183618 w 368702"/>
              <a:gd name="connsiteY7" fmla="*/ 315028 h 315042"/>
              <a:gd name="connsiteX8" fmla="*/ 184348 w 368702"/>
              <a:gd name="connsiteY8" fmla="*/ 315028 h 315042"/>
              <a:gd name="connsiteX9" fmla="*/ 368703 w 368702"/>
              <a:gd name="connsiteY9" fmla="*/ 157517 h 315042"/>
              <a:gd name="connsiteX10" fmla="*/ 184348 w 368702"/>
              <a:gd name="connsiteY10" fmla="*/ 0 h 315042"/>
              <a:gd name="connsiteX11" fmla="*/ 184323 w 368702"/>
              <a:gd name="connsiteY11" fmla="*/ 299273 h 315042"/>
              <a:gd name="connsiteX12" fmla="*/ 113723 w 368702"/>
              <a:gd name="connsiteY12" fmla="*/ 286215 h 315042"/>
              <a:gd name="connsiteX13" fmla="*/ 110882 w 368702"/>
              <a:gd name="connsiteY13" fmla="*/ 285685 h 315042"/>
              <a:gd name="connsiteX14" fmla="*/ 109648 w 368702"/>
              <a:gd name="connsiteY14" fmla="*/ 285786 h 315042"/>
              <a:gd name="connsiteX15" fmla="*/ 33367 w 368702"/>
              <a:gd name="connsiteY15" fmla="*/ 297924 h 315042"/>
              <a:gd name="connsiteX16" fmla="*/ 33367 w 368702"/>
              <a:gd name="connsiteY16" fmla="*/ 222758 h 315042"/>
              <a:gd name="connsiteX17" fmla="*/ 32302 w 368702"/>
              <a:gd name="connsiteY17" fmla="*/ 218806 h 315042"/>
              <a:gd name="connsiteX18" fmla="*/ 15751 w 368702"/>
              <a:gd name="connsiteY18" fmla="*/ 157517 h 315042"/>
              <a:gd name="connsiteX19" fmla="*/ 184355 w 368702"/>
              <a:gd name="connsiteY19" fmla="*/ 15756 h 315042"/>
              <a:gd name="connsiteX20" fmla="*/ 352964 w 368702"/>
              <a:gd name="connsiteY20" fmla="*/ 157517 h 315042"/>
              <a:gd name="connsiteX21" fmla="*/ 184329 w 368702"/>
              <a:gd name="connsiteY21" fmla="*/ 299273 h 315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68702" h="315042">
                <a:moveTo>
                  <a:pt x="184348" y="0"/>
                </a:moveTo>
                <a:cubicBezTo>
                  <a:pt x="82699" y="0"/>
                  <a:pt x="0" y="70660"/>
                  <a:pt x="0" y="157536"/>
                </a:cubicBezTo>
                <a:cubicBezTo>
                  <a:pt x="57" y="181088"/>
                  <a:pt x="6147" y="204311"/>
                  <a:pt x="17616" y="224844"/>
                </a:cubicBezTo>
                <a:lnTo>
                  <a:pt x="17616" y="307157"/>
                </a:lnTo>
                <a:cubicBezTo>
                  <a:pt x="17616" y="309463"/>
                  <a:pt x="18623" y="311650"/>
                  <a:pt x="20374" y="313150"/>
                </a:cubicBezTo>
                <a:cubicBezTo>
                  <a:pt x="22125" y="314644"/>
                  <a:pt x="24449" y="315324"/>
                  <a:pt x="26722" y="314934"/>
                </a:cubicBezTo>
                <a:lnTo>
                  <a:pt x="110038" y="301674"/>
                </a:lnTo>
                <a:cubicBezTo>
                  <a:pt x="133643" y="310535"/>
                  <a:pt x="158388" y="315028"/>
                  <a:pt x="183618" y="315028"/>
                </a:cubicBezTo>
                <a:lnTo>
                  <a:pt x="184348" y="315028"/>
                </a:lnTo>
                <a:cubicBezTo>
                  <a:pt x="286004" y="315028"/>
                  <a:pt x="368703" y="244368"/>
                  <a:pt x="368703" y="157517"/>
                </a:cubicBezTo>
                <a:cubicBezTo>
                  <a:pt x="368703" y="70667"/>
                  <a:pt x="285998" y="0"/>
                  <a:pt x="184348" y="0"/>
                </a:cubicBezTo>
                <a:close/>
                <a:moveTo>
                  <a:pt x="184323" y="299273"/>
                </a:moveTo>
                <a:cubicBezTo>
                  <a:pt x="160271" y="299569"/>
                  <a:pt x="136320" y="294956"/>
                  <a:pt x="113723" y="286215"/>
                </a:cubicBezTo>
                <a:cubicBezTo>
                  <a:pt x="112809" y="285862"/>
                  <a:pt x="111846" y="285685"/>
                  <a:pt x="110882" y="285685"/>
                </a:cubicBezTo>
                <a:cubicBezTo>
                  <a:pt x="110473" y="285685"/>
                  <a:pt x="110057" y="285717"/>
                  <a:pt x="109648" y="285786"/>
                </a:cubicBezTo>
                <a:lnTo>
                  <a:pt x="33367" y="297924"/>
                </a:lnTo>
                <a:lnTo>
                  <a:pt x="33367" y="222758"/>
                </a:lnTo>
                <a:cubicBezTo>
                  <a:pt x="33367" y="221365"/>
                  <a:pt x="32995" y="220004"/>
                  <a:pt x="32302" y="218806"/>
                </a:cubicBezTo>
                <a:cubicBezTo>
                  <a:pt x="21526" y="200215"/>
                  <a:pt x="15802" y="179014"/>
                  <a:pt x="15751" y="157517"/>
                </a:cubicBezTo>
                <a:cubicBezTo>
                  <a:pt x="15751" y="79351"/>
                  <a:pt x="91384" y="15756"/>
                  <a:pt x="184355" y="15756"/>
                </a:cubicBezTo>
                <a:cubicBezTo>
                  <a:pt x="277325" y="15756"/>
                  <a:pt x="352964" y="79351"/>
                  <a:pt x="352964" y="157517"/>
                </a:cubicBezTo>
                <a:cubicBezTo>
                  <a:pt x="352964" y="235684"/>
                  <a:pt x="277325" y="299273"/>
                  <a:pt x="184329" y="299273"/>
                </a:cubicBezTo>
                <a:close/>
              </a:path>
            </a:pathLst>
          </a:custGeom>
          <a:solidFill>
            <a:srgbClr val="FFFFFF"/>
          </a:solidFill>
          <a:ln w="0" cap="flat">
            <a:noFill/>
            <a:prstDash val="solid"/>
            <a:miter/>
          </a:ln>
        </p:spPr>
        <p:txBody>
          <a:bodyPr rtlCol="0" anchor="ctr"/>
          <a:lstStyle/>
          <a:p>
            <a:endParaRPr lang="de-DE"/>
          </a:p>
        </p:txBody>
      </p:sp>
      <p:sp>
        <p:nvSpPr>
          <p:cNvPr id="546" name="Freihandform 545">
            <a:extLst>
              <a:ext uri="{FF2B5EF4-FFF2-40B4-BE49-F238E27FC236}">
                <a16:creationId xmlns:a16="http://schemas.microsoft.com/office/drawing/2014/main" id="{5B98D924-0B48-CF06-9FF6-E95383FB78A9}"/>
              </a:ext>
            </a:extLst>
          </p:cNvPr>
          <p:cNvSpPr/>
          <p:nvPr/>
        </p:nvSpPr>
        <p:spPr>
          <a:xfrm>
            <a:off x="9902667" y="5098893"/>
            <a:ext cx="324919" cy="333033"/>
          </a:xfrm>
          <a:custGeom>
            <a:avLst/>
            <a:gdLst>
              <a:gd name="connsiteX0" fmla="*/ 163496 w 324919"/>
              <a:gd name="connsiteY0" fmla="*/ 6 h 333033"/>
              <a:gd name="connsiteX1" fmla="*/ 162425 w 324919"/>
              <a:gd name="connsiteY1" fmla="*/ 6 h 333033"/>
              <a:gd name="connsiteX2" fmla="*/ 48312 w 324919"/>
              <a:gd name="connsiteY2" fmla="*/ 46895 h 333033"/>
              <a:gd name="connsiteX3" fmla="*/ 0 w 324919"/>
              <a:gd name="connsiteY3" fmla="*/ 161595 h 333033"/>
              <a:gd name="connsiteX4" fmla="*/ 0 w 324919"/>
              <a:gd name="connsiteY4" fmla="*/ 287066 h 333033"/>
              <a:gd name="connsiteX5" fmla="*/ 13490 w 324919"/>
              <a:gd name="connsiteY5" fmla="*/ 319585 h 333033"/>
              <a:gd name="connsiteX6" fmla="*/ 45963 w 324919"/>
              <a:gd name="connsiteY6" fmla="*/ 333034 h 333033"/>
              <a:gd name="connsiteX7" fmla="*/ 83669 w 324919"/>
              <a:gd name="connsiteY7" fmla="*/ 333034 h 333033"/>
              <a:gd name="connsiteX8" fmla="*/ 91541 w 324919"/>
              <a:gd name="connsiteY8" fmla="*/ 325156 h 333033"/>
              <a:gd name="connsiteX9" fmla="*/ 91541 w 324919"/>
              <a:gd name="connsiteY9" fmla="*/ 161608 h 333033"/>
              <a:gd name="connsiteX10" fmla="*/ 83669 w 324919"/>
              <a:gd name="connsiteY10" fmla="*/ 153730 h 333033"/>
              <a:gd name="connsiteX11" fmla="*/ 46007 w 324919"/>
              <a:gd name="connsiteY11" fmla="*/ 153730 h 333033"/>
              <a:gd name="connsiteX12" fmla="*/ 15745 w 324919"/>
              <a:gd name="connsiteY12" fmla="*/ 165181 h 333033"/>
              <a:gd name="connsiteX13" fmla="*/ 15745 w 324919"/>
              <a:gd name="connsiteY13" fmla="*/ 161645 h 333033"/>
              <a:gd name="connsiteX14" fmla="*/ 59378 w 324919"/>
              <a:gd name="connsiteY14" fmla="*/ 58100 h 333033"/>
              <a:gd name="connsiteX15" fmla="*/ 162431 w 324919"/>
              <a:gd name="connsiteY15" fmla="*/ 15756 h 333033"/>
              <a:gd name="connsiteX16" fmla="*/ 163395 w 324919"/>
              <a:gd name="connsiteY16" fmla="*/ 15756 h 333033"/>
              <a:gd name="connsiteX17" fmla="*/ 309174 w 324919"/>
              <a:gd name="connsiteY17" fmla="*/ 161588 h 333033"/>
              <a:gd name="connsiteX18" fmla="*/ 309174 w 324919"/>
              <a:gd name="connsiteY18" fmla="*/ 165181 h 333033"/>
              <a:gd name="connsiteX19" fmla="*/ 278913 w 324919"/>
              <a:gd name="connsiteY19" fmla="*/ 153723 h 333033"/>
              <a:gd name="connsiteX20" fmla="*/ 241219 w 324919"/>
              <a:gd name="connsiteY20" fmla="*/ 153723 h 333033"/>
              <a:gd name="connsiteX21" fmla="*/ 233347 w 324919"/>
              <a:gd name="connsiteY21" fmla="*/ 161601 h 333033"/>
              <a:gd name="connsiteX22" fmla="*/ 233347 w 324919"/>
              <a:gd name="connsiteY22" fmla="*/ 325150 h 333033"/>
              <a:gd name="connsiteX23" fmla="*/ 241219 w 324919"/>
              <a:gd name="connsiteY23" fmla="*/ 333027 h 333033"/>
              <a:gd name="connsiteX24" fmla="*/ 278931 w 324919"/>
              <a:gd name="connsiteY24" fmla="*/ 333027 h 333033"/>
              <a:gd name="connsiteX25" fmla="*/ 311429 w 324919"/>
              <a:gd name="connsiteY25" fmla="*/ 319572 h 333033"/>
              <a:gd name="connsiteX26" fmla="*/ 324919 w 324919"/>
              <a:gd name="connsiteY26" fmla="*/ 286996 h 333033"/>
              <a:gd name="connsiteX27" fmla="*/ 324919 w 324919"/>
              <a:gd name="connsiteY27" fmla="*/ 161538 h 333033"/>
              <a:gd name="connsiteX28" fmla="*/ 163490 w 324919"/>
              <a:gd name="connsiteY28" fmla="*/ 0 h 333033"/>
              <a:gd name="connsiteX29" fmla="*/ 46007 w 324919"/>
              <a:gd name="connsiteY29" fmla="*/ 169479 h 333033"/>
              <a:gd name="connsiteX30" fmla="*/ 75796 w 324919"/>
              <a:gd name="connsiteY30" fmla="*/ 169479 h 333033"/>
              <a:gd name="connsiteX31" fmla="*/ 75796 w 324919"/>
              <a:gd name="connsiteY31" fmla="*/ 317272 h 333033"/>
              <a:gd name="connsiteX32" fmla="*/ 45969 w 324919"/>
              <a:gd name="connsiteY32" fmla="*/ 317272 h 333033"/>
              <a:gd name="connsiteX33" fmla="*/ 24613 w 324919"/>
              <a:gd name="connsiteY33" fmla="*/ 308436 h 333033"/>
              <a:gd name="connsiteX34" fmla="*/ 15745 w 324919"/>
              <a:gd name="connsiteY34" fmla="*/ 287015 h 333033"/>
              <a:gd name="connsiteX35" fmla="*/ 15745 w 324919"/>
              <a:gd name="connsiteY35" fmla="*/ 199749 h 333033"/>
              <a:gd name="connsiteX36" fmla="*/ 46007 w 324919"/>
              <a:gd name="connsiteY36" fmla="*/ 169479 h 333033"/>
              <a:gd name="connsiteX37" fmla="*/ 309181 w 324919"/>
              <a:gd name="connsiteY37" fmla="*/ 287034 h 333033"/>
              <a:gd name="connsiteX38" fmla="*/ 300313 w 324919"/>
              <a:gd name="connsiteY38" fmla="*/ 308430 h 333033"/>
              <a:gd name="connsiteX39" fmla="*/ 278931 w 324919"/>
              <a:gd name="connsiteY39" fmla="*/ 317278 h 333033"/>
              <a:gd name="connsiteX40" fmla="*/ 249098 w 324919"/>
              <a:gd name="connsiteY40" fmla="*/ 317278 h 333033"/>
              <a:gd name="connsiteX41" fmla="*/ 249098 w 324919"/>
              <a:gd name="connsiteY41" fmla="*/ 169485 h 333033"/>
              <a:gd name="connsiteX42" fmla="*/ 278919 w 324919"/>
              <a:gd name="connsiteY42" fmla="*/ 169485 h 333033"/>
              <a:gd name="connsiteX43" fmla="*/ 309181 w 324919"/>
              <a:gd name="connsiteY43" fmla="*/ 199755 h 333033"/>
              <a:gd name="connsiteX44" fmla="*/ 309181 w 324919"/>
              <a:gd name="connsiteY44" fmla="*/ 287040 h 33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324919" h="333033">
                <a:moveTo>
                  <a:pt x="163496" y="6"/>
                </a:moveTo>
                <a:cubicBezTo>
                  <a:pt x="163137" y="6"/>
                  <a:pt x="162784" y="6"/>
                  <a:pt x="162425" y="6"/>
                </a:cubicBezTo>
                <a:cubicBezTo>
                  <a:pt x="119429" y="6"/>
                  <a:pt x="78939" y="16638"/>
                  <a:pt x="48312" y="46895"/>
                </a:cubicBezTo>
                <a:cubicBezTo>
                  <a:pt x="17439" y="77404"/>
                  <a:pt x="277" y="118122"/>
                  <a:pt x="0" y="161595"/>
                </a:cubicBezTo>
                <a:lnTo>
                  <a:pt x="0" y="287066"/>
                </a:lnTo>
                <a:cubicBezTo>
                  <a:pt x="0" y="299355"/>
                  <a:pt x="4799" y="310900"/>
                  <a:pt x="13490" y="319585"/>
                </a:cubicBezTo>
                <a:cubicBezTo>
                  <a:pt x="22176" y="328257"/>
                  <a:pt x="33707" y="333034"/>
                  <a:pt x="45963" y="333034"/>
                </a:cubicBezTo>
                <a:lnTo>
                  <a:pt x="83669" y="333034"/>
                </a:lnTo>
                <a:cubicBezTo>
                  <a:pt x="88015" y="333034"/>
                  <a:pt x="91541" y="329505"/>
                  <a:pt x="91541" y="325156"/>
                </a:cubicBezTo>
                <a:lnTo>
                  <a:pt x="91541" y="161608"/>
                </a:lnTo>
                <a:cubicBezTo>
                  <a:pt x="91541" y="157259"/>
                  <a:pt x="88015" y="153730"/>
                  <a:pt x="83669" y="153730"/>
                </a:cubicBezTo>
                <a:lnTo>
                  <a:pt x="46007" y="153730"/>
                </a:lnTo>
                <a:cubicBezTo>
                  <a:pt x="34419" y="153730"/>
                  <a:pt x="23844" y="158072"/>
                  <a:pt x="15745" y="165181"/>
                </a:cubicBezTo>
                <a:lnTo>
                  <a:pt x="15745" y="161645"/>
                </a:lnTo>
                <a:cubicBezTo>
                  <a:pt x="15991" y="122426"/>
                  <a:pt x="31490" y="85653"/>
                  <a:pt x="59378" y="58100"/>
                </a:cubicBezTo>
                <a:cubicBezTo>
                  <a:pt x="87038" y="30774"/>
                  <a:pt x="123598" y="15756"/>
                  <a:pt x="162431" y="15756"/>
                </a:cubicBezTo>
                <a:cubicBezTo>
                  <a:pt x="162753" y="15756"/>
                  <a:pt x="163080" y="15756"/>
                  <a:pt x="163395" y="15756"/>
                </a:cubicBezTo>
                <a:cubicBezTo>
                  <a:pt x="243279" y="16266"/>
                  <a:pt x="308671" y="81708"/>
                  <a:pt x="309174" y="161588"/>
                </a:cubicBezTo>
                <a:lnTo>
                  <a:pt x="309174" y="165181"/>
                </a:lnTo>
                <a:cubicBezTo>
                  <a:pt x="301075" y="158072"/>
                  <a:pt x="290501" y="153730"/>
                  <a:pt x="278913" y="153723"/>
                </a:cubicBezTo>
                <a:lnTo>
                  <a:pt x="241219" y="153723"/>
                </a:lnTo>
                <a:cubicBezTo>
                  <a:pt x="236874" y="153723"/>
                  <a:pt x="233347" y="157252"/>
                  <a:pt x="233347" y="161601"/>
                </a:cubicBezTo>
                <a:lnTo>
                  <a:pt x="233347" y="325150"/>
                </a:lnTo>
                <a:cubicBezTo>
                  <a:pt x="233347" y="329498"/>
                  <a:pt x="236874" y="333027"/>
                  <a:pt x="241219" y="333027"/>
                </a:cubicBezTo>
                <a:lnTo>
                  <a:pt x="278931" y="333027"/>
                </a:lnTo>
                <a:cubicBezTo>
                  <a:pt x="291200" y="333027"/>
                  <a:pt x="302744" y="328250"/>
                  <a:pt x="311429" y="319572"/>
                </a:cubicBezTo>
                <a:cubicBezTo>
                  <a:pt x="320120" y="310882"/>
                  <a:pt x="324913" y="299330"/>
                  <a:pt x="324919" y="286996"/>
                </a:cubicBezTo>
                <a:lnTo>
                  <a:pt x="324919" y="161538"/>
                </a:lnTo>
                <a:cubicBezTo>
                  <a:pt x="324359" y="73030"/>
                  <a:pt x="251945" y="567"/>
                  <a:pt x="163490" y="0"/>
                </a:cubicBezTo>
                <a:close/>
                <a:moveTo>
                  <a:pt x="46007" y="169479"/>
                </a:moveTo>
                <a:lnTo>
                  <a:pt x="75796" y="169479"/>
                </a:lnTo>
                <a:lnTo>
                  <a:pt x="75796" y="317272"/>
                </a:lnTo>
                <a:lnTo>
                  <a:pt x="45969" y="317272"/>
                </a:lnTo>
                <a:cubicBezTo>
                  <a:pt x="37908" y="317272"/>
                  <a:pt x="30325" y="314133"/>
                  <a:pt x="24613" y="308436"/>
                </a:cubicBezTo>
                <a:cubicBezTo>
                  <a:pt x="18900" y="302726"/>
                  <a:pt x="15751" y="295132"/>
                  <a:pt x="15745" y="287015"/>
                </a:cubicBezTo>
                <a:lnTo>
                  <a:pt x="15745" y="199749"/>
                </a:lnTo>
                <a:cubicBezTo>
                  <a:pt x="15745" y="183060"/>
                  <a:pt x="29323" y="169479"/>
                  <a:pt x="46007" y="169479"/>
                </a:cubicBezTo>
                <a:close/>
                <a:moveTo>
                  <a:pt x="309181" y="287034"/>
                </a:moveTo>
                <a:cubicBezTo>
                  <a:pt x="309181" y="295120"/>
                  <a:pt x="306025" y="302714"/>
                  <a:pt x="300313" y="308430"/>
                </a:cubicBezTo>
                <a:cubicBezTo>
                  <a:pt x="294601" y="314133"/>
                  <a:pt x="287012" y="317278"/>
                  <a:pt x="278931" y="317278"/>
                </a:cubicBezTo>
                <a:lnTo>
                  <a:pt x="249098" y="317278"/>
                </a:lnTo>
                <a:lnTo>
                  <a:pt x="249098" y="169485"/>
                </a:lnTo>
                <a:lnTo>
                  <a:pt x="278919" y="169485"/>
                </a:lnTo>
                <a:cubicBezTo>
                  <a:pt x="295590" y="169485"/>
                  <a:pt x="309168" y="183066"/>
                  <a:pt x="309181" y="199755"/>
                </a:cubicBezTo>
                <a:lnTo>
                  <a:pt x="309181" y="287040"/>
                </a:lnTo>
                <a:close/>
              </a:path>
            </a:pathLst>
          </a:custGeom>
          <a:solidFill>
            <a:srgbClr val="FFFFFF"/>
          </a:solidFill>
          <a:ln w="0" cap="flat">
            <a:noFill/>
            <a:prstDash val="solid"/>
            <a:miter/>
          </a:ln>
        </p:spPr>
        <p:txBody>
          <a:bodyPr rtlCol="0" anchor="ctr"/>
          <a:lstStyle/>
          <a:p>
            <a:endParaRPr lang="de-DE"/>
          </a:p>
        </p:txBody>
      </p:sp>
      <p:sp>
        <p:nvSpPr>
          <p:cNvPr id="547" name="Freihandform 546">
            <a:extLst>
              <a:ext uri="{FF2B5EF4-FFF2-40B4-BE49-F238E27FC236}">
                <a16:creationId xmlns:a16="http://schemas.microsoft.com/office/drawing/2014/main" id="{A0AE0FC6-0AE5-43AF-CEB0-3062F89C3FA3}"/>
              </a:ext>
            </a:extLst>
          </p:cNvPr>
          <p:cNvSpPr/>
          <p:nvPr/>
        </p:nvSpPr>
        <p:spPr>
          <a:xfrm>
            <a:off x="8414193" y="5091230"/>
            <a:ext cx="356069" cy="341182"/>
          </a:xfrm>
          <a:custGeom>
            <a:avLst/>
            <a:gdLst>
              <a:gd name="connsiteX0" fmla="*/ 337719 w 356069"/>
              <a:gd name="connsiteY0" fmla="*/ 112923 h 341182"/>
              <a:gd name="connsiteX1" fmla="*/ 246323 w 356069"/>
              <a:gd name="connsiteY1" fmla="*/ 92094 h 341182"/>
              <a:gd name="connsiteX2" fmla="*/ 198263 w 356069"/>
              <a:gd name="connsiteY2" fmla="*/ 11508 h 341182"/>
              <a:gd name="connsiteX3" fmla="*/ 190038 w 356069"/>
              <a:gd name="connsiteY3" fmla="*/ 3290 h 341182"/>
              <a:gd name="connsiteX4" fmla="*/ 157817 w 356069"/>
              <a:gd name="connsiteY4" fmla="*/ 11502 h 341182"/>
              <a:gd name="connsiteX5" fmla="*/ 109751 w 356069"/>
              <a:gd name="connsiteY5" fmla="*/ 92094 h 341182"/>
              <a:gd name="connsiteX6" fmla="*/ 18399 w 356069"/>
              <a:gd name="connsiteY6" fmla="*/ 112917 h 341182"/>
              <a:gd name="connsiteX7" fmla="*/ 8026 w 356069"/>
              <a:gd name="connsiteY7" fmla="*/ 118185 h 341182"/>
              <a:gd name="connsiteX8" fmla="*/ 53 w 356069"/>
              <a:gd name="connsiteY8" fmla="*/ 134344 h 341182"/>
              <a:gd name="connsiteX9" fmla="*/ 5828 w 356069"/>
              <a:gd name="connsiteY9" fmla="*/ 151404 h 341182"/>
              <a:gd name="connsiteX10" fmla="*/ 67554 w 356069"/>
              <a:gd name="connsiteY10" fmla="*/ 222027 h 341182"/>
              <a:gd name="connsiteX11" fmla="*/ 59399 w 356069"/>
              <a:gd name="connsiteY11" fmla="*/ 312331 h 341182"/>
              <a:gd name="connsiteX12" fmla="*/ 58813 w 356069"/>
              <a:gd name="connsiteY12" fmla="*/ 317568 h 341182"/>
              <a:gd name="connsiteX13" fmla="*/ 82361 w 356069"/>
              <a:gd name="connsiteY13" fmla="*/ 341183 h 341182"/>
              <a:gd name="connsiteX14" fmla="*/ 82361 w 356069"/>
              <a:gd name="connsiteY14" fmla="*/ 341183 h 341182"/>
              <a:gd name="connsiteX15" fmla="*/ 82896 w 356069"/>
              <a:gd name="connsiteY15" fmla="*/ 341158 h 341182"/>
              <a:gd name="connsiteX16" fmla="*/ 91839 w 356069"/>
              <a:gd name="connsiteY16" fmla="*/ 339248 h 341182"/>
              <a:gd name="connsiteX17" fmla="*/ 178015 w 356069"/>
              <a:gd name="connsiteY17" fmla="*/ 302348 h 341182"/>
              <a:gd name="connsiteX18" fmla="*/ 264221 w 356069"/>
              <a:gd name="connsiteY18" fmla="*/ 339248 h 341182"/>
              <a:gd name="connsiteX19" fmla="*/ 287348 w 356069"/>
              <a:gd name="connsiteY19" fmla="*/ 336664 h 341182"/>
              <a:gd name="connsiteX20" fmla="*/ 296933 w 356069"/>
              <a:gd name="connsiteY20" fmla="*/ 315457 h 341182"/>
              <a:gd name="connsiteX21" fmla="*/ 288506 w 356069"/>
              <a:gd name="connsiteY21" fmla="*/ 222027 h 341182"/>
              <a:gd name="connsiteX22" fmla="*/ 350220 w 356069"/>
              <a:gd name="connsiteY22" fmla="*/ 151417 h 341182"/>
              <a:gd name="connsiteX23" fmla="*/ 355498 w 356069"/>
              <a:gd name="connsiteY23" fmla="*/ 141037 h 341182"/>
              <a:gd name="connsiteX24" fmla="*/ 337713 w 356069"/>
              <a:gd name="connsiteY24" fmla="*/ 112923 h 341182"/>
              <a:gd name="connsiteX25" fmla="*/ 340144 w 356069"/>
              <a:gd name="connsiteY25" fmla="*/ 137577 h 341182"/>
              <a:gd name="connsiteX26" fmla="*/ 338386 w 356069"/>
              <a:gd name="connsiteY26" fmla="*/ 141031 h 341182"/>
              <a:gd name="connsiteX27" fmla="*/ 274449 w 356069"/>
              <a:gd name="connsiteY27" fmla="*/ 214193 h 341182"/>
              <a:gd name="connsiteX28" fmla="*/ 272535 w 356069"/>
              <a:gd name="connsiteY28" fmla="*/ 220092 h 341182"/>
              <a:gd name="connsiteX29" fmla="*/ 281270 w 356069"/>
              <a:gd name="connsiteY29" fmla="*/ 316925 h 341182"/>
              <a:gd name="connsiteX30" fmla="*/ 278121 w 356069"/>
              <a:gd name="connsiteY30" fmla="*/ 323902 h 341182"/>
              <a:gd name="connsiteX31" fmla="*/ 270412 w 356069"/>
              <a:gd name="connsiteY31" fmla="*/ 324765 h 341182"/>
              <a:gd name="connsiteX32" fmla="*/ 181120 w 356069"/>
              <a:gd name="connsiteY32" fmla="*/ 286543 h 341182"/>
              <a:gd name="connsiteX33" fmla="*/ 174929 w 356069"/>
              <a:gd name="connsiteY33" fmla="*/ 286543 h 341182"/>
              <a:gd name="connsiteX34" fmla="*/ 85667 w 356069"/>
              <a:gd name="connsiteY34" fmla="*/ 324759 h 341182"/>
              <a:gd name="connsiteX35" fmla="*/ 82128 w 356069"/>
              <a:gd name="connsiteY35" fmla="*/ 325421 h 341182"/>
              <a:gd name="connsiteX36" fmla="*/ 74564 w 356069"/>
              <a:gd name="connsiteY36" fmla="*/ 317575 h 341182"/>
              <a:gd name="connsiteX37" fmla="*/ 74816 w 356069"/>
              <a:gd name="connsiteY37" fmla="*/ 315577 h 341182"/>
              <a:gd name="connsiteX38" fmla="*/ 75030 w 356069"/>
              <a:gd name="connsiteY38" fmla="*/ 314323 h 341182"/>
              <a:gd name="connsiteX39" fmla="*/ 83545 w 356069"/>
              <a:gd name="connsiteY39" fmla="*/ 220092 h 341182"/>
              <a:gd name="connsiteX40" fmla="*/ 81630 w 356069"/>
              <a:gd name="connsiteY40" fmla="*/ 214193 h 341182"/>
              <a:gd name="connsiteX41" fmla="*/ 17681 w 356069"/>
              <a:gd name="connsiteY41" fmla="*/ 141024 h 341182"/>
              <a:gd name="connsiteX42" fmla="*/ 15766 w 356069"/>
              <a:gd name="connsiteY42" fmla="*/ 135384 h 341182"/>
              <a:gd name="connsiteX43" fmla="*/ 18418 w 356069"/>
              <a:gd name="connsiteY43" fmla="*/ 130027 h 341182"/>
              <a:gd name="connsiteX44" fmla="*/ 21869 w 356069"/>
              <a:gd name="connsiteY44" fmla="*/ 128281 h 341182"/>
              <a:gd name="connsiteX45" fmla="*/ 116534 w 356069"/>
              <a:gd name="connsiteY45" fmla="*/ 106703 h 341182"/>
              <a:gd name="connsiteX46" fmla="*/ 121547 w 356069"/>
              <a:gd name="connsiteY46" fmla="*/ 103060 h 341182"/>
              <a:gd name="connsiteX47" fmla="*/ 171345 w 356069"/>
              <a:gd name="connsiteY47" fmla="*/ 19562 h 341182"/>
              <a:gd name="connsiteX48" fmla="*/ 178046 w 356069"/>
              <a:gd name="connsiteY48" fmla="*/ 15756 h 341182"/>
              <a:gd name="connsiteX49" fmla="*/ 182020 w 356069"/>
              <a:gd name="connsiteY49" fmla="*/ 16852 h 341182"/>
              <a:gd name="connsiteX50" fmla="*/ 184741 w 356069"/>
              <a:gd name="connsiteY50" fmla="*/ 19581 h 341182"/>
              <a:gd name="connsiteX51" fmla="*/ 234533 w 356069"/>
              <a:gd name="connsiteY51" fmla="*/ 103066 h 341182"/>
              <a:gd name="connsiteX52" fmla="*/ 239546 w 356069"/>
              <a:gd name="connsiteY52" fmla="*/ 106709 h 341182"/>
              <a:gd name="connsiteX53" fmla="*/ 334249 w 356069"/>
              <a:gd name="connsiteY53" fmla="*/ 128294 h 341182"/>
              <a:gd name="connsiteX54" fmla="*/ 340144 w 356069"/>
              <a:gd name="connsiteY54" fmla="*/ 137584 h 341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356069" h="341182">
                <a:moveTo>
                  <a:pt x="337719" y="112923"/>
                </a:moveTo>
                <a:lnTo>
                  <a:pt x="246323" y="92094"/>
                </a:lnTo>
                <a:lnTo>
                  <a:pt x="198263" y="11508"/>
                </a:lnTo>
                <a:cubicBezTo>
                  <a:pt x="196247" y="8124"/>
                  <a:pt x="193401" y="5281"/>
                  <a:pt x="190038" y="3290"/>
                </a:cubicBezTo>
                <a:cubicBezTo>
                  <a:pt x="178896" y="-3334"/>
                  <a:pt x="164430" y="366"/>
                  <a:pt x="157817" y="11502"/>
                </a:cubicBezTo>
                <a:lnTo>
                  <a:pt x="109751" y="92094"/>
                </a:lnTo>
                <a:lnTo>
                  <a:pt x="18399" y="112917"/>
                </a:lnTo>
                <a:cubicBezTo>
                  <a:pt x="14563" y="113774"/>
                  <a:pt x="10967" y="115601"/>
                  <a:pt x="8026" y="118185"/>
                </a:cubicBezTo>
                <a:cubicBezTo>
                  <a:pt x="3302" y="122332"/>
                  <a:pt x="468" y="128067"/>
                  <a:pt x="53" y="134344"/>
                </a:cubicBezTo>
                <a:cubicBezTo>
                  <a:pt x="-363" y="140621"/>
                  <a:pt x="1696" y="146684"/>
                  <a:pt x="5828" y="151404"/>
                </a:cubicBezTo>
                <a:lnTo>
                  <a:pt x="67554" y="222027"/>
                </a:lnTo>
                <a:lnTo>
                  <a:pt x="59399" y="312331"/>
                </a:lnTo>
                <a:cubicBezTo>
                  <a:pt x="59008" y="314045"/>
                  <a:pt x="58813" y="315804"/>
                  <a:pt x="58813" y="317568"/>
                </a:cubicBezTo>
                <a:cubicBezTo>
                  <a:pt x="58813" y="330570"/>
                  <a:pt x="69368" y="341164"/>
                  <a:pt x="82361" y="341183"/>
                </a:cubicBezTo>
                <a:lnTo>
                  <a:pt x="82361" y="341183"/>
                </a:lnTo>
                <a:cubicBezTo>
                  <a:pt x="82493" y="341183"/>
                  <a:pt x="82707" y="341170"/>
                  <a:pt x="82896" y="341158"/>
                </a:cubicBezTo>
                <a:cubicBezTo>
                  <a:pt x="85976" y="341107"/>
                  <a:pt x="88980" y="340471"/>
                  <a:pt x="91839" y="339248"/>
                </a:cubicBezTo>
                <a:lnTo>
                  <a:pt x="178015" y="302348"/>
                </a:lnTo>
                <a:lnTo>
                  <a:pt x="264221" y="339248"/>
                </a:lnTo>
                <a:cubicBezTo>
                  <a:pt x="271786" y="342487"/>
                  <a:pt x="280647" y="341504"/>
                  <a:pt x="287348" y="336664"/>
                </a:cubicBezTo>
                <a:cubicBezTo>
                  <a:pt x="294049" y="331799"/>
                  <a:pt x="297720" y="323656"/>
                  <a:pt x="296933" y="315457"/>
                </a:cubicBezTo>
                <a:lnTo>
                  <a:pt x="288506" y="222027"/>
                </a:lnTo>
                <a:lnTo>
                  <a:pt x="350220" y="151417"/>
                </a:lnTo>
                <a:cubicBezTo>
                  <a:pt x="352802" y="148467"/>
                  <a:pt x="354629" y="144888"/>
                  <a:pt x="355498" y="141037"/>
                </a:cubicBezTo>
                <a:cubicBezTo>
                  <a:pt x="358332" y="128370"/>
                  <a:pt x="350347" y="115759"/>
                  <a:pt x="337713" y="112923"/>
                </a:cubicBezTo>
                <a:close/>
                <a:moveTo>
                  <a:pt x="340144" y="137577"/>
                </a:moveTo>
                <a:cubicBezTo>
                  <a:pt x="339860" y="138856"/>
                  <a:pt x="339249" y="140048"/>
                  <a:pt x="338386" y="141031"/>
                </a:cubicBezTo>
                <a:lnTo>
                  <a:pt x="274449" y="214193"/>
                </a:lnTo>
                <a:cubicBezTo>
                  <a:pt x="273033" y="215819"/>
                  <a:pt x="272346" y="217949"/>
                  <a:pt x="272535" y="220092"/>
                </a:cubicBezTo>
                <a:lnTo>
                  <a:pt x="281270" y="316925"/>
                </a:lnTo>
                <a:cubicBezTo>
                  <a:pt x="281528" y="319635"/>
                  <a:pt x="280325" y="322307"/>
                  <a:pt x="278121" y="323902"/>
                </a:cubicBezTo>
                <a:cubicBezTo>
                  <a:pt x="275892" y="325522"/>
                  <a:pt x="272944" y="325843"/>
                  <a:pt x="270412" y="324765"/>
                </a:cubicBezTo>
                <a:lnTo>
                  <a:pt x="181120" y="286543"/>
                </a:lnTo>
                <a:cubicBezTo>
                  <a:pt x="179155" y="285692"/>
                  <a:pt x="176906" y="285692"/>
                  <a:pt x="174929" y="286543"/>
                </a:cubicBezTo>
                <a:lnTo>
                  <a:pt x="85667" y="324759"/>
                </a:lnTo>
                <a:cubicBezTo>
                  <a:pt x="84534" y="325238"/>
                  <a:pt x="83299" y="325352"/>
                  <a:pt x="82128" y="325421"/>
                </a:cubicBezTo>
                <a:cubicBezTo>
                  <a:pt x="77927" y="325276"/>
                  <a:pt x="74564" y="321816"/>
                  <a:pt x="74564" y="317575"/>
                </a:cubicBezTo>
                <a:cubicBezTo>
                  <a:pt x="74564" y="316894"/>
                  <a:pt x="74652" y="316220"/>
                  <a:pt x="74816" y="315577"/>
                </a:cubicBezTo>
                <a:cubicBezTo>
                  <a:pt x="74923" y="315167"/>
                  <a:pt x="74992" y="314745"/>
                  <a:pt x="75030" y="314323"/>
                </a:cubicBezTo>
                <a:lnTo>
                  <a:pt x="83545" y="220092"/>
                </a:lnTo>
                <a:cubicBezTo>
                  <a:pt x="83734" y="217949"/>
                  <a:pt x="83047" y="215819"/>
                  <a:pt x="81630" y="214193"/>
                </a:cubicBezTo>
                <a:lnTo>
                  <a:pt x="17681" y="141024"/>
                </a:lnTo>
                <a:cubicBezTo>
                  <a:pt x="16314" y="139461"/>
                  <a:pt x="15634" y="137464"/>
                  <a:pt x="15766" y="135384"/>
                </a:cubicBezTo>
                <a:cubicBezTo>
                  <a:pt x="15905" y="133304"/>
                  <a:pt x="16843" y="131408"/>
                  <a:pt x="18418" y="130027"/>
                </a:cubicBezTo>
                <a:cubicBezTo>
                  <a:pt x="19387" y="129170"/>
                  <a:pt x="20571" y="128571"/>
                  <a:pt x="21869" y="128281"/>
                </a:cubicBezTo>
                <a:lnTo>
                  <a:pt x="116534" y="106703"/>
                </a:lnTo>
                <a:cubicBezTo>
                  <a:pt x="118631" y="106224"/>
                  <a:pt x="120445" y="104907"/>
                  <a:pt x="121547" y="103060"/>
                </a:cubicBezTo>
                <a:lnTo>
                  <a:pt x="171345" y="19562"/>
                </a:lnTo>
                <a:cubicBezTo>
                  <a:pt x="172800" y="17110"/>
                  <a:pt x="175395" y="15756"/>
                  <a:pt x="178046" y="15756"/>
                </a:cubicBezTo>
                <a:cubicBezTo>
                  <a:pt x="179400" y="15756"/>
                  <a:pt x="180773" y="16115"/>
                  <a:pt x="182020" y="16852"/>
                </a:cubicBezTo>
                <a:cubicBezTo>
                  <a:pt x="183129" y="17507"/>
                  <a:pt x="184061" y="18447"/>
                  <a:pt x="184741" y="19581"/>
                </a:cubicBezTo>
                <a:lnTo>
                  <a:pt x="234533" y="103066"/>
                </a:lnTo>
                <a:cubicBezTo>
                  <a:pt x="235635" y="104913"/>
                  <a:pt x="237449" y="106230"/>
                  <a:pt x="239546" y="106709"/>
                </a:cubicBezTo>
                <a:lnTo>
                  <a:pt x="334249" y="128294"/>
                </a:lnTo>
                <a:cubicBezTo>
                  <a:pt x="338431" y="129233"/>
                  <a:pt x="341076" y="133412"/>
                  <a:pt x="340144" y="137584"/>
                </a:cubicBezTo>
                <a:close/>
              </a:path>
            </a:pathLst>
          </a:custGeom>
          <a:solidFill>
            <a:srgbClr val="FFFFFF"/>
          </a:solidFill>
          <a:ln w="0" cap="flat">
            <a:noFill/>
            <a:prstDash val="solid"/>
            <a:miter/>
          </a:ln>
        </p:spPr>
        <p:txBody>
          <a:bodyPr rtlCol="0" anchor="ctr"/>
          <a:lstStyle/>
          <a:p>
            <a:endParaRPr lang="de-DE"/>
          </a:p>
        </p:txBody>
      </p:sp>
      <p:sp>
        <p:nvSpPr>
          <p:cNvPr id="548" name="Freihandform 547">
            <a:extLst>
              <a:ext uri="{FF2B5EF4-FFF2-40B4-BE49-F238E27FC236}">
                <a16:creationId xmlns:a16="http://schemas.microsoft.com/office/drawing/2014/main" id="{8E29EAAB-D8D3-198E-7157-C9CDCCE9F075}"/>
              </a:ext>
            </a:extLst>
          </p:cNvPr>
          <p:cNvSpPr/>
          <p:nvPr/>
        </p:nvSpPr>
        <p:spPr>
          <a:xfrm>
            <a:off x="5474675" y="5840619"/>
            <a:ext cx="342351" cy="342587"/>
          </a:xfrm>
          <a:custGeom>
            <a:avLst/>
            <a:gdLst>
              <a:gd name="connsiteX0" fmla="*/ 292195 w 342351"/>
              <a:gd name="connsiteY0" fmla="*/ 50134 h 342587"/>
              <a:gd name="connsiteX1" fmla="*/ 171185 w 342351"/>
              <a:gd name="connsiteY1" fmla="*/ 0 h 342587"/>
              <a:gd name="connsiteX2" fmla="*/ 171154 w 342351"/>
              <a:gd name="connsiteY2" fmla="*/ 0 h 342587"/>
              <a:gd name="connsiteX3" fmla="*/ 6 w 342351"/>
              <a:gd name="connsiteY3" fmla="*/ 171218 h 342587"/>
              <a:gd name="connsiteX4" fmla="*/ 0 w 342351"/>
              <a:gd name="connsiteY4" fmla="*/ 171262 h 342587"/>
              <a:gd name="connsiteX5" fmla="*/ 6 w 342351"/>
              <a:gd name="connsiteY5" fmla="*/ 171294 h 342587"/>
              <a:gd name="connsiteX6" fmla="*/ 6 w 342351"/>
              <a:gd name="connsiteY6" fmla="*/ 171307 h 342587"/>
              <a:gd name="connsiteX7" fmla="*/ 50157 w 342351"/>
              <a:gd name="connsiteY7" fmla="*/ 292422 h 342587"/>
              <a:gd name="connsiteX8" fmla="*/ 170757 w 342351"/>
              <a:gd name="connsiteY8" fmla="*/ 342563 h 342587"/>
              <a:gd name="connsiteX9" fmla="*/ 171179 w 342351"/>
              <a:gd name="connsiteY9" fmla="*/ 342588 h 342587"/>
              <a:gd name="connsiteX10" fmla="*/ 171589 w 342351"/>
              <a:gd name="connsiteY10" fmla="*/ 342569 h 342587"/>
              <a:gd name="connsiteX11" fmla="*/ 292233 w 342351"/>
              <a:gd name="connsiteY11" fmla="*/ 292403 h 342587"/>
              <a:gd name="connsiteX12" fmla="*/ 342352 w 342351"/>
              <a:gd name="connsiteY12" fmla="*/ 171275 h 342587"/>
              <a:gd name="connsiteX13" fmla="*/ 342352 w 342351"/>
              <a:gd name="connsiteY13" fmla="*/ 171218 h 342587"/>
              <a:gd name="connsiteX14" fmla="*/ 292207 w 342351"/>
              <a:gd name="connsiteY14" fmla="*/ 50140 h 342587"/>
              <a:gd name="connsiteX15" fmla="*/ 326399 w 342351"/>
              <a:gd name="connsiteY15" fmla="*/ 163385 h 342587"/>
              <a:gd name="connsiteX16" fmla="*/ 249564 w 342351"/>
              <a:gd name="connsiteY16" fmla="*/ 163385 h 342587"/>
              <a:gd name="connsiteX17" fmla="*/ 208822 w 342351"/>
              <a:gd name="connsiteY17" fmla="*/ 20324 h 342587"/>
              <a:gd name="connsiteX18" fmla="*/ 281066 w 342351"/>
              <a:gd name="connsiteY18" fmla="*/ 61276 h 342587"/>
              <a:gd name="connsiteX19" fmla="*/ 326399 w 342351"/>
              <a:gd name="connsiteY19" fmla="*/ 163385 h 342587"/>
              <a:gd name="connsiteX20" fmla="*/ 171469 w 342351"/>
              <a:gd name="connsiteY20" fmla="*/ 326814 h 342587"/>
              <a:gd name="connsiteX21" fmla="*/ 171192 w 342351"/>
              <a:gd name="connsiteY21" fmla="*/ 326820 h 342587"/>
              <a:gd name="connsiteX22" fmla="*/ 171173 w 342351"/>
              <a:gd name="connsiteY22" fmla="*/ 326820 h 342587"/>
              <a:gd name="connsiteX23" fmla="*/ 170871 w 342351"/>
              <a:gd name="connsiteY23" fmla="*/ 326814 h 342587"/>
              <a:gd name="connsiteX24" fmla="*/ 108514 w 342351"/>
              <a:gd name="connsiteY24" fmla="*/ 179146 h 342587"/>
              <a:gd name="connsiteX25" fmla="*/ 233838 w 342351"/>
              <a:gd name="connsiteY25" fmla="*/ 179146 h 342587"/>
              <a:gd name="connsiteX26" fmla="*/ 171481 w 342351"/>
              <a:gd name="connsiteY26" fmla="*/ 326820 h 342587"/>
              <a:gd name="connsiteX27" fmla="*/ 108502 w 342351"/>
              <a:gd name="connsiteY27" fmla="*/ 163385 h 342587"/>
              <a:gd name="connsiteX28" fmla="*/ 171160 w 342351"/>
              <a:gd name="connsiteY28" fmla="*/ 15756 h 342587"/>
              <a:gd name="connsiteX29" fmla="*/ 171173 w 342351"/>
              <a:gd name="connsiteY29" fmla="*/ 15756 h 342587"/>
              <a:gd name="connsiteX30" fmla="*/ 233825 w 342351"/>
              <a:gd name="connsiteY30" fmla="*/ 163385 h 342587"/>
              <a:gd name="connsiteX31" fmla="*/ 108508 w 342351"/>
              <a:gd name="connsiteY31" fmla="*/ 163385 h 342587"/>
              <a:gd name="connsiteX32" fmla="*/ 61254 w 342351"/>
              <a:gd name="connsiteY32" fmla="*/ 61327 h 342587"/>
              <a:gd name="connsiteX33" fmla="*/ 133492 w 342351"/>
              <a:gd name="connsiteY33" fmla="*/ 20343 h 342587"/>
              <a:gd name="connsiteX34" fmla="*/ 92757 w 342351"/>
              <a:gd name="connsiteY34" fmla="*/ 163385 h 342587"/>
              <a:gd name="connsiteX35" fmla="*/ 15940 w 342351"/>
              <a:gd name="connsiteY35" fmla="*/ 163385 h 342587"/>
              <a:gd name="connsiteX36" fmla="*/ 61248 w 342351"/>
              <a:gd name="connsiteY36" fmla="*/ 61327 h 342587"/>
              <a:gd name="connsiteX37" fmla="*/ 15940 w 342351"/>
              <a:gd name="connsiteY37" fmla="*/ 179140 h 342587"/>
              <a:gd name="connsiteX38" fmla="*/ 92763 w 342351"/>
              <a:gd name="connsiteY38" fmla="*/ 179140 h 342587"/>
              <a:gd name="connsiteX39" fmla="*/ 133492 w 342351"/>
              <a:gd name="connsiteY39" fmla="*/ 322238 h 342587"/>
              <a:gd name="connsiteX40" fmla="*/ 61279 w 342351"/>
              <a:gd name="connsiteY40" fmla="*/ 281286 h 342587"/>
              <a:gd name="connsiteX41" fmla="*/ 15940 w 342351"/>
              <a:gd name="connsiteY41" fmla="*/ 179146 h 342587"/>
              <a:gd name="connsiteX42" fmla="*/ 281085 w 342351"/>
              <a:gd name="connsiteY42" fmla="*/ 281255 h 342587"/>
              <a:gd name="connsiteX43" fmla="*/ 208841 w 342351"/>
              <a:gd name="connsiteY43" fmla="*/ 322238 h 342587"/>
              <a:gd name="connsiteX44" fmla="*/ 249570 w 342351"/>
              <a:gd name="connsiteY44" fmla="*/ 179140 h 342587"/>
              <a:gd name="connsiteX45" fmla="*/ 326406 w 342351"/>
              <a:gd name="connsiteY45" fmla="*/ 179140 h 342587"/>
              <a:gd name="connsiteX46" fmla="*/ 281092 w 342351"/>
              <a:gd name="connsiteY46" fmla="*/ 281255 h 34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342351" h="342587">
                <a:moveTo>
                  <a:pt x="292195" y="50134"/>
                </a:moveTo>
                <a:cubicBezTo>
                  <a:pt x="259874" y="17804"/>
                  <a:pt x="216909" y="0"/>
                  <a:pt x="171185" y="0"/>
                </a:cubicBezTo>
                <a:lnTo>
                  <a:pt x="171154" y="0"/>
                </a:lnTo>
                <a:cubicBezTo>
                  <a:pt x="76798" y="13"/>
                  <a:pt x="38" y="76811"/>
                  <a:pt x="6" y="171218"/>
                </a:cubicBezTo>
                <a:cubicBezTo>
                  <a:pt x="6" y="171231"/>
                  <a:pt x="0" y="171244"/>
                  <a:pt x="0" y="171262"/>
                </a:cubicBezTo>
                <a:cubicBezTo>
                  <a:pt x="0" y="171275"/>
                  <a:pt x="6" y="171281"/>
                  <a:pt x="6" y="171294"/>
                </a:cubicBezTo>
                <a:cubicBezTo>
                  <a:pt x="6" y="171294"/>
                  <a:pt x="6" y="171300"/>
                  <a:pt x="6" y="171307"/>
                </a:cubicBezTo>
                <a:cubicBezTo>
                  <a:pt x="6" y="217061"/>
                  <a:pt x="17823" y="260073"/>
                  <a:pt x="50157" y="292422"/>
                </a:cubicBezTo>
                <a:cubicBezTo>
                  <a:pt x="82390" y="324665"/>
                  <a:pt x="125204" y="342456"/>
                  <a:pt x="170757" y="342563"/>
                </a:cubicBezTo>
                <a:cubicBezTo>
                  <a:pt x="170896" y="342563"/>
                  <a:pt x="171034" y="342588"/>
                  <a:pt x="171179" y="342588"/>
                </a:cubicBezTo>
                <a:cubicBezTo>
                  <a:pt x="171318" y="342588"/>
                  <a:pt x="171450" y="342569"/>
                  <a:pt x="171589" y="342569"/>
                </a:cubicBezTo>
                <a:cubicBezTo>
                  <a:pt x="217161" y="342462"/>
                  <a:pt x="259993" y="324665"/>
                  <a:pt x="292233" y="292403"/>
                </a:cubicBezTo>
                <a:cubicBezTo>
                  <a:pt x="324560" y="260041"/>
                  <a:pt x="342358" y="217029"/>
                  <a:pt x="342352" y="171275"/>
                </a:cubicBezTo>
                <a:lnTo>
                  <a:pt x="342352" y="171218"/>
                </a:lnTo>
                <a:cubicBezTo>
                  <a:pt x="342346" y="125477"/>
                  <a:pt x="324535" y="82477"/>
                  <a:pt x="292207" y="50140"/>
                </a:cubicBezTo>
                <a:close/>
                <a:moveTo>
                  <a:pt x="326399" y="163385"/>
                </a:moveTo>
                <a:lnTo>
                  <a:pt x="249564" y="163385"/>
                </a:lnTo>
                <a:cubicBezTo>
                  <a:pt x="248323" y="100747"/>
                  <a:pt x="232351" y="47834"/>
                  <a:pt x="208822" y="20324"/>
                </a:cubicBezTo>
                <a:cubicBezTo>
                  <a:pt x="235935" y="27036"/>
                  <a:pt x="260806" y="41008"/>
                  <a:pt x="281066" y="61276"/>
                </a:cubicBezTo>
                <a:cubicBezTo>
                  <a:pt x="308570" y="88786"/>
                  <a:pt x="324497" y="124796"/>
                  <a:pt x="326399" y="163385"/>
                </a:cubicBezTo>
                <a:close/>
                <a:moveTo>
                  <a:pt x="171469" y="326814"/>
                </a:moveTo>
                <a:cubicBezTo>
                  <a:pt x="171374" y="326814"/>
                  <a:pt x="171280" y="326820"/>
                  <a:pt x="171192" y="326820"/>
                </a:cubicBezTo>
                <a:lnTo>
                  <a:pt x="171173" y="326820"/>
                </a:lnTo>
                <a:cubicBezTo>
                  <a:pt x="171072" y="326820"/>
                  <a:pt x="170971" y="326814"/>
                  <a:pt x="170871" y="326814"/>
                </a:cubicBezTo>
                <a:cubicBezTo>
                  <a:pt x="141516" y="326404"/>
                  <a:pt x="110278" y="267516"/>
                  <a:pt x="108514" y="179146"/>
                </a:cubicBezTo>
                <a:lnTo>
                  <a:pt x="233838" y="179146"/>
                </a:lnTo>
                <a:cubicBezTo>
                  <a:pt x="232074" y="267529"/>
                  <a:pt x="200830" y="326423"/>
                  <a:pt x="171481" y="326820"/>
                </a:cubicBezTo>
                <a:close/>
                <a:moveTo>
                  <a:pt x="108502" y="163385"/>
                </a:moveTo>
                <a:cubicBezTo>
                  <a:pt x="110271" y="74744"/>
                  <a:pt x="141717" y="15768"/>
                  <a:pt x="171160" y="15756"/>
                </a:cubicBezTo>
                <a:cubicBezTo>
                  <a:pt x="171160" y="15756"/>
                  <a:pt x="171167" y="15756"/>
                  <a:pt x="171173" y="15756"/>
                </a:cubicBezTo>
                <a:cubicBezTo>
                  <a:pt x="200603" y="15756"/>
                  <a:pt x="232049" y="74738"/>
                  <a:pt x="233825" y="163385"/>
                </a:cubicBezTo>
                <a:lnTo>
                  <a:pt x="108508" y="163385"/>
                </a:lnTo>
                <a:close/>
                <a:moveTo>
                  <a:pt x="61254" y="61327"/>
                </a:moveTo>
                <a:cubicBezTo>
                  <a:pt x="81508" y="41052"/>
                  <a:pt x="106373" y="27068"/>
                  <a:pt x="133492" y="20343"/>
                </a:cubicBezTo>
                <a:cubicBezTo>
                  <a:pt x="109963" y="47852"/>
                  <a:pt x="94004" y="100760"/>
                  <a:pt x="92757" y="163385"/>
                </a:cubicBezTo>
                <a:lnTo>
                  <a:pt x="15940" y="163385"/>
                </a:lnTo>
                <a:cubicBezTo>
                  <a:pt x="17855" y="124815"/>
                  <a:pt x="33770" y="88823"/>
                  <a:pt x="61248" y="61327"/>
                </a:cubicBezTo>
                <a:close/>
                <a:moveTo>
                  <a:pt x="15940" y="179140"/>
                </a:moveTo>
                <a:lnTo>
                  <a:pt x="92763" y="179140"/>
                </a:lnTo>
                <a:cubicBezTo>
                  <a:pt x="94004" y="241790"/>
                  <a:pt x="109963" y="294710"/>
                  <a:pt x="133492" y="322238"/>
                </a:cubicBezTo>
                <a:cubicBezTo>
                  <a:pt x="106392" y="315514"/>
                  <a:pt x="81534" y="301542"/>
                  <a:pt x="61279" y="281286"/>
                </a:cubicBezTo>
                <a:cubicBezTo>
                  <a:pt x="33776" y="253765"/>
                  <a:pt x="17842" y="217747"/>
                  <a:pt x="15940" y="179146"/>
                </a:cubicBezTo>
                <a:close/>
                <a:moveTo>
                  <a:pt x="281085" y="281255"/>
                </a:moveTo>
                <a:cubicBezTo>
                  <a:pt x="260825" y="301529"/>
                  <a:pt x="235954" y="315514"/>
                  <a:pt x="208841" y="322238"/>
                </a:cubicBezTo>
                <a:cubicBezTo>
                  <a:pt x="232364" y="294716"/>
                  <a:pt x="248329" y="241790"/>
                  <a:pt x="249570" y="179140"/>
                </a:cubicBezTo>
                <a:lnTo>
                  <a:pt x="326406" y="179140"/>
                </a:lnTo>
                <a:cubicBezTo>
                  <a:pt x="324504" y="217729"/>
                  <a:pt x="308582" y="253739"/>
                  <a:pt x="281092" y="281255"/>
                </a:cubicBezTo>
                <a:close/>
              </a:path>
            </a:pathLst>
          </a:custGeom>
          <a:solidFill>
            <a:srgbClr val="FFFFFF"/>
          </a:solidFill>
          <a:ln w="0" cap="flat">
            <a:noFill/>
            <a:prstDash val="solid"/>
            <a:miter/>
          </a:ln>
        </p:spPr>
        <p:txBody>
          <a:bodyPr rtlCol="0" anchor="ctr"/>
          <a:lstStyle/>
          <a:p>
            <a:endParaRPr lang="de-DE"/>
          </a:p>
        </p:txBody>
      </p:sp>
      <p:grpSp>
        <p:nvGrpSpPr>
          <p:cNvPr id="549" name="Grafik 463">
            <a:extLst>
              <a:ext uri="{FF2B5EF4-FFF2-40B4-BE49-F238E27FC236}">
                <a16:creationId xmlns:a16="http://schemas.microsoft.com/office/drawing/2014/main" id="{0E19C3AC-12CB-798A-F8B0-8B1FB215B1B8}"/>
              </a:ext>
            </a:extLst>
          </p:cNvPr>
          <p:cNvGrpSpPr/>
          <p:nvPr/>
        </p:nvGrpSpPr>
        <p:grpSpPr>
          <a:xfrm>
            <a:off x="8452355" y="2847060"/>
            <a:ext cx="318879" cy="319090"/>
            <a:chOff x="8452355" y="2847060"/>
            <a:chExt cx="318879" cy="319090"/>
          </a:xfrm>
          <a:solidFill>
            <a:srgbClr val="FFFFFF"/>
          </a:solidFill>
        </p:grpSpPr>
        <p:sp>
          <p:nvSpPr>
            <p:cNvPr id="550" name="Freihandform 549">
              <a:extLst>
                <a:ext uri="{FF2B5EF4-FFF2-40B4-BE49-F238E27FC236}">
                  <a16:creationId xmlns:a16="http://schemas.microsoft.com/office/drawing/2014/main" id="{DCC595DF-632E-EBB6-CC1F-94EF565ABF29}"/>
                </a:ext>
              </a:extLst>
            </p:cNvPr>
            <p:cNvSpPr/>
            <p:nvPr/>
          </p:nvSpPr>
          <p:spPr>
            <a:xfrm>
              <a:off x="8452355" y="2869853"/>
              <a:ext cx="296087" cy="296298"/>
            </a:xfrm>
            <a:custGeom>
              <a:avLst/>
              <a:gdLst>
                <a:gd name="connsiteX0" fmla="*/ 288221 w 296087"/>
                <a:gd name="connsiteY0" fmla="*/ 132775 h 296298"/>
                <a:gd name="connsiteX1" fmla="*/ 280349 w 296087"/>
                <a:gd name="connsiteY1" fmla="*/ 140653 h 296298"/>
                <a:gd name="connsiteX2" fmla="*/ 280349 w 296087"/>
                <a:gd name="connsiteY2" fmla="*/ 256708 h 296298"/>
                <a:gd name="connsiteX3" fmla="*/ 256517 w 296087"/>
                <a:gd name="connsiteY3" fmla="*/ 280543 h 296298"/>
                <a:gd name="connsiteX4" fmla="*/ 39526 w 296087"/>
                <a:gd name="connsiteY4" fmla="*/ 280543 h 296298"/>
                <a:gd name="connsiteX5" fmla="*/ 22704 w 296087"/>
                <a:gd name="connsiteY5" fmla="*/ 273560 h 296298"/>
                <a:gd name="connsiteX6" fmla="*/ 15751 w 296087"/>
                <a:gd name="connsiteY6" fmla="*/ 256708 h 296298"/>
                <a:gd name="connsiteX7" fmla="*/ 15751 w 296087"/>
                <a:gd name="connsiteY7" fmla="*/ 39540 h 296298"/>
                <a:gd name="connsiteX8" fmla="*/ 22717 w 296087"/>
                <a:gd name="connsiteY8" fmla="*/ 22719 h 296298"/>
                <a:gd name="connsiteX9" fmla="*/ 39526 w 296087"/>
                <a:gd name="connsiteY9" fmla="*/ 15756 h 296298"/>
                <a:gd name="connsiteX10" fmla="*/ 155510 w 296087"/>
                <a:gd name="connsiteY10" fmla="*/ 15756 h 296298"/>
                <a:gd name="connsiteX11" fmla="*/ 163382 w 296087"/>
                <a:gd name="connsiteY11" fmla="*/ 7878 h 296298"/>
                <a:gd name="connsiteX12" fmla="*/ 155510 w 296087"/>
                <a:gd name="connsiteY12" fmla="*/ 0 h 296298"/>
                <a:gd name="connsiteX13" fmla="*/ 39520 w 296087"/>
                <a:gd name="connsiteY13" fmla="*/ 0 h 296298"/>
                <a:gd name="connsiteX14" fmla="*/ 11582 w 296087"/>
                <a:gd name="connsiteY14" fmla="*/ 11577 h 296298"/>
                <a:gd name="connsiteX15" fmla="*/ 0 w 296087"/>
                <a:gd name="connsiteY15" fmla="*/ 39597 h 296298"/>
                <a:gd name="connsiteX16" fmla="*/ 0 w 296087"/>
                <a:gd name="connsiteY16" fmla="*/ 256702 h 296298"/>
                <a:gd name="connsiteX17" fmla="*/ 11557 w 296087"/>
                <a:gd name="connsiteY17" fmla="*/ 284690 h 296298"/>
                <a:gd name="connsiteX18" fmla="*/ 39526 w 296087"/>
                <a:gd name="connsiteY18" fmla="*/ 296298 h 296298"/>
                <a:gd name="connsiteX19" fmla="*/ 256511 w 296087"/>
                <a:gd name="connsiteY19" fmla="*/ 296298 h 296298"/>
                <a:gd name="connsiteX20" fmla="*/ 296087 w 296087"/>
                <a:gd name="connsiteY20" fmla="*/ 256708 h 296298"/>
                <a:gd name="connsiteX21" fmla="*/ 296087 w 296087"/>
                <a:gd name="connsiteY21" fmla="*/ 140653 h 296298"/>
                <a:gd name="connsiteX22" fmla="*/ 288215 w 296087"/>
                <a:gd name="connsiteY22" fmla="*/ 132775 h 29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96087" h="296298">
                  <a:moveTo>
                    <a:pt x="288221" y="132775"/>
                  </a:moveTo>
                  <a:cubicBezTo>
                    <a:pt x="283876" y="132775"/>
                    <a:pt x="280349" y="136304"/>
                    <a:pt x="280349" y="140653"/>
                  </a:cubicBezTo>
                  <a:lnTo>
                    <a:pt x="280349" y="256708"/>
                  </a:lnTo>
                  <a:cubicBezTo>
                    <a:pt x="280349" y="269848"/>
                    <a:pt x="269655" y="280543"/>
                    <a:pt x="256517" y="280543"/>
                  </a:cubicBezTo>
                  <a:lnTo>
                    <a:pt x="39526" y="280543"/>
                  </a:lnTo>
                  <a:cubicBezTo>
                    <a:pt x="33165" y="280543"/>
                    <a:pt x="27195" y="278053"/>
                    <a:pt x="22704" y="273560"/>
                  </a:cubicBezTo>
                  <a:cubicBezTo>
                    <a:pt x="18208" y="269060"/>
                    <a:pt x="15745" y="263079"/>
                    <a:pt x="15751" y="256708"/>
                  </a:cubicBezTo>
                  <a:lnTo>
                    <a:pt x="15751" y="39540"/>
                  </a:lnTo>
                  <a:cubicBezTo>
                    <a:pt x="15751" y="33181"/>
                    <a:pt x="18226" y="27213"/>
                    <a:pt x="22717" y="22719"/>
                  </a:cubicBezTo>
                  <a:cubicBezTo>
                    <a:pt x="27207" y="18226"/>
                    <a:pt x="33171" y="15756"/>
                    <a:pt x="39526" y="15756"/>
                  </a:cubicBezTo>
                  <a:lnTo>
                    <a:pt x="155510" y="15756"/>
                  </a:lnTo>
                  <a:cubicBezTo>
                    <a:pt x="159856" y="15756"/>
                    <a:pt x="163382" y="12226"/>
                    <a:pt x="163382" y="7878"/>
                  </a:cubicBezTo>
                  <a:cubicBezTo>
                    <a:pt x="163382" y="3529"/>
                    <a:pt x="159856" y="0"/>
                    <a:pt x="155510" y="0"/>
                  </a:cubicBezTo>
                  <a:lnTo>
                    <a:pt x="39520" y="0"/>
                  </a:lnTo>
                  <a:cubicBezTo>
                    <a:pt x="28971" y="0"/>
                    <a:pt x="19045" y="4109"/>
                    <a:pt x="11582" y="11577"/>
                  </a:cubicBezTo>
                  <a:cubicBezTo>
                    <a:pt x="4119" y="19045"/>
                    <a:pt x="0" y="28978"/>
                    <a:pt x="0" y="39597"/>
                  </a:cubicBezTo>
                  <a:lnTo>
                    <a:pt x="0" y="256702"/>
                  </a:lnTo>
                  <a:cubicBezTo>
                    <a:pt x="-12" y="267270"/>
                    <a:pt x="4094" y="277215"/>
                    <a:pt x="11557" y="284690"/>
                  </a:cubicBezTo>
                  <a:cubicBezTo>
                    <a:pt x="19026" y="292170"/>
                    <a:pt x="28958" y="296292"/>
                    <a:pt x="39526" y="296298"/>
                  </a:cubicBezTo>
                  <a:lnTo>
                    <a:pt x="256511" y="296298"/>
                  </a:lnTo>
                  <a:cubicBezTo>
                    <a:pt x="278327" y="296298"/>
                    <a:pt x="296081" y="278539"/>
                    <a:pt x="296087" y="256708"/>
                  </a:cubicBezTo>
                  <a:lnTo>
                    <a:pt x="296087" y="140653"/>
                  </a:lnTo>
                  <a:cubicBezTo>
                    <a:pt x="296087" y="136304"/>
                    <a:pt x="292560" y="132775"/>
                    <a:pt x="288215" y="132775"/>
                  </a:cubicBezTo>
                  <a:close/>
                </a:path>
              </a:pathLst>
            </a:custGeom>
            <a:solidFill>
              <a:srgbClr val="FFFFFF"/>
            </a:solidFill>
            <a:ln w="0" cap="flat">
              <a:noFill/>
              <a:prstDash val="solid"/>
              <a:miter/>
            </a:ln>
          </p:spPr>
          <p:txBody>
            <a:bodyPr rtlCol="0" anchor="ctr"/>
            <a:lstStyle/>
            <a:p>
              <a:endParaRPr lang="de-DE"/>
            </a:p>
          </p:txBody>
        </p:sp>
        <p:sp>
          <p:nvSpPr>
            <p:cNvPr id="551" name="Freihandform 550">
              <a:extLst>
                <a:ext uri="{FF2B5EF4-FFF2-40B4-BE49-F238E27FC236}">
                  <a16:creationId xmlns:a16="http://schemas.microsoft.com/office/drawing/2014/main" id="{F647AA2D-3D71-F1DD-039A-8074B5E070D9}"/>
                </a:ext>
              </a:extLst>
            </p:cNvPr>
            <p:cNvSpPr/>
            <p:nvPr/>
          </p:nvSpPr>
          <p:spPr>
            <a:xfrm>
              <a:off x="8573415" y="2847060"/>
              <a:ext cx="197819" cy="197918"/>
            </a:xfrm>
            <a:custGeom>
              <a:avLst/>
              <a:gdLst>
                <a:gd name="connsiteX0" fmla="*/ 190186 w 197819"/>
                <a:gd name="connsiteY0" fmla="*/ 42695 h 197918"/>
                <a:gd name="connsiteX1" fmla="*/ 155132 w 197819"/>
                <a:gd name="connsiteY1" fmla="*/ 7617 h 197918"/>
                <a:gd name="connsiteX2" fmla="*/ 118245 w 197819"/>
                <a:gd name="connsiteY2" fmla="*/ 7617 h 197918"/>
                <a:gd name="connsiteX3" fmla="*/ 10140 w 197819"/>
                <a:gd name="connsiteY3" fmla="*/ 115807 h 197918"/>
                <a:gd name="connsiteX4" fmla="*/ 7885 w 197819"/>
                <a:gd name="connsiteY4" fmla="*/ 120483 h 197918"/>
                <a:gd name="connsiteX5" fmla="*/ 50 w 197819"/>
                <a:gd name="connsiteY5" fmla="*/ 189152 h 197918"/>
                <a:gd name="connsiteX6" fmla="*/ 2305 w 197819"/>
                <a:gd name="connsiteY6" fmla="*/ 195612 h 197918"/>
                <a:gd name="connsiteX7" fmla="*/ 7872 w 197819"/>
                <a:gd name="connsiteY7" fmla="*/ 197918 h 197918"/>
                <a:gd name="connsiteX8" fmla="*/ 8767 w 197819"/>
                <a:gd name="connsiteY8" fmla="*/ 197868 h 197918"/>
                <a:gd name="connsiteX9" fmla="*/ 77371 w 197819"/>
                <a:gd name="connsiteY9" fmla="*/ 190028 h 197918"/>
                <a:gd name="connsiteX10" fmla="*/ 82044 w 197819"/>
                <a:gd name="connsiteY10" fmla="*/ 187772 h 197918"/>
                <a:gd name="connsiteX11" fmla="*/ 176469 w 197819"/>
                <a:gd name="connsiteY11" fmla="*/ 93365 h 197918"/>
                <a:gd name="connsiteX12" fmla="*/ 190205 w 197819"/>
                <a:gd name="connsiteY12" fmla="*/ 79632 h 197918"/>
                <a:gd name="connsiteX13" fmla="*/ 190205 w 197819"/>
                <a:gd name="connsiteY13" fmla="*/ 42689 h 197918"/>
                <a:gd name="connsiteX14" fmla="*/ 72843 w 197819"/>
                <a:gd name="connsiteY14" fmla="*/ 174695 h 197918"/>
                <a:gd name="connsiteX15" fmla="*/ 16809 w 197819"/>
                <a:gd name="connsiteY15" fmla="*/ 181104 h 197918"/>
                <a:gd name="connsiteX16" fmla="*/ 23214 w 197819"/>
                <a:gd name="connsiteY16" fmla="*/ 125008 h 197918"/>
                <a:gd name="connsiteX17" fmla="*/ 98910 w 197819"/>
                <a:gd name="connsiteY17" fmla="*/ 49249 h 197918"/>
                <a:gd name="connsiteX18" fmla="*/ 148588 w 197819"/>
                <a:gd name="connsiteY18" fmla="*/ 98974 h 197918"/>
                <a:gd name="connsiteX19" fmla="*/ 72849 w 197819"/>
                <a:gd name="connsiteY19" fmla="*/ 174695 h 197918"/>
                <a:gd name="connsiteX20" fmla="*/ 179114 w 197819"/>
                <a:gd name="connsiteY20" fmla="*/ 68446 h 197918"/>
                <a:gd name="connsiteX21" fmla="*/ 159717 w 197819"/>
                <a:gd name="connsiteY21" fmla="*/ 87838 h 197918"/>
                <a:gd name="connsiteX22" fmla="*/ 110038 w 197819"/>
                <a:gd name="connsiteY22" fmla="*/ 38107 h 197918"/>
                <a:gd name="connsiteX23" fmla="*/ 129367 w 197819"/>
                <a:gd name="connsiteY23" fmla="*/ 18766 h 197918"/>
                <a:gd name="connsiteX24" fmla="*/ 144003 w 197819"/>
                <a:gd name="connsiteY24" fmla="*/ 18766 h 197918"/>
                <a:gd name="connsiteX25" fmla="*/ 179045 w 197819"/>
                <a:gd name="connsiteY25" fmla="*/ 53831 h 197918"/>
                <a:gd name="connsiteX26" fmla="*/ 179114 w 197819"/>
                <a:gd name="connsiteY26" fmla="*/ 68446 h 197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97819" h="197918">
                  <a:moveTo>
                    <a:pt x="190186" y="42695"/>
                  </a:moveTo>
                  <a:lnTo>
                    <a:pt x="155132" y="7617"/>
                  </a:lnTo>
                  <a:cubicBezTo>
                    <a:pt x="144973" y="-2536"/>
                    <a:pt x="128428" y="-2542"/>
                    <a:pt x="118245" y="7617"/>
                  </a:cubicBezTo>
                  <a:lnTo>
                    <a:pt x="10140" y="115807"/>
                  </a:lnTo>
                  <a:cubicBezTo>
                    <a:pt x="8880" y="117067"/>
                    <a:pt x="8087" y="118712"/>
                    <a:pt x="7885" y="120483"/>
                  </a:cubicBezTo>
                  <a:lnTo>
                    <a:pt x="50" y="189152"/>
                  </a:lnTo>
                  <a:cubicBezTo>
                    <a:pt x="-220" y="191534"/>
                    <a:pt x="611" y="193917"/>
                    <a:pt x="2305" y="195612"/>
                  </a:cubicBezTo>
                  <a:cubicBezTo>
                    <a:pt x="3785" y="197099"/>
                    <a:pt x="5794" y="197918"/>
                    <a:pt x="7872" y="197918"/>
                  </a:cubicBezTo>
                  <a:cubicBezTo>
                    <a:pt x="8168" y="197918"/>
                    <a:pt x="8471" y="197900"/>
                    <a:pt x="8767" y="197868"/>
                  </a:cubicBezTo>
                  <a:lnTo>
                    <a:pt x="77371" y="190028"/>
                  </a:lnTo>
                  <a:cubicBezTo>
                    <a:pt x="79141" y="189826"/>
                    <a:pt x="80784" y="189032"/>
                    <a:pt x="82044" y="187772"/>
                  </a:cubicBezTo>
                  <a:lnTo>
                    <a:pt x="176469" y="93365"/>
                  </a:lnTo>
                  <a:lnTo>
                    <a:pt x="190205" y="79632"/>
                  </a:lnTo>
                  <a:cubicBezTo>
                    <a:pt x="200358" y="69448"/>
                    <a:pt x="200358" y="52879"/>
                    <a:pt x="190205" y="42689"/>
                  </a:cubicBezTo>
                  <a:close/>
                  <a:moveTo>
                    <a:pt x="72843" y="174695"/>
                  </a:moveTo>
                  <a:lnTo>
                    <a:pt x="16809" y="181104"/>
                  </a:lnTo>
                  <a:lnTo>
                    <a:pt x="23214" y="125008"/>
                  </a:lnTo>
                  <a:lnTo>
                    <a:pt x="98910" y="49249"/>
                  </a:lnTo>
                  <a:lnTo>
                    <a:pt x="148588" y="98974"/>
                  </a:lnTo>
                  <a:lnTo>
                    <a:pt x="72849" y="174695"/>
                  </a:lnTo>
                  <a:close/>
                  <a:moveTo>
                    <a:pt x="179114" y="68446"/>
                  </a:moveTo>
                  <a:lnTo>
                    <a:pt x="159717" y="87838"/>
                  </a:lnTo>
                  <a:lnTo>
                    <a:pt x="110038" y="38107"/>
                  </a:lnTo>
                  <a:lnTo>
                    <a:pt x="129367" y="18766"/>
                  </a:lnTo>
                  <a:cubicBezTo>
                    <a:pt x="133416" y="14739"/>
                    <a:pt x="139985" y="14732"/>
                    <a:pt x="144003" y="18766"/>
                  </a:cubicBezTo>
                  <a:lnTo>
                    <a:pt x="179045" y="53831"/>
                  </a:lnTo>
                  <a:cubicBezTo>
                    <a:pt x="183082" y="57883"/>
                    <a:pt x="183082" y="64469"/>
                    <a:pt x="179114" y="68446"/>
                  </a:cubicBezTo>
                  <a:close/>
                </a:path>
              </a:pathLst>
            </a:custGeom>
            <a:solidFill>
              <a:srgbClr val="FFFFFF"/>
            </a:solidFill>
            <a:ln w="0" cap="flat">
              <a:noFill/>
              <a:prstDash val="solid"/>
              <a:miter/>
            </a:ln>
          </p:spPr>
          <p:txBody>
            <a:bodyPr rtlCol="0" anchor="ctr"/>
            <a:lstStyle/>
            <a:p>
              <a:endParaRPr lang="de-DE"/>
            </a:p>
          </p:txBody>
        </p:sp>
      </p:grpSp>
      <p:sp>
        <p:nvSpPr>
          <p:cNvPr id="552" name="Freihandform 551">
            <a:extLst>
              <a:ext uri="{FF2B5EF4-FFF2-40B4-BE49-F238E27FC236}">
                <a16:creationId xmlns:a16="http://schemas.microsoft.com/office/drawing/2014/main" id="{1B220B24-2516-6D2A-59C5-284475F97C1A}"/>
              </a:ext>
            </a:extLst>
          </p:cNvPr>
          <p:cNvSpPr/>
          <p:nvPr/>
        </p:nvSpPr>
        <p:spPr>
          <a:xfrm>
            <a:off x="7699923" y="5094431"/>
            <a:ext cx="331403" cy="341043"/>
          </a:xfrm>
          <a:custGeom>
            <a:avLst/>
            <a:gdLst>
              <a:gd name="connsiteX0" fmla="*/ 328949 w 331403"/>
              <a:gd name="connsiteY0" fmla="*/ 127702 h 341043"/>
              <a:gd name="connsiteX1" fmla="*/ 328949 w 331403"/>
              <a:gd name="connsiteY1" fmla="*/ 127702 h 341043"/>
              <a:gd name="connsiteX2" fmla="*/ 306371 w 331403"/>
              <a:gd name="connsiteY2" fmla="*/ 113496 h 341043"/>
              <a:gd name="connsiteX3" fmla="*/ 190828 w 331403"/>
              <a:gd name="connsiteY3" fmla="*/ 113496 h 341043"/>
              <a:gd name="connsiteX4" fmla="*/ 190828 w 331403"/>
              <a:gd name="connsiteY4" fmla="*/ 25133 h 341043"/>
              <a:gd name="connsiteX5" fmla="*/ 165775 w 331403"/>
              <a:gd name="connsiteY5" fmla="*/ 0 h 341043"/>
              <a:gd name="connsiteX6" fmla="*/ 165750 w 331403"/>
              <a:gd name="connsiteY6" fmla="*/ 0 h 341043"/>
              <a:gd name="connsiteX7" fmla="*/ 146075 w 331403"/>
              <a:gd name="connsiteY7" fmla="*/ 9529 h 341043"/>
              <a:gd name="connsiteX8" fmla="*/ 5466 w 331403"/>
              <a:gd name="connsiteY8" fmla="*/ 186860 h 341043"/>
              <a:gd name="connsiteX9" fmla="*/ 163 w 331403"/>
              <a:gd name="connsiteY9" fmla="*/ 205320 h 341043"/>
              <a:gd name="connsiteX10" fmla="*/ 9459 w 331403"/>
              <a:gd name="connsiteY10" fmla="*/ 222121 h 341043"/>
              <a:gd name="connsiteX11" fmla="*/ 25047 w 331403"/>
              <a:gd name="connsiteY11" fmla="*/ 227585 h 341043"/>
              <a:gd name="connsiteX12" fmla="*/ 140627 w 331403"/>
              <a:gd name="connsiteY12" fmla="*/ 227585 h 341043"/>
              <a:gd name="connsiteX13" fmla="*/ 140627 w 331403"/>
              <a:gd name="connsiteY13" fmla="*/ 315936 h 341043"/>
              <a:gd name="connsiteX14" fmla="*/ 157430 w 331403"/>
              <a:gd name="connsiteY14" fmla="*/ 339607 h 341043"/>
              <a:gd name="connsiteX15" fmla="*/ 165750 w 331403"/>
              <a:gd name="connsiteY15" fmla="*/ 341044 h 341043"/>
              <a:gd name="connsiteX16" fmla="*/ 185412 w 331403"/>
              <a:gd name="connsiteY16" fmla="*/ 331559 h 341043"/>
              <a:gd name="connsiteX17" fmla="*/ 326015 w 331403"/>
              <a:gd name="connsiteY17" fmla="*/ 154177 h 341043"/>
              <a:gd name="connsiteX18" fmla="*/ 328956 w 331403"/>
              <a:gd name="connsiteY18" fmla="*/ 127714 h 341043"/>
              <a:gd name="connsiteX19" fmla="*/ 313664 w 331403"/>
              <a:gd name="connsiteY19" fmla="*/ 144377 h 341043"/>
              <a:gd name="connsiteX20" fmla="*/ 173093 w 331403"/>
              <a:gd name="connsiteY20" fmla="*/ 321728 h 341043"/>
              <a:gd name="connsiteX21" fmla="*/ 162632 w 331403"/>
              <a:gd name="connsiteY21" fmla="*/ 324734 h 341043"/>
              <a:gd name="connsiteX22" fmla="*/ 156366 w 331403"/>
              <a:gd name="connsiteY22" fmla="*/ 315923 h 341043"/>
              <a:gd name="connsiteX23" fmla="*/ 156366 w 331403"/>
              <a:gd name="connsiteY23" fmla="*/ 219701 h 341043"/>
              <a:gd name="connsiteX24" fmla="*/ 148493 w 331403"/>
              <a:gd name="connsiteY24" fmla="*/ 211823 h 341043"/>
              <a:gd name="connsiteX25" fmla="*/ 25065 w 331403"/>
              <a:gd name="connsiteY25" fmla="*/ 211823 h 341043"/>
              <a:gd name="connsiteX26" fmla="*/ 19265 w 331403"/>
              <a:gd name="connsiteY26" fmla="*/ 209788 h 341043"/>
              <a:gd name="connsiteX27" fmla="*/ 15801 w 331403"/>
              <a:gd name="connsiteY27" fmla="*/ 203542 h 341043"/>
              <a:gd name="connsiteX28" fmla="*/ 17785 w 331403"/>
              <a:gd name="connsiteY28" fmla="*/ 196661 h 341043"/>
              <a:gd name="connsiteX29" fmla="*/ 158419 w 331403"/>
              <a:gd name="connsiteY29" fmla="*/ 19304 h 341043"/>
              <a:gd name="connsiteX30" fmla="*/ 165737 w 331403"/>
              <a:gd name="connsiteY30" fmla="*/ 15756 h 341043"/>
              <a:gd name="connsiteX31" fmla="*/ 165750 w 331403"/>
              <a:gd name="connsiteY31" fmla="*/ 15756 h 341043"/>
              <a:gd name="connsiteX32" fmla="*/ 175071 w 331403"/>
              <a:gd name="connsiteY32" fmla="*/ 25120 h 341043"/>
              <a:gd name="connsiteX33" fmla="*/ 175071 w 331403"/>
              <a:gd name="connsiteY33" fmla="*/ 121368 h 341043"/>
              <a:gd name="connsiteX34" fmla="*/ 182943 w 331403"/>
              <a:gd name="connsiteY34" fmla="*/ 129246 h 341043"/>
              <a:gd name="connsiteX35" fmla="*/ 306352 w 331403"/>
              <a:gd name="connsiteY35" fmla="*/ 129246 h 341043"/>
              <a:gd name="connsiteX36" fmla="*/ 314754 w 331403"/>
              <a:gd name="connsiteY36" fmla="*/ 134533 h 341043"/>
              <a:gd name="connsiteX37" fmla="*/ 313658 w 331403"/>
              <a:gd name="connsiteY37" fmla="*/ 144377 h 341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31403" h="341043">
                <a:moveTo>
                  <a:pt x="328949" y="127702"/>
                </a:moveTo>
                <a:cubicBezTo>
                  <a:pt x="328949" y="127702"/>
                  <a:pt x="328949" y="127702"/>
                  <a:pt x="328949" y="127702"/>
                </a:cubicBezTo>
                <a:cubicBezTo>
                  <a:pt x="324793" y="119074"/>
                  <a:pt x="315932" y="113496"/>
                  <a:pt x="306371" y="113496"/>
                </a:cubicBezTo>
                <a:lnTo>
                  <a:pt x="190828" y="113496"/>
                </a:lnTo>
                <a:lnTo>
                  <a:pt x="190828" y="25133"/>
                </a:lnTo>
                <a:cubicBezTo>
                  <a:pt x="190847" y="11300"/>
                  <a:pt x="179612" y="25"/>
                  <a:pt x="165775" y="0"/>
                </a:cubicBezTo>
                <a:lnTo>
                  <a:pt x="165750" y="0"/>
                </a:lnTo>
                <a:cubicBezTo>
                  <a:pt x="158016" y="0"/>
                  <a:pt x="150849" y="3479"/>
                  <a:pt x="146075" y="9529"/>
                </a:cubicBezTo>
                <a:lnTo>
                  <a:pt x="5466" y="186860"/>
                </a:lnTo>
                <a:cubicBezTo>
                  <a:pt x="1291" y="192104"/>
                  <a:pt x="-592" y="198658"/>
                  <a:pt x="163" y="205320"/>
                </a:cubicBezTo>
                <a:cubicBezTo>
                  <a:pt x="919" y="211987"/>
                  <a:pt x="4225" y="217949"/>
                  <a:pt x="9459" y="222121"/>
                </a:cubicBezTo>
                <a:cubicBezTo>
                  <a:pt x="13880" y="225651"/>
                  <a:pt x="19422" y="227585"/>
                  <a:pt x="25047" y="227585"/>
                </a:cubicBezTo>
                <a:lnTo>
                  <a:pt x="140627" y="227585"/>
                </a:lnTo>
                <a:lnTo>
                  <a:pt x="140627" y="315936"/>
                </a:lnTo>
                <a:cubicBezTo>
                  <a:pt x="140627" y="326612"/>
                  <a:pt x="147410" y="336135"/>
                  <a:pt x="157430" y="339607"/>
                </a:cubicBezTo>
                <a:cubicBezTo>
                  <a:pt x="160107" y="340559"/>
                  <a:pt x="162903" y="341044"/>
                  <a:pt x="165750" y="341044"/>
                </a:cubicBezTo>
                <a:cubicBezTo>
                  <a:pt x="173433" y="341044"/>
                  <a:pt x="180588" y="337591"/>
                  <a:pt x="185412" y="331559"/>
                </a:cubicBezTo>
                <a:lnTo>
                  <a:pt x="326015" y="154177"/>
                </a:lnTo>
                <a:cubicBezTo>
                  <a:pt x="331922" y="146690"/>
                  <a:pt x="333081" y="136310"/>
                  <a:pt x="328956" y="127714"/>
                </a:cubicBezTo>
                <a:close/>
                <a:moveTo>
                  <a:pt x="313664" y="144377"/>
                </a:moveTo>
                <a:lnTo>
                  <a:pt x="173093" y="321728"/>
                </a:lnTo>
                <a:cubicBezTo>
                  <a:pt x="170637" y="324797"/>
                  <a:pt x="166543" y="326101"/>
                  <a:pt x="162632" y="324734"/>
                </a:cubicBezTo>
                <a:cubicBezTo>
                  <a:pt x="158885" y="323429"/>
                  <a:pt x="156372" y="319887"/>
                  <a:pt x="156366" y="315923"/>
                </a:cubicBezTo>
                <a:lnTo>
                  <a:pt x="156366" y="219701"/>
                </a:lnTo>
                <a:cubicBezTo>
                  <a:pt x="156366" y="215353"/>
                  <a:pt x="152839" y="211823"/>
                  <a:pt x="148493" y="211823"/>
                </a:cubicBezTo>
                <a:lnTo>
                  <a:pt x="25065" y="211823"/>
                </a:lnTo>
                <a:cubicBezTo>
                  <a:pt x="22975" y="211823"/>
                  <a:pt x="20915" y="211105"/>
                  <a:pt x="19265" y="209788"/>
                </a:cubicBezTo>
                <a:cubicBezTo>
                  <a:pt x="17313" y="208238"/>
                  <a:pt x="16085" y="206013"/>
                  <a:pt x="15801" y="203542"/>
                </a:cubicBezTo>
                <a:cubicBezTo>
                  <a:pt x="15524" y="201059"/>
                  <a:pt x="16223" y="198626"/>
                  <a:pt x="17785" y="196661"/>
                </a:cubicBezTo>
                <a:lnTo>
                  <a:pt x="158419" y="19304"/>
                </a:lnTo>
                <a:cubicBezTo>
                  <a:pt x="160195" y="17048"/>
                  <a:pt x="162865" y="15756"/>
                  <a:pt x="165737" y="15756"/>
                </a:cubicBezTo>
                <a:lnTo>
                  <a:pt x="165750" y="15756"/>
                </a:lnTo>
                <a:cubicBezTo>
                  <a:pt x="170895" y="15768"/>
                  <a:pt x="175077" y="19965"/>
                  <a:pt x="175071" y="25120"/>
                </a:cubicBezTo>
                <a:lnTo>
                  <a:pt x="175071" y="121368"/>
                </a:lnTo>
                <a:cubicBezTo>
                  <a:pt x="175071" y="125716"/>
                  <a:pt x="178598" y="129246"/>
                  <a:pt x="182943" y="129246"/>
                </a:cubicBezTo>
                <a:lnTo>
                  <a:pt x="306352" y="129246"/>
                </a:lnTo>
                <a:cubicBezTo>
                  <a:pt x="309904" y="129246"/>
                  <a:pt x="313204" y="131319"/>
                  <a:pt x="314754" y="134533"/>
                </a:cubicBezTo>
                <a:cubicBezTo>
                  <a:pt x="316284" y="137735"/>
                  <a:pt x="315856" y="141598"/>
                  <a:pt x="313658" y="144377"/>
                </a:cubicBezTo>
                <a:close/>
              </a:path>
            </a:pathLst>
          </a:custGeom>
          <a:solidFill>
            <a:srgbClr val="FFFFFF"/>
          </a:solidFill>
          <a:ln w="0" cap="flat">
            <a:noFill/>
            <a:prstDash val="solid"/>
            <a:miter/>
          </a:ln>
        </p:spPr>
        <p:txBody>
          <a:bodyPr rtlCol="0" anchor="ctr"/>
          <a:lstStyle/>
          <a:p>
            <a:endParaRPr lang="de-DE"/>
          </a:p>
        </p:txBody>
      </p:sp>
      <p:sp>
        <p:nvSpPr>
          <p:cNvPr id="553" name="Freihandform 552">
            <a:extLst>
              <a:ext uri="{FF2B5EF4-FFF2-40B4-BE49-F238E27FC236}">
                <a16:creationId xmlns:a16="http://schemas.microsoft.com/office/drawing/2014/main" id="{5FB404BC-17FE-87F9-7C4F-F5EFC2B09FFB}"/>
              </a:ext>
            </a:extLst>
          </p:cNvPr>
          <p:cNvSpPr/>
          <p:nvPr/>
        </p:nvSpPr>
        <p:spPr>
          <a:xfrm>
            <a:off x="6222844" y="4355762"/>
            <a:ext cx="320094" cy="322351"/>
          </a:xfrm>
          <a:custGeom>
            <a:avLst/>
            <a:gdLst>
              <a:gd name="connsiteX0" fmla="*/ 200843 w 320094"/>
              <a:gd name="connsiteY0" fmla="*/ 159610 h 322351"/>
              <a:gd name="connsiteX1" fmla="*/ 245048 w 320094"/>
              <a:gd name="connsiteY1" fmla="*/ 85036 h 322351"/>
              <a:gd name="connsiteX2" fmla="*/ 160070 w 320094"/>
              <a:gd name="connsiteY2" fmla="*/ 0 h 322351"/>
              <a:gd name="connsiteX3" fmla="*/ 75097 w 320094"/>
              <a:gd name="connsiteY3" fmla="*/ 85036 h 322351"/>
              <a:gd name="connsiteX4" fmla="*/ 119284 w 320094"/>
              <a:gd name="connsiteY4" fmla="*/ 159597 h 322351"/>
              <a:gd name="connsiteX5" fmla="*/ 0 w 320094"/>
              <a:gd name="connsiteY5" fmla="*/ 314474 h 322351"/>
              <a:gd name="connsiteX6" fmla="*/ 7872 w 320094"/>
              <a:gd name="connsiteY6" fmla="*/ 322352 h 322351"/>
              <a:gd name="connsiteX7" fmla="*/ 312222 w 320094"/>
              <a:gd name="connsiteY7" fmla="*/ 322352 h 322351"/>
              <a:gd name="connsiteX8" fmla="*/ 320095 w 320094"/>
              <a:gd name="connsiteY8" fmla="*/ 314474 h 322351"/>
              <a:gd name="connsiteX9" fmla="*/ 200849 w 320094"/>
              <a:gd name="connsiteY9" fmla="*/ 159610 h 322351"/>
              <a:gd name="connsiteX10" fmla="*/ 90836 w 320094"/>
              <a:gd name="connsiteY10" fmla="*/ 85036 h 322351"/>
              <a:gd name="connsiteX11" fmla="*/ 160063 w 320094"/>
              <a:gd name="connsiteY11" fmla="*/ 15756 h 322351"/>
              <a:gd name="connsiteX12" fmla="*/ 229297 w 320094"/>
              <a:gd name="connsiteY12" fmla="*/ 85036 h 322351"/>
              <a:gd name="connsiteX13" fmla="*/ 160063 w 320094"/>
              <a:gd name="connsiteY13" fmla="*/ 154316 h 322351"/>
              <a:gd name="connsiteX14" fmla="*/ 90836 w 320094"/>
              <a:gd name="connsiteY14" fmla="*/ 85036 h 322351"/>
              <a:gd name="connsiteX15" fmla="*/ 15940 w 320094"/>
              <a:gd name="connsiteY15" fmla="*/ 306596 h 322351"/>
              <a:gd name="connsiteX16" fmla="*/ 160038 w 320094"/>
              <a:gd name="connsiteY16" fmla="*/ 170071 h 322351"/>
              <a:gd name="connsiteX17" fmla="*/ 304130 w 320094"/>
              <a:gd name="connsiteY17" fmla="*/ 306596 h 322351"/>
              <a:gd name="connsiteX18" fmla="*/ 15940 w 320094"/>
              <a:gd name="connsiteY18" fmla="*/ 306596 h 322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20094" h="322351">
                <a:moveTo>
                  <a:pt x="200843" y="159610"/>
                </a:moveTo>
                <a:cubicBezTo>
                  <a:pt x="227162" y="145140"/>
                  <a:pt x="245048" y="117145"/>
                  <a:pt x="245048" y="85036"/>
                </a:cubicBezTo>
                <a:cubicBezTo>
                  <a:pt x="245048" y="38147"/>
                  <a:pt x="206926" y="0"/>
                  <a:pt x="160070" y="0"/>
                </a:cubicBezTo>
                <a:cubicBezTo>
                  <a:pt x="113213" y="0"/>
                  <a:pt x="75097" y="38147"/>
                  <a:pt x="75097" y="85036"/>
                </a:cubicBezTo>
                <a:cubicBezTo>
                  <a:pt x="75097" y="117139"/>
                  <a:pt x="92977" y="145127"/>
                  <a:pt x="119284" y="159597"/>
                </a:cubicBezTo>
                <a:cubicBezTo>
                  <a:pt x="50718" y="177684"/>
                  <a:pt x="0" y="240259"/>
                  <a:pt x="0" y="314474"/>
                </a:cubicBezTo>
                <a:cubicBezTo>
                  <a:pt x="0" y="318822"/>
                  <a:pt x="3527" y="322352"/>
                  <a:pt x="7872" y="322352"/>
                </a:cubicBezTo>
                <a:lnTo>
                  <a:pt x="312222" y="322352"/>
                </a:lnTo>
                <a:cubicBezTo>
                  <a:pt x="316568" y="322352"/>
                  <a:pt x="320095" y="318822"/>
                  <a:pt x="320095" y="314474"/>
                </a:cubicBezTo>
                <a:cubicBezTo>
                  <a:pt x="320095" y="240272"/>
                  <a:pt x="269402" y="177710"/>
                  <a:pt x="200849" y="159610"/>
                </a:cubicBezTo>
                <a:close/>
                <a:moveTo>
                  <a:pt x="90836" y="85036"/>
                </a:moveTo>
                <a:cubicBezTo>
                  <a:pt x="90836" y="46832"/>
                  <a:pt x="121891" y="15756"/>
                  <a:pt x="160063" y="15756"/>
                </a:cubicBezTo>
                <a:cubicBezTo>
                  <a:pt x="198235" y="15756"/>
                  <a:pt x="229297" y="46838"/>
                  <a:pt x="229297" y="85036"/>
                </a:cubicBezTo>
                <a:cubicBezTo>
                  <a:pt x="229297" y="123233"/>
                  <a:pt x="198235" y="154316"/>
                  <a:pt x="160063" y="154316"/>
                </a:cubicBezTo>
                <a:cubicBezTo>
                  <a:pt x="121891" y="154316"/>
                  <a:pt x="90836" y="123233"/>
                  <a:pt x="90836" y="85036"/>
                </a:cubicBezTo>
                <a:close/>
                <a:moveTo>
                  <a:pt x="15940" y="306596"/>
                </a:moveTo>
                <a:cubicBezTo>
                  <a:pt x="20046" y="230623"/>
                  <a:pt x="83108" y="170071"/>
                  <a:pt x="160038" y="170071"/>
                </a:cubicBezTo>
                <a:cubicBezTo>
                  <a:pt x="236968" y="170071"/>
                  <a:pt x="300023" y="230623"/>
                  <a:pt x="304130" y="306596"/>
                </a:cubicBezTo>
                <a:lnTo>
                  <a:pt x="15940" y="306596"/>
                </a:lnTo>
                <a:close/>
              </a:path>
            </a:pathLst>
          </a:custGeom>
          <a:solidFill>
            <a:srgbClr val="FFFFFF"/>
          </a:solidFill>
          <a:ln w="0" cap="flat">
            <a:noFill/>
            <a:prstDash val="solid"/>
            <a:miter/>
          </a:ln>
        </p:spPr>
        <p:txBody>
          <a:bodyPr rtlCol="0" anchor="ctr"/>
          <a:lstStyle/>
          <a:p>
            <a:endParaRPr lang="de-DE"/>
          </a:p>
        </p:txBody>
      </p:sp>
      <p:sp>
        <p:nvSpPr>
          <p:cNvPr id="554" name="Freihandform 553">
            <a:extLst>
              <a:ext uri="{FF2B5EF4-FFF2-40B4-BE49-F238E27FC236}">
                <a16:creationId xmlns:a16="http://schemas.microsoft.com/office/drawing/2014/main" id="{A4D87FE1-971A-9F8D-54BE-8D5061876211}"/>
              </a:ext>
            </a:extLst>
          </p:cNvPr>
          <p:cNvSpPr/>
          <p:nvPr/>
        </p:nvSpPr>
        <p:spPr>
          <a:xfrm>
            <a:off x="5492137" y="5106251"/>
            <a:ext cx="309358" cy="309580"/>
          </a:xfrm>
          <a:custGeom>
            <a:avLst/>
            <a:gdLst>
              <a:gd name="connsiteX0" fmla="*/ 289010 w 309358"/>
              <a:gd name="connsiteY0" fmla="*/ 213913 h 309580"/>
              <a:gd name="connsiteX1" fmla="*/ 238217 w 309358"/>
              <a:gd name="connsiteY1" fmla="*/ 179225 h 309580"/>
              <a:gd name="connsiteX2" fmla="*/ 190806 w 309358"/>
              <a:gd name="connsiteY2" fmla="*/ 187418 h 309580"/>
              <a:gd name="connsiteX3" fmla="*/ 156457 w 309358"/>
              <a:gd name="connsiteY3" fmla="*/ 187935 h 309580"/>
              <a:gd name="connsiteX4" fmla="*/ 139011 w 309358"/>
              <a:gd name="connsiteY4" fmla="*/ 170490 h 309580"/>
              <a:gd name="connsiteX5" fmla="*/ 138999 w 309358"/>
              <a:gd name="connsiteY5" fmla="*/ 170472 h 309580"/>
              <a:gd name="connsiteX6" fmla="*/ 121623 w 309358"/>
              <a:gd name="connsiteY6" fmla="*/ 153096 h 309580"/>
              <a:gd name="connsiteX7" fmla="*/ 122152 w 309358"/>
              <a:gd name="connsiteY7" fmla="*/ 118560 h 309580"/>
              <a:gd name="connsiteX8" fmla="*/ 129942 w 309358"/>
              <a:gd name="connsiteY8" fmla="*/ 70644 h 309580"/>
              <a:gd name="connsiteX9" fmla="*/ 95555 w 309358"/>
              <a:gd name="connsiteY9" fmla="*/ 20278 h 309580"/>
              <a:gd name="connsiteX10" fmla="*/ 48541 w 309358"/>
              <a:gd name="connsiteY10" fmla="*/ 1579 h 309580"/>
              <a:gd name="connsiteX11" fmla="*/ 613 w 309358"/>
              <a:gd name="connsiteY11" fmla="*/ 55356 h 309580"/>
              <a:gd name="connsiteX12" fmla="*/ 80793 w 309358"/>
              <a:gd name="connsiteY12" fmla="*/ 228717 h 309580"/>
              <a:gd name="connsiteX13" fmla="*/ 240642 w 309358"/>
              <a:gd name="connsiteY13" fmla="*/ 309580 h 309580"/>
              <a:gd name="connsiteX14" fmla="*/ 254044 w 309358"/>
              <a:gd name="connsiteY14" fmla="*/ 308962 h 309580"/>
              <a:gd name="connsiteX15" fmla="*/ 307778 w 309358"/>
              <a:gd name="connsiteY15" fmla="*/ 261022 h 309580"/>
              <a:gd name="connsiteX16" fmla="*/ 289017 w 309358"/>
              <a:gd name="connsiteY16" fmla="*/ 213907 h 309580"/>
              <a:gd name="connsiteX17" fmla="*/ 292613 w 309358"/>
              <a:gd name="connsiteY17" fmla="*/ 256774 h 309580"/>
              <a:gd name="connsiteX18" fmla="*/ 252583 w 309358"/>
              <a:gd name="connsiteY18" fmla="*/ 293277 h 309580"/>
              <a:gd name="connsiteX19" fmla="*/ 91921 w 309358"/>
              <a:gd name="connsiteY19" fmla="*/ 217580 h 309580"/>
              <a:gd name="connsiteX20" fmla="*/ 16283 w 309358"/>
              <a:gd name="connsiteY20" fmla="*/ 56805 h 309580"/>
              <a:gd name="connsiteX21" fmla="*/ 52773 w 309358"/>
              <a:gd name="connsiteY21" fmla="*/ 16761 h 309580"/>
              <a:gd name="connsiteX22" fmla="*/ 59676 w 309358"/>
              <a:gd name="connsiteY22" fmla="*/ 15752 h 309580"/>
              <a:gd name="connsiteX23" fmla="*/ 83312 w 309358"/>
              <a:gd name="connsiteY23" fmla="*/ 30197 h 309580"/>
              <a:gd name="connsiteX24" fmla="*/ 116043 w 309358"/>
              <a:gd name="connsiteY24" fmla="*/ 78037 h 309580"/>
              <a:gd name="connsiteX25" fmla="*/ 111105 w 309358"/>
              <a:gd name="connsiteY25" fmla="*/ 107330 h 309580"/>
              <a:gd name="connsiteX26" fmla="*/ 110400 w 309358"/>
              <a:gd name="connsiteY26" fmla="*/ 164151 h 309580"/>
              <a:gd name="connsiteX27" fmla="*/ 127851 w 309358"/>
              <a:gd name="connsiteY27" fmla="*/ 181614 h 309580"/>
              <a:gd name="connsiteX28" fmla="*/ 145410 w 309358"/>
              <a:gd name="connsiteY28" fmla="*/ 199165 h 309580"/>
              <a:gd name="connsiteX29" fmla="*/ 202016 w 309358"/>
              <a:gd name="connsiteY29" fmla="*/ 198485 h 309580"/>
              <a:gd name="connsiteX30" fmla="*/ 230861 w 309358"/>
              <a:gd name="connsiteY30" fmla="*/ 193153 h 309580"/>
              <a:gd name="connsiteX31" fmla="*/ 279091 w 309358"/>
              <a:gd name="connsiteY31" fmla="*/ 226152 h 309580"/>
              <a:gd name="connsiteX32" fmla="*/ 292613 w 309358"/>
              <a:gd name="connsiteY32" fmla="*/ 256774 h 309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9358" h="309580">
                <a:moveTo>
                  <a:pt x="289010" y="213913"/>
                </a:moveTo>
                <a:cubicBezTo>
                  <a:pt x="273215" y="201220"/>
                  <a:pt x="256305" y="189643"/>
                  <a:pt x="238217" y="179225"/>
                </a:cubicBezTo>
                <a:cubicBezTo>
                  <a:pt x="222315" y="171568"/>
                  <a:pt x="203276" y="174845"/>
                  <a:pt x="190806" y="187418"/>
                </a:cubicBezTo>
                <a:cubicBezTo>
                  <a:pt x="181441" y="197010"/>
                  <a:pt x="165998" y="197212"/>
                  <a:pt x="156457" y="187935"/>
                </a:cubicBezTo>
                <a:cubicBezTo>
                  <a:pt x="141852" y="173352"/>
                  <a:pt x="139024" y="170503"/>
                  <a:pt x="139011" y="170490"/>
                </a:cubicBezTo>
                <a:cubicBezTo>
                  <a:pt x="139011" y="170490"/>
                  <a:pt x="139005" y="170478"/>
                  <a:pt x="138999" y="170472"/>
                </a:cubicBezTo>
                <a:lnTo>
                  <a:pt x="121623" y="153096"/>
                </a:lnTo>
                <a:cubicBezTo>
                  <a:pt x="112295" y="143454"/>
                  <a:pt x="112509" y="127982"/>
                  <a:pt x="122152" y="118560"/>
                </a:cubicBezTo>
                <a:cubicBezTo>
                  <a:pt x="134697" y="106094"/>
                  <a:pt x="137934" y="87043"/>
                  <a:pt x="129942" y="70644"/>
                </a:cubicBezTo>
                <a:cubicBezTo>
                  <a:pt x="119821" y="53087"/>
                  <a:pt x="108265" y="36159"/>
                  <a:pt x="95555" y="20278"/>
                </a:cubicBezTo>
                <a:cubicBezTo>
                  <a:pt x="90309" y="13862"/>
                  <a:pt x="74363" y="-5638"/>
                  <a:pt x="48541" y="1579"/>
                </a:cubicBezTo>
                <a:cubicBezTo>
                  <a:pt x="25188" y="8114"/>
                  <a:pt x="2282" y="37104"/>
                  <a:pt x="613" y="55356"/>
                </a:cubicBezTo>
                <a:cubicBezTo>
                  <a:pt x="-5893" y="125732"/>
                  <a:pt x="40624" y="188477"/>
                  <a:pt x="80793" y="228717"/>
                </a:cubicBezTo>
                <a:cubicBezTo>
                  <a:pt x="118379" y="266372"/>
                  <a:pt x="175678" y="309586"/>
                  <a:pt x="240642" y="309580"/>
                </a:cubicBezTo>
                <a:cubicBezTo>
                  <a:pt x="245069" y="309580"/>
                  <a:pt x="249547" y="309379"/>
                  <a:pt x="254044" y="308962"/>
                </a:cubicBezTo>
                <a:cubicBezTo>
                  <a:pt x="272264" y="307273"/>
                  <a:pt x="301222" y="284371"/>
                  <a:pt x="307778" y="261022"/>
                </a:cubicBezTo>
                <a:cubicBezTo>
                  <a:pt x="315002" y="235208"/>
                  <a:pt x="295485" y="219213"/>
                  <a:pt x="289017" y="213907"/>
                </a:cubicBezTo>
                <a:close/>
                <a:moveTo>
                  <a:pt x="292613" y="256774"/>
                </a:moveTo>
                <a:cubicBezTo>
                  <a:pt x="287732" y="274143"/>
                  <a:pt x="264083" y="292218"/>
                  <a:pt x="252583" y="293277"/>
                </a:cubicBezTo>
                <a:cubicBezTo>
                  <a:pt x="202363" y="298035"/>
                  <a:pt x="145309" y="271061"/>
                  <a:pt x="91921" y="217580"/>
                </a:cubicBezTo>
                <a:cubicBezTo>
                  <a:pt x="54133" y="179729"/>
                  <a:pt x="10337" y="121106"/>
                  <a:pt x="16283" y="56805"/>
                </a:cubicBezTo>
                <a:cubicBezTo>
                  <a:pt x="17341" y="45284"/>
                  <a:pt x="35410" y="21613"/>
                  <a:pt x="52773" y="16761"/>
                </a:cubicBezTo>
                <a:cubicBezTo>
                  <a:pt x="55154" y="16093"/>
                  <a:pt x="57446" y="15752"/>
                  <a:pt x="59676" y="15752"/>
                </a:cubicBezTo>
                <a:cubicBezTo>
                  <a:pt x="67882" y="15752"/>
                  <a:pt x="75257" y="20353"/>
                  <a:pt x="83312" y="30197"/>
                </a:cubicBezTo>
                <a:cubicBezTo>
                  <a:pt x="95473" y="45398"/>
                  <a:pt x="106577" y="61658"/>
                  <a:pt x="116043" y="78037"/>
                </a:cubicBezTo>
                <a:cubicBezTo>
                  <a:pt x="120823" y="87881"/>
                  <a:pt x="118820" y="99673"/>
                  <a:pt x="111105" y="107330"/>
                </a:cubicBezTo>
                <a:cubicBezTo>
                  <a:pt x="95322" y="122751"/>
                  <a:pt x="94970" y="148200"/>
                  <a:pt x="110400" y="164151"/>
                </a:cubicBezTo>
                <a:lnTo>
                  <a:pt x="127851" y="181614"/>
                </a:lnTo>
                <a:cubicBezTo>
                  <a:pt x="127927" y="181696"/>
                  <a:pt x="130855" y="184633"/>
                  <a:pt x="145410" y="199165"/>
                </a:cubicBezTo>
                <a:cubicBezTo>
                  <a:pt x="161224" y="214543"/>
                  <a:pt x="186643" y="214215"/>
                  <a:pt x="202016" y="198485"/>
                </a:cubicBezTo>
                <a:cubicBezTo>
                  <a:pt x="209725" y="190714"/>
                  <a:pt x="221527" y="188672"/>
                  <a:pt x="230861" y="193153"/>
                </a:cubicBezTo>
                <a:cubicBezTo>
                  <a:pt x="247740" y="202897"/>
                  <a:pt x="263982" y="214020"/>
                  <a:pt x="279091" y="226152"/>
                </a:cubicBezTo>
                <a:cubicBezTo>
                  <a:pt x="291687" y="236481"/>
                  <a:pt x="295730" y="245638"/>
                  <a:pt x="292613" y="256774"/>
                </a:cubicBezTo>
                <a:close/>
              </a:path>
            </a:pathLst>
          </a:custGeom>
          <a:solidFill>
            <a:srgbClr val="FFFFFF"/>
          </a:solidFill>
          <a:ln w="0" cap="flat">
            <a:noFill/>
            <a:prstDash val="solid"/>
            <a:miter/>
          </a:ln>
        </p:spPr>
        <p:txBody>
          <a:bodyPr rtlCol="0" anchor="ctr"/>
          <a:lstStyle/>
          <a:p>
            <a:endParaRPr lang="de-DE"/>
          </a:p>
        </p:txBody>
      </p:sp>
      <p:grpSp>
        <p:nvGrpSpPr>
          <p:cNvPr id="555" name="Grafik 463">
            <a:extLst>
              <a:ext uri="{FF2B5EF4-FFF2-40B4-BE49-F238E27FC236}">
                <a16:creationId xmlns:a16="http://schemas.microsoft.com/office/drawing/2014/main" id="{AF16CDEE-5133-AA3E-4C0B-24BAC1772BCC}"/>
              </a:ext>
            </a:extLst>
          </p:cNvPr>
          <p:cNvGrpSpPr/>
          <p:nvPr/>
        </p:nvGrpSpPr>
        <p:grpSpPr>
          <a:xfrm>
            <a:off x="8404116" y="5873611"/>
            <a:ext cx="376240" cy="278696"/>
            <a:chOff x="8404116" y="5873611"/>
            <a:chExt cx="376240" cy="278696"/>
          </a:xfrm>
          <a:solidFill>
            <a:srgbClr val="FFFFFF"/>
          </a:solidFill>
        </p:grpSpPr>
        <p:sp>
          <p:nvSpPr>
            <p:cNvPr id="556" name="Freihandform 555">
              <a:extLst>
                <a:ext uri="{FF2B5EF4-FFF2-40B4-BE49-F238E27FC236}">
                  <a16:creationId xmlns:a16="http://schemas.microsoft.com/office/drawing/2014/main" id="{13554553-D458-CD88-8C9A-985F6A009F67}"/>
                </a:ext>
              </a:extLst>
            </p:cNvPr>
            <p:cNvSpPr/>
            <p:nvPr/>
          </p:nvSpPr>
          <p:spPr>
            <a:xfrm>
              <a:off x="8404116" y="5873611"/>
              <a:ext cx="376240" cy="278696"/>
            </a:xfrm>
            <a:custGeom>
              <a:avLst/>
              <a:gdLst>
                <a:gd name="connsiteX0" fmla="*/ 375784 w 376240"/>
                <a:gd name="connsiteY0" fmla="*/ 136720 h 278696"/>
                <a:gd name="connsiteX1" fmla="*/ 188117 w 376240"/>
                <a:gd name="connsiteY1" fmla="*/ 0 h 278696"/>
                <a:gd name="connsiteX2" fmla="*/ 462 w 376240"/>
                <a:gd name="connsiteY2" fmla="*/ 136657 h 278696"/>
                <a:gd name="connsiteX3" fmla="*/ 487 w 376240"/>
                <a:gd name="connsiteY3" fmla="*/ 142033 h 278696"/>
                <a:gd name="connsiteX4" fmla="*/ 188117 w 376240"/>
                <a:gd name="connsiteY4" fmla="*/ 278696 h 278696"/>
                <a:gd name="connsiteX5" fmla="*/ 375778 w 376240"/>
                <a:gd name="connsiteY5" fmla="*/ 142027 h 278696"/>
                <a:gd name="connsiteX6" fmla="*/ 375778 w 376240"/>
                <a:gd name="connsiteY6" fmla="*/ 136726 h 278696"/>
                <a:gd name="connsiteX7" fmla="*/ 188117 w 376240"/>
                <a:gd name="connsiteY7" fmla="*/ 262928 h 278696"/>
                <a:gd name="connsiteX8" fmla="*/ 16283 w 376240"/>
                <a:gd name="connsiteY8" fmla="*/ 139266 h 278696"/>
                <a:gd name="connsiteX9" fmla="*/ 188117 w 376240"/>
                <a:gd name="connsiteY9" fmla="*/ 15749 h 278696"/>
                <a:gd name="connsiteX10" fmla="*/ 359976 w 376240"/>
                <a:gd name="connsiteY10" fmla="*/ 139354 h 278696"/>
                <a:gd name="connsiteX11" fmla="*/ 188117 w 376240"/>
                <a:gd name="connsiteY11" fmla="*/ 262922 h 278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6240" h="278696">
                  <a:moveTo>
                    <a:pt x="375784" y="136720"/>
                  </a:moveTo>
                  <a:cubicBezTo>
                    <a:pt x="367641" y="113887"/>
                    <a:pt x="320349" y="0"/>
                    <a:pt x="188117" y="0"/>
                  </a:cubicBezTo>
                  <a:cubicBezTo>
                    <a:pt x="55885" y="0"/>
                    <a:pt x="8624" y="113831"/>
                    <a:pt x="462" y="136657"/>
                  </a:cubicBezTo>
                  <a:cubicBezTo>
                    <a:pt x="-161" y="138390"/>
                    <a:pt x="-155" y="140293"/>
                    <a:pt x="487" y="142033"/>
                  </a:cubicBezTo>
                  <a:cubicBezTo>
                    <a:pt x="8883" y="164853"/>
                    <a:pt x="57377" y="278696"/>
                    <a:pt x="188117" y="278696"/>
                  </a:cubicBezTo>
                  <a:cubicBezTo>
                    <a:pt x="320255" y="278696"/>
                    <a:pt x="367628" y="164853"/>
                    <a:pt x="375778" y="142027"/>
                  </a:cubicBezTo>
                  <a:cubicBezTo>
                    <a:pt x="376395" y="140319"/>
                    <a:pt x="376395" y="138440"/>
                    <a:pt x="375778" y="136726"/>
                  </a:cubicBezTo>
                  <a:close/>
                  <a:moveTo>
                    <a:pt x="188117" y="262928"/>
                  </a:moveTo>
                  <a:cubicBezTo>
                    <a:pt x="72284" y="262928"/>
                    <a:pt x="26448" y="165338"/>
                    <a:pt x="16283" y="139266"/>
                  </a:cubicBezTo>
                  <a:cubicBezTo>
                    <a:pt x="26190" y="113200"/>
                    <a:pt x="71100" y="15749"/>
                    <a:pt x="188117" y="15749"/>
                  </a:cubicBezTo>
                  <a:cubicBezTo>
                    <a:pt x="305134" y="15749"/>
                    <a:pt x="350132" y="113352"/>
                    <a:pt x="359976" y="139354"/>
                  </a:cubicBezTo>
                  <a:cubicBezTo>
                    <a:pt x="350114" y="165357"/>
                    <a:pt x="305240" y="262922"/>
                    <a:pt x="188117" y="262922"/>
                  </a:cubicBezTo>
                  <a:close/>
                </a:path>
              </a:pathLst>
            </a:custGeom>
            <a:solidFill>
              <a:srgbClr val="FFFFFF"/>
            </a:solidFill>
            <a:ln w="0" cap="flat">
              <a:noFill/>
              <a:prstDash val="solid"/>
              <a:miter/>
            </a:ln>
          </p:spPr>
          <p:txBody>
            <a:bodyPr rtlCol="0" anchor="ctr"/>
            <a:lstStyle/>
            <a:p>
              <a:endParaRPr lang="de-DE"/>
            </a:p>
          </p:txBody>
        </p:sp>
        <p:sp>
          <p:nvSpPr>
            <p:cNvPr id="557" name="Freihandform 556">
              <a:extLst>
                <a:ext uri="{FF2B5EF4-FFF2-40B4-BE49-F238E27FC236}">
                  <a16:creationId xmlns:a16="http://schemas.microsoft.com/office/drawing/2014/main" id="{C280615C-C2EE-D0DE-1EEC-19D494A9EC2F}"/>
                </a:ext>
              </a:extLst>
            </p:cNvPr>
            <p:cNvSpPr/>
            <p:nvPr/>
          </p:nvSpPr>
          <p:spPr>
            <a:xfrm>
              <a:off x="8513955" y="5934604"/>
              <a:ext cx="156593" cy="156698"/>
            </a:xfrm>
            <a:custGeom>
              <a:avLst/>
              <a:gdLst>
                <a:gd name="connsiteX0" fmla="*/ 78290 w 156593"/>
                <a:gd name="connsiteY0" fmla="*/ 0 h 156698"/>
                <a:gd name="connsiteX1" fmla="*/ 22925 w 156593"/>
                <a:gd name="connsiteY1" fmla="*/ 22966 h 156698"/>
                <a:gd name="connsiteX2" fmla="*/ 0 w 156593"/>
                <a:gd name="connsiteY2" fmla="*/ 78374 h 156698"/>
                <a:gd name="connsiteX3" fmla="*/ 22950 w 156593"/>
                <a:gd name="connsiteY3" fmla="*/ 133771 h 156698"/>
                <a:gd name="connsiteX4" fmla="*/ 78297 w 156593"/>
                <a:gd name="connsiteY4" fmla="*/ 156698 h 156698"/>
                <a:gd name="connsiteX5" fmla="*/ 78322 w 156593"/>
                <a:gd name="connsiteY5" fmla="*/ 156698 h 156698"/>
                <a:gd name="connsiteX6" fmla="*/ 156593 w 156593"/>
                <a:gd name="connsiteY6" fmla="*/ 78318 h 156698"/>
                <a:gd name="connsiteX7" fmla="*/ 78290 w 156593"/>
                <a:gd name="connsiteY7" fmla="*/ 0 h 156698"/>
                <a:gd name="connsiteX8" fmla="*/ 122540 w 156593"/>
                <a:gd name="connsiteY8" fmla="*/ 122591 h 156698"/>
                <a:gd name="connsiteX9" fmla="*/ 78322 w 156593"/>
                <a:gd name="connsiteY9" fmla="*/ 140937 h 156698"/>
                <a:gd name="connsiteX10" fmla="*/ 78297 w 156593"/>
                <a:gd name="connsiteY10" fmla="*/ 140937 h 156698"/>
                <a:gd name="connsiteX11" fmla="*/ 34078 w 156593"/>
                <a:gd name="connsiteY11" fmla="*/ 122622 h 156698"/>
                <a:gd name="connsiteX12" fmla="*/ 15745 w 156593"/>
                <a:gd name="connsiteY12" fmla="*/ 78374 h 156698"/>
                <a:gd name="connsiteX13" fmla="*/ 7872 w 156593"/>
                <a:gd name="connsiteY13" fmla="*/ 78374 h 156698"/>
                <a:gd name="connsiteX14" fmla="*/ 15745 w 156593"/>
                <a:gd name="connsiteY14" fmla="*/ 78374 h 156698"/>
                <a:gd name="connsiteX15" fmla="*/ 34060 w 156593"/>
                <a:gd name="connsiteY15" fmla="*/ 34108 h 156698"/>
                <a:gd name="connsiteX16" fmla="*/ 78284 w 156593"/>
                <a:gd name="connsiteY16" fmla="*/ 15768 h 156698"/>
                <a:gd name="connsiteX17" fmla="*/ 140842 w 156593"/>
                <a:gd name="connsiteY17" fmla="*/ 78336 h 156698"/>
                <a:gd name="connsiteX18" fmla="*/ 122540 w 156593"/>
                <a:gd name="connsiteY18" fmla="*/ 122603 h 156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56593" h="156698">
                  <a:moveTo>
                    <a:pt x="78290" y="0"/>
                  </a:moveTo>
                  <a:cubicBezTo>
                    <a:pt x="57375" y="0"/>
                    <a:pt x="37712" y="8155"/>
                    <a:pt x="22925" y="22966"/>
                  </a:cubicBezTo>
                  <a:cubicBezTo>
                    <a:pt x="8137" y="37769"/>
                    <a:pt x="-6" y="57445"/>
                    <a:pt x="0" y="78374"/>
                  </a:cubicBezTo>
                  <a:cubicBezTo>
                    <a:pt x="6" y="99304"/>
                    <a:pt x="8156" y="118973"/>
                    <a:pt x="22950" y="133771"/>
                  </a:cubicBezTo>
                  <a:cubicBezTo>
                    <a:pt x="37744" y="148556"/>
                    <a:pt x="57394" y="156698"/>
                    <a:pt x="78297" y="156698"/>
                  </a:cubicBezTo>
                  <a:lnTo>
                    <a:pt x="78322" y="156698"/>
                  </a:lnTo>
                  <a:cubicBezTo>
                    <a:pt x="121494" y="156686"/>
                    <a:pt x="156606" y="121526"/>
                    <a:pt x="156593" y="78318"/>
                  </a:cubicBezTo>
                  <a:cubicBezTo>
                    <a:pt x="156574" y="35135"/>
                    <a:pt x="121450" y="0"/>
                    <a:pt x="78290" y="0"/>
                  </a:cubicBezTo>
                  <a:close/>
                  <a:moveTo>
                    <a:pt x="122540" y="122591"/>
                  </a:moveTo>
                  <a:cubicBezTo>
                    <a:pt x="110731" y="134414"/>
                    <a:pt x="95024" y="140930"/>
                    <a:pt x="78322" y="140937"/>
                  </a:cubicBezTo>
                  <a:lnTo>
                    <a:pt x="78297" y="140937"/>
                  </a:lnTo>
                  <a:cubicBezTo>
                    <a:pt x="61601" y="140937"/>
                    <a:pt x="45894" y="134432"/>
                    <a:pt x="34078" y="122622"/>
                  </a:cubicBezTo>
                  <a:cubicBezTo>
                    <a:pt x="22263" y="110806"/>
                    <a:pt x="15751" y="95088"/>
                    <a:pt x="15745" y="78374"/>
                  </a:cubicBezTo>
                  <a:lnTo>
                    <a:pt x="7872" y="78374"/>
                  </a:lnTo>
                  <a:cubicBezTo>
                    <a:pt x="7872" y="78374"/>
                    <a:pt x="15745" y="78374"/>
                    <a:pt x="15745" y="78374"/>
                  </a:cubicBezTo>
                  <a:cubicBezTo>
                    <a:pt x="15745" y="61655"/>
                    <a:pt x="22245" y="45937"/>
                    <a:pt x="34060" y="34108"/>
                  </a:cubicBezTo>
                  <a:cubicBezTo>
                    <a:pt x="45868" y="22285"/>
                    <a:pt x="61575" y="15768"/>
                    <a:pt x="78284" y="15768"/>
                  </a:cubicBezTo>
                  <a:cubicBezTo>
                    <a:pt x="112765" y="15768"/>
                    <a:pt x="140823" y="43838"/>
                    <a:pt x="140842" y="78336"/>
                  </a:cubicBezTo>
                  <a:cubicBezTo>
                    <a:pt x="140842" y="95056"/>
                    <a:pt x="134349" y="110780"/>
                    <a:pt x="122540" y="122603"/>
                  </a:cubicBezTo>
                  <a:close/>
                </a:path>
              </a:pathLst>
            </a:custGeom>
            <a:solidFill>
              <a:srgbClr val="FFFFFF"/>
            </a:solidFill>
            <a:ln w="0" cap="flat">
              <a:noFill/>
              <a:prstDash val="solid"/>
              <a:miter/>
            </a:ln>
          </p:spPr>
          <p:txBody>
            <a:bodyPr rtlCol="0" anchor="ctr"/>
            <a:lstStyle/>
            <a:p>
              <a:endParaRPr lang="de-DE"/>
            </a:p>
          </p:txBody>
        </p:sp>
      </p:grpSp>
      <p:sp>
        <p:nvSpPr>
          <p:cNvPr id="558" name="Freihandform 557">
            <a:extLst>
              <a:ext uri="{FF2B5EF4-FFF2-40B4-BE49-F238E27FC236}">
                <a16:creationId xmlns:a16="http://schemas.microsoft.com/office/drawing/2014/main" id="{D6338D54-D8E4-7134-D4D7-E7A9E8359257}"/>
              </a:ext>
            </a:extLst>
          </p:cNvPr>
          <p:cNvSpPr/>
          <p:nvPr/>
        </p:nvSpPr>
        <p:spPr>
          <a:xfrm>
            <a:off x="11399424" y="5864631"/>
            <a:ext cx="315808" cy="316016"/>
          </a:xfrm>
          <a:custGeom>
            <a:avLst/>
            <a:gdLst>
              <a:gd name="connsiteX0" fmla="*/ 314870 w 315808"/>
              <a:gd name="connsiteY0" fmla="*/ 92339 h 316016"/>
              <a:gd name="connsiteX1" fmla="*/ 282801 w 315808"/>
              <a:gd name="connsiteY1" fmla="*/ 65158 h 316016"/>
              <a:gd name="connsiteX2" fmla="*/ 49467 w 315808"/>
              <a:gd name="connsiteY2" fmla="*/ 2583 h 316016"/>
              <a:gd name="connsiteX3" fmla="*/ 49132 w 315808"/>
              <a:gd name="connsiteY3" fmla="*/ 2495 h 316016"/>
              <a:gd name="connsiteX4" fmla="*/ 49082 w 315808"/>
              <a:gd name="connsiteY4" fmla="*/ 2482 h 316016"/>
              <a:gd name="connsiteX5" fmla="*/ 8744 w 315808"/>
              <a:gd name="connsiteY5" fmla="*/ 8633 h 316016"/>
              <a:gd name="connsiteX6" fmla="*/ 2433 w 315808"/>
              <a:gd name="connsiteY6" fmla="*/ 49125 h 316016"/>
              <a:gd name="connsiteX7" fmla="*/ 45423 w 315808"/>
              <a:gd name="connsiteY7" fmla="*/ 209585 h 316016"/>
              <a:gd name="connsiteX8" fmla="*/ 65085 w 315808"/>
              <a:gd name="connsiteY8" fmla="*/ 283006 h 316016"/>
              <a:gd name="connsiteX9" fmla="*/ 92280 w 315808"/>
              <a:gd name="connsiteY9" fmla="*/ 315097 h 316016"/>
              <a:gd name="connsiteX10" fmla="*/ 99195 w 315808"/>
              <a:gd name="connsiteY10" fmla="*/ 316017 h 316016"/>
              <a:gd name="connsiteX11" fmla="*/ 120111 w 315808"/>
              <a:gd name="connsiteY11" fmla="*/ 306570 h 316016"/>
              <a:gd name="connsiteX12" fmla="*/ 176264 w 315808"/>
              <a:gd name="connsiteY12" fmla="*/ 250398 h 316016"/>
              <a:gd name="connsiteX13" fmla="*/ 243255 w 315808"/>
              <a:gd name="connsiteY13" fmla="*/ 251432 h 316016"/>
              <a:gd name="connsiteX14" fmla="*/ 243381 w 315808"/>
              <a:gd name="connsiteY14" fmla="*/ 251432 h 316016"/>
              <a:gd name="connsiteX15" fmla="*/ 248949 w 315808"/>
              <a:gd name="connsiteY15" fmla="*/ 249106 h 316016"/>
              <a:gd name="connsiteX16" fmla="*/ 248949 w 315808"/>
              <a:gd name="connsiteY16" fmla="*/ 249106 h 316016"/>
              <a:gd name="connsiteX17" fmla="*/ 248968 w 315808"/>
              <a:gd name="connsiteY17" fmla="*/ 249075 h 316016"/>
              <a:gd name="connsiteX18" fmla="*/ 250630 w 315808"/>
              <a:gd name="connsiteY18" fmla="*/ 246573 h 316016"/>
              <a:gd name="connsiteX19" fmla="*/ 250895 w 315808"/>
              <a:gd name="connsiteY19" fmla="*/ 245363 h 316016"/>
              <a:gd name="connsiteX20" fmla="*/ 251260 w 315808"/>
              <a:gd name="connsiteY20" fmla="*/ 243680 h 316016"/>
              <a:gd name="connsiteX21" fmla="*/ 251235 w 315808"/>
              <a:gd name="connsiteY21" fmla="*/ 243548 h 316016"/>
              <a:gd name="connsiteX22" fmla="*/ 251260 w 315808"/>
              <a:gd name="connsiteY22" fmla="*/ 243422 h 316016"/>
              <a:gd name="connsiteX23" fmla="*/ 250246 w 315808"/>
              <a:gd name="connsiteY23" fmla="*/ 176385 h 316016"/>
              <a:gd name="connsiteX24" fmla="*/ 306361 w 315808"/>
              <a:gd name="connsiteY24" fmla="*/ 120226 h 316016"/>
              <a:gd name="connsiteX25" fmla="*/ 314882 w 315808"/>
              <a:gd name="connsiteY25" fmla="*/ 92345 h 316016"/>
              <a:gd name="connsiteX26" fmla="*/ 19853 w 315808"/>
              <a:gd name="connsiteY26" fmla="*/ 19788 h 316016"/>
              <a:gd name="connsiteX27" fmla="*/ 43477 w 315808"/>
              <a:gd name="connsiteY27" fmla="*/ 17330 h 316016"/>
              <a:gd name="connsiteX28" fmla="*/ 234501 w 315808"/>
              <a:gd name="connsiteY28" fmla="*/ 176864 h 316016"/>
              <a:gd name="connsiteX29" fmla="*/ 235389 w 315808"/>
              <a:gd name="connsiteY29" fmla="*/ 235531 h 316016"/>
              <a:gd name="connsiteX30" fmla="*/ 176793 w 315808"/>
              <a:gd name="connsiteY30" fmla="*/ 234624 h 316016"/>
              <a:gd name="connsiteX31" fmla="*/ 17271 w 315808"/>
              <a:gd name="connsiteY31" fmla="*/ 43409 h 316016"/>
              <a:gd name="connsiteX32" fmla="*/ 19853 w 315808"/>
              <a:gd name="connsiteY32" fmla="*/ 19788 h 316016"/>
              <a:gd name="connsiteX33" fmla="*/ 108989 w 315808"/>
              <a:gd name="connsiteY33" fmla="*/ 295421 h 316016"/>
              <a:gd name="connsiteX34" fmla="*/ 96361 w 315808"/>
              <a:gd name="connsiteY34" fmla="*/ 299871 h 316016"/>
              <a:gd name="connsiteX35" fmla="*/ 80289 w 315808"/>
              <a:gd name="connsiteY35" fmla="*/ 278922 h 316016"/>
              <a:gd name="connsiteX36" fmla="*/ 60626 w 315808"/>
              <a:gd name="connsiteY36" fmla="*/ 205508 h 316016"/>
              <a:gd name="connsiteX37" fmla="*/ 26894 w 315808"/>
              <a:gd name="connsiteY37" fmla="*/ 79539 h 316016"/>
              <a:gd name="connsiteX38" fmla="*/ 162408 w 315808"/>
              <a:gd name="connsiteY38" fmla="*/ 241985 h 316016"/>
              <a:gd name="connsiteX39" fmla="*/ 108989 w 315808"/>
              <a:gd name="connsiteY39" fmla="*/ 295428 h 316016"/>
              <a:gd name="connsiteX40" fmla="*/ 295226 w 315808"/>
              <a:gd name="connsiteY40" fmla="*/ 109071 h 316016"/>
              <a:gd name="connsiteX41" fmla="*/ 241844 w 315808"/>
              <a:gd name="connsiteY41" fmla="*/ 162483 h 316016"/>
              <a:gd name="connsiteX42" fmla="*/ 79571 w 315808"/>
              <a:gd name="connsiteY42" fmla="*/ 26954 h 316016"/>
              <a:gd name="connsiteX43" fmla="*/ 278732 w 315808"/>
              <a:gd name="connsiteY43" fmla="*/ 80371 h 316016"/>
              <a:gd name="connsiteX44" fmla="*/ 299660 w 315808"/>
              <a:gd name="connsiteY44" fmla="*/ 96423 h 316016"/>
              <a:gd name="connsiteX45" fmla="*/ 295220 w 315808"/>
              <a:gd name="connsiteY45" fmla="*/ 109071 h 316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315808" h="316016">
                <a:moveTo>
                  <a:pt x="314870" y="92339"/>
                </a:moveTo>
                <a:cubicBezTo>
                  <a:pt x="311500" y="79785"/>
                  <a:pt x="299515" y="69620"/>
                  <a:pt x="282801" y="65158"/>
                </a:cubicBezTo>
                <a:cubicBezTo>
                  <a:pt x="222334" y="48936"/>
                  <a:pt x="116105" y="20444"/>
                  <a:pt x="49467" y="2583"/>
                </a:cubicBezTo>
                <a:cubicBezTo>
                  <a:pt x="49353" y="2545"/>
                  <a:pt x="49246" y="2526"/>
                  <a:pt x="49132" y="2495"/>
                </a:cubicBezTo>
                <a:cubicBezTo>
                  <a:pt x="49114" y="2495"/>
                  <a:pt x="49101" y="2488"/>
                  <a:pt x="49082" y="2482"/>
                </a:cubicBezTo>
                <a:cubicBezTo>
                  <a:pt x="26655" y="-3555"/>
                  <a:pt x="14695" y="2570"/>
                  <a:pt x="8744" y="8633"/>
                </a:cubicBezTo>
                <a:cubicBezTo>
                  <a:pt x="2578" y="14652"/>
                  <a:pt x="-3525" y="26550"/>
                  <a:pt x="2433" y="49125"/>
                </a:cubicBezTo>
                <a:cubicBezTo>
                  <a:pt x="14318" y="93423"/>
                  <a:pt x="30881" y="155279"/>
                  <a:pt x="45423" y="209585"/>
                </a:cubicBezTo>
                <a:lnTo>
                  <a:pt x="65085" y="283006"/>
                </a:lnTo>
                <a:cubicBezTo>
                  <a:pt x="69582" y="299738"/>
                  <a:pt x="79747" y="311738"/>
                  <a:pt x="92280" y="315097"/>
                </a:cubicBezTo>
                <a:cubicBezTo>
                  <a:pt x="94585" y="315721"/>
                  <a:pt x="96897" y="316017"/>
                  <a:pt x="99195" y="316017"/>
                </a:cubicBezTo>
                <a:cubicBezTo>
                  <a:pt x="106646" y="316017"/>
                  <a:pt x="113889" y="312784"/>
                  <a:pt x="120111" y="306570"/>
                </a:cubicBezTo>
                <a:lnTo>
                  <a:pt x="176264" y="250398"/>
                </a:lnTo>
                <a:lnTo>
                  <a:pt x="243255" y="251432"/>
                </a:lnTo>
                <a:lnTo>
                  <a:pt x="243381" y="251432"/>
                </a:lnTo>
                <a:cubicBezTo>
                  <a:pt x="245554" y="251432"/>
                  <a:pt x="247519" y="250537"/>
                  <a:pt x="248949" y="249106"/>
                </a:cubicBezTo>
                <a:cubicBezTo>
                  <a:pt x="248949" y="249106"/>
                  <a:pt x="248949" y="249106"/>
                  <a:pt x="248949" y="249106"/>
                </a:cubicBezTo>
                <a:cubicBezTo>
                  <a:pt x="248955" y="249094"/>
                  <a:pt x="248961" y="249081"/>
                  <a:pt x="248968" y="249075"/>
                </a:cubicBezTo>
                <a:cubicBezTo>
                  <a:pt x="249673" y="248363"/>
                  <a:pt x="250234" y="247512"/>
                  <a:pt x="250630" y="246573"/>
                </a:cubicBezTo>
                <a:cubicBezTo>
                  <a:pt x="250788" y="246188"/>
                  <a:pt x="250794" y="245766"/>
                  <a:pt x="250895" y="245363"/>
                </a:cubicBezTo>
                <a:cubicBezTo>
                  <a:pt x="251027" y="244802"/>
                  <a:pt x="251248" y="244279"/>
                  <a:pt x="251260" y="243680"/>
                </a:cubicBezTo>
                <a:cubicBezTo>
                  <a:pt x="251260" y="243636"/>
                  <a:pt x="251235" y="243598"/>
                  <a:pt x="251235" y="243548"/>
                </a:cubicBezTo>
                <a:cubicBezTo>
                  <a:pt x="251235" y="243504"/>
                  <a:pt x="251260" y="243466"/>
                  <a:pt x="251260" y="243422"/>
                </a:cubicBezTo>
                <a:lnTo>
                  <a:pt x="250246" y="176385"/>
                </a:lnTo>
                <a:cubicBezTo>
                  <a:pt x="258446" y="168167"/>
                  <a:pt x="286976" y="139593"/>
                  <a:pt x="306361" y="120226"/>
                </a:cubicBezTo>
                <a:cubicBezTo>
                  <a:pt x="314492" y="112084"/>
                  <a:pt x="317515" y="102183"/>
                  <a:pt x="314882" y="92345"/>
                </a:cubicBezTo>
                <a:close/>
                <a:moveTo>
                  <a:pt x="19853" y="19788"/>
                </a:moveTo>
                <a:cubicBezTo>
                  <a:pt x="24092" y="15465"/>
                  <a:pt x="32462" y="14645"/>
                  <a:pt x="43477" y="17330"/>
                </a:cubicBezTo>
                <a:lnTo>
                  <a:pt x="234501" y="176864"/>
                </a:lnTo>
                <a:lnTo>
                  <a:pt x="235389" y="235531"/>
                </a:lnTo>
                <a:lnTo>
                  <a:pt x="176793" y="234624"/>
                </a:lnTo>
                <a:lnTo>
                  <a:pt x="17271" y="43409"/>
                </a:lnTo>
                <a:cubicBezTo>
                  <a:pt x="14645" y="32393"/>
                  <a:pt x="15476" y="24061"/>
                  <a:pt x="19853" y="19788"/>
                </a:cubicBezTo>
                <a:close/>
                <a:moveTo>
                  <a:pt x="108989" y="295421"/>
                </a:moveTo>
                <a:cubicBezTo>
                  <a:pt x="104883" y="299524"/>
                  <a:pt x="100625" y="301037"/>
                  <a:pt x="96361" y="299871"/>
                </a:cubicBezTo>
                <a:cubicBezTo>
                  <a:pt x="89528" y="298043"/>
                  <a:pt x="83224" y="289812"/>
                  <a:pt x="80289" y="278922"/>
                </a:cubicBezTo>
                <a:lnTo>
                  <a:pt x="60626" y="205508"/>
                </a:lnTo>
                <a:cubicBezTo>
                  <a:pt x="49567" y="164190"/>
                  <a:pt x="37336" y="118525"/>
                  <a:pt x="26894" y="79539"/>
                </a:cubicBezTo>
                <a:lnTo>
                  <a:pt x="162408" y="241985"/>
                </a:lnTo>
                <a:lnTo>
                  <a:pt x="108989" y="295428"/>
                </a:lnTo>
                <a:close/>
                <a:moveTo>
                  <a:pt x="295226" y="109071"/>
                </a:moveTo>
                <a:cubicBezTo>
                  <a:pt x="277630" y="126655"/>
                  <a:pt x="252482" y="151832"/>
                  <a:pt x="241844" y="162483"/>
                </a:cubicBezTo>
                <a:lnTo>
                  <a:pt x="79571" y="26954"/>
                </a:lnTo>
                <a:cubicBezTo>
                  <a:pt x="144440" y="44342"/>
                  <a:pt x="227787" y="66702"/>
                  <a:pt x="278732" y="80371"/>
                </a:cubicBezTo>
                <a:cubicBezTo>
                  <a:pt x="289609" y="83276"/>
                  <a:pt x="297821" y="89579"/>
                  <a:pt x="299660" y="96423"/>
                </a:cubicBezTo>
                <a:cubicBezTo>
                  <a:pt x="300813" y="100715"/>
                  <a:pt x="299314" y="104969"/>
                  <a:pt x="295220" y="109071"/>
                </a:cubicBezTo>
                <a:close/>
              </a:path>
            </a:pathLst>
          </a:custGeom>
          <a:solidFill>
            <a:srgbClr val="FFFFFF"/>
          </a:solidFill>
          <a:ln w="0" cap="flat">
            <a:noFill/>
            <a:prstDash val="solid"/>
            <a:miter/>
          </a:ln>
        </p:spPr>
        <p:txBody>
          <a:bodyPr rtlCol="0" anchor="ctr"/>
          <a:lstStyle/>
          <a:p>
            <a:endParaRPr lang="de-DE"/>
          </a:p>
        </p:txBody>
      </p:sp>
      <p:grpSp>
        <p:nvGrpSpPr>
          <p:cNvPr id="559" name="Grafik 463">
            <a:extLst>
              <a:ext uri="{FF2B5EF4-FFF2-40B4-BE49-F238E27FC236}">
                <a16:creationId xmlns:a16="http://schemas.microsoft.com/office/drawing/2014/main" id="{14E66415-67A8-7F5B-00B7-C7D92A6150E4}"/>
              </a:ext>
            </a:extLst>
          </p:cNvPr>
          <p:cNvGrpSpPr/>
          <p:nvPr/>
        </p:nvGrpSpPr>
        <p:grpSpPr>
          <a:xfrm>
            <a:off x="9180685" y="2872714"/>
            <a:ext cx="296291" cy="296279"/>
            <a:chOff x="9180685" y="2872714"/>
            <a:chExt cx="296291" cy="296279"/>
          </a:xfrm>
          <a:solidFill>
            <a:srgbClr val="FFFFFF"/>
          </a:solidFill>
        </p:grpSpPr>
        <p:sp>
          <p:nvSpPr>
            <p:cNvPr id="560" name="Freihandform 559">
              <a:extLst>
                <a:ext uri="{FF2B5EF4-FFF2-40B4-BE49-F238E27FC236}">
                  <a16:creationId xmlns:a16="http://schemas.microsoft.com/office/drawing/2014/main" id="{A3B3EB7C-23AE-A046-B798-7C8105F904AF}"/>
                </a:ext>
              </a:extLst>
            </p:cNvPr>
            <p:cNvSpPr/>
            <p:nvPr/>
          </p:nvSpPr>
          <p:spPr>
            <a:xfrm>
              <a:off x="9180685" y="2872714"/>
              <a:ext cx="296291" cy="296279"/>
            </a:xfrm>
            <a:custGeom>
              <a:avLst/>
              <a:gdLst>
                <a:gd name="connsiteX0" fmla="*/ 296081 w 296291"/>
                <a:gd name="connsiteY0" fmla="*/ 228726 h 296279"/>
                <a:gd name="connsiteX1" fmla="*/ 296081 w 296291"/>
                <a:gd name="connsiteY1" fmla="*/ 39584 h 296279"/>
                <a:gd name="connsiteX2" fmla="*/ 284505 w 296291"/>
                <a:gd name="connsiteY2" fmla="*/ 11602 h 296279"/>
                <a:gd name="connsiteX3" fmla="*/ 256542 w 296291"/>
                <a:gd name="connsiteY3" fmla="*/ 0 h 296279"/>
                <a:gd name="connsiteX4" fmla="*/ 39583 w 296291"/>
                <a:gd name="connsiteY4" fmla="*/ 0 h 296279"/>
                <a:gd name="connsiteX5" fmla="*/ 11626 w 296291"/>
                <a:gd name="connsiteY5" fmla="*/ 11590 h 296279"/>
                <a:gd name="connsiteX6" fmla="*/ 25 w 296291"/>
                <a:gd name="connsiteY6" fmla="*/ 39584 h 296279"/>
                <a:gd name="connsiteX7" fmla="*/ 25 w 296291"/>
                <a:gd name="connsiteY7" fmla="*/ 186583 h 296279"/>
                <a:gd name="connsiteX8" fmla="*/ 0 w 296291"/>
                <a:gd name="connsiteY8" fmla="*/ 187207 h 296279"/>
                <a:gd name="connsiteX9" fmla="*/ 0 w 296291"/>
                <a:gd name="connsiteY9" fmla="*/ 256708 h 296279"/>
                <a:gd name="connsiteX10" fmla="*/ 39570 w 296291"/>
                <a:gd name="connsiteY10" fmla="*/ 296279 h 296279"/>
                <a:gd name="connsiteX11" fmla="*/ 256542 w 296291"/>
                <a:gd name="connsiteY11" fmla="*/ 296279 h 296279"/>
                <a:gd name="connsiteX12" fmla="*/ 296081 w 296291"/>
                <a:gd name="connsiteY12" fmla="*/ 256708 h 296279"/>
                <a:gd name="connsiteX13" fmla="*/ 296081 w 296291"/>
                <a:gd name="connsiteY13" fmla="*/ 232293 h 296279"/>
                <a:gd name="connsiteX14" fmla="*/ 296081 w 296291"/>
                <a:gd name="connsiteY14" fmla="*/ 228720 h 296279"/>
                <a:gd name="connsiteX15" fmla="*/ 15764 w 296291"/>
                <a:gd name="connsiteY15" fmla="*/ 187213 h 296279"/>
                <a:gd name="connsiteX16" fmla="*/ 15764 w 296291"/>
                <a:gd name="connsiteY16" fmla="*/ 39572 h 296279"/>
                <a:gd name="connsiteX17" fmla="*/ 39583 w 296291"/>
                <a:gd name="connsiteY17" fmla="*/ 15756 h 296279"/>
                <a:gd name="connsiteX18" fmla="*/ 256536 w 296291"/>
                <a:gd name="connsiteY18" fmla="*/ 15756 h 296279"/>
                <a:gd name="connsiteX19" fmla="*/ 280329 w 296291"/>
                <a:gd name="connsiteY19" fmla="*/ 39584 h 296279"/>
                <a:gd name="connsiteX20" fmla="*/ 280329 w 296291"/>
                <a:gd name="connsiteY20" fmla="*/ 213330 h 296279"/>
                <a:gd name="connsiteX21" fmla="*/ 208142 w 296291"/>
                <a:gd name="connsiteY21" fmla="*/ 153295 h 296279"/>
                <a:gd name="connsiteX22" fmla="*/ 207437 w 296291"/>
                <a:gd name="connsiteY22" fmla="*/ 152911 h 296279"/>
                <a:gd name="connsiteX23" fmla="*/ 205994 w 296291"/>
                <a:gd name="connsiteY23" fmla="*/ 152135 h 296279"/>
                <a:gd name="connsiteX24" fmla="*/ 204634 w 296291"/>
                <a:gd name="connsiteY24" fmla="*/ 151732 h 296279"/>
                <a:gd name="connsiteX25" fmla="*/ 203103 w 296291"/>
                <a:gd name="connsiteY25" fmla="*/ 151581 h 296279"/>
                <a:gd name="connsiteX26" fmla="*/ 201668 w 296291"/>
                <a:gd name="connsiteY26" fmla="*/ 151719 h 296279"/>
                <a:gd name="connsiteX27" fmla="*/ 200207 w 296291"/>
                <a:gd name="connsiteY27" fmla="*/ 152148 h 296279"/>
                <a:gd name="connsiteX28" fmla="*/ 198871 w 296291"/>
                <a:gd name="connsiteY28" fmla="*/ 152854 h 296279"/>
                <a:gd name="connsiteX29" fmla="*/ 198097 w 296291"/>
                <a:gd name="connsiteY29" fmla="*/ 153264 h 296279"/>
                <a:gd name="connsiteX30" fmla="*/ 114598 w 296291"/>
                <a:gd name="connsiteY30" fmla="*/ 222090 h 296279"/>
                <a:gd name="connsiteX31" fmla="*/ 69366 w 296291"/>
                <a:gd name="connsiteY31" fmla="*/ 184144 h 296279"/>
                <a:gd name="connsiteX32" fmla="*/ 68648 w 296291"/>
                <a:gd name="connsiteY32" fmla="*/ 183753 h 296279"/>
                <a:gd name="connsiteX33" fmla="*/ 67225 w 296291"/>
                <a:gd name="connsiteY33" fmla="*/ 182978 h 296279"/>
                <a:gd name="connsiteX34" fmla="*/ 65852 w 296291"/>
                <a:gd name="connsiteY34" fmla="*/ 182569 h 296279"/>
                <a:gd name="connsiteX35" fmla="*/ 64328 w 296291"/>
                <a:gd name="connsiteY35" fmla="*/ 182411 h 296279"/>
                <a:gd name="connsiteX36" fmla="*/ 62885 w 296291"/>
                <a:gd name="connsiteY36" fmla="*/ 182550 h 296279"/>
                <a:gd name="connsiteX37" fmla="*/ 61437 w 296291"/>
                <a:gd name="connsiteY37" fmla="*/ 182966 h 296279"/>
                <a:gd name="connsiteX38" fmla="*/ 60064 w 296291"/>
                <a:gd name="connsiteY38" fmla="*/ 183697 h 296279"/>
                <a:gd name="connsiteX39" fmla="*/ 59314 w 296291"/>
                <a:gd name="connsiteY39" fmla="*/ 184100 h 296279"/>
                <a:gd name="connsiteX40" fmla="*/ 15738 w 296291"/>
                <a:gd name="connsiteY40" fmla="*/ 219991 h 296279"/>
                <a:gd name="connsiteX41" fmla="*/ 15738 w 296291"/>
                <a:gd name="connsiteY41" fmla="*/ 187831 h 296279"/>
                <a:gd name="connsiteX42" fmla="*/ 15764 w 296291"/>
                <a:gd name="connsiteY42" fmla="*/ 187207 h 296279"/>
                <a:gd name="connsiteX43" fmla="*/ 256542 w 296291"/>
                <a:gd name="connsiteY43" fmla="*/ 280524 h 296279"/>
                <a:gd name="connsiteX44" fmla="*/ 39558 w 296291"/>
                <a:gd name="connsiteY44" fmla="*/ 280524 h 296279"/>
                <a:gd name="connsiteX45" fmla="*/ 15745 w 296291"/>
                <a:gd name="connsiteY45" fmla="*/ 256708 h 296279"/>
                <a:gd name="connsiteX46" fmla="*/ 15745 w 296291"/>
                <a:gd name="connsiteY46" fmla="*/ 240391 h 296279"/>
                <a:gd name="connsiteX47" fmla="*/ 64271 w 296291"/>
                <a:gd name="connsiteY47" fmla="*/ 200423 h 296279"/>
                <a:gd name="connsiteX48" fmla="*/ 109497 w 296291"/>
                <a:gd name="connsiteY48" fmla="*/ 238356 h 296279"/>
                <a:gd name="connsiteX49" fmla="*/ 109723 w 296291"/>
                <a:gd name="connsiteY49" fmla="*/ 238482 h 296279"/>
                <a:gd name="connsiteX50" fmla="*/ 111619 w 296291"/>
                <a:gd name="connsiteY50" fmla="*/ 239572 h 296279"/>
                <a:gd name="connsiteX51" fmla="*/ 112337 w 296291"/>
                <a:gd name="connsiteY51" fmla="*/ 239812 h 296279"/>
                <a:gd name="connsiteX52" fmla="*/ 114365 w 296291"/>
                <a:gd name="connsiteY52" fmla="*/ 240164 h 296279"/>
                <a:gd name="connsiteX53" fmla="*/ 114554 w 296291"/>
                <a:gd name="connsiteY53" fmla="*/ 240196 h 296279"/>
                <a:gd name="connsiteX54" fmla="*/ 116872 w 296291"/>
                <a:gd name="connsiteY54" fmla="*/ 239805 h 296279"/>
                <a:gd name="connsiteX55" fmla="*/ 117451 w 296291"/>
                <a:gd name="connsiteY55" fmla="*/ 239610 h 296279"/>
                <a:gd name="connsiteX56" fmla="*/ 119409 w 296291"/>
                <a:gd name="connsiteY56" fmla="*/ 238507 h 296279"/>
                <a:gd name="connsiteX57" fmla="*/ 119605 w 296291"/>
                <a:gd name="connsiteY57" fmla="*/ 238394 h 296279"/>
                <a:gd name="connsiteX58" fmla="*/ 203103 w 296291"/>
                <a:gd name="connsiteY58" fmla="*/ 169567 h 296279"/>
                <a:gd name="connsiteX59" fmla="*/ 280348 w 296291"/>
                <a:gd name="connsiteY59" fmla="*/ 233806 h 296279"/>
                <a:gd name="connsiteX60" fmla="*/ 280348 w 296291"/>
                <a:gd name="connsiteY60" fmla="*/ 256702 h 296279"/>
                <a:gd name="connsiteX61" fmla="*/ 256554 w 296291"/>
                <a:gd name="connsiteY61" fmla="*/ 280518 h 296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296291" h="296279">
                  <a:moveTo>
                    <a:pt x="296081" y="228726"/>
                  </a:moveTo>
                  <a:lnTo>
                    <a:pt x="296081" y="39584"/>
                  </a:lnTo>
                  <a:cubicBezTo>
                    <a:pt x="296081" y="29015"/>
                    <a:pt x="291974" y="19070"/>
                    <a:pt x="284505" y="11602"/>
                  </a:cubicBezTo>
                  <a:cubicBezTo>
                    <a:pt x="277035" y="4122"/>
                    <a:pt x="267104" y="6"/>
                    <a:pt x="256542" y="0"/>
                  </a:cubicBezTo>
                  <a:lnTo>
                    <a:pt x="39583" y="0"/>
                  </a:lnTo>
                  <a:cubicBezTo>
                    <a:pt x="29021" y="0"/>
                    <a:pt x="19089" y="4115"/>
                    <a:pt x="11626" y="11590"/>
                  </a:cubicBezTo>
                  <a:cubicBezTo>
                    <a:pt x="4144" y="19064"/>
                    <a:pt x="32" y="29009"/>
                    <a:pt x="25" y="39584"/>
                  </a:cubicBezTo>
                  <a:lnTo>
                    <a:pt x="25" y="186583"/>
                  </a:lnTo>
                  <a:cubicBezTo>
                    <a:pt x="6" y="186785"/>
                    <a:pt x="0" y="186993"/>
                    <a:pt x="0" y="187207"/>
                  </a:cubicBezTo>
                  <a:lnTo>
                    <a:pt x="0" y="256708"/>
                  </a:lnTo>
                  <a:cubicBezTo>
                    <a:pt x="0" y="278532"/>
                    <a:pt x="17760" y="296279"/>
                    <a:pt x="39570" y="296279"/>
                  </a:cubicBezTo>
                  <a:lnTo>
                    <a:pt x="256542" y="296279"/>
                  </a:lnTo>
                  <a:cubicBezTo>
                    <a:pt x="278346" y="296279"/>
                    <a:pt x="296081" y="278532"/>
                    <a:pt x="296081" y="256708"/>
                  </a:cubicBezTo>
                  <a:lnTo>
                    <a:pt x="296081" y="232293"/>
                  </a:lnTo>
                  <a:cubicBezTo>
                    <a:pt x="296383" y="231108"/>
                    <a:pt x="296339" y="229905"/>
                    <a:pt x="296081" y="228720"/>
                  </a:cubicBezTo>
                  <a:close/>
                  <a:moveTo>
                    <a:pt x="15764" y="187213"/>
                  </a:moveTo>
                  <a:lnTo>
                    <a:pt x="15764" y="39572"/>
                  </a:lnTo>
                  <a:cubicBezTo>
                    <a:pt x="15764" y="26438"/>
                    <a:pt x="26452" y="15756"/>
                    <a:pt x="39583" y="15756"/>
                  </a:cubicBezTo>
                  <a:lnTo>
                    <a:pt x="256536" y="15756"/>
                  </a:lnTo>
                  <a:cubicBezTo>
                    <a:pt x="269661" y="15756"/>
                    <a:pt x="280336" y="26450"/>
                    <a:pt x="280329" y="39584"/>
                  </a:cubicBezTo>
                  <a:lnTo>
                    <a:pt x="280329" y="213330"/>
                  </a:lnTo>
                  <a:lnTo>
                    <a:pt x="208142" y="153295"/>
                  </a:lnTo>
                  <a:cubicBezTo>
                    <a:pt x="207928" y="153118"/>
                    <a:pt x="207663" y="153068"/>
                    <a:pt x="207437" y="152911"/>
                  </a:cubicBezTo>
                  <a:cubicBezTo>
                    <a:pt x="206970" y="152595"/>
                    <a:pt x="206511" y="152337"/>
                    <a:pt x="205994" y="152135"/>
                  </a:cubicBezTo>
                  <a:cubicBezTo>
                    <a:pt x="205541" y="151953"/>
                    <a:pt x="205106" y="151826"/>
                    <a:pt x="204634" y="151732"/>
                  </a:cubicBezTo>
                  <a:cubicBezTo>
                    <a:pt x="204117" y="151631"/>
                    <a:pt x="203626" y="151581"/>
                    <a:pt x="203103" y="151581"/>
                  </a:cubicBezTo>
                  <a:cubicBezTo>
                    <a:pt x="202613" y="151581"/>
                    <a:pt x="202152" y="151625"/>
                    <a:pt x="201668" y="151719"/>
                  </a:cubicBezTo>
                  <a:cubicBezTo>
                    <a:pt x="201164" y="151814"/>
                    <a:pt x="200691" y="151953"/>
                    <a:pt x="200207" y="152148"/>
                  </a:cubicBezTo>
                  <a:cubicBezTo>
                    <a:pt x="199734" y="152337"/>
                    <a:pt x="199306" y="152577"/>
                    <a:pt x="198871" y="152854"/>
                  </a:cubicBezTo>
                  <a:cubicBezTo>
                    <a:pt x="198619" y="153018"/>
                    <a:pt x="198336" y="153074"/>
                    <a:pt x="198097" y="153264"/>
                  </a:cubicBezTo>
                  <a:lnTo>
                    <a:pt x="114598" y="222090"/>
                  </a:lnTo>
                  <a:lnTo>
                    <a:pt x="69366" y="184144"/>
                  </a:lnTo>
                  <a:cubicBezTo>
                    <a:pt x="69146" y="183961"/>
                    <a:pt x="68875" y="183905"/>
                    <a:pt x="68648" y="183753"/>
                  </a:cubicBezTo>
                  <a:cubicBezTo>
                    <a:pt x="68188" y="183445"/>
                    <a:pt x="67728" y="183180"/>
                    <a:pt x="67225" y="182978"/>
                  </a:cubicBezTo>
                  <a:cubicBezTo>
                    <a:pt x="66771" y="182795"/>
                    <a:pt x="66324" y="182663"/>
                    <a:pt x="65852" y="182569"/>
                  </a:cubicBezTo>
                  <a:cubicBezTo>
                    <a:pt x="65342" y="182468"/>
                    <a:pt x="64850" y="182411"/>
                    <a:pt x="64328" y="182411"/>
                  </a:cubicBezTo>
                  <a:cubicBezTo>
                    <a:pt x="63836" y="182411"/>
                    <a:pt x="63370" y="182462"/>
                    <a:pt x="62885" y="182550"/>
                  </a:cubicBezTo>
                  <a:cubicBezTo>
                    <a:pt x="62381" y="182644"/>
                    <a:pt x="61915" y="182777"/>
                    <a:pt x="61437" y="182966"/>
                  </a:cubicBezTo>
                  <a:cubicBezTo>
                    <a:pt x="60952" y="183161"/>
                    <a:pt x="60511" y="183407"/>
                    <a:pt x="60064" y="183697"/>
                  </a:cubicBezTo>
                  <a:cubicBezTo>
                    <a:pt x="59824" y="183854"/>
                    <a:pt x="59541" y="183911"/>
                    <a:pt x="59314" y="184100"/>
                  </a:cubicBezTo>
                  <a:lnTo>
                    <a:pt x="15738" y="219991"/>
                  </a:lnTo>
                  <a:lnTo>
                    <a:pt x="15738" y="187831"/>
                  </a:lnTo>
                  <a:cubicBezTo>
                    <a:pt x="15758" y="187629"/>
                    <a:pt x="15764" y="187421"/>
                    <a:pt x="15764" y="187207"/>
                  </a:cubicBezTo>
                  <a:close/>
                  <a:moveTo>
                    <a:pt x="256542" y="280524"/>
                  </a:moveTo>
                  <a:lnTo>
                    <a:pt x="39558" y="280524"/>
                  </a:lnTo>
                  <a:cubicBezTo>
                    <a:pt x="26433" y="280524"/>
                    <a:pt x="15751" y="269842"/>
                    <a:pt x="15745" y="256708"/>
                  </a:cubicBezTo>
                  <a:lnTo>
                    <a:pt x="15745" y="240391"/>
                  </a:lnTo>
                  <a:lnTo>
                    <a:pt x="64271" y="200423"/>
                  </a:lnTo>
                  <a:lnTo>
                    <a:pt x="109497" y="238356"/>
                  </a:lnTo>
                  <a:cubicBezTo>
                    <a:pt x="109566" y="238413"/>
                    <a:pt x="109648" y="238431"/>
                    <a:pt x="109723" y="238482"/>
                  </a:cubicBezTo>
                  <a:cubicBezTo>
                    <a:pt x="110309" y="238942"/>
                    <a:pt x="110945" y="239295"/>
                    <a:pt x="111619" y="239572"/>
                  </a:cubicBezTo>
                  <a:cubicBezTo>
                    <a:pt x="111858" y="239667"/>
                    <a:pt x="112091" y="239742"/>
                    <a:pt x="112337" y="239812"/>
                  </a:cubicBezTo>
                  <a:cubicBezTo>
                    <a:pt x="112998" y="240013"/>
                    <a:pt x="113672" y="240139"/>
                    <a:pt x="114365" y="240164"/>
                  </a:cubicBezTo>
                  <a:cubicBezTo>
                    <a:pt x="114428" y="240164"/>
                    <a:pt x="114491" y="240196"/>
                    <a:pt x="114554" y="240196"/>
                  </a:cubicBezTo>
                  <a:cubicBezTo>
                    <a:pt x="115341" y="240196"/>
                    <a:pt x="116116" y="240038"/>
                    <a:pt x="116872" y="239805"/>
                  </a:cubicBezTo>
                  <a:cubicBezTo>
                    <a:pt x="117067" y="239749"/>
                    <a:pt x="117262" y="239686"/>
                    <a:pt x="117451" y="239610"/>
                  </a:cubicBezTo>
                  <a:cubicBezTo>
                    <a:pt x="118144" y="239333"/>
                    <a:pt x="118805" y="238980"/>
                    <a:pt x="119409" y="238507"/>
                  </a:cubicBezTo>
                  <a:cubicBezTo>
                    <a:pt x="119473" y="238457"/>
                    <a:pt x="119548" y="238444"/>
                    <a:pt x="119605" y="238394"/>
                  </a:cubicBezTo>
                  <a:lnTo>
                    <a:pt x="203103" y="169567"/>
                  </a:lnTo>
                  <a:lnTo>
                    <a:pt x="280348" y="233806"/>
                  </a:lnTo>
                  <a:lnTo>
                    <a:pt x="280348" y="256702"/>
                  </a:lnTo>
                  <a:cubicBezTo>
                    <a:pt x="280348" y="269835"/>
                    <a:pt x="269673" y="280518"/>
                    <a:pt x="256554" y="280518"/>
                  </a:cubicBezTo>
                  <a:close/>
                </a:path>
              </a:pathLst>
            </a:custGeom>
            <a:solidFill>
              <a:srgbClr val="FFFFFF"/>
            </a:solidFill>
            <a:ln w="0" cap="flat">
              <a:noFill/>
              <a:prstDash val="solid"/>
              <a:miter/>
            </a:ln>
          </p:spPr>
          <p:txBody>
            <a:bodyPr rtlCol="0" anchor="ctr"/>
            <a:lstStyle/>
            <a:p>
              <a:endParaRPr lang="de-DE"/>
            </a:p>
          </p:txBody>
        </p:sp>
        <p:sp>
          <p:nvSpPr>
            <p:cNvPr id="561" name="Freihandform 560">
              <a:extLst>
                <a:ext uri="{FF2B5EF4-FFF2-40B4-BE49-F238E27FC236}">
                  <a16:creationId xmlns:a16="http://schemas.microsoft.com/office/drawing/2014/main" id="{32BCEA08-DB1A-DEBF-0FB1-C0E1D3EE3E20}"/>
                </a:ext>
              </a:extLst>
            </p:cNvPr>
            <p:cNvSpPr/>
            <p:nvPr/>
          </p:nvSpPr>
          <p:spPr>
            <a:xfrm>
              <a:off x="9231535" y="2923648"/>
              <a:ext cx="96119" cy="96178"/>
            </a:xfrm>
            <a:custGeom>
              <a:avLst/>
              <a:gdLst>
                <a:gd name="connsiteX0" fmla="*/ 48060 w 96119"/>
                <a:gd name="connsiteY0" fmla="*/ 96178 h 96178"/>
                <a:gd name="connsiteX1" fmla="*/ 96120 w 96119"/>
                <a:gd name="connsiteY1" fmla="*/ 48086 h 96178"/>
                <a:gd name="connsiteX2" fmla="*/ 48060 w 96119"/>
                <a:gd name="connsiteY2" fmla="*/ 0 h 96178"/>
                <a:gd name="connsiteX3" fmla="*/ 0 w 96119"/>
                <a:gd name="connsiteY3" fmla="*/ 48086 h 96178"/>
                <a:gd name="connsiteX4" fmla="*/ 48060 w 96119"/>
                <a:gd name="connsiteY4" fmla="*/ 96178 h 96178"/>
                <a:gd name="connsiteX5" fmla="*/ 48060 w 96119"/>
                <a:gd name="connsiteY5" fmla="*/ 15762 h 96178"/>
                <a:gd name="connsiteX6" fmla="*/ 80375 w 96119"/>
                <a:gd name="connsiteY6" fmla="*/ 48092 h 96178"/>
                <a:gd name="connsiteX7" fmla="*/ 48060 w 96119"/>
                <a:gd name="connsiteY7" fmla="*/ 80429 h 96178"/>
                <a:gd name="connsiteX8" fmla="*/ 15745 w 96119"/>
                <a:gd name="connsiteY8" fmla="*/ 48092 h 96178"/>
                <a:gd name="connsiteX9" fmla="*/ 48060 w 96119"/>
                <a:gd name="connsiteY9" fmla="*/ 15762 h 96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119" h="96178">
                  <a:moveTo>
                    <a:pt x="48060" y="96178"/>
                  </a:moveTo>
                  <a:cubicBezTo>
                    <a:pt x="74562" y="96178"/>
                    <a:pt x="96120" y="74606"/>
                    <a:pt x="96120" y="48086"/>
                  </a:cubicBezTo>
                  <a:cubicBezTo>
                    <a:pt x="96120" y="21566"/>
                    <a:pt x="74562" y="0"/>
                    <a:pt x="48060" y="0"/>
                  </a:cubicBezTo>
                  <a:cubicBezTo>
                    <a:pt x="21564" y="0"/>
                    <a:pt x="7" y="21579"/>
                    <a:pt x="0" y="48086"/>
                  </a:cubicBezTo>
                  <a:cubicBezTo>
                    <a:pt x="0" y="74606"/>
                    <a:pt x="21558" y="96178"/>
                    <a:pt x="48060" y="96178"/>
                  </a:cubicBezTo>
                  <a:close/>
                  <a:moveTo>
                    <a:pt x="48060" y="15762"/>
                  </a:moveTo>
                  <a:cubicBezTo>
                    <a:pt x="65877" y="15762"/>
                    <a:pt x="80375" y="30263"/>
                    <a:pt x="80375" y="48092"/>
                  </a:cubicBezTo>
                  <a:cubicBezTo>
                    <a:pt x="80375" y="65921"/>
                    <a:pt x="65877" y="80429"/>
                    <a:pt x="48060" y="80429"/>
                  </a:cubicBezTo>
                  <a:cubicBezTo>
                    <a:pt x="30243" y="80429"/>
                    <a:pt x="15745" y="65921"/>
                    <a:pt x="15745" y="48092"/>
                  </a:cubicBezTo>
                  <a:cubicBezTo>
                    <a:pt x="15745" y="30276"/>
                    <a:pt x="30249" y="15768"/>
                    <a:pt x="48060" y="15762"/>
                  </a:cubicBezTo>
                  <a:close/>
                </a:path>
              </a:pathLst>
            </a:custGeom>
            <a:solidFill>
              <a:srgbClr val="FFFFFF"/>
            </a:solidFill>
            <a:ln w="0" cap="flat">
              <a:noFill/>
              <a:prstDash val="solid"/>
              <a:miter/>
            </a:ln>
          </p:spPr>
          <p:txBody>
            <a:bodyPr rtlCol="0" anchor="ctr"/>
            <a:lstStyle/>
            <a:p>
              <a:endParaRPr lang="de-DE"/>
            </a:p>
          </p:txBody>
        </p:sp>
      </p:grpSp>
      <p:grpSp>
        <p:nvGrpSpPr>
          <p:cNvPr id="562" name="Grafik 463">
            <a:extLst>
              <a:ext uri="{FF2B5EF4-FFF2-40B4-BE49-F238E27FC236}">
                <a16:creationId xmlns:a16="http://schemas.microsoft.com/office/drawing/2014/main" id="{8FF03326-DCDA-9D69-4E17-0EBF139DA62B}"/>
              </a:ext>
            </a:extLst>
          </p:cNvPr>
          <p:cNvGrpSpPr/>
          <p:nvPr/>
        </p:nvGrpSpPr>
        <p:grpSpPr>
          <a:xfrm>
            <a:off x="10657833" y="4342170"/>
            <a:ext cx="288749" cy="345490"/>
            <a:chOff x="10657833" y="4342170"/>
            <a:chExt cx="288749" cy="345490"/>
          </a:xfrm>
          <a:solidFill>
            <a:srgbClr val="FFFFFF"/>
          </a:solidFill>
        </p:grpSpPr>
        <p:sp>
          <p:nvSpPr>
            <p:cNvPr id="563" name="Freihandform 562">
              <a:extLst>
                <a:ext uri="{FF2B5EF4-FFF2-40B4-BE49-F238E27FC236}">
                  <a16:creationId xmlns:a16="http://schemas.microsoft.com/office/drawing/2014/main" id="{3E6B46EF-45CC-0359-BCE3-91CC5D25CF84}"/>
                </a:ext>
              </a:extLst>
            </p:cNvPr>
            <p:cNvSpPr/>
            <p:nvPr/>
          </p:nvSpPr>
          <p:spPr>
            <a:xfrm>
              <a:off x="10657833" y="4342170"/>
              <a:ext cx="288749" cy="345490"/>
            </a:xfrm>
            <a:custGeom>
              <a:avLst/>
              <a:gdLst>
                <a:gd name="connsiteX0" fmla="*/ 246453 w 288749"/>
                <a:gd name="connsiteY0" fmla="*/ 42254 h 345490"/>
                <a:gd name="connsiteX1" fmla="*/ 42228 w 288749"/>
                <a:gd name="connsiteY1" fmla="*/ 42254 h 345490"/>
                <a:gd name="connsiteX2" fmla="*/ 42228 w 288749"/>
                <a:gd name="connsiteY2" fmla="*/ 246622 h 345490"/>
                <a:gd name="connsiteX3" fmla="*/ 138770 w 288749"/>
                <a:gd name="connsiteY3" fmla="*/ 343184 h 345490"/>
                <a:gd name="connsiteX4" fmla="*/ 144337 w 288749"/>
                <a:gd name="connsiteY4" fmla="*/ 345491 h 345490"/>
                <a:gd name="connsiteX5" fmla="*/ 144356 w 288749"/>
                <a:gd name="connsiteY5" fmla="*/ 345491 h 345490"/>
                <a:gd name="connsiteX6" fmla="*/ 149923 w 288749"/>
                <a:gd name="connsiteY6" fmla="*/ 343184 h 345490"/>
                <a:gd name="connsiteX7" fmla="*/ 246447 w 288749"/>
                <a:gd name="connsiteY7" fmla="*/ 246622 h 345490"/>
                <a:gd name="connsiteX8" fmla="*/ 288750 w 288749"/>
                <a:gd name="connsiteY8" fmla="*/ 144444 h 345490"/>
                <a:gd name="connsiteX9" fmla="*/ 246453 w 288749"/>
                <a:gd name="connsiteY9" fmla="*/ 42260 h 345490"/>
                <a:gd name="connsiteX10" fmla="*/ 235318 w 288749"/>
                <a:gd name="connsiteY10" fmla="*/ 235473 h 345490"/>
                <a:gd name="connsiteX11" fmla="*/ 144350 w 288749"/>
                <a:gd name="connsiteY11" fmla="*/ 326477 h 345490"/>
                <a:gd name="connsiteX12" fmla="*/ 53363 w 288749"/>
                <a:gd name="connsiteY12" fmla="*/ 235467 h 345490"/>
                <a:gd name="connsiteX13" fmla="*/ 53363 w 288749"/>
                <a:gd name="connsiteY13" fmla="*/ 53384 h 345490"/>
                <a:gd name="connsiteX14" fmla="*/ 144337 w 288749"/>
                <a:gd name="connsiteY14" fmla="*/ 15741 h 345490"/>
                <a:gd name="connsiteX15" fmla="*/ 235318 w 288749"/>
                <a:gd name="connsiteY15" fmla="*/ 53390 h 345490"/>
                <a:gd name="connsiteX16" fmla="*/ 235318 w 288749"/>
                <a:gd name="connsiteY16" fmla="*/ 235473 h 345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8749" h="345490">
                  <a:moveTo>
                    <a:pt x="246453" y="42254"/>
                  </a:moveTo>
                  <a:cubicBezTo>
                    <a:pt x="190143" y="-14088"/>
                    <a:pt x="98532" y="-14081"/>
                    <a:pt x="42228" y="42254"/>
                  </a:cubicBezTo>
                  <a:cubicBezTo>
                    <a:pt x="-14076" y="98589"/>
                    <a:pt x="-14076" y="190274"/>
                    <a:pt x="42228" y="246622"/>
                  </a:cubicBezTo>
                  <a:lnTo>
                    <a:pt x="138770" y="343184"/>
                  </a:lnTo>
                  <a:cubicBezTo>
                    <a:pt x="140306" y="344722"/>
                    <a:pt x="142316" y="345491"/>
                    <a:pt x="144337" y="345491"/>
                  </a:cubicBezTo>
                  <a:lnTo>
                    <a:pt x="144356" y="345491"/>
                  </a:lnTo>
                  <a:cubicBezTo>
                    <a:pt x="146371" y="345491"/>
                    <a:pt x="148387" y="344722"/>
                    <a:pt x="149923" y="343184"/>
                  </a:cubicBezTo>
                  <a:lnTo>
                    <a:pt x="246447" y="246622"/>
                  </a:lnTo>
                  <a:cubicBezTo>
                    <a:pt x="273723" y="219333"/>
                    <a:pt x="288744" y="183045"/>
                    <a:pt x="288750" y="144444"/>
                  </a:cubicBezTo>
                  <a:cubicBezTo>
                    <a:pt x="288750" y="105843"/>
                    <a:pt x="273729" y="69555"/>
                    <a:pt x="246453" y="42260"/>
                  </a:cubicBezTo>
                  <a:close/>
                  <a:moveTo>
                    <a:pt x="235318" y="235473"/>
                  </a:moveTo>
                  <a:lnTo>
                    <a:pt x="144350" y="326477"/>
                  </a:lnTo>
                  <a:lnTo>
                    <a:pt x="53363" y="235467"/>
                  </a:lnTo>
                  <a:cubicBezTo>
                    <a:pt x="3199" y="185264"/>
                    <a:pt x="3206" y="103581"/>
                    <a:pt x="53363" y="53384"/>
                  </a:cubicBezTo>
                  <a:cubicBezTo>
                    <a:pt x="78441" y="28288"/>
                    <a:pt x="111392" y="15741"/>
                    <a:pt x="144337" y="15741"/>
                  </a:cubicBezTo>
                  <a:cubicBezTo>
                    <a:pt x="177282" y="15741"/>
                    <a:pt x="210239" y="28288"/>
                    <a:pt x="235318" y="53390"/>
                  </a:cubicBezTo>
                  <a:cubicBezTo>
                    <a:pt x="285481" y="103593"/>
                    <a:pt x="285481" y="185276"/>
                    <a:pt x="235318" y="235473"/>
                  </a:cubicBezTo>
                  <a:close/>
                </a:path>
              </a:pathLst>
            </a:custGeom>
            <a:solidFill>
              <a:srgbClr val="FFFFFF"/>
            </a:solidFill>
            <a:ln w="0" cap="flat">
              <a:noFill/>
              <a:prstDash val="solid"/>
              <a:miter/>
            </a:ln>
          </p:spPr>
          <p:txBody>
            <a:bodyPr rtlCol="0" anchor="ctr"/>
            <a:lstStyle/>
            <a:p>
              <a:endParaRPr lang="de-DE"/>
            </a:p>
          </p:txBody>
        </p:sp>
        <p:sp>
          <p:nvSpPr>
            <p:cNvPr id="564" name="Freihandform 563">
              <a:extLst>
                <a:ext uri="{FF2B5EF4-FFF2-40B4-BE49-F238E27FC236}">
                  <a16:creationId xmlns:a16="http://schemas.microsoft.com/office/drawing/2014/main" id="{95FB005A-5B6B-BFCC-12B2-948D9F0CD8BD}"/>
                </a:ext>
              </a:extLst>
            </p:cNvPr>
            <p:cNvSpPr/>
            <p:nvPr/>
          </p:nvSpPr>
          <p:spPr>
            <a:xfrm>
              <a:off x="10737699" y="4422086"/>
              <a:ext cx="128952" cy="129025"/>
            </a:xfrm>
            <a:custGeom>
              <a:avLst/>
              <a:gdLst>
                <a:gd name="connsiteX0" fmla="*/ 18861 w 128952"/>
                <a:gd name="connsiteY0" fmla="*/ 18850 h 129025"/>
                <a:gd name="connsiteX1" fmla="*/ 18861 w 128952"/>
                <a:gd name="connsiteY1" fmla="*/ 18850 h 129025"/>
                <a:gd name="connsiteX2" fmla="*/ 18861 w 128952"/>
                <a:gd name="connsiteY2" fmla="*/ 110150 h 129025"/>
                <a:gd name="connsiteX3" fmla="*/ 64471 w 128952"/>
                <a:gd name="connsiteY3" fmla="*/ 129025 h 129025"/>
                <a:gd name="connsiteX4" fmla="*/ 110087 w 128952"/>
                <a:gd name="connsiteY4" fmla="*/ 110144 h 129025"/>
                <a:gd name="connsiteX5" fmla="*/ 110087 w 128952"/>
                <a:gd name="connsiteY5" fmla="*/ 18850 h 129025"/>
                <a:gd name="connsiteX6" fmla="*/ 18867 w 128952"/>
                <a:gd name="connsiteY6" fmla="*/ 18850 h 129025"/>
                <a:gd name="connsiteX7" fmla="*/ 98959 w 128952"/>
                <a:gd name="connsiteY7" fmla="*/ 99001 h 129025"/>
                <a:gd name="connsiteX8" fmla="*/ 29996 w 128952"/>
                <a:gd name="connsiteY8" fmla="*/ 99001 h 129025"/>
                <a:gd name="connsiteX9" fmla="*/ 29996 w 128952"/>
                <a:gd name="connsiteY9" fmla="*/ 29986 h 129025"/>
                <a:gd name="connsiteX10" fmla="*/ 98965 w 128952"/>
                <a:gd name="connsiteY10" fmla="*/ 29986 h 129025"/>
                <a:gd name="connsiteX11" fmla="*/ 98965 w 128952"/>
                <a:gd name="connsiteY11" fmla="*/ 98995 h 129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8952" h="129025">
                  <a:moveTo>
                    <a:pt x="18861" y="18850"/>
                  </a:moveTo>
                  <a:lnTo>
                    <a:pt x="18861" y="18850"/>
                  </a:lnTo>
                  <a:cubicBezTo>
                    <a:pt x="-6287" y="44027"/>
                    <a:pt x="-6287" y="84985"/>
                    <a:pt x="18861" y="110150"/>
                  </a:cubicBezTo>
                  <a:cubicBezTo>
                    <a:pt x="31438" y="122735"/>
                    <a:pt x="47951" y="129025"/>
                    <a:pt x="64471" y="129025"/>
                  </a:cubicBezTo>
                  <a:cubicBezTo>
                    <a:pt x="80990" y="129025"/>
                    <a:pt x="97510" y="122729"/>
                    <a:pt x="110087" y="110144"/>
                  </a:cubicBezTo>
                  <a:cubicBezTo>
                    <a:pt x="135241" y="84979"/>
                    <a:pt x="135241" y="44021"/>
                    <a:pt x="110087" y="18850"/>
                  </a:cubicBezTo>
                  <a:cubicBezTo>
                    <a:pt x="84945" y="-6283"/>
                    <a:pt x="44009" y="-6283"/>
                    <a:pt x="18867" y="18850"/>
                  </a:cubicBezTo>
                  <a:close/>
                  <a:moveTo>
                    <a:pt x="98959" y="99001"/>
                  </a:moveTo>
                  <a:cubicBezTo>
                    <a:pt x="79932" y="118034"/>
                    <a:pt x="48984" y="118015"/>
                    <a:pt x="29996" y="99001"/>
                  </a:cubicBezTo>
                  <a:cubicBezTo>
                    <a:pt x="11007" y="79988"/>
                    <a:pt x="10976" y="49012"/>
                    <a:pt x="29996" y="29986"/>
                  </a:cubicBezTo>
                  <a:cubicBezTo>
                    <a:pt x="49016" y="10985"/>
                    <a:pt x="79951" y="10997"/>
                    <a:pt x="98965" y="29986"/>
                  </a:cubicBezTo>
                  <a:cubicBezTo>
                    <a:pt x="117978" y="49012"/>
                    <a:pt x="117978" y="79975"/>
                    <a:pt x="98965" y="98995"/>
                  </a:cubicBezTo>
                  <a:close/>
                </a:path>
              </a:pathLst>
            </a:custGeom>
            <a:solidFill>
              <a:srgbClr val="FFFFFF"/>
            </a:solidFill>
            <a:ln w="0" cap="flat">
              <a:noFill/>
              <a:prstDash val="solid"/>
              <a:miter/>
            </a:ln>
          </p:spPr>
          <p:txBody>
            <a:bodyPr rtlCol="0" anchor="ctr"/>
            <a:lstStyle/>
            <a:p>
              <a:endParaRPr lang="de-DE"/>
            </a:p>
          </p:txBody>
        </p:sp>
      </p:grpSp>
      <p:sp>
        <p:nvSpPr>
          <p:cNvPr id="565" name="Freihandform 564">
            <a:extLst>
              <a:ext uri="{FF2B5EF4-FFF2-40B4-BE49-F238E27FC236}">
                <a16:creationId xmlns:a16="http://schemas.microsoft.com/office/drawing/2014/main" id="{4817AD1F-B115-AC7A-3BC5-2F184F26CABA}"/>
              </a:ext>
            </a:extLst>
          </p:cNvPr>
          <p:cNvSpPr/>
          <p:nvPr/>
        </p:nvSpPr>
        <p:spPr>
          <a:xfrm>
            <a:off x="10653928" y="3605850"/>
            <a:ext cx="296068" cy="321343"/>
          </a:xfrm>
          <a:custGeom>
            <a:avLst/>
            <a:gdLst>
              <a:gd name="connsiteX0" fmla="*/ 256529 w 296068"/>
              <a:gd name="connsiteY0" fmla="*/ 25108 h 321343"/>
              <a:gd name="connsiteX1" fmla="*/ 230960 w 296068"/>
              <a:gd name="connsiteY1" fmla="*/ 25108 h 321343"/>
              <a:gd name="connsiteX2" fmla="*/ 230960 w 296068"/>
              <a:gd name="connsiteY2" fmla="*/ 7878 h 321343"/>
              <a:gd name="connsiteX3" fmla="*/ 223087 w 296068"/>
              <a:gd name="connsiteY3" fmla="*/ 0 h 321343"/>
              <a:gd name="connsiteX4" fmla="*/ 215215 w 296068"/>
              <a:gd name="connsiteY4" fmla="*/ 7878 h 321343"/>
              <a:gd name="connsiteX5" fmla="*/ 215215 w 296068"/>
              <a:gd name="connsiteY5" fmla="*/ 25108 h 321343"/>
              <a:gd name="connsiteX6" fmla="*/ 80872 w 296068"/>
              <a:gd name="connsiteY6" fmla="*/ 25108 h 321343"/>
              <a:gd name="connsiteX7" fmla="*/ 80872 w 296068"/>
              <a:gd name="connsiteY7" fmla="*/ 7878 h 321343"/>
              <a:gd name="connsiteX8" fmla="*/ 73000 w 296068"/>
              <a:gd name="connsiteY8" fmla="*/ 0 h 321343"/>
              <a:gd name="connsiteX9" fmla="*/ 65127 w 296068"/>
              <a:gd name="connsiteY9" fmla="*/ 7878 h 321343"/>
              <a:gd name="connsiteX10" fmla="*/ 65127 w 296068"/>
              <a:gd name="connsiteY10" fmla="*/ 25108 h 321343"/>
              <a:gd name="connsiteX11" fmla="*/ 39564 w 296068"/>
              <a:gd name="connsiteY11" fmla="*/ 25108 h 321343"/>
              <a:gd name="connsiteX12" fmla="*/ 13 w 296068"/>
              <a:gd name="connsiteY12" fmla="*/ 64680 h 321343"/>
              <a:gd name="connsiteX13" fmla="*/ 13 w 296068"/>
              <a:gd name="connsiteY13" fmla="*/ 117801 h 321343"/>
              <a:gd name="connsiteX14" fmla="*/ 0 w 296068"/>
              <a:gd name="connsiteY14" fmla="*/ 117851 h 321343"/>
              <a:gd name="connsiteX15" fmla="*/ 13 w 296068"/>
              <a:gd name="connsiteY15" fmla="*/ 117902 h 321343"/>
              <a:gd name="connsiteX16" fmla="*/ 13 w 296068"/>
              <a:gd name="connsiteY16" fmla="*/ 212296 h 321343"/>
              <a:gd name="connsiteX17" fmla="*/ 13 w 296068"/>
              <a:gd name="connsiteY17" fmla="*/ 281797 h 321343"/>
              <a:gd name="connsiteX18" fmla="*/ 11601 w 296068"/>
              <a:gd name="connsiteY18" fmla="*/ 309766 h 321343"/>
              <a:gd name="connsiteX19" fmla="*/ 39564 w 296068"/>
              <a:gd name="connsiteY19" fmla="*/ 321343 h 321343"/>
              <a:gd name="connsiteX20" fmla="*/ 256542 w 296068"/>
              <a:gd name="connsiteY20" fmla="*/ 321343 h 321343"/>
              <a:gd name="connsiteX21" fmla="*/ 296068 w 296068"/>
              <a:gd name="connsiteY21" fmla="*/ 281797 h 321343"/>
              <a:gd name="connsiteX22" fmla="*/ 296068 w 296068"/>
              <a:gd name="connsiteY22" fmla="*/ 64680 h 321343"/>
              <a:gd name="connsiteX23" fmla="*/ 256529 w 296068"/>
              <a:gd name="connsiteY23" fmla="*/ 25108 h 321343"/>
              <a:gd name="connsiteX24" fmla="*/ 39570 w 296068"/>
              <a:gd name="connsiteY24" fmla="*/ 40864 h 321343"/>
              <a:gd name="connsiteX25" fmla="*/ 65127 w 296068"/>
              <a:gd name="connsiteY25" fmla="*/ 40864 h 321343"/>
              <a:gd name="connsiteX26" fmla="*/ 65127 w 296068"/>
              <a:gd name="connsiteY26" fmla="*/ 58270 h 321343"/>
              <a:gd name="connsiteX27" fmla="*/ 73000 w 296068"/>
              <a:gd name="connsiteY27" fmla="*/ 66148 h 321343"/>
              <a:gd name="connsiteX28" fmla="*/ 80872 w 296068"/>
              <a:gd name="connsiteY28" fmla="*/ 58270 h 321343"/>
              <a:gd name="connsiteX29" fmla="*/ 80872 w 296068"/>
              <a:gd name="connsiteY29" fmla="*/ 40864 h 321343"/>
              <a:gd name="connsiteX30" fmla="*/ 215215 w 296068"/>
              <a:gd name="connsiteY30" fmla="*/ 40864 h 321343"/>
              <a:gd name="connsiteX31" fmla="*/ 215215 w 296068"/>
              <a:gd name="connsiteY31" fmla="*/ 58270 h 321343"/>
              <a:gd name="connsiteX32" fmla="*/ 223087 w 296068"/>
              <a:gd name="connsiteY32" fmla="*/ 66148 h 321343"/>
              <a:gd name="connsiteX33" fmla="*/ 230960 w 296068"/>
              <a:gd name="connsiteY33" fmla="*/ 58270 h 321343"/>
              <a:gd name="connsiteX34" fmla="*/ 230960 w 296068"/>
              <a:gd name="connsiteY34" fmla="*/ 40864 h 321343"/>
              <a:gd name="connsiteX35" fmla="*/ 256529 w 296068"/>
              <a:gd name="connsiteY35" fmla="*/ 40864 h 321343"/>
              <a:gd name="connsiteX36" fmla="*/ 280323 w 296068"/>
              <a:gd name="connsiteY36" fmla="*/ 64680 h 321343"/>
              <a:gd name="connsiteX37" fmla="*/ 280323 w 296068"/>
              <a:gd name="connsiteY37" fmla="*/ 109974 h 321343"/>
              <a:gd name="connsiteX38" fmla="*/ 15758 w 296068"/>
              <a:gd name="connsiteY38" fmla="*/ 109974 h 321343"/>
              <a:gd name="connsiteX39" fmla="*/ 15758 w 296068"/>
              <a:gd name="connsiteY39" fmla="*/ 64673 h 321343"/>
              <a:gd name="connsiteX40" fmla="*/ 39570 w 296068"/>
              <a:gd name="connsiteY40" fmla="*/ 40870 h 321343"/>
              <a:gd name="connsiteX41" fmla="*/ 256536 w 296068"/>
              <a:gd name="connsiteY41" fmla="*/ 305594 h 321343"/>
              <a:gd name="connsiteX42" fmla="*/ 39533 w 296068"/>
              <a:gd name="connsiteY42" fmla="*/ 305594 h 321343"/>
              <a:gd name="connsiteX43" fmla="*/ 22729 w 296068"/>
              <a:gd name="connsiteY43" fmla="*/ 298630 h 321343"/>
              <a:gd name="connsiteX44" fmla="*/ 15758 w 296068"/>
              <a:gd name="connsiteY44" fmla="*/ 281803 h 321343"/>
              <a:gd name="connsiteX45" fmla="*/ 15758 w 296068"/>
              <a:gd name="connsiteY45" fmla="*/ 125729 h 321343"/>
              <a:gd name="connsiteX46" fmla="*/ 280330 w 296068"/>
              <a:gd name="connsiteY46" fmla="*/ 125729 h 321343"/>
              <a:gd name="connsiteX47" fmla="*/ 280330 w 296068"/>
              <a:gd name="connsiteY47" fmla="*/ 281803 h 321343"/>
              <a:gd name="connsiteX48" fmla="*/ 256542 w 296068"/>
              <a:gd name="connsiteY48" fmla="*/ 305594 h 321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296068" h="321343">
                <a:moveTo>
                  <a:pt x="256529" y="25108"/>
                </a:moveTo>
                <a:lnTo>
                  <a:pt x="230960" y="25108"/>
                </a:lnTo>
                <a:lnTo>
                  <a:pt x="230960" y="7878"/>
                </a:lnTo>
                <a:cubicBezTo>
                  <a:pt x="230960" y="3529"/>
                  <a:pt x="227433" y="0"/>
                  <a:pt x="223087" y="0"/>
                </a:cubicBezTo>
                <a:cubicBezTo>
                  <a:pt x="218741" y="0"/>
                  <a:pt x="215215" y="3529"/>
                  <a:pt x="215215" y="7878"/>
                </a:cubicBezTo>
                <a:lnTo>
                  <a:pt x="215215" y="25108"/>
                </a:lnTo>
                <a:lnTo>
                  <a:pt x="80872" y="25108"/>
                </a:lnTo>
                <a:lnTo>
                  <a:pt x="80872" y="7878"/>
                </a:lnTo>
                <a:cubicBezTo>
                  <a:pt x="80872" y="3529"/>
                  <a:pt x="77346" y="0"/>
                  <a:pt x="73000" y="0"/>
                </a:cubicBezTo>
                <a:cubicBezTo>
                  <a:pt x="68654" y="0"/>
                  <a:pt x="65127" y="3529"/>
                  <a:pt x="65127" y="7878"/>
                </a:cubicBezTo>
                <a:lnTo>
                  <a:pt x="65127" y="25108"/>
                </a:lnTo>
                <a:lnTo>
                  <a:pt x="39564" y="25108"/>
                </a:lnTo>
                <a:cubicBezTo>
                  <a:pt x="17767" y="25108"/>
                  <a:pt x="25" y="42842"/>
                  <a:pt x="13" y="64680"/>
                </a:cubicBezTo>
                <a:lnTo>
                  <a:pt x="13" y="117801"/>
                </a:lnTo>
                <a:cubicBezTo>
                  <a:pt x="13" y="117801"/>
                  <a:pt x="0" y="117832"/>
                  <a:pt x="0" y="117851"/>
                </a:cubicBezTo>
                <a:cubicBezTo>
                  <a:pt x="0" y="117870"/>
                  <a:pt x="13" y="117883"/>
                  <a:pt x="13" y="117902"/>
                </a:cubicBezTo>
                <a:lnTo>
                  <a:pt x="13" y="212296"/>
                </a:lnTo>
                <a:cubicBezTo>
                  <a:pt x="13" y="212296"/>
                  <a:pt x="13" y="281797"/>
                  <a:pt x="13" y="281797"/>
                </a:cubicBezTo>
                <a:cubicBezTo>
                  <a:pt x="13" y="292366"/>
                  <a:pt x="4132" y="302298"/>
                  <a:pt x="11601" y="309766"/>
                </a:cubicBezTo>
                <a:cubicBezTo>
                  <a:pt x="19070" y="317234"/>
                  <a:pt x="28983" y="321343"/>
                  <a:pt x="39564" y="321343"/>
                </a:cubicBezTo>
                <a:lnTo>
                  <a:pt x="256542" y="321343"/>
                </a:lnTo>
                <a:cubicBezTo>
                  <a:pt x="278333" y="321343"/>
                  <a:pt x="296062" y="303609"/>
                  <a:pt x="296068" y="281797"/>
                </a:cubicBezTo>
                <a:lnTo>
                  <a:pt x="296068" y="64680"/>
                </a:lnTo>
                <a:cubicBezTo>
                  <a:pt x="296068" y="42868"/>
                  <a:pt x="278327" y="25114"/>
                  <a:pt x="256529" y="25108"/>
                </a:cubicBezTo>
                <a:close/>
                <a:moveTo>
                  <a:pt x="39570" y="40864"/>
                </a:moveTo>
                <a:lnTo>
                  <a:pt x="65127" y="40864"/>
                </a:lnTo>
                <a:lnTo>
                  <a:pt x="65127" y="58270"/>
                </a:lnTo>
                <a:cubicBezTo>
                  <a:pt x="65127" y="62619"/>
                  <a:pt x="68654" y="66148"/>
                  <a:pt x="73000" y="66148"/>
                </a:cubicBezTo>
                <a:cubicBezTo>
                  <a:pt x="77346" y="66148"/>
                  <a:pt x="80872" y="62619"/>
                  <a:pt x="80872" y="58270"/>
                </a:cubicBezTo>
                <a:lnTo>
                  <a:pt x="80872" y="40864"/>
                </a:lnTo>
                <a:lnTo>
                  <a:pt x="215215" y="40864"/>
                </a:lnTo>
                <a:lnTo>
                  <a:pt x="215215" y="58270"/>
                </a:lnTo>
                <a:cubicBezTo>
                  <a:pt x="215215" y="62619"/>
                  <a:pt x="218741" y="66148"/>
                  <a:pt x="223087" y="66148"/>
                </a:cubicBezTo>
                <a:cubicBezTo>
                  <a:pt x="227433" y="66148"/>
                  <a:pt x="230960" y="62619"/>
                  <a:pt x="230960" y="58270"/>
                </a:cubicBezTo>
                <a:lnTo>
                  <a:pt x="230960" y="40864"/>
                </a:lnTo>
                <a:lnTo>
                  <a:pt x="256529" y="40864"/>
                </a:lnTo>
                <a:cubicBezTo>
                  <a:pt x="269642" y="40864"/>
                  <a:pt x="280317" y="51552"/>
                  <a:pt x="280323" y="64680"/>
                </a:cubicBezTo>
                <a:lnTo>
                  <a:pt x="280323" y="109974"/>
                </a:lnTo>
                <a:lnTo>
                  <a:pt x="15758" y="109974"/>
                </a:lnTo>
                <a:lnTo>
                  <a:pt x="15758" y="64673"/>
                </a:lnTo>
                <a:cubicBezTo>
                  <a:pt x="15770" y="51546"/>
                  <a:pt x="26452" y="40870"/>
                  <a:pt x="39570" y="40870"/>
                </a:cubicBezTo>
                <a:close/>
                <a:moveTo>
                  <a:pt x="256536" y="305594"/>
                </a:moveTo>
                <a:lnTo>
                  <a:pt x="39533" y="305594"/>
                </a:lnTo>
                <a:cubicBezTo>
                  <a:pt x="33184" y="305594"/>
                  <a:pt x="27220" y="303117"/>
                  <a:pt x="22729" y="298630"/>
                </a:cubicBezTo>
                <a:cubicBezTo>
                  <a:pt x="18233" y="294137"/>
                  <a:pt x="15758" y="288162"/>
                  <a:pt x="15758" y="281803"/>
                </a:cubicBezTo>
                <a:lnTo>
                  <a:pt x="15758" y="125729"/>
                </a:lnTo>
                <a:lnTo>
                  <a:pt x="280330" y="125729"/>
                </a:lnTo>
                <a:lnTo>
                  <a:pt x="280330" y="281803"/>
                </a:lnTo>
                <a:cubicBezTo>
                  <a:pt x="280330" y="294924"/>
                  <a:pt x="269661" y="305594"/>
                  <a:pt x="256542" y="305594"/>
                </a:cubicBezTo>
                <a:close/>
              </a:path>
            </a:pathLst>
          </a:custGeom>
          <a:solidFill>
            <a:srgbClr val="FFFFFF"/>
          </a:solidFill>
          <a:ln w="0" cap="flat">
            <a:noFill/>
            <a:prstDash val="solid"/>
            <a:miter/>
          </a:ln>
        </p:spPr>
        <p:txBody>
          <a:bodyPr rtlCol="0" anchor="ctr"/>
          <a:lstStyle/>
          <a:p>
            <a:endParaRPr lang="de-DE"/>
          </a:p>
        </p:txBody>
      </p:sp>
      <p:sp>
        <p:nvSpPr>
          <p:cNvPr id="566" name="Freihandform 565">
            <a:extLst>
              <a:ext uri="{FF2B5EF4-FFF2-40B4-BE49-F238E27FC236}">
                <a16:creationId xmlns:a16="http://schemas.microsoft.com/office/drawing/2014/main" id="{F76711B0-5AFC-A548-9C84-01888255109C}"/>
              </a:ext>
            </a:extLst>
          </p:cNvPr>
          <p:cNvSpPr/>
          <p:nvPr/>
        </p:nvSpPr>
        <p:spPr>
          <a:xfrm>
            <a:off x="7683327" y="4383170"/>
            <a:ext cx="345600" cy="267465"/>
          </a:xfrm>
          <a:custGeom>
            <a:avLst/>
            <a:gdLst>
              <a:gd name="connsiteX0" fmla="*/ 319301 w 344934"/>
              <a:gd name="connsiteY0" fmla="*/ 0 h 267465"/>
              <a:gd name="connsiteX1" fmla="*/ 25639 w 344934"/>
              <a:gd name="connsiteY1" fmla="*/ 0 h 267465"/>
              <a:gd name="connsiteX2" fmla="*/ 0 w 344934"/>
              <a:gd name="connsiteY2" fmla="*/ 25663 h 267465"/>
              <a:gd name="connsiteX3" fmla="*/ 0 w 344934"/>
              <a:gd name="connsiteY3" fmla="*/ 241810 h 267465"/>
              <a:gd name="connsiteX4" fmla="*/ 25639 w 344934"/>
              <a:gd name="connsiteY4" fmla="*/ 267466 h 267465"/>
              <a:gd name="connsiteX5" fmla="*/ 319301 w 344934"/>
              <a:gd name="connsiteY5" fmla="*/ 267466 h 267465"/>
              <a:gd name="connsiteX6" fmla="*/ 344934 w 344934"/>
              <a:gd name="connsiteY6" fmla="*/ 241822 h 267465"/>
              <a:gd name="connsiteX7" fmla="*/ 344934 w 344934"/>
              <a:gd name="connsiteY7" fmla="*/ 25650 h 267465"/>
              <a:gd name="connsiteX8" fmla="*/ 319301 w 344934"/>
              <a:gd name="connsiteY8" fmla="*/ 0 h 267465"/>
              <a:gd name="connsiteX9" fmla="*/ 319213 w 344934"/>
              <a:gd name="connsiteY9" fmla="*/ 15756 h 267465"/>
              <a:gd name="connsiteX10" fmla="*/ 215876 w 344934"/>
              <a:gd name="connsiteY10" fmla="*/ 117297 h 267465"/>
              <a:gd name="connsiteX11" fmla="*/ 201794 w 344934"/>
              <a:gd name="connsiteY11" fmla="*/ 131143 h 267465"/>
              <a:gd name="connsiteX12" fmla="*/ 201283 w 344934"/>
              <a:gd name="connsiteY12" fmla="*/ 131697 h 267465"/>
              <a:gd name="connsiteX13" fmla="*/ 148305 w 344934"/>
              <a:gd name="connsiteY13" fmla="*/ 136323 h 267465"/>
              <a:gd name="connsiteX14" fmla="*/ 143682 w 344934"/>
              <a:gd name="connsiteY14" fmla="*/ 131697 h 267465"/>
              <a:gd name="connsiteX15" fmla="*/ 143166 w 344934"/>
              <a:gd name="connsiteY15" fmla="*/ 131143 h 267465"/>
              <a:gd name="connsiteX16" fmla="*/ 25721 w 344934"/>
              <a:gd name="connsiteY16" fmla="*/ 15749 h 267465"/>
              <a:gd name="connsiteX17" fmla="*/ 319220 w 344934"/>
              <a:gd name="connsiteY17" fmla="*/ 15749 h 267465"/>
              <a:gd name="connsiteX18" fmla="*/ 319301 w 344934"/>
              <a:gd name="connsiteY18" fmla="*/ 251716 h 267465"/>
              <a:gd name="connsiteX19" fmla="*/ 25639 w 344934"/>
              <a:gd name="connsiteY19" fmla="*/ 251716 h 267465"/>
              <a:gd name="connsiteX20" fmla="*/ 15745 w 344934"/>
              <a:gd name="connsiteY20" fmla="*/ 241810 h 267465"/>
              <a:gd name="connsiteX21" fmla="*/ 15745 w 344934"/>
              <a:gd name="connsiteY21" fmla="*/ 28039 h 267465"/>
              <a:gd name="connsiteX22" fmla="*/ 131873 w 344934"/>
              <a:gd name="connsiteY22" fmla="*/ 142140 h 267465"/>
              <a:gd name="connsiteX23" fmla="*/ 138184 w 344934"/>
              <a:gd name="connsiteY23" fmla="*/ 148404 h 267465"/>
              <a:gd name="connsiteX24" fmla="*/ 172439 w 344934"/>
              <a:gd name="connsiteY24" fmla="*/ 160877 h 267465"/>
              <a:gd name="connsiteX25" fmla="*/ 213086 w 344934"/>
              <a:gd name="connsiteY25" fmla="*/ 142134 h 267465"/>
              <a:gd name="connsiteX26" fmla="*/ 226910 w 344934"/>
              <a:gd name="connsiteY26" fmla="*/ 128546 h 267465"/>
              <a:gd name="connsiteX27" fmla="*/ 329183 w 344934"/>
              <a:gd name="connsiteY27" fmla="*/ 28051 h 267465"/>
              <a:gd name="connsiteX28" fmla="*/ 329183 w 344934"/>
              <a:gd name="connsiteY28" fmla="*/ 241828 h 267465"/>
              <a:gd name="connsiteX29" fmla="*/ 319295 w 344934"/>
              <a:gd name="connsiteY29" fmla="*/ 251716 h 267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4934" h="267465">
                <a:moveTo>
                  <a:pt x="319301" y="0"/>
                </a:moveTo>
                <a:lnTo>
                  <a:pt x="25639" y="0"/>
                </a:lnTo>
                <a:cubicBezTo>
                  <a:pt x="11500" y="0"/>
                  <a:pt x="0" y="11514"/>
                  <a:pt x="0" y="25663"/>
                </a:cubicBezTo>
                <a:lnTo>
                  <a:pt x="0" y="241810"/>
                </a:lnTo>
                <a:cubicBezTo>
                  <a:pt x="0" y="255958"/>
                  <a:pt x="11500" y="267466"/>
                  <a:pt x="25639" y="267466"/>
                </a:cubicBezTo>
                <a:lnTo>
                  <a:pt x="319301" y="267466"/>
                </a:lnTo>
                <a:cubicBezTo>
                  <a:pt x="333434" y="267466"/>
                  <a:pt x="344934" y="255964"/>
                  <a:pt x="344934" y="241822"/>
                </a:cubicBezTo>
                <a:lnTo>
                  <a:pt x="344934" y="25650"/>
                </a:lnTo>
                <a:cubicBezTo>
                  <a:pt x="344934" y="11508"/>
                  <a:pt x="333434" y="0"/>
                  <a:pt x="319301" y="0"/>
                </a:cubicBezTo>
                <a:close/>
                <a:moveTo>
                  <a:pt x="319213" y="15756"/>
                </a:moveTo>
                <a:cubicBezTo>
                  <a:pt x="282244" y="52062"/>
                  <a:pt x="244544" y="89126"/>
                  <a:pt x="215876" y="117297"/>
                </a:cubicBezTo>
                <a:lnTo>
                  <a:pt x="201794" y="131143"/>
                </a:lnTo>
                <a:cubicBezTo>
                  <a:pt x="201617" y="131319"/>
                  <a:pt x="201441" y="131508"/>
                  <a:pt x="201283" y="131697"/>
                </a:cubicBezTo>
                <a:cubicBezTo>
                  <a:pt x="187957" y="147591"/>
                  <a:pt x="164176" y="149671"/>
                  <a:pt x="148305" y="136323"/>
                </a:cubicBezTo>
                <a:cubicBezTo>
                  <a:pt x="146630" y="134924"/>
                  <a:pt x="145074" y="133367"/>
                  <a:pt x="143682" y="131697"/>
                </a:cubicBezTo>
                <a:cubicBezTo>
                  <a:pt x="143518" y="131508"/>
                  <a:pt x="143342" y="131319"/>
                  <a:pt x="143166" y="131143"/>
                </a:cubicBezTo>
                <a:lnTo>
                  <a:pt x="25721" y="15749"/>
                </a:lnTo>
                <a:lnTo>
                  <a:pt x="319220" y="15749"/>
                </a:lnTo>
                <a:close/>
                <a:moveTo>
                  <a:pt x="319301" y="251716"/>
                </a:moveTo>
                <a:lnTo>
                  <a:pt x="25639" y="251716"/>
                </a:lnTo>
                <a:cubicBezTo>
                  <a:pt x="20185" y="251716"/>
                  <a:pt x="15745" y="247274"/>
                  <a:pt x="15745" y="241810"/>
                </a:cubicBezTo>
                <a:lnTo>
                  <a:pt x="15745" y="28039"/>
                </a:lnTo>
                <a:lnTo>
                  <a:pt x="131873" y="142140"/>
                </a:lnTo>
                <a:cubicBezTo>
                  <a:pt x="133794" y="144396"/>
                  <a:pt x="135917" y="146501"/>
                  <a:pt x="138184" y="148404"/>
                </a:cubicBezTo>
                <a:cubicBezTo>
                  <a:pt x="148166" y="156786"/>
                  <a:pt x="160334" y="160877"/>
                  <a:pt x="172439" y="160877"/>
                </a:cubicBezTo>
                <a:cubicBezTo>
                  <a:pt x="187548" y="160877"/>
                  <a:pt x="202562" y="154499"/>
                  <a:pt x="213086" y="142134"/>
                </a:cubicBezTo>
                <a:lnTo>
                  <a:pt x="226910" y="128546"/>
                </a:lnTo>
                <a:cubicBezTo>
                  <a:pt x="255295" y="100640"/>
                  <a:pt x="292554" y="64018"/>
                  <a:pt x="329183" y="28051"/>
                </a:cubicBezTo>
                <a:lnTo>
                  <a:pt x="329183" y="241828"/>
                </a:lnTo>
                <a:cubicBezTo>
                  <a:pt x="329183" y="247280"/>
                  <a:pt x="324749" y="251716"/>
                  <a:pt x="319295" y="251716"/>
                </a:cubicBezTo>
                <a:close/>
              </a:path>
            </a:pathLst>
          </a:custGeom>
          <a:solidFill>
            <a:srgbClr val="FFFFFF"/>
          </a:solidFill>
          <a:ln w="0" cap="flat">
            <a:noFill/>
            <a:prstDash val="solid"/>
            <a:miter/>
          </a:ln>
        </p:spPr>
        <p:txBody>
          <a:bodyPr rtlCol="0" anchor="ctr"/>
          <a:lstStyle/>
          <a:p>
            <a:endParaRPr lang="de-DE"/>
          </a:p>
        </p:txBody>
      </p:sp>
      <p:grpSp>
        <p:nvGrpSpPr>
          <p:cNvPr id="567" name="Grafik 463">
            <a:extLst>
              <a:ext uri="{FF2B5EF4-FFF2-40B4-BE49-F238E27FC236}">
                <a16:creationId xmlns:a16="http://schemas.microsoft.com/office/drawing/2014/main" id="{2D890E09-77C5-B29B-7EDC-B6D92CAC4AD1}"/>
              </a:ext>
            </a:extLst>
          </p:cNvPr>
          <p:cNvGrpSpPr/>
          <p:nvPr/>
        </p:nvGrpSpPr>
        <p:grpSpPr>
          <a:xfrm>
            <a:off x="11364932" y="3597228"/>
            <a:ext cx="342389" cy="342619"/>
            <a:chOff x="11364932" y="3597228"/>
            <a:chExt cx="342389" cy="342619"/>
          </a:xfrm>
          <a:solidFill>
            <a:srgbClr val="FFFFFF"/>
          </a:solidFill>
        </p:grpSpPr>
        <p:sp>
          <p:nvSpPr>
            <p:cNvPr id="568" name="Freihandform 567">
              <a:extLst>
                <a:ext uri="{FF2B5EF4-FFF2-40B4-BE49-F238E27FC236}">
                  <a16:creationId xmlns:a16="http://schemas.microsoft.com/office/drawing/2014/main" id="{F6FDBE9C-1F03-D302-8E53-E91A6380DC5C}"/>
                </a:ext>
              </a:extLst>
            </p:cNvPr>
            <p:cNvSpPr/>
            <p:nvPr/>
          </p:nvSpPr>
          <p:spPr>
            <a:xfrm>
              <a:off x="11364932" y="3597228"/>
              <a:ext cx="342389" cy="342619"/>
            </a:xfrm>
            <a:custGeom>
              <a:avLst/>
              <a:gdLst>
                <a:gd name="connsiteX0" fmla="*/ 171160 w 342389"/>
                <a:gd name="connsiteY0" fmla="*/ 0 h 342619"/>
                <a:gd name="connsiteX1" fmla="*/ 0 w 342389"/>
                <a:gd name="connsiteY1" fmla="*/ 171345 h 342619"/>
                <a:gd name="connsiteX2" fmla="*/ 171191 w 342389"/>
                <a:gd name="connsiteY2" fmla="*/ 342620 h 342619"/>
                <a:gd name="connsiteX3" fmla="*/ 171229 w 342389"/>
                <a:gd name="connsiteY3" fmla="*/ 342620 h 342619"/>
                <a:gd name="connsiteX4" fmla="*/ 342390 w 342389"/>
                <a:gd name="connsiteY4" fmla="*/ 171275 h 342619"/>
                <a:gd name="connsiteX5" fmla="*/ 171160 w 342389"/>
                <a:gd name="connsiteY5" fmla="*/ 0 h 342619"/>
                <a:gd name="connsiteX6" fmla="*/ 171223 w 342389"/>
                <a:gd name="connsiteY6" fmla="*/ 326858 h 342619"/>
                <a:gd name="connsiteX7" fmla="*/ 171185 w 342389"/>
                <a:gd name="connsiteY7" fmla="*/ 326858 h 342619"/>
                <a:gd name="connsiteX8" fmla="*/ 15738 w 342389"/>
                <a:gd name="connsiteY8" fmla="*/ 171338 h 342619"/>
                <a:gd name="connsiteX9" fmla="*/ 171179 w 342389"/>
                <a:gd name="connsiteY9" fmla="*/ 15749 h 342619"/>
                <a:gd name="connsiteX10" fmla="*/ 326638 w 342389"/>
                <a:gd name="connsiteY10" fmla="*/ 171269 h 342619"/>
                <a:gd name="connsiteX11" fmla="*/ 171223 w 342389"/>
                <a:gd name="connsiteY11" fmla="*/ 326858 h 342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42389" h="342619">
                  <a:moveTo>
                    <a:pt x="171160" y="0"/>
                  </a:moveTo>
                  <a:cubicBezTo>
                    <a:pt x="76766" y="19"/>
                    <a:pt x="-19" y="76881"/>
                    <a:pt x="0" y="171345"/>
                  </a:cubicBezTo>
                  <a:cubicBezTo>
                    <a:pt x="19" y="265789"/>
                    <a:pt x="76810" y="342620"/>
                    <a:pt x="171191" y="342620"/>
                  </a:cubicBezTo>
                  <a:lnTo>
                    <a:pt x="171229" y="342620"/>
                  </a:lnTo>
                  <a:cubicBezTo>
                    <a:pt x="265623" y="342601"/>
                    <a:pt x="342409" y="265739"/>
                    <a:pt x="342390" y="171275"/>
                  </a:cubicBezTo>
                  <a:cubicBezTo>
                    <a:pt x="342364" y="76837"/>
                    <a:pt x="265567" y="0"/>
                    <a:pt x="171160" y="0"/>
                  </a:cubicBezTo>
                  <a:close/>
                  <a:moveTo>
                    <a:pt x="171223" y="326858"/>
                  </a:moveTo>
                  <a:lnTo>
                    <a:pt x="171185" y="326858"/>
                  </a:lnTo>
                  <a:cubicBezTo>
                    <a:pt x="85501" y="326858"/>
                    <a:pt x="15757" y="257099"/>
                    <a:pt x="15738" y="171338"/>
                  </a:cubicBezTo>
                  <a:cubicBezTo>
                    <a:pt x="15720" y="85565"/>
                    <a:pt x="85438" y="15768"/>
                    <a:pt x="171179" y="15749"/>
                  </a:cubicBezTo>
                  <a:cubicBezTo>
                    <a:pt x="256869" y="15749"/>
                    <a:pt x="326613" y="85515"/>
                    <a:pt x="326638" y="171269"/>
                  </a:cubicBezTo>
                  <a:cubicBezTo>
                    <a:pt x="326638" y="257036"/>
                    <a:pt x="256932" y="326839"/>
                    <a:pt x="171223" y="326858"/>
                  </a:cubicBezTo>
                  <a:close/>
                </a:path>
              </a:pathLst>
            </a:custGeom>
            <a:solidFill>
              <a:srgbClr val="FFFFFF"/>
            </a:solidFill>
            <a:ln w="0" cap="flat">
              <a:noFill/>
              <a:prstDash val="solid"/>
              <a:miter/>
            </a:ln>
          </p:spPr>
          <p:txBody>
            <a:bodyPr rtlCol="0" anchor="ctr"/>
            <a:lstStyle/>
            <a:p>
              <a:endParaRPr lang="de-DE"/>
            </a:p>
          </p:txBody>
        </p:sp>
        <p:sp>
          <p:nvSpPr>
            <p:cNvPr id="569" name="Freihandform 568">
              <a:extLst>
                <a:ext uri="{FF2B5EF4-FFF2-40B4-BE49-F238E27FC236}">
                  <a16:creationId xmlns:a16="http://schemas.microsoft.com/office/drawing/2014/main" id="{8D3D1EDF-3943-C424-17AF-9D790F43BF5F}"/>
                </a:ext>
              </a:extLst>
            </p:cNvPr>
            <p:cNvSpPr/>
            <p:nvPr/>
          </p:nvSpPr>
          <p:spPr>
            <a:xfrm>
              <a:off x="11528226" y="3672161"/>
              <a:ext cx="71475" cy="104213"/>
            </a:xfrm>
            <a:custGeom>
              <a:avLst/>
              <a:gdLst>
                <a:gd name="connsiteX0" fmla="*/ 63603 w 71475"/>
                <a:gd name="connsiteY0" fmla="*/ 88458 h 104213"/>
                <a:gd name="connsiteX1" fmla="*/ 15745 w 71475"/>
                <a:gd name="connsiteY1" fmla="*/ 88458 h 104213"/>
                <a:gd name="connsiteX2" fmla="*/ 15745 w 71475"/>
                <a:gd name="connsiteY2" fmla="*/ 7878 h 104213"/>
                <a:gd name="connsiteX3" fmla="*/ 7872 w 71475"/>
                <a:gd name="connsiteY3" fmla="*/ 0 h 104213"/>
                <a:gd name="connsiteX4" fmla="*/ 0 w 71475"/>
                <a:gd name="connsiteY4" fmla="*/ 7878 h 104213"/>
                <a:gd name="connsiteX5" fmla="*/ 0 w 71475"/>
                <a:gd name="connsiteY5" fmla="*/ 96336 h 104213"/>
                <a:gd name="connsiteX6" fmla="*/ 7872 w 71475"/>
                <a:gd name="connsiteY6" fmla="*/ 104213 h 104213"/>
                <a:gd name="connsiteX7" fmla="*/ 63603 w 71475"/>
                <a:gd name="connsiteY7" fmla="*/ 104213 h 104213"/>
                <a:gd name="connsiteX8" fmla="*/ 71476 w 71475"/>
                <a:gd name="connsiteY8" fmla="*/ 96336 h 104213"/>
                <a:gd name="connsiteX9" fmla="*/ 63603 w 71475"/>
                <a:gd name="connsiteY9" fmla="*/ 88458 h 104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1475" h="104213">
                  <a:moveTo>
                    <a:pt x="63603" y="88458"/>
                  </a:moveTo>
                  <a:lnTo>
                    <a:pt x="15745" y="88458"/>
                  </a:lnTo>
                  <a:lnTo>
                    <a:pt x="15745" y="7878"/>
                  </a:lnTo>
                  <a:cubicBezTo>
                    <a:pt x="15745" y="3529"/>
                    <a:pt x="12218" y="0"/>
                    <a:pt x="7872" y="0"/>
                  </a:cubicBezTo>
                  <a:cubicBezTo>
                    <a:pt x="3527" y="0"/>
                    <a:pt x="0" y="3529"/>
                    <a:pt x="0" y="7878"/>
                  </a:cubicBezTo>
                  <a:lnTo>
                    <a:pt x="0" y="96336"/>
                  </a:lnTo>
                  <a:cubicBezTo>
                    <a:pt x="0" y="100684"/>
                    <a:pt x="3527" y="104213"/>
                    <a:pt x="7872" y="104213"/>
                  </a:cubicBezTo>
                  <a:lnTo>
                    <a:pt x="63603" y="104213"/>
                  </a:lnTo>
                  <a:cubicBezTo>
                    <a:pt x="67949" y="104213"/>
                    <a:pt x="71476" y="100684"/>
                    <a:pt x="71476" y="96336"/>
                  </a:cubicBezTo>
                  <a:cubicBezTo>
                    <a:pt x="71476" y="91987"/>
                    <a:pt x="67949" y="88458"/>
                    <a:pt x="63603" y="88458"/>
                  </a:cubicBezTo>
                  <a:close/>
                </a:path>
              </a:pathLst>
            </a:custGeom>
            <a:solidFill>
              <a:srgbClr val="FFFFFF"/>
            </a:solidFill>
            <a:ln w="0" cap="flat">
              <a:noFill/>
              <a:prstDash val="solid"/>
              <a:miter/>
            </a:ln>
          </p:spPr>
          <p:txBody>
            <a:bodyPr rtlCol="0" anchor="ctr"/>
            <a:lstStyle/>
            <a:p>
              <a:endParaRPr lang="de-DE"/>
            </a:p>
          </p:txBody>
        </p:sp>
      </p:grpSp>
      <p:sp>
        <p:nvSpPr>
          <p:cNvPr id="570" name="Freihandform 569">
            <a:extLst>
              <a:ext uri="{FF2B5EF4-FFF2-40B4-BE49-F238E27FC236}">
                <a16:creationId xmlns:a16="http://schemas.microsoft.com/office/drawing/2014/main" id="{26CAAA83-2403-63E3-8CDB-01126C02EBF8}"/>
              </a:ext>
            </a:extLst>
          </p:cNvPr>
          <p:cNvSpPr/>
          <p:nvPr/>
        </p:nvSpPr>
        <p:spPr>
          <a:xfrm>
            <a:off x="11377629" y="2126787"/>
            <a:ext cx="316939" cy="292041"/>
          </a:xfrm>
          <a:custGeom>
            <a:avLst/>
            <a:gdLst>
              <a:gd name="connsiteX0" fmla="*/ 316933 w 316939"/>
              <a:gd name="connsiteY0" fmla="*/ 204554 h 292041"/>
              <a:gd name="connsiteX1" fmla="*/ 316933 w 316939"/>
              <a:gd name="connsiteY1" fmla="*/ 7887 h 292041"/>
              <a:gd name="connsiteX2" fmla="*/ 314263 w 316939"/>
              <a:gd name="connsiteY2" fmla="*/ 1976 h 292041"/>
              <a:gd name="connsiteX3" fmla="*/ 308072 w 316939"/>
              <a:gd name="connsiteY3" fmla="*/ 66 h 292041"/>
              <a:gd name="connsiteX4" fmla="*/ 117495 w 316939"/>
              <a:gd name="connsiteY4" fmla="*/ 24229 h 292041"/>
              <a:gd name="connsiteX5" fmla="*/ 110611 w 316939"/>
              <a:gd name="connsiteY5" fmla="*/ 32044 h 292041"/>
              <a:gd name="connsiteX6" fmla="*/ 110611 w 316939"/>
              <a:gd name="connsiteY6" fmla="*/ 187198 h 292041"/>
              <a:gd name="connsiteX7" fmla="*/ 63200 w 316939"/>
              <a:gd name="connsiteY7" fmla="*/ 165600 h 292041"/>
              <a:gd name="connsiteX8" fmla="*/ 63169 w 316939"/>
              <a:gd name="connsiteY8" fmla="*/ 165600 h 292041"/>
              <a:gd name="connsiteX9" fmla="*/ 18510 w 316939"/>
              <a:gd name="connsiteY9" fmla="*/ 184110 h 292041"/>
              <a:gd name="connsiteX10" fmla="*/ 0 w 316939"/>
              <a:gd name="connsiteY10" fmla="*/ 228811 h 292041"/>
              <a:gd name="connsiteX11" fmla="*/ 63162 w 316939"/>
              <a:gd name="connsiteY11" fmla="*/ 292041 h 292041"/>
              <a:gd name="connsiteX12" fmla="*/ 63175 w 316939"/>
              <a:gd name="connsiteY12" fmla="*/ 292041 h 292041"/>
              <a:gd name="connsiteX13" fmla="*/ 126356 w 316939"/>
              <a:gd name="connsiteY13" fmla="*/ 228837 h 292041"/>
              <a:gd name="connsiteX14" fmla="*/ 126356 w 316939"/>
              <a:gd name="connsiteY14" fmla="*/ 38989 h 292041"/>
              <a:gd name="connsiteX15" fmla="*/ 301188 w 316939"/>
              <a:gd name="connsiteY15" fmla="*/ 16818 h 292041"/>
              <a:gd name="connsiteX16" fmla="*/ 301188 w 316939"/>
              <a:gd name="connsiteY16" fmla="*/ 163041 h 292041"/>
              <a:gd name="connsiteX17" fmla="*/ 253771 w 316939"/>
              <a:gd name="connsiteY17" fmla="*/ 141450 h 292041"/>
              <a:gd name="connsiteX18" fmla="*/ 253758 w 316939"/>
              <a:gd name="connsiteY18" fmla="*/ 141450 h 292041"/>
              <a:gd name="connsiteX19" fmla="*/ 209105 w 316939"/>
              <a:gd name="connsiteY19" fmla="*/ 159960 h 292041"/>
              <a:gd name="connsiteX20" fmla="*/ 190596 w 316939"/>
              <a:gd name="connsiteY20" fmla="*/ 204661 h 292041"/>
              <a:gd name="connsiteX21" fmla="*/ 253758 w 316939"/>
              <a:gd name="connsiteY21" fmla="*/ 267885 h 292041"/>
              <a:gd name="connsiteX22" fmla="*/ 316939 w 316939"/>
              <a:gd name="connsiteY22" fmla="*/ 204674 h 292041"/>
              <a:gd name="connsiteX23" fmla="*/ 316939 w 316939"/>
              <a:gd name="connsiteY23" fmla="*/ 204554 h 292041"/>
              <a:gd name="connsiteX24" fmla="*/ 63175 w 316939"/>
              <a:gd name="connsiteY24" fmla="*/ 276292 h 292041"/>
              <a:gd name="connsiteX25" fmla="*/ 63162 w 316939"/>
              <a:gd name="connsiteY25" fmla="*/ 276292 h 292041"/>
              <a:gd name="connsiteX26" fmla="*/ 15745 w 316939"/>
              <a:gd name="connsiteY26" fmla="*/ 228818 h 292041"/>
              <a:gd name="connsiteX27" fmla="*/ 29644 w 316939"/>
              <a:gd name="connsiteY27" fmla="*/ 195258 h 292041"/>
              <a:gd name="connsiteX28" fmla="*/ 63175 w 316939"/>
              <a:gd name="connsiteY28" fmla="*/ 181368 h 292041"/>
              <a:gd name="connsiteX29" fmla="*/ 63194 w 316939"/>
              <a:gd name="connsiteY29" fmla="*/ 181368 h 292041"/>
              <a:gd name="connsiteX30" fmla="*/ 110611 w 316939"/>
              <a:gd name="connsiteY30" fmla="*/ 228843 h 292041"/>
              <a:gd name="connsiteX31" fmla="*/ 63175 w 316939"/>
              <a:gd name="connsiteY31" fmla="*/ 276292 h 292041"/>
              <a:gd name="connsiteX32" fmla="*/ 253752 w 316939"/>
              <a:gd name="connsiteY32" fmla="*/ 252136 h 292041"/>
              <a:gd name="connsiteX33" fmla="*/ 206334 w 316939"/>
              <a:gd name="connsiteY33" fmla="*/ 204668 h 292041"/>
              <a:gd name="connsiteX34" fmla="*/ 220228 w 316939"/>
              <a:gd name="connsiteY34" fmla="*/ 171115 h 292041"/>
              <a:gd name="connsiteX35" fmla="*/ 253771 w 316939"/>
              <a:gd name="connsiteY35" fmla="*/ 157218 h 292041"/>
              <a:gd name="connsiteX36" fmla="*/ 253771 w 316939"/>
              <a:gd name="connsiteY36" fmla="*/ 157218 h 292041"/>
              <a:gd name="connsiteX37" fmla="*/ 301176 w 316939"/>
              <a:gd name="connsiteY37" fmla="*/ 204560 h 292041"/>
              <a:gd name="connsiteX38" fmla="*/ 301176 w 316939"/>
              <a:gd name="connsiteY38" fmla="*/ 204668 h 292041"/>
              <a:gd name="connsiteX39" fmla="*/ 301176 w 316939"/>
              <a:gd name="connsiteY39" fmla="*/ 204693 h 292041"/>
              <a:gd name="connsiteX40" fmla="*/ 253739 w 316939"/>
              <a:gd name="connsiteY40" fmla="*/ 252136 h 292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16939" h="292041">
                <a:moveTo>
                  <a:pt x="316933" y="204554"/>
                </a:moveTo>
                <a:lnTo>
                  <a:pt x="316933" y="7887"/>
                </a:lnTo>
                <a:cubicBezTo>
                  <a:pt x="316933" y="5625"/>
                  <a:pt x="315964" y="3476"/>
                  <a:pt x="314263" y="1976"/>
                </a:cubicBezTo>
                <a:cubicBezTo>
                  <a:pt x="312569" y="476"/>
                  <a:pt x="310339" y="-230"/>
                  <a:pt x="308072" y="66"/>
                </a:cubicBezTo>
                <a:lnTo>
                  <a:pt x="117495" y="24229"/>
                </a:lnTo>
                <a:cubicBezTo>
                  <a:pt x="113565" y="24727"/>
                  <a:pt x="110611" y="28073"/>
                  <a:pt x="110611" y="32044"/>
                </a:cubicBezTo>
                <a:lnTo>
                  <a:pt x="110611" y="187198"/>
                </a:lnTo>
                <a:cubicBezTo>
                  <a:pt x="99029" y="173995"/>
                  <a:pt x="82094" y="165606"/>
                  <a:pt x="63200" y="165600"/>
                </a:cubicBezTo>
                <a:lnTo>
                  <a:pt x="63169" y="165600"/>
                </a:lnTo>
                <a:cubicBezTo>
                  <a:pt x="46303" y="165600"/>
                  <a:pt x="30444" y="172173"/>
                  <a:pt x="18510" y="184110"/>
                </a:cubicBezTo>
                <a:cubicBezTo>
                  <a:pt x="6575" y="196052"/>
                  <a:pt x="6" y="211921"/>
                  <a:pt x="0" y="228811"/>
                </a:cubicBezTo>
                <a:cubicBezTo>
                  <a:pt x="0" y="263669"/>
                  <a:pt x="28328" y="292035"/>
                  <a:pt x="63162" y="292041"/>
                </a:cubicBezTo>
                <a:lnTo>
                  <a:pt x="63175" y="292041"/>
                </a:lnTo>
                <a:cubicBezTo>
                  <a:pt x="98003" y="292041"/>
                  <a:pt x="126350" y="263688"/>
                  <a:pt x="126356" y="228837"/>
                </a:cubicBezTo>
                <a:lnTo>
                  <a:pt x="126356" y="38989"/>
                </a:lnTo>
                <a:lnTo>
                  <a:pt x="301188" y="16818"/>
                </a:lnTo>
                <a:lnTo>
                  <a:pt x="301188" y="163041"/>
                </a:lnTo>
                <a:cubicBezTo>
                  <a:pt x="289606" y="149845"/>
                  <a:pt x="272671" y="141456"/>
                  <a:pt x="253771" y="141450"/>
                </a:cubicBezTo>
                <a:lnTo>
                  <a:pt x="253758" y="141450"/>
                </a:lnTo>
                <a:cubicBezTo>
                  <a:pt x="236892" y="141450"/>
                  <a:pt x="221034" y="148023"/>
                  <a:pt x="209105" y="159960"/>
                </a:cubicBezTo>
                <a:cubicBezTo>
                  <a:pt x="197164" y="171902"/>
                  <a:pt x="190602" y="187771"/>
                  <a:pt x="190596" y="204661"/>
                </a:cubicBezTo>
                <a:cubicBezTo>
                  <a:pt x="190596" y="239512"/>
                  <a:pt x="218924" y="267879"/>
                  <a:pt x="253758" y="267885"/>
                </a:cubicBezTo>
                <a:cubicBezTo>
                  <a:pt x="288586" y="267885"/>
                  <a:pt x="316933" y="239531"/>
                  <a:pt x="316939" y="204674"/>
                </a:cubicBezTo>
                <a:cubicBezTo>
                  <a:pt x="316939" y="204630"/>
                  <a:pt x="316939" y="204592"/>
                  <a:pt x="316939" y="204554"/>
                </a:cubicBezTo>
                <a:close/>
                <a:moveTo>
                  <a:pt x="63175" y="276292"/>
                </a:moveTo>
                <a:lnTo>
                  <a:pt x="63162" y="276292"/>
                </a:lnTo>
                <a:cubicBezTo>
                  <a:pt x="37013" y="276292"/>
                  <a:pt x="15738" y="254991"/>
                  <a:pt x="15745" y="228818"/>
                </a:cubicBezTo>
                <a:cubicBezTo>
                  <a:pt x="15745" y="216138"/>
                  <a:pt x="20683" y="204226"/>
                  <a:pt x="29644" y="195258"/>
                </a:cubicBezTo>
                <a:cubicBezTo>
                  <a:pt x="38607" y="186303"/>
                  <a:pt x="50503" y="181368"/>
                  <a:pt x="63175" y="181368"/>
                </a:cubicBezTo>
                <a:lnTo>
                  <a:pt x="63194" y="181368"/>
                </a:lnTo>
                <a:cubicBezTo>
                  <a:pt x="89343" y="181368"/>
                  <a:pt x="110618" y="202670"/>
                  <a:pt x="110611" y="228843"/>
                </a:cubicBezTo>
                <a:cubicBezTo>
                  <a:pt x="110611" y="255010"/>
                  <a:pt x="89324" y="276292"/>
                  <a:pt x="63175" y="276292"/>
                </a:cubicBezTo>
                <a:close/>
                <a:moveTo>
                  <a:pt x="253752" y="252136"/>
                </a:moveTo>
                <a:cubicBezTo>
                  <a:pt x="227603" y="252136"/>
                  <a:pt x="206328" y="230834"/>
                  <a:pt x="206334" y="204668"/>
                </a:cubicBezTo>
                <a:cubicBezTo>
                  <a:pt x="206334" y="191988"/>
                  <a:pt x="211272" y="180076"/>
                  <a:pt x="220228" y="171115"/>
                </a:cubicBezTo>
                <a:cubicBezTo>
                  <a:pt x="229190" y="162153"/>
                  <a:pt x="241087" y="157218"/>
                  <a:pt x="253771" y="157218"/>
                </a:cubicBezTo>
                <a:lnTo>
                  <a:pt x="253771" y="157218"/>
                </a:lnTo>
                <a:cubicBezTo>
                  <a:pt x="279882" y="157231"/>
                  <a:pt x="301119" y="178457"/>
                  <a:pt x="301176" y="204560"/>
                </a:cubicBezTo>
                <a:lnTo>
                  <a:pt x="301176" y="204668"/>
                </a:lnTo>
                <a:cubicBezTo>
                  <a:pt x="301176" y="204668"/>
                  <a:pt x="301176" y="204686"/>
                  <a:pt x="301176" y="204693"/>
                </a:cubicBezTo>
                <a:cubicBezTo>
                  <a:pt x="301163" y="230853"/>
                  <a:pt x="279888" y="252136"/>
                  <a:pt x="253739" y="252136"/>
                </a:cubicBezTo>
                <a:close/>
              </a:path>
            </a:pathLst>
          </a:custGeom>
          <a:solidFill>
            <a:srgbClr val="FFFFFF"/>
          </a:solidFill>
          <a:ln w="0" cap="flat">
            <a:noFill/>
            <a:prstDash val="solid"/>
            <a:miter/>
          </a:ln>
        </p:spPr>
        <p:txBody>
          <a:bodyPr rtlCol="0" anchor="ctr"/>
          <a:lstStyle/>
          <a:p>
            <a:endParaRPr lang="de-DE"/>
          </a:p>
        </p:txBody>
      </p:sp>
      <p:grpSp>
        <p:nvGrpSpPr>
          <p:cNvPr id="571" name="Grafik 463">
            <a:extLst>
              <a:ext uri="{FF2B5EF4-FFF2-40B4-BE49-F238E27FC236}">
                <a16:creationId xmlns:a16="http://schemas.microsoft.com/office/drawing/2014/main" id="{E0732A62-5DF9-5ED8-36D3-ED6791F8E646}"/>
              </a:ext>
            </a:extLst>
          </p:cNvPr>
          <p:cNvGrpSpPr/>
          <p:nvPr/>
        </p:nvGrpSpPr>
        <p:grpSpPr>
          <a:xfrm>
            <a:off x="11367340" y="5081556"/>
            <a:ext cx="341359" cy="355589"/>
            <a:chOff x="11367340" y="5081556"/>
            <a:chExt cx="341359" cy="355589"/>
          </a:xfrm>
          <a:solidFill>
            <a:srgbClr val="FFFFFF"/>
          </a:solidFill>
        </p:grpSpPr>
        <p:sp>
          <p:nvSpPr>
            <p:cNvPr id="572" name="Freihandform 571">
              <a:extLst>
                <a:ext uri="{FF2B5EF4-FFF2-40B4-BE49-F238E27FC236}">
                  <a16:creationId xmlns:a16="http://schemas.microsoft.com/office/drawing/2014/main" id="{F0E31CF1-F536-0A1D-388C-BF0091DCEF67}"/>
                </a:ext>
              </a:extLst>
            </p:cNvPr>
            <p:cNvSpPr/>
            <p:nvPr/>
          </p:nvSpPr>
          <p:spPr>
            <a:xfrm>
              <a:off x="11469781" y="5191151"/>
              <a:ext cx="136439" cy="136531"/>
            </a:xfrm>
            <a:custGeom>
              <a:avLst/>
              <a:gdLst>
                <a:gd name="connsiteX0" fmla="*/ 68214 w 136439"/>
                <a:gd name="connsiteY0" fmla="*/ 0 h 136531"/>
                <a:gd name="connsiteX1" fmla="*/ 0 w 136439"/>
                <a:gd name="connsiteY1" fmla="*/ 68272 h 136531"/>
                <a:gd name="connsiteX2" fmla="*/ 68226 w 136439"/>
                <a:gd name="connsiteY2" fmla="*/ 136531 h 136531"/>
                <a:gd name="connsiteX3" fmla="*/ 136439 w 136439"/>
                <a:gd name="connsiteY3" fmla="*/ 68259 h 136531"/>
                <a:gd name="connsiteX4" fmla="*/ 68214 w 136439"/>
                <a:gd name="connsiteY4" fmla="*/ 0 h 136531"/>
                <a:gd name="connsiteX5" fmla="*/ 68226 w 136439"/>
                <a:gd name="connsiteY5" fmla="*/ 120776 h 136531"/>
                <a:gd name="connsiteX6" fmla="*/ 15745 w 136439"/>
                <a:gd name="connsiteY6" fmla="*/ 68272 h 136531"/>
                <a:gd name="connsiteX7" fmla="*/ 68226 w 136439"/>
                <a:gd name="connsiteY7" fmla="*/ 15756 h 136531"/>
                <a:gd name="connsiteX8" fmla="*/ 120695 w 136439"/>
                <a:gd name="connsiteY8" fmla="*/ 68259 h 136531"/>
                <a:gd name="connsiteX9" fmla="*/ 68226 w 136439"/>
                <a:gd name="connsiteY9" fmla="*/ 120776 h 136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6439" h="136531">
                  <a:moveTo>
                    <a:pt x="68214" y="0"/>
                  </a:moveTo>
                  <a:cubicBezTo>
                    <a:pt x="30596" y="0"/>
                    <a:pt x="0" y="30622"/>
                    <a:pt x="0" y="68272"/>
                  </a:cubicBezTo>
                  <a:cubicBezTo>
                    <a:pt x="0" y="105915"/>
                    <a:pt x="30608" y="136531"/>
                    <a:pt x="68226" y="136531"/>
                  </a:cubicBezTo>
                  <a:cubicBezTo>
                    <a:pt x="105850" y="136531"/>
                    <a:pt x="136446" y="105896"/>
                    <a:pt x="136439" y="68259"/>
                  </a:cubicBezTo>
                  <a:cubicBezTo>
                    <a:pt x="136427" y="30629"/>
                    <a:pt x="105825" y="13"/>
                    <a:pt x="68214" y="0"/>
                  </a:cubicBezTo>
                  <a:close/>
                  <a:moveTo>
                    <a:pt x="68226" y="120776"/>
                  </a:moveTo>
                  <a:cubicBezTo>
                    <a:pt x="39293" y="120776"/>
                    <a:pt x="15751" y="97224"/>
                    <a:pt x="15745" y="68272"/>
                  </a:cubicBezTo>
                  <a:cubicBezTo>
                    <a:pt x="15745" y="39313"/>
                    <a:pt x="39287" y="15756"/>
                    <a:pt x="68226" y="15756"/>
                  </a:cubicBezTo>
                  <a:cubicBezTo>
                    <a:pt x="97147" y="15768"/>
                    <a:pt x="120682" y="39320"/>
                    <a:pt x="120695" y="68259"/>
                  </a:cubicBezTo>
                  <a:cubicBezTo>
                    <a:pt x="120695" y="97211"/>
                    <a:pt x="97159" y="120769"/>
                    <a:pt x="68226" y="120776"/>
                  </a:cubicBezTo>
                  <a:close/>
                </a:path>
              </a:pathLst>
            </a:custGeom>
            <a:solidFill>
              <a:srgbClr val="FFFFFF"/>
            </a:solidFill>
            <a:ln w="0" cap="flat">
              <a:noFill/>
              <a:prstDash val="solid"/>
              <a:miter/>
            </a:ln>
          </p:spPr>
          <p:txBody>
            <a:bodyPr rtlCol="0" anchor="ctr"/>
            <a:lstStyle/>
            <a:p>
              <a:endParaRPr lang="de-DE"/>
            </a:p>
          </p:txBody>
        </p:sp>
        <p:sp>
          <p:nvSpPr>
            <p:cNvPr id="573" name="Freihandform 572">
              <a:extLst>
                <a:ext uri="{FF2B5EF4-FFF2-40B4-BE49-F238E27FC236}">
                  <a16:creationId xmlns:a16="http://schemas.microsoft.com/office/drawing/2014/main" id="{FEC7EB3E-B842-B80F-9A32-288250077987}"/>
                </a:ext>
              </a:extLst>
            </p:cNvPr>
            <p:cNvSpPr/>
            <p:nvPr/>
          </p:nvSpPr>
          <p:spPr>
            <a:xfrm>
              <a:off x="11367340" y="5081556"/>
              <a:ext cx="341359" cy="355589"/>
            </a:xfrm>
            <a:custGeom>
              <a:avLst/>
              <a:gdLst>
                <a:gd name="connsiteX0" fmla="*/ 328463 w 341359"/>
                <a:gd name="connsiteY0" fmla="*/ 208370 h 355589"/>
                <a:gd name="connsiteX1" fmla="*/ 314186 w 341359"/>
                <a:gd name="connsiteY1" fmla="*/ 200133 h 355589"/>
                <a:gd name="connsiteX2" fmla="*/ 313978 w 341359"/>
                <a:gd name="connsiteY2" fmla="*/ 155123 h 355589"/>
                <a:gd name="connsiteX3" fmla="*/ 328243 w 341359"/>
                <a:gd name="connsiteY3" fmla="*/ 146867 h 355589"/>
                <a:gd name="connsiteX4" fmla="*/ 328413 w 341359"/>
                <a:gd name="connsiteY4" fmla="*/ 146759 h 355589"/>
                <a:gd name="connsiteX5" fmla="*/ 337634 w 341359"/>
                <a:gd name="connsiteY5" fmla="*/ 111675 h 355589"/>
                <a:gd name="connsiteX6" fmla="*/ 311157 w 341359"/>
                <a:gd name="connsiteY6" fmla="*/ 65688 h 355589"/>
                <a:gd name="connsiteX7" fmla="*/ 295519 w 341359"/>
                <a:gd name="connsiteY7" fmla="*/ 53733 h 355589"/>
                <a:gd name="connsiteX8" fmla="*/ 276020 w 341359"/>
                <a:gd name="connsiteY8" fmla="*/ 56336 h 355589"/>
                <a:gd name="connsiteX9" fmla="*/ 261724 w 341359"/>
                <a:gd name="connsiteY9" fmla="*/ 64598 h 355589"/>
                <a:gd name="connsiteX10" fmla="*/ 222695 w 341359"/>
                <a:gd name="connsiteY10" fmla="*/ 42212 h 355589"/>
                <a:gd name="connsiteX11" fmla="*/ 222695 w 341359"/>
                <a:gd name="connsiteY11" fmla="*/ 25707 h 355589"/>
                <a:gd name="connsiteX12" fmla="*/ 196955 w 341359"/>
                <a:gd name="connsiteY12" fmla="*/ 0 h 355589"/>
                <a:gd name="connsiteX13" fmla="*/ 143920 w 341359"/>
                <a:gd name="connsiteY13" fmla="*/ 0 h 355589"/>
                <a:gd name="connsiteX14" fmla="*/ 118205 w 341359"/>
                <a:gd name="connsiteY14" fmla="*/ 25732 h 355589"/>
                <a:gd name="connsiteX15" fmla="*/ 118205 w 341359"/>
                <a:gd name="connsiteY15" fmla="*/ 42256 h 355589"/>
                <a:gd name="connsiteX16" fmla="*/ 79391 w 341359"/>
                <a:gd name="connsiteY16" fmla="*/ 64913 h 355589"/>
                <a:gd name="connsiteX17" fmla="*/ 65139 w 341359"/>
                <a:gd name="connsiteY17" fmla="*/ 56701 h 355589"/>
                <a:gd name="connsiteX18" fmla="*/ 29902 w 341359"/>
                <a:gd name="connsiteY18" fmla="*/ 66167 h 355589"/>
                <a:gd name="connsiteX19" fmla="*/ 3569 w 341359"/>
                <a:gd name="connsiteY19" fmla="*/ 111877 h 355589"/>
                <a:gd name="connsiteX20" fmla="*/ 3418 w 341359"/>
                <a:gd name="connsiteY20" fmla="*/ 112129 h 355589"/>
                <a:gd name="connsiteX21" fmla="*/ 12872 w 341359"/>
                <a:gd name="connsiteY21" fmla="*/ 147258 h 355589"/>
                <a:gd name="connsiteX22" fmla="*/ 27168 w 341359"/>
                <a:gd name="connsiteY22" fmla="*/ 155526 h 355589"/>
                <a:gd name="connsiteX23" fmla="*/ 27338 w 341359"/>
                <a:gd name="connsiteY23" fmla="*/ 200536 h 355589"/>
                <a:gd name="connsiteX24" fmla="*/ 13111 w 341359"/>
                <a:gd name="connsiteY24" fmla="*/ 208761 h 355589"/>
                <a:gd name="connsiteX25" fmla="*/ 1120 w 341359"/>
                <a:gd name="connsiteY25" fmla="*/ 224415 h 355589"/>
                <a:gd name="connsiteX26" fmla="*/ 3708 w 341359"/>
                <a:gd name="connsiteY26" fmla="*/ 243977 h 355589"/>
                <a:gd name="connsiteX27" fmla="*/ 30222 w 341359"/>
                <a:gd name="connsiteY27" fmla="*/ 289927 h 355589"/>
                <a:gd name="connsiteX28" fmla="*/ 65359 w 341359"/>
                <a:gd name="connsiteY28" fmla="*/ 299311 h 355589"/>
                <a:gd name="connsiteX29" fmla="*/ 79655 w 341359"/>
                <a:gd name="connsiteY29" fmla="*/ 291042 h 355589"/>
                <a:gd name="connsiteX30" fmla="*/ 118671 w 341359"/>
                <a:gd name="connsiteY30" fmla="*/ 313371 h 355589"/>
                <a:gd name="connsiteX31" fmla="*/ 118671 w 341359"/>
                <a:gd name="connsiteY31" fmla="*/ 329864 h 355589"/>
                <a:gd name="connsiteX32" fmla="*/ 144455 w 341359"/>
                <a:gd name="connsiteY32" fmla="*/ 355590 h 355589"/>
                <a:gd name="connsiteX33" fmla="*/ 197422 w 341359"/>
                <a:gd name="connsiteY33" fmla="*/ 355590 h 355589"/>
                <a:gd name="connsiteX34" fmla="*/ 223161 w 341359"/>
                <a:gd name="connsiteY34" fmla="*/ 329858 h 355589"/>
                <a:gd name="connsiteX35" fmla="*/ 223161 w 341359"/>
                <a:gd name="connsiteY35" fmla="*/ 313339 h 355589"/>
                <a:gd name="connsiteX36" fmla="*/ 261976 w 341359"/>
                <a:gd name="connsiteY36" fmla="*/ 290683 h 355589"/>
                <a:gd name="connsiteX37" fmla="*/ 276253 w 341359"/>
                <a:gd name="connsiteY37" fmla="*/ 298901 h 355589"/>
                <a:gd name="connsiteX38" fmla="*/ 295789 w 341359"/>
                <a:gd name="connsiteY38" fmla="*/ 301485 h 355589"/>
                <a:gd name="connsiteX39" fmla="*/ 311428 w 341359"/>
                <a:gd name="connsiteY39" fmla="*/ 289486 h 355589"/>
                <a:gd name="connsiteX40" fmla="*/ 337929 w 341359"/>
                <a:gd name="connsiteY40" fmla="*/ 243568 h 355589"/>
                <a:gd name="connsiteX41" fmla="*/ 328463 w 341359"/>
                <a:gd name="connsiteY41" fmla="*/ 208376 h 355589"/>
                <a:gd name="connsiteX42" fmla="*/ 324294 w 341359"/>
                <a:gd name="connsiteY42" fmla="*/ 235696 h 355589"/>
                <a:gd name="connsiteX43" fmla="*/ 297799 w 341359"/>
                <a:gd name="connsiteY43" fmla="*/ 281602 h 355589"/>
                <a:gd name="connsiteX44" fmla="*/ 291721 w 341359"/>
                <a:gd name="connsiteY44" fmla="*/ 286259 h 355589"/>
                <a:gd name="connsiteX45" fmla="*/ 284120 w 341359"/>
                <a:gd name="connsiteY45" fmla="*/ 285245 h 355589"/>
                <a:gd name="connsiteX46" fmla="*/ 265874 w 341359"/>
                <a:gd name="connsiteY46" fmla="*/ 274745 h 355589"/>
                <a:gd name="connsiteX47" fmla="*/ 257983 w 341359"/>
                <a:gd name="connsiteY47" fmla="*/ 274770 h 355589"/>
                <a:gd name="connsiteX48" fmla="*/ 211327 w 341359"/>
                <a:gd name="connsiteY48" fmla="*/ 302002 h 355589"/>
                <a:gd name="connsiteX49" fmla="*/ 207422 w 341359"/>
                <a:gd name="connsiteY49" fmla="*/ 308808 h 355589"/>
                <a:gd name="connsiteX50" fmla="*/ 207422 w 341359"/>
                <a:gd name="connsiteY50" fmla="*/ 329839 h 355589"/>
                <a:gd name="connsiteX51" fmla="*/ 197415 w 341359"/>
                <a:gd name="connsiteY51" fmla="*/ 339828 h 355589"/>
                <a:gd name="connsiteX52" fmla="*/ 144461 w 341359"/>
                <a:gd name="connsiteY52" fmla="*/ 339828 h 355589"/>
                <a:gd name="connsiteX53" fmla="*/ 134422 w 341359"/>
                <a:gd name="connsiteY53" fmla="*/ 329832 h 355589"/>
                <a:gd name="connsiteX54" fmla="*/ 134422 w 341359"/>
                <a:gd name="connsiteY54" fmla="*/ 308789 h 355589"/>
                <a:gd name="connsiteX55" fmla="*/ 130455 w 341359"/>
                <a:gd name="connsiteY55" fmla="*/ 301951 h 355589"/>
                <a:gd name="connsiteX56" fmla="*/ 83541 w 341359"/>
                <a:gd name="connsiteY56" fmla="*/ 275104 h 355589"/>
                <a:gd name="connsiteX57" fmla="*/ 79637 w 341359"/>
                <a:gd name="connsiteY57" fmla="*/ 274064 h 355589"/>
                <a:gd name="connsiteX58" fmla="*/ 75694 w 341359"/>
                <a:gd name="connsiteY58" fmla="*/ 275123 h 355589"/>
                <a:gd name="connsiteX59" fmla="*/ 57480 w 341359"/>
                <a:gd name="connsiteY59" fmla="*/ 285667 h 355589"/>
                <a:gd name="connsiteX60" fmla="*/ 43839 w 341359"/>
                <a:gd name="connsiteY60" fmla="*/ 282005 h 355589"/>
                <a:gd name="connsiteX61" fmla="*/ 17343 w 341359"/>
                <a:gd name="connsiteY61" fmla="*/ 236087 h 355589"/>
                <a:gd name="connsiteX62" fmla="*/ 21002 w 341359"/>
                <a:gd name="connsiteY62" fmla="*/ 222386 h 355589"/>
                <a:gd name="connsiteX63" fmla="*/ 39172 w 341359"/>
                <a:gd name="connsiteY63" fmla="*/ 211887 h 355589"/>
                <a:gd name="connsiteX64" fmla="*/ 43108 w 341359"/>
                <a:gd name="connsiteY64" fmla="*/ 205036 h 355589"/>
                <a:gd name="connsiteX65" fmla="*/ 42900 w 341359"/>
                <a:gd name="connsiteY65" fmla="*/ 150932 h 355589"/>
                <a:gd name="connsiteX66" fmla="*/ 38964 w 341359"/>
                <a:gd name="connsiteY66" fmla="*/ 144144 h 355589"/>
                <a:gd name="connsiteX67" fmla="*/ 20744 w 341359"/>
                <a:gd name="connsiteY67" fmla="*/ 133613 h 355589"/>
                <a:gd name="connsiteX68" fmla="*/ 16984 w 341359"/>
                <a:gd name="connsiteY68" fmla="*/ 120139 h 355589"/>
                <a:gd name="connsiteX69" fmla="*/ 17104 w 341359"/>
                <a:gd name="connsiteY69" fmla="*/ 119944 h 355589"/>
                <a:gd name="connsiteX70" fmla="*/ 43543 w 341359"/>
                <a:gd name="connsiteY70" fmla="*/ 74039 h 355589"/>
                <a:gd name="connsiteX71" fmla="*/ 57285 w 341359"/>
                <a:gd name="connsiteY71" fmla="*/ 70352 h 355589"/>
                <a:gd name="connsiteX72" fmla="*/ 75499 w 341359"/>
                <a:gd name="connsiteY72" fmla="*/ 80839 h 355589"/>
                <a:gd name="connsiteX73" fmla="*/ 83390 w 341359"/>
                <a:gd name="connsiteY73" fmla="*/ 80820 h 355589"/>
                <a:gd name="connsiteX74" fmla="*/ 130052 w 341359"/>
                <a:gd name="connsiteY74" fmla="*/ 53588 h 355589"/>
                <a:gd name="connsiteX75" fmla="*/ 133957 w 341359"/>
                <a:gd name="connsiteY75" fmla="*/ 46782 h 355589"/>
                <a:gd name="connsiteX76" fmla="*/ 133957 w 341359"/>
                <a:gd name="connsiteY76" fmla="*/ 25732 h 355589"/>
                <a:gd name="connsiteX77" fmla="*/ 143926 w 341359"/>
                <a:gd name="connsiteY77" fmla="*/ 15756 h 355589"/>
                <a:gd name="connsiteX78" fmla="*/ 196936 w 341359"/>
                <a:gd name="connsiteY78" fmla="*/ 15756 h 355589"/>
                <a:gd name="connsiteX79" fmla="*/ 204003 w 341359"/>
                <a:gd name="connsiteY79" fmla="*/ 18674 h 355589"/>
                <a:gd name="connsiteX80" fmla="*/ 206957 w 341359"/>
                <a:gd name="connsiteY80" fmla="*/ 25732 h 355589"/>
                <a:gd name="connsiteX81" fmla="*/ 206957 w 341359"/>
                <a:gd name="connsiteY81" fmla="*/ 46782 h 355589"/>
                <a:gd name="connsiteX82" fmla="*/ 210918 w 341359"/>
                <a:gd name="connsiteY82" fmla="*/ 53619 h 355589"/>
                <a:gd name="connsiteX83" fmla="*/ 257838 w 341359"/>
                <a:gd name="connsiteY83" fmla="*/ 80530 h 355589"/>
                <a:gd name="connsiteX84" fmla="*/ 265685 w 341359"/>
                <a:gd name="connsiteY84" fmla="*/ 80511 h 355589"/>
                <a:gd name="connsiteX85" fmla="*/ 283912 w 341359"/>
                <a:gd name="connsiteY85" fmla="*/ 69974 h 355589"/>
                <a:gd name="connsiteX86" fmla="*/ 291475 w 341359"/>
                <a:gd name="connsiteY86" fmla="*/ 68965 h 355589"/>
                <a:gd name="connsiteX87" fmla="*/ 297566 w 341359"/>
                <a:gd name="connsiteY87" fmla="*/ 73635 h 355589"/>
                <a:gd name="connsiteX88" fmla="*/ 324011 w 341359"/>
                <a:gd name="connsiteY88" fmla="*/ 119572 h 355589"/>
                <a:gd name="connsiteX89" fmla="*/ 320465 w 341359"/>
                <a:gd name="connsiteY89" fmla="*/ 133178 h 355589"/>
                <a:gd name="connsiteX90" fmla="*/ 320251 w 341359"/>
                <a:gd name="connsiteY90" fmla="*/ 133305 h 355589"/>
                <a:gd name="connsiteX91" fmla="*/ 302150 w 341359"/>
                <a:gd name="connsiteY91" fmla="*/ 143772 h 355589"/>
                <a:gd name="connsiteX92" fmla="*/ 298220 w 341359"/>
                <a:gd name="connsiteY92" fmla="*/ 150629 h 355589"/>
                <a:gd name="connsiteX93" fmla="*/ 298479 w 341359"/>
                <a:gd name="connsiteY93" fmla="*/ 204734 h 355589"/>
                <a:gd name="connsiteX94" fmla="*/ 302421 w 341359"/>
                <a:gd name="connsiteY94" fmla="*/ 211521 h 355589"/>
                <a:gd name="connsiteX95" fmla="*/ 320616 w 341359"/>
                <a:gd name="connsiteY95" fmla="*/ 222021 h 355589"/>
                <a:gd name="connsiteX96" fmla="*/ 324307 w 341359"/>
                <a:gd name="connsiteY96" fmla="*/ 235696 h 355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41359" h="355589">
                  <a:moveTo>
                    <a:pt x="328463" y="208370"/>
                  </a:moveTo>
                  <a:lnTo>
                    <a:pt x="314186" y="200133"/>
                  </a:lnTo>
                  <a:lnTo>
                    <a:pt x="313978" y="155123"/>
                  </a:lnTo>
                  <a:lnTo>
                    <a:pt x="328243" y="146867"/>
                  </a:lnTo>
                  <a:cubicBezTo>
                    <a:pt x="328300" y="146835"/>
                    <a:pt x="328356" y="146798"/>
                    <a:pt x="328413" y="146759"/>
                  </a:cubicBezTo>
                  <a:cubicBezTo>
                    <a:pt x="340587" y="139600"/>
                    <a:pt x="344719" y="123883"/>
                    <a:pt x="337634" y="111675"/>
                  </a:cubicBezTo>
                  <a:lnTo>
                    <a:pt x="311157" y="65688"/>
                  </a:lnTo>
                  <a:cubicBezTo>
                    <a:pt x="307712" y="59745"/>
                    <a:pt x="302157" y="55497"/>
                    <a:pt x="295519" y="53733"/>
                  </a:cubicBezTo>
                  <a:cubicBezTo>
                    <a:pt x="288881" y="51974"/>
                    <a:pt x="281946" y="52894"/>
                    <a:pt x="276020" y="56336"/>
                  </a:cubicBezTo>
                  <a:lnTo>
                    <a:pt x="261724" y="64598"/>
                  </a:lnTo>
                  <a:lnTo>
                    <a:pt x="222695" y="42212"/>
                  </a:lnTo>
                  <a:lnTo>
                    <a:pt x="222695" y="25707"/>
                  </a:lnTo>
                  <a:cubicBezTo>
                    <a:pt x="222657" y="11514"/>
                    <a:pt x="211107" y="0"/>
                    <a:pt x="196955" y="0"/>
                  </a:cubicBezTo>
                  <a:lnTo>
                    <a:pt x="143920" y="0"/>
                  </a:lnTo>
                  <a:cubicBezTo>
                    <a:pt x="129743" y="0"/>
                    <a:pt x="118205" y="11546"/>
                    <a:pt x="118205" y="25732"/>
                  </a:cubicBezTo>
                  <a:lnTo>
                    <a:pt x="118205" y="42256"/>
                  </a:lnTo>
                  <a:lnTo>
                    <a:pt x="79391" y="64913"/>
                  </a:lnTo>
                  <a:lnTo>
                    <a:pt x="65139" y="56701"/>
                  </a:lnTo>
                  <a:cubicBezTo>
                    <a:pt x="52801" y="49598"/>
                    <a:pt x="37018" y="53840"/>
                    <a:pt x="29902" y="66167"/>
                  </a:cubicBezTo>
                  <a:lnTo>
                    <a:pt x="3569" y="111877"/>
                  </a:lnTo>
                  <a:cubicBezTo>
                    <a:pt x="3513" y="111965"/>
                    <a:pt x="3462" y="112041"/>
                    <a:pt x="3418" y="112129"/>
                  </a:cubicBezTo>
                  <a:cubicBezTo>
                    <a:pt x="-3648" y="124425"/>
                    <a:pt x="597" y="140186"/>
                    <a:pt x="12872" y="147258"/>
                  </a:cubicBezTo>
                  <a:lnTo>
                    <a:pt x="27168" y="155526"/>
                  </a:lnTo>
                  <a:lnTo>
                    <a:pt x="27338" y="200536"/>
                  </a:lnTo>
                  <a:lnTo>
                    <a:pt x="13111" y="208761"/>
                  </a:lnTo>
                  <a:cubicBezTo>
                    <a:pt x="7159" y="212208"/>
                    <a:pt x="2896" y="217767"/>
                    <a:pt x="1120" y="224415"/>
                  </a:cubicBezTo>
                  <a:cubicBezTo>
                    <a:pt x="-650" y="231071"/>
                    <a:pt x="263" y="238016"/>
                    <a:pt x="3708" y="243977"/>
                  </a:cubicBezTo>
                  <a:lnTo>
                    <a:pt x="30222" y="289927"/>
                  </a:lnTo>
                  <a:cubicBezTo>
                    <a:pt x="37333" y="302204"/>
                    <a:pt x="53090" y="306401"/>
                    <a:pt x="65359" y="299311"/>
                  </a:cubicBezTo>
                  <a:lnTo>
                    <a:pt x="79655" y="291042"/>
                  </a:lnTo>
                  <a:lnTo>
                    <a:pt x="118671" y="313371"/>
                  </a:lnTo>
                  <a:lnTo>
                    <a:pt x="118671" y="329864"/>
                  </a:lnTo>
                  <a:cubicBezTo>
                    <a:pt x="118716" y="344050"/>
                    <a:pt x="130285" y="355590"/>
                    <a:pt x="144455" y="355590"/>
                  </a:cubicBezTo>
                  <a:lnTo>
                    <a:pt x="197422" y="355590"/>
                  </a:lnTo>
                  <a:cubicBezTo>
                    <a:pt x="211592" y="355590"/>
                    <a:pt x="223136" y="344063"/>
                    <a:pt x="223161" y="329858"/>
                  </a:cubicBezTo>
                  <a:lnTo>
                    <a:pt x="223161" y="313339"/>
                  </a:lnTo>
                  <a:lnTo>
                    <a:pt x="261976" y="290683"/>
                  </a:lnTo>
                  <a:lnTo>
                    <a:pt x="276253" y="298901"/>
                  </a:lnTo>
                  <a:cubicBezTo>
                    <a:pt x="282205" y="302342"/>
                    <a:pt x="289139" y="303250"/>
                    <a:pt x="295789" y="301485"/>
                  </a:cubicBezTo>
                  <a:cubicBezTo>
                    <a:pt x="302440" y="299708"/>
                    <a:pt x="307995" y="295448"/>
                    <a:pt x="311428" y="289486"/>
                  </a:cubicBezTo>
                  <a:lnTo>
                    <a:pt x="337929" y="243568"/>
                  </a:lnTo>
                  <a:cubicBezTo>
                    <a:pt x="345015" y="231253"/>
                    <a:pt x="340770" y="215466"/>
                    <a:pt x="328463" y="208376"/>
                  </a:cubicBezTo>
                  <a:close/>
                  <a:moveTo>
                    <a:pt x="324294" y="235696"/>
                  </a:moveTo>
                  <a:lnTo>
                    <a:pt x="297799" y="281602"/>
                  </a:lnTo>
                  <a:cubicBezTo>
                    <a:pt x="296457" y="283914"/>
                    <a:pt x="294303" y="285572"/>
                    <a:pt x="291721" y="286259"/>
                  </a:cubicBezTo>
                  <a:cubicBezTo>
                    <a:pt x="289139" y="286940"/>
                    <a:pt x="286450" y="286593"/>
                    <a:pt x="284120" y="285245"/>
                  </a:cubicBezTo>
                  <a:lnTo>
                    <a:pt x="265874" y="274745"/>
                  </a:lnTo>
                  <a:cubicBezTo>
                    <a:pt x="263418" y="273339"/>
                    <a:pt x="260414" y="273346"/>
                    <a:pt x="257983" y="274770"/>
                  </a:cubicBezTo>
                  <a:lnTo>
                    <a:pt x="211327" y="302002"/>
                  </a:lnTo>
                  <a:cubicBezTo>
                    <a:pt x="208909" y="303420"/>
                    <a:pt x="207422" y="306010"/>
                    <a:pt x="207422" y="308808"/>
                  </a:cubicBezTo>
                  <a:lnTo>
                    <a:pt x="207422" y="329839"/>
                  </a:lnTo>
                  <a:cubicBezTo>
                    <a:pt x="207410" y="335347"/>
                    <a:pt x="202926" y="339828"/>
                    <a:pt x="197415" y="339828"/>
                  </a:cubicBezTo>
                  <a:lnTo>
                    <a:pt x="144461" y="339828"/>
                  </a:lnTo>
                  <a:cubicBezTo>
                    <a:pt x="138945" y="339828"/>
                    <a:pt x="134442" y="335334"/>
                    <a:pt x="134422" y="329832"/>
                  </a:cubicBezTo>
                  <a:lnTo>
                    <a:pt x="134422" y="308789"/>
                  </a:lnTo>
                  <a:cubicBezTo>
                    <a:pt x="134422" y="305966"/>
                    <a:pt x="132911" y="303357"/>
                    <a:pt x="130455" y="301951"/>
                  </a:cubicBezTo>
                  <a:lnTo>
                    <a:pt x="83541" y="275104"/>
                  </a:lnTo>
                  <a:cubicBezTo>
                    <a:pt x="82338" y="274411"/>
                    <a:pt x="80984" y="274064"/>
                    <a:pt x="79637" y="274064"/>
                  </a:cubicBezTo>
                  <a:cubicBezTo>
                    <a:pt x="78276" y="274064"/>
                    <a:pt x="76910" y="274417"/>
                    <a:pt x="75694" y="275123"/>
                  </a:cubicBezTo>
                  <a:lnTo>
                    <a:pt x="57480" y="285667"/>
                  </a:lnTo>
                  <a:cubicBezTo>
                    <a:pt x="52712" y="288421"/>
                    <a:pt x="46604" y="286789"/>
                    <a:pt x="43839" y="282005"/>
                  </a:cubicBezTo>
                  <a:lnTo>
                    <a:pt x="17343" y="236087"/>
                  </a:lnTo>
                  <a:cubicBezTo>
                    <a:pt x="14585" y="231304"/>
                    <a:pt x="16222" y="225159"/>
                    <a:pt x="21002" y="222386"/>
                  </a:cubicBezTo>
                  <a:lnTo>
                    <a:pt x="39172" y="211887"/>
                  </a:lnTo>
                  <a:cubicBezTo>
                    <a:pt x="41622" y="210475"/>
                    <a:pt x="43121" y="207859"/>
                    <a:pt x="43108" y="205036"/>
                  </a:cubicBezTo>
                  <a:lnTo>
                    <a:pt x="42900" y="150932"/>
                  </a:lnTo>
                  <a:cubicBezTo>
                    <a:pt x="42888" y="148133"/>
                    <a:pt x="41395" y="145543"/>
                    <a:pt x="38964" y="144144"/>
                  </a:cubicBezTo>
                  <a:lnTo>
                    <a:pt x="20744" y="133613"/>
                  </a:lnTo>
                  <a:cubicBezTo>
                    <a:pt x="16033" y="130897"/>
                    <a:pt x="14371" y="124885"/>
                    <a:pt x="16984" y="120139"/>
                  </a:cubicBezTo>
                  <a:cubicBezTo>
                    <a:pt x="17022" y="120076"/>
                    <a:pt x="17066" y="120007"/>
                    <a:pt x="17104" y="119944"/>
                  </a:cubicBezTo>
                  <a:lnTo>
                    <a:pt x="43543" y="74039"/>
                  </a:lnTo>
                  <a:cubicBezTo>
                    <a:pt x="46314" y="69230"/>
                    <a:pt x="52473" y="67585"/>
                    <a:pt x="57285" y="70352"/>
                  </a:cubicBezTo>
                  <a:lnTo>
                    <a:pt x="75499" y="80839"/>
                  </a:lnTo>
                  <a:cubicBezTo>
                    <a:pt x="77936" y="82250"/>
                    <a:pt x="80953" y="82238"/>
                    <a:pt x="83390" y="80820"/>
                  </a:cubicBezTo>
                  <a:lnTo>
                    <a:pt x="130052" y="53588"/>
                  </a:lnTo>
                  <a:cubicBezTo>
                    <a:pt x="132470" y="52170"/>
                    <a:pt x="133957" y="49580"/>
                    <a:pt x="133957" y="46782"/>
                  </a:cubicBezTo>
                  <a:lnTo>
                    <a:pt x="133957" y="25732"/>
                  </a:lnTo>
                  <a:cubicBezTo>
                    <a:pt x="133957" y="20230"/>
                    <a:pt x="138428" y="15756"/>
                    <a:pt x="143926" y="15756"/>
                  </a:cubicBezTo>
                  <a:lnTo>
                    <a:pt x="196936" y="15756"/>
                  </a:lnTo>
                  <a:cubicBezTo>
                    <a:pt x="199607" y="15756"/>
                    <a:pt x="202113" y="16789"/>
                    <a:pt x="204003" y="18674"/>
                  </a:cubicBezTo>
                  <a:cubicBezTo>
                    <a:pt x="205898" y="20564"/>
                    <a:pt x="206950" y="23072"/>
                    <a:pt x="206957" y="25732"/>
                  </a:cubicBezTo>
                  <a:lnTo>
                    <a:pt x="206957" y="46782"/>
                  </a:lnTo>
                  <a:cubicBezTo>
                    <a:pt x="206957" y="49605"/>
                    <a:pt x="208468" y="52207"/>
                    <a:pt x="210918" y="53619"/>
                  </a:cubicBezTo>
                  <a:lnTo>
                    <a:pt x="257838" y="80530"/>
                  </a:lnTo>
                  <a:cubicBezTo>
                    <a:pt x="260269" y="81923"/>
                    <a:pt x="263254" y="81929"/>
                    <a:pt x="265685" y="80511"/>
                  </a:cubicBezTo>
                  <a:lnTo>
                    <a:pt x="283912" y="69974"/>
                  </a:lnTo>
                  <a:cubicBezTo>
                    <a:pt x="286217" y="68637"/>
                    <a:pt x="288925" y="68272"/>
                    <a:pt x="291475" y="68965"/>
                  </a:cubicBezTo>
                  <a:cubicBezTo>
                    <a:pt x="294051" y="69646"/>
                    <a:pt x="296205" y="71291"/>
                    <a:pt x="297566" y="73635"/>
                  </a:cubicBezTo>
                  <a:lnTo>
                    <a:pt x="324011" y="119572"/>
                  </a:lnTo>
                  <a:cubicBezTo>
                    <a:pt x="326687" y="124179"/>
                    <a:pt x="325245" y="130065"/>
                    <a:pt x="320465" y="133178"/>
                  </a:cubicBezTo>
                  <a:cubicBezTo>
                    <a:pt x="320389" y="133216"/>
                    <a:pt x="320326" y="133260"/>
                    <a:pt x="320251" y="133305"/>
                  </a:cubicBezTo>
                  <a:lnTo>
                    <a:pt x="302150" y="143772"/>
                  </a:lnTo>
                  <a:cubicBezTo>
                    <a:pt x="299707" y="145190"/>
                    <a:pt x="298208" y="147806"/>
                    <a:pt x="298220" y="150629"/>
                  </a:cubicBezTo>
                  <a:lnTo>
                    <a:pt x="298479" y="204734"/>
                  </a:lnTo>
                  <a:cubicBezTo>
                    <a:pt x="298491" y="207532"/>
                    <a:pt x="299990" y="210116"/>
                    <a:pt x="302421" y="211521"/>
                  </a:cubicBezTo>
                  <a:lnTo>
                    <a:pt x="320616" y="222021"/>
                  </a:lnTo>
                  <a:cubicBezTo>
                    <a:pt x="325403" y="224781"/>
                    <a:pt x="327046" y="230913"/>
                    <a:pt x="324307" y="235696"/>
                  </a:cubicBezTo>
                  <a:close/>
                </a:path>
              </a:pathLst>
            </a:custGeom>
            <a:solidFill>
              <a:srgbClr val="FFFFFF"/>
            </a:solidFill>
            <a:ln w="0" cap="flat">
              <a:noFill/>
              <a:prstDash val="solid"/>
              <a:miter/>
            </a:ln>
          </p:spPr>
          <p:txBody>
            <a:bodyPr rtlCol="0" anchor="ctr"/>
            <a:lstStyle/>
            <a:p>
              <a:endParaRPr lang="de-DE"/>
            </a:p>
          </p:txBody>
        </p:sp>
      </p:grpSp>
      <p:sp>
        <p:nvSpPr>
          <p:cNvPr id="574" name="Freihandform 573">
            <a:extLst>
              <a:ext uri="{FF2B5EF4-FFF2-40B4-BE49-F238E27FC236}">
                <a16:creationId xmlns:a16="http://schemas.microsoft.com/office/drawing/2014/main" id="{E1E0F274-4A3A-A15A-0F31-BEDE4E2E5120}"/>
              </a:ext>
            </a:extLst>
          </p:cNvPr>
          <p:cNvSpPr/>
          <p:nvPr/>
        </p:nvSpPr>
        <p:spPr>
          <a:xfrm>
            <a:off x="9155392" y="5839667"/>
            <a:ext cx="346382" cy="346614"/>
          </a:xfrm>
          <a:custGeom>
            <a:avLst/>
            <a:gdLst>
              <a:gd name="connsiteX0" fmla="*/ 173207 w 346382"/>
              <a:gd name="connsiteY0" fmla="*/ 0 h 346614"/>
              <a:gd name="connsiteX1" fmla="*/ 173182 w 346382"/>
              <a:gd name="connsiteY1" fmla="*/ 0 h 346614"/>
              <a:gd name="connsiteX2" fmla="*/ 50736 w 346382"/>
              <a:gd name="connsiteY2" fmla="*/ 50752 h 346614"/>
              <a:gd name="connsiteX3" fmla="*/ 0 w 346382"/>
              <a:gd name="connsiteY3" fmla="*/ 173292 h 346614"/>
              <a:gd name="connsiteX4" fmla="*/ 173176 w 346382"/>
              <a:gd name="connsiteY4" fmla="*/ 346615 h 346614"/>
              <a:gd name="connsiteX5" fmla="*/ 247662 w 346382"/>
              <a:gd name="connsiteY5" fmla="*/ 346615 h 346614"/>
              <a:gd name="connsiteX6" fmla="*/ 255534 w 346382"/>
              <a:gd name="connsiteY6" fmla="*/ 338737 h 346614"/>
              <a:gd name="connsiteX7" fmla="*/ 247662 w 346382"/>
              <a:gd name="connsiteY7" fmla="*/ 330859 h 346614"/>
              <a:gd name="connsiteX8" fmla="*/ 173176 w 346382"/>
              <a:gd name="connsiteY8" fmla="*/ 330859 h 346614"/>
              <a:gd name="connsiteX9" fmla="*/ 15745 w 346382"/>
              <a:gd name="connsiteY9" fmla="*/ 173292 h 346614"/>
              <a:gd name="connsiteX10" fmla="*/ 61865 w 346382"/>
              <a:gd name="connsiteY10" fmla="*/ 61888 h 346614"/>
              <a:gd name="connsiteX11" fmla="*/ 173182 w 346382"/>
              <a:gd name="connsiteY11" fmla="*/ 15756 h 346614"/>
              <a:gd name="connsiteX12" fmla="*/ 173207 w 346382"/>
              <a:gd name="connsiteY12" fmla="*/ 15756 h 346614"/>
              <a:gd name="connsiteX13" fmla="*/ 330638 w 346382"/>
              <a:gd name="connsiteY13" fmla="*/ 173317 h 346614"/>
              <a:gd name="connsiteX14" fmla="*/ 330638 w 346382"/>
              <a:gd name="connsiteY14" fmla="*/ 202351 h 346614"/>
              <a:gd name="connsiteX15" fmla="*/ 293089 w 346382"/>
              <a:gd name="connsiteY15" fmla="*/ 239925 h 346614"/>
              <a:gd name="connsiteX16" fmla="*/ 255534 w 346382"/>
              <a:gd name="connsiteY16" fmla="*/ 202351 h 346614"/>
              <a:gd name="connsiteX17" fmla="*/ 255534 w 346382"/>
              <a:gd name="connsiteY17" fmla="*/ 173317 h 346614"/>
              <a:gd name="connsiteX18" fmla="*/ 173182 w 346382"/>
              <a:gd name="connsiteY18" fmla="*/ 90928 h 346614"/>
              <a:gd name="connsiteX19" fmla="*/ 90873 w 346382"/>
              <a:gd name="connsiteY19" fmla="*/ 173317 h 346614"/>
              <a:gd name="connsiteX20" fmla="*/ 173207 w 346382"/>
              <a:gd name="connsiteY20" fmla="*/ 255706 h 346614"/>
              <a:gd name="connsiteX21" fmla="*/ 242182 w 346382"/>
              <a:gd name="connsiteY21" fmla="*/ 218157 h 346614"/>
              <a:gd name="connsiteX22" fmla="*/ 293089 w 346382"/>
              <a:gd name="connsiteY22" fmla="*/ 255681 h 346614"/>
              <a:gd name="connsiteX23" fmla="*/ 346382 w 346382"/>
              <a:gd name="connsiteY23" fmla="*/ 202351 h 346614"/>
              <a:gd name="connsiteX24" fmla="*/ 346382 w 346382"/>
              <a:gd name="connsiteY24" fmla="*/ 173317 h 346614"/>
              <a:gd name="connsiteX25" fmla="*/ 173207 w 346382"/>
              <a:gd name="connsiteY25" fmla="*/ 0 h 346614"/>
              <a:gd name="connsiteX26" fmla="*/ 173207 w 346382"/>
              <a:gd name="connsiteY26" fmla="*/ 239950 h 346614"/>
              <a:gd name="connsiteX27" fmla="*/ 106618 w 346382"/>
              <a:gd name="connsiteY27" fmla="*/ 173317 h 346614"/>
              <a:gd name="connsiteX28" fmla="*/ 173182 w 346382"/>
              <a:gd name="connsiteY28" fmla="*/ 106684 h 346614"/>
              <a:gd name="connsiteX29" fmla="*/ 239789 w 346382"/>
              <a:gd name="connsiteY29" fmla="*/ 173317 h 346614"/>
              <a:gd name="connsiteX30" fmla="*/ 173207 w 346382"/>
              <a:gd name="connsiteY30" fmla="*/ 239950 h 346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346382" h="346614">
                <a:moveTo>
                  <a:pt x="173207" y="0"/>
                </a:moveTo>
                <a:lnTo>
                  <a:pt x="173182" y="0"/>
                </a:lnTo>
                <a:cubicBezTo>
                  <a:pt x="126929" y="0"/>
                  <a:pt x="83442" y="18018"/>
                  <a:pt x="50736" y="50752"/>
                </a:cubicBezTo>
                <a:cubicBezTo>
                  <a:pt x="18025" y="83479"/>
                  <a:pt x="6" y="127002"/>
                  <a:pt x="0" y="173292"/>
                </a:cubicBezTo>
                <a:cubicBezTo>
                  <a:pt x="0" y="268852"/>
                  <a:pt x="77679" y="346609"/>
                  <a:pt x="173176" y="346615"/>
                </a:cubicBezTo>
                <a:lnTo>
                  <a:pt x="247662" y="346615"/>
                </a:lnTo>
                <a:cubicBezTo>
                  <a:pt x="252007" y="346615"/>
                  <a:pt x="255534" y="343086"/>
                  <a:pt x="255534" y="338737"/>
                </a:cubicBezTo>
                <a:cubicBezTo>
                  <a:pt x="255534" y="334389"/>
                  <a:pt x="252007" y="330859"/>
                  <a:pt x="247662" y="330859"/>
                </a:cubicBezTo>
                <a:lnTo>
                  <a:pt x="173176" y="330859"/>
                </a:lnTo>
                <a:cubicBezTo>
                  <a:pt x="86364" y="330859"/>
                  <a:pt x="15738" y="260168"/>
                  <a:pt x="15745" y="173292"/>
                </a:cubicBezTo>
                <a:cubicBezTo>
                  <a:pt x="15745" y="131205"/>
                  <a:pt x="32132" y="91647"/>
                  <a:pt x="61865" y="61888"/>
                </a:cubicBezTo>
                <a:cubicBezTo>
                  <a:pt x="91604" y="32135"/>
                  <a:pt x="131130" y="15756"/>
                  <a:pt x="173182" y="15756"/>
                </a:cubicBezTo>
                <a:lnTo>
                  <a:pt x="173207" y="15756"/>
                </a:lnTo>
                <a:cubicBezTo>
                  <a:pt x="260019" y="15756"/>
                  <a:pt x="330644" y="86441"/>
                  <a:pt x="330638" y="173317"/>
                </a:cubicBezTo>
                <a:lnTo>
                  <a:pt x="330638" y="202351"/>
                </a:lnTo>
                <a:cubicBezTo>
                  <a:pt x="330638" y="223066"/>
                  <a:pt x="313791" y="239925"/>
                  <a:pt x="293089" y="239925"/>
                </a:cubicBezTo>
                <a:cubicBezTo>
                  <a:pt x="272388" y="239925"/>
                  <a:pt x="255534" y="223066"/>
                  <a:pt x="255534" y="202351"/>
                </a:cubicBezTo>
                <a:lnTo>
                  <a:pt x="255534" y="173317"/>
                </a:lnTo>
                <a:cubicBezTo>
                  <a:pt x="255534" y="127884"/>
                  <a:pt x="218584" y="90928"/>
                  <a:pt x="173182" y="90928"/>
                </a:cubicBezTo>
                <a:cubicBezTo>
                  <a:pt x="127792" y="90941"/>
                  <a:pt x="90873" y="127903"/>
                  <a:pt x="90873" y="173317"/>
                </a:cubicBezTo>
                <a:cubicBezTo>
                  <a:pt x="90873" y="218731"/>
                  <a:pt x="127805" y="255706"/>
                  <a:pt x="173207" y="255706"/>
                </a:cubicBezTo>
                <a:cubicBezTo>
                  <a:pt x="202077" y="255706"/>
                  <a:pt x="227483" y="240725"/>
                  <a:pt x="242182" y="218157"/>
                </a:cubicBezTo>
                <a:cubicBezTo>
                  <a:pt x="248928" y="239868"/>
                  <a:pt x="269201" y="255681"/>
                  <a:pt x="293089" y="255681"/>
                </a:cubicBezTo>
                <a:cubicBezTo>
                  <a:pt x="322476" y="255681"/>
                  <a:pt x="346382" y="231757"/>
                  <a:pt x="346382" y="202351"/>
                </a:cubicBezTo>
                <a:lnTo>
                  <a:pt x="346382" y="173317"/>
                </a:lnTo>
                <a:cubicBezTo>
                  <a:pt x="346382" y="77757"/>
                  <a:pt x="268703" y="6"/>
                  <a:pt x="173207" y="0"/>
                </a:cubicBezTo>
                <a:close/>
                <a:moveTo>
                  <a:pt x="173207" y="239950"/>
                </a:moveTo>
                <a:cubicBezTo>
                  <a:pt x="136490" y="239950"/>
                  <a:pt x="106618" y="210059"/>
                  <a:pt x="106618" y="173317"/>
                </a:cubicBezTo>
                <a:cubicBezTo>
                  <a:pt x="106618" y="136575"/>
                  <a:pt x="136477" y="106696"/>
                  <a:pt x="173182" y="106684"/>
                </a:cubicBezTo>
                <a:cubicBezTo>
                  <a:pt x="209905" y="106684"/>
                  <a:pt x="239783" y="136575"/>
                  <a:pt x="239789" y="173317"/>
                </a:cubicBezTo>
                <a:cubicBezTo>
                  <a:pt x="239789" y="210059"/>
                  <a:pt x="209918" y="239950"/>
                  <a:pt x="173207" y="239950"/>
                </a:cubicBezTo>
                <a:close/>
              </a:path>
            </a:pathLst>
          </a:custGeom>
          <a:solidFill>
            <a:srgbClr val="FFFFFF"/>
          </a:solidFill>
          <a:ln w="0" cap="flat">
            <a:noFill/>
            <a:prstDash val="solid"/>
            <a:miter/>
          </a:ln>
        </p:spPr>
        <p:txBody>
          <a:bodyPr rtlCol="0" anchor="ctr"/>
          <a:lstStyle/>
          <a:p>
            <a:endParaRPr lang="de-DE"/>
          </a:p>
        </p:txBody>
      </p:sp>
      <p:sp>
        <p:nvSpPr>
          <p:cNvPr id="575" name="Freihandform 574">
            <a:extLst>
              <a:ext uri="{FF2B5EF4-FFF2-40B4-BE49-F238E27FC236}">
                <a16:creationId xmlns:a16="http://schemas.microsoft.com/office/drawing/2014/main" id="{43F423BE-10A8-3C5B-47B4-88CFB5D7BD7E}"/>
              </a:ext>
            </a:extLst>
          </p:cNvPr>
          <p:cNvSpPr/>
          <p:nvPr/>
        </p:nvSpPr>
        <p:spPr>
          <a:xfrm>
            <a:off x="7656057" y="5883287"/>
            <a:ext cx="399487" cy="259359"/>
          </a:xfrm>
          <a:custGeom>
            <a:avLst/>
            <a:gdLst>
              <a:gd name="connsiteX0" fmla="*/ 326450 w 399487"/>
              <a:gd name="connsiteY0" fmla="*/ 103115 h 259359"/>
              <a:gd name="connsiteX1" fmla="*/ 276167 w 399487"/>
              <a:gd name="connsiteY1" fmla="*/ 25018 h 259359"/>
              <a:gd name="connsiteX2" fmla="*/ 179927 w 399487"/>
              <a:gd name="connsiteY2" fmla="*/ 1555 h 259359"/>
              <a:gd name="connsiteX3" fmla="*/ 73038 w 399487"/>
              <a:gd name="connsiteY3" fmla="*/ 103108 h 259359"/>
              <a:gd name="connsiteX4" fmla="*/ 0 w 399487"/>
              <a:gd name="connsiteY4" fmla="*/ 181155 h 259359"/>
              <a:gd name="connsiteX5" fmla="*/ 78152 w 399487"/>
              <a:gd name="connsiteY5" fmla="*/ 259359 h 259359"/>
              <a:gd name="connsiteX6" fmla="*/ 321336 w 399487"/>
              <a:gd name="connsiteY6" fmla="*/ 259359 h 259359"/>
              <a:gd name="connsiteX7" fmla="*/ 399487 w 399487"/>
              <a:gd name="connsiteY7" fmla="*/ 181155 h 259359"/>
              <a:gd name="connsiteX8" fmla="*/ 326443 w 399487"/>
              <a:gd name="connsiteY8" fmla="*/ 103108 h 259359"/>
              <a:gd name="connsiteX9" fmla="*/ 321342 w 399487"/>
              <a:gd name="connsiteY9" fmla="*/ 243610 h 259359"/>
              <a:gd name="connsiteX10" fmla="*/ 78158 w 399487"/>
              <a:gd name="connsiteY10" fmla="*/ 243610 h 259359"/>
              <a:gd name="connsiteX11" fmla="*/ 15751 w 399487"/>
              <a:gd name="connsiteY11" fmla="*/ 181161 h 259359"/>
              <a:gd name="connsiteX12" fmla="*/ 78133 w 399487"/>
              <a:gd name="connsiteY12" fmla="*/ 118719 h 259359"/>
              <a:gd name="connsiteX13" fmla="*/ 78152 w 399487"/>
              <a:gd name="connsiteY13" fmla="*/ 118719 h 259359"/>
              <a:gd name="connsiteX14" fmla="*/ 79625 w 399487"/>
              <a:gd name="connsiteY14" fmla="*/ 118801 h 259359"/>
              <a:gd name="connsiteX15" fmla="*/ 87403 w 399487"/>
              <a:gd name="connsiteY15" fmla="*/ 112127 h 259359"/>
              <a:gd name="connsiteX16" fmla="*/ 182333 w 399487"/>
              <a:gd name="connsiteY16" fmla="*/ 17134 h 259359"/>
              <a:gd name="connsiteX17" fmla="*/ 266864 w 399487"/>
              <a:gd name="connsiteY17" fmla="*/ 37742 h 259359"/>
              <a:gd name="connsiteX18" fmla="*/ 312084 w 399487"/>
              <a:gd name="connsiteY18" fmla="*/ 112133 h 259359"/>
              <a:gd name="connsiteX19" fmla="*/ 319862 w 399487"/>
              <a:gd name="connsiteY19" fmla="*/ 118807 h 259359"/>
              <a:gd name="connsiteX20" fmla="*/ 321449 w 399487"/>
              <a:gd name="connsiteY20" fmla="*/ 118713 h 259359"/>
              <a:gd name="connsiteX21" fmla="*/ 383749 w 399487"/>
              <a:gd name="connsiteY21" fmla="*/ 181167 h 259359"/>
              <a:gd name="connsiteX22" fmla="*/ 321342 w 399487"/>
              <a:gd name="connsiteY22" fmla="*/ 243616 h 259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9487" h="259359">
                <a:moveTo>
                  <a:pt x="326450" y="103115"/>
                </a:moveTo>
                <a:cubicBezTo>
                  <a:pt x="319937" y="71667"/>
                  <a:pt x="302253" y="44126"/>
                  <a:pt x="276167" y="25018"/>
                </a:cubicBezTo>
                <a:cubicBezTo>
                  <a:pt x="248260" y="4586"/>
                  <a:pt x="214094" y="-3739"/>
                  <a:pt x="179927" y="1555"/>
                </a:cubicBezTo>
                <a:cubicBezTo>
                  <a:pt x="126167" y="9892"/>
                  <a:pt x="83977" y="50309"/>
                  <a:pt x="73038" y="103108"/>
                </a:cubicBezTo>
                <a:cubicBezTo>
                  <a:pt x="32321" y="105755"/>
                  <a:pt x="0" y="139743"/>
                  <a:pt x="0" y="181155"/>
                </a:cubicBezTo>
                <a:cubicBezTo>
                  <a:pt x="0" y="224281"/>
                  <a:pt x="35054" y="259359"/>
                  <a:pt x="78152" y="259359"/>
                </a:cubicBezTo>
                <a:lnTo>
                  <a:pt x="321336" y="259359"/>
                </a:lnTo>
                <a:cubicBezTo>
                  <a:pt x="364433" y="259359"/>
                  <a:pt x="399487" y="224281"/>
                  <a:pt x="399487" y="181155"/>
                </a:cubicBezTo>
                <a:cubicBezTo>
                  <a:pt x="399487" y="139750"/>
                  <a:pt x="367166" y="105755"/>
                  <a:pt x="326443" y="103108"/>
                </a:cubicBezTo>
                <a:close/>
                <a:moveTo>
                  <a:pt x="321342" y="243610"/>
                </a:moveTo>
                <a:lnTo>
                  <a:pt x="78158" y="243610"/>
                </a:lnTo>
                <a:cubicBezTo>
                  <a:pt x="43746" y="243610"/>
                  <a:pt x="15751" y="215597"/>
                  <a:pt x="15751" y="181161"/>
                </a:cubicBezTo>
                <a:cubicBezTo>
                  <a:pt x="15751" y="146726"/>
                  <a:pt x="43733" y="118719"/>
                  <a:pt x="78133" y="118719"/>
                </a:cubicBezTo>
                <a:lnTo>
                  <a:pt x="78152" y="118719"/>
                </a:lnTo>
                <a:cubicBezTo>
                  <a:pt x="78637" y="118763"/>
                  <a:pt x="79121" y="118801"/>
                  <a:pt x="79625" y="118801"/>
                </a:cubicBezTo>
                <a:cubicBezTo>
                  <a:pt x="83505" y="118801"/>
                  <a:pt x="86811" y="115971"/>
                  <a:pt x="87403" y="112127"/>
                </a:cubicBezTo>
                <a:cubicBezTo>
                  <a:pt x="95018" y="62932"/>
                  <a:pt x="133171" y="24759"/>
                  <a:pt x="182333" y="17134"/>
                </a:cubicBezTo>
                <a:cubicBezTo>
                  <a:pt x="212355" y="12483"/>
                  <a:pt x="242359" y="19806"/>
                  <a:pt x="266864" y="37742"/>
                </a:cubicBezTo>
                <a:cubicBezTo>
                  <a:pt x="291376" y="55691"/>
                  <a:pt x="307430" y="82103"/>
                  <a:pt x="312084" y="112133"/>
                </a:cubicBezTo>
                <a:cubicBezTo>
                  <a:pt x="312682" y="115971"/>
                  <a:pt x="315982" y="118807"/>
                  <a:pt x="319862" y="118807"/>
                </a:cubicBezTo>
                <a:cubicBezTo>
                  <a:pt x="320353" y="118807"/>
                  <a:pt x="320819" y="118776"/>
                  <a:pt x="321449" y="118713"/>
                </a:cubicBezTo>
                <a:cubicBezTo>
                  <a:pt x="355811" y="118776"/>
                  <a:pt x="383749" y="146770"/>
                  <a:pt x="383749" y="181167"/>
                </a:cubicBezTo>
                <a:cubicBezTo>
                  <a:pt x="383749" y="215565"/>
                  <a:pt x="355754" y="243616"/>
                  <a:pt x="321342" y="243616"/>
                </a:cubicBezTo>
                <a:close/>
              </a:path>
            </a:pathLst>
          </a:custGeom>
          <a:solidFill>
            <a:srgbClr val="FFFFFF"/>
          </a:solidFill>
          <a:ln w="0" cap="flat">
            <a:noFill/>
            <a:prstDash val="solid"/>
            <a:miter/>
          </a:ln>
        </p:spPr>
        <p:txBody>
          <a:bodyPr rtlCol="0" anchor="ctr"/>
          <a:lstStyle/>
          <a:p>
            <a:endParaRPr lang="de-DE"/>
          </a:p>
        </p:txBody>
      </p:sp>
      <p:sp>
        <p:nvSpPr>
          <p:cNvPr id="576" name="Freihandform 575">
            <a:extLst>
              <a:ext uri="{FF2B5EF4-FFF2-40B4-BE49-F238E27FC236}">
                <a16:creationId xmlns:a16="http://schemas.microsoft.com/office/drawing/2014/main" id="{071D12EC-1EA1-275C-B6A4-E3DE4C1994DF}"/>
              </a:ext>
            </a:extLst>
          </p:cNvPr>
          <p:cNvSpPr/>
          <p:nvPr/>
        </p:nvSpPr>
        <p:spPr>
          <a:xfrm>
            <a:off x="9183192" y="5095917"/>
            <a:ext cx="284750" cy="338045"/>
          </a:xfrm>
          <a:custGeom>
            <a:avLst/>
            <a:gdLst>
              <a:gd name="connsiteX0" fmla="*/ 230670 w 284750"/>
              <a:gd name="connsiteY0" fmla="*/ 4174 h 338045"/>
              <a:gd name="connsiteX1" fmla="*/ 230393 w 284750"/>
              <a:gd name="connsiteY1" fmla="*/ 3499 h 338045"/>
              <a:gd name="connsiteX2" fmla="*/ 219478 w 284750"/>
              <a:gd name="connsiteY2" fmla="*/ 1325 h 338045"/>
              <a:gd name="connsiteX3" fmla="*/ 84122 w 284750"/>
              <a:gd name="connsiteY3" fmla="*/ 91781 h 338045"/>
              <a:gd name="connsiteX4" fmla="*/ 7872 w 284750"/>
              <a:gd name="connsiteY4" fmla="*/ 91781 h 338045"/>
              <a:gd name="connsiteX5" fmla="*/ 0 w 284750"/>
              <a:gd name="connsiteY5" fmla="*/ 99659 h 338045"/>
              <a:gd name="connsiteX6" fmla="*/ 0 w 284750"/>
              <a:gd name="connsiteY6" fmla="*/ 238433 h 338045"/>
              <a:gd name="connsiteX7" fmla="*/ 7872 w 284750"/>
              <a:gd name="connsiteY7" fmla="*/ 246311 h 338045"/>
              <a:gd name="connsiteX8" fmla="*/ 84135 w 284750"/>
              <a:gd name="connsiteY8" fmla="*/ 246311 h 338045"/>
              <a:gd name="connsiteX9" fmla="*/ 219485 w 284750"/>
              <a:gd name="connsiteY9" fmla="*/ 336722 h 338045"/>
              <a:gd name="connsiteX10" fmla="*/ 223849 w 284750"/>
              <a:gd name="connsiteY10" fmla="*/ 338046 h 338045"/>
              <a:gd name="connsiteX11" fmla="*/ 230405 w 284750"/>
              <a:gd name="connsiteY11" fmla="*/ 334542 h 338045"/>
              <a:gd name="connsiteX12" fmla="*/ 230676 w 284750"/>
              <a:gd name="connsiteY12" fmla="*/ 333880 h 338045"/>
              <a:gd name="connsiteX13" fmla="*/ 230676 w 284750"/>
              <a:gd name="connsiteY13" fmla="*/ 4180 h 338045"/>
              <a:gd name="connsiteX14" fmla="*/ 15738 w 284750"/>
              <a:gd name="connsiteY14" fmla="*/ 107536 h 338045"/>
              <a:gd name="connsiteX15" fmla="*/ 78636 w 284750"/>
              <a:gd name="connsiteY15" fmla="*/ 107536 h 338045"/>
              <a:gd name="connsiteX16" fmla="*/ 78636 w 284750"/>
              <a:gd name="connsiteY16" fmla="*/ 230555 h 338045"/>
              <a:gd name="connsiteX17" fmla="*/ 15738 w 284750"/>
              <a:gd name="connsiteY17" fmla="*/ 230555 h 338045"/>
              <a:gd name="connsiteX18" fmla="*/ 15738 w 284750"/>
              <a:gd name="connsiteY18" fmla="*/ 107536 h 338045"/>
              <a:gd name="connsiteX19" fmla="*/ 94381 w 284750"/>
              <a:gd name="connsiteY19" fmla="*/ 103862 h 338045"/>
              <a:gd name="connsiteX20" fmla="*/ 221739 w 284750"/>
              <a:gd name="connsiteY20" fmla="*/ 18757 h 338045"/>
              <a:gd name="connsiteX21" fmla="*/ 221746 w 284750"/>
              <a:gd name="connsiteY21" fmla="*/ 319290 h 338045"/>
              <a:gd name="connsiteX22" fmla="*/ 94375 w 284750"/>
              <a:gd name="connsiteY22" fmla="*/ 234211 h 338045"/>
              <a:gd name="connsiteX23" fmla="*/ 94375 w 284750"/>
              <a:gd name="connsiteY23" fmla="*/ 103862 h 338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4750" h="338045">
                <a:moveTo>
                  <a:pt x="230670" y="4174"/>
                </a:moveTo>
                <a:cubicBezTo>
                  <a:pt x="230550" y="3953"/>
                  <a:pt x="230531" y="3714"/>
                  <a:pt x="230393" y="3499"/>
                </a:cubicBezTo>
                <a:cubicBezTo>
                  <a:pt x="227987" y="-112"/>
                  <a:pt x="223106" y="-1089"/>
                  <a:pt x="219478" y="1325"/>
                </a:cubicBezTo>
                <a:lnTo>
                  <a:pt x="84122" y="91781"/>
                </a:lnTo>
                <a:lnTo>
                  <a:pt x="7872" y="91781"/>
                </a:lnTo>
                <a:cubicBezTo>
                  <a:pt x="3527" y="91781"/>
                  <a:pt x="0" y="95310"/>
                  <a:pt x="0" y="99659"/>
                </a:cubicBezTo>
                <a:lnTo>
                  <a:pt x="0" y="238433"/>
                </a:lnTo>
                <a:cubicBezTo>
                  <a:pt x="0" y="242781"/>
                  <a:pt x="3527" y="246311"/>
                  <a:pt x="7872" y="246311"/>
                </a:cubicBezTo>
                <a:lnTo>
                  <a:pt x="84135" y="246311"/>
                </a:lnTo>
                <a:lnTo>
                  <a:pt x="219485" y="336722"/>
                </a:lnTo>
                <a:cubicBezTo>
                  <a:pt x="220832" y="337617"/>
                  <a:pt x="222350" y="338046"/>
                  <a:pt x="223849" y="338046"/>
                </a:cubicBezTo>
                <a:cubicBezTo>
                  <a:pt x="226387" y="338046"/>
                  <a:pt x="228887" y="336817"/>
                  <a:pt x="230405" y="334542"/>
                </a:cubicBezTo>
                <a:cubicBezTo>
                  <a:pt x="230544" y="334334"/>
                  <a:pt x="230563" y="334094"/>
                  <a:pt x="230676" y="333880"/>
                </a:cubicBezTo>
                <a:cubicBezTo>
                  <a:pt x="302775" y="236681"/>
                  <a:pt x="302775" y="101373"/>
                  <a:pt x="230676" y="4180"/>
                </a:cubicBezTo>
                <a:close/>
                <a:moveTo>
                  <a:pt x="15738" y="107536"/>
                </a:moveTo>
                <a:lnTo>
                  <a:pt x="78636" y="107536"/>
                </a:lnTo>
                <a:lnTo>
                  <a:pt x="78636" y="230555"/>
                </a:lnTo>
                <a:lnTo>
                  <a:pt x="15738" y="230555"/>
                </a:lnTo>
                <a:lnTo>
                  <a:pt x="15738" y="107536"/>
                </a:lnTo>
                <a:close/>
                <a:moveTo>
                  <a:pt x="94381" y="103862"/>
                </a:moveTo>
                <a:lnTo>
                  <a:pt x="221739" y="18757"/>
                </a:lnTo>
                <a:cubicBezTo>
                  <a:pt x="284738" y="108261"/>
                  <a:pt x="284738" y="229786"/>
                  <a:pt x="221746" y="319290"/>
                </a:cubicBezTo>
                <a:lnTo>
                  <a:pt x="94375" y="234211"/>
                </a:lnTo>
                <a:lnTo>
                  <a:pt x="94375" y="103862"/>
                </a:lnTo>
                <a:close/>
              </a:path>
            </a:pathLst>
          </a:custGeom>
          <a:solidFill>
            <a:srgbClr val="FFFFFF"/>
          </a:solidFill>
          <a:ln w="0" cap="flat">
            <a:noFill/>
            <a:prstDash val="solid"/>
            <a:miter/>
          </a:ln>
        </p:spPr>
        <p:txBody>
          <a:bodyPr rtlCol="0" anchor="ctr"/>
          <a:lstStyle/>
          <a:p>
            <a:endParaRPr lang="de-DE"/>
          </a:p>
        </p:txBody>
      </p:sp>
      <p:sp>
        <p:nvSpPr>
          <p:cNvPr id="577" name="Freihandform 576">
            <a:extLst>
              <a:ext uri="{FF2B5EF4-FFF2-40B4-BE49-F238E27FC236}">
                <a16:creationId xmlns:a16="http://schemas.microsoft.com/office/drawing/2014/main" id="{01B72DBC-3DBC-A60C-7AD6-8192D689B030}"/>
              </a:ext>
            </a:extLst>
          </p:cNvPr>
          <p:cNvSpPr/>
          <p:nvPr/>
        </p:nvSpPr>
        <p:spPr>
          <a:xfrm>
            <a:off x="8427490" y="4369280"/>
            <a:ext cx="329504" cy="295290"/>
          </a:xfrm>
          <a:custGeom>
            <a:avLst/>
            <a:gdLst>
              <a:gd name="connsiteX0" fmla="*/ 290709 w 329504"/>
              <a:gd name="connsiteY0" fmla="*/ 43252 h 295290"/>
              <a:gd name="connsiteX1" fmla="*/ 162286 w 329504"/>
              <a:gd name="connsiteY1" fmla="*/ 43252 h 295290"/>
              <a:gd name="connsiteX2" fmla="*/ 162286 w 329504"/>
              <a:gd name="connsiteY2" fmla="*/ 38790 h 295290"/>
              <a:gd name="connsiteX3" fmla="*/ 150912 w 329504"/>
              <a:gd name="connsiteY3" fmla="*/ 11350 h 295290"/>
              <a:gd name="connsiteX4" fmla="*/ 123522 w 329504"/>
              <a:gd name="connsiteY4" fmla="*/ 0 h 295290"/>
              <a:gd name="connsiteX5" fmla="*/ 38764 w 329504"/>
              <a:gd name="connsiteY5" fmla="*/ 0 h 295290"/>
              <a:gd name="connsiteX6" fmla="*/ 0 w 329504"/>
              <a:gd name="connsiteY6" fmla="*/ 38815 h 295290"/>
              <a:gd name="connsiteX7" fmla="*/ 0 w 329504"/>
              <a:gd name="connsiteY7" fmla="*/ 107219 h 295290"/>
              <a:gd name="connsiteX8" fmla="*/ 0 w 329504"/>
              <a:gd name="connsiteY8" fmla="*/ 107251 h 295290"/>
              <a:gd name="connsiteX9" fmla="*/ 0 w 329504"/>
              <a:gd name="connsiteY9" fmla="*/ 107283 h 295290"/>
              <a:gd name="connsiteX10" fmla="*/ 0 w 329504"/>
              <a:gd name="connsiteY10" fmla="*/ 256538 h 295290"/>
              <a:gd name="connsiteX11" fmla="*/ 11380 w 329504"/>
              <a:gd name="connsiteY11" fmla="*/ 283958 h 295290"/>
              <a:gd name="connsiteX12" fmla="*/ 38752 w 329504"/>
              <a:gd name="connsiteY12" fmla="*/ 295290 h 295290"/>
              <a:gd name="connsiteX13" fmla="*/ 290734 w 329504"/>
              <a:gd name="connsiteY13" fmla="*/ 295290 h 295290"/>
              <a:gd name="connsiteX14" fmla="*/ 318143 w 329504"/>
              <a:gd name="connsiteY14" fmla="*/ 283933 h 295290"/>
              <a:gd name="connsiteX15" fmla="*/ 329504 w 329504"/>
              <a:gd name="connsiteY15" fmla="*/ 256494 h 295290"/>
              <a:gd name="connsiteX16" fmla="*/ 329504 w 329504"/>
              <a:gd name="connsiteY16" fmla="*/ 82124 h 295290"/>
              <a:gd name="connsiteX17" fmla="*/ 290715 w 329504"/>
              <a:gd name="connsiteY17" fmla="*/ 43258 h 295290"/>
              <a:gd name="connsiteX18" fmla="*/ 38796 w 329504"/>
              <a:gd name="connsiteY18" fmla="*/ 15749 h 295290"/>
              <a:gd name="connsiteX19" fmla="*/ 123522 w 329504"/>
              <a:gd name="connsiteY19" fmla="*/ 15749 h 295290"/>
              <a:gd name="connsiteX20" fmla="*/ 139790 w 329504"/>
              <a:gd name="connsiteY20" fmla="*/ 22486 h 295290"/>
              <a:gd name="connsiteX21" fmla="*/ 146541 w 329504"/>
              <a:gd name="connsiteY21" fmla="*/ 38809 h 295290"/>
              <a:gd name="connsiteX22" fmla="*/ 146541 w 329504"/>
              <a:gd name="connsiteY22" fmla="*/ 51124 h 295290"/>
              <a:gd name="connsiteX23" fmla="*/ 154414 w 329504"/>
              <a:gd name="connsiteY23" fmla="*/ 59001 h 295290"/>
              <a:gd name="connsiteX24" fmla="*/ 290696 w 329504"/>
              <a:gd name="connsiteY24" fmla="*/ 59001 h 295290"/>
              <a:gd name="connsiteX25" fmla="*/ 313753 w 329504"/>
              <a:gd name="connsiteY25" fmla="*/ 82111 h 295290"/>
              <a:gd name="connsiteX26" fmla="*/ 313753 w 329504"/>
              <a:gd name="connsiteY26" fmla="*/ 99361 h 295290"/>
              <a:gd name="connsiteX27" fmla="*/ 15751 w 329504"/>
              <a:gd name="connsiteY27" fmla="*/ 99361 h 295290"/>
              <a:gd name="connsiteX28" fmla="*/ 15751 w 329504"/>
              <a:gd name="connsiteY28" fmla="*/ 38809 h 295290"/>
              <a:gd name="connsiteX29" fmla="*/ 38796 w 329504"/>
              <a:gd name="connsiteY29" fmla="*/ 15749 h 295290"/>
              <a:gd name="connsiteX30" fmla="*/ 307008 w 329504"/>
              <a:gd name="connsiteY30" fmla="*/ 272778 h 295290"/>
              <a:gd name="connsiteX31" fmla="*/ 290715 w 329504"/>
              <a:gd name="connsiteY31" fmla="*/ 279522 h 295290"/>
              <a:gd name="connsiteX32" fmla="*/ 38758 w 329504"/>
              <a:gd name="connsiteY32" fmla="*/ 279522 h 295290"/>
              <a:gd name="connsiteX33" fmla="*/ 22509 w 329504"/>
              <a:gd name="connsiteY33" fmla="*/ 272797 h 295290"/>
              <a:gd name="connsiteX34" fmla="*/ 15751 w 329504"/>
              <a:gd name="connsiteY34" fmla="*/ 256487 h 295290"/>
              <a:gd name="connsiteX35" fmla="*/ 15751 w 329504"/>
              <a:gd name="connsiteY35" fmla="*/ 115122 h 295290"/>
              <a:gd name="connsiteX36" fmla="*/ 313753 w 329504"/>
              <a:gd name="connsiteY36" fmla="*/ 115122 h 295290"/>
              <a:gd name="connsiteX37" fmla="*/ 313753 w 329504"/>
              <a:gd name="connsiteY37" fmla="*/ 256487 h 295290"/>
              <a:gd name="connsiteX38" fmla="*/ 307008 w 329504"/>
              <a:gd name="connsiteY38" fmla="*/ 272778 h 295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29504" h="295290">
                <a:moveTo>
                  <a:pt x="290709" y="43252"/>
                </a:moveTo>
                <a:lnTo>
                  <a:pt x="162286" y="43252"/>
                </a:lnTo>
                <a:lnTo>
                  <a:pt x="162286" y="38790"/>
                </a:lnTo>
                <a:cubicBezTo>
                  <a:pt x="162286" y="28417"/>
                  <a:pt x="158243" y="18680"/>
                  <a:pt x="150912" y="11350"/>
                </a:cubicBezTo>
                <a:cubicBezTo>
                  <a:pt x="143594" y="4034"/>
                  <a:pt x="133864" y="0"/>
                  <a:pt x="123522" y="0"/>
                </a:cubicBezTo>
                <a:lnTo>
                  <a:pt x="38764" y="0"/>
                </a:lnTo>
                <a:cubicBezTo>
                  <a:pt x="17376" y="0"/>
                  <a:pt x="-6" y="17426"/>
                  <a:pt x="0" y="38815"/>
                </a:cubicBezTo>
                <a:lnTo>
                  <a:pt x="0" y="107219"/>
                </a:lnTo>
                <a:cubicBezTo>
                  <a:pt x="0" y="107219"/>
                  <a:pt x="0" y="107238"/>
                  <a:pt x="0" y="107251"/>
                </a:cubicBezTo>
                <a:cubicBezTo>
                  <a:pt x="0" y="107264"/>
                  <a:pt x="0" y="107270"/>
                  <a:pt x="0" y="107283"/>
                </a:cubicBezTo>
                <a:lnTo>
                  <a:pt x="0" y="256538"/>
                </a:lnTo>
                <a:cubicBezTo>
                  <a:pt x="13" y="266905"/>
                  <a:pt x="4056" y="276635"/>
                  <a:pt x="11380" y="283958"/>
                </a:cubicBezTo>
                <a:cubicBezTo>
                  <a:pt x="18699" y="291263"/>
                  <a:pt x="28417" y="295290"/>
                  <a:pt x="38752" y="295290"/>
                </a:cubicBezTo>
                <a:lnTo>
                  <a:pt x="290734" y="295290"/>
                </a:lnTo>
                <a:cubicBezTo>
                  <a:pt x="301088" y="295290"/>
                  <a:pt x="310818" y="291257"/>
                  <a:pt x="318143" y="283933"/>
                </a:cubicBezTo>
                <a:cubicBezTo>
                  <a:pt x="325467" y="276610"/>
                  <a:pt x="329504" y="266861"/>
                  <a:pt x="329504" y="256494"/>
                </a:cubicBezTo>
                <a:lnTo>
                  <a:pt x="329504" y="82124"/>
                </a:lnTo>
                <a:cubicBezTo>
                  <a:pt x="329504" y="60722"/>
                  <a:pt x="312115" y="43290"/>
                  <a:pt x="290715" y="43258"/>
                </a:cubicBezTo>
                <a:close/>
                <a:moveTo>
                  <a:pt x="38796" y="15749"/>
                </a:moveTo>
                <a:lnTo>
                  <a:pt x="123522" y="15749"/>
                </a:lnTo>
                <a:cubicBezTo>
                  <a:pt x="129669" y="15749"/>
                  <a:pt x="135444" y="18144"/>
                  <a:pt x="139790" y="22486"/>
                </a:cubicBezTo>
                <a:cubicBezTo>
                  <a:pt x="144142" y="26835"/>
                  <a:pt x="146541" y="32627"/>
                  <a:pt x="146541" y="38809"/>
                </a:cubicBezTo>
                <a:lnTo>
                  <a:pt x="146541" y="51124"/>
                </a:lnTo>
                <a:cubicBezTo>
                  <a:pt x="146541" y="55472"/>
                  <a:pt x="150068" y="59001"/>
                  <a:pt x="154414" y="59001"/>
                </a:cubicBezTo>
                <a:lnTo>
                  <a:pt x="290696" y="59001"/>
                </a:lnTo>
                <a:cubicBezTo>
                  <a:pt x="303418" y="59020"/>
                  <a:pt x="313759" y="69381"/>
                  <a:pt x="313753" y="82111"/>
                </a:cubicBezTo>
                <a:lnTo>
                  <a:pt x="313753" y="99361"/>
                </a:lnTo>
                <a:lnTo>
                  <a:pt x="15751" y="99361"/>
                </a:lnTo>
                <a:lnTo>
                  <a:pt x="15751" y="38809"/>
                </a:lnTo>
                <a:cubicBezTo>
                  <a:pt x="15751" y="26091"/>
                  <a:pt x="26080" y="15756"/>
                  <a:pt x="38796" y="15749"/>
                </a:cubicBezTo>
                <a:close/>
                <a:moveTo>
                  <a:pt x="307008" y="272778"/>
                </a:moveTo>
                <a:cubicBezTo>
                  <a:pt x="302662" y="277127"/>
                  <a:pt x="296874" y="279522"/>
                  <a:pt x="290715" y="279522"/>
                </a:cubicBezTo>
                <a:lnTo>
                  <a:pt x="38758" y="279522"/>
                </a:lnTo>
                <a:cubicBezTo>
                  <a:pt x="32617" y="279522"/>
                  <a:pt x="26848" y="277134"/>
                  <a:pt x="22509" y="272797"/>
                </a:cubicBezTo>
                <a:cubicBezTo>
                  <a:pt x="18157" y="268455"/>
                  <a:pt x="15758" y="262670"/>
                  <a:pt x="15751" y="256487"/>
                </a:cubicBezTo>
                <a:lnTo>
                  <a:pt x="15751" y="115122"/>
                </a:lnTo>
                <a:lnTo>
                  <a:pt x="313753" y="115122"/>
                </a:lnTo>
                <a:lnTo>
                  <a:pt x="313753" y="256487"/>
                </a:lnTo>
                <a:cubicBezTo>
                  <a:pt x="313753" y="262645"/>
                  <a:pt x="311353" y="268430"/>
                  <a:pt x="307008" y="272778"/>
                </a:cubicBezTo>
                <a:close/>
              </a:path>
            </a:pathLst>
          </a:custGeom>
          <a:solidFill>
            <a:srgbClr val="FFFFFF"/>
          </a:solidFill>
          <a:ln w="0" cap="flat">
            <a:noFill/>
            <a:prstDash val="solid"/>
            <a:miter/>
          </a:ln>
        </p:spPr>
        <p:txBody>
          <a:bodyPr rtlCol="0" anchor="ctr"/>
          <a:lstStyle/>
          <a:p>
            <a:endParaRPr lang="de-DE"/>
          </a:p>
        </p:txBody>
      </p:sp>
      <p:sp>
        <p:nvSpPr>
          <p:cNvPr id="578" name="Freihandform 577">
            <a:extLst>
              <a:ext uri="{FF2B5EF4-FFF2-40B4-BE49-F238E27FC236}">
                <a16:creationId xmlns:a16="http://schemas.microsoft.com/office/drawing/2014/main" id="{DB6B03A8-3398-DD7E-64C4-E67BA0EE4092}"/>
              </a:ext>
            </a:extLst>
          </p:cNvPr>
          <p:cNvSpPr/>
          <p:nvPr/>
        </p:nvSpPr>
        <p:spPr>
          <a:xfrm>
            <a:off x="9937614" y="4359493"/>
            <a:ext cx="255471" cy="314833"/>
          </a:xfrm>
          <a:custGeom>
            <a:avLst/>
            <a:gdLst>
              <a:gd name="connsiteX0" fmla="*/ 247599 w 255471"/>
              <a:gd name="connsiteY0" fmla="*/ 0 h 314833"/>
              <a:gd name="connsiteX1" fmla="*/ 239727 w 255471"/>
              <a:gd name="connsiteY1" fmla="*/ 7878 h 314833"/>
              <a:gd name="connsiteX2" fmla="*/ 239727 w 255471"/>
              <a:gd name="connsiteY2" fmla="*/ 35576 h 314833"/>
              <a:gd name="connsiteX3" fmla="*/ 123523 w 255471"/>
              <a:gd name="connsiteY3" fmla="*/ 38519 h 314833"/>
              <a:gd name="connsiteX4" fmla="*/ 10915 w 255471"/>
              <a:gd name="connsiteY4" fmla="*/ 38242 h 314833"/>
              <a:gd name="connsiteX5" fmla="*/ 3515 w 255471"/>
              <a:gd name="connsiteY5" fmla="*/ 38948 h 314833"/>
              <a:gd name="connsiteX6" fmla="*/ 0 w 255471"/>
              <a:gd name="connsiteY6" fmla="*/ 45508 h 314833"/>
              <a:gd name="connsiteX7" fmla="*/ 0 w 255471"/>
              <a:gd name="connsiteY7" fmla="*/ 198198 h 314833"/>
              <a:gd name="connsiteX8" fmla="*/ 4837 w 255471"/>
              <a:gd name="connsiteY8" fmla="*/ 205465 h 314833"/>
              <a:gd name="connsiteX9" fmla="*/ 67540 w 255471"/>
              <a:gd name="connsiteY9" fmla="*/ 217968 h 314833"/>
              <a:gd name="connsiteX10" fmla="*/ 129525 w 255471"/>
              <a:gd name="connsiteY10" fmla="*/ 205755 h 314833"/>
              <a:gd name="connsiteX11" fmla="*/ 239727 w 255471"/>
              <a:gd name="connsiteY11" fmla="*/ 205149 h 314833"/>
              <a:gd name="connsiteX12" fmla="*/ 239727 w 255471"/>
              <a:gd name="connsiteY12" fmla="*/ 306955 h 314833"/>
              <a:gd name="connsiteX13" fmla="*/ 247599 w 255471"/>
              <a:gd name="connsiteY13" fmla="*/ 314833 h 314833"/>
              <a:gd name="connsiteX14" fmla="*/ 255472 w 255471"/>
              <a:gd name="connsiteY14" fmla="*/ 306955 h 314833"/>
              <a:gd name="connsiteX15" fmla="*/ 255472 w 255471"/>
              <a:gd name="connsiteY15" fmla="*/ 7878 h 314833"/>
              <a:gd name="connsiteX16" fmla="*/ 247599 w 255471"/>
              <a:gd name="connsiteY16" fmla="*/ 0 h 314833"/>
              <a:gd name="connsiteX17" fmla="*/ 123516 w 255471"/>
              <a:gd name="connsiteY17" fmla="*/ 191196 h 314833"/>
              <a:gd name="connsiteX18" fmla="*/ 15751 w 255471"/>
              <a:gd name="connsiteY18" fmla="*/ 192854 h 314833"/>
              <a:gd name="connsiteX19" fmla="*/ 15751 w 255471"/>
              <a:gd name="connsiteY19" fmla="*/ 56890 h 314833"/>
              <a:gd name="connsiteX20" fmla="*/ 129525 w 255471"/>
              <a:gd name="connsiteY20" fmla="*/ 53084 h 314833"/>
              <a:gd name="connsiteX21" fmla="*/ 239727 w 255471"/>
              <a:gd name="connsiteY21" fmla="*/ 52491 h 314833"/>
              <a:gd name="connsiteX22" fmla="*/ 239727 w 255471"/>
              <a:gd name="connsiteY22" fmla="*/ 188241 h 314833"/>
              <a:gd name="connsiteX23" fmla="*/ 123516 w 255471"/>
              <a:gd name="connsiteY23" fmla="*/ 191196 h 314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55471" h="314833">
                <a:moveTo>
                  <a:pt x="247599" y="0"/>
                </a:moveTo>
                <a:cubicBezTo>
                  <a:pt x="243253" y="0"/>
                  <a:pt x="239727" y="3529"/>
                  <a:pt x="239727" y="7878"/>
                </a:cubicBezTo>
                <a:lnTo>
                  <a:pt x="239727" y="35576"/>
                </a:lnTo>
                <a:cubicBezTo>
                  <a:pt x="202235" y="22354"/>
                  <a:pt x="160384" y="23306"/>
                  <a:pt x="123523" y="38519"/>
                </a:cubicBezTo>
                <a:cubicBezTo>
                  <a:pt x="87699" y="53323"/>
                  <a:pt x="46662" y="53210"/>
                  <a:pt x="10915" y="38242"/>
                </a:cubicBezTo>
                <a:cubicBezTo>
                  <a:pt x="8471" y="37227"/>
                  <a:pt x="5700" y="37498"/>
                  <a:pt x="3515" y="38948"/>
                </a:cubicBezTo>
                <a:cubicBezTo>
                  <a:pt x="1317" y="40410"/>
                  <a:pt x="0" y="42874"/>
                  <a:pt x="0" y="45508"/>
                </a:cubicBezTo>
                <a:lnTo>
                  <a:pt x="0" y="198198"/>
                </a:lnTo>
                <a:cubicBezTo>
                  <a:pt x="0" y="201374"/>
                  <a:pt x="1909" y="204242"/>
                  <a:pt x="4837" y="205465"/>
                </a:cubicBezTo>
                <a:cubicBezTo>
                  <a:pt x="24751" y="213803"/>
                  <a:pt x="46145" y="217968"/>
                  <a:pt x="67540" y="217968"/>
                </a:cubicBezTo>
                <a:cubicBezTo>
                  <a:pt x="88676" y="217968"/>
                  <a:pt x="109818" y="213897"/>
                  <a:pt x="129525" y="205755"/>
                </a:cubicBezTo>
                <a:cubicBezTo>
                  <a:pt x="164554" y="191291"/>
                  <a:pt x="204546" y="191159"/>
                  <a:pt x="239727" y="205149"/>
                </a:cubicBezTo>
                <a:lnTo>
                  <a:pt x="239727" y="306955"/>
                </a:lnTo>
                <a:cubicBezTo>
                  <a:pt x="239727" y="311304"/>
                  <a:pt x="243253" y="314833"/>
                  <a:pt x="247599" y="314833"/>
                </a:cubicBezTo>
                <a:cubicBezTo>
                  <a:pt x="251945" y="314833"/>
                  <a:pt x="255472" y="311304"/>
                  <a:pt x="255472" y="306955"/>
                </a:cubicBezTo>
                <a:lnTo>
                  <a:pt x="255472" y="7878"/>
                </a:lnTo>
                <a:cubicBezTo>
                  <a:pt x="255472" y="3529"/>
                  <a:pt x="251945" y="0"/>
                  <a:pt x="247599" y="0"/>
                </a:cubicBezTo>
                <a:close/>
                <a:moveTo>
                  <a:pt x="123516" y="191196"/>
                </a:moveTo>
                <a:cubicBezTo>
                  <a:pt x="89325" y="205326"/>
                  <a:pt x="50334" y="205893"/>
                  <a:pt x="15751" y="192854"/>
                </a:cubicBezTo>
                <a:lnTo>
                  <a:pt x="15751" y="56890"/>
                </a:lnTo>
                <a:cubicBezTo>
                  <a:pt x="52620" y="69243"/>
                  <a:pt x="93462" y="67988"/>
                  <a:pt x="129525" y="53084"/>
                </a:cubicBezTo>
                <a:cubicBezTo>
                  <a:pt x="164547" y="38639"/>
                  <a:pt x="204540" y="38513"/>
                  <a:pt x="239727" y="52491"/>
                </a:cubicBezTo>
                <a:lnTo>
                  <a:pt x="239727" y="188241"/>
                </a:lnTo>
                <a:cubicBezTo>
                  <a:pt x="202235" y="175019"/>
                  <a:pt x="160378" y="175977"/>
                  <a:pt x="123516" y="191196"/>
                </a:cubicBezTo>
                <a:close/>
              </a:path>
            </a:pathLst>
          </a:custGeom>
          <a:solidFill>
            <a:srgbClr val="FFFFFF"/>
          </a:solidFill>
          <a:ln w="0" cap="flat">
            <a:noFill/>
            <a:prstDash val="solid"/>
            <a:miter/>
          </a:ln>
        </p:spPr>
        <p:txBody>
          <a:bodyPr rtlCol="0" anchor="ctr"/>
          <a:lstStyle/>
          <a:p>
            <a:endParaRPr lang="de-DE"/>
          </a:p>
        </p:txBody>
      </p:sp>
      <p:sp>
        <p:nvSpPr>
          <p:cNvPr id="579" name="Freihandform 578">
            <a:extLst>
              <a:ext uri="{FF2B5EF4-FFF2-40B4-BE49-F238E27FC236}">
                <a16:creationId xmlns:a16="http://schemas.microsoft.com/office/drawing/2014/main" id="{AD706AB7-35D9-962A-5E27-5594E97150A2}"/>
              </a:ext>
            </a:extLst>
          </p:cNvPr>
          <p:cNvSpPr/>
          <p:nvPr/>
        </p:nvSpPr>
        <p:spPr>
          <a:xfrm>
            <a:off x="5485854" y="2140069"/>
            <a:ext cx="321640" cy="265493"/>
          </a:xfrm>
          <a:custGeom>
            <a:avLst/>
            <a:gdLst>
              <a:gd name="connsiteX0" fmla="*/ 311662 w 321640"/>
              <a:gd name="connsiteY0" fmla="*/ 104346 h 265493"/>
              <a:gd name="connsiteX1" fmla="*/ 197983 w 321640"/>
              <a:gd name="connsiteY1" fmla="*/ 6844 h 265493"/>
              <a:gd name="connsiteX2" fmla="*/ 179448 w 321640"/>
              <a:gd name="connsiteY2" fmla="*/ 0 h 265493"/>
              <a:gd name="connsiteX3" fmla="*/ 179404 w 321640"/>
              <a:gd name="connsiteY3" fmla="*/ 0 h 265493"/>
              <a:gd name="connsiteX4" fmla="*/ 159194 w 321640"/>
              <a:gd name="connsiteY4" fmla="*/ 8363 h 265493"/>
              <a:gd name="connsiteX5" fmla="*/ 150780 w 321640"/>
              <a:gd name="connsiteY5" fmla="*/ 28625 h 265493"/>
              <a:gd name="connsiteX6" fmla="*/ 150780 w 321640"/>
              <a:gd name="connsiteY6" fmla="*/ 73950 h 265493"/>
              <a:gd name="connsiteX7" fmla="*/ 0 w 321640"/>
              <a:gd name="connsiteY7" fmla="*/ 232633 h 265493"/>
              <a:gd name="connsiteX8" fmla="*/ 1707 w 321640"/>
              <a:gd name="connsiteY8" fmla="*/ 258643 h 265493"/>
              <a:gd name="connsiteX9" fmla="*/ 8698 w 321640"/>
              <a:gd name="connsiteY9" fmla="*/ 265449 h 265493"/>
              <a:gd name="connsiteX10" fmla="*/ 9516 w 321640"/>
              <a:gd name="connsiteY10" fmla="*/ 265493 h 265493"/>
              <a:gd name="connsiteX11" fmla="*/ 16942 w 321640"/>
              <a:gd name="connsiteY11" fmla="*/ 260231 h 265493"/>
              <a:gd name="connsiteX12" fmla="*/ 150761 w 321640"/>
              <a:gd name="connsiteY12" fmla="*/ 177949 h 265493"/>
              <a:gd name="connsiteX13" fmla="*/ 150761 w 321640"/>
              <a:gd name="connsiteY13" fmla="*/ 223539 h 265493"/>
              <a:gd name="connsiteX14" fmla="*/ 167470 w 321640"/>
              <a:gd name="connsiteY14" fmla="*/ 249555 h 265493"/>
              <a:gd name="connsiteX15" fmla="*/ 179404 w 321640"/>
              <a:gd name="connsiteY15" fmla="*/ 252183 h 265493"/>
              <a:gd name="connsiteX16" fmla="*/ 198021 w 321640"/>
              <a:gd name="connsiteY16" fmla="*/ 245295 h 265493"/>
              <a:gd name="connsiteX17" fmla="*/ 311706 w 321640"/>
              <a:gd name="connsiteY17" fmla="*/ 147774 h 265493"/>
              <a:gd name="connsiteX18" fmla="*/ 314748 w 321640"/>
              <a:gd name="connsiteY18" fmla="*/ 144724 h 265493"/>
              <a:gd name="connsiteX19" fmla="*/ 311675 w 321640"/>
              <a:gd name="connsiteY19" fmla="*/ 104339 h 265493"/>
              <a:gd name="connsiteX20" fmla="*/ 302788 w 321640"/>
              <a:gd name="connsiteY20" fmla="*/ 134477 h 265493"/>
              <a:gd name="connsiteX21" fmla="*/ 301415 w 321640"/>
              <a:gd name="connsiteY21" fmla="*/ 135850 h 265493"/>
              <a:gd name="connsiteX22" fmla="*/ 187762 w 321640"/>
              <a:gd name="connsiteY22" fmla="*/ 233346 h 265493"/>
              <a:gd name="connsiteX23" fmla="*/ 179442 w 321640"/>
              <a:gd name="connsiteY23" fmla="*/ 236440 h 265493"/>
              <a:gd name="connsiteX24" fmla="*/ 174013 w 321640"/>
              <a:gd name="connsiteY24" fmla="*/ 235243 h 265493"/>
              <a:gd name="connsiteX25" fmla="*/ 166500 w 321640"/>
              <a:gd name="connsiteY25" fmla="*/ 223552 h 265493"/>
              <a:gd name="connsiteX26" fmla="*/ 166500 w 321640"/>
              <a:gd name="connsiteY26" fmla="*/ 170424 h 265493"/>
              <a:gd name="connsiteX27" fmla="*/ 159011 w 321640"/>
              <a:gd name="connsiteY27" fmla="*/ 162559 h 265493"/>
              <a:gd name="connsiteX28" fmla="*/ 132302 w 321640"/>
              <a:gd name="connsiteY28" fmla="*/ 161834 h 265493"/>
              <a:gd name="connsiteX29" fmla="*/ 15890 w 321640"/>
              <a:gd name="connsiteY29" fmla="*/ 222512 h 265493"/>
              <a:gd name="connsiteX30" fmla="*/ 158344 w 321640"/>
              <a:gd name="connsiteY30" fmla="*/ 89636 h 265493"/>
              <a:gd name="connsiteX31" fmla="*/ 166525 w 321640"/>
              <a:gd name="connsiteY31" fmla="*/ 81765 h 265493"/>
              <a:gd name="connsiteX32" fmla="*/ 166525 w 321640"/>
              <a:gd name="connsiteY32" fmla="*/ 28650 h 265493"/>
              <a:gd name="connsiteX33" fmla="*/ 170316 w 321640"/>
              <a:gd name="connsiteY33" fmla="*/ 19531 h 265493"/>
              <a:gd name="connsiteX34" fmla="*/ 179417 w 321640"/>
              <a:gd name="connsiteY34" fmla="*/ 15768 h 265493"/>
              <a:gd name="connsiteX35" fmla="*/ 179436 w 321640"/>
              <a:gd name="connsiteY35" fmla="*/ 15768 h 265493"/>
              <a:gd name="connsiteX36" fmla="*/ 187762 w 321640"/>
              <a:gd name="connsiteY36" fmla="*/ 18837 h 265493"/>
              <a:gd name="connsiteX37" fmla="*/ 301415 w 321640"/>
              <a:gd name="connsiteY37" fmla="*/ 116314 h 265493"/>
              <a:gd name="connsiteX38" fmla="*/ 302794 w 321640"/>
              <a:gd name="connsiteY38" fmla="*/ 134483 h 265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21640" h="265493">
                <a:moveTo>
                  <a:pt x="311662" y="104346"/>
                </a:moveTo>
                <a:lnTo>
                  <a:pt x="197983" y="6844"/>
                </a:lnTo>
                <a:cubicBezTo>
                  <a:pt x="192813" y="2439"/>
                  <a:pt x="186225" y="6"/>
                  <a:pt x="179448" y="0"/>
                </a:cubicBezTo>
                <a:lnTo>
                  <a:pt x="179404" y="0"/>
                </a:lnTo>
                <a:cubicBezTo>
                  <a:pt x="171771" y="0"/>
                  <a:pt x="164598" y="2968"/>
                  <a:pt x="159194" y="8363"/>
                </a:cubicBezTo>
                <a:cubicBezTo>
                  <a:pt x="153778" y="13764"/>
                  <a:pt x="150793" y="20955"/>
                  <a:pt x="150780" y="28625"/>
                </a:cubicBezTo>
                <a:lnTo>
                  <a:pt x="150780" y="73950"/>
                </a:lnTo>
                <a:cubicBezTo>
                  <a:pt x="46592" y="76269"/>
                  <a:pt x="0" y="125490"/>
                  <a:pt x="0" y="232633"/>
                </a:cubicBezTo>
                <a:cubicBezTo>
                  <a:pt x="0" y="241299"/>
                  <a:pt x="579" y="250053"/>
                  <a:pt x="1707" y="258643"/>
                </a:cubicBezTo>
                <a:cubicBezTo>
                  <a:pt x="2179" y="262254"/>
                  <a:pt x="5070" y="265077"/>
                  <a:pt x="8698" y="265449"/>
                </a:cubicBezTo>
                <a:cubicBezTo>
                  <a:pt x="8968" y="265481"/>
                  <a:pt x="9245" y="265493"/>
                  <a:pt x="9516" y="265493"/>
                </a:cubicBezTo>
                <a:cubicBezTo>
                  <a:pt x="12823" y="265493"/>
                  <a:pt x="15821" y="263407"/>
                  <a:pt x="16942" y="260231"/>
                </a:cubicBezTo>
                <a:cubicBezTo>
                  <a:pt x="42423" y="187806"/>
                  <a:pt x="73309" y="175000"/>
                  <a:pt x="150761" y="177949"/>
                </a:cubicBezTo>
                <a:lnTo>
                  <a:pt x="150761" y="223539"/>
                </a:lnTo>
                <a:cubicBezTo>
                  <a:pt x="150774" y="234701"/>
                  <a:pt x="157330" y="244910"/>
                  <a:pt x="167470" y="249555"/>
                </a:cubicBezTo>
                <a:cubicBezTo>
                  <a:pt x="171223" y="251269"/>
                  <a:pt x="175222" y="252158"/>
                  <a:pt x="179404" y="252183"/>
                </a:cubicBezTo>
                <a:cubicBezTo>
                  <a:pt x="186225" y="252183"/>
                  <a:pt x="192832" y="249738"/>
                  <a:pt x="198021" y="245295"/>
                </a:cubicBezTo>
                <a:lnTo>
                  <a:pt x="311706" y="147774"/>
                </a:lnTo>
                <a:cubicBezTo>
                  <a:pt x="312796" y="146829"/>
                  <a:pt x="313810" y="145814"/>
                  <a:pt x="314748" y="144724"/>
                </a:cubicBezTo>
                <a:cubicBezTo>
                  <a:pt x="325026" y="132750"/>
                  <a:pt x="323653" y="114637"/>
                  <a:pt x="311675" y="104339"/>
                </a:cubicBezTo>
                <a:close/>
                <a:moveTo>
                  <a:pt x="302788" y="134477"/>
                </a:moveTo>
                <a:cubicBezTo>
                  <a:pt x="302360" y="134974"/>
                  <a:pt x="301887" y="135441"/>
                  <a:pt x="301415" y="135850"/>
                </a:cubicBezTo>
                <a:lnTo>
                  <a:pt x="187762" y="233346"/>
                </a:lnTo>
                <a:cubicBezTo>
                  <a:pt x="185431" y="235337"/>
                  <a:pt x="182459" y="236440"/>
                  <a:pt x="179442" y="236440"/>
                </a:cubicBezTo>
                <a:cubicBezTo>
                  <a:pt x="177553" y="236427"/>
                  <a:pt x="175726" y="236024"/>
                  <a:pt x="174013" y="235243"/>
                </a:cubicBezTo>
                <a:cubicBezTo>
                  <a:pt x="169454" y="233157"/>
                  <a:pt x="166506" y="228556"/>
                  <a:pt x="166500" y="223552"/>
                </a:cubicBezTo>
                <a:lnTo>
                  <a:pt x="166500" y="170424"/>
                </a:lnTo>
                <a:cubicBezTo>
                  <a:pt x="166500" y="166221"/>
                  <a:pt x="163206" y="162761"/>
                  <a:pt x="159011" y="162559"/>
                </a:cubicBezTo>
                <a:cubicBezTo>
                  <a:pt x="149577" y="162099"/>
                  <a:pt x="140697" y="161834"/>
                  <a:pt x="132302" y="161834"/>
                </a:cubicBezTo>
                <a:cubicBezTo>
                  <a:pt x="75116" y="161834"/>
                  <a:pt x="41038" y="174237"/>
                  <a:pt x="15890" y="222512"/>
                </a:cubicBezTo>
                <a:cubicBezTo>
                  <a:pt x="18623" y="128395"/>
                  <a:pt x="60498" y="89718"/>
                  <a:pt x="158344" y="89636"/>
                </a:cubicBezTo>
                <a:cubicBezTo>
                  <a:pt x="162626" y="89939"/>
                  <a:pt x="166525" y="86221"/>
                  <a:pt x="166525" y="81765"/>
                </a:cubicBezTo>
                <a:lnTo>
                  <a:pt x="166525" y="28650"/>
                </a:lnTo>
                <a:cubicBezTo>
                  <a:pt x="166525" y="25203"/>
                  <a:pt x="167873" y="21963"/>
                  <a:pt x="170316" y="19531"/>
                </a:cubicBezTo>
                <a:cubicBezTo>
                  <a:pt x="172747" y="17104"/>
                  <a:pt x="175978" y="15768"/>
                  <a:pt x="179417" y="15768"/>
                </a:cubicBezTo>
                <a:lnTo>
                  <a:pt x="179436" y="15768"/>
                </a:lnTo>
                <a:cubicBezTo>
                  <a:pt x="182484" y="15768"/>
                  <a:pt x="185450" y="16871"/>
                  <a:pt x="187762" y="18837"/>
                </a:cubicBezTo>
                <a:lnTo>
                  <a:pt x="301415" y="116314"/>
                </a:lnTo>
                <a:cubicBezTo>
                  <a:pt x="306800" y="120939"/>
                  <a:pt x="307417" y="129088"/>
                  <a:pt x="302794" y="134483"/>
                </a:cubicBezTo>
                <a:close/>
              </a:path>
            </a:pathLst>
          </a:custGeom>
          <a:solidFill>
            <a:srgbClr val="FFFFFF"/>
          </a:solidFill>
          <a:ln w="0" cap="flat">
            <a:noFill/>
            <a:prstDash val="solid"/>
            <a:miter/>
          </a:ln>
        </p:spPr>
        <p:txBody>
          <a:bodyPr rtlCol="0" anchor="ctr"/>
          <a:lstStyle/>
          <a:p>
            <a:endParaRPr lang="de-DE"/>
          </a:p>
        </p:txBody>
      </p:sp>
      <p:sp>
        <p:nvSpPr>
          <p:cNvPr id="580" name="Freihandform 579">
            <a:extLst>
              <a:ext uri="{FF2B5EF4-FFF2-40B4-BE49-F238E27FC236}">
                <a16:creationId xmlns:a16="http://schemas.microsoft.com/office/drawing/2014/main" id="{F308C82C-F265-2DA8-3B3E-E6C96E7315F1}"/>
              </a:ext>
            </a:extLst>
          </p:cNvPr>
          <p:cNvSpPr/>
          <p:nvPr/>
        </p:nvSpPr>
        <p:spPr>
          <a:xfrm>
            <a:off x="9163882" y="4382616"/>
            <a:ext cx="329478" cy="287966"/>
          </a:xfrm>
          <a:custGeom>
            <a:avLst/>
            <a:gdLst>
              <a:gd name="connsiteX0" fmla="*/ 321606 w 329478"/>
              <a:gd name="connsiteY0" fmla="*/ 0 h 287966"/>
              <a:gd name="connsiteX1" fmla="*/ 211492 w 329478"/>
              <a:gd name="connsiteY1" fmla="*/ 0 h 287966"/>
              <a:gd name="connsiteX2" fmla="*/ 164755 w 329478"/>
              <a:gd name="connsiteY2" fmla="*/ 16676 h 287966"/>
              <a:gd name="connsiteX3" fmla="*/ 117974 w 329478"/>
              <a:gd name="connsiteY3" fmla="*/ 0 h 287966"/>
              <a:gd name="connsiteX4" fmla="*/ 7872 w 329478"/>
              <a:gd name="connsiteY4" fmla="*/ 0 h 287966"/>
              <a:gd name="connsiteX5" fmla="*/ 0 w 329478"/>
              <a:gd name="connsiteY5" fmla="*/ 7878 h 287966"/>
              <a:gd name="connsiteX6" fmla="*/ 0 w 329478"/>
              <a:gd name="connsiteY6" fmla="*/ 260672 h 287966"/>
              <a:gd name="connsiteX7" fmla="*/ 7872 w 329478"/>
              <a:gd name="connsiteY7" fmla="*/ 268550 h 287966"/>
              <a:gd name="connsiteX8" fmla="*/ 117968 w 329478"/>
              <a:gd name="connsiteY8" fmla="*/ 268550 h 287966"/>
              <a:gd name="connsiteX9" fmla="*/ 159169 w 329478"/>
              <a:gd name="connsiteY9" fmla="*/ 285648 h 287966"/>
              <a:gd name="connsiteX10" fmla="*/ 159433 w 329478"/>
              <a:gd name="connsiteY10" fmla="*/ 285824 h 287966"/>
              <a:gd name="connsiteX11" fmla="*/ 161745 w 329478"/>
              <a:gd name="connsiteY11" fmla="*/ 287368 h 287966"/>
              <a:gd name="connsiteX12" fmla="*/ 161745 w 329478"/>
              <a:gd name="connsiteY12" fmla="*/ 287368 h 287966"/>
              <a:gd name="connsiteX13" fmla="*/ 164743 w 329478"/>
              <a:gd name="connsiteY13" fmla="*/ 287967 h 287966"/>
              <a:gd name="connsiteX14" fmla="*/ 164743 w 329478"/>
              <a:gd name="connsiteY14" fmla="*/ 287967 h 287966"/>
              <a:gd name="connsiteX15" fmla="*/ 164743 w 329478"/>
              <a:gd name="connsiteY15" fmla="*/ 287967 h 287966"/>
              <a:gd name="connsiteX16" fmla="*/ 167760 w 329478"/>
              <a:gd name="connsiteY16" fmla="*/ 287362 h 287966"/>
              <a:gd name="connsiteX17" fmla="*/ 170046 w 329478"/>
              <a:gd name="connsiteY17" fmla="*/ 285837 h 287966"/>
              <a:gd name="connsiteX18" fmla="*/ 170323 w 329478"/>
              <a:gd name="connsiteY18" fmla="*/ 285654 h 287966"/>
              <a:gd name="connsiteX19" fmla="*/ 211474 w 329478"/>
              <a:gd name="connsiteY19" fmla="*/ 268556 h 287966"/>
              <a:gd name="connsiteX20" fmla="*/ 321606 w 329478"/>
              <a:gd name="connsiteY20" fmla="*/ 268556 h 287966"/>
              <a:gd name="connsiteX21" fmla="*/ 329479 w 329478"/>
              <a:gd name="connsiteY21" fmla="*/ 260678 h 287966"/>
              <a:gd name="connsiteX22" fmla="*/ 329479 w 329478"/>
              <a:gd name="connsiteY22" fmla="*/ 7884 h 287966"/>
              <a:gd name="connsiteX23" fmla="*/ 321606 w 329478"/>
              <a:gd name="connsiteY23" fmla="*/ 6 h 287966"/>
              <a:gd name="connsiteX24" fmla="*/ 156864 w 329478"/>
              <a:gd name="connsiteY24" fmla="*/ 263892 h 287966"/>
              <a:gd name="connsiteX25" fmla="*/ 117968 w 329478"/>
              <a:gd name="connsiteY25" fmla="*/ 252794 h 287966"/>
              <a:gd name="connsiteX26" fmla="*/ 15739 w 329478"/>
              <a:gd name="connsiteY26" fmla="*/ 252794 h 287966"/>
              <a:gd name="connsiteX27" fmla="*/ 15739 w 329478"/>
              <a:gd name="connsiteY27" fmla="*/ 15756 h 287966"/>
              <a:gd name="connsiteX28" fmla="*/ 117968 w 329478"/>
              <a:gd name="connsiteY28" fmla="*/ 15756 h 287966"/>
              <a:gd name="connsiteX29" fmla="*/ 156864 w 329478"/>
              <a:gd name="connsiteY29" fmla="*/ 30654 h 287966"/>
              <a:gd name="connsiteX30" fmla="*/ 156864 w 329478"/>
              <a:gd name="connsiteY30" fmla="*/ 263892 h 287966"/>
              <a:gd name="connsiteX31" fmla="*/ 313734 w 329478"/>
              <a:gd name="connsiteY31" fmla="*/ 252794 h 287966"/>
              <a:gd name="connsiteX32" fmla="*/ 211468 w 329478"/>
              <a:gd name="connsiteY32" fmla="*/ 252794 h 287966"/>
              <a:gd name="connsiteX33" fmla="*/ 172615 w 329478"/>
              <a:gd name="connsiteY33" fmla="*/ 263880 h 287966"/>
              <a:gd name="connsiteX34" fmla="*/ 172615 w 329478"/>
              <a:gd name="connsiteY34" fmla="*/ 30654 h 287966"/>
              <a:gd name="connsiteX35" fmla="*/ 211492 w 329478"/>
              <a:gd name="connsiteY35" fmla="*/ 15756 h 287966"/>
              <a:gd name="connsiteX36" fmla="*/ 313734 w 329478"/>
              <a:gd name="connsiteY36" fmla="*/ 15756 h 287966"/>
              <a:gd name="connsiteX37" fmla="*/ 313734 w 329478"/>
              <a:gd name="connsiteY37" fmla="*/ 252794 h 287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29478" h="287966">
                <a:moveTo>
                  <a:pt x="321606" y="0"/>
                </a:moveTo>
                <a:lnTo>
                  <a:pt x="211492" y="0"/>
                </a:lnTo>
                <a:cubicBezTo>
                  <a:pt x="194507" y="0"/>
                  <a:pt x="177861" y="6012"/>
                  <a:pt x="164755" y="16676"/>
                </a:cubicBezTo>
                <a:cubicBezTo>
                  <a:pt x="151574" y="5874"/>
                  <a:pt x="135231" y="0"/>
                  <a:pt x="117974" y="0"/>
                </a:cubicBezTo>
                <a:lnTo>
                  <a:pt x="7872" y="0"/>
                </a:lnTo>
                <a:cubicBezTo>
                  <a:pt x="3527" y="0"/>
                  <a:pt x="0" y="3529"/>
                  <a:pt x="0" y="7878"/>
                </a:cubicBezTo>
                <a:lnTo>
                  <a:pt x="0" y="260672"/>
                </a:lnTo>
                <a:cubicBezTo>
                  <a:pt x="0" y="265020"/>
                  <a:pt x="3527" y="268550"/>
                  <a:pt x="7872" y="268550"/>
                </a:cubicBezTo>
                <a:lnTo>
                  <a:pt x="117968" y="268550"/>
                </a:lnTo>
                <a:cubicBezTo>
                  <a:pt x="133316" y="268550"/>
                  <a:pt x="148330" y="274777"/>
                  <a:pt x="159169" y="285648"/>
                </a:cubicBezTo>
                <a:cubicBezTo>
                  <a:pt x="159245" y="285723"/>
                  <a:pt x="159352" y="285748"/>
                  <a:pt x="159433" y="285824"/>
                </a:cubicBezTo>
                <a:cubicBezTo>
                  <a:pt x="160107" y="286448"/>
                  <a:pt x="160857" y="287003"/>
                  <a:pt x="161745" y="287368"/>
                </a:cubicBezTo>
                <a:cubicBezTo>
                  <a:pt x="161745" y="287368"/>
                  <a:pt x="161745" y="287368"/>
                  <a:pt x="161745" y="287368"/>
                </a:cubicBezTo>
                <a:cubicBezTo>
                  <a:pt x="162696" y="287759"/>
                  <a:pt x="163716" y="287967"/>
                  <a:pt x="164743" y="287967"/>
                </a:cubicBezTo>
                <a:cubicBezTo>
                  <a:pt x="164743" y="287967"/>
                  <a:pt x="164743" y="287967"/>
                  <a:pt x="164743" y="287967"/>
                </a:cubicBezTo>
                <a:cubicBezTo>
                  <a:pt x="164743" y="287967"/>
                  <a:pt x="164743" y="287967"/>
                  <a:pt x="164743" y="287967"/>
                </a:cubicBezTo>
                <a:cubicBezTo>
                  <a:pt x="165776" y="287967"/>
                  <a:pt x="166802" y="287759"/>
                  <a:pt x="167760" y="287362"/>
                </a:cubicBezTo>
                <a:cubicBezTo>
                  <a:pt x="168635" y="286996"/>
                  <a:pt x="169378" y="286454"/>
                  <a:pt x="170046" y="285837"/>
                </a:cubicBezTo>
                <a:cubicBezTo>
                  <a:pt x="170127" y="285761"/>
                  <a:pt x="170241" y="285736"/>
                  <a:pt x="170323" y="285654"/>
                </a:cubicBezTo>
                <a:cubicBezTo>
                  <a:pt x="181143" y="274783"/>
                  <a:pt x="196138" y="268556"/>
                  <a:pt x="211474" y="268556"/>
                </a:cubicBezTo>
                <a:lnTo>
                  <a:pt x="321606" y="268556"/>
                </a:lnTo>
                <a:cubicBezTo>
                  <a:pt x="325952" y="268556"/>
                  <a:pt x="329479" y="265027"/>
                  <a:pt x="329479" y="260678"/>
                </a:cubicBezTo>
                <a:lnTo>
                  <a:pt x="329479" y="7884"/>
                </a:lnTo>
                <a:cubicBezTo>
                  <a:pt x="329479" y="3536"/>
                  <a:pt x="325952" y="6"/>
                  <a:pt x="321606" y="6"/>
                </a:cubicBezTo>
                <a:close/>
                <a:moveTo>
                  <a:pt x="156864" y="263892"/>
                </a:moveTo>
                <a:cubicBezTo>
                  <a:pt x="145244" y="256727"/>
                  <a:pt x="131716" y="252794"/>
                  <a:pt x="117968" y="252794"/>
                </a:cubicBezTo>
                <a:lnTo>
                  <a:pt x="15739" y="252794"/>
                </a:lnTo>
                <a:lnTo>
                  <a:pt x="15739" y="15756"/>
                </a:lnTo>
                <a:lnTo>
                  <a:pt x="117968" y="15756"/>
                </a:lnTo>
                <a:cubicBezTo>
                  <a:pt x="132466" y="15756"/>
                  <a:pt x="146157" y="21024"/>
                  <a:pt x="156864" y="30654"/>
                </a:cubicBezTo>
                <a:lnTo>
                  <a:pt x="156864" y="263892"/>
                </a:lnTo>
                <a:close/>
                <a:moveTo>
                  <a:pt x="313734" y="252794"/>
                </a:moveTo>
                <a:lnTo>
                  <a:pt x="211468" y="252794"/>
                </a:lnTo>
                <a:cubicBezTo>
                  <a:pt x="197731" y="252794"/>
                  <a:pt x="184216" y="256727"/>
                  <a:pt x="172615" y="263880"/>
                </a:cubicBezTo>
                <a:lnTo>
                  <a:pt x="172615" y="30654"/>
                </a:lnTo>
                <a:cubicBezTo>
                  <a:pt x="183215" y="21150"/>
                  <a:pt x="197202" y="15756"/>
                  <a:pt x="211492" y="15756"/>
                </a:cubicBezTo>
                <a:lnTo>
                  <a:pt x="313734" y="15756"/>
                </a:lnTo>
                <a:lnTo>
                  <a:pt x="313734" y="252794"/>
                </a:lnTo>
                <a:close/>
              </a:path>
            </a:pathLst>
          </a:custGeom>
          <a:solidFill>
            <a:srgbClr val="FFFFFF"/>
          </a:solidFill>
          <a:ln w="0" cap="flat">
            <a:noFill/>
            <a:prstDash val="solid"/>
            <a:miter/>
          </a:ln>
        </p:spPr>
        <p:txBody>
          <a:bodyPr rtlCol="0" anchor="ctr"/>
          <a:lstStyle/>
          <a:p>
            <a:endParaRPr lang="de-DE"/>
          </a:p>
        </p:txBody>
      </p:sp>
      <p:sp>
        <p:nvSpPr>
          <p:cNvPr id="581" name="Freihandform 580">
            <a:extLst>
              <a:ext uri="{FF2B5EF4-FFF2-40B4-BE49-F238E27FC236}">
                <a16:creationId xmlns:a16="http://schemas.microsoft.com/office/drawing/2014/main" id="{6164EE64-BAF5-A8C9-C6B6-99CF798C7D11}"/>
              </a:ext>
            </a:extLst>
          </p:cNvPr>
          <p:cNvSpPr/>
          <p:nvPr/>
        </p:nvSpPr>
        <p:spPr>
          <a:xfrm>
            <a:off x="6234861" y="2872707"/>
            <a:ext cx="296074" cy="296260"/>
          </a:xfrm>
          <a:custGeom>
            <a:avLst/>
            <a:gdLst>
              <a:gd name="connsiteX0" fmla="*/ 256517 w 296074"/>
              <a:gd name="connsiteY0" fmla="*/ 0 h 296260"/>
              <a:gd name="connsiteX1" fmla="*/ 96806 w 296074"/>
              <a:gd name="connsiteY1" fmla="*/ 0 h 296260"/>
              <a:gd name="connsiteX2" fmla="*/ 96775 w 296074"/>
              <a:gd name="connsiteY2" fmla="*/ 0 h 296260"/>
              <a:gd name="connsiteX3" fmla="*/ 96743 w 296074"/>
              <a:gd name="connsiteY3" fmla="*/ 0 h 296260"/>
              <a:gd name="connsiteX4" fmla="*/ 39539 w 296074"/>
              <a:gd name="connsiteY4" fmla="*/ 0 h 296260"/>
              <a:gd name="connsiteX5" fmla="*/ 0 w 296074"/>
              <a:gd name="connsiteY5" fmla="*/ 39590 h 296260"/>
              <a:gd name="connsiteX6" fmla="*/ 0 w 296074"/>
              <a:gd name="connsiteY6" fmla="*/ 256708 h 296260"/>
              <a:gd name="connsiteX7" fmla="*/ 39545 w 296074"/>
              <a:gd name="connsiteY7" fmla="*/ 296261 h 296260"/>
              <a:gd name="connsiteX8" fmla="*/ 256542 w 296074"/>
              <a:gd name="connsiteY8" fmla="*/ 296261 h 296260"/>
              <a:gd name="connsiteX9" fmla="*/ 284480 w 296074"/>
              <a:gd name="connsiteY9" fmla="*/ 284683 h 296260"/>
              <a:gd name="connsiteX10" fmla="*/ 296074 w 296074"/>
              <a:gd name="connsiteY10" fmla="*/ 256708 h 296260"/>
              <a:gd name="connsiteX11" fmla="*/ 296074 w 296074"/>
              <a:gd name="connsiteY11" fmla="*/ 39590 h 296260"/>
              <a:gd name="connsiteX12" fmla="*/ 256523 w 296074"/>
              <a:gd name="connsiteY12" fmla="*/ 0 h 296260"/>
              <a:gd name="connsiteX13" fmla="*/ 39532 w 296074"/>
              <a:gd name="connsiteY13" fmla="*/ 280505 h 296260"/>
              <a:gd name="connsiteX14" fmla="*/ 15745 w 296074"/>
              <a:gd name="connsiteY14" fmla="*/ 256708 h 296260"/>
              <a:gd name="connsiteX15" fmla="*/ 15745 w 296074"/>
              <a:gd name="connsiteY15" fmla="*/ 39590 h 296260"/>
              <a:gd name="connsiteX16" fmla="*/ 39545 w 296074"/>
              <a:gd name="connsiteY16" fmla="*/ 15756 h 296260"/>
              <a:gd name="connsiteX17" fmla="*/ 88902 w 296074"/>
              <a:gd name="connsiteY17" fmla="*/ 15756 h 296260"/>
              <a:gd name="connsiteX18" fmla="*/ 88902 w 296074"/>
              <a:gd name="connsiteY18" fmla="*/ 280511 h 296260"/>
              <a:gd name="connsiteX19" fmla="*/ 39532 w 296074"/>
              <a:gd name="connsiteY19" fmla="*/ 280511 h 296260"/>
              <a:gd name="connsiteX20" fmla="*/ 280323 w 296074"/>
              <a:gd name="connsiteY20" fmla="*/ 256708 h 296260"/>
              <a:gd name="connsiteX21" fmla="*/ 273351 w 296074"/>
              <a:gd name="connsiteY21" fmla="*/ 273541 h 296260"/>
              <a:gd name="connsiteX22" fmla="*/ 256536 w 296074"/>
              <a:gd name="connsiteY22" fmla="*/ 280505 h 296260"/>
              <a:gd name="connsiteX23" fmla="*/ 104647 w 296074"/>
              <a:gd name="connsiteY23" fmla="*/ 280505 h 296260"/>
              <a:gd name="connsiteX24" fmla="*/ 104647 w 296074"/>
              <a:gd name="connsiteY24" fmla="*/ 15749 h 296260"/>
              <a:gd name="connsiteX25" fmla="*/ 256517 w 296074"/>
              <a:gd name="connsiteY25" fmla="*/ 15749 h 296260"/>
              <a:gd name="connsiteX26" fmla="*/ 280323 w 296074"/>
              <a:gd name="connsiteY26" fmla="*/ 39584 h 296260"/>
              <a:gd name="connsiteX27" fmla="*/ 280323 w 296074"/>
              <a:gd name="connsiteY27" fmla="*/ 256702 h 296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96074" h="296260">
                <a:moveTo>
                  <a:pt x="256517" y="0"/>
                </a:moveTo>
                <a:lnTo>
                  <a:pt x="96806" y="0"/>
                </a:lnTo>
                <a:cubicBezTo>
                  <a:pt x="96806" y="0"/>
                  <a:pt x="96787" y="0"/>
                  <a:pt x="96775" y="0"/>
                </a:cubicBezTo>
                <a:cubicBezTo>
                  <a:pt x="96762" y="0"/>
                  <a:pt x="96756" y="0"/>
                  <a:pt x="96743" y="0"/>
                </a:cubicBezTo>
                <a:lnTo>
                  <a:pt x="39539" y="0"/>
                </a:lnTo>
                <a:cubicBezTo>
                  <a:pt x="17735" y="13"/>
                  <a:pt x="0" y="17772"/>
                  <a:pt x="0" y="39590"/>
                </a:cubicBezTo>
                <a:lnTo>
                  <a:pt x="0" y="256708"/>
                </a:lnTo>
                <a:cubicBezTo>
                  <a:pt x="0" y="278520"/>
                  <a:pt x="17735" y="296261"/>
                  <a:pt x="39545" y="296261"/>
                </a:cubicBezTo>
                <a:lnTo>
                  <a:pt x="256542" y="296261"/>
                </a:lnTo>
                <a:cubicBezTo>
                  <a:pt x="267091" y="296261"/>
                  <a:pt x="277017" y="292151"/>
                  <a:pt x="284480" y="284683"/>
                </a:cubicBezTo>
                <a:cubicBezTo>
                  <a:pt x="291956" y="277209"/>
                  <a:pt x="296068" y="267277"/>
                  <a:pt x="296074" y="256708"/>
                </a:cubicBezTo>
                <a:lnTo>
                  <a:pt x="296074" y="39590"/>
                </a:lnTo>
                <a:cubicBezTo>
                  <a:pt x="296074" y="17766"/>
                  <a:pt x="278333" y="6"/>
                  <a:pt x="256523" y="0"/>
                </a:cubicBezTo>
                <a:close/>
                <a:moveTo>
                  <a:pt x="39532" y="280505"/>
                </a:moveTo>
                <a:cubicBezTo>
                  <a:pt x="26414" y="280505"/>
                  <a:pt x="15745" y="269829"/>
                  <a:pt x="15745" y="256708"/>
                </a:cubicBezTo>
                <a:lnTo>
                  <a:pt x="15745" y="39590"/>
                </a:lnTo>
                <a:cubicBezTo>
                  <a:pt x="15745" y="26457"/>
                  <a:pt x="26420" y="15768"/>
                  <a:pt x="39545" y="15756"/>
                </a:cubicBezTo>
                <a:lnTo>
                  <a:pt x="88902" y="15756"/>
                </a:lnTo>
                <a:lnTo>
                  <a:pt x="88902" y="280511"/>
                </a:lnTo>
                <a:lnTo>
                  <a:pt x="39532" y="280511"/>
                </a:lnTo>
                <a:close/>
                <a:moveTo>
                  <a:pt x="280323" y="256708"/>
                </a:moveTo>
                <a:cubicBezTo>
                  <a:pt x="280323" y="263067"/>
                  <a:pt x="277842" y="269047"/>
                  <a:pt x="273351" y="273541"/>
                </a:cubicBezTo>
                <a:cubicBezTo>
                  <a:pt x="268861" y="278035"/>
                  <a:pt x="262890" y="280505"/>
                  <a:pt x="256536" y="280505"/>
                </a:cubicBezTo>
                <a:lnTo>
                  <a:pt x="104647" y="280505"/>
                </a:lnTo>
                <a:lnTo>
                  <a:pt x="104647" y="15749"/>
                </a:lnTo>
                <a:lnTo>
                  <a:pt x="256517" y="15749"/>
                </a:lnTo>
                <a:cubicBezTo>
                  <a:pt x="269642" y="15749"/>
                  <a:pt x="280323" y="26444"/>
                  <a:pt x="280323" y="39584"/>
                </a:cubicBezTo>
                <a:lnTo>
                  <a:pt x="280323" y="256702"/>
                </a:lnTo>
                <a:close/>
              </a:path>
            </a:pathLst>
          </a:custGeom>
          <a:solidFill>
            <a:srgbClr val="FFFFFF"/>
          </a:solidFill>
          <a:ln w="0" cap="flat">
            <a:noFill/>
            <a:prstDash val="solid"/>
            <a:miter/>
          </a:ln>
        </p:spPr>
        <p:txBody>
          <a:bodyPr rtlCol="0" anchor="ctr"/>
          <a:lstStyle/>
          <a:p>
            <a:endParaRPr lang="de-DE"/>
          </a:p>
        </p:txBody>
      </p:sp>
      <p:grpSp>
        <p:nvGrpSpPr>
          <p:cNvPr id="582" name="Grafik 463">
            <a:extLst>
              <a:ext uri="{FF2B5EF4-FFF2-40B4-BE49-F238E27FC236}">
                <a16:creationId xmlns:a16="http://schemas.microsoft.com/office/drawing/2014/main" id="{E21451FE-05DA-CBEC-6322-9DC8ABF92E47}"/>
              </a:ext>
            </a:extLst>
          </p:cNvPr>
          <p:cNvGrpSpPr/>
          <p:nvPr/>
        </p:nvGrpSpPr>
        <p:grpSpPr>
          <a:xfrm>
            <a:off x="6971321" y="2872695"/>
            <a:ext cx="296061" cy="296298"/>
            <a:chOff x="6971321" y="2872695"/>
            <a:chExt cx="296061" cy="296298"/>
          </a:xfrm>
          <a:solidFill>
            <a:srgbClr val="FFFFFF"/>
          </a:solidFill>
        </p:grpSpPr>
        <p:sp>
          <p:nvSpPr>
            <p:cNvPr id="583" name="Freihandform 582">
              <a:extLst>
                <a:ext uri="{FF2B5EF4-FFF2-40B4-BE49-F238E27FC236}">
                  <a16:creationId xmlns:a16="http://schemas.microsoft.com/office/drawing/2014/main" id="{FFF95E8D-8ED8-351E-1290-53EE08F20AF5}"/>
                </a:ext>
              </a:extLst>
            </p:cNvPr>
            <p:cNvSpPr/>
            <p:nvPr/>
          </p:nvSpPr>
          <p:spPr>
            <a:xfrm>
              <a:off x="7196745" y="2902309"/>
              <a:ext cx="38266" cy="38285"/>
            </a:xfrm>
            <a:custGeom>
              <a:avLst/>
              <a:gdLst>
                <a:gd name="connsiteX0" fmla="*/ 19133 w 38266"/>
                <a:gd name="connsiteY0" fmla="*/ 38286 h 38285"/>
                <a:gd name="connsiteX1" fmla="*/ 38267 w 38266"/>
                <a:gd name="connsiteY1" fmla="*/ 19146 h 38285"/>
                <a:gd name="connsiteX2" fmla="*/ 38267 w 38266"/>
                <a:gd name="connsiteY2" fmla="*/ 19058 h 38285"/>
                <a:gd name="connsiteX3" fmla="*/ 19171 w 38266"/>
                <a:gd name="connsiteY3" fmla="*/ 0 h 38285"/>
                <a:gd name="connsiteX4" fmla="*/ 19133 w 38266"/>
                <a:gd name="connsiteY4" fmla="*/ 0 h 38285"/>
                <a:gd name="connsiteX5" fmla="*/ 0 w 38266"/>
                <a:gd name="connsiteY5" fmla="*/ 19146 h 38285"/>
                <a:gd name="connsiteX6" fmla="*/ 19133 w 38266"/>
                <a:gd name="connsiteY6" fmla="*/ 38286 h 38285"/>
                <a:gd name="connsiteX7" fmla="*/ 19159 w 38266"/>
                <a:gd name="connsiteY7" fmla="*/ 15756 h 38285"/>
                <a:gd name="connsiteX8" fmla="*/ 19159 w 38266"/>
                <a:gd name="connsiteY8" fmla="*/ 15756 h 38285"/>
                <a:gd name="connsiteX9" fmla="*/ 22515 w 38266"/>
                <a:gd name="connsiteY9" fmla="*/ 19083 h 38285"/>
                <a:gd name="connsiteX10" fmla="*/ 22515 w 38266"/>
                <a:gd name="connsiteY10" fmla="*/ 19146 h 38285"/>
                <a:gd name="connsiteX11" fmla="*/ 19127 w 38266"/>
                <a:gd name="connsiteY11" fmla="*/ 22530 h 38285"/>
                <a:gd name="connsiteX12" fmla="*/ 15739 w 38266"/>
                <a:gd name="connsiteY12" fmla="*/ 19146 h 38285"/>
                <a:gd name="connsiteX13" fmla="*/ 19152 w 38266"/>
                <a:gd name="connsiteY13" fmla="*/ 15756 h 38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266" h="38285">
                  <a:moveTo>
                    <a:pt x="19133" y="38286"/>
                  </a:moveTo>
                  <a:cubicBezTo>
                    <a:pt x="29682" y="38286"/>
                    <a:pt x="38267" y="29702"/>
                    <a:pt x="38267" y="19146"/>
                  </a:cubicBezTo>
                  <a:lnTo>
                    <a:pt x="38267" y="19058"/>
                  </a:lnTo>
                  <a:cubicBezTo>
                    <a:pt x="38235" y="8539"/>
                    <a:pt x="29670" y="0"/>
                    <a:pt x="19171" y="0"/>
                  </a:cubicBezTo>
                  <a:lnTo>
                    <a:pt x="19133" y="0"/>
                  </a:lnTo>
                  <a:cubicBezTo>
                    <a:pt x="8584" y="0"/>
                    <a:pt x="0" y="8590"/>
                    <a:pt x="0" y="19146"/>
                  </a:cubicBezTo>
                  <a:cubicBezTo>
                    <a:pt x="0" y="29702"/>
                    <a:pt x="8584" y="38286"/>
                    <a:pt x="19133" y="38286"/>
                  </a:cubicBezTo>
                  <a:close/>
                  <a:moveTo>
                    <a:pt x="19159" y="15756"/>
                  </a:moveTo>
                  <a:lnTo>
                    <a:pt x="19159" y="15756"/>
                  </a:lnTo>
                  <a:cubicBezTo>
                    <a:pt x="21004" y="15756"/>
                    <a:pt x="22509" y="17255"/>
                    <a:pt x="22515" y="19083"/>
                  </a:cubicBezTo>
                  <a:lnTo>
                    <a:pt x="22515" y="19146"/>
                  </a:lnTo>
                  <a:cubicBezTo>
                    <a:pt x="22515" y="21012"/>
                    <a:pt x="20998" y="22530"/>
                    <a:pt x="19127" y="22530"/>
                  </a:cubicBezTo>
                  <a:cubicBezTo>
                    <a:pt x="17257" y="22530"/>
                    <a:pt x="15739" y="21012"/>
                    <a:pt x="15739" y="19146"/>
                  </a:cubicBezTo>
                  <a:cubicBezTo>
                    <a:pt x="15739" y="17281"/>
                    <a:pt x="17263" y="15756"/>
                    <a:pt x="19152" y="15756"/>
                  </a:cubicBezTo>
                  <a:close/>
                </a:path>
              </a:pathLst>
            </a:custGeom>
            <a:solidFill>
              <a:srgbClr val="FFFFFF"/>
            </a:solidFill>
            <a:ln w="0" cap="flat">
              <a:noFill/>
              <a:prstDash val="solid"/>
              <a:miter/>
            </a:ln>
          </p:spPr>
          <p:txBody>
            <a:bodyPr rtlCol="0" anchor="ctr"/>
            <a:lstStyle/>
            <a:p>
              <a:endParaRPr lang="de-DE"/>
            </a:p>
          </p:txBody>
        </p:sp>
        <p:sp>
          <p:nvSpPr>
            <p:cNvPr id="584" name="Freihandform 583">
              <a:extLst>
                <a:ext uri="{FF2B5EF4-FFF2-40B4-BE49-F238E27FC236}">
                  <a16:creationId xmlns:a16="http://schemas.microsoft.com/office/drawing/2014/main" id="{D7E16EA5-1F5E-C733-B194-D7349A8535E6}"/>
                </a:ext>
              </a:extLst>
            </p:cNvPr>
            <p:cNvSpPr/>
            <p:nvPr/>
          </p:nvSpPr>
          <p:spPr>
            <a:xfrm>
              <a:off x="7153743" y="2902309"/>
              <a:ext cx="38253" cy="38273"/>
            </a:xfrm>
            <a:custGeom>
              <a:avLst/>
              <a:gdLst>
                <a:gd name="connsiteX0" fmla="*/ 19114 w 38253"/>
                <a:gd name="connsiteY0" fmla="*/ 38273 h 38273"/>
                <a:gd name="connsiteX1" fmla="*/ 19133 w 38253"/>
                <a:gd name="connsiteY1" fmla="*/ 38273 h 38273"/>
                <a:gd name="connsiteX2" fmla="*/ 38254 w 38253"/>
                <a:gd name="connsiteY2" fmla="*/ 19152 h 38273"/>
                <a:gd name="connsiteX3" fmla="*/ 38254 w 38253"/>
                <a:gd name="connsiteY3" fmla="*/ 19077 h 38273"/>
                <a:gd name="connsiteX4" fmla="*/ 19165 w 38253"/>
                <a:gd name="connsiteY4" fmla="*/ 0 h 38273"/>
                <a:gd name="connsiteX5" fmla="*/ 19127 w 38253"/>
                <a:gd name="connsiteY5" fmla="*/ 0 h 38273"/>
                <a:gd name="connsiteX6" fmla="*/ 0 w 38253"/>
                <a:gd name="connsiteY6" fmla="*/ 19133 h 38273"/>
                <a:gd name="connsiteX7" fmla="*/ 19114 w 38253"/>
                <a:gd name="connsiteY7" fmla="*/ 38273 h 38273"/>
                <a:gd name="connsiteX8" fmla="*/ 19146 w 38253"/>
                <a:gd name="connsiteY8" fmla="*/ 15756 h 38273"/>
                <a:gd name="connsiteX9" fmla="*/ 19146 w 38253"/>
                <a:gd name="connsiteY9" fmla="*/ 15756 h 38273"/>
                <a:gd name="connsiteX10" fmla="*/ 22503 w 38253"/>
                <a:gd name="connsiteY10" fmla="*/ 19096 h 38273"/>
                <a:gd name="connsiteX11" fmla="*/ 22503 w 38253"/>
                <a:gd name="connsiteY11" fmla="*/ 19140 h 38273"/>
                <a:gd name="connsiteX12" fmla="*/ 19121 w 38253"/>
                <a:gd name="connsiteY12" fmla="*/ 22518 h 38273"/>
                <a:gd name="connsiteX13" fmla="*/ 19121 w 38253"/>
                <a:gd name="connsiteY13" fmla="*/ 22518 h 38273"/>
                <a:gd name="connsiteX14" fmla="*/ 15745 w 38253"/>
                <a:gd name="connsiteY14" fmla="*/ 19140 h 38273"/>
                <a:gd name="connsiteX15" fmla="*/ 19146 w 38253"/>
                <a:gd name="connsiteY15" fmla="*/ 15756 h 38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253" h="38273">
                  <a:moveTo>
                    <a:pt x="19114" y="38273"/>
                  </a:moveTo>
                  <a:lnTo>
                    <a:pt x="19133" y="38273"/>
                  </a:lnTo>
                  <a:cubicBezTo>
                    <a:pt x="29670" y="38273"/>
                    <a:pt x="38241" y="29702"/>
                    <a:pt x="38254" y="19152"/>
                  </a:cubicBezTo>
                  <a:lnTo>
                    <a:pt x="38254" y="19077"/>
                  </a:lnTo>
                  <a:cubicBezTo>
                    <a:pt x="38235" y="8546"/>
                    <a:pt x="29670" y="0"/>
                    <a:pt x="19165" y="0"/>
                  </a:cubicBezTo>
                  <a:lnTo>
                    <a:pt x="19127" y="0"/>
                  </a:lnTo>
                  <a:cubicBezTo>
                    <a:pt x="8590" y="0"/>
                    <a:pt x="12" y="8577"/>
                    <a:pt x="0" y="19133"/>
                  </a:cubicBezTo>
                  <a:cubicBezTo>
                    <a:pt x="0" y="29690"/>
                    <a:pt x="8578" y="38273"/>
                    <a:pt x="19114" y="38273"/>
                  </a:cubicBezTo>
                  <a:close/>
                  <a:moveTo>
                    <a:pt x="19146" y="15756"/>
                  </a:moveTo>
                  <a:lnTo>
                    <a:pt x="19146" y="15756"/>
                  </a:lnTo>
                  <a:cubicBezTo>
                    <a:pt x="20991" y="15756"/>
                    <a:pt x="22496" y="17255"/>
                    <a:pt x="22503" y="19096"/>
                  </a:cubicBezTo>
                  <a:lnTo>
                    <a:pt x="22503" y="19140"/>
                  </a:lnTo>
                  <a:cubicBezTo>
                    <a:pt x="22503" y="21005"/>
                    <a:pt x="20985" y="22518"/>
                    <a:pt x="19121" y="22518"/>
                  </a:cubicBezTo>
                  <a:lnTo>
                    <a:pt x="19121" y="22518"/>
                  </a:lnTo>
                  <a:cubicBezTo>
                    <a:pt x="17256" y="22518"/>
                    <a:pt x="15745" y="20999"/>
                    <a:pt x="15745" y="19140"/>
                  </a:cubicBezTo>
                  <a:cubicBezTo>
                    <a:pt x="15745" y="17281"/>
                    <a:pt x="17263" y="15756"/>
                    <a:pt x="19146" y="15756"/>
                  </a:cubicBezTo>
                  <a:close/>
                </a:path>
              </a:pathLst>
            </a:custGeom>
            <a:solidFill>
              <a:srgbClr val="FFFFFF"/>
            </a:solidFill>
            <a:ln w="0" cap="flat">
              <a:noFill/>
              <a:prstDash val="solid"/>
              <a:miter/>
            </a:ln>
          </p:spPr>
          <p:txBody>
            <a:bodyPr rtlCol="0" anchor="ctr"/>
            <a:lstStyle/>
            <a:p>
              <a:endParaRPr lang="de-DE"/>
            </a:p>
          </p:txBody>
        </p:sp>
        <p:sp>
          <p:nvSpPr>
            <p:cNvPr id="585" name="Freihandform 584">
              <a:extLst>
                <a:ext uri="{FF2B5EF4-FFF2-40B4-BE49-F238E27FC236}">
                  <a16:creationId xmlns:a16="http://schemas.microsoft.com/office/drawing/2014/main" id="{3C0AF53E-0779-B84E-CFFE-BDAD03F83FA4}"/>
                </a:ext>
              </a:extLst>
            </p:cNvPr>
            <p:cNvSpPr/>
            <p:nvPr/>
          </p:nvSpPr>
          <p:spPr>
            <a:xfrm>
              <a:off x="6971321" y="2872695"/>
              <a:ext cx="296061" cy="296298"/>
            </a:xfrm>
            <a:custGeom>
              <a:avLst/>
              <a:gdLst>
                <a:gd name="connsiteX0" fmla="*/ 296062 w 296061"/>
                <a:gd name="connsiteY0" fmla="*/ 89617 h 296298"/>
                <a:gd name="connsiteX1" fmla="*/ 296062 w 296061"/>
                <a:gd name="connsiteY1" fmla="*/ 89586 h 296298"/>
                <a:gd name="connsiteX2" fmla="*/ 296062 w 296061"/>
                <a:gd name="connsiteY2" fmla="*/ 39572 h 296298"/>
                <a:gd name="connsiteX3" fmla="*/ 256504 w 296061"/>
                <a:gd name="connsiteY3" fmla="*/ 0 h 296298"/>
                <a:gd name="connsiteX4" fmla="*/ 39551 w 296061"/>
                <a:gd name="connsiteY4" fmla="*/ 0 h 296298"/>
                <a:gd name="connsiteX5" fmla="*/ 0 w 296061"/>
                <a:gd name="connsiteY5" fmla="*/ 39572 h 296298"/>
                <a:gd name="connsiteX6" fmla="*/ 0 w 296061"/>
                <a:gd name="connsiteY6" fmla="*/ 256714 h 296298"/>
                <a:gd name="connsiteX7" fmla="*/ 39551 w 296061"/>
                <a:gd name="connsiteY7" fmla="*/ 296298 h 296298"/>
                <a:gd name="connsiteX8" fmla="*/ 256504 w 296061"/>
                <a:gd name="connsiteY8" fmla="*/ 296298 h 296298"/>
                <a:gd name="connsiteX9" fmla="*/ 296062 w 296061"/>
                <a:gd name="connsiteY9" fmla="*/ 256714 h 296298"/>
                <a:gd name="connsiteX10" fmla="*/ 296062 w 296061"/>
                <a:gd name="connsiteY10" fmla="*/ 89643 h 296298"/>
                <a:gd name="connsiteX11" fmla="*/ 296062 w 296061"/>
                <a:gd name="connsiteY11" fmla="*/ 89611 h 296298"/>
                <a:gd name="connsiteX12" fmla="*/ 39545 w 296061"/>
                <a:gd name="connsiteY12" fmla="*/ 15762 h 296298"/>
                <a:gd name="connsiteX13" fmla="*/ 256498 w 296061"/>
                <a:gd name="connsiteY13" fmla="*/ 15762 h 296298"/>
                <a:gd name="connsiteX14" fmla="*/ 280311 w 296061"/>
                <a:gd name="connsiteY14" fmla="*/ 39578 h 296298"/>
                <a:gd name="connsiteX15" fmla="*/ 280311 w 296061"/>
                <a:gd name="connsiteY15" fmla="*/ 81740 h 296298"/>
                <a:gd name="connsiteX16" fmla="*/ 15732 w 296061"/>
                <a:gd name="connsiteY16" fmla="*/ 81740 h 296298"/>
                <a:gd name="connsiteX17" fmla="*/ 15732 w 296061"/>
                <a:gd name="connsiteY17" fmla="*/ 39578 h 296298"/>
                <a:gd name="connsiteX18" fmla="*/ 39539 w 296061"/>
                <a:gd name="connsiteY18" fmla="*/ 15762 h 296298"/>
                <a:gd name="connsiteX19" fmla="*/ 256498 w 296061"/>
                <a:gd name="connsiteY19" fmla="*/ 280549 h 296298"/>
                <a:gd name="connsiteX20" fmla="*/ 39545 w 296061"/>
                <a:gd name="connsiteY20" fmla="*/ 280549 h 296298"/>
                <a:gd name="connsiteX21" fmla="*/ 15739 w 296061"/>
                <a:gd name="connsiteY21" fmla="*/ 256721 h 296298"/>
                <a:gd name="connsiteX22" fmla="*/ 15739 w 296061"/>
                <a:gd name="connsiteY22" fmla="*/ 97495 h 296298"/>
                <a:gd name="connsiteX23" fmla="*/ 280317 w 296061"/>
                <a:gd name="connsiteY23" fmla="*/ 97495 h 296298"/>
                <a:gd name="connsiteX24" fmla="*/ 280317 w 296061"/>
                <a:gd name="connsiteY24" fmla="*/ 256721 h 296298"/>
                <a:gd name="connsiteX25" fmla="*/ 256504 w 296061"/>
                <a:gd name="connsiteY25" fmla="*/ 280549 h 29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96061" h="296298">
                  <a:moveTo>
                    <a:pt x="296062" y="89617"/>
                  </a:moveTo>
                  <a:cubicBezTo>
                    <a:pt x="296062" y="89617"/>
                    <a:pt x="296062" y="89599"/>
                    <a:pt x="296062" y="89586"/>
                  </a:cubicBezTo>
                  <a:lnTo>
                    <a:pt x="296062" y="39572"/>
                  </a:lnTo>
                  <a:cubicBezTo>
                    <a:pt x="296062" y="17747"/>
                    <a:pt x="278308" y="0"/>
                    <a:pt x="256504" y="0"/>
                  </a:cubicBezTo>
                  <a:lnTo>
                    <a:pt x="39551" y="0"/>
                  </a:lnTo>
                  <a:cubicBezTo>
                    <a:pt x="17741" y="0"/>
                    <a:pt x="0" y="17747"/>
                    <a:pt x="0" y="39572"/>
                  </a:cubicBezTo>
                  <a:lnTo>
                    <a:pt x="0" y="256714"/>
                  </a:lnTo>
                  <a:cubicBezTo>
                    <a:pt x="0" y="278545"/>
                    <a:pt x="17741" y="296298"/>
                    <a:pt x="39551" y="296298"/>
                  </a:cubicBezTo>
                  <a:lnTo>
                    <a:pt x="256504" y="296298"/>
                  </a:lnTo>
                  <a:cubicBezTo>
                    <a:pt x="278314" y="296298"/>
                    <a:pt x="296056" y="278539"/>
                    <a:pt x="296062" y="256714"/>
                  </a:cubicBezTo>
                  <a:lnTo>
                    <a:pt x="296062" y="89643"/>
                  </a:lnTo>
                  <a:cubicBezTo>
                    <a:pt x="296062" y="89643"/>
                    <a:pt x="296062" y="89624"/>
                    <a:pt x="296062" y="89611"/>
                  </a:cubicBezTo>
                  <a:close/>
                  <a:moveTo>
                    <a:pt x="39545" y="15762"/>
                  </a:moveTo>
                  <a:lnTo>
                    <a:pt x="256498" y="15762"/>
                  </a:lnTo>
                  <a:cubicBezTo>
                    <a:pt x="269623" y="15762"/>
                    <a:pt x="280304" y="26444"/>
                    <a:pt x="280311" y="39578"/>
                  </a:cubicBezTo>
                  <a:lnTo>
                    <a:pt x="280311" y="81740"/>
                  </a:lnTo>
                  <a:lnTo>
                    <a:pt x="15732" y="81740"/>
                  </a:lnTo>
                  <a:lnTo>
                    <a:pt x="15732" y="39578"/>
                  </a:lnTo>
                  <a:cubicBezTo>
                    <a:pt x="15732" y="26444"/>
                    <a:pt x="26414" y="15762"/>
                    <a:pt x="39539" y="15762"/>
                  </a:cubicBezTo>
                  <a:close/>
                  <a:moveTo>
                    <a:pt x="256498" y="280549"/>
                  </a:moveTo>
                  <a:lnTo>
                    <a:pt x="39545" y="280549"/>
                  </a:lnTo>
                  <a:cubicBezTo>
                    <a:pt x="26420" y="280549"/>
                    <a:pt x="15739" y="269861"/>
                    <a:pt x="15739" y="256721"/>
                  </a:cubicBezTo>
                  <a:lnTo>
                    <a:pt x="15739" y="97495"/>
                  </a:lnTo>
                  <a:lnTo>
                    <a:pt x="280317" y="97495"/>
                  </a:lnTo>
                  <a:lnTo>
                    <a:pt x="280317" y="256721"/>
                  </a:lnTo>
                  <a:cubicBezTo>
                    <a:pt x="280317" y="269854"/>
                    <a:pt x="269629" y="280543"/>
                    <a:pt x="256504" y="280549"/>
                  </a:cubicBezTo>
                  <a:close/>
                </a:path>
              </a:pathLst>
            </a:custGeom>
            <a:solidFill>
              <a:srgbClr val="FFFFFF"/>
            </a:solidFill>
            <a:ln w="0" cap="flat">
              <a:noFill/>
              <a:prstDash val="solid"/>
              <a:miter/>
            </a:ln>
          </p:spPr>
          <p:txBody>
            <a:bodyPr rtlCol="0" anchor="ctr"/>
            <a:lstStyle/>
            <a:p>
              <a:endParaRPr lang="de-DE"/>
            </a:p>
          </p:txBody>
        </p:sp>
      </p:grpSp>
      <p:grpSp>
        <p:nvGrpSpPr>
          <p:cNvPr id="586" name="Grafik 463">
            <a:extLst>
              <a:ext uri="{FF2B5EF4-FFF2-40B4-BE49-F238E27FC236}">
                <a16:creationId xmlns:a16="http://schemas.microsoft.com/office/drawing/2014/main" id="{D0CEF444-5D10-14B5-2B03-926A767CFC7F}"/>
              </a:ext>
            </a:extLst>
          </p:cNvPr>
          <p:cNvGrpSpPr/>
          <p:nvPr/>
        </p:nvGrpSpPr>
        <p:grpSpPr>
          <a:xfrm>
            <a:off x="10666165" y="5098301"/>
            <a:ext cx="269623" cy="333273"/>
            <a:chOff x="10666165" y="5098301"/>
            <a:chExt cx="269623" cy="333273"/>
          </a:xfrm>
          <a:solidFill>
            <a:srgbClr val="FFFFFF"/>
          </a:solidFill>
        </p:grpSpPr>
        <p:sp>
          <p:nvSpPr>
            <p:cNvPr id="587" name="Freihandform 586">
              <a:extLst>
                <a:ext uri="{FF2B5EF4-FFF2-40B4-BE49-F238E27FC236}">
                  <a16:creationId xmlns:a16="http://schemas.microsoft.com/office/drawing/2014/main" id="{8E01F8E9-BE0D-06F9-B092-913C3EB4C380}"/>
                </a:ext>
              </a:extLst>
            </p:cNvPr>
            <p:cNvSpPr/>
            <p:nvPr/>
          </p:nvSpPr>
          <p:spPr>
            <a:xfrm>
              <a:off x="10666165" y="5235185"/>
              <a:ext cx="269623" cy="196389"/>
            </a:xfrm>
            <a:custGeom>
              <a:avLst/>
              <a:gdLst>
                <a:gd name="connsiteX0" fmla="*/ 269610 w 269623"/>
                <a:gd name="connsiteY0" fmla="*/ 7884 h 196389"/>
                <a:gd name="connsiteX1" fmla="*/ 261744 w 269623"/>
                <a:gd name="connsiteY1" fmla="*/ 0 h 196389"/>
                <a:gd name="connsiteX2" fmla="*/ 261744 w 269623"/>
                <a:gd name="connsiteY2" fmla="*/ 0 h 196389"/>
                <a:gd name="connsiteX3" fmla="*/ 253872 w 269623"/>
                <a:gd name="connsiteY3" fmla="*/ 7872 h 196389"/>
                <a:gd name="connsiteX4" fmla="*/ 134796 w 269623"/>
                <a:gd name="connsiteY4" fmla="*/ 126970 h 196389"/>
                <a:gd name="connsiteX5" fmla="*/ 134758 w 269623"/>
                <a:gd name="connsiteY5" fmla="*/ 126970 h 196389"/>
                <a:gd name="connsiteX6" fmla="*/ 15739 w 269623"/>
                <a:gd name="connsiteY6" fmla="*/ 7872 h 196389"/>
                <a:gd name="connsiteX7" fmla="*/ 7866 w 269623"/>
                <a:gd name="connsiteY7" fmla="*/ 0 h 196389"/>
                <a:gd name="connsiteX8" fmla="*/ 7866 w 269623"/>
                <a:gd name="connsiteY8" fmla="*/ 0 h 196389"/>
                <a:gd name="connsiteX9" fmla="*/ 0 w 269623"/>
                <a:gd name="connsiteY9" fmla="*/ 7884 h 196389"/>
                <a:gd name="connsiteX10" fmla="*/ 126930 w 269623"/>
                <a:gd name="connsiteY10" fmla="*/ 142329 h 196389"/>
                <a:gd name="connsiteX11" fmla="*/ 126930 w 269623"/>
                <a:gd name="connsiteY11" fmla="*/ 180634 h 196389"/>
                <a:gd name="connsiteX12" fmla="*/ 84633 w 269623"/>
                <a:gd name="connsiteY12" fmla="*/ 180634 h 196389"/>
                <a:gd name="connsiteX13" fmla="*/ 76760 w 269623"/>
                <a:gd name="connsiteY13" fmla="*/ 188512 h 196389"/>
                <a:gd name="connsiteX14" fmla="*/ 84633 w 269623"/>
                <a:gd name="connsiteY14" fmla="*/ 196389 h 196389"/>
                <a:gd name="connsiteX15" fmla="*/ 184972 w 269623"/>
                <a:gd name="connsiteY15" fmla="*/ 196389 h 196389"/>
                <a:gd name="connsiteX16" fmla="*/ 192844 w 269623"/>
                <a:gd name="connsiteY16" fmla="*/ 188512 h 196389"/>
                <a:gd name="connsiteX17" fmla="*/ 184972 w 269623"/>
                <a:gd name="connsiteY17" fmla="*/ 180634 h 196389"/>
                <a:gd name="connsiteX18" fmla="*/ 142675 w 269623"/>
                <a:gd name="connsiteY18" fmla="*/ 180634 h 196389"/>
                <a:gd name="connsiteX19" fmla="*/ 142675 w 269623"/>
                <a:gd name="connsiteY19" fmla="*/ 142329 h 196389"/>
                <a:gd name="connsiteX20" fmla="*/ 269623 w 269623"/>
                <a:gd name="connsiteY20" fmla="*/ 7884 h 19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69623" h="196389">
                  <a:moveTo>
                    <a:pt x="269610" y="7884"/>
                  </a:moveTo>
                  <a:cubicBezTo>
                    <a:pt x="269610" y="3535"/>
                    <a:pt x="266084" y="0"/>
                    <a:pt x="261744" y="0"/>
                  </a:cubicBezTo>
                  <a:lnTo>
                    <a:pt x="261744" y="0"/>
                  </a:lnTo>
                  <a:cubicBezTo>
                    <a:pt x="257398" y="0"/>
                    <a:pt x="253872" y="3529"/>
                    <a:pt x="253872" y="7872"/>
                  </a:cubicBezTo>
                  <a:cubicBezTo>
                    <a:pt x="253841" y="73559"/>
                    <a:pt x="200433" y="126970"/>
                    <a:pt x="134796" y="126970"/>
                  </a:cubicBezTo>
                  <a:lnTo>
                    <a:pt x="134758" y="126970"/>
                  </a:lnTo>
                  <a:cubicBezTo>
                    <a:pt x="69158" y="126939"/>
                    <a:pt x="15764" y="73515"/>
                    <a:pt x="15739" y="7872"/>
                  </a:cubicBezTo>
                  <a:cubicBezTo>
                    <a:pt x="15739" y="3529"/>
                    <a:pt x="12212" y="0"/>
                    <a:pt x="7866" y="0"/>
                  </a:cubicBezTo>
                  <a:lnTo>
                    <a:pt x="7866" y="0"/>
                  </a:lnTo>
                  <a:cubicBezTo>
                    <a:pt x="3527" y="0"/>
                    <a:pt x="0" y="3535"/>
                    <a:pt x="0" y="7884"/>
                  </a:cubicBezTo>
                  <a:cubicBezTo>
                    <a:pt x="32" y="79559"/>
                    <a:pt x="56304" y="138207"/>
                    <a:pt x="126930" y="142329"/>
                  </a:cubicBezTo>
                  <a:lnTo>
                    <a:pt x="126930" y="180634"/>
                  </a:lnTo>
                  <a:lnTo>
                    <a:pt x="84633" y="180634"/>
                  </a:lnTo>
                  <a:cubicBezTo>
                    <a:pt x="80287" y="180634"/>
                    <a:pt x="76760" y="184163"/>
                    <a:pt x="76760" y="188512"/>
                  </a:cubicBezTo>
                  <a:cubicBezTo>
                    <a:pt x="76760" y="192860"/>
                    <a:pt x="80287" y="196389"/>
                    <a:pt x="84633" y="196389"/>
                  </a:cubicBezTo>
                  <a:lnTo>
                    <a:pt x="184972" y="196389"/>
                  </a:lnTo>
                  <a:cubicBezTo>
                    <a:pt x="189317" y="196389"/>
                    <a:pt x="192844" y="192860"/>
                    <a:pt x="192844" y="188512"/>
                  </a:cubicBezTo>
                  <a:cubicBezTo>
                    <a:pt x="192844" y="184163"/>
                    <a:pt x="189317" y="180634"/>
                    <a:pt x="184972" y="180634"/>
                  </a:cubicBezTo>
                  <a:lnTo>
                    <a:pt x="142675" y="180634"/>
                  </a:lnTo>
                  <a:lnTo>
                    <a:pt x="142675" y="142329"/>
                  </a:lnTo>
                  <a:cubicBezTo>
                    <a:pt x="213313" y="138214"/>
                    <a:pt x="269598" y="79584"/>
                    <a:pt x="269623" y="7884"/>
                  </a:cubicBezTo>
                  <a:close/>
                </a:path>
              </a:pathLst>
            </a:custGeom>
            <a:solidFill>
              <a:srgbClr val="FFFFFF"/>
            </a:solidFill>
            <a:ln w="0" cap="flat">
              <a:noFill/>
              <a:prstDash val="solid"/>
              <a:miter/>
            </a:ln>
          </p:spPr>
          <p:txBody>
            <a:bodyPr rtlCol="0" anchor="ctr"/>
            <a:lstStyle/>
            <a:p>
              <a:endParaRPr lang="de-DE"/>
            </a:p>
          </p:txBody>
        </p:sp>
        <p:sp>
          <p:nvSpPr>
            <p:cNvPr id="588" name="Freihandform 587">
              <a:extLst>
                <a:ext uri="{FF2B5EF4-FFF2-40B4-BE49-F238E27FC236}">
                  <a16:creationId xmlns:a16="http://schemas.microsoft.com/office/drawing/2014/main" id="{AB050B8F-2ED1-A06D-7BD1-F763975A27B6}"/>
                </a:ext>
              </a:extLst>
            </p:cNvPr>
            <p:cNvSpPr/>
            <p:nvPr/>
          </p:nvSpPr>
          <p:spPr>
            <a:xfrm>
              <a:off x="10719093" y="5098301"/>
              <a:ext cx="163716" cy="226677"/>
            </a:xfrm>
            <a:custGeom>
              <a:avLst/>
              <a:gdLst>
                <a:gd name="connsiteX0" fmla="*/ 81855 w 163716"/>
                <a:gd name="connsiteY0" fmla="*/ 226678 h 226677"/>
                <a:gd name="connsiteX1" fmla="*/ 163716 w 163716"/>
                <a:gd name="connsiteY1" fmla="*/ 144768 h 226677"/>
                <a:gd name="connsiteX2" fmla="*/ 163716 w 163716"/>
                <a:gd name="connsiteY2" fmla="*/ 81909 h 226677"/>
                <a:gd name="connsiteX3" fmla="*/ 81855 w 163716"/>
                <a:gd name="connsiteY3" fmla="*/ 0 h 226677"/>
                <a:gd name="connsiteX4" fmla="*/ 0 w 163716"/>
                <a:gd name="connsiteY4" fmla="*/ 81909 h 226677"/>
                <a:gd name="connsiteX5" fmla="*/ 0 w 163716"/>
                <a:gd name="connsiteY5" fmla="*/ 144768 h 226677"/>
                <a:gd name="connsiteX6" fmla="*/ 81855 w 163716"/>
                <a:gd name="connsiteY6" fmla="*/ 226678 h 226677"/>
                <a:gd name="connsiteX7" fmla="*/ 15745 w 163716"/>
                <a:gd name="connsiteY7" fmla="*/ 81909 h 226677"/>
                <a:gd name="connsiteX8" fmla="*/ 81855 w 163716"/>
                <a:gd name="connsiteY8" fmla="*/ 15756 h 226677"/>
                <a:gd name="connsiteX9" fmla="*/ 147971 w 163716"/>
                <a:gd name="connsiteY9" fmla="*/ 81909 h 226677"/>
                <a:gd name="connsiteX10" fmla="*/ 147971 w 163716"/>
                <a:gd name="connsiteY10" fmla="*/ 144768 h 226677"/>
                <a:gd name="connsiteX11" fmla="*/ 81855 w 163716"/>
                <a:gd name="connsiteY11" fmla="*/ 210922 h 226677"/>
                <a:gd name="connsiteX12" fmla="*/ 15745 w 163716"/>
                <a:gd name="connsiteY12" fmla="*/ 144768 h 226677"/>
                <a:gd name="connsiteX13" fmla="*/ 15745 w 163716"/>
                <a:gd name="connsiteY13" fmla="*/ 81909 h 226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3716" h="226677">
                  <a:moveTo>
                    <a:pt x="81855" y="226678"/>
                  </a:moveTo>
                  <a:cubicBezTo>
                    <a:pt x="126993" y="226678"/>
                    <a:pt x="163716" y="189936"/>
                    <a:pt x="163716" y="144768"/>
                  </a:cubicBezTo>
                  <a:lnTo>
                    <a:pt x="163716" y="81909"/>
                  </a:lnTo>
                  <a:cubicBezTo>
                    <a:pt x="163716" y="36742"/>
                    <a:pt x="126993" y="0"/>
                    <a:pt x="81855" y="0"/>
                  </a:cubicBezTo>
                  <a:cubicBezTo>
                    <a:pt x="36717" y="0"/>
                    <a:pt x="0" y="36742"/>
                    <a:pt x="0" y="81909"/>
                  </a:cubicBezTo>
                  <a:lnTo>
                    <a:pt x="0" y="144768"/>
                  </a:lnTo>
                  <a:cubicBezTo>
                    <a:pt x="0" y="189936"/>
                    <a:pt x="36717" y="226678"/>
                    <a:pt x="81855" y="226678"/>
                  </a:cubicBezTo>
                  <a:close/>
                  <a:moveTo>
                    <a:pt x="15745" y="81909"/>
                  </a:moveTo>
                  <a:cubicBezTo>
                    <a:pt x="15745" y="45433"/>
                    <a:pt x="45402" y="15756"/>
                    <a:pt x="81855" y="15756"/>
                  </a:cubicBezTo>
                  <a:cubicBezTo>
                    <a:pt x="118307" y="15756"/>
                    <a:pt x="147971" y="45433"/>
                    <a:pt x="147971" y="81909"/>
                  </a:cubicBezTo>
                  <a:lnTo>
                    <a:pt x="147971" y="144768"/>
                  </a:lnTo>
                  <a:cubicBezTo>
                    <a:pt x="147971" y="181245"/>
                    <a:pt x="118314" y="210922"/>
                    <a:pt x="81855" y="210922"/>
                  </a:cubicBezTo>
                  <a:cubicBezTo>
                    <a:pt x="45396" y="210922"/>
                    <a:pt x="15745" y="181245"/>
                    <a:pt x="15745" y="144768"/>
                  </a:cubicBezTo>
                  <a:lnTo>
                    <a:pt x="15745" y="81909"/>
                  </a:lnTo>
                  <a:close/>
                </a:path>
              </a:pathLst>
            </a:custGeom>
            <a:solidFill>
              <a:srgbClr val="FFFFFF"/>
            </a:solidFill>
            <a:ln w="0" cap="flat">
              <a:noFill/>
              <a:prstDash val="solid"/>
              <a:miter/>
            </a:ln>
          </p:spPr>
          <p:txBody>
            <a:bodyPr rtlCol="0" anchor="ctr"/>
            <a:lstStyle/>
            <a:p>
              <a:endParaRPr lang="de-DE"/>
            </a:p>
          </p:txBody>
        </p:sp>
      </p:grpSp>
      <p:grpSp>
        <p:nvGrpSpPr>
          <p:cNvPr id="589" name="Grafik 463">
            <a:extLst>
              <a:ext uri="{FF2B5EF4-FFF2-40B4-BE49-F238E27FC236}">
                <a16:creationId xmlns:a16="http://schemas.microsoft.com/office/drawing/2014/main" id="{28DDF399-30F9-A4BD-3FCA-8D934A3FE50B}"/>
              </a:ext>
            </a:extLst>
          </p:cNvPr>
          <p:cNvGrpSpPr/>
          <p:nvPr/>
        </p:nvGrpSpPr>
        <p:grpSpPr>
          <a:xfrm>
            <a:off x="6250480" y="3599465"/>
            <a:ext cx="264849" cy="338869"/>
            <a:chOff x="6250480" y="3599465"/>
            <a:chExt cx="264849" cy="338869"/>
          </a:xfrm>
          <a:solidFill>
            <a:srgbClr val="FFFFFF"/>
          </a:solidFill>
        </p:grpSpPr>
        <p:sp>
          <p:nvSpPr>
            <p:cNvPr id="590" name="Freihandform 589">
              <a:extLst>
                <a:ext uri="{FF2B5EF4-FFF2-40B4-BE49-F238E27FC236}">
                  <a16:creationId xmlns:a16="http://schemas.microsoft.com/office/drawing/2014/main" id="{01DC85CB-9E77-91D0-064A-C57633AB44DE}"/>
                </a:ext>
              </a:extLst>
            </p:cNvPr>
            <p:cNvSpPr/>
            <p:nvPr/>
          </p:nvSpPr>
          <p:spPr>
            <a:xfrm>
              <a:off x="6375029" y="3798735"/>
              <a:ext cx="15744" cy="54123"/>
            </a:xfrm>
            <a:custGeom>
              <a:avLst/>
              <a:gdLst>
                <a:gd name="connsiteX0" fmla="*/ 7872 w 15744"/>
                <a:gd name="connsiteY0" fmla="*/ 0 h 54123"/>
                <a:gd name="connsiteX1" fmla="*/ 0 w 15744"/>
                <a:gd name="connsiteY1" fmla="*/ 7878 h 54123"/>
                <a:gd name="connsiteX2" fmla="*/ 0 w 15744"/>
                <a:gd name="connsiteY2" fmla="*/ 46246 h 54123"/>
                <a:gd name="connsiteX3" fmla="*/ 7872 w 15744"/>
                <a:gd name="connsiteY3" fmla="*/ 54123 h 54123"/>
                <a:gd name="connsiteX4" fmla="*/ 15745 w 15744"/>
                <a:gd name="connsiteY4" fmla="*/ 46246 h 54123"/>
                <a:gd name="connsiteX5" fmla="*/ 15745 w 15744"/>
                <a:gd name="connsiteY5" fmla="*/ 7878 h 54123"/>
                <a:gd name="connsiteX6" fmla="*/ 7872 w 15744"/>
                <a:gd name="connsiteY6" fmla="*/ 0 h 54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744" h="54123">
                  <a:moveTo>
                    <a:pt x="7872" y="0"/>
                  </a:moveTo>
                  <a:cubicBezTo>
                    <a:pt x="3527" y="0"/>
                    <a:pt x="0" y="3529"/>
                    <a:pt x="0" y="7878"/>
                  </a:cubicBezTo>
                  <a:lnTo>
                    <a:pt x="0" y="46246"/>
                  </a:lnTo>
                  <a:cubicBezTo>
                    <a:pt x="0" y="50594"/>
                    <a:pt x="3527" y="54123"/>
                    <a:pt x="7872" y="54123"/>
                  </a:cubicBezTo>
                  <a:cubicBezTo>
                    <a:pt x="12218" y="54123"/>
                    <a:pt x="15745" y="50594"/>
                    <a:pt x="15745" y="46246"/>
                  </a:cubicBezTo>
                  <a:lnTo>
                    <a:pt x="15745" y="7878"/>
                  </a:lnTo>
                  <a:cubicBezTo>
                    <a:pt x="15745" y="3529"/>
                    <a:pt x="12218" y="0"/>
                    <a:pt x="7872" y="0"/>
                  </a:cubicBezTo>
                  <a:close/>
                </a:path>
              </a:pathLst>
            </a:custGeom>
            <a:solidFill>
              <a:srgbClr val="FFFFFF"/>
            </a:solidFill>
            <a:ln w="0" cap="flat">
              <a:noFill/>
              <a:prstDash val="solid"/>
              <a:miter/>
            </a:ln>
          </p:spPr>
          <p:txBody>
            <a:bodyPr rtlCol="0" anchor="ctr"/>
            <a:lstStyle/>
            <a:p>
              <a:endParaRPr lang="de-DE"/>
            </a:p>
          </p:txBody>
        </p:sp>
        <p:sp>
          <p:nvSpPr>
            <p:cNvPr id="591" name="Freihandform 590">
              <a:extLst>
                <a:ext uri="{FF2B5EF4-FFF2-40B4-BE49-F238E27FC236}">
                  <a16:creationId xmlns:a16="http://schemas.microsoft.com/office/drawing/2014/main" id="{34B006FD-10F5-60A1-0934-966C9ED30AE9}"/>
                </a:ext>
              </a:extLst>
            </p:cNvPr>
            <p:cNvSpPr/>
            <p:nvPr/>
          </p:nvSpPr>
          <p:spPr>
            <a:xfrm>
              <a:off x="6250480" y="3599465"/>
              <a:ext cx="264849" cy="338869"/>
            </a:xfrm>
            <a:custGeom>
              <a:avLst/>
              <a:gdLst>
                <a:gd name="connsiteX0" fmla="*/ 236974 w 264849"/>
                <a:gd name="connsiteY0" fmla="*/ 113837 h 338869"/>
                <a:gd name="connsiteX1" fmla="*/ 213867 w 264849"/>
                <a:gd name="connsiteY1" fmla="*/ 113837 h 338869"/>
                <a:gd name="connsiteX2" fmla="*/ 213867 w 264849"/>
                <a:gd name="connsiteY2" fmla="*/ 81456 h 338869"/>
                <a:gd name="connsiteX3" fmla="*/ 132434 w 264849"/>
                <a:gd name="connsiteY3" fmla="*/ 0 h 338869"/>
                <a:gd name="connsiteX4" fmla="*/ 132390 w 264849"/>
                <a:gd name="connsiteY4" fmla="*/ 0 h 338869"/>
                <a:gd name="connsiteX5" fmla="*/ 50995 w 264849"/>
                <a:gd name="connsiteY5" fmla="*/ 81462 h 338869"/>
                <a:gd name="connsiteX6" fmla="*/ 50995 w 264849"/>
                <a:gd name="connsiteY6" fmla="*/ 113837 h 338869"/>
                <a:gd name="connsiteX7" fmla="*/ 27887 w 264849"/>
                <a:gd name="connsiteY7" fmla="*/ 113837 h 338869"/>
                <a:gd name="connsiteX8" fmla="*/ 0 w 264849"/>
                <a:gd name="connsiteY8" fmla="*/ 141743 h 338869"/>
                <a:gd name="connsiteX9" fmla="*/ 0 w 264849"/>
                <a:gd name="connsiteY9" fmla="*/ 310970 h 338869"/>
                <a:gd name="connsiteX10" fmla="*/ 27881 w 264849"/>
                <a:gd name="connsiteY10" fmla="*/ 338870 h 338869"/>
                <a:gd name="connsiteX11" fmla="*/ 236974 w 264849"/>
                <a:gd name="connsiteY11" fmla="*/ 338870 h 338869"/>
                <a:gd name="connsiteX12" fmla="*/ 264849 w 264849"/>
                <a:gd name="connsiteY12" fmla="*/ 310976 h 338869"/>
                <a:gd name="connsiteX13" fmla="*/ 264849 w 264849"/>
                <a:gd name="connsiteY13" fmla="*/ 141737 h 338869"/>
                <a:gd name="connsiteX14" fmla="*/ 236968 w 264849"/>
                <a:gd name="connsiteY14" fmla="*/ 113837 h 338869"/>
                <a:gd name="connsiteX15" fmla="*/ 66740 w 264849"/>
                <a:gd name="connsiteY15" fmla="*/ 81475 h 338869"/>
                <a:gd name="connsiteX16" fmla="*/ 132402 w 264849"/>
                <a:gd name="connsiteY16" fmla="*/ 15762 h 338869"/>
                <a:gd name="connsiteX17" fmla="*/ 132434 w 264849"/>
                <a:gd name="connsiteY17" fmla="*/ 15762 h 338869"/>
                <a:gd name="connsiteX18" fmla="*/ 178856 w 264849"/>
                <a:gd name="connsiteY18" fmla="*/ 34996 h 338869"/>
                <a:gd name="connsiteX19" fmla="*/ 198122 w 264849"/>
                <a:gd name="connsiteY19" fmla="*/ 81469 h 338869"/>
                <a:gd name="connsiteX20" fmla="*/ 198122 w 264849"/>
                <a:gd name="connsiteY20" fmla="*/ 113843 h 338869"/>
                <a:gd name="connsiteX21" fmla="*/ 66746 w 264849"/>
                <a:gd name="connsiteY21" fmla="*/ 113843 h 338869"/>
                <a:gd name="connsiteX22" fmla="*/ 66746 w 264849"/>
                <a:gd name="connsiteY22" fmla="*/ 81475 h 338869"/>
                <a:gd name="connsiteX23" fmla="*/ 249104 w 264849"/>
                <a:gd name="connsiteY23" fmla="*/ 310976 h 338869"/>
                <a:gd name="connsiteX24" fmla="*/ 236974 w 264849"/>
                <a:gd name="connsiteY24" fmla="*/ 323114 h 338869"/>
                <a:gd name="connsiteX25" fmla="*/ 27881 w 264849"/>
                <a:gd name="connsiteY25" fmla="*/ 323114 h 338869"/>
                <a:gd name="connsiteX26" fmla="*/ 15745 w 264849"/>
                <a:gd name="connsiteY26" fmla="*/ 310970 h 338869"/>
                <a:gd name="connsiteX27" fmla="*/ 15745 w 264849"/>
                <a:gd name="connsiteY27" fmla="*/ 141743 h 338869"/>
                <a:gd name="connsiteX28" fmla="*/ 27887 w 264849"/>
                <a:gd name="connsiteY28" fmla="*/ 129592 h 338869"/>
                <a:gd name="connsiteX29" fmla="*/ 58836 w 264849"/>
                <a:gd name="connsiteY29" fmla="*/ 129592 h 338869"/>
                <a:gd name="connsiteX30" fmla="*/ 58867 w 264849"/>
                <a:gd name="connsiteY30" fmla="*/ 129592 h 338869"/>
                <a:gd name="connsiteX31" fmla="*/ 58899 w 264849"/>
                <a:gd name="connsiteY31" fmla="*/ 129592 h 338869"/>
                <a:gd name="connsiteX32" fmla="*/ 205963 w 264849"/>
                <a:gd name="connsiteY32" fmla="*/ 129592 h 338869"/>
                <a:gd name="connsiteX33" fmla="*/ 205994 w 264849"/>
                <a:gd name="connsiteY33" fmla="*/ 129592 h 338869"/>
                <a:gd name="connsiteX34" fmla="*/ 206026 w 264849"/>
                <a:gd name="connsiteY34" fmla="*/ 129592 h 338869"/>
                <a:gd name="connsiteX35" fmla="*/ 236974 w 264849"/>
                <a:gd name="connsiteY35" fmla="*/ 129592 h 338869"/>
                <a:gd name="connsiteX36" fmla="*/ 249110 w 264849"/>
                <a:gd name="connsiteY36" fmla="*/ 141737 h 338869"/>
                <a:gd name="connsiteX37" fmla="*/ 249110 w 264849"/>
                <a:gd name="connsiteY37" fmla="*/ 310976 h 338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64849" h="338869">
                  <a:moveTo>
                    <a:pt x="236974" y="113837"/>
                  </a:moveTo>
                  <a:lnTo>
                    <a:pt x="213867" y="113837"/>
                  </a:lnTo>
                  <a:lnTo>
                    <a:pt x="213867" y="81456"/>
                  </a:lnTo>
                  <a:cubicBezTo>
                    <a:pt x="213848" y="36534"/>
                    <a:pt x="177320" y="0"/>
                    <a:pt x="132434" y="0"/>
                  </a:cubicBezTo>
                  <a:lnTo>
                    <a:pt x="132390" y="0"/>
                  </a:lnTo>
                  <a:cubicBezTo>
                    <a:pt x="87529" y="19"/>
                    <a:pt x="51014" y="36565"/>
                    <a:pt x="50995" y="81462"/>
                  </a:cubicBezTo>
                  <a:lnTo>
                    <a:pt x="50995" y="113837"/>
                  </a:lnTo>
                  <a:lnTo>
                    <a:pt x="27887" y="113837"/>
                  </a:lnTo>
                  <a:cubicBezTo>
                    <a:pt x="12514" y="113837"/>
                    <a:pt x="0" y="126353"/>
                    <a:pt x="0" y="141743"/>
                  </a:cubicBezTo>
                  <a:lnTo>
                    <a:pt x="0" y="310970"/>
                  </a:lnTo>
                  <a:cubicBezTo>
                    <a:pt x="0" y="326354"/>
                    <a:pt x="12501" y="338870"/>
                    <a:pt x="27881" y="338870"/>
                  </a:cubicBezTo>
                  <a:lnTo>
                    <a:pt x="236974" y="338870"/>
                  </a:lnTo>
                  <a:cubicBezTo>
                    <a:pt x="252341" y="338870"/>
                    <a:pt x="264849" y="326360"/>
                    <a:pt x="264849" y="310976"/>
                  </a:cubicBezTo>
                  <a:lnTo>
                    <a:pt x="264849" y="141737"/>
                  </a:lnTo>
                  <a:cubicBezTo>
                    <a:pt x="264849" y="126353"/>
                    <a:pt x="252348" y="113837"/>
                    <a:pt x="236968" y="113837"/>
                  </a:cubicBezTo>
                  <a:close/>
                  <a:moveTo>
                    <a:pt x="66740" y="81475"/>
                  </a:moveTo>
                  <a:cubicBezTo>
                    <a:pt x="66759" y="45256"/>
                    <a:pt x="96214" y="15781"/>
                    <a:pt x="132402" y="15762"/>
                  </a:cubicBezTo>
                  <a:lnTo>
                    <a:pt x="132434" y="15762"/>
                  </a:lnTo>
                  <a:cubicBezTo>
                    <a:pt x="149968" y="15762"/>
                    <a:pt x="166449" y="22593"/>
                    <a:pt x="178856" y="34996"/>
                  </a:cubicBezTo>
                  <a:cubicBezTo>
                    <a:pt x="191276" y="47412"/>
                    <a:pt x="198116" y="63911"/>
                    <a:pt x="198122" y="81469"/>
                  </a:cubicBezTo>
                  <a:lnTo>
                    <a:pt x="198122" y="113843"/>
                  </a:lnTo>
                  <a:lnTo>
                    <a:pt x="66746" y="113843"/>
                  </a:lnTo>
                  <a:lnTo>
                    <a:pt x="66746" y="81475"/>
                  </a:lnTo>
                  <a:close/>
                  <a:moveTo>
                    <a:pt x="249104" y="310976"/>
                  </a:moveTo>
                  <a:cubicBezTo>
                    <a:pt x="249104" y="317669"/>
                    <a:pt x="243663" y="323114"/>
                    <a:pt x="236974" y="323114"/>
                  </a:cubicBezTo>
                  <a:lnTo>
                    <a:pt x="27881" y="323114"/>
                  </a:lnTo>
                  <a:cubicBezTo>
                    <a:pt x="21193" y="323114"/>
                    <a:pt x="15745" y="317669"/>
                    <a:pt x="15745" y="310970"/>
                  </a:cubicBezTo>
                  <a:lnTo>
                    <a:pt x="15745" y="141743"/>
                  </a:lnTo>
                  <a:cubicBezTo>
                    <a:pt x="15745" y="135050"/>
                    <a:pt x="21193" y="129592"/>
                    <a:pt x="27887" y="129592"/>
                  </a:cubicBezTo>
                  <a:lnTo>
                    <a:pt x="58836" y="129592"/>
                  </a:lnTo>
                  <a:cubicBezTo>
                    <a:pt x="58836" y="129592"/>
                    <a:pt x="58855" y="129592"/>
                    <a:pt x="58867" y="129592"/>
                  </a:cubicBezTo>
                  <a:cubicBezTo>
                    <a:pt x="58880" y="129592"/>
                    <a:pt x="58886" y="129592"/>
                    <a:pt x="58899" y="129592"/>
                  </a:cubicBezTo>
                  <a:lnTo>
                    <a:pt x="205963" y="129592"/>
                  </a:lnTo>
                  <a:cubicBezTo>
                    <a:pt x="205963" y="129592"/>
                    <a:pt x="205982" y="129592"/>
                    <a:pt x="205994" y="129592"/>
                  </a:cubicBezTo>
                  <a:cubicBezTo>
                    <a:pt x="206007" y="129592"/>
                    <a:pt x="206013" y="129592"/>
                    <a:pt x="206026" y="129592"/>
                  </a:cubicBezTo>
                  <a:lnTo>
                    <a:pt x="236974" y="129592"/>
                  </a:lnTo>
                  <a:cubicBezTo>
                    <a:pt x="243663" y="129592"/>
                    <a:pt x="249110" y="135037"/>
                    <a:pt x="249110" y="141737"/>
                  </a:cubicBezTo>
                  <a:lnTo>
                    <a:pt x="249110" y="310976"/>
                  </a:lnTo>
                  <a:close/>
                </a:path>
              </a:pathLst>
            </a:custGeom>
            <a:solidFill>
              <a:srgbClr val="FFFFFF"/>
            </a:solidFill>
            <a:ln w="0" cap="flat">
              <a:noFill/>
              <a:prstDash val="solid"/>
              <a:miter/>
            </a:ln>
          </p:spPr>
          <p:txBody>
            <a:bodyPr rtlCol="0" anchor="ctr"/>
            <a:lstStyle/>
            <a:p>
              <a:endParaRPr lang="de-DE"/>
            </a:p>
          </p:txBody>
        </p:sp>
      </p:grpSp>
      <p:grpSp>
        <p:nvGrpSpPr>
          <p:cNvPr id="592" name="Grafik 463">
            <a:extLst>
              <a:ext uri="{FF2B5EF4-FFF2-40B4-BE49-F238E27FC236}">
                <a16:creationId xmlns:a16="http://schemas.microsoft.com/office/drawing/2014/main" id="{3F8D646D-F836-BDAD-4817-DF1BE7998E8E}"/>
              </a:ext>
            </a:extLst>
          </p:cNvPr>
          <p:cNvGrpSpPr/>
          <p:nvPr/>
        </p:nvGrpSpPr>
        <p:grpSpPr>
          <a:xfrm>
            <a:off x="6986922" y="3599447"/>
            <a:ext cx="264861" cy="338888"/>
            <a:chOff x="6986922" y="3599447"/>
            <a:chExt cx="264861" cy="338888"/>
          </a:xfrm>
          <a:solidFill>
            <a:srgbClr val="FFFFFF"/>
          </a:solidFill>
        </p:grpSpPr>
        <p:sp>
          <p:nvSpPr>
            <p:cNvPr id="593" name="Freihandform 592">
              <a:extLst>
                <a:ext uri="{FF2B5EF4-FFF2-40B4-BE49-F238E27FC236}">
                  <a16:creationId xmlns:a16="http://schemas.microsoft.com/office/drawing/2014/main" id="{81B00268-FED6-96FF-23D3-9CF8B6D07BDC}"/>
                </a:ext>
              </a:extLst>
            </p:cNvPr>
            <p:cNvSpPr/>
            <p:nvPr/>
          </p:nvSpPr>
          <p:spPr>
            <a:xfrm>
              <a:off x="7111477" y="3798735"/>
              <a:ext cx="15744" cy="54123"/>
            </a:xfrm>
            <a:custGeom>
              <a:avLst/>
              <a:gdLst>
                <a:gd name="connsiteX0" fmla="*/ 7872 w 15744"/>
                <a:gd name="connsiteY0" fmla="*/ 0 h 54123"/>
                <a:gd name="connsiteX1" fmla="*/ 0 w 15744"/>
                <a:gd name="connsiteY1" fmla="*/ 7878 h 54123"/>
                <a:gd name="connsiteX2" fmla="*/ 0 w 15744"/>
                <a:gd name="connsiteY2" fmla="*/ 46246 h 54123"/>
                <a:gd name="connsiteX3" fmla="*/ 7872 w 15744"/>
                <a:gd name="connsiteY3" fmla="*/ 54123 h 54123"/>
                <a:gd name="connsiteX4" fmla="*/ 15745 w 15744"/>
                <a:gd name="connsiteY4" fmla="*/ 46246 h 54123"/>
                <a:gd name="connsiteX5" fmla="*/ 15745 w 15744"/>
                <a:gd name="connsiteY5" fmla="*/ 7878 h 54123"/>
                <a:gd name="connsiteX6" fmla="*/ 7872 w 15744"/>
                <a:gd name="connsiteY6" fmla="*/ 0 h 54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744" h="54123">
                  <a:moveTo>
                    <a:pt x="7872" y="0"/>
                  </a:moveTo>
                  <a:cubicBezTo>
                    <a:pt x="3527" y="0"/>
                    <a:pt x="0" y="3529"/>
                    <a:pt x="0" y="7878"/>
                  </a:cubicBezTo>
                  <a:lnTo>
                    <a:pt x="0" y="46246"/>
                  </a:lnTo>
                  <a:cubicBezTo>
                    <a:pt x="0" y="50594"/>
                    <a:pt x="3527" y="54123"/>
                    <a:pt x="7872" y="54123"/>
                  </a:cubicBezTo>
                  <a:cubicBezTo>
                    <a:pt x="12218" y="54123"/>
                    <a:pt x="15745" y="50594"/>
                    <a:pt x="15745" y="46246"/>
                  </a:cubicBezTo>
                  <a:lnTo>
                    <a:pt x="15745" y="7878"/>
                  </a:lnTo>
                  <a:cubicBezTo>
                    <a:pt x="15745" y="3529"/>
                    <a:pt x="12218" y="0"/>
                    <a:pt x="7872" y="0"/>
                  </a:cubicBezTo>
                  <a:close/>
                </a:path>
              </a:pathLst>
            </a:custGeom>
            <a:solidFill>
              <a:srgbClr val="FFFFFF"/>
            </a:solidFill>
            <a:ln w="0" cap="flat">
              <a:noFill/>
              <a:prstDash val="solid"/>
              <a:miter/>
            </a:ln>
          </p:spPr>
          <p:txBody>
            <a:bodyPr rtlCol="0" anchor="ctr"/>
            <a:lstStyle/>
            <a:p>
              <a:endParaRPr lang="de-DE"/>
            </a:p>
          </p:txBody>
        </p:sp>
        <p:sp>
          <p:nvSpPr>
            <p:cNvPr id="594" name="Freihandform 593">
              <a:extLst>
                <a:ext uri="{FF2B5EF4-FFF2-40B4-BE49-F238E27FC236}">
                  <a16:creationId xmlns:a16="http://schemas.microsoft.com/office/drawing/2014/main" id="{287B351E-6B90-354B-1E32-8CB57B943773}"/>
                </a:ext>
              </a:extLst>
            </p:cNvPr>
            <p:cNvSpPr/>
            <p:nvPr/>
          </p:nvSpPr>
          <p:spPr>
            <a:xfrm>
              <a:off x="6986922" y="3599447"/>
              <a:ext cx="264861" cy="338888"/>
            </a:xfrm>
            <a:custGeom>
              <a:avLst/>
              <a:gdLst>
                <a:gd name="connsiteX0" fmla="*/ 236968 w 264861"/>
                <a:gd name="connsiteY0" fmla="*/ 113856 h 338888"/>
                <a:gd name="connsiteX1" fmla="*/ 66740 w 264861"/>
                <a:gd name="connsiteY1" fmla="*/ 113856 h 338888"/>
                <a:gd name="connsiteX2" fmla="*/ 66740 w 264861"/>
                <a:gd name="connsiteY2" fmla="*/ 81475 h 338888"/>
                <a:gd name="connsiteX3" fmla="*/ 85974 w 264861"/>
                <a:gd name="connsiteY3" fmla="*/ 35034 h 338888"/>
                <a:gd name="connsiteX4" fmla="*/ 132428 w 264861"/>
                <a:gd name="connsiteY4" fmla="*/ 15756 h 338888"/>
                <a:gd name="connsiteX5" fmla="*/ 132453 w 264861"/>
                <a:gd name="connsiteY5" fmla="*/ 15756 h 338888"/>
                <a:gd name="connsiteX6" fmla="*/ 178894 w 264861"/>
                <a:gd name="connsiteY6" fmla="*/ 35002 h 338888"/>
                <a:gd name="connsiteX7" fmla="*/ 190029 w 264861"/>
                <a:gd name="connsiteY7" fmla="*/ 35002 h 338888"/>
                <a:gd name="connsiteX8" fmla="*/ 190029 w 264861"/>
                <a:gd name="connsiteY8" fmla="*/ 23860 h 338888"/>
                <a:gd name="connsiteX9" fmla="*/ 132453 w 264861"/>
                <a:gd name="connsiteY9" fmla="*/ 0 h 338888"/>
                <a:gd name="connsiteX10" fmla="*/ 132421 w 264861"/>
                <a:gd name="connsiteY10" fmla="*/ 0 h 338888"/>
                <a:gd name="connsiteX11" fmla="*/ 74839 w 264861"/>
                <a:gd name="connsiteY11" fmla="*/ 23892 h 338888"/>
                <a:gd name="connsiteX12" fmla="*/ 50995 w 264861"/>
                <a:gd name="connsiteY12" fmla="*/ 81469 h 338888"/>
                <a:gd name="connsiteX13" fmla="*/ 50995 w 264861"/>
                <a:gd name="connsiteY13" fmla="*/ 113856 h 338888"/>
                <a:gd name="connsiteX14" fmla="*/ 27894 w 264861"/>
                <a:gd name="connsiteY14" fmla="*/ 113856 h 338888"/>
                <a:gd name="connsiteX15" fmla="*/ 0 w 264861"/>
                <a:gd name="connsiteY15" fmla="*/ 141762 h 338888"/>
                <a:gd name="connsiteX16" fmla="*/ 0 w 264861"/>
                <a:gd name="connsiteY16" fmla="*/ 310989 h 338888"/>
                <a:gd name="connsiteX17" fmla="*/ 27887 w 264861"/>
                <a:gd name="connsiteY17" fmla="*/ 338889 h 338888"/>
                <a:gd name="connsiteX18" fmla="*/ 236980 w 264861"/>
                <a:gd name="connsiteY18" fmla="*/ 338889 h 338888"/>
                <a:gd name="connsiteX19" fmla="*/ 264862 w 264861"/>
                <a:gd name="connsiteY19" fmla="*/ 310995 h 338888"/>
                <a:gd name="connsiteX20" fmla="*/ 264862 w 264861"/>
                <a:gd name="connsiteY20" fmla="*/ 141762 h 338888"/>
                <a:gd name="connsiteX21" fmla="*/ 236968 w 264861"/>
                <a:gd name="connsiteY21" fmla="*/ 113856 h 338888"/>
                <a:gd name="connsiteX22" fmla="*/ 249117 w 264861"/>
                <a:gd name="connsiteY22" fmla="*/ 310995 h 338888"/>
                <a:gd name="connsiteX23" fmla="*/ 236980 w 264861"/>
                <a:gd name="connsiteY23" fmla="*/ 323133 h 338888"/>
                <a:gd name="connsiteX24" fmla="*/ 27887 w 264861"/>
                <a:gd name="connsiteY24" fmla="*/ 323133 h 338888"/>
                <a:gd name="connsiteX25" fmla="*/ 15745 w 264861"/>
                <a:gd name="connsiteY25" fmla="*/ 310989 h 338888"/>
                <a:gd name="connsiteX26" fmla="*/ 15745 w 264861"/>
                <a:gd name="connsiteY26" fmla="*/ 141762 h 338888"/>
                <a:gd name="connsiteX27" fmla="*/ 27894 w 264861"/>
                <a:gd name="connsiteY27" fmla="*/ 129611 h 338888"/>
                <a:gd name="connsiteX28" fmla="*/ 236968 w 264861"/>
                <a:gd name="connsiteY28" fmla="*/ 129611 h 338888"/>
                <a:gd name="connsiteX29" fmla="*/ 249117 w 264861"/>
                <a:gd name="connsiteY29" fmla="*/ 141762 h 338888"/>
                <a:gd name="connsiteX30" fmla="*/ 249117 w 264861"/>
                <a:gd name="connsiteY30" fmla="*/ 310995 h 338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64861" h="338888">
                  <a:moveTo>
                    <a:pt x="236968" y="113856"/>
                  </a:moveTo>
                  <a:lnTo>
                    <a:pt x="66740" y="113856"/>
                  </a:lnTo>
                  <a:lnTo>
                    <a:pt x="66740" y="81475"/>
                  </a:lnTo>
                  <a:cubicBezTo>
                    <a:pt x="66752" y="63929"/>
                    <a:pt x="73579" y="47437"/>
                    <a:pt x="85974" y="35034"/>
                  </a:cubicBezTo>
                  <a:cubicBezTo>
                    <a:pt x="98381" y="22606"/>
                    <a:pt x="114881" y="15762"/>
                    <a:pt x="132428" y="15756"/>
                  </a:cubicBezTo>
                  <a:lnTo>
                    <a:pt x="132453" y="15756"/>
                  </a:lnTo>
                  <a:cubicBezTo>
                    <a:pt x="149993" y="15756"/>
                    <a:pt x="166487" y="22593"/>
                    <a:pt x="178894" y="35002"/>
                  </a:cubicBezTo>
                  <a:cubicBezTo>
                    <a:pt x="181968" y="38078"/>
                    <a:pt x="186949" y="38078"/>
                    <a:pt x="190029" y="35002"/>
                  </a:cubicBezTo>
                  <a:cubicBezTo>
                    <a:pt x="193109" y="31927"/>
                    <a:pt x="193102" y="26936"/>
                    <a:pt x="190029" y="23860"/>
                  </a:cubicBezTo>
                  <a:cubicBezTo>
                    <a:pt x="174649" y="8476"/>
                    <a:pt x="154206" y="0"/>
                    <a:pt x="132453" y="0"/>
                  </a:cubicBezTo>
                  <a:lnTo>
                    <a:pt x="132421" y="0"/>
                  </a:lnTo>
                  <a:cubicBezTo>
                    <a:pt x="110668" y="13"/>
                    <a:pt x="90218" y="8495"/>
                    <a:pt x="74839" y="23892"/>
                  </a:cubicBezTo>
                  <a:cubicBezTo>
                    <a:pt x="59478" y="39263"/>
                    <a:pt x="51007" y="59713"/>
                    <a:pt x="50995" y="81469"/>
                  </a:cubicBezTo>
                  <a:lnTo>
                    <a:pt x="50995" y="113856"/>
                  </a:lnTo>
                  <a:lnTo>
                    <a:pt x="27894" y="113856"/>
                  </a:lnTo>
                  <a:cubicBezTo>
                    <a:pt x="12514" y="113856"/>
                    <a:pt x="0" y="126372"/>
                    <a:pt x="0" y="141762"/>
                  </a:cubicBezTo>
                  <a:lnTo>
                    <a:pt x="0" y="310989"/>
                  </a:lnTo>
                  <a:cubicBezTo>
                    <a:pt x="0" y="326372"/>
                    <a:pt x="12508" y="338889"/>
                    <a:pt x="27887" y="338889"/>
                  </a:cubicBezTo>
                  <a:lnTo>
                    <a:pt x="236980" y="338889"/>
                  </a:lnTo>
                  <a:cubicBezTo>
                    <a:pt x="252354" y="338889"/>
                    <a:pt x="264862" y="326379"/>
                    <a:pt x="264862" y="310995"/>
                  </a:cubicBezTo>
                  <a:lnTo>
                    <a:pt x="264862" y="141762"/>
                  </a:lnTo>
                  <a:cubicBezTo>
                    <a:pt x="264862" y="126378"/>
                    <a:pt x="252354" y="113856"/>
                    <a:pt x="236968" y="113856"/>
                  </a:cubicBezTo>
                  <a:close/>
                  <a:moveTo>
                    <a:pt x="249117" y="310995"/>
                  </a:moveTo>
                  <a:cubicBezTo>
                    <a:pt x="249117" y="317688"/>
                    <a:pt x="243675" y="323133"/>
                    <a:pt x="236980" y="323133"/>
                  </a:cubicBezTo>
                  <a:lnTo>
                    <a:pt x="27887" y="323133"/>
                  </a:lnTo>
                  <a:cubicBezTo>
                    <a:pt x="21199" y="323133"/>
                    <a:pt x="15745" y="317688"/>
                    <a:pt x="15745" y="310989"/>
                  </a:cubicBezTo>
                  <a:lnTo>
                    <a:pt x="15745" y="141762"/>
                  </a:lnTo>
                  <a:cubicBezTo>
                    <a:pt x="15745" y="135069"/>
                    <a:pt x="21193" y="129611"/>
                    <a:pt x="27894" y="129611"/>
                  </a:cubicBezTo>
                  <a:lnTo>
                    <a:pt x="236968" y="129611"/>
                  </a:lnTo>
                  <a:cubicBezTo>
                    <a:pt x="243663" y="129611"/>
                    <a:pt x="249117" y="135063"/>
                    <a:pt x="249117" y="141762"/>
                  </a:cubicBezTo>
                  <a:lnTo>
                    <a:pt x="249117" y="310995"/>
                  </a:lnTo>
                  <a:close/>
                </a:path>
              </a:pathLst>
            </a:custGeom>
            <a:solidFill>
              <a:srgbClr val="FFFFFF"/>
            </a:solidFill>
            <a:ln w="0" cap="flat">
              <a:noFill/>
              <a:prstDash val="solid"/>
              <a:miter/>
            </a:ln>
          </p:spPr>
          <p:txBody>
            <a:bodyPr rtlCol="0" anchor="ctr"/>
            <a:lstStyle/>
            <a:p>
              <a:endParaRPr lang="de-DE"/>
            </a:p>
          </p:txBody>
        </p:sp>
      </p:grpSp>
      <p:sp>
        <p:nvSpPr>
          <p:cNvPr id="595" name="Freihandform 594">
            <a:extLst>
              <a:ext uri="{FF2B5EF4-FFF2-40B4-BE49-F238E27FC236}">
                <a16:creationId xmlns:a16="http://schemas.microsoft.com/office/drawing/2014/main" id="{076C27B7-24D3-4A06-390A-CDE34AE42177}"/>
              </a:ext>
            </a:extLst>
          </p:cNvPr>
          <p:cNvSpPr/>
          <p:nvPr/>
        </p:nvSpPr>
        <p:spPr>
          <a:xfrm>
            <a:off x="6220734" y="5094318"/>
            <a:ext cx="324346" cy="339996"/>
          </a:xfrm>
          <a:custGeom>
            <a:avLst/>
            <a:gdLst>
              <a:gd name="connsiteX0" fmla="*/ 319660 w 324346"/>
              <a:gd name="connsiteY0" fmla="*/ 69002 h 339996"/>
              <a:gd name="connsiteX1" fmla="*/ 165347 w 324346"/>
              <a:gd name="connsiteY1" fmla="*/ 674 h 339996"/>
              <a:gd name="connsiteX2" fmla="*/ 158974 w 324346"/>
              <a:gd name="connsiteY2" fmla="*/ 674 h 339996"/>
              <a:gd name="connsiteX3" fmla="*/ 4686 w 324346"/>
              <a:gd name="connsiteY3" fmla="*/ 68996 h 339996"/>
              <a:gd name="connsiteX4" fmla="*/ 0 w 324346"/>
              <a:gd name="connsiteY4" fmla="*/ 76206 h 339996"/>
              <a:gd name="connsiteX5" fmla="*/ 160347 w 324346"/>
              <a:gd name="connsiteY5" fmla="*/ 339783 h 339996"/>
              <a:gd name="connsiteX6" fmla="*/ 162160 w 324346"/>
              <a:gd name="connsiteY6" fmla="*/ 339997 h 339996"/>
              <a:gd name="connsiteX7" fmla="*/ 163974 w 324346"/>
              <a:gd name="connsiteY7" fmla="*/ 339789 h 339996"/>
              <a:gd name="connsiteX8" fmla="*/ 324346 w 324346"/>
              <a:gd name="connsiteY8" fmla="*/ 76206 h 339996"/>
              <a:gd name="connsiteX9" fmla="*/ 319660 w 324346"/>
              <a:gd name="connsiteY9" fmla="*/ 68996 h 339996"/>
              <a:gd name="connsiteX10" fmla="*/ 162160 w 324346"/>
              <a:gd name="connsiteY10" fmla="*/ 323983 h 339996"/>
              <a:gd name="connsiteX11" fmla="*/ 15776 w 324346"/>
              <a:gd name="connsiteY11" fmla="*/ 81323 h 339996"/>
              <a:gd name="connsiteX12" fmla="*/ 162160 w 324346"/>
              <a:gd name="connsiteY12" fmla="*/ 16498 h 339996"/>
              <a:gd name="connsiteX13" fmla="*/ 308570 w 324346"/>
              <a:gd name="connsiteY13" fmla="*/ 81323 h 339996"/>
              <a:gd name="connsiteX14" fmla="*/ 162160 w 324346"/>
              <a:gd name="connsiteY14" fmla="*/ 323983 h 339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24346" h="339996">
                <a:moveTo>
                  <a:pt x="319660" y="69002"/>
                </a:moveTo>
                <a:lnTo>
                  <a:pt x="165347" y="674"/>
                </a:lnTo>
                <a:cubicBezTo>
                  <a:pt x="163319" y="-228"/>
                  <a:pt x="161008" y="-221"/>
                  <a:pt x="158974" y="674"/>
                </a:cubicBezTo>
                <a:lnTo>
                  <a:pt x="4686" y="68996"/>
                </a:lnTo>
                <a:cubicBezTo>
                  <a:pt x="1839" y="70263"/>
                  <a:pt x="0" y="73080"/>
                  <a:pt x="0" y="76206"/>
                </a:cubicBezTo>
                <a:cubicBezTo>
                  <a:pt x="0" y="299178"/>
                  <a:pt x="158741" y="339411"/>
                  <a:pt x="160347" y="339783"/>
                </a:cubicBezTo>
                <a:cubicBezTo>
                  <a:pt x="160945" y="339922"/>
                  <a:pt x="161550" y="339997"/>
                  <a:pt x="162160" y="339997"/>
                </a:cubicBezTo>
                <a:cubicBezTo>
                  <a:pt x="162771" y="339997"/>
                  <a:pt x="163376" y="339922"/>
                  <a:pt x="163974" y="339789"/>
                </a:cubicBezTo>
                <a:cubicBezTo>
                  <a:pt x="165580" y="339405"/>
                  <a:pt x="324346" y="299178"/>
                  <a:pt x="324346" y="76206"/>
                </a:cubicBezTo>
                <a:cubicBezTo>
                  <a:pt x="324346" y="73086"/>
                  <a:pt x="322507" y="70263"/>
                  <a:pt x="319660" y="68996"/>
                </a:cubicBezTo>
                <a:close/>
                <a:moveTo>
                  <a:pt x="162160" y="323983"/>
                </a:moveTo>
                <a:cubicBezTo>
                  <a:pt x="144526" y="319042"/>
                  <a:pt x="17949" y="276748"/>
                  <a:pt x="15776" y="81323"/>
                </a:cubicBezTo>
                <a:lnTo>
                  <a:pt x="162160" y="16498"/>
                </a:lnTo>
                <a:lnTo>
                  <a:pt x="308570" y="81323"/>
                </a:lnTo>
                <a:cubicBezTo>
                  <a:pt x="306397" y="276755"/>
                  <a:pt x="179795" y="319042"/>
                  <a:pt x="162160" y="323983"/>
                </a:cubicBezTo>
                <a:close/>
              </a:path>
            </a:pathLst>
          </a:custGeom>
          <a:solidFill>
            <a:srgbClr val="FFFFFF"/>
          </a:solidFill>
          <a:ln w="0" cap="flat">
            <a:noFill/>
            <a:prstDash val="solid"/>
            <a:miter/>
          </a:ln>
        </p:spPr>
        <p:txBody>
          <a:bodyPr rtlCol="0" anchor="ctr"/>
          <a:lstStyle/>
          <a:p>
            <a:endParaRPr lang="de-DE"/>
          </a:p>
        </p:txBody>
      </p:sp>
      <p:sp>
        <p:nvSpPr>
          <p:cNvPr id="596" name="Freihandform 595">
            <a:extLst>
              <a:ext uri="{FF2B5EF4-FFF2-40B4-BE49-F238E27FC236}">
                <a16:creationId xmlns:a16="http://schemas.microsoft.com/office/drawing/2014/main" id="{4A0E1744-6D9F-4B75-5C58-BD34A5F08B17}"/>
              </a:ext>
            </a:extLst>
          </p:cNvPr>
          <p:cNvSpPr/>
          <p:nvPr/>
        </p:nvSpPr>
        <p:spPr>
          <a:xfrm>
            <a:off x="6205626" y="5872522"/>
            <a:ext cx="319666" cy="319930"/>
          </a:xfrm>
          <a:custGeom>
            <a:avLst/>
            <a:gdLst>
              <a:gd name="connsiteX0" fmla="*/ 309690 w 319666"/>
              <a:gd name="connsiteY0" fmla="*/ 9156 h 319930"/>
              <a:gd name="connsiteX1" fmla="*/ 261838 w 319666"/>
              <a:gd name="connsiteY1" fmla="*/ 4568 h 319930"/>
              <a:gd name="connsiteX2" fmla="*/ 42183 w 319666"/>
              <a:gd name="connsiteY2" fmla="*/ 84032 h 319930"/>
              <a:gd name="connsiteX3" fmla="*/ 37 w 319666"/>
              <a:gd name="connsiteY3" fmla="*/ 129333 h 319930"/>
              <a:gd name="connsiteX4" fmla="*/ 56542 w 319666"/>
              <a:gd name="connsiteY4" fmla="*/ 176398 h 319930"/>
              <a:gd name="connsiteX5" fmla="*/ 126009 w 319666"/>
              <a:gd name="connsiteY5" fmla="*/ 193855 h 319930"/>
              <a:gd name="connsiteX6" fmla="*/ 143448 w 319666"/>
              <a:gd name="connsiteY6" fmla="*/ 263387 h 319930"/>
              <a:gd name="connsiteX7" fmla="*/ 192050 w 319666"/>
              <a:gd name="connsiteY7" fmla="*/ 319930 h 319930"/>
              <a:gd name="connsiteX8" fmla="*/ 235771 w 319666"/>
              <a:gd name="connsiteY8" fmla="*/ 277725 h 319930"/>
              <a:gd name="connsiteX9" fmla="*/ 315157 w 319666"/>
              <a:gd name="connsiteY9" fmla="*/ 57922 h 319930"/>
              <a:gd name="connsiteX10" fmla="*/ 309690 w 319666"/>
              <a:gd name="connsiteY10" fmla="*/ 9156 h 319930"/>
              <a:gd name="connsiteX11" fmla="*/ 300350 w 319666"/>
              <a:gd name="connsiteY11" fmla="*/ 52578 h 319930"/>
              <a:gd name="connsiteX12" fmla="*/ 220964 w 319666"/>
              <a:gd name="connsiteY12" fmla="*/ 272374 h 319930"/>
              <a:gd name="connsiteX13" fmla="*/ 192050 w 319666"/>
              <a:gd name="connsiteY13" fmla="*/ 304181 h 319930"/>
              <a:gd name="connsiteX14" fmla="*/ 158696 w 319666"/>
              <a:gd name="connsiteY14" fmla="*/ 259461 h 319930"/>
              <a:gd name="connsiteX15" fmla="*/ 140180 w 319666"/>
              <a:gd name="connsiteY15" fmla="*/ 185485 h 319930"/>
              <a:gd name="connsiteX16" fmla="*/ 134404 w 319666"/>
              <a:gd name="connsiteY16" fmla="*/ 179700 h 319930"/>
              <a:gd name="connsiteX17" fmla="*/ 60479 w 319666"/>
              <a:gd name="connsiteY17" fmla="*/ 161153 h 319930"/>
              <a:gd name="connsiteX18" fmla="*/ 15776 w 319666"/>
              <a:gd name="connsiteY18" fmla="*/ 128614 h 319930"/>
              <a:gd name="connsiteX19" fmla="*/ 47543 w 319666"/>
              <a:gd name="connsiteY19" fmla="*/ 98861 h 319930"/>
              <a:gd name="connsiteX20" fmla="*/ 267204 w 319666"/>
              <a:gd name="connsiteY20" fmla="*/ 19391 h 319930"/>
              <a:gd name="connsiteX21" fmla="*/ 285103 w 319666"/>
              <a:gd name="connsiteY21" fmla="*/ 15729 h 319930"/>
              <a:gd name="connsiteX22" fmla="*/ 298580 w 319666"/>
              <a:gd name="connsiteY22" fmla="*/ 20311 h 319930"/>
              <a:gd name="connsiteX23" fmla="*/ 300356 w 319666"/>
              <a:gd name="connsiteY23" fmla="*/ 52584 h 319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666" h="319930">
                <a:moveTo>
                  <a:pt x="309690" y="9156"/>
                </a:moveTo>
                <a:cubicBezTo>
                  <a:pt x="302019" y="1921"/>
                  <a:pt x="287496" y="-4747"/>
                  <a:pt x="261838" y="4568"/>
                </a:cubicBezTo>
                <a:lnTo>
                  <a:pt x="42183" y="84032"/>
                </a:lnTo>
                <a:cubicBezTo>
                  <a:pt x="6228" y="97040"/>
                  <a:pt x="-580" y="115846"/>
                  <a:pt x="37" y="129333"/>
                </a:cubicBezTo>
                <a:cubicBezTo>
                  <a:pt x="1026" y="150558"/>
                  <a:pt x="21097" y="167278"/>
                  <a:pt x="56542" y="176398"/>
                </a:cubicBezTo>
                <a:cubicBezTo>
                  <a:pt x="83674" y="183412"/>
                  <a:pt x="110522" y="190042"/>
                  <a:pt x="126009" y="193855"/>
                </a:cubicBezTo>
                <a:cubicBezTo>
                  <a:pt x="129089" y="206434"/>
                  <a:pt x="135910" y="234081"/>
                  <a:pt x="143448" y="263387"/>
                </a:cubicBezTo>
                <a:cubicBezTo>
                  <a:pt x="156151" y="312588"/>
                  <a:pt x="179347" y="319930"/>
                  <a:pt x="192050" y="319930"/>
                </a:cubicBezTo>
                <a:cubicBezTo>
                  <a:pt x="210944" y="319930"/>
                  <a:pt x="225656" y="305731"/>
                  <a:pt x="235771" y="277725"/>
                </a:cubicBezTo>
                <a:lnTo>
                  <a:pt x="315157" y="57922"/>
                </a:lnTo>
                <a:cubicBezTo>
                  <a:pt x="322601" y="37257"/>
                  <a:pt x="320863" y="20953"/>
                  <a:pt x="309690" y="9156"/>
                </a:cubicBezTo>
                <a:close/>
                <a:moveTo>
                  <a:pt x="300350" y="52578"/>
                </a:moveTo>
                <a:lnTo>
                  <a:pt x="220964" y="272374"/>
                </a:lnTo>
                <a:cubicBezTo>
                  <a:pt x="213343" y="293480"/>
                  <a:pt x="203613" y="304181"/>
                  <a:pt x="192050" y="304181"/>
                </a:cubicBezTo>
                <a:cubicBezTo>
                  <a:pt x="178194" y="304181"/>
                  <a:pt x="166033" y="287877"/>
                  <a:pt x="158696" y="259461"/>
                </a:cubicBezTo>
                <a:cubicBezTo>
                  <a:pt x="150036" y="225801"/>
                  <a:pt x="142327" y="194327"/>
                  <a:pt x="140180" y="185485"/>
                </a:cubicBezTo>
                <a:cubicBezTo>
                  <a:pt x="139481" y="182631"/>
                  <a:pt x="137257" y="180400"/>
                  <a:pt x="134404" y="179700"/>
                </a:cubicBezTo>
                <a:cubicBezTo>
                  <a:pt x="120146" y="176196"/>
                  <a:pt x="90470" y="168911"/>
                  <a:pt x="60479" y="161153"/>
                </a:cubicBezTo>
                <a:cubicBezTo>
                  <a:pt x="32698" y="154000"/>
                  <a:pt x="16405" y="142139"/>
                  <a:pt x="15776" y="128614"/>
                </a:cubicBezTo>
                <a:cubicBezTo>
                  <a:pt x="15096" y="113773"/>
                  <a:pt x="32673" y="104243"/>
                  <a:pt x="47543" y="98861"/>
                </a:cubicBezTo>
                <a:lnTo>
                  <a:pt x="267204" y="19391"/>
                </a:lnTo>
                <a:cubicBezTo>
                  <a:pt x="272614" y="17424"/>
                  <a:pt x="279082" y="15729"/>
                  <a:pt x="285103" y="15729"/>
                </a:cubicBezTo>
                <a:cubicBezTo>
                  <a:pt x="290217" y="15729"/>
                  <a:pt x="295022" y="16958"/>
                  <a:pt x="298580" y="20311"/>
                </a:cubicBezTo>
                <a:cubicBezTo>
                  <a:pt x="305111" y="27218"/>
                  <a:pt x="305691" y="37774"/>
                  <a:pt x="300356" y="52584"/>
                </a:cubicBezTo>
                <a:close/>
              </a:path>
            </a:pathLst>
          </a:custGeom>
          <a:solidFill>
            <a:srgbClr val="FFFFFF"/>
          </a:solidFill>
          <a:ln w="0" cap="flat">
            <a:noFill/>
            <a:prstDash val="solid"/>
            <a:miter/>
          </a:ln>
        </p:spPr>
        <p:txBody>
          <a:bodyPr rtlCol="0" anchor="ctr"/>
          <a:lstStyle/>
          <a:p>
            <a:endParaRPr lang="de-DE"/>
          </a:p>
        </p:txBody>
      </p:sp>
      <p:sp>
        <p:nvSpPr>
          <p:cNvPr id="597" name="Freihandform 596">
            <a:extLst>
              <a:ext uri="{FF2B5EF4-FFF2-40B4-BE49-F238E27FC236}">
                <a16:creationId xmlns:a16="http://schemas.microsoft.com/office/drawing/2014/main" id="{A63F3328-4777-A46A-6DE5-BF1BE08DF28D}"/>
              </a:ext>
            </a:extLst>
          </p:cNvPr>
          <p:cNvSpPr/>
          <p:nvPr/>
        </p:nvSpPr>
        <p:spPr>
          <a:xfrm>
            <a:off x="9894920" y="5836957"/>
            <a:ext cx="343636" cy="343886"/>
          </a:xfrm>
          <a:custGeom>
            <a:avLst/>
            <a:gdLst>
              <a:gd name="connsiteX0" fmla="*/ 341325 w 343636"/>
              <a:gd name="connsiteY0" fmla="*/ 155381 h 343886"/>
              <a:gd name="connsiteX1" fmla="*/ 188360 w 343636"/>
              <a:gd name="connsiteY1" fmla="*/ 2306 h 343886"/>
              <a:gd name="connsiteX2" fmla="*/ 177225 w 343636"/>
              <a:gd name="connsiteY2" fmla="*/ 2306 h 343886"/>
              <a:gd name="connsiteX3" fmla="*/ 177225 w 343636"/>
              <a:gd name="connsiteY3" fmla="*/ 13449 h 343886"/>
              <a:gd name="connsiteX4" fmla="*/ 195275 w 343636"/>
              <a:gd name="connsiteY4" fmla="*/ 31511 h 343886"/>
              <a:gd name="connsiteX5" fmla="*/ 43211 w 343636"/>
              <a:gd name="connsiteY5" fmla="*/ 160788 h 343886"/>
              <a:gd name="connsiteX6" fmla="*/ 23460 w 343636"/>
              <a:gd name="connsiteY6" fmla="*/ 141018 h 343886"/>
              <a:gd name="connsiteX7" fmla="*/ 12325 w 343636"/>
              <a:gd name="connsiteY7" fmla="*/ 141018 h 343886"/>
              <a:gd name="connsiteX8" fmla="*/ 12325 w 343636"/>
              <a:gd name="connsiteY8" fmla="*/ 152161 h 343886"/>
              <a:gd name="connsiteX9" fmla="*/ 96378 w 343636"/>
              <a:gd name="connsiteY9" fmla="*/ 236283 h 343886"/>
              <a:gd name="connsiteX10" fmla="*/ 2305 w 343636"/>
              <a:gd name="connsiteY10" fmla="*/ 330438 h 343886"/>
              <a:gd name="connsiteX11" fmla="*/ 2305 w 343636"/>
              <a:gd name="connsiteY11" fmla="*/ 341579 h 343886"/>
              <a:gd name="connsiteX12" fmla="*/ 7872 w 343636"/>
              <a:gd name="connsiteY12" fmla="*/ 343886 h 343886"/>
              <a:gd name="connsiteX13" fmla="*/ 13440 w 343636"/>
              <a:gd name="connsiteY13" fmla="*/ 341579 h 343886"/>
              <a:gd name="connsiteX14" fmla="*/ 107513 w 343636"/>
              <a:gd name="connsiteY14" fmla="*/ 247425 h 343886"/>
              <a:gd name="connsiteX15" fmla="*/ 191578 w 343636"/>
              <a:gd name="connsiteY15" fmla="*/ 331553 h 343886"/>
              <a:gd name="connsiteX16" fmla="*/ 197146 w 343636"/>
              <a:gd name="connsiteY16" fmla="*/ 333859 h 343886"/>
              <a:gd name="connsiteX17" fmla="*/ 202713 w 343636"/>
              <a:gd name="connsiteY17" fmla="*/ 331553 h 343886"/>
              <a:gd name="connsiteX18" fmla="*/ 202713 w 343636"/>
              <a:gd name="connsiteY18" fmla="*/ 320411 h 343886"/>
              <a:gd name="connsiteX19" fmla="*/ 182969 w 343636"/>
              <a:gd name="connsiteY19" fmla="*/ 300653 h 343886"/>
              <a:gd name="connsiteX20" fmla="*/ 312153 w 343636"/>
              <a:gd name="connsiteY20" fmla="*/ 148467 h 343886"/>
              <a:gd name="connsiteX21" fmla="*/ 330197 w 343636"/>
              <a:gd name="connsiteY21" fmla="*/ 166523 h 343886"/>
              <a:gd name="connsiteX22" fmla="*/ 335764 w 343636"/>
              <a:gd name="connsiteY22" fmla="*/ 168830 h 343886"/>
              <a:gd name="connsiteX23" fmla="*/ 341332 w 343636"/>
              <a:gd name="connsiteY23" fmla="*/ 166523 h 343886"/>
              <a:gd name="connsiteX24" fmla="*/ 341332 w 343636"/>
              <a:gd name="connsiteY24" fmla="*/ 155381 h 343886"/>
              <a:gd name="connsiteX25" fmla="*/ 171790 w 343636"/>
              <a:gd name="connsiteY25" fmla="*/ 289467 h 343886"/>
              <a:gd name="connsiteX26" fmla="*/ 54377 w 343636"/>
              <a:gd name="connsiteY26" fmla="*/ 171962 h 343886"/>
              <a:gd name="connsiteX27" fmla="*/ 206442 w 343636"/>
              <a:gd name="connsiteY27" fmla="*/ 42685 h 343886"/>
              <a:gd name="connsiteX28" fmla="*/ 300968 w 343636"/>
              <a:gd name="connsiteY28" fmla="*/ 137281 h 343886"/>
              <a:gd name="connsiteX29" fmla="*/ 171784 w 343636"/>
              <a:gd name="connsiteY29" fmla="*/ 289467 h 343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3636" h="343886">
                <a:moveTo>
                  <a:pt x="341325" y="155381"/>
                </a:moveTo>
                <a:lnTo>
                  <a:pt x="188360" y="2306"/>
                </a:lnTo>
                <a:cubicBezTo>
                  <a:pt x="185287" y="-769"/>
                  <a:pt x="180305" y="-769"/>
                  <a:pt x="177225" y="2306"/>
                </a:cubicBezTo>
                <a:cubicBezTo>
                  <a:pt x="174146" y="5382"/>
                  <a:pt x="174152" y="10367"/>
                  <a:pt x="177225" y="13449"/>
                </a:cubicBezTo>
                <a:lnTo>
                  <a:pt x="195275" y="31511"/>
                </a:lnTo>
                <a:lnTo>
                  <a:pt x="43211" y="160788"/>
                </a:lnTo>
                <a:lnTo>
                  <a:pt x="23460" y="141018"/>
                </a:lnTo>
                <a:cubicBezTo>
                  <a:pt x="20387" y="137943"/>
                  <a:pt x="15405" y="137943"/>
                  <a:pt x="12325" y="141018"/>
                </a:cubicBezTo>
                <a:cubicBezTo>
                  <a:pt x="9246" y="144093"/>
                  <a:pt x="9252" y="149079"/>
                  <a:pt x="12325" y="152161"/>
                </a:cubicBezTo>
                <a:lnTo>
                  <a:pt x="96378" y="236283"/>
                </a:lnTo>
                <a:lnTo>
                  <a:pt x="2305" y="330438"/>
                </a:lnTo>
                <a:cubicBezTo>
                  <a:pt x="-768" y="333513"/>
                  <a:pt x="-768" y="338498"/>
                  <a:pt x="2305" y="341579"/>
                </a:cubicBezTo>
                <a:cubicBezTo>
                  <a:pt x="3842" y="343117"/>
                  <a:pt x="5851" y="343886"/>
                  <a:pt x="7872" y="343886"/>
                </a:cubicBezTo>
                <a:cubicBezTo>
                  <a:pt x="9894" y="343886"/>
                  <a:pt x="11903" y="343117"/>
                  <a:pt x="13440" y="341579"/>
                </a:cubicBezTo>
                <a:lnTo>
                  <a:pt x="107513" y="247425"/>
                </a:lnTo>
                <a:lnTo>
                  <a:pt x="191578" y="331553"/>
                </a:lnTo>
                <a:cubicBezTo>
                  <a:pt x="193115" y="333091"/>
                  <a:pt x="195124" y="333859"/>
                  <a:pt x="197146" y="333859"/>
                </a:cubicBezTo>
                <a:cubicBezTo>
                  <a:pt x="199168" y="333859"/>
                  <a:pt x="201176" y="333091"/>
                  <a:pt x="202713" y="331553"/>
                </a:cubicBezTo>
                <a:cubicBezTo>
                  <a:pt x="205786" y="328477"/>
                  <a:pt x="205786" y="323492"/>
                  <a:pt x="202713" y="320411"/>
                </a:cubicBezTo>
                <a:lnTo>
                  <a:pt x="182969" y="300653"/>
                </a:lnTo>
                <a:lnTo>
                  <a:pt x="312153" y="148467"/>
                </a:lnTo>
                <a:lnTo>
                  <a:pt x="330197" y="166523"/>
                </a:lnTo>
                <a:cubicBezTo>
                  <a:pt x="331734" y="168061"/>
                  <a:pt x="333743" y="168830"/>
                  <a:pt x="335764" y="168830"/>
                </a:cubicBezTo>
                <a:cubicBezTo>
                  <a:pt x="337786" y="168830"/>
                  <a:pt x="339795" y="168061"/>
                  <a:pt x="341332" y="166523"/>
                </a:cubicBezTo>
                <a:cubicBezTo>
                  <a:pt x="344405" y="163448"/>
                  <a:pt x="344405" y="158463"/>
                  <a:pt x="341332" y="155381"/>
                </a:cubicBezTo>
                <a:close/>
                <a:moveTo>
                  <a:pt x="171790" y="289467"/>
                </a:moveTo>
                <a:lnTo>
                  <a:pt x="54377" y="171962"/>
                </a:lnTo>
                <a:lnTo>
                  <a:pt x="206442" y="42685"/>
                </a:lnTo>
                <a:lnTo>
                  <a:pt x="300968" y="137281"/>
                </a:lnTo>
                <a:lnTo>
                  <a:pt x="171784" y="289467"/>
                </a:lnTo>
                <a:close/>
              </a:path>
            </a:pathLst>
          </a:custGeom>
          <a:solidFill>
            <a:srgbClr val="FFFFFF"/>
          </a:solidFill>
          <a:ln w="0" cap="flat">
            <a:noFill/>
            <a:prstDash val="solid"/>
            <a:miter/>
          </a:ln>
        </p:spPr>
        <p:txBody>
          <a:bodyPr rtlCol="0" anchor="ctr"/>
          <a:lstStyle/>
          <a:p>
            <a:endParaRPr lang="de-DE"/>
          </a:p>
        </p:txBody>
      </p:sp>
      <p:sp>
        <p:nvSpPr>
          <p:cNvPr id="598" name="Inhaltsplatzhalter 8">
            <a:extLst>
              <a:ext uri="{FF2B5EF4-FFF2-40B4-BE49-F238E27FC236}">
                <a16:creationId xmlns:a16="http://schemas.microsoft.com/office/drawing/2014/main" id="{E54070CE-96CA-82AC-848F-C0F226262BED}"/>
              </a:ext>
            </a:extLst>
          </p:cNvPr>
          <p:cNvSpPr txBox="1">
            <a:spLocks/>
          </p:cNvSpPr>
          <p:nvPr/>
        </p:nvSpPr>
        <p:spPr>
          <a:xfrm>
            <a:off x="479426" y="1581293"/>
            <a:ext cx="4277273" cy="3053587"/>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solidFill>
                  <a:schemeClr val="bg1"/>
                </a:solidFill>
                <a:latin typeface="+mn-lt"/>
              </a:rPr>
              <a:t>Schlichte, leicht verständliche und moderne Icons helfen Informationen visuell zu transportieren. </a:t>
            </a:r>
          </a:p>
          <a:p>
            <a:r>
              <a:rPr lang="de-DE" dirty="0">
                <a:solidFill>
                  <a:schemeClr val="bg1"/>
                </a:solidFill>
                <a:latin typeface="+mn-lt"/>
              </a:rPr>
              <a:t>Indem ausschließlich auf dieses Set zurückgegriffen wird, kann ein einheitliches Erscheinungsbild über alle Anwendungen hinweg gewährleistet werden.</a:t>
            </a:r>
          </a:p>
        </p:txBody>
      </p:sp>
      <p:cxnSp>
        <p:nvCxnSpPr>
          <p:cNvPr id="611" name="Gerade Verbindung 610">
            <a:extLst>
              <a:ext uri="{FF2B5EF4-FFF2-40B4-BE49-F238E27FC236}">
                <a16:creationId xmlns:a16="http://schemas.microsoft.com/office/drawing/2014/main" id="{C625857B-DC9C-CF3B-379B-4BCCBEAE06E1}"/>
              </a:ext>
            </a:extLst>
          </p:cNvPr>
          <p:cNvCxnSpPr>
            <a:cxnSpLocks/>
          </p:cNvCxnSpPr>
          <p:nvPr/>
        </p:nvCxnSpPr>
        <p:spPr>
          <a:xfrm flipV="1">
            <a:off x="2029604" y="4811842"/>
            <a:ext cx="0" cy="500382"/>
          </a:xfrm>
          <a:prstGeom prst="line">
            <a:avLst/>
          </a:prstGeom>
          <a:noFill/>
          <a:ln w="12700">
            <a:solidFill>
              <a:schemeClr val="accent2"/>
            </a:solidFill>
            <a:prstDash val="solid"/>
          </a:ln>
        </p:spPr>
      </p:cxnSp>
      <p:cxnSp>
        <p:nvCxnSpPr>
          <p:cNvPr id="612" name="Gerade Verbindung 611">
            <a:extLst>
              <a:ext uri="{FF2B5EF4-FFF2-40B4-BE49-F238E27FC236}">
                <a16:creationId xmlns:a16="http://schemas.microsoft.com/office/drawing/2014/main" id="{B77093B3-C807-AD44-5447-AF7969B1987C}"/>
              </a:ext>
            </a:extLst>
          </p:cNvPr>
          <p:cNvCxnSpPr>
            <a:cxnSpLocks/>
          </p:cNvCxnSpPr>
          <p:nvPr/>
        </p:nvCxnSpPr>
        <p:spPr>
          <a:xfrm flipV="1">
            <a:off x="2332036" y="4811842"/>
            <a:ext cx="0" cy="500382"/>
          </a:xfrm>
          <a:prstGeom prst="line">
            <a:avLst/>
          </a:prstGeom>
          <a:noFill/>
          <a:ln w="12700">
            <a:solidFill>
              <a:schemeClr val="accent2"/>
            </a:solidFill>
            <a:prstDash val="solid"/>
          </a:ln>
        </p:spPr>
      </p:cxnSp>
      <p:cxnSp>
        <p:nvCxnSpPr>
          <p:cNvPr id="614" name="Gerade Verbindung 613">
            <a:extLst>
              <a:ext uri="{FF2B5EF4-FFF2-40B4-BE49-F238E27FC236}">
                <a16:creationId xmlns:a16="http://schemas.microsoft.com/office/drawing/2014/main" id="{8A5DFEA3-AEC9-D77C-399E-88EDD46E25E7}"/>
              </a:ext>
            </a:extLst>
          </p:cNvPr>
          <p:cNvCxnSpPr>
            <a:cxnSpLocks/>
          </p:cNvCxnSpPr>
          <p:nvPr/>
        </p:nvCxnSpPr>
        <p:spPr>
          <a:xfrm>
            <a:off x="1945859" y="5211639"/>
            <a:ext cx="449705" cy="0"/>
          </a:xfrm>
          <a:prstGeom prst="line">
            <a:avLst/>
          </a:prstGeom>
          <a:noFill/>
          <a:ln w="12700">
            <a:solidFill>
              <a:schemeClr val="accent2"/>
            </a:solidFill>
            <a:prstDash val="solid"/>
          </a:ln>
        </p:spPr>
      </p:cxnSp>
      <p:sp>
        <p:nvSpPr>
          <p:cNvPr id="626" name="Inhaltsplatzhalter 8">
            <a:extLst>
              <a:ext uri="{FF2B5EF4-FFF2-40B4-BE49-F238E27FC236}">
                <a16:creationId xmlns:a16="http://schemas.microsoft.com/office/drawing/2014/main" id="{EC339AD6-83D1-B6FA-E16E-E9C3C2D739FF}"/>
              </a:ext>
            </a:extLst>
          </p:cNvPr>
          <p:cNvSpPr txBox="1">
            <a:spLocks/>
          </p:cNvSpPr>
          <p:nvPr/>
        </p:nvSpPr>
        <p:spPr>
          <a:xfrm>
            <a:off x="1905503" y="5261795"/>
            <a:ext cx="536372" cy="30807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ctr"/>
            <a:r>
              <a:rPr lang="de-DE" sz="1800" dirty="0">
                <a:solidFill>
                  <a:schemeClr val="accent2"/>
                </a:solidFill>
                <a:latin typeface="+mj-lt"/>
              </a:rPr>
              <a:t>0,7</a:t>
            </a:r>
          </a:p>
          <a:p>
            <a:pPr algn="ctr"/>
            <a:endParaRPr lang="de-DE" sz="1800" dirty="0">
              <a:solidFill>
                <a:schemeClr val="accent2"/>
              </a:solidFill>
              <a:latin typeface="+mj-lt"/>
            </a:endParaRPr>
          </a:p>
        </p:txBody>
      </p:sp>
      <p:grpSp>
        <p:nvGrpSpPr>
          <p:cNvPr id="630" name="Gruppieren 629">
            <a:extLst>
              <a:ext uri="{FF2B5EF4-FFF2-40B4-BE49-F238E27FC236}">
                <a16:creationId xmlns:a16="http://schemas.microsoft.com/office/drawing/2014/main" id="{08F34734-0A73-EE11-D9C7-E87A76D2B403}"/>
              </a:ext>
            </a:extLst>
          </p:cNvPr>
          <p:cNvGrpSpPr/>
          <p:nvPr/>
        </p:nvGrpSpPr>
        <p:grpSpPr>
          <a:xfrm rot="5400000">
            <a:off x="953542" y="3534805"/>
            <a:ext cx="315879" cy="761115"/>
            <a:chOff x="1749196" y="4162926"/>
            <a:chExt cx="315879" cy="1252905"/>
          </a:xfrm>
        </p:grpSpPr>
        <p:cxnSp>
          <p:nvCxnSpPr>
            <p:cNvPr id="633" name="Gerade Verbindung 632">
              <a:extLst>
                <a:ext uri="{FF2B5EF4-FFF2-40B4-BE49-F238E27FC236}">
                  <a16:creationId xmlns:a16="http://schemas.microsoft.com/office/drawing/2014/main" id="{60C644CD-B692-3B51-B48C-0610EB51A1BC}"/>
                </a:ext>
              </a:extLst>
            </p:cNvPr>
            <p:cNvCxnSpPr>
              <a:cxnSpLocks/>
            </p:cNvCxnSpPr>
            <p:nvPr/>
          </p:nvCxnSpPr>
          <p:spPr>
            <a:xfrm flipV="1">
              <a:off x="1749196" y="4162926"/>
              <a:ext cx="0" cy="1252905"/>
            </a:xfrm>
            <a:prstGeom prst="line">
              <a:avLst/>
            </a:prstGeom>
            <a:noFill/>
            <a:ln w="12700">
              <a:solidFill>
                <a:schemeClr val="accent2"/>
              </a:solidFill>
              <a:prstDash val="solid"/>
            </a:ln>
          </p:spPr>
        </p:cxnSp>
        <p:cxnSp>
          <p:nvCxnSpPr>
            <p:cNvPr id="634" name="Gerade Verbindung 633">
              <a:extLst>
                <a:ext uri="{FF2B5EF4-FFF2-40B4-BE49-F238E27FC236}">
                  <a16:creationId xmlns:a16="http://schemas.microsoft.com/office/drawing/2014/main" id="{EA5B7B83-243A-87FC-25C8-8A7BF5A301BA}"/>
                </a:ext>
              </a:extLst>
            </p:cNvPr>
            <p:cNvCxnSpPr>
              <a:cxnSpLocks/>
            </p:cNvCxnSpPr>
            <p:nvPr/>
          </p:nvCxnSpPr>
          <p:spPr>
            <a:xfrm flipV="1">
              <a:off x="2065075" y="4688247"/>
              <a:ext cx="0" cy="727584"/>
            </a:xfrm>
            <a:prstGeom prst="line">
              <a:avLst/>
            </a:prstGeom>
            <a:noFill/>
            <a:ln w="12700">
              <a:solidFill>
                <a:schemeClr val="accent2"/>
              </a:solidFill>
              <a:prstDash val="solid"/>
            </a:ln>
          </p:spPr>
        </p:cxnSp>
      </p:grpSp>
      <p:cxnSp>
        <p:nvCxnSpPr>
          <p:cNvPr id="631" name="Gerade Verbindung 630">
            <a:extLst>
              <a:ext uri="{FF2B5EF4-FFF2-40B4-BE49-F238E27FC236}">
                <a16:creationId xmlns:a16="http://schemas.microsoft.com/office/drawing/2014/main" id="{7C79B481-6B77-4ABA-5B37-78B8AE0DB487}"/>
              </a:ext>
            </a:extLst>
          </p:cNvPr>
          <p:cNvCxnSpPr>
            <a:cxnSpLocks/>
          </p:cNvCxnSpPr>
          <p:nvPr/>
        </p:nvCxnSpPr>
        <p:spPr>
          <a:xfrm rot="5400000">
            <a:off x="606658" y="3911978"/>
            <a:ext cx="449705" cy="0"/>
          </a:xfrm>
          <a:prstGeom prst="line">
            <a:avLst/>
          </a:prstGeom>
          <a:noFill/>
          <a:ln w="12700">
            <a:solidFill>
              <a:schemeClr val="accent2"/>
            </a:solidFill>
            <a:prstDash val="solid"/>
          </a:ln>
        </p:spPr>
      </p:cxnSp>
      <p:sp>
        <p:nvSpPr>
          <p:cNvPr id="632" name="Inhaltsplatzhalter 8">
            <a:extLst>
              <a:ext uri="{FF2B5EF4-FFF2-40B4-BE49-F238E27FC236}">
                <a16:creationId xmlns:a16="http://schemas.microsoft.com/office/drawing/2014/main" id="{2E7CD400-DEBF-49FB-9989-2CEB300F1C02}"/>
              </a:ext>
            </a:extLst>
          </p:cNvPr>
          <p:cNvSpPr txBox="1">
            <a:spLocks/>
          </p:cNvSpPr>
          <p:nvPr/>
        </p:nvSpPr>
        <p:spPr>
          <a:xfrm rot="16200000">
            <a:off x="284727" y="3760920"/>
            <a:ext cx="536372" cy="30807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ctr"/>
            <a:r>
              <a:rPr lang="de-DE" sz="1800" dirty="0">
                <a:solidFill>
                  <a:schemeClr val="accent2"/>
                </a:solidFill>
                <a:latin typeface="+mj-lt"/>
              </a:rPr>
              <a:t>0,7</a:t>
            </a:r>
          </a:p>
          <a:p>
            <a:pPr algn="ctr"/>
            <a:endParaRPr lang="de-DE" sz="1800" dirty="0">
              <a:solidFill>
                <a:schemeClr val="accent2"/>
              </a:solidFill>
              <a:latin typeface="+mj-lt"/>
            </a:endParaRPr>
          </a:p>
        </p:txBody>
      </p:sp>
      <p:sp>
        <p:nvSpPr>
          <p:cNvPr id="635" name="Inhaltsplatzhalter 8">
            <a:extLst>
              <a:ext uri="{FF2B5EF4-FFF2-40B4-BE49-F238E27FC236}">
                <a16:creationId xmlns:a16="http://schemas.microsoft.com/office/drawing/2014/main" id="{9C855EA2-BF44-6CA7-0A0A-D35070087FFA}"/>
              </a:ext>
            </a:extLst>
          </p:cNvPr>
          <p:cNvSpPr txBox="1">
            <a:spLocks/>
          </p:cNvSpPr>
          <p:nvPr/>
        </p:nvSpPr>
        <p:spPr>
          <a:xfrm>
            <a:off x="2353197" y="3676805"/>
            <a:ext cx="1887790" cy="92005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solidFill>
                  <a:schemeClr val="bg1"/>
                </a:solidFill>
                <a:latin typeface="+mn-lt"/>
              </a:rPr>
              <a:t>Bei den kleinen Icons ist ein Abstand von min. 0,7 cm zu weiteren Elementen, wie Text einzuhalten.</a:t>
            </a:r>
          </a:p>
        </p:txBody>
      </p:sp>
      <p:sp>
        <p:nvSpPr>
          <p:cNvPr id="639" name="Inhaltsplatzhalter 8">
            <a:extLst>
              <a:ext uri="{FF2B5EF4-FFF2-40B4-BE49-F238E27FC236}">
                <a16:creationId xmlns:a16="http://schemas.microsoft.com/office/drawing/2014/main" id="{916E0FEF-5A22-768C-8A87-CED5DDD1BF44}"/>
              </a:ext>
            </a:extLst>
          </p:cNvPr>
          <p:cNvSpPr txBox="1">
            <a:spLocks/>
          </p:cNvSpPr>
          <p:nvPr/>
        </p:nvSpPr>
        <p:spPr>
          <a:xfrm>
            <a:off x="2626720" y="5029899"/>
            <a:ext cx="2316407" cy="1386775"/>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400"/>
              </a:spcBef>
              <a:spcAft>
                <a:spcPts val="400"/>
              </a:spcAft>
            </a:pPr>
            <a:r>
              <a:rPr lang="de-DE" dirty="0">
                <a:ln w="6350">
                  <a:noFill/>
                </a:ln>
                <a:solidFill>
                  <a:schemeClr val="accent2"/>
                </a:solidFill>
                <a:latin typeface="+mj-lt"/>
              </a:rPr>
              <a:t>Tipp:</a:t>
            </a:r>
          </a:p>
          <a:p>
            <a:pPr>
              <a:spcBef>
                <a:spcPts val="400"/>
              </a:spcBef>
              <a:spcAft>
                <a:spcPts val="400"/>
              </a:spcAft>
            </a:pPr>
            <a:r>
              <a:rPr lang="de-DE" sz="900" dirty="0">
                <a:solidFill>
                  <a:schemeClr val="bg1"/>
                </a:solidFill>
                <a:latin typeface="+mn-lt"/>
              </a:rPr>
              <a:t>Statt des </a:t>
            </a:r>
            <a:r>
              <a:rPr lang="de-DE" sz="900" dirty="0" err="1">
                <a:solidFill>
                  <a:schemeClr val="bg1"/>
                </a:solidFill>
                <a:latin typeface="+mn-lt"/>
              </a:rPr>
              <a:t>Sparkles</a:t>
            </a:r>
            <a:r>
              <a:rPr lang="de-DE" sz="900" dirty="0">
                <a:solidFill>
                  <a:schemeClr val="bg1"/>
                </a:solidFill>
                <a:latin typeface="+mn-lt"/>
              </a:rPr>
              <a:t> ein anderes Icon mittig vom Abstandskreis platzieren und beides auf die gewünschte Folie kopieren</a:t>
            </a:r>
          </a:p>
        </p:txBody>
      </p:sp>
      <p:sp>
        <p:nvSpPr>
          <p:cNvPr id="2" name="Grafik 28">
            <a:extLst>
              <a:ext uri="{FF2B5EF4-FFF2-40B4-BE49-F238E27FC236}">
                <a16:creationId xmlns:a16="http://schemas.microsoft.com/office/drawing/2014/main" id="{4465CCAB-AE2F-E713-9BC8-625BBDCD51D9}"/>
              </a:ext>
            </a:extLst>
          </p:cNvPr>
          <p:cNvSpPr>
            <a:spLocks noChangeAspect="1"/>
          </p:cNvSpPr>
          <p:nvPr/>
        </p:nvSpPr>
        <p:spPr>
          <a:xfrm>
            <a:off x="1652484" y="4062454"/>
            <a:ext cx="378000" cy="375668"/>
          </a:xfrm>
          <a:custGeom>
            <a:avLst/>
            <a:gdLst>
              <a:gd name="connsiteX0" fmla="*/ 2000714 w 4407630"/>
              <a:gd name="connsiteY0" fmla="*/ 2399025 h 4380430"/>
              <a:gd name="connsiteX1" fmla="*/ 1992345 w 4407630"/>
              <a:gd name="connsiteY1" fmla="*/ 2393857 h 4380430"/>
              <a:gd name="connsiteX2" fmla="*/ 856996 w 4407630"/>
              <a:gd name="connsiteY2" fmla="*/ 2226577 h 4380430"/>
              <a:gd name="connsiteX3" fmla="*/ 355896 w 4407630"/>
              <a:gd name="connsiteY3" fmla="*/ 2407659 h 4380430"/>
              <a:gd name="connsiteX4" fmla="*/ 856996 w 4407630"/>
              <a:gd name="connsiteY4" fmla="*/ 2588740 h 4380430"/>
              <a:gd name="connsiteX5" fmla="*/ 1828101 w 4407630"/>
              <a:gd name="connsiteY5" fmla="*/ 2468428 h 4380430"/>
              <a:gd name="connsiteX6" fmla="*/ 476808 w 4407630"/>
              <a:gd name="connsiteY6" fmla="*/ 3626895 h 4380430"/>
              <a:gd name="connsiteX7" fmla="*/ 36550 w 4407630"/>
              <a:gd name="connsiteY7" fmla="*/ 4341796 h 4380430"/>
              <a:gd name="connsiteX8" fmla="*/ 759941 w 4407630"/>
              <a:gd name="connsiteY8" fmla="*/ 3906765 h 4380430"/>
              <a:gd name="connsiteX9" fmla="*/ 1932177 w 4407630"/>
              <a:gd name="connsiteY9" fmla="*/ 2571493 h 4380430"/>
              <a:gd name="connsiteX10" fmla="*/ 1811503 w 4407630"/>
              <a:gd name="connsiteY10" fmla="*/ 3541869 h 4380430"/>
              <a:gd name="connsiteX11" fmla="*/ 1992861 w 4407630"/>
              <a:gd name="connsiteY11" fmla="*/ 4042105 h 4380430"/>
              <a:gd name="connsiteX12" fmla="*/ 2174219 w 4407630"/>
              <a:gd name="connsiteY12" fmla="*/ 3541869 h 4380430"/>
              <a:gd name="connsiteX13" fmla="*/ 2006683 w 4407630"/>
              <a:gd name="connsiteY13" fmla="*/ 2408213 h 4380430"/>
              <a:gd name="connsiteX14" fmla="*/ 2000714 w 4407630"/>
              <a:gd name="connsiteY14" fmla="*/ 2399045 h 4380430"/>
              <a:gd name="connsiteX15" fmla="*/ 1939752 w 4407630"/>
              <a:gd name="connsiteY15" fmla="*/ 1952905 h 4380430"/>
              <a:gd name="connsiteX16" fmla="*/ 1962380 w 4407630"/>
              <a:gd name="connsiteY16" fmla="*/ 1930273 h 4380430"/>
              <a:gd name="connsiteX17" fmla="*/ 777214 w 4407630"/>
              <a:gd name="connsiteY17" fmla="*/ 473997 h 4380430"/>
              <a:gd name="connsiteX18" fmla="*/ 45851 w 4407630"/>
              <a:gd name="connsiteY18" fmla="*/ 39223 h 4380430"/>
              <a:gd name="connsiteX19" fmla="*/ 481230 w 4407630"/>
              <a:gd name="connsiteY19" fmla="*/ 769509 h 4380430"/>
              <a:gd name="connsiteX20" fmla="*/ 1939733 w 4407630"/>
              <a:gd name="connsiteY20" fmla="*/ 1952905 h 4380430"/>
              <a:gd name="connsiteX21" fmla="*/ 2218027 w 4407630"/>
              <a:gd name="connsiteY21" fmla="*/ 279272 h 4380430"/>
              <a:gd name="connsiteX22" fmla="*/ 2036708 w 4407630"/>
              <a:gd name="connsiteY22" fmla="*/ 771153 h 4380430"/>
              <a:gd name="connsiteX23" fmla="*/ 2204205 w 4407630"/>
              <a:gd name="connsiteY23" fmla="*/ 1885601 h 4380430"/>
              <a:gd name="connsiteX24" fmla="*/ 2231869 w 4407630"/>
              <a:gd name="connsiteY24" fmla="*/ 1885601 h 4380430"/>
              <a:gd name="connsiteX25" fmla="*/ 2399405 w 4407630"/>
              <a:gd name="connsiteY25" fmla="*/ 771153 h 4380430"/>
              <a:gd name="connsiteX26" fmla="*/ 2218047 w 4407630"/>
              <a:gd name="connsiteY26" fmla="*/ 279272 h 4380430"/>
              <a:gd name="connsiteX27" fmla="*/ 2472425 w 4407630"/>
              <a:gd name="connsiteY27" fmla="*/ 2427638 h 4380430"/>
              <a:gd name="connsiteX28" fmla="*/ 2449797 w 4407630"/>
              <a:gd name="connsiteY28" fmla="*/ 2450231 h 4380430"/>
              <a:gd name="connsiteX29" fmla="*/ 3635002 w 4407630"/>
              <a:gd name="connsiteY29" fmla="*/ 3906507 h 4380430"/>
              <a:gd name="connsiteX30" fmla="*/ 4366346 w 4407630"/>
              <a:gd name="connsiteY30" fmla="*/ 4341162 h 4380430"/>
              <a:gd name="connsiteX31" fmla="*/ 3930927 w 4407630"/>
              <a:gd name="connsiteY31" fmla="*/ 3610975 h 4380430"/>
              <a:gd name="connsiteX32" fmla="*/ 2472425 w 4407630"/>
              <a:gd name="connsiteY32" fmla="*/ 2427618 h 4380430"/>
              <a:gd name="connsiteX33" fmla="*/ 3636986 w 4407630"/>
              <a:gd name="connsiteY33" fmla="*/ 474828 h 4380430"/>
              <a:gd name="connsiteX34" fmla="*/ 2451820 w 4407630"/>
              <a:gd name="connsiteY34" fmla="*/ 1931164 h 4380430"/>
              <a:gd name="connsiteX35" fmla="*/ 2474447 w 4407630"/>
              <a:gd name="connsiteY35" fmla="*/ 1953717 h 4380430"/>
              <a:gd name="connsiteX36" fmla="*/ 3932950 w 4407630"/>
              <a:gd name="connsiteY36" fmla="*/ 770400 h 4380430"/>
              <a:gd name="connsiteX37" fmla="*/ 4368329 w 4407630"/>
              <a:gd name="connsiteY37" fmla="*/ 40173 h 4380430"/>
              <a:gd name="connsiteX38" fmla="*/ 3636986 w 4407630"/>
              <a:gd name="connsiteY38" fmla="*/ 474828 h 4380430"/>
              <a:gd name="connsiteX39" fmla="*/ 3753932 w 4407630"/>
              <a:gd name="connsiteY39" fmla="*/ 2387382 h 4380430"/>
              <a:gd name="connsiteX40" fmla="*/ 4298642 w 4407630"/>
              <a:gd name="connsiteY40" fmla="*/ 2206380 h 4380430"/>
              <a:gd name="connsiteX41" fmla="*/ 3753932 w 4407630"/>
              <a:gd name="connsiteY41" fmla="*/ 2025239 h 4380430"/>
              <a:gd name="connsiteX42" fmla="*/ 2519604 w 4407630"/>
              <a:gd name="connsiteY42" fmla="*/ 2192519 h 4380430"/>
              <a:gd name="connsiteX43" fmla="*/ 2519604 w 4407630"/>
              <a:gd name="connsiteY43" fmla="*/ 2220181 h 4380430"/>
              <a:gd name="connsiteX44" fmla="*/ 3753932 w 4407630"/>
              <a:gd name="connsiteY44" fmla="*/ 2387363 h 4380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4407630" h="4380430">
                <a:moveTo>
                  <a:pt x="2000714" y="2399025"/>
                </a:moveTo>
                <a:cubicBezTo>
                  <a:pt x="1998691" y="2396867"/>
                  <a:pt x="1995955" y="2394986"/>
                  <a:pt x="1992345" y="2393857"/>
                </a:cubicBezTo>
                <a:cubicBezTo>
                  <a:pt x="1690213" y="2299960"/>
                  <a:pt x="1325553" y="2226577"/>
                  <a:pt x="856996" y="2226577"/>
                </a:cubicBezTo>
                <a:cubicBezTo>
                  <a:pt x="515816" y="2226577"/>
                  <a:pt x="355896" y="2260675"/>
                  <a:pt x="355896" y="2407659"/>
                </a:cubicBezTo>
                <a:cubicBezTo>
                  <a:pt x="355896" y="2554643"/>
                  <a:pt x="515816" y="2588740"/>
                  <a:pt x="856996" y="2588740"/>
                </a:cubicBezTo>
                <a:cubicBezTo>
                  <a:pt x="1243768" y="2588740"/>
                  <a:pt x="1559643" y="2538703"/>
                  <a:pt x="1828101" y="2468428"/>
                </a:cubicBezTo>
                <a:cubicBezTo>
                  <a:pt x="1427031" y="2741130"/>
                  <a:pt x="981676" y="3127926"/>
                  <a:pt x="476808" y="3626895"/>
                </a:cubicBezTo>
                <a:cubicBezTo>
                  <a:pt x="80675" y="4018364"/>
                  <a:pt x="-78492" y="4228157"/>
                  <a:pt x="36550" y="4341796"/>
                </a:cubicBezTo>
                <a:cubicBezTo>
                  <a:pt x="151493" y="4455375"/>
                  <a:pt x="363808" y="4298194"/>
                  <a:pt x="759941" y="3906765"/>
                </a:cubicBezTo>
                <a:cubicBezTo>
                  <a:pt x="1264750" y="3407835"/>
                  <a:pt x="1656242" y="2967774"/>
                  <a:pt x="1932177" y="2571493"/>
                </a:cubicBezTo>
                <a:cubicBezTo>
                  <a:pt x="1861696" y="2839680"/>
                  <a:pt x="1811503" y="3155311"/>
                  <a:pt x="1811503" y="3541869"/>
                </a:cubicBezTo>
                <a:cubicBezTo>
                  <a:pt x="1811503" y="3882449"/>
                  <a:pt x="1845652" y="4042105"/>
                  <a:pt x="1992861" y="4042105"/>
                </a:cubicBezTo>
                <a:cubicBezTo>
                  <a:pt x="2140070" y="4042105"/>
                  <a:pt x="2174219" y="3882429"/>
                  <a:pt x="2174219" y="3541869"/>
                </a:cubicBezTo>
                <a:cubicBezTo>
                  <a:pt x="2174219" y="3073987"/>
                  <a:pt x="2100784" y="2709844"/>
                  <a:pt x="2006683" y="2408213"/>
                </a:cubicBezTo>
                <a:cubicBezTo>
                  <a:pt x="2005414" y="2404035"/>
                  <a:pt x="2003253" y="2401025"/>
                  <a:pt x="2000714" y="2399045"/>
                </a:cubicBezTo>
                <a:moveTo>
                  <a:pt x="1939752" y="1952905"/>
                </a:moveTo>
                <a:cubicBezTo>
                  <a:pt x="1962420" y="1967420"/>
                  <a:pt x="1976916" y="1952945"/>
                  <a:pt x="1962380" y="1930273"/>
                </a:cubicBezTo>
                <a:cubicBezTo>
                  <a:pt x="1687397" y="1502469"/>
                  <a:pt x="1322777" y="1018667"/>
                  <a:pt x="777214" y="473997"/>
                </a:cubicBezTo>
                <a:cubicBezTo>
                  <a:pt x="380130" y="77399"/>
                  <a:pt x="166069" y="-80752"/>
                  <a:pt x="45851" y="39223"/>
                </a:cubicBezTo>
                <a:cubicBezTo>
                  <a:pt x="-74308" y="159198"/>
                  <a:pt x="84046" y="372932"/>
                  <a:pt x="481230" y="769509"/>
                </a:cubicBezTo>
                <a:cubicBezTo>
                  <a:pt x="1026733" y="1314279"/>
                  <a:pt x="1511235" y="1678303"/>
                  <a:pt x="1939733" y="1952905"/>
                </a:cubicBezTo>
                <a:moveTo>
                  <a:pt x="2218027" y="279272"/>
                </a:moveTo>
                <a:cubicBezTo>
                  <a:pt x="2070818" y="279272"/>
                  <a:pt x="2036708" y="436315"/>
                  <a:pt x="2036708" y="771153"/>
                </a:cubicBezTo>
                <a:cubicBezTo>
                  <a:pt x="2036708" y="1231133"/>
                  <a:pt x="2110104" y="1589039"/>
                  <a:pt x="2204205" y="1885601"/>
                </a:cubicBezTo>
                <a:cubicBezTo>
                  <a:pt x="2209143" y="1901343"/>
                  <a:pt x="2226872" y="1901343"/>
                  <a:pt x="2231869" y="1885601"/>
                </a:cubicBezTo>
                <a:cubicBezTo>
                  <a:pt x="2325970" y="1589039"/>
                  <a:pt x="2399405" y="1231133"/>
                  <a:pt x="2399405" y="771153"/>
                </a:cubicBezTo>
                <a:cubicBezTo>
                  <a:pt x="2399405" y="436315"/>
                  <a:pt x="2365256" y="279272"/>
                  <a:pt x="2218047" y="279272"/>
                </a:cubicBezTo>
                <a:moveTo>
                  <a:pt x="2472425" y="2427638"/>
                </a:moveTo>
                <a:cubicBezTo>
                  <a:pt x="2449757" y="2413084"/>
                  <a:pt x="2435260" y="2427598"/>
                  <a:pt x="2449797" y="2450231"/>
                </a:cubicBezTo>
                <a:cubicBezTo>
                  <a:pt x="2724839" y="2878035"/>
                  <a:pt x="3089400" y="3361797"/>
                  <a:pt x="3635002" y="3906507"/>
                </a:cubicBezTo>
                <a:cubicBezTo>
                  <a:pt x="4032127" y="4303025"/>
                  <a:pt x="4246148" y="4461237"/>
                  <a:pt x="4366346" y="4341162"/>
                </a:cubicBezTo>
                <a:cubicBezTo>
                  <a:pt x="4486504" y="4221227"/>
                  <a:pt x="4328151" y="4007493"/>
                  <a:pt x="3930927" y="3610975"/>
                </a:cubicBezTo>
                <a:cubicBezTo>
                  <a:pt x="3385464" y="3066206"/>
                  <a:pt x="2900922" y="2702181"/>
                  <a:pt x="2472425" y="2427618"/>
                </a:cubicBezTo>
                <a:moveTo>
                  <a:pt x="3636986" y="474828"/>
                </a:moveTo>
                <a:cubicBezTo>
                  <a:pt x="3091383" y="1019499"/>
                  <a:pt x="2726802" y="1503300"/>
                  <a:pt x="2451820" y="1931164"/>
                </a:cubicBezTo>
                <a:cubicBezTo>
                  <a:pt x="2437283" y="1953796"/>
                  <a:pt x="2451721" y="1968271"/>
                  <a:pt x="2474447" y="1953717"/>
                </a:cubicBezTo>
                <a:cubicBezTo>
                  <a:pt x="2902905" y="1679154"/>
                  <a:pt x="3387447" y="1315130"/>
                  <a:pt x="3932950" y="770400"/>
                </a:cubicBezTo>
                <a:cubicBezTo>
                  <a:pt x="4330114" y="373842"/>
                  <a:pt x="4488527" y="160188"/>
                  <a:pt x="4368329" y="40173"/>
                </a:cubicBezTo>
                <a:cubicBezTo>
                  <a:pt x="4248210" y="-79842"/>
                  <a:pt x="4034110" y="78310"/>
                  <a:pt x="3636986" y="474828"/>
                </a:cubicBezTo>
                <a:moveTo>
                  <a:pt x="3753932" y="2387382"/>
                </a:moveTo>
                <a:cubicBezTo>
                  <a:pt x="4124799" y="2387382"/>
                  <a:pt x="4298642" y="2353364"/>
                  <a:pt x="4298642" y="2206380"/>
                </a:cubicBezTo>
                <a:cubicBezTo>
                  <a:pt x="4298642" y="2059396"/>
                  <a:pt x="4124799" y="2025239"/>
                  <a:pt x="3753932" y="2025239"/>
                </a:cubicBezTo>
                <a:cubicBezTo>
                  <a:pt x="3244542" y="2025239"/>
                  <a:pt x="2848091" y="2098622"/>
                  <a:pt x="2519604" y="2192519"/>
                </a:cubicBezTo>
                <a:cubicBezTo>
                  <a:pt x="2502291" y="2197450"/>
                  <a:pt x="2502291" y="2215251"/>
                  <a:pt x="2519604" y="2220181"/>
                </a:cubicBezTo>
                <a:cubicBezTo>
                  <a:pt x="2848091" y="2314078"/>
                  <a:pt x="3244561" y="2387363"/>
                  <a:pt x="3753932" y="2387363"/>
                </a:cubicBezTo>
              </a:path>
            </a:pathLst>
          </a:custGeom>
          <a:solidFill>
            <a:schemeClr val="bg1"/>
          </a:solidFill>
          <a:ln w="0" cap="flat">
            <a:noFill/>
            <a:prstDash val="solid"/>
            <a:miter/>
          </a:ln>
        </p:spPr>
        <p:txBody>
          <a:bodyPr rtlCol="0" anchor="ctr"/>
          <a:lstStyle/>
          <a:p>
            <a:endParaRPr lang="de-DE"/>
          </a:p>
        </p:txBody>
      </p:sp>
    </p:spTree>
    <p:extLst>
      <p:ext uri="{BB962C8B-B14F-4D97-AF65-F5344CB8AC3E}">
        <p14:creationId xmlns:p14="http://schemas.microsoft.com/office/powerpoint/2010/main" val="30614753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Oval 231">
            <a:extLst>
              <a:ext uri="{FF2B5EF4-FFF2-40B4-BE49-F238E27FC236}">
                <a16:creationId xmlns:a16="http://schemas.microsoft.com/office/drawing/2014/main" id="{06FA5F69-8A8E-EA6D-6287-92324B2488D6}"/>
              </a:ext>
            </a:extLst>
          </p:cNvPr>
          <p:cNvSpPr>
            <a:spLocks noChangeAspect="1"/>
          </p:cNvSpPr>
          <p:nvPr/>
        </p:nvSpPr>
        <p:spPr>
          <a:xfrm>
            <a:off x="1323946" y="1384616"/>
            <a:ext cx="1692000" cy="1692000"/>
          </a:xfrm>
          <a:prstGeom prst="ellipse">
            <a:avLst/>
          </a:prstGeom>
          <a:solidFill>
            <a:schemeClr val="tx1"/>
          </a:solidFill>
          <a:ln w="12700">
            <a:solidFill>
              <a:schemeClr val="accent2"/>
            </a:solidFill>
            <a:prstDash val="sysDash"/>
          </a:ln>
        </p:spPr>
        <p:txBody>
          <a:bodyPr vert="horz" lIns="251999" tIns="251999" rIns="251999" bIns="251999" rtlCol="0" anchor="ctr">
            <a:noAutofit/>
          </a:bodyPr>
          <a:lstStyle/>
          <a:p>
            <a:pPr algn="l"/>
            <a:endParaRPr lang="de-DE" sz="1400" dirty="0" err="1">
              <a:solidFill>
                <a:schemeClr val="bg1"/>
              </a:solidFill>
              <a:latin typeface="BarmeniaGothaer Offc" panose="020B0503020204020204" pitchFamily="34" charset="0"/>
            </a:endParaRPr>
          </a:p>
        </p:txBody>
      </p:sp>
      <p:sp>
        <p:nvSpPr>
          <p:cNvPr id="16" name="Grafik 28">
            <a:extLst>
              <a:ext uri="{FF2B5EF4-FFF2-40B4-BE49-F238E27FC236}">
                <a16:creationId xmlns:a16="http://schemas.microsoft.com/office/drawing/2014/main" id="{86B1B7A5-D202-9CF5-6BB4-EDB59AF496B5}"/>
              </a:ext>
            </a:extLst>
          </p:cNvPr>
          <p:cNvSpPr>
            <a:spLocks noChangeAspect="1"/>
          </p:cNvSpPr>
          <p:nvPr/>
        </p:nvSpPr>
        <p:spPr>
          <a:xfrm>
            <a:off x="1819953" y="1888937"/>
            <a:ext cx="687600" cy="683358"/>
          </a:xfrm>
          <a:custGeom>
            <a:avLst/>
            <a:gdLst>
              <a:gd name="connsiteX0" fmla="*/ 2000714 w 4407630"/>
              <a:gd name="connsiteY0" fmla="*/ 2399025 h 4380430"/>
              <a:gd name="connsiteX1" fmla="*/ 1992345 w 4407630"/>
              <a:gd name="connsiteY1" fmla="*/ 2393857 h 4380430"/>
              <a:gd name="connsiteX2" fmla="*/ 856996 w 4407630"/>
              <a:gd name="connsiteY2" fmla="*/ 2226577 h 4380430"/>
              <a:gd name="connsiteX3" fmla="*/ 355896 w 4407630"/>
              <a:gd name="connsiteY3" fmla="*/ 2407659 h 4380430"/>
              <a:gd name="connsiteX4" fmla="*/ 856996 w 4407630"/>
              <a:gd name="connsiteY4" fmla="*/ 2588740 h 4380430"/>
              <a:gd name="connsiteX5" fmla="*/ 1828101 w 4407630"/>
              <a:gd name="connsiteY5" fmla="*/ 2468428 h 4380430"/>
              <a:gd name="connsiteX6" fmla="*/ 476808 w 4407630"/>
              <a:gd name="connsiteY6" fmla="*/ 3626895 h 4380430"/>
              <a:gd name="connsiteX7" fmla="*/ 36550 w 4407630"/>
              <a:gd name="connsiteY7" fmla="*/ 4341796 h 4380430"/>
              <a:gd name="connsiteX8" fmla="*/ 759941 w 4407630"/>
              <a:gd name="connsiteY8" fmla="*/ 3906765 h 4380430"/>
              <a:gd name="connsiteX9" fmla="*/ 1932177 w 4407630"/>
              <a:gd name="connsiteY9" fmla="*/ 2571493 h 4380430"/>
              <a:gd name="connsiteX10" fmla="*/ 1811503 w 4407630"/>
              <a:gd name="connsiteY10" fmla="*/ 3541869 h 4380430"/>
              <a:gd name="connsiteX11" fmla="*/ 1992861 w 4407630"/>
              <a:gd name="connsiteY11" fmla="*/ 4042105 h 4380430"/>
              <a:gd name="connsiteX12" fmla="*/ 2174219 w 4407630"/>
              <a:gd name="connsiteY12" fmla="*/ 3541869 h 4380430"/>
              <a:gd name="connsiteX13" fmla="*/ 2006683 w 4407630"/>
              <a:gd name="connsiteY13" fmla="*/ 2408213 h 4380430"/>
              <a:gd name="connsiteX14" fmla="*/ 2000714 w 4407630"/>
              <a:gd name="connsiteY14" fmla="*/ 2399045 h 4380430"/>
              <a:gd name="connsiteX15" fmla="*/ 1939752 w 4407630"/>
              <a:gd name="connsiteY15" fmla="*/ 1952905 h 4380430"/>
              <a:gd name="connsiteX16" fmla="*/ 1962380 w 4407630"/>
              <a:gd name="connsiteY16" fmla="*/ 1930273 h 4380430"/>
              <a:gd name="connsiteX17" fmla="*/ 777214 w 4407630"/>
              <a:gd name="connsiteY17" fmla="*/ 473997 h 4380430"/>
              <a:gd name="connsiteX18" fmla="*/ 45851 w 4407630"/>
              <a:gd name="connsiteY18" fmla="*/ 39223 h 4380430"/>
              <a:gd name="connsiteX19" fmla="*/ 481230 w 4407630"/>
              <a:gd name="connsiteY19" fmla="*/ 769509 h 4380430"/>
              <a:gd name="connsiteX20" fmla="*/ 1939733 w 4407630"/>
              <a:gd name="connsiteY20" fmla="*/ 1952905 h 4380430"/>
              <a:gd name="connsiteX21" fmla="*/ 2218027 w 4407630"/>
              <a:gd name="connsiteY21" fmla="*/ 279272 h 4380430"/>
              <a:gd name="connsiteX22" fmla="*/ 2036708 w 4407630"/>
              <a:gd name="connsiteY22" fmla="*/ 771153 h 4380430"/>
              <a:gd name="connsiteX23" fmla="*/ 2204205 w 4407630"/>
              <a:gd name="connsiteY23" fmla="*/ 1885601 h 4380430"/>
              <a:gd name="connsiteX24" fmla="*/ 2231869 w 4407630"/>
              <a:gd name="connsiteY24" fmla="*/ 1885601 h 4380430"/>
              <a:gd name="connsiteX25" fmla="*/ 2399405 w 4407630"/>
              <a:gd name="connsiteY25" fmla="*/ 771153 h 4380430"/>
              <a:gd name="connsiteX26" fmla="*/ 2218047 w 4407630"/>
              <a:gd name="connsiteY26" fmla="*/ 279272 h 4380430"/>
              <a:gd name="connsiteX27" fmla="*/ 2472425 w 4407630"/>
              <a:gd name="connsiteY27" fmla="*/ 2427638 h 4380430"/>
              <a:gd name="connsiteX28" fmla="*/ 2449797 w 4407630"/>
              <a:gd name="connsiteY28" fmla="*/ 2450231 h 4380430"/>
              <a:gd name="connsiteX29" fmla="*/ 3635002 w 4407630"/>
              <a:gd name="connsiteY29" fmla="*/ 3906507 h 4380430"/>
              <a:gd name="connsiteX30" fmla="*/ 4366346 w 4407630"/>
              <a:gd name="connsiteY30" fmla="*/ 4341162 h 4380430"/>
              <a:gd name="connsiteX31" fmla="*/ 3930927 w 4407630"/>
              <a:gd name="connsiteY31" fmla="*/ 3610975 h 4380430"/>
              <a:gd name="connsiteX32" fmla="*/ 2472425 w 4407630"/>
              <a:gd name="connsiteY32" fmla="*/ 2427618 h 4380430"/>
              <a:gd name="connsiteX33" fmla="*/ 3636986 w 4407630"/>
              <a:gd name="connsiteY33" fmla="*/ 474828 h 4380430"/>
              <a:gd name="connsiteX34" fmla="*/ 2451820 w 4407630"/>
              <a:gd name="connsiteY34" fmla="*/ 1931164 h 4380430"/>
              <a:gd name="connsiteX35" fmla="*/ 2474447 w 4407630"/>
              <a:gd name="connsiteY35" fmla="*/ 1953717 h 4380430"/>
              <a:gd name="connsiteX36" fmla="*/ 3932950 w 4407630"/>
              <a:gd name="connsiteY36" fmla="*/ 770400 h 4380430"/>
              <a:gd name="connsiteX37" fmla="*/ 4368329 w 4407630"/>
              <a:gd name="connsiteY37" fmla="*/ 40173 h 4380430"/>
              <a:gd name="connsiteX38" fmla="*/ 3636986 w 4407630"/>
              <a:gd name="connsiteY38" fmla="*/ 474828 h 4380430"/>
              <a:gd name="connsiteX39" fmla="*/ 3753932 w 4407630"/>
              <a:gd name="connsiteY39" fmla="*/ 2387382 h 4380430"/>
              <a:gd name="connsiteX40" fmla="*/ 4298642 w 4407630"/>
              <a:gd name="connsiteY40" fmla="*/ 2206380 h 4380430"/>
              <a:gd name="connsiteX41" fmla="*/ 3753932 w 4407630"/>
              <a:gd name="connsiteY41" fmla="*/ 2025239 h 4380430"/>
              <a:gd name="connsiteX42" fmla="*/ 2519604 w 4407630"/>
              <a:gd name="connsiteY42" fmla="*/ 2192519 h 4380430"/>
              <a:gd name="connsiteX43" fmla="*/ 2519604 w 4407630"/>
              <a:gd name="connsiteY43" fmla="*/ 2220181 h 4380430"/>
              <a:gd name="connsiteX44" fmla="*/ 3753932 w 4407630"/>
              <a:gd name="connsiteY44" fmla="*/ 2387363 h 4380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4407630" h="4380430">
                <a:moveTo>
                  <a:pt x="2000714" y="2399025"/>
                </a:moveTo>
                <a:cubicBezTo>
                  <a:pt x="1998691" y="2396867"/>
                  <a:pt x="1995955" y="2394986"/>
                  <a:pt x="1992345" y="2393857"/>
                </a:cubicBezTo>
                <a:cubicBezTo>
                  <a:pt x="1690213" y="2299960"/>
                  <a:pt x="1325553" y="2226577"/>
                  <a:pt x="856996" y="2226577"/>
                </a:cubicBezTo>
                <a:cubicBezTo>
                  <a:pt x="515816" y="2226577"/>
                  <a:pt x="355896" y="2260675"/>
                  <a:pt x="355896" y="2407659"/>
                </a:cubicBezTo>
                <a:cubicBezTo>
                  <a:pt x="355896" y="2554643"/>
                  <a:pt x="515816" y="2588740"/>
                  <a:pt x="856996" y="2588740"/>
                </a:cubicBezTo>
                <a:cubicBezTo>
                  <a:pt x="1243768" y="2588740"/>
                  <a:pt x="1559643" y="2538703"/>
                  <a:pt x="1828101" y="2468428"/>
                </a:cubicBezTo>
                <a:cubicBezTo>
                  <a:pt x="1427031" y="2741130"/>
                  <a:pt x="981676" y="3127926"/>
                  <a:pt x="476808" y="3626895"/>
                </a:cubicBezTo>
                <a:cubicBezTo>
                  <a:pt x="80675" y="4018364"/>
                  <a:pt x="-78492" y="4228157"/>
                  <a:pt x="36550" y="4341796"/>
                </a:cubicBezTo>
                <a:cubicBezTo>
                  <a:pt x="151493" y="4455375"/>
                  <a:pt x="363808" y="4298194"/>
                  <a:pt x="759941" y="3906765"/>
                </a:cubicBezTo>
                <a:cubicBezTo>
                  <a:pt x="1264750" y="3407835"/>
                  <a:pt x="1656242" y="2967774"/>
                  <a:pt x="1932177" y="2571493"/>
                </a:cubicBezTo>
                <a:cubicBezTo>
                  <a:pt x="1861696" y="2839680"/>
                  <a:pt x="1811503" y="3155311"/>
                  <a:pt x="1811503" y="3541869"/>
                </a:cubicBezTo>
                <a:cubicBezTo>
                  <a:pt x="1811503" y="3882449"/>
                  <a:pt x="1845652" y="4042105"/>
                  <a:pt x="1992861" y="4042105"/>
                </a:cubicBezTo>
                <a:cubicBezTo>
                  <a:pt x="2140070" y="4042105"/>
                  <a:pt x="2174219" y="3882429"/>
                  <a:pt x="2174219" y="3541869"/>
                </a:cubicBezTo>
                <a:cubicBezTo>
                  <a:pt x="2174219" y="3073987"/>
                  <a:pt x="2100784" y="2709844"/>
                  <a:pt x="2006683" y="2408213"/>
                </a:cubicBezTo>
                <a:cubicBezTo>
                  <a:pt x="2005414" y="2404035"/>
                  <a:pt x="2003253" y="2401025"/>
                  <a:pt x="2000714" y="2399045"/>
                </a:cubicBezTo>
                <a:moveTo>
                  <a:pt x="1939752" y="1952905"/>
                </a:moveTo>
                <a:cubicBezTo>
                  <a:pt x="1962420" y="1967420"/>
                  <a:pt x="1976916" y="1952945"/>
                  <a:pt x="1962380" y="1930273"/>
                </a:cubicBezTo>
                <a:cubicBezTo>
                  <a:pt x="1687397" y="1502469"/>
                  <a:pt x="1322777" y="1018667"/>
                  <a:pt x="777214" y="473997"/>
                </a:cubicBezTo>
                <a:cubicBezTo>
                  <a:pt x="380130" y="77399"/>
                  <a:pt x="166069" y="-80752"/>
                  <a:pt x="45851" y="39223"/>
                </a:cubicBezTo>
                <a:cubicBezTo>
                  <a:pt x="-74308" y="159198"/>
                  <a:pt x="84046" y="372932"/>
                  <a:pt x="481230" y="769509"/>
                </a:cubicBezTo>
                <a:cubicBezTo>
                  <a:pt x="1026733" y="1314279"/>
                  <a:pt x="1511235" y="1678303"/>
                  <a:pt x="1939733" y="1952905"/>
                </a:cubicBezTo>
                <a:moveTo>
                  <a:pt x="2218027" y="279272"/>
                </a:moveTo>
                <a:cubicBezTo>
                  <a:pt x="2070818" y="279272"/>
                  <a:pt x="2036708" y="436315"/>
                  <a:pt x="2036708" y="771153"/>
                </a:cubicBezTo>
                <a:cubicBezTo>
                  <a:pt x="2036708" y="1231133"/>
                  <a:pt x="2110104" y="1589039"/>
                  <a:pt x="2204205" y="1885601"/>
                </a:cubicBezTo>
                <a:cubicBezTo>
                  <a:pt x="2209143" y="1901343"/>
                  <a:pt x="2226872" y="1901343"/>
                  <a:pt x="2231869" y="1885601"/>
                </a:cubicBezTo>
                <a:cubicBezTo>
                  <a:pt x="2325970" y="1589039"/>
                  <a:pt x="2399405" y="1231133"/>
                  <a:pt x="2399405" y="771153"/>
                </a:cubicBezTo>
                <a:cubicBezTo>
                  <a:pt x="2399405" y="436315"/>
                  <a:pt x="2365256" y="279272"/>
                  <a:pt x="2218047" y="279272"/>
                </a:cubicBezTo>
                <a:moveTo>
                  <a:pt x="2472425" y="2427638"/>
                </a:moveTo>
                <a:cubicBezTo>
                  <a:pt x="2449757" y="2413084"/>
                  <a:pt x="2435260" y="2427598"/>
                  <a:pt x="2449797" y="2450231"/>
                </a:cubicBezTo>
                <a:cubicBezTo>
                  <a:pt x="2724839" y="2878035"/>
                  <a:pt x="3089400" y="3361797"/>
                  <a:pt x="3635002" y="3906507"/>
                </a:cubicBezTo>
                <a:cubicBezTo>
                  <a:pt x="4032127" y="4303025"/>
                  <a:pt x="4246148" y="4461237"/>
                  <a:pt x="4366346" y="4341162"/>
                </a:cubicBezTo>
                <a:cubicBezTo>
                  <a:pt x="4486504" y="4221227"/>
                  <a:pt x="4328151" y="4007493"/>
                  <a:pt x="3930927" y="3610975"/>
                </a:cubicBezTo>
                <a:cubicBezTo>
                  <a:pt x="3385464" y="3066206"/>
                  <a:pt x="2900922" y="2702181"/>
                  <a:pt x="2472425" y="2427618"/>
                </a:cubicBezTo>
                <a:moveTo>
                  <a:pt x="3636986" y="474828"/>
                </a:moveTo>
                <a:cubicBezTo>
                  <a:pt x="3091383" y="1019499"/>
                  <a:pt x="2726802" y="1503300"/>
                  <a:pt x="2451820" y="1931164"/>
                </a:cubicBezTo>
                <a:cubicBezTo>
                  <a:pt x="2437283" y="1953796"/>
                  <a:pt x="2451721" y="1968271"/>
                  <a:pt x="2474447" y="1953717"/>
                </a:cubicBezTo>
                <a:cubicBezTo>
                  <a:pt x="2902905" y="1679154"/>
                  <a:pt x="3387447" y="1315130"/>
                  <a:pt x="3932950" y="770400"/>
                </a:cubicBezTo>
                <a:cubicBezTo>
                  <a:pt x="4330114" y="373842"/>
                  <a:pt x="4488527" y="160188"/>
                  <a:pt x="4368329" y="40173"/>
                </a:cubicBezTo>
                <a:cubicBezTo>
                  <a:pt x="4248210" y="-79842"/>
                  <a:pt x="4034110" y="78310"/>
                  <a:pt x="3636986" y="474828"/>
                </a:cubicBezTo>
                <a:moveTo>
                  <a:pt x="3753932" y="2387382"/>
                </a:moveTo>
                <a:cubicBezTo>
                  <a:pt x="4124799" y="2387382"/>
                  <a:pt x="4298642" y="2353364"/>
                  <a:pt x="4298642" y="2206380"/>
                </a:cubicBezTo>
                <a:cubicBezTo>
                  <a:pt x="4298642" y="2059396"/>
                  <a:pt x="4124799" y="2025239"/>
                  <a:pt x="3753932" y="2025239"/>
                </a:cubicBezTo>
                <a:cubicBezTo>
                  <a:pt x="3244542" y="2025239"/>
                  <a:pt x="2848091" y="2098622"/>
                  <a:pt x="2519604" y="2192519"/>
                </a:cubicBezTo>
                <a:cubicBezTo>
                  <a:pt x="2502291" y="2197450"/>
                  <a:pt x="2502291" y="2215251"/>
                  <a:pt x="2519604" y="2220181"/>
                </a:cubicBezTo>
                <a:cubicBezTo>
                  <a:pt x="2848091" y="2314078"/>
                  <a:pt x="3244561" y="2387363"/>
                  <a:pt x="3753932" y="2387363"/>
                </a:cubicBezTo>
              </a:path>
            </a:pathLst>
          </a:custGeom>
          <a:solidFill>
            <a:schemeClr val="bg1"/>
          </a:solidFill>
          <a:ln w="0" cap="flat">
            <a:noFill/>
            <a:prstDash val="solid"/>
            <a:miter/>
          </a:ln>
        </p:spPr>
        <p:txBody>
          <a:bodyPr rtlCol="0" anchor="ctr"/>
          <a:lstStyle/>
          <a:p>
            <a:endParaRPr lang="de-DE"/>
          </a:p>
        </p:txBody>
      </p:sp>
      <p:sp>
        <p:nvSpPr>
          <p:cNvPr id="7" name="Titel 6">
            <a:extLst>
              <a:ext uri="{FF2B5EF4-FFF2-40B4-BE49-F238E27FC236}">
                <a16:creationId xmlns:a16="http://schemas.microsoft.com/office/drawing/2014/main" id="{E549ECD4-135F-0ADE-3E47-D4F250434173}"/>
              </a:ext>
            </a:extLst>
          </p:cNvPr>
          <p:cNvSpPr>
            <a:spLocks noGrp="1"/>
          </p:cNvSpPr>
          <p:nvPr>
            <p:ph type="title"/>
          </p:nvPr>
        </p:nvSpPr>
        <p:spPr/>
        <p:txBody>
          <a:bodyPr/>
          <a:lstStyle/>
          <a:p>
            <a:r>
              <a:rPr lang="de-DE" dirty="0"/>
              <a:t>Icons groß</a:t>
            </a:r>
          </a:p>
        </p:txBody>
      </p:sp>
      <p:sp>
        <p:nvSpPr>
          <p:cNvPr id="3" name="Datumsplatzhalter 2">
            <a:extLst>
              <a:ext uri="{FF2B5EF4-FFF2-40B4-BE49-F238E27FC236}">
                <a16:creationId xmlns:a16="http://schemas.microsoft.com/office/drawing/2014/main" id="{83520195-1703-889C-F15A-220FB005A2B6}"/>
              </a:ext>
            </a:extLst>
          </p:cNvPr>
          <p:cNvSpPr>
            <a:spLocks noGrp="1"/>
          </p:cNvSpPr>
          <p:nvPr>
            <p:ph type="dt" sz="half" idx="10"/>
          </p:nvPr>
        </p:nvSpPr>
        <p:spPr/>
        <p:txBody>
          <a:bodyPr/>
          <a:lstStyle/>
          <a:p>
            <a:fld id="{6AD0C3D8-42C6-5942-8EC4-711417AF2694}" type="datetime1">
              <a:rPr lang="de-DE"/>
              <a:t>22.06.2026</a:t>
            </a:fld>
            <a:endParaRPr lang="de-DE"/>
          </a:p>
        </p:txBody>
      </p:sp>
      <p:sp>
        <p:nvSpPr>
          <p:cNvPr id="4" name="Fußzeilenplatzhalter 3">
            <a:extLst>
              <a:ext uri="{FF2B5EF4-FFF2-40B4-BE49-F238E27FC236}">
                <a16:creationId xmlns:a16="http://schemas.microsoft.com/office/drawing/2014/main" id="{0F42379B-FF41-B65A-337B-0437006F11C9}"/>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C9EFB834-91F0-EF4E-D1BE-AC8A6A22612B}"/>
              </a:ext>
            </a:extLst>
          </p:cNvPr>
          <p:cNvSpPr>
            <a:spLocks noGrp="1"/>
          </p:cNvSpPr>
          <p:nvPr>
            <p:ph type="sldNum" sz="quarter" idx="12"/>
          </p:nvPr>
        </p:nvSpPr>
        <p:spPr/>
        <p:txBody>
          <a:bodyPr/>
          <a:lstStyle/>
          <a:p>
            <a:fld id="{D188B27D-4802-6948-A101-6CF6A7142FF4}" type="slidenum">
              <a:rPr lang="de-DE" smtClean="0"/>
              <a:pPr/>
              <a:t>60</a:t>
            </a:fld>
            <a:endParaRPr lang="de-DE"/>
          </a:p>
        </p:txBody>
      </p:sp>
      <p:sp>
        <p:nvSpPr>
          <p:cNvPr id="2" name="Freihandform 1">
            <a:extLst>
              <a:ext uri="{FF2B5EF4-FFF2-40B4-BE49-F238E27FC236}">
                <a16:creationId xmlns:a16="http://schemas.microsoft.com/office/drawing/2014/main" id="{7FAC9E3D-6B07-10D3-7C30-33993A78DA93}"/>
              </a:ext>
            </a:extLst>
          </p:cNvPr>
          <p:cNvSpPr/>
          <p:nvPr/>
        </p:nvSpPr>
        <p:spPr>
          <a:xfrm>
            <a:off x="9560268" y="2449947"/>
            <a:ext cx="562131" cy="624959"/>
          </a:xfrm>
          <a:custGeom>
            <a:avLst/>
            <a:gdLst>
              <a:gd name="connsiteX0" fmla="*/ 662968 w 674952"/>
              <a:gd name="connsiteY0" fmla="*/ 584586 h 750390"/>
              <a:gd name="connsiteX1" fmla="*/ 634450 w 674952"/>
              <a:gd name="connsiteY1" fmla="*/ 584586 h 750390"/>
              <a:gd name="connsiteX2" fmla="*/ 608439 w 674952"/>
              <a:gd name="connsiteY2" fmla="*/ 337526 h 750390"/>
              <a:gd name="connsiteX3" fmla="*/ 349312 w 674952"/>
              <a:gd name="connsiteY3" fmla="*/ 66718 h 750390"/>
              <a:gd name="connsiteX4" fmla="*/ 349312 w 674952"/>
              <a:gd name="connsiteY4" fmla="*/ 11974 h 750390"/>
              <a:gd name="connsiteX5" fmla="*/ 337336 w 674952"/>
              <a:gd name="connsiteY5" fmla="*/ 0 h 750390"/>
              <a:gd name="connsiteX6" fmla="*/ 325360 w 674952"/>
              <a:gd name="connsiteY6" fmla="*/ 11974 h 750390"/>
              <a:gd name="connsiteX7" fmla="*/ 325360 w 674952"/>
              <a:gd name="connsiteY7" fmla="*/ 66711 h 750390"/>
              <a:gd name="connsiteX8" fmla="*/ 66123 w 674952"/>
              <a:gd name="connsiteY8" fmla="*/ 337518 h 750390"/>
              <a:gd name="connsiteX9" fmla="*/ 40167 w 674952"/>
              <a:gd name="connsiteY9" fmla="*/ 584578 h 750390"/>
              <a:gd name="connsiteX10" fmla="*/ 11976 w 674952"/>
              <a:gd name="connsiteY10" fmla="*/ 584578 h 750390"/>
              <a:gd name="connsiteX11" fmla="*/ 0 w 674952"/>
              <a:gd name="connsiteY11" fmla="*/ 596552 h 750390"/>
              <a:gd name="connsiteX12" fmla="*/ 11976 w 674952"/>
              <a:gd name="connsiteY12" fmla="*/ 608525 h 750390"/>
              <a:gd name="connsiteX13" fmla="*/ 184005 w 674952"/>
              <a:gd name="connsiteY13" fmla="*/ 608525 h 750390"/>
              <a:gd name="connsiteX14" fmla="*/ 337273 w 674952"/>
              <a:gd name="connsiteY14" fmla="*/ 750391 h 750390"/>
              <a:gd name="connsiteX15" fmla="*/ 490539 w 674952"/>
              <a:gd name="connsiteY15" fmla="*/ 608525 h 750390"/>
              <a:gd name="connsiteX16" fmla="*/ 662976 w 674952"/>
              <a:gd name="connsiteY16" fmla="*/ 608525 h 750390"/>
              <a:gd name="connsiteX17" fmla="*/ 674952 w 674952"/>
              <a:gd name="connsiteY17" fmla="*/ 596552 h 750390"/>
              <a:gd name="connsiteX18" fmla="*/ 662976 w 674952"/>
              <a:gd name="connsiteY18" fmla="*/ 584578 h 750390"/>
              <a:gd name="connsiteX19" fmla="*/ 337264 w 674952"/>
              <a:gd name="connsiteY19" fmla="*/ 726451 h 750390"/>
              <a:gd name="connsiteX20" fmla="*/ 207949 w 674952"/>
              <a:gd name="connsiteY20" fmla="*/ 608533 h 750390"/>
              <a:gd name="connsiteX21" fmla="*/ 466572 w 674952"/>
              <a:gd name="connsiteY21" fmla="*/ 608533 h 750390"/>
              <a:gd name="connsiteX22" fmla="*/ 337256 w 674952"/>
              <a:gd name="connsiteY22" fmla="*/ 726451 h 750390"/>
              <a:gd name="connsiteX23" fmla="*/ 67089 w 674952"/>
              <a:gd name="connsiteY23" fmla="*/ 584586 h 750390"/>
              <a:gd name="connsiteX24" fmla="*/ 85475 w 674952"/>
              <a:gd name="connsiteY24" fmla="*/ 467889 h 750390"/>
              <a:gd name="connsiteX25" fmla="*/ 90074 w 674952"/>
              <a:gd name="connsiteY25" fmla="*/ 337526 h 750390"/>
              <a:gd name="connsiteX26" fmla="*/ 337281 w 674952"/>
              <a:gd name="connsiteY26" fmla="*/ 90363 h 750390"/>
              <a:gd name="connsiteX27" fmla="*/ 584487 w 674952"/>
              <a:gd name="connsiteY27" fmla="*/ 337526 h 750390"/>
              <a:gd name="connsiteX28" fmla="*/ 589093 w 674952"/>
              <a:gd name="connsiteY28" fmla="*/ 467889 h 750390"/>
              <a:gd name="connsiteX29" fmla="*/ 607512 w 674952"/>
              <a:gd name="connsiteY29" fmla="*/ 584586 h 750390"/>
              <a:gd name="connsiteX30" fmla="*/ 67096 w 674952"/>
              <a:gd name="connsiteY30" fmla="*/ 584586 h 750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74952" h="750390">
                <a:moveTo>
                  <a:pt x="662968" y="584586"/>
                </a:moveTo>
                <a:lnTo>
                  <a:pt x="634450" y="584586"/>
                </a:lnTo>
                <a:cubicBezTo>
                  <a:pt x="618865" y="570456"/>
                  <a:pt x="608446" y="446432"/>
                  <a:pt x="608439" y="337526"/>
                </a:cubicBezTo>
                <a:cubicBezTo>
                  <a:pt x="608439" y="192068"/>
                  <a:pt x="493262" y="73040"/>
                  <a:pt x="349312" y="66718"/>
                </a:cubicBezTo>
                <a:lnTo>
                  <a:pt x="349312" y="11974"/>
                </a:lnTo>
                <a:cubicBezTo>
                  <a:pt x="349312" y="5364"/>
                  <a:pt x="343947" y="0"/>
                  <a:pt x="337336" y="0"/>
                </a:cubicBezTo>
                <a:cubicBezTo>
                  <a:pt x="330725" y="0"/>
                  <a:pt x="325360" y="5364"/>
                  <a:pt x="325360" y="11974"/>
                </a:cubicBezTo>
                <a:lnTo>
                  <a:pt x="325360" y="66711"/>
                </a:lnTo>
                <a:cubicBezTo>
                  <a:pt x="181354" y="72977"/>
                  <a:pt x="66123" y="192020"/>
                  <a:pt x="66123" y="337518"/>
                </a:cubicBezTo>
                <a:cubicBezTo>
                  <a:pt x="66123" y="446384"/>
                  <a:pt x="55720" y="570401"/>
                  <a:pt x="40167" y="584578"/>
                </a:cubicBezTo>
                <a:lnTo>
                  <a:pt x="11976" y="584578"/>
                </a:lnTo>
                <a:cubicBezTo>
                  <a:pt x="5365" y="584578"/>
                  <a:pt x="0" y="589942"/>
                  <a:pt x="0" y="596552"/>
                </a:cubicBezTo>
                <a:cubicBezTo>
                  <a:pt x="0" y="603161"/>
                  <a:pt x="5365" y="608525"/>
                  <a:pt x="11976" y="608525"/>
                </a:cubicBezTo>
                <a:lnTo>
                  <a:pt x="184005" y="608525"/>
                </a:lnTo>
                <a:cubicBezTo>
                  <a:pt x="190153" y="687768"/>
                  <a:pt x="256467" y="750391"/>
                  <a:pt x="337273" y="750391"/>
                </a:cubicBezTo>
                <a:cubicBezTo>
                  <a:pt x="418078" y="750391"/>
                  <a:pt x="484384" y="687760"/>
                  <a:pt x="490539" y="608525"/>
                </a:cubicBezTo>
                <a:lnTo>
                  <a:pt x="662976" y="608525"/>
                </a:lnTo>
                <a:cubicBezTo>
                  <a:pt x="669587" y="608525"/>
                  <a:pt x="674952" y="603161"/>
                  <a:pt x="674952" y="596552"/>
                </a:cubicBezTo>
                <a:cubicBezTo>
                  <a:pt x="674952" y="589942"/>
                  <a:pt x="669587" y="584578"/>
                  <a:pt x="662976" y="584578"/>
                </a:cubicBezTo>
                <a:close/>
                <a:moveTo>
                  <a:pt x="337264" y="726451"/>
                </a:moveTo>
                <a:cubicBezTo>
                  <a:pt x="269673" y="726451"/>
                  <a:pt x="214025" y="674557"/>
                  <a:pt x="207949" y="608533"/>
                </a:cubicBezTo>
                <a:lnTo>
                  <a:pt x="466572" y="608533"/>
                </a:lnTo>
                <a:cubicBezTo>
                  <a:pt x="460504" y="674557"/>
                  <a:pt x="404856" y="726451"/>
                  <a:pt x="337256" y="726451"/>
                </a:cubicBezTo>
                <a:close/>
                <a:moveTo>
                  <a:pt x="67089" y="584586"/>
                </a:moveTo>
                <a:cubicBezTo>
                  <a:pt x="74945" y="564429"/>
                  <a:pt x="81172" y="528788"/>
                  <a:pt x="85475" y="467889"/>
                </a:cubicBezTo>
                <a:cubicBezTo>
                  <a:pt x="90019" y="403453"/>
                  <a:pt x="90074" y="338180"/>
                  <a:pt x="90074" y="337526"/>
                </a:cubicBezTo>
                <a:cubicBezTo>
                  <a:pt x="90074" y="201240"/>
                  <a:pt x="200971" y="90363"/>
                  <a:pt x="337281" y="90363"/>
                </a:cubicBezTo>
                <a:cubicBezTo>
                  <a:pt x="473590" y="90363"/>
                  <a:pt x="584487" y="201240"/>
                  <a:pt x="584487" y="337526"/>
                </a:cubicBezTo>
                <a:cubicBezTo>
                  <a:pt x="584487" y="338180"/>
                  <a:pt x="584542" y="403453"/>
                  <a:pt x="589093" y="467889"/>
                </a:cubicBezTo>
                <a:cubicBezTo>
                  <a:pt x="593404" y="528788"/>
                  <a:pt x="599632" y="564429"/>
                  <a:pt x="607512" y="584586"/>
                </a:cubicBezTo>
                <a:lnTo>
                  <a:pt x="67096" y="584586"/>
                </a:lnTo>
                <a:close/>
              </a:path>
            </a:pathLst>
          </a:custGeom>
          <a:solidFill>
            <a:srgbClr val="FFFFFF"/>
          </a:solidFill>
          <a:ln w="0" cap="flat">
            <a:noFill/>
            <a:prstDash val="solid"/>
            <a:miter/>
          </a:ln>
        </p:spPr>
        <p:txBody>
          <a:bodyPr rtlCol="0" anchor="ctr"/>
          <a:lstStyle/>
          <a:p>
            <a:endParaRPr lang="de-DE"/>
          </a:p>
        </p:txBody>
      </p:sp>
      <p:grpSp>
        <p:nvGrpSpPr>
          <p:cNvPr id="6" name="Grafik 13">
            <a:extLst>
              <a:ext uri="{FF2B5EF4-FFF2-40B4-BE49-F238E27FC236}">
                <a16:creationId xmlns:a16="http://schemas.microsoft.com/office/drawing/2014/main" id="{B3EA6B54-43CE-AA31-1EEF-ED3CFB7C167A}"/>
              </a:ext>
            </a:extLst>
          </p:cNvPr>
          <p:cNvGrpSpPr/>
          <p:nvPr/>
        </p:nvGrpSpPr>
        <p:grpSpPr>
          <a:xfrm>
            <a:off x="8361124" y="4385241"/>
            <a:ext cx="630466" cy="544356"/>
            <a:chOff x="4960935" y="9983089"/>
            <a:chExt cx="757003" cy="653610"/>
          </a:xfrm>
          <a:solidFill>
            <a:srgbClr val="FFFFFF"/>
          </a:solidFill>
        </p:grpSpPr>
        <p:sp>
          <p:nvSpPr>
            <p:cNvPr id="8" name="Freihandform 7">
              <a:extLst>
                <a:ext uri="{FF2B5EF4-FFF2-40B4-BE49-F238E27FC236}">
                  <a16:creationId xmlns:a16="http://schemas.microsoft.com/office/drawing/2014/main" id="{E94DE712-0DEF-AD6F-A414-CFD5F9E6B48B}"/>
                </a:ext>
              </a:extLst>
            </p:cNvPr>
            <p:cNvSpPr/>
            <p:nvPr/>
          </p:nvSpPr>
          <p:spPr>
            <a:xfrm>
              <a:off x="4960935" y="9983089"/>
              <a:ext cx="757003" cy="653610"/>
            </a:xfrm>
            <a:custGeom>
              <a:avLst/>
              <a:gdLst>
                <a:gd name="connsiteX0" fmla="*/ 676645 w 757003"/>
                <a:gd name="connsiteY0" fmla="*/ 69520 h 653610"/>
                <a:gd name="connsiteX1" fmla="*/ 526891 w 757003"/>
                <a:gd name="connsiteY1" fmla="*/ 69520 h 653610"/>
                <a:gd name="connsiteX2" fmla="*/ 484847 w 757003"/>
                <a:gd name="connsiteY2" fmla="*/ 5412 h 653610"/>
                <a:gd name="connsiteX3" fmla="*/ 474836 w 757003"/>
                <a:gd name="connsiteY3" fmla="*/ 0 h 653610"/>
                <a:gd name="connsiteX4" fmla="*/ 474836 w 757003"/>
                <a:gd name="connsiteY4" fmla="*/ 0 h 653610"/>
                <a:gd name="connsiteX5" fmla="*/ 282088 w 757003"/>
                <a:gd name="connsiteY5" fmla="*/ 72 h 653610"/>
                <a:gd name="connsiteX6" fmla="*/ 272076 w 757003"/>
                <a:gd name="connsiteY6" fmla="*/ 5484 h 653610"/>
                <a:gd name="connsiteX7" fmla="*/ 230072 w 757003"/>
                <a:gd name="connsiteY7" fmla="*/ 69592 h 653610"/>
                <a:gd name="connsiteX8" fmla="*/ 80350 w 757003"/>
                <a:gd name="connsiteY8" fmla="*/ 69592 h 653610"/>
                <a:gd name="connsiteX9" fmla="*/ 0 w 757003"/>
                <a:gd name="connsiteY9" fmla="*/ 149968 h 653610"/>
                <a:gd name="connsiteX10" fmla="*/ 0 w 757003"/>
                <a:gd name="connsiteY10" fmla="*/ 573267 h 653610"/>
                <a:gd name="connsiteX11" fmla="*/ 80350 w 757003"/>
                <a:gd name="connsiteY11" fmla="*/ 653610 h 653610"/>
                <a:gd name="connsiteX12" fmla="*/ 676653 w 757003"/>
                <a:gd name="connsiteY12" fmla="*/ 653610 h 653610"/>
                <a:gd name="connsiteX13" fmla="*/ 757003 w 757003"/>
                <a:gd name="connsiteY13" fmla="*/ 573274 h 653610"/>
                <a:gd name="connsiteX14" fmla="*/ 757003 w 757003"/>
                <a:gd name="connsiteY14" fmla="*/ 149897 h 653610"/>
                <a:gd name="connsiteX15" fmla="*/ 676653 w 757003"/>
                <a:gd name="connsiteY15" fmla="*/ 69520 h 653610"/>
                <a:gd name="connsiteX16" fmla="*/ 733051 w 757003"/>
                <a:gd name="connsiteY16" fmla="*/ 573282 h 653610"/>
                <a:gd name="connsiteX17" fmla="*/ 676653 w 757003"/>
                <a:gd name="connsiteY17" fmla="*/ 629670 h 653610"/>
                <a:gd name="connsiteX18" fmla="*/ 80294 w 757003"/>
                <a:gd name="connsiteY18" fmla="*/ 629670 h 653610"/>
                <a:gd name="connsiteX19" fmla="*/ 23944 w 757003"/>
                <a:gd name="connsiteY19" fmla="*/ 573282 h 653610"/>
                <a:gd name="connsiteX20" fmla="*/ 23944 w 757003"/>
                <a:gd name="connsiteY20" fmla="*/ 149937 h 653610"/>
                <a:gd name="connsiteX21" fmla="*/ 80342 w 757003"/>
                <a:gd name="connsiteY21" fmla="*/ 93547 h 653610"/>
                <a:gd name="connsiteX22" fmla="*/ 236539 w 757003"/>
                <a:gd name="connsiteY22" fmla="*/ 93547 h 653610"/>
                <a:gd name="connsiteX23" fmla="*/ 246559 w 757003"/>
                <a:gd name="connsiteY23" fmla="*/ 88135 h 653610"/>
                <a:gd name="connsiteX24" fmla="*/ 288563 w 757003"/>
                <a:gd name="connsiteY24" fmla="*/ 24028 h 653610"/>
                <a:gd name="connsiteX25" fmla="*/ 468369 w 757003"/>
                <a:gd name="connsiteY25" fmla="*/ 23955 h 653610"/>
                <a:gd name="connsiteX26" fmla="*/ 510412 w 757003"/>
                <a:gd name="connsiteY26" fmla="*/ 88063 h 653610"/>
                <a:gd name="connsiteX27" fmla="*/ 520424 w 757003"/>
                <a:gd name="connsiteY27" fmla="*/ 93476 h 653610"/>
                <a:gd name="connsiteX28" fmla="*/ 676645 w 757003"/>
                <a:gd name="connsiteY28" fmla="*/ 93476 h 653610"/>
                <a:gd name="connsiteX29" fmla="*/ 733051 w 757003"/>
                <a:gd name="connsiteY29" fmla="*/ 149905 h 653610"/>
                <a:gd name="connsiteX30" fmla="*/ 733051 w 757003"/>
                <a:gd name="connsiteY30" fmla="*/ 573282 h 653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57003" h="653610">
                  <a:moveTo>
                    <a:pt x="676645" y="69520"/>
                  </a:moveTo>
                  <a:lnTo>
                    <a:pt x="526891" y="69520"/>
                  </a:lnTo>
                  <a:lnTo>
                    <a:pt x="484847" y="5412"/>
                  </a:lnTo>
                  <a:cubicBezTo>
                    <a:pt x="482636" y="2036"/>
                    <a:pt x="478868" y="0"/>
                    <a:pt x="474836" y="0"/>
                  </a:cubicBezTo>
                  <a:lnTo>
                    <a:pt x="474836" y="0"/>
                  </a:lnTo>
                  <a:lnTo>
                    <a:pt x="282088" y="72"/>
                  </a:lnTo>
                  <a:cubicBezTo>
                    <a:pt x="278048" y="72"/>
                    <a:pt x="274287" y="2108"/>
                    <a:pt x="272076" y="5484"/>
                  </a:cubicBezTo>
                  <a:lnTo>
                    <a:pt x="230072" y="69592"/>
                  </a:lnTo>
                  <a:lnTo>
                    <a:pt x="80350" y="69592"/>
                  </a:lnTo>
                  <a:cubicBezTo>
                    <a:pt x="36047" y="69592"/>
                    <a:pt x="0" y="105633"/>
                    <a:pt x="0" y="149968"/>
                  </a:cubicBezTo>
                  <a:lnTo>
                    <a:pt x="0" y="573267"/>
                  </a:lnTo>
                  <a:cubicBezTo>
                    <a:pt x="-16" y="617553"/>
                    <a:pt x="36000" y="653595"/>
                    <a:pt x="80350" y="653610"/>
                  </a:cubicBezTo>
                  <a:lnTo>
                    <a:pt x="676653" y="653610"/>
                  </a:lnTo>
                  <a:cubicBezTo>
                    <a:pt x="720956" y="653610"/>
                    <a:pt x="757003" y="617569"/>
                    <a:pt x="757003" y="573274"/>
                  </a:cubicBezTo>
                  <a:lnTo>
                    <a:pt x="757003" y="149897"/>
                  </a:lnTo>
                  <a:cubicBezTo>
                    <a:pt x="757003" y="105593"/>
                    <a:pt x="720964" y="69536"/>
                    <a:pt x="676653" y="69520"/>
                  </a:cubicBezTo>
                  <a:close/>
                  <a:moveTo>
                    <a:pt x="733051" y="573282"/>
                  </a:moveTo>
                  <a:cubicBezTo>
                    <a:pt x="733051" y="604382"/>
                    <a:pt x="707750" y="629670"/>
                    <a:pt x="676653" y="629670"/>
                  </a:cubicBezTo>
                  <a:lnTo>
                    <a:pt x="80294" y="629670"/>
                  </a:lnTo>
                  <a:cubicBezTo>
                    <a:pt x="49205" y="629655"/>
                    <a:pt x="23928" y="604359"/>
                    <a:pt x="23944" y="573282"/>
                  </a:cubicBezTo>
                  <a:lnTo>
                    <a:pt x="23944" y="149937"/>
                  </a:lnTo>
                  <a:cubicBezTo>
                    <a:pt x="23944" y="118837"/>
                    <a:pt x="49245" y="93547"/>
                    <a:pt x="80342" y="93547"/>
                  </a:cubicBezTo>
                  <a:lnTo>
                    <a:pt x="236539" y="93547"/>
                  </a:lnTo>
                  <a:cubicBezTo>
                    <a:pt x="240579" y="93547"/>
                    <a:pt x="244348" y="91512"/>
                    <a:pt x="246559" y="88135"/>
                  </a:cubicBezTo>
                  <a:lnTo>
                    <a:pt x="288563" y="24028"/>
                  </a:lnTo>
                  <a:lnTo>
                    <a:pt x="468369" y="23955"/>
                  </a:lnTo>
                  <a:lnTo>
                    <a:pt x="510412" y="88063"/>
                  </a:lnTo>
                  <a:cubicBezTo>
                    <a:pt x="512623" y="91441"/>
                    <a:pt x="516392" y="93476"/>
                    <a:pt x="520424" y="93476"/>
                  </a:cubicBezTo>
                  <a:lnTo>
                    <a:pt x="676645" y="93476"/>
                  </a:lnTo>
                  <a:cubicBezTo>
                    <a:pt x="707750" y="93492"/>
                    <a:pt x="733059" y="118805"/>
                    <a:pt x="733051" y="149905"/>
                  </a:cubicBezTo>
                  <a:lnTo>
                    <a:pt x="733051" y="573282"/>
                  </a:lnTo>
                  <a:close/>
                </a:path>
              </a:pathLst>
            </a:custGeom>
            <a:solidFill>
              <a:srgbClr val="FFFFFF"/>
            </a:solidFill>
            <a:ln w="0" cap="flat">
              <a:noFill/>
              <a:prstDash val="solid"/>
              <a:miter/>
            </a:ln>
          </p:spPr>
          <p:txBody>
            <a:bodyPr rtlCol="0" anchor="ctr"/>
            <a:lstStyle/>
            <a:p>
              <a:endParaRPr lang="de-DE"/>
            </a:p>
          </p:txBody>
        </p:sp>
        <p:sp>
          <p:nvSpPr>
            <p:cNvPr id="9" name="Freihandform 8">
              <a:extLst>
                <a:ext uri="{FF2B5EF4-FFF2-40B4-BE49-F238E27FC236}">
                  <a16:creationId xmlns:a16="http://schemas.microsoft.com/office/drawing/2014/main" id="{956C62B1-A69A-AFC3-DDD2-A6DF58C52670}"/>
                </a:ext>
              </a:extLst>
            </p:cNvPr>
            <p:cNvSpPr/>
            <p:nvPr/>
          </p:nvSpPr>
          <p:spPr>
            <a:xfrm>
              <a:off x="5164229" y="10169601"/>
              <a:ext cx="350302" cy="350242"/>
            </a:xfrm>
            <a:custGeom>
              <a:avLst/>
              <a:gdLst>
                <a:gd name="connsiteX0" fmla="*/ 175151 w 350302"/>
                <a:gd name="connsiteY0" fmla="*/ 0 h 350242"/>
                <a:gd name="connsiteX1" fmla="*/ 0 w 350302"/>
                <a:gd name="connsiteY1" fmla="*/ 175121 h 350242"/>
                <a:gd name="connsiteX2" fmla="*/ 175151 w 350302"/>
                <a:gd name="connsiteY2" fmla="*/ 350243 h 350242"/>
                <a:gd name="connsiteX3" fmla="*/ 350302 w 350302"/>
                <a:gd name="connsiteY3" fmla="*/ 175121 h 350242"/>
                <a:gd name="connsiteX4" fmla="*/ 175151 w 350302"/>
                <a:gd name="connsiteY4" fmla="*/ 0 h 350242"/>
                <a:gd name="connsiteX5" fmla="*/ 175151 w 350302"/>
                <a:gd name="connsiteY5" fmla="*/ 326303 h 350242"/>
                <a:gd name="connsiteX6" fmla="*/ 23952 w 350302"/>
                <a:gd name="connsiteY6" fmla="*/ 175130 h 350242"/>
                <a:gd name="connsiteX7" fmla="*/ 175151 w 350302"/>
                <a:gd name="connsiteY7" fmla="*/ 23956 h 350242"/>
                <a:gd name="connsiteX8" fmla="*/ 326351 w 350302"/>
                <a:gd name="connsiteY8" fmla="*/ 175130 h 350242"/>
                <a:gd name="connsiteX9" fmla="*/ 175151 w 350302"/>
                <a:gd name="connsiteY9" fmla="*/ 326303 h 35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0302" h="350242">
                  <a:moveTo>
                    <a:pt x="175151" y="0"/>
                  </a:moveTo>
                  <a:cubicBezTo>
                    <a:pt x="78570" y="0"/>
                    <a:pt x="0" y="78564"/>
                    <a:pt x="0" y="175121"/>
                  </a:cubicBezTo>
                  <a:cubicBezTo>
                    <a:pt x="0" y="271678"/>
                    <a:pt x="78570" y="350243"/>
                    <a:pt x="175151" y="350243"/>
                  </a:cubicBezTo>
                  <a:cubicBezTo>
                    <a:pt x="271733" y="350243"/>
                    <a:pt x="350302" y="271678"/>
                    <a:pt x="350302" y="175121"/>
                  </a:cubicBezTo>
                  <a:cubicBezTo>
                    <a:pt x="350302" y="78564"/>
                    <a:pt x="271725" y="0"/>
                    <a:pt x="175151" y="0"/>
                  </a:cubicBezTo>
                  <a:close/>
                  <a:moveTo>
                    <a:pt x="175151" y="326303"/>
                  </a:moveTo>
                  <a:cubicBezTo>
                    <a:pt x="91783" y="326303"/>
                    <a:pt x="23952" y="258483"/>
                    <a:pt x="23952" y="175130"/>
                  </a:cubicBezTo>
                  <a:cubicBezTo>
                    <a:pt x="23952" y="91776"/>
                    <a:pt x="91783" y="23956"/>
                    <a:pt x="175151" y="23956"/>
                  </a:cubicBezTo>
                  <a:cubicBezTo>
                    <a:pt x="258519" y="23956"/>
                    <a:pt x="326351" y="91776"/>
                    <a:pt x="326351" y="175130"/>
                  </a:cubicBezTo>
                  <a:cubicBezTo>
                    <a:pt x="326351" y="258483"/>
                    <a:pt x="258519" y="326303"/>
                    <a:pt x="175151" y="326303"/>
                  </a:cubicBezTo>
                  <a:close/>
                </a:path>
              </a:pathLst>
            </a:custGeom>
            <a:solidFill>
              <a:srgbClr val="FFFFFF"/>
            </a:solidFill>
            <a:ln w="0" cap="flat">
              <a:noFill/>
              <a:prstDash val="solid"/>
              <a:miter/>
            </a:ln>
          </p:spPr>
          <p:txBody>
            <a:bodyPr rtlCol="0" anchor="ctr"/>
            <a:lstStyle/>
            <a:p>
              <a:endParaRPr lang="de-DE"/>
            </a:p>
          </p:txBody>
        </p:sp>
      </p:grpSp>
      <p:sp>
        <p:nvSpPr>
          <p:cNvPr id="10" name="Freihandform 9">
            <a:extLst>
              <a:ext uri="{FF2B5EF4-FFF2-40B4-BE49-F238E27FC236}">
                <a16:creationId xmlns:a16="http://schemas.microsoft.com/office/drawing/2014/main" id="{FA3DD58F-48BF-AC0F-B5D4-7564FBEA616C}"/>
              </a:ext>
            </a:extLst>
          </p:cNvPr>
          <p:cNvSpPr/>
          <p:nvPr/>
        </p:nvSpPr>
        <p:spPr>
          <a:xfrm>
            <a:off x="8364349" y="3458576"/>
            <a:ext cx="624016" cy="561595"/>
          </a:xfrm>
          <a:custGeom>
            <a:avLst/>
            <a:gdLst>
              <a:gd name="connsiteX0" fmla="*/ 537342 w 749258"/>
              <a:gd name="connsiteY0" fmla="*/ 8 h 674309"/>
              <a:gd name="connsiteX1" fmla="*/ 374749 w 749258"/>
              <a:gd name="connsiteY1" fmla="*/ 85422 h 674309"/>
              <a:gd name="connsiteX2" fmla="*/ 349552 w 749258"/>
              <a:gd name="connsiteY2" fmla="*/ 53355 h 674309"/>
              <a:gd name="connsiteX3" fmla="*/ 211957 w 749258"/>
              <a:gd name="connsiteY3" fmla="*/ 0 h 674309"/>
              <a:gd name="connsiteX4" fmla="*/ 0 w 749258"/>
              <a:gd name="connsiteY4" fmla="*/ 226337 h 674309"/>
              <a:gd name="connsiteX5" fmla="*/ 185658 w 749258"/>
              <a:gd name="connsiteY5" fmla="*/ 554331 h 674309"/>
              <a:gd name="connsiteX6" fmla="*/ 369624 w 749258"/>
              <a:gd name="connsiteY6" fmla="*/ 673207 h 674309"/>
              <a:gd name="connsiteX7" fmla="*/ 374638 w 749258"/>
              <a:gd name="connsiteY7" fmla="*/ 674309 h 674309"/>
              <a:gd name="connsiteX8" fmla="*/ 379651 w 749258"/>
              <a:gd name="connsiteY8" fmla="*/ 673207 h 674309"/>
              <a:gd name="connsiteX9" fmla="*/ 563617 w 749258"/>
              <a:gd name="connsiteY9" fmla="*/ 554331 h 674309"/>
              <a:gd name="connsiteX10" fmla="*/ 749259 w 749258"/>
              <a:gd name="connsiteY10" fmla="*/ 226337 h 674309"/>
              <a:gd name="connsiteX11" fmla="*/ 537342 w 749258"/>
              <a:gd name="connsiteY11" fmla="*/ 0 h 674309"/>
              <a:gd name="connsiteX12" fmla="*/ 374629 w 749258"/>
              <a:gd name="connsiteY12" fmla="*/ 649036 h 674309"/>
              <a:gd name="connsiteX13" fmla="*/ 23944 w 749258"/>
              <a:gd name="connsiteY13" fmla="*/ 226361 h 674309"/>
              <a:gd name="connsiteX14" fmla="*/ 48135 w 749258"/>
              <a:gd name="connsiteY14" fmla="*/ 123554 h 674309"/>
              <a:gd name="connsiteX15" fmla="*/ 211957 w 749258"/>
              <a:gd name="connsiteY15" fmla="*/ 23955 h 674309"/>
              <a:gd name="connsiteX16" fmla="*/ 363332 w 749258"/>
              <a:gd name="connsiteY16" fmla="*/ 115611 h 674309"/>
              <a:gd name="connsiteX17" fmla="*/ 374590 w 749258"/>
              <a:gd name="connsiteY17" fmla="*/ 123570 h 674309"/>
              <a:gd name="connsiteX18" fmla="*/ 374629 w 749258"/>
              <a:gd name="connsiteY18" fmla="*/ 123570 h 674309"/>
              <a:gd name="connsiteX19" fmla="*/ 385895 w 749258"/>
              <a:gd name="connsiteY19" fmla="*/ 115651 h 674309"/>
              <a:gd name="connsiteX20" fmla="*/ 537342 w 749258"/>
              <a:gd name="connsiteY20" fmla="*/ 23955 h 674309"/>
              <a:gd name="connsiteX21" fmla="*/ 701124 w 749258"/>
              <a:gd name="connsiteY21" fmla="*/ 123554 h 674309"/>
              <a:gd name="connsiteX22" fmla="*/ 725307 w 749258"/>
              <a:gd name="connsiteY22" fmla="*/ 226345 h 674309"/>
              <a:gd name="connsiteX23" fmla="*/ 374638 w 749258"/>
              <a:gd name="connsiteY23" fmla="*/ 649036 h 674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49258" h="674309">
                <a:moveTo>
                  <a:pt x="537342" y="8"/>
                </a:moveTo>
                <a:cubicBezTo>
                  <a:pt x="441806" y="8"/>
                  <a:pt x="394334" y="53914"/>
                  <a:pt x="374749" y="85422"/>
                </a:cubicBezTo>
                <a:cubicBezTo>
                  <a:pt x="369017" y="76042"/>
                  <a:pt x="360809" y="64691"/>
                  <a:pt x="349552" y="53355"/>
                </a:cubicBezTo>
                <a:cubicBezTo>
                  <a:pt x="325369" y="29017"/>
                  <a:pt x="281864" y="0"/>
                  <a:pt x="211957" y="0"/>
                </a:cubicBezTo>
                <a:cubicBezTo>
                  <a:pt x="2419" y="0"/>
                  <a:pt x="0" y="224070"/>
                  <a:pt x="0" y="226337"/>
                </a:cubicBezTo>
                <a:cubicBezTo>
                  <a:pt x="0" y="339913"/>
                  <a:pt x="64207" y="453336"/>
                  <a:pt x="185658" y="554331"/>
                </a:cubicBezTo>
                <a:cubicBezTo>
                  <a:pt x="276483" y="629878"/>
                  <a:pt x="365863" y="671468"/>
                  <a:pt x="369624" y="673207"/>
                </a:cubicBezTo>
                <a:cubicBezTo>
                  <a:pt x="371213" y="673942"/>
                  <a:pt x="372929" y="674309"/>
                  <a:pt x="374638" y="674309"/>
                </a:cubicBezTo>
                <a:cubicBezTo>
                  <a:pt x="376346" y="674309"/>
                  <a:pt x="378063" y="673942"/>
                  <a:pt x="379651" y="673207"/>
                </a:cubicBezTo>
                <a:cubicBezTo>
                  <a:pt x="383412" y="671468"/>
                  <a:pt x="472792" y="629878"/>
                  <a:pt x="563617" y="554331"/>
                </a:cubicBezTo>
                <a:cubicBezTo>
                  <a:pt x="685060" y="453336"/>
                  <a:pt x="749259" y="339913"/>
                  <a:pt x="749259" y="226337"/>
                </a:cubicBezTo>
                <a:cubicBezTo>
                  <a:pt x="749259" y="224078"/>
                  <a:pt x="746832" y="0"/>
                  <a:pt x="537342" y="0"/>
                </a:cubicBezTo>
                <a:close/>
                <a:moveTo>
                  <a:pt x="374629" y="649036"/>
                </a:moveTo>
                <a:cubicBezTo>
                  <a:pt x="331325" y="627659"/>
                  <a:pt x="23960" y="467322"/>
                  <a:pt x="23944" y="226361"/>
                </a:cubicBezTo>
                <a:cubicBezTo>
                  <a:pt x="23944" y="225842"/>
                  <a:pt x="24327" y="174147"/>
                  <a:pt x="48135" y="123554"/>
                </a:cubicBezTo>
                <a:cubicBezTo>
                  <a:pt x="79241" y="57475"/>
                  <a:pt x="134353" y="23955"/>
                  <a:pt x="211957" y="23955"/>
                </a:cubicBezTo>
                <a:cubicBezTo>
                  <a:pt x="328866" y="23955"/>
                  <a:pt x="361991" y="111908"/>
                  <a:pt x="363332" y="115611"/>
                </a:cubicBezTo>
                <a:cubicBezTo>
                  <a:pt x="365025" y="120377"/>
                  <a:pt x="369528" y="123554"/>
                  <a:pt x="374590" y="123570"/>
                </a:cubicBezTo>
                <a:lnTo>
                  <a:pt x="374629" y="123570"/>
                </a:lnTo>
                <a:cubicBezTo>
                  <a:pt x="379667" y="123570"/>
                  <a:pt x="384178" y="120393"/>
                  <a:pt x="385895" y="115651"/>
                </a:cubicBezTo>
                <a:cubicBezTo>
                  <a:pt x="387252" y="111900"/>
                  <a:pt x="420409" y="23955"/>
                  <a:pt x="537342" y="23955"/>
                </a:cubicBezTo>
                <a:cubicBezTo>
                  <a:pt x="614922" y="23955"/>
                  <a:pt x="670027" y="57458"/>
                  <a:pt x="701124" y="123554"/>
                </a:cubicBezTo>
                <a:cubicBezTo>
                  <a:pt x="724924" y="174147"/>
                  <a:pt x="725307" y="225834"/>
                  <a:pt x="725307" y="226345"/>
                </a:cubicBezTo>
                <a:cubicBezTo>
                  <a:pt x="725307" y="467322"/>
                  <a:pt x="417942" y="627659"/>
                  <a:pt x="374638" y="649036"/>
                </a:cubicBezTo>
                <a:close/>
              </a:path>
            </a:pathLst>
          </a:custGeom>
          <a:solidFill>
            <a:srgbClr val="FFFFFF"/>
          </a:solidFill>
          <a:ln w="0" cap="flat">
            <a:noFill/>
            <a:prstDash val="solid"/>
            <a:miter/>
          </a:ln>
        </p:spPr>
        <p:txBody>
          <a:bodyPr rtlCol="0" anchor="ctr"/>
          <a:lstStyle/>
          <a:p>
            <a:endParaRPr lang="de-DE"/>
          </a:p>
        </p:txBody>
      </p:sp>
      <p:sp>
        <p:nvSpPr>
          <p:cNvPr id="11" name="Freihandform 10">
            <a:extLst>
              <a:ext uri="{FF2B5EF4-FFF2-40B4-BE49-F238E27FC236}">
                <a16:creationId xmlns:a16="http://schemas.microsoft.com/office/drawing/2014/main" id="{44947CFB-14E8-F63A-F42F-B6C169EC44D2}"/>
              </a:ext>
            </a:extLst>
          </p:cNvPr>
          <p:cNvSpPr/>
          <p:nvPr/>
        </p:nvSpPr>
        <p:spPr>
          <a:xfrm>
            <a:off x="8296228" y="1540467"/>
            <a:ext cx="593322" cy="607826"/>
          </a:xfrm>
          <a:custGeom>
            <a:avLst/>
            <a:gdLst>
              <a:gd name="connsiteX0" fmla="*/ 358478 w 712404"/>
              <a:gd name="connsiteY0" fmla="*/ 0 h 729819"/>
              <a:gd name="connsiteX1" fmla="*/ 356131 w 712404"/>
              <a:gd name="connsiteY1" fmla="*/ 0 h 729819"/>
              <a:gd name="connsiteX2" fmla="*/ 105939 w 712404"/>
              <a:gd name="connsiteY2" fmla="*/ 102704 h 729819"/>
              <a:gd name="connsiteX3" fmla="*/ 0 w 712404"/>
              <a:gd name="connsiteY3" fmla="*/ 353946 h 729819"/>
              <a:gd name="connsiteX4" fmla="*/ 0 w 712404"/>
              <a:gd name="connsiteY4" fmla="*/ 633103 h 729819"/>
              <a:gd name="connsiteX5" fmla="*/ 96805 w 712404"/>
              <a:gd name="connsiteY5" fmla="*/ 729820 h 729819"/>
              <a:gd name="connsiteX6" fmla="*/ 180756 w 712404"/>
              <a:gd name="connsiteY6" fmla="*/ 729820 h 729819"/>
              <a:gd name="connsiteX7" fmla="*/ 192732 w 712404"/>
              <a:gd name="connsiteY7" fmla="*/ 717846 h 729819"/>
              <a:gd name="connsiteX8" fmla="*/ 192732 w 712404"/>
              <a:gd name="connsiteY8" fmla="*/ 353978 h 729819"/>
              <a:gd name="connsiteX9" fmla="*/ 180756 w 712404"/>
              <a:gd name="connsiteY9" fmla="*/ 342004 h 729819"/>
              <a:gd name="connsiteX10" fmla="*/ 96885 w 712404"/>
              <a:gd name="connsiteY10" fmla="*/ 342004 h 729819"/>
              <a:gd name="connsiteX11" fmla="*/ 23952 w 712404"/>
              <a:gd name="connsiteY11" fmla="*/ 375316 h 729819"/>
              <a:gd name="connsiteX12" fmla="*/ 23952 w 712404"/>
              <a:gd name="connsiteY12" fmla="*/ 354026 h 729819"/>
              <a:gd name="connsiteX13" fmla="*/ 122762 w 712404"/>
              <a:gd name="connsiteY13" fmla="*/ 119747 h 729819"/>
              <a:gd name="connsiteX14" fmla="*/ 358318 w 712404"/>
              <a:gd name="connsiteY14" fmla="*/ 23956 h 729819"/>
              <a:gd name="connsiteX15" fmla="*/ 688453 w 712404"/>
              <a:gd name="connsiteY15" fmla="*/ 353946 h 729819"/>
              <a:gd name="connsiteX16" fmla="*/ 688453 w 712404"/>
              <a:gd name="connsiteY16" fmla="*/ 375339 h 729819"/>
              <a:gd name="connsiteX17" fmla="*/ 615512 w 712404"/>
              <a:gd name="connsiteY17" fmla="*/ 341996 h 729819"/>
              <a:gd name="connsiteX18" fmla="*/ 531570 w 712404"/>
              <a:gd name="connsiteY18" fmla="*/ 341996 h 729819"/>
              <a:gd name="connsiteX19" fmla="*/ 519594 w 712404"/>
              <a:gd name="connsiteY19" fmla="*/ 353970 h 729819"/>
              <a:gd name="connsiteX20" fmla="*/ 519594 w 712404"/>
              <a:gd name="connsiteY20" fmla="*/ 717838 h 729819"/>
              <a:gd name="connsiteX21" fmla="*/ 531570 w 712404"/>
              <a:gd name="connsiteY21" fmla="*/ 729812 h 729819"/>
              <a:gd name="connsiteX22" fmla="*/ 615561 w 712404"/>
              <a:gd name="connsiteY22" fmla="*/ 729812 h 729819"/>
              <a:gd name="connsiteX23" fmla="*/ 683990 w 712404"/>
              <a:gd name="connsiteY23" fmla="*/ 701498 h 729819"/>
              <a:gd name="connsiteX24" fmla="*/ 712405 w 712404"/>
              <a:gd name="connsiteY24" fmla="*/ 632951 h 729819"/>
              <a:gd name="connsiteX25" fmla="*/ 712405 w 712404"/>
              <a:gd name="connsiteY25" fmla="*/ 353859 h 729819"/>
              <a:gd name="connsiteX26" fmla="*/ 358478 w 712404"/>
              <a:gd name="connsiteY26" fmla="*/ 0 h 729819"/>
              <a:gd name="connsiteX27" fmla="*/ 96893 w 712404"/>
              <a:gd name="connsiteY27" fmla="*/ 365944 h 729819"/>
              <a:gd name="connsiteX28" fmla="*/ 168788 w 712404"/>
              <a:gd name="connsiteY28" fmla="*/ 365944 h 729819"/>
              <a:gd name="connsiteX29" fmla="*/ 168788 w 712404"/>
              <a:gd name="connsiteY29" fmla="*/ 705864 h 729819"/>
              <a:gd name="connsiteX30" fmla="*/ 96822 w 712404"/>
              <a:gd name="connsiteY30" fmla="*/ 705864 h 729819"/>
              <a:gd name="connsiteX31" fmla="*/ 23961 w 712404"/>
              <a:gd name="connsiteY31" fmla="*/ 632984 h 729819"/>
              <a:gd name="connsiteX32" fmla="*/ 23961 w 712404"/>
              <a:gd name="connsiteY32" fmla="*/ 438849 h 729819"/>
              <a:gd name="connsiteX33" fmla="*/ 96893 w 712404"/>
              <a:gd name="connsiteY33" fmla="*/ 365944 h 729819"/>
              <a:gd name="connsiteX34" fmla="*/ 688453 w 712404"/>
              <a:gd name="connsiteY34" fmla="*/ 633031 h 729819"/>
              <a:gd name="connsiteX35" fmla="*/ 667065 w 712404"/>
              <a:gd name="connsiteY35" fmla="*/ 684551 h 729819"/>
              <a:gd name="connsiteX36" fmla="*/ 615552 w 712404"/>
              <a:gd name="connsiteY36" fmla="*/ 705864 h 729819"/>
              <a:gd name="connsiteX37" fmla="*/ 543546 w 712404"/>
              <a:gd name="connsiteY37" fmla="*/ 705864 h 729819"/>
              <a:gd name="connsiteX38" fmla="*/ 543546 w 712404"/>
              <a:gd name="connsiteY38" fmla="*/ 365944 h 729819"/>
              <a:gd name="connsiteX39" fmla="*/ 615504 w 712404"/>
              <a:gd name="connsiteY39" fmla="*/ 365944 h 729819"/>
              <a:gd name="connsiteX40" fmla="*/ 688453 w 712404"/>
              <a:gd name="connsiteY40" fmla="*/ 438841 h 729819"/>
              <a:gd name="connsiteX41" fmla="*/ 688453 w 712404"/>
              <a:gd name="connsiteY41" fmla="*/ 633031 h 7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12404" h="729819">
                <a:moveTo>
                  <a:pt x="358478" y="0"/>
                </a:moveTo>
                <a:cubicBezTo>
                  <a:pt x="357688" y="0"/>
                  <a:pt x="356922" y="0"/>
                  <a:pt x="356131" y="0"/>
                </a:cubicBezTo>
                <a:cubicBezTo>
                  <a:pt x="261857" y="0"/>
                  <a:pt x="173084" y="36416"/>
                  <a:pt x="105939" y="102704"/>
                </a:cubicBezTo>
                <a:cubicBezTo>
                  <a:pt x="38235" y="169541"/>
                  <a:pt x="615" y="258739"/>
                  <a:pt x="0" y="353946"/>
                </a:cubicBezTo>
                <a:lnTo>
                  <a:pt x="0" y="633103"/>
                </a:lnTo>
                <a:cubicBezTo>
                  <a:pt x="48" y="686458"/>
                  <a:pt x="43465" y="729820"/>
                  <a:pt x="96805" y="729820"/>
                </a:cubicBezTo>
                <a:lnTo>
                  <a:pt x="180756" y="729820"/>
                </a:lnTo>
                <a:cubicBezTo>
                  <a:pt x="187367" y="729820"/>
                  <a:pt x="192732" y="724455"/>
                  <a:pt x="192732" y="717846"/>
                </a:cubicBezTo>
                <a:lnTo>
                  <a:pt x="192732" y="353978"/>
                </a:lnTo>
                <a:cubicBezTo>
                  <a:pt x="192732" y="347368"/>
                  <a:pt x="187367" y="342004"/>
                  <a:pt x="180756" y="342004"/>
                </a:cubicBezTo>
                <a:lnTo>
                  <a:pt x="96885" y="342004"/>
                </a:lnTo>
                <a:cubicBezTo>
                  <a:pt x="67800" y="342004"/>
                  <a:pt x="41732" y="354952"/>
                  <a:pt x="23952" y="375316"/>
                </a:cubicBezTo>
                <a:lnTo>
                  <a:pt x="23952" y="354026"/>
                </a:lnTo>
                <a:cubicBezTo>
                  <a:pt x="24511" y="265292"/>
                  <a:pt x="59608" y="182098"/>
                  <a:pt x="122762" y="119747"/>
                </a:cubicBezTo>
                <a:cubicBezTo>
                  <a:pt x="185921" y="57411"/>
                  <a:pt x="269362" y="23294"/>
                  <a:pt x="358318" y="23956"/>
                </a:cubicBezTo>
                <a:cubicBezTo>
                  <a:pt x="539194" y="25113"/>
                  <a:pt x="687288" y="173174"/>
                  <a:pt x="688453" y="353946"/>
                </a:cubicBezTo>
                <a:lnTo>
                  <a:pt x="688453" y="375339"/>
                </a:lnTo>
                <a:cubicBezTo>
                  <a:pt x="670674" y="354968"/>
                  <a:pt x="644606" y="342004"/>
                  <a:pt x="615512" y="341996"/>
                </a:cubicBezTo>
                <a:lnTo>
                  <a:pt x="531570" y="341996"/>
                </a:lnTo>
                <a:cubicBezTo>
                  <a:pt x="524959" y="341996"/>
                  <a:pt x="519594" y="347360"/>
                  <a:pt x="519594" y="353970"/>
                </a:cubicBezTo>
                <a:lnTo>
                  <a:pt x="519594" y="717838"/>
                </a:lnTo>
                <a:cubicBezTo>
                  <a:pt x="519594" y="724448"/>
                  <a:pt x="524959" y="729812"/>
                  <a:pt x="531570" y="729812"/>
                </a:cubicBezTo>
                <a:lnTo>
                  <a:pt x="615561" y="729812"/>
                </a:lnTo>
                <a:cubicBezTo>
                  <a:pt x="641404" y="729812"/>
                  <a:pt x="665707" y="719754"/>
                  <a:pt x="683990" y="701498"/>
                </a:cubicBezTo>
                <a:cubicBezTo>
                  <a:pt x="702297" y="683218"/>
                  <a:pt x="712389" y="658911"/>
                  <a:pt x="712405" y="632951"/>
                </a:cubicBezTo>
                <a:lnTo>
                  <a:pt x="712405" y="353859"/>
                </a:lnTo>
                <a:cubicBezTo>
                  <a:pt x="711160" y="159978"/>
                  <a:pt x="552391" y="1238"/>
                  <a:pt x="358478" y="0"/>
                </a:cubicBezTo>
                <a:close/>
                <a:moveTo>
                  <a:pt x="96893" y="365944"/>
                </a:moveTo>
                <a:lnTo>
                  <a:pt x="168788" y="365944"/>
                </a:lnTo>
                <a:lnTo>
                  <a:pt x="168788" y="705864"/>
                </a:lnTo>
                <a:lnTo>
                  <a:pt x="96822" y="705864"/>
                </a:lnTo>
                <a:cubicBezTo>
                  <a:pt x="56678" y="705864"/>
                  <a:pt x="23992" y="673224"/>
                  <a:pt x="23961" y="632984"/>
                </a:cubicBezTo>
                <a:lnTo>
                  <a:pt x="23961" y="438849"/>
                </a:lnTo>
                <a:cubicBezTo>
                  <a:pt x="23976" y="398648"/>
                  <a:pt x="56694" y="365944"/>
                  <a:pt x="96893" y="365944"/>
                </a:cubicBezTo>
                <a:close/>
                <a:moveTo>
                  <a:pt x="688453" y="633031"/>
                </a:moveTo>
                <a:cubicBezTo>
                  <a:pt x="688438" y="652494"/>
                  <a:pt x="680845" y="670790"/>
                  <a:pt x="667065" y="684551"/>
                </a:cubicBezTo>
                <a:cubicBezTo>
                  <a:pt x="653300" y="698297"/>
                  <a:pt x="635009" y="705864"/>
                  <a:pt x="615552" y="705864"/>
                </a:cubicBezTo>
                <a:lnTo>
                  <a:pt x="543546" y="705864"/>
                </a:lnTo>
                <a:lnTo>
                  <a:pt x="543546" y="365944"/>
                </a:lnTo>
                <a:lnTo>
                  <a:pt x="615504" y="365944"/>
                </a:lnTo>
                <a:cubicBezTo>
                  <a:pt x="655704" y="365960"/>
                  <a:pt x="688430" y="398664"/>
                  <a:pt x="688453" y="438841"/>
                </a:cubicBezTo>
                <a:lnTo>
                  <a:pt x="688453" y="633031"/>
                </a:lnTo>
                <a:close/>
              </a:path>
            </a:pathLst>
          </a:custGeom>
          <a:solidFill>
            <a:srgbClr val="FFFFFF"/>
          </a:solidFill>
          <a:ln w="0"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3F8A6A2B-4E85-2F71-2892-DFFA27609396}"/>
              </a:ext>
            </a:extLst>
          </p:cNvPr>
          <p:cNvSpPr/>
          <p:nvPr/>
        </p:nvSpPr>
        <p:spPr>
          <a:xfrm>
            <a:off x="5770480" y="1532906"/>
            <a:ext cx="651043" cy="622949"/>
          </a:xfrm>
          <a:custGeom>
            <a:avLst/>
            <a:gdLst>
              <a:gd name="connsiteX0" fmla="*/ 745186 w 781709"/>
              <a:gd name="connsiteY0" fmla="*/ 251112 h 747977"/>
              <a:gd name="connsiteX1" fmla="*/ 539360 w 781709"/>
              <a:gd name="connsiteY1" fmla="*/ 204239 h 747977"/>
              <a:gd name="connsiteX2" fmla="*/ 431122 w 781709"/>
              <a:gd name="connsiteY2" fmla="*/ 22939 h 747977"/>
              <a:gd name="connsiteX3" fmla="*/ 414755 w 781709"/>
              <a:gd name="connsiteY3" fmla="*/ 6568 h 747977"/>
              <a:gd name="connsiteX4" fmla="*/ 379283 w 781709"/>
              <a:gd name="connsiteY4" fmla="*/ 1459 h 747977"/>
              <a:gd name="connsiteX5" fmla="*/ 350605 w 781709"/>
              <a:gd name="connsiteY5" fmla="*/ 22908 h 747977"/>
              <a:gd name="connsiteX6" fmla="*/ 242359 w 781709"/>
              <a:gd name="connsiteY6" fmla="*/ 204239 h 747977"/>
              <a:gd name="connsiteX7" fmla="*/ 36605 w 781709"/>
              <a:gd name="connsiteY7" fmla="*/ 251104 h 747977"/>
              <a:gd name="connsiteX8" fmla="*/ 15951 w 781709"/>
              <a:gd name="connsiteY8" fmla="*/ 261577 h 747977"/>
              <a:gd name="connsiteX9" fmla="*/ 11584 w 781709"/>
              <a:gd name="connsiteY9" fmla="*/ 327648 h 747977"/>
              <a:gd name="connsiteX10" fmla="*/ 150583 w 781709"/>
              <a:gd name="connsiteY10" fmla="*/ 486558 h 747977"/>
              <a:gd name="connsiteX11" fmla="*/ 132157 w 781709"/>
              <a:gd name="connsiteY11" fmla="*/ 690240 h 747977"/>
              <a:gd name="connsiteX12" fmla="*/ 130927 w 781709"/>
              <a:gd name="connsiteY12" fmla="*/ 700992 h 747977"/>
              <a:gd name="connsiteX13" fmla="*/ 177825 w 781709"/>
              <a:gd name="connsiteY13" fmla="*/ 747977 h 747977"/>
              <a:gd name="connsiteX14" fmla="*/ 177825 w 781709"/>
              <a:gd name="connsiteY14" fmla="*/ 747977 h 747977"/>
              <a:gd name="connsiteX15" fmla="*/ 178855 w 781709"/>
              <a:gd name="connsiteY15" fmla="*/ 747922 h 747977"/>
              <a:gd name="connsiteX16" fmla="*/ 196731 w 781709"/>
              <a:gd name="connsiteY16" fmla="*/ 744122 h 747977"/>
              <a:gd name="connsiteX17" fmla="*/ 390796 w 781709"/>
              <a:gd name="connsiteY17" fmla="*/ 661096 h 747977"/>
              <a:gd name="connsiteX18" fmla="*/ 584925 w 781709"/>
              <a:gd name="connsiteY18" fmla="*/ 744122 h 747977"/>
              <a:gd name="connsiteX19" fmla="*/ 630968 w 781709"/>
              <a:gd name="connsiteY19" fmla="*/ 738981 h 747977"/>
              <a:gd name="connsiteX20" fmla="*/ 650066 w 781709"/>
              <a:gd name="connsiteY20" fmla="*/ 696785 h 747977"/>
              <a:gd name="connsiteX21" fmla="*/ 631095 w 781709"/>
              <a:gd name="connsiteY21" fmla="*/ 486558 h 747977"/>
              <a:gd name="connsiteX22" fmla="*/ 770072 w 781709"/>
              <a:gd name="connsiteY22" fmla="*/ 327665 h 747977"/>
              <a:gd name="connsiteX23" fmla="*/ 780571 w 781709"/>
              <a:gd name="connsiteY23" fmla="*/ 307022 h 747977"/>
              <a:gd name="connsiteX24" fmla="*/ 745162 w 781709"/>
              <a:gd name="connsiteY24" fmla="*/ 251104 h 747977"/>
              <a:gd name="connsiteX25" fmla="*/ 757210 w 781709"/>
              <a:gd name="connsiteY25" fmla="*/ 301793 h 747977"/>
              <a:gd name="connsiteX26" fmla="*/ 752060 w 781709"/>
              <a:gd name="connsiteY26" fmla="*/ 311900 h 747977"/>
              <a:gd name="connsiteX27" fmla="*/ 609699 w 781709"/>
              <a:gd name="connsiteY27" fmla="*/ 474672 h 747977"/>
              <a:gd name="connsiteX28" fmla="*/ 606785 w 781709"/>
              <a:gd name="connsiteY28" fmla="*/ 483628 h 747977"/>
              <a:gd name="connsiteX29" fmla="*/ 626225 w 781709"/>
              <a:gd name="connsiteY29" fmla="*/ 699021 h 747977"/>
              <a:gd name="connsiteX30" fmla="*/ 616948 w 781709"/>
              <a:gd name="connsiteY30" fmla="*/ 719592 h 747977"/>
              <a:gd name="connsiteX31" fmla="*/ 594362 w 781709"/>
              <a:gd name="connsiteY31" fmla="*/ 722114 h 747977"/>
              <a:gd name="connsiteX32" fmla="*/ 395522 w 781709"/>
              <a:gd name="connsiteY32" fmla="*/ 637068 h 747977"/>
              <a:gd name="connsiteX33" fmla="*/ 386101 w 781709"/>
              <a:gd name="connsiteY33" fmla="*/ 637068 h 747977"/>
              <a:gd name="connsiteX34" fmla="*/ 187350 w 781709"/>
              <a:gd name="connsiteY34" fmla="*/ 722106 h 747977"/>
              <a:gd name="connsiteX35" fmla="*/ 178248 w 781709"/>
              <a:gd name="connsiteY35" fmla="*/ 723982 h 747977"/>
              <a:gd name="connsiteX36" fmla="*/ 177330 w 781709"/>
              <a:gd name="connsiteY36" fmla="*/ 724022 h 747977"/>
              <a:gd name="connsiteX37" fmla="*/ 154879 w 781709"/>
              <a:gd name="connsiteY37" fmla="*/ 701032 h 747977"/>
              <a:gd name="connsiteX38" fmla="*/ 155622 w 781709"/>
              <a:gd name="connsiteY38" fmla="*/ 695117 h 747977"/>
              <a:gd name="connsiteX39" fmla="*/ 155941 w 781709"/>
              <a:gd name="connsiteY39" fmla="*/ 693274 h 747977"/>
              <a:gd name="connsiteX40" fmla="*/ 174903 w 781709"/>
              <a:gd name="connsiteY40" fmla="*/ 483620 h 747977"/>
              <a:gd name="connsiteX41" fmla="*/ 171988 w 781709"/>
              <a:gd name="connsiteY41" fmla="*/ 474663 h 747977"/>
              <a:gd name="connsiteX42" fmla="*/ 29603 w 781709"/>
              <a:gd name="connsiteY42" fmla="*/ 311883 h 747977"/>
              <a:gd name="connsiteX43" fmla="*/ 31743 w 781709"/>
              <a:gd name="connsiteY43" fmla="*/ 279586 h 747977"/>
              <a:gd name="connsiteX44" fmla="*/ 41875 w 781709"/>
              <a:gd name="connsiteY44" fmla="*/ 274461 h 747977"/>
              <a:gd name="connsiteX45" fmla="*/ 252674 w 781709"/>
              <a:gd name="connsiteY45" fmla="*/ 226446 h 747977"/>
              <a:gd name="connsiteX46" fmla="*/ 260298 w 781709"/>
              <a:gd name="connsiteY46" fmla="*/ 220906 h 747977"/>
              <a:gd name="connsiteX47" fmla="*/ 371187 w 781709"/>
              <a:gd name="connsiteY47" fmla="*/ 35145 h 747977"/>
              <a:gd name="connsiteX48" fmla="*/ 385199 w 781709"/>
              <a:gd name="connsiteY48" fmla="*/ 24664 h 747977"/>
              <a:gd name="connsiteX49" fmla="*/ 390891 w 781709"/>
              <a:gd name="connsiteY49" fmla="*/ 23946 h 747977"/>
              <a:gd name="connsiteX50" fmla="*/ 402532 w 781709"/>
              <a:gd name="connsiteY50" fmla="*/ 27154 h 747977"/>
              <a:gd name="connsiteX51" fmla="*/ 410540 w 781709"/>
              <a:gd name="connsiteY51" fmla="*/ 35168 h 747977"/>
              <a:gd name="connsiteX52" fmla="*/ 521420 w 781709"/>
              <a:gd name="connsiteY52" fmla="*/ 220906 h 747977"/>
              <a:gd name="connsiteX53" fmla="*/ 529045 w 781709"/>
              <a:gd name="connsiteY53" fmla="*/ 226446 h 747977"/>
              <a:gd name="connsiteX54" fmla="*/ 739909 w 781709"/>
              <a:gd name="connsiteY54" fmla="*/ 274469 h 747977"/>
              <a:gd name="connsiteX55" fmla="*/ 757218 w 781709"/>
              <a:gd name="connsiteY55" fmla="*/ 301785 h 747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781709" h="747977">
                <a:moveTo>
                  <a:pt x="745186" y="251112"/>
                </a:moveTo>
                <a:lnTo>
                  <a:pt x="539360" y="204239"/>
                </a:lnTo>
                <a:lnTo>
                  <a:pt x="431122" y="22939"/>
                </a:lnTo>
                <a:cubicBezTo>
                  <a:pt x="427146" y="16218"/>
                  <a:pt x="421486" y="10559"/>
                  <a:pt x="414755" y="6568"/>
                </a:cubicBezTo>
                <a:cubicBezTo>
                  <a:pt x="404001" y="189"/>
                  <a:pt x="391395" y="-1607"/>
                  <a:pt x="379283" y="1459"/>
                </a:cubicBezTo>
                <a:cubicBezTo>
                  <a:pt x="367163" y="4548"/>
                  <a:pt x="356976" y="12171"/>
                  <a:pt x="350605" y="22908"/>
                </a:cubicBezTo>
                <a:lnTo>
                  <a:pt x="242359" y="204239"/>
                </a:lnTo>
                <a:lnTo>
                  <a:pt x="36605" y="251104"/>
                </a:lnTo>
                <a:cubicBezTo>
                  <a:pt x="28972" y="252804"/>
                  <a:pt x="21827" y="256428"/>
                  <a:pt x="15951" y="261577"/>
                </a:cubicBezTo>
                <a:cubicBezTo>
                  <a:pt x="-3474" y="278597"/>
                  <a:pt x="-5430" y="308244"/>
                  <a:pt x="11584" y="327648"/>
                </a:cubicBezTo>
                <a:lnTo>
                  <a:pt x="150583" y="486558"/>
                </a:lnTo>
                <a:lnTo>
                  <a:pt x="132157" y="690240"/>
                </a:lnTo>
                <a:cubicBezTo>
                  <a:pt x="131342" y="693760"/>
                  <a:pt x="130935" y="697368"/>
                  <a:pt x="130927" y="700992"/>
                </a:cubicBezTo>
                <a:cubicBezTo>
                  <a:pt x="130903" y="726863"/>
                  <a:pt x="151949" y="747946"/>
                  <a:pt x="177825" y="747977"/>
                </a:cubicBezTo>
                <a:lnTo>
                  <a:pt x="177825" y="747977"/>
                </a:lnTo>
                <a:cubicBezTo>
                  <a:pt x="178064" y="747977"/>
                  <a:pt x="178479" y="747954"/>
                  <a:pt x="178855" y="747922"/>
                </a:cubicBezTo>
                <a:cubicBezTo>
                  <a:pt x="185010" y="747826"/>
                  <a:pt x="191022" y="746556"/>
                  <a:pt x="196731" y="744122"/>
                </a:cubicBezTo>
                <a:lnTo>
                  <a:pt x="390796" y="661096"/>
                </a:lnTo>
                <a:lnTo>
                  <a:pt x="584925" y="744122"/>
                </a:lnTo>
                <a:cubicBezTo>
                  <a:pt x="600022" y="750588"/>
                  <a:pt x="617651" y="748608"/>
                  <a:pt x="630968" y="738981"/>
                </a:cubicBezTo>
                <a:cubicBezTo>
                  <a:pt x="644317" y="729306"/>
                  <a:pt x="651630" y="713118"/>
                  <a:pt x="650066" y="696785"/>
                </a:cubicBezTo>
                <a:lnTo>
                  <a:pt x="631095" y="486558"/>
                </a:lnTo>
                <a:lnTo>
                  <a:pt x="770072" y="327665"/>
                </a:lnTo>
                <a:cubicBezTo>
                  <a:pt x="775229" y="321789"/>
                  <a:pt x="778862" y="314646"/>
                  <a:pt x="780571" y="307022"/>
                </a:cubicBezTo>
                <a:cubicBezTo>
                  <a:pt x="786215" y="281837"/>
                  <a:pt x="770319" y="256740"/>
                  <a:pt x="745162" y="251104"/>
                </a:cubicBezTo>
                <a:close/>
                <a:moveTo>
                  <a:pt x="757210" y="301793"/>
                </a:moveTo>
                <a:cubicBezTo>
                  <a:pt x="756379" y="305513"/>
                  <a:pt x="754599" y="309002"/>
                  <a:pt x="752060" y="311900"/>
                </a:cubicBezTo>
                <a:lnTo>
                  <a:pt x="609699" y="474672"/>
                </a:lnTo>
                <a:cubicBezTo>
                  <a:pt x="607535" y="477138"/>
                  <a:pt x="606497" y="480371"/>
                  <a:pt x="606785" y="483628"/>
                </a:cubicBezTo>
                <a:lnTo>
                  <a:pt x="626225" y="699021"/>
                </a:lnTo>
                <a:cubicBezTo>
                  <a:pt x="626992" y="707003"/>
                  <a:pt x="623431" y="714889"/>
                  <a:pt x="616948" y="719592"/>
                </a:cubicBezTo>
                <a:cubicBezTo>
                  <a:pt x="610410" y="724294"/>
                  <a:pt x="601771" y="725275"/>
                  <a:pt x="594362" y="722114"/>
                </a:cubicBezTo>
                <a:lnTo>
                  <a:pt x="395522" y="637068"/>
                </a:lnTo>
                <a:cubicBezTo>
                  <a:pt x="392512" y="635775"/>
                  <a:pt x="389111" y="635775"/>
                  <a:pt x="386101" y="637068"/>
                </a:cubicBezTo>
                <a:lnTo>
                  <a:pt x="187350" y="722106"/>
                </a:lnTo>
                <a:cubicBezTo>
                  <a:pt x="184451" y="723336"/>
                  <a:pt x="181386" y="723966"/>
                  <a:pt x="178248" y="723982"/>
                </a:cubicBezTo>
                <a:cubicBezTo>
                  <a:pt x="177944" y="723982"/>
                  <a:pt x="177641" y="723998"/>
                  <a:pt x="177330" y="724022"/>
                </a:cubicBezTo>
                <a:cubicBezTo>
                  <a:pt x="164891" y="723726"/>
                  <a:pt x="154879" y="713516"/>
                  <a:pt x="154879" y="701032"/>
                </a:cubicBezTo>
                <a:cubicBezTo>
                  <a:pt x="154879" y="699044"/>
                  <a:pt x="155134" y="697057"/>
                  <a:pt x="155622" y="695117"/>
                </a:cubicBezTo>
                <a:cubicBezTo>
                  <a:pt x="155781" y="694519"/>
                  <a:pt x="155885" y="693896"/>
                  <a:pt x="155941" y="693274"/>
                </a:cubicBezTo>
                <a:lnTo>
                  <a:pt x="174903" y="483620"/>
                </a:lnTo>
                <a:cubicBezTo>
                  <a:pt x="175198" y="480363"/>
                  <a:pt x="174144" y="477130"/>
                  <a:pt x="171988" y="474663"/>
                </a:cubicBezTo>
                <a:lnTo>
                  <a:pt x="29603" y="311883"/>
                </a:lnTo>
                <a:cubicBezTo>
                  <a:pt x="21284" y="302400"/>
                  <a:pt x="22250" y="287903"/>
                  <a:pt x="31743" y="279586"/>
                </a:cubicBezTo>
                <a:cubicBezTo>
                  <a:pt x="34609" y="277079"/>
                  <a:pt x="38098" y="275307"/>
                  <a:pt x="41875" y="274461"/>
                </a:cubicBezTo>
                <a:lnTo>
                  <a:pt x="252674" y="226446"/>
                </a:lnTo>
                <a:cubicBezTo>
                  <a:pt x="255860" y="225712"/>
                  <a:pt x="258622" y="223717"/>
                  <a:pt x="260298" y="220906"/>
                </a:cubicBezTo>
                <a:lnTo>
                  <a:pt x="371187" y="35145"/>
                </a:lnTo>
                <a:cubicBezTo>
                  <a:pt x="374309" y="29893"/>
                  <a:pt x="379283" y="26164"/>
                  <a:pt x="385199" y="24664"/>
                </a:cubicBezTo>
                <a:cubicBezTo>
                  <a:pt x="387083" y="24177"/>
                  <a:pt x="388999" y="23946"/>
                  <a:pt x="390891" y="23946"/>
                </a:cubicBezTo>
                <a:cubicBezTo>
                  <a:pt x="394955" y="23946"/>
                  <a:pt x="398955" y="25031"/>
                  <a:pt x="402532" y="27154"/>
                </a:cubicBezTo>
                <a:cubicBezTo>
                  <a:pt x="405822" y="29102"/>
                  <a:pt x="408584" y="31864"/>
                  <a:pt x="410540" y="35168"/>
                </a:cubicBezTo>
                <a:lnTo>
                  <a:pt x="521420" y="220906"/>
                </a:lnTo>
                <a:cubicBezTo>
                  <a:pt x="523097" y="223724"/>
                  <a:pt x="525860" y="225720"/>
                  <a:pt x="529045" y="226446"/>
                </a:cubicBezTo>
                <a:lnTo>
                  <a:pt x="739909" y="274469"/>
                </a:lnTo>
                <a:cubicBezTo>
                  <a:pt x="752212" y="277231"/>
                  <a:pt x="759980" y="289484"/>
                  <a:pt x="757218" y="301785"/>
                </a:cubicBezTo>
                <a:close/>
              </a:path>
            </a:pathLst>
          </a:custGeom>
          <a:solidFill>
            <a:srgbClr val="FFFFFF"/>
          </a:solidFill>
          <a:ln w="0"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2393EAB6-2515-59D0-73D5-D77004C9B109}"/>
              </a:ext>
            </a:extLst>
          </p:cNvPr>
          <p:cNvSpPr/>
          <p:nvPr/>
        </p:nvSpPr>
        <p:spPr>
          <a:xfrm>
            <a:off x="5866660" y="4344654"/>
            <a:ext cx="625618" cy="625531"/>
          </a:xfrm>
          <a:custGeom>
            <a:avLst/>
            <a:gdLst>
              <a:gd name="connsiteX0" fmla="*/ 375635 w 751182"/>
              <a:gd name="connsiteY0" fmla="*/ 0 h 751077"/>
              <a:gd name="connsiteX1" fmla="*/ 375564 w 751182"/>
              <a:gd name="connsiteY1" fmla="*/ 0 h 751077"/>
              <a:gd name="connsiteX2" fmla="*/ 109994 w 751182"/>
              <a:gd name="connsiteY2" fmla="*/ 110016 h 751077"/>
              <a:gd name="connsiteX3" fmla="*/ 24 w 751182"/>
              <a:gd name="connsiteY3" fmla="*/ 375236 h 751077"/>
              <a:gd name="connsiteX4" fmla="*/ 0 w 751182"/>
              <a:gd name="connsiteY4" fmla="*/ 375467 h 751077"/>
              <a:gd name="connsiteX5" fmla="*/ 16 w 751182"/>
              <a:gd name="connsiteY5" fmla="*/ 375643 h 751077"/>
              <a:gd name="connsiteX6" fmla="*/ 110050 w 751182"/>
              <a:gd name="connsiteY6" fmla="*/ 641094 h 751077"/>
              <a:gd name="connsiteX7" fmla="*/ 374558 w 751182"/>
              <a:gd name="connsiteY7" fmla="*/ 751021 h 751077"/>
              <a:gd name="connsiteX8" fmla="*/ 375595 w 751182"/>
              <a:gd name="connsiteY8" fmla="*/ 751078 h 751077"/>
              <a:gd name="connsiteX9" fmla="*/ 376641 w 751182"/>
              <a:gd name="connsiteY9" fmla="*/ 751021 h 751077"/>
              <a:gd name="connsiteX10" fmla="*/ 751183 w 751182"/>
              <a:gd name="connsiteY10" fmla="*/ 375476 h 751077"/>
              <a:gd name="connsiteX11" fmla="*/ 751183 w 751182"/>
              <a:gd name="connsiteY11" fmla="*/ 375347 h 751077"/>
              <a:gd name="connsiteX12" fmla="*/ 375627 w 751182"/>
              <a:gd name="connsiteY12" fmla="*/ 0 h 751077"/>
              <a:gd name="connsiteX13" fmla="*/ 726936 w 751182"/>
              <a:gd name="connsiteY13" fmla="*/ 363493 h 751077"/>
              <a:gd name="connsiteX14" fmla="*/ 544679 w 751182"/>
              <a:gd name="connsiteY14" fmla="*/ 363493 h 751077"/>
              <a:gd name="connsiteX15" fmla="*/ 443626 w 751182"/>
              <a:gd name="connsiteY15" fmla="*/ 30589 h 751077"/>
              <a:gd name="connsiteX16" fmla="*/ 726936 w 751182"/>
              <a:gd name="connsiteY16" fmla="*/ 363493 h 751077"/>
              <a:gd name="connsiteX17" fmla="*/ 376394 w 751182"/>
              <a:gd name="connsiteY17" fmla="*/ 727074 h 751077"/>
              <a:gd name="connsiteX18" fmla="*/ 375651 w 751182"/>
              <a:gd name="connsiteY18" fmla="*/ 727090 h 751077"/>
              <a:gd name="connsiteX19" fmla="*/ 375611 w 751182"/>
              <a:gd name="connsiteY19" fmla="*/ 727090 h 751077"/>
              <a:gd name="connsiteX20" fmla="*/ 374821 w 751182"/>
              <a:gd name="connsiteY20" fmla="*/ 727074 h 751077"/>
              <a:gd name="connsiteX21" fmla="*/ 230456 w 751182"/>
              <a:gd name="connsiteY21" fmla="*/ 387441 h 751077"/>
              <a:gd name="connsiteX22" fmla="*/ 520735 w 751182"/>
              <a:gd name="connsiteY22" fmla="*/ 387441 h 751077"/>
              <a:gd name="connsiteX23" fmla="*/ 376402 w 751182"/>
              <a:gd name="connsiteY23" fmla="*/ 727074 h 751077"/>
              <a:gd name="connsiteX24" fmla="*/ 230448 w 751182"/>
              <a:gd name="connsiteY24" fmla="*/ 363493 h 751077"/>
              <a:gd name="connsiteX25" fmla="*/ 375580 w 751182"/>
              <a:gd name="connsiteY25" fmla="*/ 23948 h 751077"/>
              <a:gd name="connsiteX26" fmla="*/ 375611 w 751182"/>
              <a:gd name="connsiteY26" fmla="*/ 23948 h 751077"/>
              <a:gd name="connsiteX27" fmla="*/ 520727 w 751182"/>
              <a:gd name="connsiteY27" fmla="*/ 363493 h 751077"/>
              <a:gd name="connsiteX28" fmla="*/ 230448 w 751182"/>
              <a:gd name="connsiteY28" fmla="*/ 363493 h 751077"/>
              <a:gd name="connsiteX29" fmla="*/ 126928 w 751182"/>
              <a:gd name="connsiteY29" fmla="*/ 126947 h 751077"/>
              <a:gd name="connsiteX30" fmla="*/ 307668 w 751182"/>
              <a:gd name="connsiteY30" fmla="*/ 30494 h 751077"/>
              <a:gd name="connsiteX31" fmla="*/ 206496 w 751182"/>
              <a:gd name="connsiteY31" fmla="*/ 363493 h 751077"/>
              <a:gd name="connsiteX32" fmla="*/ 24255 w 751182"/>
              <a:gd name="connsiteY32" fmla="*/ 363493 h 751077"/>
              <a:gd name="connsiteX33" fmla="*/ 126928 w 751182"/>
              <a:gd name="connsiteY33" fmla="*/ 126947 h 751077"/>
              <a:gd name="connsiteX34" fmla="*/ 126992 w 751182"/>
              <a:gd name="connsiteY34" fmla="*/ 624147 h 751077"/>
              <a:gd name="connsiteX35" fmla="*/ 24263 w 751182"/>
              <a:gd name="connsiteY35" fmla="*/ 387441 h 751077"/>
              <a:gd name="connsiteX36" fmla="*/ 206504 w 751182"/>
              <a:gd name="connsiteY36" fmla="*/ 387441 h 751077"/>
              <a:gd name="connsiteX37" fmla="*/ 307652 w 751182"/>
              <a:gd name="connsiteY37" fmla="*/ 720553 h 751077"/>
              <a:gd name="connsiteX38" fmla="*/ 126992 w 751182"/>
              <a:gd name="connsiteY38" fmla="*/ 624155 h 751077"/>
              <a:gd name="connsiteX39" fmla="*/ 443674 w 751182"/>
              <a:gd name="connsiteY39" fmla="*/ 720424 h 751077"/>
              <a:gd name="connsiteX40" fmla="*/ 544679 w 751182"/>
              <a:gd name="connsiteY40" fmla="*/ 387441 h 751077"/>
              <a:gd name="connsiteX41" fmla="*/ 726936 w 751182"/>
              <a:gd name="connsiteY41" fmla="*/ 387441 h 751077"/>
              <a:gd name="connsiteX42" fmla="*/ 443666 w 751182"/>
              <a:gd name="connsiteY42" fmla="*/ 720424 h 751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751182" h="751077">
                <a:moveTo>
                  <a:pt x="375635" y="0"/>
                </a:moveTo>
                <a:lnTo>
                  <a:pt x="375564" y="0"/>
                </a:lnTo>
                <a:cubicBezTo>
                  <a:pt x="275238" y="17"/>
                  <a:pt x="180924" y="39082"/>
                  <a:pt x="109994" y="110016"/>
                </a:cubicBezTo>
                <a:cubicBezTo>
                  <a:pt x="39137" y="180877"/>
                  <a:pt x="96" y="275055"/>
                  <a:pt x="24" y="375236"/>
                </a:cubicBezTo>
                <a:cubicBezTo>
                  <a:pt x="24" y="375316"/>
                  <a:pt x="0" y="375387"/>
                  <a:pt x="0" y="375467"/>
                </a:cubicBezTo>
                <a:cubicBezTo>
                  <a:pt x="0" y="375531"/>
                  <a:pt x="16" y="375579"/>
                  <a:pt x="16" y="375643"/>
                </a:cubicBezTo>
                <a:cubicBezTo>
                  <a:pt x="48" y="475928"/>
                  <a:pt x="39129" y="570185"/>
                  <a:pt x="110050" y="641094"/>
                </a:cubicBezTo>
                <a:cubicBezTo>
                  <a:pt x="180740" y="711756"/>
                  <a:pt x="274639" y="750750"/>
                  <a:pt x="374558" y="751021"/>
                </a:cubicBezTo>
                <a:cubicBezTo>
                  <a:pt x="374909" y="751021"/>
                  <a:pt x="375252" y="751078"/>
                  <a:pt x="375595" y="751078"/>
                </a:cubicBezTo>
                <a:cubicBezTo>
                  <a:pt x="375939" y="751078"/>
                  <a:pt x="376290" y="751021"/>
                  <a:pt x="376641" y="751021"/>
                </a:cubicBezTo>
                <a:cubicBezTo>
                  <a:pt x="583281" y="750455"/>
                  <a:pt x="751207" y="582207"/>
                  <a:pt x="751183" y="375476"/>
                </a:cubicBezTo>
                <a:lnTo>
                  <a:pt x="751183" y="375347"/>
                </a:lnTo>
                <a:cubicBezTo>
                  <a:pt x="751143" y="168345"/>
                  <a:pt x="582722" y="0"/>
                  <a:pt x="375627" y="0"/>
                </a:cubicBezTo>
                <a:close/>
                <a:moveTo>
                  <a:pt x="726936" y="363493"/>
                </a:moveTo>
                <a:lnTo>
                  <a:pt x="544679" y="363493"/>
                </a:lnTo>
                <a:cubicBezTo>
                  <a:pt x="542635" y="212256"/>
                  <a:pt x="502157" y="86187"/>
                  <a:pt x="443626" y="30589"/>
                </a:cubicBezTo>
                <a:cubicBezTo>
                  <a:pt x="601277" y="61578"/>
                  <a:pt x="721387" y="198239"/>
                  <a:pt x="726936" y="363493"/>
                </a:cubicBezTo>
                <a:close/>
                <a:moveTo>
                  <a:pt x="376394" y="727074"/>
                </a:moveTo>
                <a:cubicBezTo>
                  <a:pt x="376146" y="727074"/>
                  <a:pt x="375899" y="727090"/>
                  <a:pt x="375651" y="727090"/>
                </a:cubicBezTo>
                <a:lnTo>
                  <a:pt x="375611" y="727090"/>
                </a:lnTo>
                <a:cubicBezTo>
                  <a:pt x="375348" y="727090"/>
                  <a:pt x="375085" y="727074"/>
                  <a:pt x="374821" y="727074"/>
                </a:cubicBezTo>
                <a:cubicBezTo>
                  <a:pt x="298072" y="726012"/>
                  <a:pt x="233162" y="572133"/>
                  <a:pt x="230456" y="387441"/>
                </a:cubicBezTo>
                <a:lnTo>
                  <a:pt x="520735" y="387441"/>
                </a:lnTo>
                <a:cubicBezTo>
                  <a:pt x="518029" y="572133"/>
                  <a:pt x="453135" y="726028"/>
                  <a:pt x="376402" y="727074"/>
                </a:cubicBezTo>
                <a:close/>
                <a:moveTo>
                  <a:pt x="230448" y="363493"/>
                </a:moveTo>
                <a:cubicBezTo>
                  <a:pt x="233170" y="178259"/>
                  <a:pt x="298495" y="23972"/>
                  <a:pt x="375580" y="23948"/>
                </a:cubicBezTo>
                <a:cubicBezTo>
                  <a:pt x="375587" y="23948"/>
                  <a:pt x="375595" y="23948"/>
                  <a:pt x="375611" y="23948"/>
                </a:cubicBezTo>
                <a:cubicBezTo>
                  <a:pt x="452688" y="23956"/>
                  <a:pt x="518005" y="178251"/>
                  <a:pt x="520727" y="363493"/>
                </a:cubicBezTo>
                <a:lnTo>
                  <a:pt x="230448" y="363493"/>
                </a:lnTo>
                <a:close/>
                <a:moveTo>
                  <a:pt x="126928" y="126947"/>
                </a:moveTo>
                <a:cubicBezTo>
                  <a:pt x="177027" y="76841"/>
                  <a:pt x="239597" y="43745"/>
                  <a:pt x="307668" y="30494"/>
                </a:cubicBezTo>
                <a:cubicBezTo>
                  <a:pt x="249066" y="86044"/>
                  <a:pt x="208540" y="212169"/>
                  <a:pt x="206496" y="363493"/>
                </a:cubicBezTo>
                <a:lnTo>
                  <a:pt x="24255" y="363493"/>
                </a:lnTo>
                <a:cubicBezTo>
                  <a:pt x="27241" y="274113"/>
                  <a:pt x="63376" y="190504"/>
                  <a:pt x="126928" y="126947"/>
                </a:cubicBezTo>
                <a:close/>
                <a:moveTo>
                  <a:pt x="126992" y="624147"/>
                </a:moveTo>
                <a:cubicBezTo>
                  <a:pt x="63376" y="560566"/>
                  <a:pt x="27225" y="476886"/>
                  <a:pt x="24263" y="387441"/>
                </a:cubicBezTo>
                <a:lnTo>
                  <a:pt x="206504" y="387441"/>
                </a:lnTo>
                <a:cubicBezTo>
                  <a:pt x="208548" y="538806"/>
                  <a:pt x="249066" y="664970"/>
                  <a:pt x="307652" y="720553"/>
                </a:cubicBezTo>
                <a:cubicBezTo>
                  <a:pt x="239637" y="707309"/>
                  <a:pt x="177083" y="674229"/>
                  <a:pt x="126992" y="624155"/>
                </a:cubicBezTo>
                <a:close/>
                <a:moveTo>
                  <a:pt x="443674" y="720424"/>
                </a:moveTo>
                <a:cubicBezTo>
                  <a:pt x="502188" y="664786"/>
                  <a:pt x="542643" y="538694"/>
                  <a:pt x="544679" y="387441"/>
                </a:cubicBezTo>
                <a:lnTo>
                  <a:pt x="726936" y="387441"/>
                </a:lnTo>
                <a:cubicBezTo>
                  <a:pt x="721387" y="552695"/>
                  <a:pt x="601309" y="689381"/>
                  <a:pt x="443666" y="720424"/>
                </a:cubicBezTo>
                <a:close/>
              </a:path>
            </a:pathLst>
          </a:custGeom>
          <a:solidFill>
            <a:srgbClr val="FFFFFF"/>
          </a:solidFill>
          <a:ln w="0" cap="flat">
            <a:noFill/>
            <a:prstDash val="solid"/>
            <a:miter/>
          </a:ln>
        </p:spPr>
        <p:txBody>
          <a:bodyPr rtlCol="0" anchor="ctr"/>
          <a:lstStyle/>
          <a:p>
            <a:endParaRPr lang="de-DE"/>
          </a:p>
        </p:txBody>
      </p:sp>
      <p:sp>
        <p:nvSpPr>
          <p:cNvPr id="14" name="Freihandform 13">
            <a:extLst>
              <a:ext uri="{FF2B5EF4-FFF2-40B4-BE49-F238E27FC236}">
                <a16:creationId xmlns:a16="http://schemas.microsoft.com/office/drawing/2014/main" id="{0C24ECA1-441B-76DA-DC14-1E894BB62214}"/>
              </a:ext>
            </a:extLst>
          </p:cNvPr>
          <p:cNvSpPr/>
          <p:nvPr/>
        </p:nvSpPr>
        <p:spPr>
          <a:xfrm>
            <a:off x="9622142" y="3428051"/>
            <a:ext cx="605319" cy="622645"/>
          </a:xfrm>
          <a:custGeom>
            <a:avLst/>
            <a:gdLst>
              <a:gd name="connsiteX0" fmla="*/ 721896 w 726808"/>
              <a:gd name="connsiteY0" fmla="*/ 280962 h 747612"/>
              <a:gd name="connsiteX1" fmla="*/ 676595 w 726808"/>
              <a:gd name="connsiteY1" fmla="*/ 252496 h 747612"/>
              <a:gd name="connsiteX2" fmla="*/ 413796 w 726808"/>
              <a:gd name="connsiteY2" fmla="*/ 252496 h 747612"/>
              <a:gd name="connsiteX3" fmla="*/ 413796 w 726808"/>
              <a:gd name="connsiteY3" fmla="*/ 50346 h 747612"/>
              <a:gd name="connsiteX4" fmla="*/ 363577 w 726808"/>
              <a:gd name="connsiteY4" fmla="*/ 0 h 747612"/>
              <a:gd name="connsiteX5" fmla="*/ 363514 w 726808"/>
              <a:gd name="connsiteY5" fmla="*/ 0 h 747612"/>
              <a:gd name="connsiteX6" fmla="*/ 324065 w 726808"/>
              <a:gd name="connsiteY6" fmla="*/ 19094 h 747612"/>
              <a:gd name="connsiteX7" fmla="*/ 10960 w 726808"/>
              <a:gd name="connsiteY7" fmla="*/ 413616 h 747612"/>
              <a:gd name="connsiteX8" fmla="*/ 325 w 726808"/>
              <a:gd name="connsiteY8" fmla="*/ 450606 h 747612"/>
              <a:gd name="connsiteX9" fmla="*/ 18960 w 726808"/>
              <a:gd name="connsiteY9" fmla="*/ 484269 h 747612"/>
              <a:gd name="connsiteX10" fmla="*/ 50256 w 726808"/>
              <a:gd name="connsiteY10" fmla="*/ 495220 h 747612"/>
              <a:gd name="connsiteX11" fmla="*/ 313119 w 726808"/>
              <a:gd name="connsiteY11" fmla="*/ 495220 h 747612"/>
              <a:gd name="connsiteX12" fmla="*/ 313119 w 726808"/>
              <a:gd name="connsiteY12" fmla="*/ 697315 h 747612"/>
              <a:gd name="connsiteX13" fmla="*/ 346827 w 726808"/>
              <a:gd name="connsiteY13" fmla="*/ 744747 h 747612"/>
              <a:gd name="connsiteX14" fmla="*/ 363490 w 726808"/>
              <a:gd name="connsiteY14" fmla="*/ 747613 h 747612"/>
              <a:gd name="connsiteX15" fmla="*/ 402922 w 726808"/>
              <a:gd name="connsiteY15" fmla="*/ 728622 h 747612"/>
              <a:gd name="connsiteX16" fmla="*/ 715996 w 726808"/>
              <a:gd name="connsiteY16" fmla="*/ 333981 h 747612"/>
              <a:gd name="connsiteX17" fmla="*/ 721880 w 726808"/>
              <a:gd name="connsiteY17" fmla="*/ 280962 h 747612"/>
              <a:gd name="connsiteX18" fmla="*/ 697234 w 726808"/>
              <a:gd name="connsiteY18" fmla="*/ 319102 h 747612"/>
              <a:gd name="connsiteX19" fmla="*/ 384200 w 726808"/>
              <a:gd name="connsiteY19" fmla="*/ 713703 h 747612"/>
              <a:gd name="connsiteX20" fmla="*/ 354763 w 726808"/>
              <a:gd name="connsiteY20" fmla="*/ 722164 h 747612"/>
              <a:gd name="connsiteX21" fmla="*/ 337071 w 726808"/>
              <a:gd name="connsiteY21" fmla="*/ 697315 h 747612"/>
              <a:gd name="connsiteX22" fmla="*/ 337071 w 726808"/>
              <a:gd name="connsiteY22" fmla="*/ 483255 h 747612"/>
              <a:gd name="connsiteX23" fmla="*/ 325095 w 726808"/>
              <a:gd name="connsiteY23" fmla="*/ 471282 h 747612"/>
              <a:gd name="connsiteX24" fmla="*/ 50360 w 726808"/>
              <a:gd name="connsiteY24" fmla="*/ 471282 h 747612"/>
              <a:gd name="connsiteX25" fmla="*/ 33889 w 726808"/>
              <a:gd name="connsiteY25" fmla="*/ 465542 h 747612"/>
              <a:gd name="connsiteX26" fmla="*/ 24125 w 726808"/>
              <a:gd name="connsiteY26" fmla="*/ 447917 h 747612"/>
              <a:gd name="connsiteX27" fmla="*/ 29706 w 726808"/>
              <a:gd name="connsiteY27" fmla="*/ 428526 h 747612"/>
              <a:gd name="connsiteX28" fmla="*/ 342843 w 726808"/>
              <a:gd name="connsiteY28" fmla="*/ 33966 h 747612"/>
              <a:gd name="connsiteX29" fmla="*/ 363505 w 726808"/>
              <a:gd name="connsiteY29" fmla="*/ 23955 h 747612"/>
              <a:gd name="connsiteX30" fmla="*/ 363537 w 726808"/>
              <a:gd name="connsiteY30" fmla="*/ 23955 h 747612"/>
              <a:gd name="connsiteX31" fmla="*/ 389837 w 726808"/>
              <a:gd name="connsiteY31" fmla="*/ 50338 h 747612"/>
              <a:gd name="connsiteX32" fmla="*/ 389837 w 726808"/>
              <a:gd name="connsiteY32" fmla="*/ 264478 h 747612"/>
              <a:gd name="connsiteX33" fmla="*/ 401812 w 726808"/>
              <a:gd name="connsiteY33" fmla="*/ 276452 h 747612"/>
              <a:gd name="connsiteX34" fmla="*/ 676579 w 726808"/>
              <a:gd name="connsiteY34" fmla="*/ 276452 h 747612"/>
              <a:gd name="connsiteX35" fmla="*/ 700307 w 726808"/>
              <a:gd name="connsiteY35" fmla="*/ 291355 h 747612"/>
              <a:gd name="connsiteX36" fmla="*/ 697234 w 726808"/>
              <a:gd name="connsiteY36" fmla="*/ 319111 h 747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726808" h="747612">
                <a:moveTo>
                  <a:pt x="721896" y="280962"/>
                </a:moveTo>
                <a:cubicBezTo>
                  <a:pt x="713568" y="263663"/>
                  <a:pt x="695780" y="252496"/>
                  <a:pt x="676595" y="252496"/>
                </a:cubicBezTo>
                <a:lnTo>
                  <a:pt x="413796" y="252496"/>
                </a:lnTo>
                <a:lnTo>
                  <a:pt x="413796" y="50346"/>
                </a:lnTo>
                <a:cubicBezTo>
                  <a:pt x="413828" y="22622"/>
                  <a:pt x="391305" y="40"/>
                  <a:pt x="363577" y="0"/>
                </a:cubicBezTo>
                <a:lnTo>
                  <a:pt x="363514" y="0"/>
                </a:lnTo>
                <a:cubicBezTo>
                  <a:pt x="348025" y="0"/>
                  <a:pt x="333638" y="6969"/>
                  <a:pt x="324065" y="19094"/>
                </a:cubicBezTo>
                <a:lnTo>
                  <a:pt x="10960" y="413616"/>
                </a:lnTo>
                <a:cubicBezTo>
                  <a:pt x="2593" y="424120"/>
                  <a:pt x="-1184" y="437259"/>
                  <a:pt x="325" y="450606"/>
                </a:cubicBezTo>
                <a:cubicBezTo>
                  <a:pt x="1834" y="463953"/>
                  <a:pt x="8461" y="475911"/>
                  <a:pt x="18960" y="484269"/>
                </a:cubicBezTo>
                <a:cubicBezTo>
                  <a:pt x="27822" y="491341"/>
                  <a:pt x="38943" y="495220"/>
                  <a:pt x="50256" y="495220"/>
                </a:cubicBezTo>
                <a:lnTo>
                  <a:pt x="313119" y="495220"/>
                </a:lnTo>
                <a:lnTo>
                  <a:pt x="313119" y="697315"/>
                </a:lnTo>
                <a:cubicBezTo>
                  <a:pt x="313127" y="718693"/>
                  <a:pt x="326707" y="737762"/>
                  <a:pt x="346827" y="744747"/>
                </a:cubicBezTo>
                <a:cubicBezTo>
                  <a:pt x="352184" y="746647"/>
                  <a:pt x="357789" y="747613"/>
                  <a:pt x="363490" y="747613"/>
                </a:cubicBezTo>
                <a:cubicBezTo>
                  <a:pt x="378899" y="747589"/>
                  <a:pt x="393261" y="740684"/>
                  <a:pt x="402922" y="728622"/>
                </a:cubicBezTo>
                <a:lnTo>
                  <a:pt x="715996" y="333981"/>
                </a:lnTo>
                <a:cubicBezTo>
                  <a:pt x="727860" y="318999"/>
                  <a:pt x="730175" y="298196"/>
                  <a:pt x="721880" y="280962"/>
                </a:cubicBezTo>
                <a:close/>
                <a:moveTo>
                  <a:pt x="697234" y="319102"/>
                </a:moveTo>
                <a:lnTo>
                  <a:pt x="384200" y="713703"/>
                </a:lnTo>
                <a:cubicBezTo>
                  <a:pt x="377278" y="722332"/>
                  <a:pt x="365430" y="725948"/>
                  <a:pt x="354763" y="722164"/>
                </a:cubicBezTo>
                <a:cubicBezTo>
                  <a:pt x="344184" y="718493"/>
                  <a:pt x="337079" y="708507"/>
                  <a:pt x="337071" y="697315"/>
                </a:cubicBezTo>
                <a:lnTo>
                  <a:pt x="337071" y="483255"/>
                </a:lnTo>
                <a:cubicBezTo>
                  <a:pt x="337071" y="476646"/>
                  <a:pt x="331713" y="471282"/>
                  <a:pt x="325095" y="471282"/>
                </a:cubicBezTo>
                <a:lnTo>
                  <a:pt x="50360" y="471282"/>
                </a:lnTo>
                <a:cubicBezTo>
                  <a:pt x="44324" y="471225"/>
                  <a:pt x="38552" y="469262"/>
                  <a:pt x="33889" y="465542"/>
                </a:cubicBezTo>
                <a:cubicBezTo>
                  <a:pt x="28388" y="461167"/>
                  <a:pt x="24915" y="454901"/>
                  <a:pt x="24125" y="447917"/>
                </a:cubicBezTo>
                <a:cubicBezTo>
                  <a:pt x="23335" y="440924"/>
                  <a:pt x="25307" y="434051"/>
                  <a:pt x="29706" y="428526"/>
                </a:cubicBezTo>
                <a:lnTo>
                  <a:pt x="342843" y="33966"/>
                </a:lnTo>
                <a:cubicBezTo>
                  <a:pt x="347865" y="27604"/>
                  <a:pt x="355394" y="23955"/>
                  <a:pt x="363505" y="23955"/>
                </a:cubicBezTo>
                <a:lnTo>
                  <a:pt x="363537" y="23955"/>
                </a:lnTo>
                <a:cubicBezTo>
                  <a:pt x="378060" y="23980"/>
                  <a:pt x="389860" y="35802"/>
                  <a:pt x="389837" y="50338"/>
                </a:cubicBezTo>
                <a:lnTo>
                  <a:pt x="389837" y="264478"/>
                </a:lnTo>
                <a:cubicBezTo>
                  <a:pt x="389837" y="271088"/>
                  <a:pt x="395193" y="276452"/>
                  <a:pt x="401812" y="276452"/>
                </a:cubicBezTo>
                <a:lnTo>
                  <a:pt x="676579" y="276452"/>
                </a:lnTo>
                <a:cubicBezTo>
                  <a:pt x="686631" y="276452"/>
                  <a:pt x="695940" y="282295"/>
                  <a:pt x="700307" y="291355"/>
                </a:cubicBezTo>
                <a:cubicBezTo>
                  <a:pt x="704642" y="300375"/>
                  <a:pt x="703437" y="311271"/>
                  <a:pt x="697234" y="319111"/>
                </a:cubicBezTo>
                <a:close/>
              </a:path>
            </a:pathLst>
          </a:custGeom>
          <a:solidFill>
            <a:srgbClr val="FFFFFF"/>
          </a:solidFill>
          <a:ln w="0" cap="flat">
            <a:noFill/>
            <a:prstDash val="solid"/>
            <a:miter/>
          </a:ln>
        </p:spPr>
        <p:txBody>
          <a:bodyPr rtlCol="0" anchor="ctr"/>
          <a:lstStyle/>
          <a:p>
            <a:endParaRPr lang="de-DE"/>
          </a:p>
        </p:txBody>
      </p:sp>
      <p:sp>
        <p:nvSpPr>
          <p:cNvPr id="15" name="Freihandform 14">
            <a:extLst>
              <a:ext uri="{FF2B5EF4-FFF2-40B4-BE49-F238E27FC236}">
                <a16:creationId xmlns:a16="http://schemas.microsoft.com/office/drawing/2014/main" id="{7FED9B41-99F4-F21A-7A45-ED68462779CC}"/>
              </a:ext>
            </a:extLst>
          </p:cNvPr>
          <p:cNvSpPr/>
          <p:nvPr/>
        </p:nvSpPr>
        <p:spPr>
          <a:xfrm>
            <a:off x="5897278" y="3457212"/>
            <a:ext cx="564382" cy="564322"/>
          </a:xfrm>
          <a:custGeom>
            <a:avLst/>
            <a:gdLst>
              <a:gd name="connsiteX0" fmla="*/ 634480 w 677655"/>
              <a:gd name="connsiteY0" fmla="*/ 474643 h 677583"/>
              <a:gd name="connsiteX1" fmla="*/ 523225 w 677655"/>
              <a:gd name="connsiteY1" fmla="*/ 398570 h 677583"/>
              <a:gd name="connsiteX2" fmla="*/ 522434 w 677655"/>
              <a:gd name="connsiteY2" fmla="*/ 398147 h 677583"/>
              <a:gd name="connsiteX3" fmla="*/ 423242 w 677655"/>
              <a:gd name="connsiteY3" fmla="*/ 415253 h 677583"/>
              <a:gd name="connsiteX4" fmla="*/ 338868 w 677655"/>
              <a:gd name="connsiteY4" fmla="*/ 416451 h 677583"/>
              <a:gd name="connsiteX5" fmla="*/ 300018 w 677655"/>
              <a:gd name="connsiteY5" fmla="*/ 377631 h 677583"/>
              <a:gd name="connsiteX6" fmla="*/ 299994 w 677655"/>
              <a:gd name="connsiteY6" fmla="*/ 377608 h 677583"/>
              <a:gd name="connsiteX7" fmla="*/ 261240 w 677655"/>
              <a:gd name="connsiteY7" fmla="*/ 338884 h 677583"/>
              <a:gd name="connsiteX8" fmla="*/ 262494 w 677655"/>
              <a:gd name="connsiteY8" fmla="*/ 254229 h 677583"/>
              <a:gd name="connsiteX9" fmla="*/ 279348 w 677655"/>
              <a:gd name="connsiteY9" fmla="*/ 155110 h 677583"/>
              <a:gd name="connsiteX10" fmla="*/ 278949 w 677655"/>
              <a:gd name="connsiteY10" fmla="*/ 154352 h 677583"/>
              <a:gd name="connsiteX11" fmla="*/ 202878 w 677655"/>
              <a:gd name="connsiteY11" fmla="*/ 43035 h 677583"/>
              <a:gd name="connsiteX12" fmla="*/ 103989 w 677655"/>
              <a:gd name="connsiteY12" fmla="*/ 3290 h 677583"/>
              <a:gd name="connsiteX13" fmla="*/ 1300 w 677655"/>
              <a:gd name="connsiteY13" fmla="*/ 118096 h 677583"/>
              <a:gd name="connsiteX14" fmla="*/ 178231 w 677655"/>
              <a:gd name="connsiteY14" fmla="*/ 499342 h 677583"/>
              <a:gd name="connsiteX15" fmla="*/ 530961 w 677655"/>
              <a:gd name="connsiteY15" fmla="*/ 677584 h 677583"/>
              <a:gd name="connsiteX16" fmla="*/ 559567 w 677655"/>
              <a:gd name="connsiteY16" fmla="*/ 676266 h 677583"/>
              <a:gd name="connsiteX17" fmla="*/ 674384 w 677655"/>
              <a:gd name="connsiteY17" fmla="*/ 573651 h 677583"/>
              <a:gd name="connsiteX18" fmla="*/ 634480 w 677655"/>
              <a:gd name="connsiteY18" fmla="*/ 474659 h 677583"/>
              <a:gd name="connsiteX19" fmla="*/ 651319 w 677655"/>
              <a:gd name="connsiteY19" fmla="*/ 567169 h 677583"/>
              <a:gd name="connsiteX20" fmla="*/ 557348 w 677655"/>
              <a:gd name="connsiteY20" fmla="*/ 652423 h 677583"/>
              <a:gd name="connsiteX21" fmla="*/ 195165 w 677655"/>
              <a:gd name="connsiteY21" fmla="*/ 482402 h 677583"/>
              <a:gd name="connsiteX22" fmla="*/ 25140 w 677655"/>
              <a:gd name="connsiteY22" fmla="*/ 120282 h 677583"/>
              <a:gd name="connsiteX23" fmla="*/ 110440 w 677655"/>
              <a:gd name="connsiteY23" fmla="*/ 26344 h 677583"/>
              <a:gd name="connsiteX24" fmla="*/ 127190 w 677655"/>
              <a:gd name="connsiteY24" fmla="*/ 23917 h 677583"/>
              <a:gd name="connsiteX25" fmla="*/ 184259 w 677655"/>
              <a:gd name="connsiteY25" fmla="*/ 58099 h 677583"/>
              <a:gd name="connsiteX26" fmla="*/ 257975 w 677655"/>
              <a:gd name="connsiteY26" fmla="*/ 165942 h 677583"/>
              <a:gd name="connsiteX27" fmla="*/ 245688 w 677655"/>
              <a:gd name="connsiteY27" fmla="*/ 237162 h 677583"/>
              <a:gd name="connsiteX28" fmla="*/ 244171 w 677655"/>
              <a:gd name="connsiteY28" fmla="*/ 355679 h 677583"/>
              <a:gd name="connsiteX29" fmla="*/ 283052 w 677655"/>
              <a:gd name="connsiteY29" fmla="*/ 394531 h 677583"/>
              <a:gd name="connsiteX30" fmla="*/ 322070 w 677655"/>
              <a:gd name="connsiteY30" fmla="*/ 433517 h 677583"/>
              <a:gd name="connsiteX31" fmla="*/ 440312 w 677655"/>
              <a:gd name="connsiteY31" fmla="*/ 432056 h 677583"/>
              <a:gd name="connsiteX32" fmla="*/ 511664 w 677655"/>
              <a:gd name="connsiteY32" fmla="*/ 419540 h 677583"/>
              <a:gd name="connsiteX33" fmla="*/ 619399 w 677655"/>
              <a:gd name="connsiteY33" fmla="*/ 493243 h 677583"/>
              <a:gd name="connsiteX34" fmla="*/ 651335 w 677655"/>
              <a:gd name="connsiteY34" fmla="*/ 567169 h 6775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77655" h="677583">
                <a:moveTo>
                  <a:pt x="634480" y="474643"/>
                </a:moveTo>
                <a:cubicBezTo>
                  <a:pt x="599527" y="446576"/>
                  <a:pt x="562090" y="420985"/>
                  <a:pt x="523225" y="398570"/>
                </a:cubicBezTo>
                <a:cubicBezTo>
                  <a:pt x="522969" y="398418"/>
                  <a:pt x="522706" y="398282"/>
                  <a:pt x="522434" y="398147"/>
                </a:cubicBezTo>
                <a:cubicBezTo>
                  <a:pt x="489157" y="382118"/>
                  <a:pt x="449309" y="388950"/>
                  <a:pt x="423242" y="415253"/>
                </a:cubicBezTo>
                <a:cubicBezTo>
                  <a:pt x="400240" y="438761"/>
                  <a:pt x="362341" y="439241"/>
                  <a:pt x="338868" y="416451"/>
                </a:cubicBezTo>
                <a:cubicBezTo>
                  <a:pt x="306310" y="383953"/>
                  <a:pt x="300042" y="377656"/>
                  <a:pt x="300018" y="377631"/>
                </a:cubicBezTo>
                <a:cubicBezTo>
                  <a:pt x="300010" y="377631"/>
                  <a:pt x="300002" y="377616"/>
                  <a:pt x="299994" y="377608"/>
                </a:cubicBezTo>
                <a:lnTo>
                  <a:pt x="261240" y="338884"/>
                </a:lnTo>
                <a:cubicBezTo>
                  <a:pt x="238342" y="315232"/>
                  <a:pt x="238869" y="277282"/>
                  <a:pt x="262494" y="254229"/>
                </a:cubicBezTo>
                <a:cubicBezTo>
                  <a:pt x="288737" y="228191"/>
                  <a:pt x="295507" y="188358"/>
                  <a:pt x="279348" y="155110"/>
                </a:cubicBezTo>
                <a:cubicBezTo>
                  <a:pt x="279220" y="154855"/>
                  <a:pt x="279092" y="154607"/>
                  <a:pt x="278949" y="154352"/>
                </a:cubicBezTo>
                <a:cubicBezTo>
                  <a:pt x="256538" y="115541"/>
                  <a:pt x="230973" y="78119"/>
                  <a:pt x="202878" y="43035"/>
                </a:cubicBezTo>
                <a:cubicBezTo>
                  <a:pt x="191756" y="29465"/>
                  <a:pt x="157928" y="-11860"/>
                  <a:pt x="103989" y="3290"/>
                </a:cubicBezTo>
                <a:cubicBezTo>
                  <a:pt x="53938" y="17267"/>
                  <a:pt x="4877" y="79141"/>
                  <a:pt x="1300" y="118096"/>
                </a:cubicBezTo>
                <a:cubicBezTo>
                  <a:pt x="-6588" y="203333"/>
                  <a:pt x="17707" y="338661"/>
                  <a:pt x="178231" y="499342"/>
                </a:cubicBezTo>
                <a:cubicBezTo>
                  <a:pt x="321806" y="643043"/>
                  <a:pt x="445365" y="677584"/>
                  <a:pt x="530961" y="677584"/>
                </a:cubicBezTo>
                <a:cubicBezTo>
                  <a:pt x="541029" y="677584"/>
                  <a:pt x="550578" y="677096"/>
                  <a:pt x="559567" y="676266"/>
                </a:cubicBezTo>
                <a:cubicBezTo>
                  <a:pt x="598473" y="672666"/>
                  <a:pt x="660332" y="623629"/>
                  <a:pt x="674384" y="573651"/>
                </a:cubicBezTo>
                <a:cubicBezTo>
                  <a:pt x="689490" y="519713"/>
                  <a:pt x="648157" y="485858"/>
                  <a:pt x="634480" y="474659"/>
                </a:cubicBezTo>
                <a:close/>
                <a:moveTo>
                  <a:pt x="651319" y="567169"/>
                </a:moveTo>
                <a:cubicBezTo>
                  <a:pt x="639542" y="609029"/>
                  <a:pt x="584421" y="649908"/>
                  <a:pt x="557348" y="652423"/>
                </a:cubicBezTo>
                <a:cubicBezTo>
                  <a:pt x="477054" y="659886"/>
                  <a:pt x="349055" y="636441"/>
                  <a:pt x="195165" y="482402"/>
                </a:cubicBezTo>
                <a:cubicBezTo>
                  <a:pt x="41203" y="328300"/>
                  <a:pt x="17723" y="200427"/>
                  <a:pt x="25140" y="120282"/>
                </a:cubicBezTo>
                <a:cubicBezTo>
                  <a:pt x="27631" y="93173"/>
                  <a:pt x="68524" y="38054"/>
                  <a:pt x="110440" y="26344"/>
                </a:cubicBezTo>
                <a:cubicBezTo>
                  <a:pt x="116196" y="24731"/>
                  <a:pt x="121753" y="23917"/>
                  <a:pt x="127190" y="23917"/>
                </a:cubicBezTo>
                <a:cubicBezTo>
                  <a:pt x="147142" y="23917"/>
                  <a:pt x="165290" y="34942"/>
                  <a:pt x="184259" y="58099"/>
                </a:cubicBezTo>
                <a:cubicBezTo>
                  <a:pt x="211421" y="92025"/>
                  <a:pt x="236227" y="128312"/>
                  <a:pt x="257975" y="165942"/>
                </a:cubicBezTo>
                <a:cubicBezTo>
                  <a:pt x="269432" y="189898"/>
                  <a:pt x="264490" y="218500"/>
                  <a:pt x="245688" y="237162"/>
                </a:cubicBezTo>
                <a:cubicBezTo>
                  <a:pt x="212730" y="269340"/>
                  <a:pt x="211987" y="322448"/>
                  <a:pt x="244171" y="355679"/>
                </a:cubicBezTo>
                <a:lnTo>
                  <a:pt x="283052" y="394531"/>
                </a:lnTo>
                <a:cubicBezTo>
                  <a:pt x="283220" y="394699"/>
                  <a:pt x="289735" y="401244"/>
                  <a:pt x="322070" y="433517"/>
                </a:cubicBezTo>
                <a:cubicBezTo>
                  <a:pt x="355107" y="465591"/>
                  <a:pt x="408176" y="464897"/>
                  <a:pt x="440312" y="432056"/>
                </a:cubicBezTo>
                <a:cubicBezTo>
                  <a:pt x="459034" y="413185"/>
                  <a:pt x="487648" y="408181"/>
                  <a:pt x="511664" y="419540"/>
                </a:cubicBezTo>
                <a:cubicBezTo>
                  <a:pt x="549324" y="441301"/>
                  <a:pt x="585603" y="466117"/>
                  <a:pt x="619399" y="493243"/>
                </a:cubicBezTo>
                <a:cubicBezTo>
                  <a:pt x="649410" y="517821"/>
                  <a:pt x="658959" y="539940"/>
                  <a:pt x="651335" y="567169"/>
                </a:cubicBezTo>
                <a:close/>
              </a:path>
            </a:pathLst>
          </a:custGeom>
          <a:solidFill>
            <a:srgbClr val="FFFFFF"/>
          </a:solidFill>
          <a:ln w="0" cap="flat">
            <a:noFill/>
            <a:prstDash val="solid"/>
            <a:miter/>
          </a:ln>
        </p:spPr>
        <p:txBody>
          <a:bodyPr rtlCol="0" anchor="ctr"/>
          <a:lstStyle/>
          <a:p>
            <a:endParaRPr lang="de-DE"/>
          </a:p>
        </p:txBody>
      </p:sp>
      <p:grpSp>
        <p:nvGrpSpPr>
          <p:cNvPr id="195" name="Grafik 13">
            <a:extLst>
              <a:ext uri="{FF2B5EF4-FFF2-40B4-BE49-F238E27FC236}">
                <a16:creationId xmlns:a16="http://schemas.microsoft.com/office/drawing/2014/main" id="{99D95858-F8EC-6029-BEDE-95D565218A30}"/>
              </a:ext>
            </a:extLst>
          </p:cNvPr>
          <p:cNvGrpSpPr/>
          <p:nvPr/>
        </p:nvGrpSpPr>
        <p:grpSpPr>
          <a:xfrm>
            <a:off x="5751771" y="2508857"/>
            <a:ext cx="688461" cy="507139"/>
            <a:chOff x="8205719" y="10005424"/>
            <a:chExt cx="826637" cy="608924"/>
          </a:xfrm>
          <a:solidFill>
            <a:srgbClr val="FFFFFF"/>
          </a:solidFill>
        </p:grpSpPr>
        <p:sp>
          <p:nvSpPr>
            <p:cNvPr id="196" name="Freihandform 195">
              <a:extLst>
                <a:ext uri="{FF2B5EF4-FFF2-40B4-BE49-F238E27FC236}">
                  <a16:creationId xmlns:a16="http://schemas.microsoft.com/office/drawing/2014/main" id="{A95759F2-1432-4591-5B85-3C0913EFC21A}"/>
                </a:ext>
              </a:extLst>
            </p:cNvPr>
            <p:cNvSpPr/>
            <p:nvPr/>
          </p:nvSpPr>
          <p:spPr>
            <a:xfrm>
              <a:off x="8205719" y="10005424"/>
              <a:ext cx="826637" cy="608924"/>
            </a:xfrm>
            <a:custGeom>
              <a:avLst/>
              <a:gdLst>
                <a:gd name="connsiteX0" fmla="*/ 825944 w 826637"/>
                <a:gd name="connsiteY0" fmla="*/ 300503 h 608924"/>
                <a:gd name="connsiteX1" fmla="*/ 413304 w 826637"/>
                <a:gd name="connsiteY1" fmla="*/ 0 h 608924"/>
                <a:gd name="connsiteX2" fmla="*/ 703 w 826637"/>
                <a:gd name="connsiteY2" fmla="*/ 300343 h 608924"/>
                <a:gd name="connsiteX3" fmla="*/ 735 w 826637"/>
                <a:gd name="connsiteY3" fmla="*/ 308502 h 608924"/>
                <a:gd name="connsiteX4" fmla="*/ 413304 w 826637"/>
                <a:gd name="connsiteY4" fmla="*/ 608925 h 608924"/>
                <a:gd name="connsiteX5" fmla="*/ 825937 w 826637"/>
                <a:gd name="connsiteY5" fmla="*/ 308550 h 608924"/>
                <a:gd name="connsiteX6" fmla="*/ 825937 w 826637"/>
                <a:gd name="connsiteY6" fmla="*/ 300495 h 608924"/>
                <a:gd name="connsiteX7" fmla="*/ 413312 w 826637"/>
                <a:gd name="connsiteY7" fmla="*/ 584977 h 608924"/>
                <a:gd name="connsiteX8" fmla="*/ 24758 w 826637"/>
                <a:gd name="connsiteY8" fmla="*/ 304319 h 608924"/>
                <a:gd name="connsiteX9" fmla="*/ 413312 w 826637"/>
                <a:gd name="connsiteY9" fmla="*/ 23948 h 608924"/>
                <a:gd name="connsiteX10" fmla="*/ 801921 w 826637"/>
                <a:gd name="connsiteY10" fmla="*/ 304511 h 608924"/>
                <a:gd name="connsiteX11" fmla="*/ 413312 w 826637"/>
                <a:gd name="connsiteY11" fmla="*/ 584977 h 608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6637" h="608924">
                  <a:moveTo>
                    <a:pt x="825944" y="300503"/>
                  </a:moveTo>
                  <a:cubicBezTo>
                    <a:pt x="808045" y="250324"/>
                    <a:pt x="704030" y="0"/>
                    <a:pt x="413304" y="0"/>
                  </a:cubicBezTo>
                  <a:cubicBezTo>
                    <a:pt x="122577" y="0"/>
                    <a:pt x="18643" y="250189"/>
                    <a:pt x="703" y="300343"/>
                  </a:cubicBezTo>
                  <a:cubicBezTo>
                    <a:pt x="-247" y="302986"/>
                    <a:pt x="-231" y="305867"/>
                    <a:pt x="735" y="308502"/>
                  </a:cubicBezTo>
                  <a:cubicBezTo>
                    <a:pt x="19193" y="358671"/>
                    <a:pt x="125827" y="608925"/>
                    <a:pt x="413304" y="608925"/>
                  </a:cubicBezTo>
                  <a:cubicBezTo>
                    <a:pt x="703814" y="608925"/>
                    <a:pt x="808005" y="358704"/>
                    <a:pt x="825937" y="308550"/>
                  </a:cubicBezTo>
                  <a:cubicBezTo>
                    <a:pt x="826871" y="305947"/>
                    <a:pt x="826871" y="303098"/>
                    <a:pt x="825937" y="300495"/>
                  </a:cubicBezTo>
                  <a:close/>
                  <a:moveTo>
                    <a:pt x="413312" y="584977"/>
                  </a:moveTo>
                  <a:cubicBezTo>
                    <a:pt x="148788" y="584977"/>
                    <a:pt x="46075" y="359941"/>
                    <a:pt x="24758" y="304319"/>
                  </a:cubicBezTo>
                  <a:cubicBezTo>
                    <a:pt x="45525" y="248721"/>
                    <a:pt x="146098" y="23948"/>
                    <a:pt x="413312" y="23948"/>
                  </a:cubicBezTo>
                  <a:cubicBezTo>
                    <a:pt x="680525" y="23948"/>
                    <a:pt x="781258" y="248991"/>
                    <a:pt x="801921" y="304511"/>
                  </a:cubicBezTo>
                  <a:cubicBezTo>
                    <a:pt x="781219" y="360013"/>
                    <a:pt x="680709" y="584977"/>
                    <a:pt x="413312" y="584977"/>
                  </a:cubicBezTo>
                  <a:close/>
                </a:path>
              </a:pathLst>
            </a:custGeom>
            <a:solidFill>
              <a:srgbClr val="FFFFFF"/>
            </a:solidFill>
            <a:ln w="0" cap="flat">
              <a:noFill/>
              <a:prstDash val="solid"/>
              <a:miter/>
            </a:ln>
          </p:spPr>
          <p:txBody>
            <a:bodyPr rtlCol="0" anchor="ctr"/>
            <a:lstStyle/>
            <a:p>
              <a:endParaRPr lang="de-DE"/>
            </a:p>
          </p:txBody>
        </p:sp>
        <p:sp>
          <p:nvSpPr>
            <p:cNvPr id="197" name="Freihandform 196">
              <a:extLst>
                <a:ext uri="{FF2B5EF4-FFF2-40B4-BE49-F238E27FC236}">
                  <a16:creationId xmlns:a16="http://schemas.microsoft.com/office/drawing/2014/main" id="{D0ADE11B-3ECF-0F08-4507-66B720F8B098}"/>
                </a:ext>
              </a:extLst>
            </p:cNvPr>
            <p:cNvSpPr/>
            <p:nvPr/>
          </p:nvSpPr>
          <p:spPr>
            <a:xfrm>
              <a:off x="8450290" y="10141136"/>
              <a:ext cx="337560" cy="337500"/>
            </a:xfrm>
            <a:custGeom>
              <a:avLst/>
              <a:gdLst>
                <a:gd name="connsiteX0" fmla="*/ 168772 w 337560"/>
                <a:gd name="connsiteY0" fmla="*/ 0 h 337500"/>
                <a:gd name="connsiteX1" fmla="*/ 0 w 337560"/>
                <a:gd name="connsiteY1" fmla="*/ 168807 h 337500"/>
                <a:gd name="connsiteX2" fmla="*/ 0 w 337560"/>
                <a:gd name="connsiteY2" fmla="*/ 168807 h 337500"/>
                <a:gd name="connsiteX3" fmla="*/ 49477 w 337560"/>
                <a:gd name="connsiteY3" fmla="*/ 288114 h 337500"/>
                <a:gd name="connsiteX4" fmla="*/ 168780 w 337560"/>
                <a:gd name="connsiteY4" fmla="*/ 337501 h 337500"/>
                <a:gd name="connsiteX5" fmla="*/ 168844 w 337560"/>
                <a:gd name="connsiteY5" fmla="*/ 337501 h 337500"/>
                <a:gd name="connsiteX6" fmla="*/ 288164 w 337560"/>
                <a:gd name="connsiteY6" fmla="*/ 288034 h 337500"/>
                <a:gd name="connsiteX7" fmla="*/ 337560 w 337560"/>
                <a:gd name="connsiteY7" fmla="*/ 168687 h 337500"/>
                <a:gd name="connsiteX8" fmla="*/ 168764 w 337560"/>
                <a:gd name="connsiteY8" fmla="*/ 0 h 337500"/>
                <a:gd name="connsiteX9" fmla="*/ 168836 w 337560"/>
                <a:gd name="connsiteY9" fmla="*/ 313553 h 337500"/>
                <a:gd name="connsiteX10" fmla="*/ 168788 w 337560"/>
                <a:gd name="connsiteY10" fmla="*/ 313553 h 337500"/>
                <a:gd name="connsiteX11" fmla="*/ 66418 w 337560"/>
                <a:gd name="connsiteY11" fmla="*/ 271174 h 337500"/>
                <a:gd name="connsiteX12" fmla="*/ 23960 w 337560"/>
                <a:gd name="connsiteY12" fmla="*/ 168799 h 337500"/>
                <a:gd name="connsiteX13" fmla="*/ 11984 w 337560"/>
                <a:gd name="connsiteY13" fmla="*/ 168799 h 337500"/>
                <a:gd name="connsiteX14" fmla="*/ 23960 w 337560"/>
                <a:gd name="connsiteY14" fmla="*/ 168799 h 337500"/>
                <a:gd name="connsiteX15" fmla="*/ 66371 w 337560"/>
                <a:gd name="connsiteY15" fmla="*/ 66391 h 337500"/>
                <a:gd name="connsiteX16" fmla="*/ 168780 w 337560"/>
                <a:gd name="connsiteY16" fmla="*/ 23955 h 337500"/>
                <a:gd name="connsiteX17" fmla="*/ 168796 w 337560"/>
                <a:gd name="connsiteY17" fmla="*/ 23955 h 337500"/>
                <a:gd name="connsiteX18" fmla="*/ 313625 w 337560"/>
                <a:gd name="connsiteY18" fmla="*/ 168711 h 337500"/>
                <a:gd name="connsiteX19" fmla="*/ 168844 w 337560"/>
                <a:gd name="connsiteY19" fmla="*/ 313562 h 337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37560" h="337500">
                  <a:moveTo>
                    <a:pt x="168772" y="0"/>
                  </a:moveTo>
                  <a:cubicBezTo>
                    <a:pt x="75696" y="16"/>
                    <a:pt x="-16" y="75746"/>
                    <a:pt x="0" y="168807"/>
                  </a:cubicBezTo>
                  <a:lnTo>
                    <a:pt x="0" y="168807"/>
                  </a:lnTo>
                  <a:cubicBezTo>
                    <a:pt x="16" y="213884"/>
                    <a:pt x="17589" y="256255"/>
                    <a:pt x="49477" y="288114"/>
                  </a:cubicBezTo>
                  <a:cubicBezTo>
                    <a:pt x="81356" y="319964"/>
                    <a:pt x="123719" y="337501"/>
                    <a:pt x="168780" y="337501"/>
                  </a:cubicBezTo>
                  <a:lnTo>
                    <a:pt x="168844" y="337501"/>
                  </a:lnTo>
                  <a:cubicBezTo>
                    <a:pt x="213921" y="337485"/>
                    <a:pt x="256300" y="319915"/>
                    <a:pt x="288164" y="288034"/>
                  </a:cubicBezTo>
                  <a:cubicBezTo>
                    <a:pt x="320028" y="256152"/>
                    <a:pt x="337568" y="213764"/>
                    <a:pt x="337560" y="168687"/>
                  </a:cubicBezTo>
                  <a:cubicBezTo>
                    <a:pt x="337528" y="75667"/>
                    <a:pt x="261809" y="-9"/>
                    <a:pt x="168764" y="0"/>
                  </a:cubicBezTo>
                  <a:close/>
                  <a:moveTo>
                    <a:pt x="168836" y="313553"/>
                  </a:moveTo>
                  <a:lnTo>
                    <a:pt x="168788" y="313553"/>
                  </a:lnTo>
                  <a:cubicBezTo>
                    <a:pt x="130122" y="313553"/>
                    <a:pt x="93771" y="298507"/>
                    <a:pt x="66418" y="271174"/>
                  </a:cubicBezTo>
                  <a:cubicBezTo>
                    <a:pt x="39049" y="243835"/>
                    <a:pt x="23976" y="207482"/>
                    <a:pt x="23960" y="168799"/>
                  </a:cubicBezTo>
                  <a:lnTo>
                    <a:pt x="11984" y="168799"/>
                  </a:lnTo>
                  <a:cubicBezTo>
                    <a:pt x="11984" y="168799"/>
                    <a:pt x="23960" y="168799"/>
                    <a:pt x="23960" y="168799"/>
                  </a:cubicBezTo>
                  <a:cubicBezTo>
                    <a:pt x="23960" y="130115"/>
                    <a:pt x="39018" y="93747"/>
                    <a:pt x="66371" y="66391"/>
                  </a:cubicBezTo>
                  <a:cubicBezTo>
                    <a:pt x="93723" y="39026"/>
                    <a:pt x="130090" y="23963"/>
                    <a:pt x="168780" y="23955"/>
                  </a:cubicBezTo>
                  <a:lnTo>
                    <a:pt x="168796" y="23955"/>
                  </a:lnTo>
                  <a:cubicBezTo>
                    <a:pt x="248627" y="23955"/>
                    <a:pt x="313592" y="88893"/>
                    <a:pt x="313625" y="168711"/>
                  </a:cubicBezTo>
                  <a:cubicBezTo>
                    <a:pt x="313656" y="248552"/>
                    <a:pt x="248707" y="313538"/>
                    <a:pt x="168844" y="313562"/>
                  </a:cubicBezTo>
                  <a:close/>
                </a:path>
              </a:pathLst>
            </a:custGeom>
            <a:solidFill>
              <a:srgbClr val="FFFFFF"/>
            </a:solidFill>
            <a:ln w="0" cap="flat">
              <a:noFill/>
              <a:prstDash val="solid"/>
              <a:miter/>
            </a:ln>
          </p:spPr>
          <p:txBody>
            <a:bodyPr rtlCol="0" anchor="ctr"/>
            <a:lstStyle/>
            <a:p>
              <a:endParaRPr lang="de-DE"/>
            </a:p>
          </p:txBody>
        </p:sp>
      </p:grpSp>
      <p:sp>
        <p:nvSpPr>
          <p:cNvPr id="198" name="Freihandform 197">
            <a:extLst>
              <a:ext uri="{FF2B5EF4-FFF2-40B4-BE49-F238E27FC236}">
                <a16:creationId xmlns:a16="http://schemas.microsoft.com/office/drawing/2014/main" id="{D768E3AE-7A23-2124-FEF7-FF4071A70FEF}"/>
              </a:ext>
            </a:extLst>
          </p:cNvPr>
          <p:cNvSpPr/>
          <p:nvPr/>
        </p:nvSpPr>
        <p:spPr>
          <a:xfrm>
            <a:off x="10801580" y="2474298"/>
            <a:ext cx="576390" cy="576256"/>
          </a:xfrm>
          <a:custGeom>
            <a:avLst/>
            <a:gdLst>
              <a:gd name="connsiteX0" fmla="*/ 690195 w 692073"/>
              <a:gd name="connsiteY0" fmla="*/ 201281 h 691912"/>
              <a:gd name="connsiteX1" fmla="*/ 622732 w 692073"/>
              <a:gd name="connsiteY1" fmla="*/ 144733 h 691912"/>
              <a:gd name="connsiteX2" fmla="*/ 103218 w 692073"/>
              <a:gd name="connsiteY2" fmla="*/ 5542 h 691912"/>
              <a:gd name="connsiteX3" fmla="*/ 101110 w 692073"/>
              <a:gd name="connsiteY3" fmla="*/ 5007 h 691912"/>
              <a:gd name="connsiteX4" fmla="*/ 17774 w 692073"/>
              <a:gd name="connsiteY4" fmla="*/ 17595 h 691912"/>
              <a:gd name="connsiteX5" fmla="*/ 5231 w 692073"/>
              <a:gd name="connsiteY5" fmla="*/ 102242 h 691912"/>
              <a:gd name="connsiteX6" fmla="*/ 101398 w 692073"/>
              <a:gd name="connsiteY6" fmla="*/ 460882 h 691912"/>
              <a:gd name="connsiteX7" fmla="*/ 144742 w 692073"/>
              <a:gd name="connsiteY7" fmla="*/ 622600 h 691912"/>
              <a:gd name="connsiteX8" fmla="*/ 201380 w 692073"/>
              <a:gd name="connsiteY8" fmla="*/ 690069 h 691912"/>
              <a:gd name="connsiteX9" fmla="*/ 215249 w 692073"/>
              <a:gd name="connsiteY9" fmla="*/ 691912 h 691912"/>
              <a:gd name="connsiteX10" fmla="*/ 257987 w 692073"/>
              <a:gd name="connsiteY10" fmla="*/ 672531 h 691912"/>
              <a:gd name="connsiteX11" fmla="*/ 384683 w 692073"/>
              <a:gd name="connsiteY11" fmla="*/ 545904 h 691912"/>
              <a:gd name="connsiteX12" fmla="*/ 536202 w 692073"/>
              <a:gd name="connsiteY12" fmla="*/ 548243 h 691912"/>
              <a:gd name="connsiteX13" fmla="*/ 536386 w 692073"/>
              <a:gd name="connsiteY13" fmla="*/ 548243 h 691912"/>
              <a:gd name="connsiteX14" fmla="*/ 547467 w 692073"/>
              <a:gd name="connsiteY14" fmla="*/ 540756 h 691912"/>
              <a:gd name="connsiteX15" fmla="*/ 547555 w 692073"/>
              <a:gd name="connsiteY15" fmla="*/ 540476 h 691912"/>
              <a:gd name="connsiteX16" fmla="*/ 548122 w 692073"/>
              <a:gd name="connsiteY16" fmla="*/ 538560 h 691912"/>
              <a:gd name="connsiteX17" fmla="*/ 548225 w 692073"/>
              <a:gd name="connsiteY17" fmla="*/ 537658 h 691912"/>
              <a:gd name="connsiteX18" fmla="*/ 548370 w 692073"/>
              <a:gd name="connsiteY18" fmla="*/ 536453 h 691912"/>
              <a:gd name="connsiteX19" fmla="*/ 548353 w 692073"/>
              <a:gd name="connsiteY19" fmla="*/ 536245 h 691912"/>
              <a:gd name="connsiteX20" fmla="*/ 548370 w 692073"/>
              <a:gd name="connsiteY20" fmla="*/ 536037 h 691912"/>
              <a:gd name="connsiteX21" fmla="*/ 546078 w 692073"/>
              <a:gd name="connsiteY21" fmla="*/ 384545 h 691912"/>
              <a:gd name="connsiteX22" fmla="*/ 672695 w 692073"/>
              <a:gd name="connsiteY22" fmla="*/ 257942 h 691912"/>
              <a:gd name="connsiteX23" fmla="*/ 690204 w 692073"/>
              <a:gd name="connsiteY23" fmla="*/ 201274 h 691912"/>
              <a:gd name="connsiteX24" fmla="*/ 34676 w 692073"/>
              <a:gd name="connsiteY24" fmla="*/ 34558 h 691912"/>
              <a:gd name="connsiteX25" fmla="*/ 93837 w 692073"/>
              <a:gd name="connsiteY25" fmla="*/ 27901 h 691912"/>
              <a:gd name="connsiteX26" fmla="*/ 522118 w 692073"/>
              <a:gd name="connsiteY26" fmla="*/ 385279 h 691912"/>
              <a:gd name="connsiteX27" fmla="*/ 524218 w 692073"/>
              <a:gd name="connsiteY27" fmla="*/ 524064 h 691912"/>
              <a:gd name="connsiteX28" fmla="*/ 385457 w 692073"/>
              <a:gd name="connsiteY28" fmla="*/ 521925 h 691912"/>
              <a:gd name="connsiteX29" fmla="*/ 27794 w 692073"/>
              <a:gd name="connsiteY29" fmla="*/ 93542 h 691912"/>
              <a:gd name="connsiteX30" fmla="*/ 34684 w 692073"/>
              <a:gd name="connsiteY30" fmla="*/ 34558 h 691912"/>
              <a:gd name="connsiteX31" fmla="*/ 241052 w 692073"/>
              <a:gd name="connsiteY31" fmla="*/ 655584 h 691912"/>
              <a:gd name="connsiteX32" fmla="*/ 207576 w 692073"/>
              <a:gd name="connsiteY32" fmla="*/ 666927 h 691912"/>
              <a:gd name="connsiteX33" fmla="*/ 167871 w 692073"/>
              <a:gd name="connsiteY33" fmla="*/ 616382 h 691912"/>
              <a:gd name="connsiteX34" fmla="*/ 124527 w 692073"/>
              <a:gd name="connsiteY34" fmla="*/ 454679 h 691912"/>
              <a:gd name="connsiteX35" fmla="*/ 42421 w 692073"/>
              <a:gd name="connsiteY35" fmla="*/ 148429 h 691912"/>
              <a:gd name="connsiteX36" fmla="*/ 363597 w 692073"/>
              <a:gd name="connsiteY36" fmla="*/ 533116 h 691912"/>
              <a:gd name="connsiteX37" fmla="*/ 241052 w 692073"/>
              <a:gd name="connsiteY37" fmla="*/ 655592 h 691912"/>
              <a:gd name="connsiteX38" fmla="*/ 655745 w 692073"/>
              <a:gd name="connsiteY38" fmla="*/ 241011 h 691912"/>
              <a:gd name="connsiteX39" fmla="*/ 533312 w 692073"/>
              <a:gd name="connsiteY39" fmla="*/ 363423 h 691912"/>
              <a:gd name="connsiteX40" fmla="*/ 148726 w 692073"/>
              <a:gd name="connsiteY40" fmla="*/ 42509 h 691912"/>
              <a:gd name="connsiteX41" fmla="*/ 616536 w 692073"/>
              <a:gd name="connsiteY41" fmla="*/ 167858 h 691912"/>
              <a:gd name="connsiteX42" fmla="*/ 667066 w 692073"/>
              <a:gd name="connsiteY42" fmla="*/ 207485 h 691912"/>
              <a:gd name="connsiteX43" fmla="*/ 655745 w 692073"/>
              <a:gd name="connsiteY43" fmla="*/ 241003 h 69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92073" h="691912">
                <a:moveTo>
                  <a:pt x="690195" y="201281"/>
                </a:moveTo>
                <a:cubicBezTo>
                  <a:pt x="683209" y="175283"/>
                  <a:pt x="657989" y="154153"/>
                  <a:pt x="622732" y="144733"/>
                </a:cubicBezTo>
                <a:cubicBezTo>
                  <a:pt x="488107" y="108644"/>
                  <a:pt x="251624" y="45263"/>
                  <a:pt x="103218" y="5542"/>
                </a:cubicBezTo>
                <a:cubicBezTo>
                  <a:pt x="102523" y="5294"/>
                  <a:pt x="101829" y="5119"/>
                  <a:pt x="101110" y="5007"/>
                </a:cubicBezTo>
                <a:cubicBezTo>
                  <a:pt x="54548" y="-7175"/>
                  <a:pt x="30005" y="5167"/>
                  <a:pt x="17774" y="17595"/>
                </a:cubicBezTo>
                <a:cubicBezTo>
                  <a:pt x="5111" y="29952"/>
                  <a:pt x="-7343" y="54659"/>
                  <a:pt x="5231" y="102242"/>
                </a:cubicBezTo>
                <a:cubicBezTo>
                  <a:pt x="31818" y="201250"/>
                  <a:pt x="68911" y="339667"/>
                  <a:pt x="101398" y="460882"/>
                </a:cubicBezTo>
                <a:lnTo>
                  <a:pt x="144742" y="622600"/>
                </a:lnTo>
                <a:cubicBezTo>
                  <a:pt x="154227" y="657891"/>
                  <a:pt x="175409" y="683107"/>
                  <a:pt x="201380" y="690069"/>
                </a:cubicBezTo>
                <a:cubicBezTo>
                  <a:pt x="206003" y="691297"/>
                  <a:pt x="210642" y="691912"/>
                  <a:pt x="215249" y="691912"/>
                </a:cubicBezTo>
                <a:cubicBezTo>
                  <a:pt x="230402" y="691912"/>
                  <a:pt x="245212" y="685279"/>
                  <a:pt x="257987" y="672531"/>
                </a:cubicBezTo>
                <a:cubicBezTo>
                  <a:pt x="302441" y="628124"/>
                  <a:pt x="368715" y="561861"/>
                  <a:pt x="384683" y="545904"/>
                </a:cubicBezTo>
                <a:lnTo>
                  <a:pt x="536202" y="548243"/>
                </a:lnTo>
                <a:lnTo>
                  <a:pt x="536386" y="548243"/>
                </a:lnTo>
                <a:cubicBezTo>
                  <a:pt x="541399" y="548243"/>
                  <a:pt x="545686" y="545146"/>
                  <a:pt x="547467" y="540756"/>
                </a:cubicBezTo>
                <a:cubicBezTo>
                  <a:pt x="547507" y="540667"/>
                  <a:pt x="547523" y="540572"/>
                  <a:pt x="547555" y="540476"/>
                </a:cubicBezTo>
                <a:cubicBezTo>
                  <a:pt x="547787" y="539853"/>
                  <a:pt x="547987" y="539223"/>
                  <a:pt x="548122" y="538560"/>
                </a:cubicBezTo>
                <a:cubicBezTo>
                  <a:pt x="548178" y="538265"/>
                  <a:pt x="548185" y="537961"/>
                  <a:pt x="548225" y="537658"/>
                </a:cubicBezTo>
                <a:cubicBezTo>
                  <a:pt x="548273" y="537251"/>
                  <a:pt x="548362" y="536868"/>
                  <a:pt x="548370" y="536453"/>
                </a:cubicBezTo>
                <a:cubicBezTo>
                  <a:pt x="548370" y="536380"/>
                  <a:pt x="548353" y="536317"/>
                  <a:pt x="548353" y="536245"/>
                </a:cubicBezTo>
                <a:cubicBezTo>
                  <a:pt x="548353" y="536173"/>
                  <a:pt x="548370" y="536110"/>
                  <a:pt x="548370" y="536037"/>
                </a:cubicBezTo>
                <a:lnTo>
                  <a:pt x="546078" y="384545"/>
                </a:lnTo>
                <a:cubicBezTo>
                  <a:pt x="562070" y="368532"/>
                  <a:pt x="628264" y="302285"/>
                  <a:pt x="672695" y="257942"/>
                </a:cubicBezTo>
                <a:cubicBezTo>
                  <a:pt x="689334" y="241282"/>
                  <a:pt x="695553" y="221167"/>
                  <a:pt x="690204" y="201274"/>
                </a:cubicBezTo>
                <a:close/>
                <a:moveTo>
                  <a:pt x="34676" y="34558"/>
                </a:moveTo>
                <a:cubicBezTo>
                  <a:pt x="45718" y="23327"/>
                  <a:pt x="66691" y="21044"/>
                  <a:pt x="93837" y="27901"/>
                </a:cubicBezTo>
                <a:lnTo>
                  <a:pt x="522118" y="385279"/>
                </a:lnTo>
                <a:lnTo>
                  <a:pt x="524218" y="524064"/>
                </a:lnTo>
                <a:lnTo>
                  <a:pt x="385457" y="521925"/>
                </a:lnTo>
                <a:lnTo>
                  <a:pt x="27794" y="93542"/>
                </a:lnTo>
                <a:cubicBezTo>
                  <a:pt x="21103" y="66425"/>
                  <a:pt x="23419" y="45566"/>
                  <a:pt x="34684" y="34558"/>
                </a:cubicBezTo>
                <a:close/>
                <a:moveTo>
                  <a:pt x="241052" y="655584"/>
                </a:moveTo>
                <a:cubicBezTo>
                  <a:pt x="230554" y="666057"/>
                  <a:pt x="218961" y="670008"/>
                  <a:pt x="207576" y="666927"/>
                </a:cubicBezTo>
                <a:cubicBezTo>
                  <a:pt x="190219" y="662282"/>
                  <a:pt x="175009" y="642908"/>
                  <a:pt x="167871" y="616382"/>
                </a:cubicBezTo>
                <a:lnTo>
                  <a:pt x="124527" y="454679"/>
                </a:lnTo>
                <a:cubicBezTo>
                  <a:pt x="97438" y="353572"/>
                  <a:pt x="67154" y="240588"/>
                  <a:pt x="42421" y="148429"/>
                </a:cubicBezTo>
                <a:lnTo>
                  <a:pt x="363597" y="533116"/>
                </a:lnTo>
                <a:cubicBezTo>
                  <a:pt x="342456" y="554246"/>
                  <a:pt x="282337" y="614354"/>
                  <a:pt x="241052" y="655592"/>
                </a:cubicBezTo>
                <a:close/>
                <a:moveTo>
                  <a:pt x="655745" y="241011"/>
                </a:moveTo>
                <a:cubicBezTo>
                  <a:pt x="614500" y="282169"/>
                  <a:pt x="554509" y="342206"/>
                  <a:pt x="533312" y="363423"/>
                </a:cubicBezTo>
                <a:lnTo>
                  <a:pt x="148726" y="42509"/>
                </a:lnTo>
                <a:cubicBezTo>
                  <a:pt x="296029" y="81958"/>
                  <a:pt x="496642" y="135721"/>
                  <a:pt x="616536" y="167858"/>
                </a:cubicBezTo>
                <a:cubicBezTo>
                  <a:pt x="643027" y="174932"/>
                  <a:pt x="662396" y="190114"/>
                  <a:pt x="667066" y="207485"/>
                </a:cubicBezTo>
                <a:cubicBezTo>
                  <a:pt x="670140" y="218924"/>
                  <a:pt x="666220" y="230522"/>
                  <a:pt x="655745" y="241003"/>
                </a:cubicBezTo>
                <a:close/>
              </a:path>
            </a:pathLst>
          </a:custGeom>
          <a:solidFill>
            <a:srgbClr val="FFFFFF"/>
          </a:solidFill>
          <a:ln w="0" cap="flat">
            <a:noFill/>
            <a:prstDash val="solid"/>
            <a:miter/>
          </a:ln>
        </p:spPr>
        <p:txBody>
          <a:bodyPr rtlCol="0" anchor="ctr"/>
          <a:lstStyle/>
          <a:p>
            <a:endParaRPr lang="de-DE"/>
          </a:p>
        </p:txBody>
      </p:sp>
      <p:grpSp>
        <p:nvGrpSpPr>
          <p:cNvPr id="199" name="Grafik 13">
            <a:extLst>
              <a:ext uri="{FF2B5EF4-FFF2-40B4-BE49-F238E27FC236}">
                <a16:creationId xmlns:a16="http://schemas.microsoft.com/office/drawing/2014/main" id="{088F78BC-099C-C76C-2086-9C162B8F888C}"/>
              </a:ext>
            </a:extLst>
          </p:cNvPr>
          <p:cNvGrpSpPr/>
          <p:nvPr/>
        </p:nvGrpSpPr>
        <p:grpSpPr>
          <a:xfrm>
            <a:off x="10777862" y="1519565"/>
            <a:ext cx="623826" cy="649630"/>
            <a:chOff x="14803850" y="8243288"/>
            <a:chExt cx="749030" cy="780013"/>
          </a:xfrm>
          <a:solidFill>
            <a:srgbClr val="FFFFFF"/>
          </a:solidFill>
        </p:grpSpPr>
        <p:sp>
          <p:nvSpPr>
            <p:cNvPr id="200" name="Freihandform 199">
              <a:extLst>
                <a:ext uri="{FF2B5EF4-FFF2-40B4-BE49-F238E27FC236}">
                  <a16:creationId xmlns:a16="http://schemas.microsoft.com/office/drawing/2014/main" id="{19E1E9B7-FCD4-0684-856A-3E7A7AC6EE3D}"/>
                </a:ext>
              </a:extLst>
            </p:cNvPr>
            <p:cNvSpPr/>
            <p:nvPr/>
          </p:nvSpPr>
          <p:spPr>
            <a:xfrm>
              <a:off x="15031938" y="8487090"/>
              <a:ext cx="292698" cy="292647"/>
            </a:xfrm>
            <a:custGeom>
              <a:avLst/>
              <a:gdLst>
                <a:gd name="connsiteX0" fmla="*/ 146337 w 292698"/>
                <a:gd name="connsiteY0" fmla="*/ 0 h 292647"/>
                <a:gd name="connsiteX1" fmla="*/ 0 w 292698"/>
                <a:gd name="connsiteY1" fmla="*/ 146344 h 292647"/>
                <a:gd name="connsiteX2" fmla="*/ 146353 w 292698"/>
                <a:gd name="connsiteY2" fmla="*/ 292648 h 292647"/>
                <a:gd name="connsiteX3" fmla="*/ 146369 w 292698"/>
                <a:gd name="connsiteY3" fmla="*/ 292648 h 292647"/>
                <a:gd name="connsiteX4" fmla="*/ 292699 w 292698"/>
                <a:gd name="connsiteY4" fmla="*/ 146312 h 292647"/>
                <a:gd name="connsiteX5" fmla="*/ 292699 w 292698"/>
                <a:gd name="connsiteY5" fmla="*/ 146312 h 292647"/>
                <a:gd name="connsiteX6" fmla="*/ 146337 w 292698"/>
                <a:gd name="connsiteY6" fmla="*/ 0 h 292647"/>
                <a:gd name="connsiteX7" fmla="*/ 232907 w 292698"/>
                <a:gd name="connsiteY7" fmla="*/ 232850 h 292647"/>
                <a:gd name="connsiteX8" fmla="*/ 146369 w 292698"/>
                <a:gd name="connsiteY8" fmla="*/ 268700 h 292647"/>
                <a:gd name="connsiteX9" fmla="*/ 146353 w 292698"/>
                <a:gd name="connsiteY9" fmla="*/ 268700 h 292647"/>
                <a:gd name="connsiteX10" fmla="*/ 23952 w 292698"/>
                <a:gd name="connsiteY10" fmla="*/ 146344 h 292647"/>
                <a:gd name="connsiteX11" fmla="*/ 146361 w 292698"/>
                <a:gd name="connsiteY11" fmla="*/ 23948 h 292647"/>
                <a:gd name="connsiteX12" fmla="*/ 268747 w 292698"/>
                <a:gd name="connsiteY12" fmla="*/ 146320 h 292647"/>
                <a:gd name="connsiteX13" fmla="*/ 232907 w 292698"/>
                <a:gd name="connsiteY13" fmla="*/ 232850 h 292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2698" h="292647">
                  <a:moveTo>
                    <a:pt x="146337" y="0"/>
                  </a:moveTo>
                  <a:cubicBezTo>
                    <a:pt x="65643" y="0"/>
                    <a:pt x="-8" y="65664"/>
                    <a:pt x="0" y="146344"/>
                  </a:cubicBezTo>
                  <a:cubicBezTo>
                    <a:pt x="0" y="227015"/>
                    <a:pt x="65668" y="292648"/>
                    <a:pt x="146353" y="292648"/>
                  </a:cubicBezTo>
                  <a:lnTo>
                    <a:pt x="146369" y="292648"/>
                  </a:lnTo>
                  <a:cubicBezTo>
                    <a:pt x="227062" y="292648"/>
                    <a:pt x="292706" y="226991"/>
                    <a:pt x="292699" y="146312"/>
                  </a:cubicBezTo>
                  <a:lnTo>
                    <a:pt x="292699" y="146312"/>
                  </a:lnTo>
                  <a:cubicBezTo>
                    <a:pt x="292666" y="65664"/>
                    <a:pt x="227022" y="32"/>
                    <a:pt x="146337" y="0"/>
                  </a:cubicBezTo>
                  <a:close/>
                  <a:moveTo>
                    <a:pt x="232907" y="232850"/>
                  </a:moveTo>
                  <a:cubicBezTo>
                    <a:pt x="209793" y="255967"/>
                    <a:pt x="179063" y="268700"/>
                    <a:pt x="146369" y="268700"/>
                  </a:cubicBezTo>
                  <a:lnTo>
                    <a:pt x="146353" y="268700"/>
                  </a:lnTo>
                  <a:cubicBezTo>
                    <a:pt x="78873" y="268700"/>
                    <a:pt x="23960" y="213812"/>
                    <a:pt x="23952" y="146344"/>
                  </a:cubicBezTo>
                  <a:cubicBezTo>
                    <a:pt x="23952" y="78860"/>
                    <a:pt x="78849" y="23955"/>
                    <a:pt x="146361" y="23948"/>
                  </a:cubicBezTo>
                  <a:cubicBezTo>
                    <a:pt x="213817" y="23980"/>
                    <a:pt x="268715" y="78875"/>
                    <a:pt x="268747" y="146320"/>
                  </a:cubicBezTo>
                  <a:cubicBezTo>
                    <a:pt x="268747" y="179000"/>
                    <a:pt x="256020" y="209733"/>
                    <a:pt x="232907" y="232850"/>
                  </a:cubicBezTo>
                  <a:close/>
                </a:path>
              </a:pathLst>
            </a:custGeom>
            <a:solidFill>
              <a:srgbClr val="FFFFFF"/>
            </a:solidFill>
            <a:ln w="0" cap="flat">
              <a:noFill/>
              <a:prstDash val="solid"/>
              <a:miter/>
            </a:ln>
          </p:spPr>
          <p:txBody>
            <a:bodyPr rtlCol="0" anchor="ctr"/>
            <a:lstStyle/>
            <a:p>
              <a:endParaRPr lang="de-DE"/>
            </a:p>
          </p:txBody>
        </p:sp>
        <p:sp>
          <p:nvSpPr>
            <p:cNvPr id="201" name="Freihandform 200">
              <a:extLst>
                <a:ext uri="{FF2B5EF4-FFF2-40B4-BE49-F238E27FC236}">
                  <a16:creationId xmlns:a16="http://schemas.microsoft.com/office/drawing/2014/main" id="{80164841-E8BB-F4F5-80CB-54D667F26AA6}"/>
                </a:ext>
              </a:extLst>
            </p:cNvPr>
            <p:cNvSpPr/>
            <p:nvPr/>
          </p:nvSpPr>
          <p:spPr>
            <a:xfrm>
              <a:off x="14803850" y="8243288"/>
              <a:ext cx="749030" cy="780013"/>
            </a:xfrm>
            <a:custGeom>
              <a:avLst/>
              <a:gdLst>
                <a:gd name="connsiteX0" fmla="*/ 747202 w 749030"/>
                <a:gd name="connsiteY0" fmla="*/ 494238 h 780013"/>
                <a:gd name="connsiteX1" fmla="*/ 723043 w 749030"/>
                <a:gd name="connsiteY1" fmla="*/ 462835 h 780013"/>
                <a:gd name="connsiteX2" fmla="*/ 688496 w 749030"/>
                <a:gd name="connsiteY2" fmla="*/ 442903 h 780013"/>
                <a:gd name="connsiteX3" fmla="*/ 687993 w 749030"/>
                <a:gd name="connsiteY3" fmla="*/ 336360 h 780013"/>
                <a:gd name="connsiteX4" fmla="*/ 722372 w 749030"/>
                <a:gd name="connsiteY4" fmla="*/ 316483 h 780013"/>
                <a:gd name="connsiteX5" fmla="*/ 722668 w 749030"/>
                <a:gd name="connsiteY5" fmla="*/ 316316 h 780013"/>
                <a:gd name="connsiteX6" fmla="*/ 741437 w 749030"/>
                <a:gd name="connsiteY6" fmla="*/ 245686 h 780013"/>
                <a:gd name="connsiteX7" fmla="*/ 682476 w 749030"/>
                <a:gd name="connsiteY7" fmla="*/ 143390 h 780013"/>
                <a:gd name="connsiteX8" fmla="*/ 651035 w 749030"/>
                <a:gd name="connsiteY8" fmla="*/ 119363 h 780013"/>
                <a:gd name="connsiteX9" fmla="*/ 611834 w 749030"/>
                <a:gd name="connsiteY9" fmla="*/ 124591 h 780013"/>
                <a:gd name="connsiteX10" fmla="*/ 577240 w 749030"/>
                <a:gd name="connsiteY10" fmla="*/ 144571 h 780013"/>
                <a:gd name="connsiteX11" fmla="*/ 484771 w 749030"/>
                <a:gd name="connsiteY11" fmla="*/ 91575 h 780013"/>
                <a:gd name="connsiteX12" fmla="*/ 484771 w 749030"/>
                <a:gd name="connsiteY12" fmla="*/ 51647 h 780013"/>
                <a:gd name="connsiteX13" fmla="*/ 433003 w 749030"/>
                <a:gd name="connsiteY13" fmla="*/ 0 h 780013"/>
                <a:gd name="connsiteX14" fmla="*/ 314913 w 749030"/>
                <a:gd name="connsiteY14" fmla="*/ 0 h 780013"/>
                <a:gd name="connsiteX15" fmla="*/ 263200 w 749030"/>
                <a:gd name="connsiteY15" fmla="*/ 51695 h 780013"/>
                <a:gd name="connsiteX16" fmla="*/ 263200 w 749030"/>
                <a:gd name="connsiteY16" fmla="*/ 91639 h 780013"/>
                <a:gd name="connsiteX17" fmla="*/ 171242 w 749030"/>
                <a:gd name="connsiteY17" fmla="*/ 145274 h 780013"/>
                <a:gd name="connsiteX18" fmla="*/ 136720 w 749030"/>
                <a:gd name="connsiteY18" fmla="*/ 125421 h 780013"/>
                <a:gd name="connsiteX19" fmla="*/ 65846 w 749030"/>
                <a:gd name="connsiteY19" fmla="*/ 144419 h 780013"/>
                <a:gd name="connsiteX20" fmla="*/ 6949 w 749030"/>
                <a:gd name="connsiteY20" fmla="*/ 246564 h 780013"/>
                <a:gd name="connsiteX21" fmla="*/ 6885 w 749030"/>
                <a:gd name="connsiteY21" fmla="*/ 246684 h 780013"/>
                <a:gd name="connsiteX22" fmla="*/ 25879 w 749030"/>
                <a:gd name="connsiteY22" fmla="*/ 317266 h 780013"/>
                <a:gd name="connsiteX23" fmla="*/ 60473 w 749030"/>
                <a:gd name="connsiteY23" fmla="*/ 337253 h 780013"/>
                <a:gd name="connsiteX24" fmla="*/ 60896 w 749030"/>
                <a:gd name="connsiteY24" fmla="*/ 443789 h 780013"/>
                <a:gd name="connsiteX25" fmla="*/ 26454 w 749030"/>
                <a:gd name="connsiteY25" fmla="*/ 463681 h 780013"/>
                <a:gd name="connsiteX26" fmla="*/ 26102 w 749030"/>
                <a:gd name="connsiteY26" fmla="*/ 463889 h 780013"/>
                <a:gd name="connsiteX27" fmla="*/ 2318 w 749030"/>
                <a:gd name="connsiteY27" fmla="*/ 495165 h 780013"/>
                <a:gd name="connsiteX28" fmla="*/ 7515 w 749030"/>
                <a:gd name="connsiteY28" fmla="*/ 534455 h 780013"/>
                <a:gd name="connsiteX29" fmla="*/ 66565 w 749030"/>
                <a:gd name="connsiteY29" fmla="*/ 636687 h 780013"/>
                <a:gd name="connsiteX30" fmla="*/ 97989 w 749030"/>
                <a:gd name="connsiteY30" fmla="*/ 660746 h 780013"/>
                <a:gd name="connsiteX31" fmla="*/ 137215 w 749030"/>
                <a:gd name="connsiteY31" fmla="*/ 655549 h 780013"/>
                <a:gd name="connsiteX32" fmla="*/ 171808 w 749030"/>
                <a:gd name="connsiteY32" fmla="*/ 635545 h 780013"/>
                <a:gd name="connsiteX33" fmla="*/ 264263 w 749030"/>
                <a:gd name="connsiteY33" fmla="*/ 688397 h 780013"/>
                <a:gd name="connsiteX34" fmla="*/ 264263 w 749030"/>
                <a:gd name="connsiteY34" fmla="*/ 728302 h 780013"/>
                <a:gd name="connsiteX35" fmla="*/ 316102 w 749030"/>
                <a:gd name="connsiteY35" fmla="*/ 780013 h 780013"/>
                <a:gd name="connsiteX36" fmla="*/ 434032 w 749030"/>
                <a:gd name="connsiteY36" fmla="*/ 780013 h 780013"/>
                <a:gd name="connsiteX37" fmla="*/ 485800 w 749030"/>
                <a:gd name="connsiteY37" fmla="*/ 728310 h 780013"/>
                <a:gd name="connsiteX38" fmla="*/ 485800 w 749030"/>
                <a:gd name="connsiteY38" fmla="*/ 688374 h 780013"/>
                <a:gd name="connsiteX39" fmla="*/ 577759 w 749030"/>
                <a:gd name="connsiteY39" fmla="*/ 634739 h 780013"/>
                <a:gd name="connsiteX40" fmla="*/ 612354 w 749030"/>
                <a:gd name="connsiteY40" fmla="*/ 654632 h 780013"/>
                <a:gd name="connsiteX41" fmla="*/ 651643 w 749030"/>
                <a:gd name="connsiteY41" fmla="*/ 659820 h 780013"/>
                <a:gd name="connsiteX42" fmla="*/ 683083 w 749030"/>
                <a:gd name="connsiteY42" fmla="*/ 635705 h 780013"/>
                <a:gd name="connsiteX43" fmla="*/ 742100 w 749030"/>
                <a:gd name="connsiteY43" fmla="*/ 533537 h 780013"/>
                <a:gd name="connsiteX44" fmla="*/ 747225 w 749030"/>
                <a:gd name="connsiteY44" fmla="*/ 494238 h 780013"/>
                <a:gd name="connsiteX45" fmla="*/ 721334 w 749030"/>
                <a:gd name="connsiteY45" fmla="*/ 521587 h 780013"/>
                <a:gd name="connsiteX46" fmla="*/ 662325 w 749030"/>
                <a:gd name="connsiteY46" fmla="*/ 623731 h 780013"/>
                <a:gd name="connsiteX47" fmla="*/ 645431 w 749030"/>
                <a:gd name="connsiteY47" fmla="*/ 636679 h 780013"/>
                <a:gd name="connsiteX48" fmla="*/ 624305 w 749030"/>
                <a:gd name="connsiteY48" fmla="*/ 633877 h 780013"/>
                <a:gd name="connsiteX49" fmla="*/ 583675 w 749030"/>
                <a:gd name="connsiteY49" fmla="*/ 610512 h 780013"/>
                <a:gd name="connsiteX50" fmla="*/ 571667 w 749030"/>
                <a:gd name="connsiteY50" fmla="*/ 610544 h 780013"/>
                <a:gd name="connsiteX51" fmla="*/ 467773 w 749030"/>
                <a:gd name="connsiteY51" fmla="*/ 671139 h 780013"/>
                <a:gd name="connsiteX52" fmla="*/ 461833 w 749030"/>
                <a:gd name="connsiteY52" fmla="*/ 681485 h 780013"/>
                <a:gd name="connsiteX53" fmla="*/ 461833 w 749030"/>
                <a:gd name="connsiteY53" fmla="*/ 728270 h 780013"/>
                <a:gd name="connsiteX54" fmla="*/ 434001 w 749030"/>
                <a:gd name="connsiteY54" fmla="*/ 756042 h 780013"/>
                <a:gd name="connsiteX55" fmla="*/ 316086 w 749030"/>
                <a:gd name="connsiteY55" fmla="*/ 756042 h 780013"/>
                <a:gd name="connsiteX56" fmla="*/ 288190 w 749030"/>
                <a:gd name="connsiteY56" fmla="*/ 728255 h 780013"/>
                <a:gd name="connsiteX57" fmla="*/ 288190 w 749030"/>
                <a:gd name="connsiteY57" fmla="*/ 681437 h 780013"/>
                <a:gd name="connsiteX58" fmla="*/ 282154 w 749030"/>
                <a:gd name="connsiteY58" fmla="*/ 671044 h 780013"/>
                <a:gd name="connsiteX59" fmla="*/ 177693 w 749030"/>
                <a:gd name="connsiteY59" fmla="*/ 611327 h 780013"/>
                <a:gd name="connsiteX60" fmla="*/ 171753 w 749030"/>
                <a:gd name="connsiteY60" fmla="*/ 609746 h 780013"/>
                <a:gd name="connsiteX61" fmla="*/ 165757 w 749030"/>
                <a:gd name="connsiteY61" fmla="*/ 611350 h 780013"/>
                <a:gd name="connsiteX62" fmla="*/ 125190 w 749030"/>
                <a:gd name="connsiteY62" fmla="*/ 634803 h 780013"/>
                <a:gd name="connsiteX63" fmla="*/ 104137 w 749030"/>
                <a:gd name="connsiteY63" fmla="*/ 637597 h 780013"/>
                <a:gd name="connsiteX64" fmla="*/ 87235 w 749030"/>
                <a:gd name="connsiteY64" fmla="*/ 624625 h 780013"/>
                <a:gd name="connsiteX65" fmla="*/ 28234 w 749030"/>
                <a:gd name="connsiteY65" fmla="*/ 522465 h 780013"/>
                <a:gd name="connsiteX66" fmla="*/ 25431 w 749030"/>
                <a:gd name="connsiteY66" fmla="*/ 501343 h 780013"/>
                <a:gd name="connsiteX67" fmla="*/ 38397 w 749030"/>
                <a:gd name="connsiteY67" fmla="*/ 484428 h 780013"/>
                <a:gd name="connsiteX68" fmla="*/ 38700 w 749030"/>
                <a:gd name="connsiteY68" fmla="*/ 484244 h 780013"/>
                <a:gd name="connsiteX69" fmla="*/ 78860 w 749030"/>
                <a:gd name="connsiteY69" fmla="*/ 461055 h 780013"/>
                <a:gd name="connsiteX70" fmla="*/ 84848 w 749030"/>
                <a:gd name="connsiteY70" fmla="*/ 450638 h 780013"/>
                <a:gd name="connsiteX71" fmla="*/ 84377 w 749030"/>
                <a:gd name="connsiteY71" fmla="*/ 330278 h 780013"/>
                <a:gd name="connsiteX72" fmla="*/ 78389 w 749030"/>
                <a:gd name="connsiteY72" fmla="*/ 319955 h 780013"/>
                <a:gd name="connsiteX73" fmla="*/ 37822 w 749030"/>
                <a:gd name="connsiteY73" fmla="*/ 296519 h 780013"/>
                <a:gd name="connsiteX74" fmla="*/ 27364 w 749030"/>
                <a:gd name="connsiteY74" fmla="*/ 259049 h 780013"/>
                <a:gd name="connsiteX75" fmla="*/ 27723 w 749030"/>
                <a:gd name="connsiteY75" fmla="*/ 258442 h 780013"/>
                <a:gd name="connsiteX76" fmla="*/ 86564 w 749030"/>
                <a:gd name="connsiteY76" fmla="*/ 156393 h 780013"/>
                <a:gd name="connsiteX77" fmla="*/ 124727 w 749030"/>
                <a:gd name="connsiteY77" fmla="*/ 146176 h 780013"/>
                <a:gd name="connsiteX78" fmla="*/ 165278 w 749030"/>
                <a:gd name="connsiteY78" fmla="*/ 169501 h 780013"/>
                <a:gd name="connsiteX79" fmla="*/ 177286 w 749030"/>
                <a:gd name="connsiteY79" fmla="*/ 169469 h 780013"/>
                <a:gd name="connsiteX80" fmla="*/ 281181 w 749030"/>
                <a:gd name="connsiteY80" fmla="*/ 108873 h 780013"/>
                <a:gd name="connsiteX81" fmla="*/ 287121 w 749030"/>
                <a:gd name="connsiteY81" fmla="*/ 98529 h 780013"/>
                <a:gd name="connsiteX82" fmla="*/ 287121 w 749030"/>
                <a:gd name="connsiteY82" fmla="*/ 51710 h 780013"/>
                <a:gd name="connsiteX83" fmla="*/ 314880 w 749030"/>
                <a:gd name="connsiteY83" fmla="*/ 23963 h 780013"/>
                <a:gd name="connsiteX84" fmla="*/ 432939 w 749030"/>
                <a:gd name="connsiteY84" fmla="*/ 23963 h 780013"/>
                <a:gd name="connsiteX85" fmla="*/ 460787 w 749030"/>
                <a:gd name="connsiteY85" fmla="*/ 51710 h 780013"/>
                <a:gd name="connsiteX86" fmla="*/ 460787 w 749030"/>
                <a:gd name="connsiteY86" fmla="*/ 98529 h 780013"/>
                <a:gd name="connsiteX87" fmla="*/ 466807 w 749030"/>
                <a:gd name="connsiteY87" fmla="*/ 108922 h 780013"/>
                <a:gd name="connsiteX88" fmla="*/ 571276 w 749030"/>
                <a:gd name="connsiteY88" fmla="*/ 168791 h 780013"/>
                <a:gd name="connsiteX89" fmla="*/ 583220 w 749030"/>
                <a:gd name="connsiteY89" fmla="*/ 168767 h 780013"/>
                <a:gd name="connsiteX90" fmla="*/ 623802 w 749030"/>
                <a:gd name="connsiteY90" fmla="*/ 145330 h 780013"/>
                <a:gd name="connsiteX91" fmla="*/ 644856 w 749030"/>
                <a:gd name="connsiteY91" fmla="*/ 142512 h 780013"/>
                <a:gd name="connsiteX92" fmla="*/ 661781 w 749030"/>
                <a:gd name="connsiteY92" fmla="*/ 155500 h 780013"/>
                <a:gd name="connsiteX93" fmla="*/ 720679 w 749030"/>
                <a:gd name="connsiteY93" fmla="*/ 257684 h 780013"/>
                <a:gd name="connsiteX94" fmla="*/ 710772 w 749030"/>
                <a:gd name="connsiteY94" fmla="*/ 295522 h 780013"/>
                <a:gd name="connsiteX95" fmla="*/ 710524 w 749030"/>
                <a:gd name="connsiteY95" fmla="*/ 295665 h 780013"/>
                <a:gd name="connsiteX96" fmla="*/ 669973 w 749030"/>
                <a:gd name="connsiteY96" fmla="*/ 319117 h 780013"/>
                <a:gd name="connsiteX97" fmla="*/ 663994 w 749030"/>
                <a:gd name="connsiteY97" fmla="*/ 329543 h 780013"/>
                <a:gd name="connsiteX98" fmla="*/ 664560 w 749030"/>
                <a:gd name="connsiteY98" fmla="*/ 449904 h 780013"/>
                <a:gd name="connsiteX99" fmla="*/ 670548 w 749030"/>
                <a:gd name="connsiteY99" fmla="*/ 460217 h 780013"/>
                <a:gd name="connsiteX100" fmla="*/ 711067 w 749030"/>
                <a:gd name="connsiteY100" fmla="*/ 483590 h 780013"/>
                <a:gd name="connsiteX101" fmla="*/ 724064 w 749030"/>
                <a:gd name="connsiteY101" fmla="*/ 500473 h 780013"/>
                <a:gd name="connsiteX102" fmla="*/ 721318 w 749030"/>
                <a:gd name="connsiteY102" fmla="*/ 521594 h 780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749030" h="780013">
                  <a:moveTo>
                    <a:pt x="747202" y="494238"/>
                  </a:moveTo>
                  <a:cubicBezTo>
                    <a:pt x="743601" y="480884"/>
                    <a:pt x="735019" y="469732"/>
                    <a:pt x="723043" y="462835"/>
                  </a:cubicBezTo>
                  <a:lnTo>
                    <a:pt x="688496" y="442903"/>
                  </a:lnTo>
                  <a:lnTo>
                    <a:pt x="687993" y="336360"/>
                  </a:lnTo>
                  <a:lnTo>
                    <a:pt x="722372" y="316483"/>
                  </a:lnTo>
                  <a:cubicBezTo>
                    <a:pt x="722476" y="316428"/>
                    <a:pt x="722571" y="316364"/>
                    <a:pt x="722668" y="316316"/>
                  </a:cubicBezTo>
                  <a:cubicBezTo>
                    <a:pt x="747322" y="302003"/>
                    <a:pt x="755737" y="270304"/>
                    <a:pt x="741437" y="245686"/>
                  </a:cubicBezTo>
                  <a:lnTo>
                    <a:pt x="682476" y="143390"/>
                  </a:lnTo>
                  <a:cubicBezTo>
                    <a:pt x="675546" y="131448"/>
                    <a:pt x="664377" y="122915"/>
                    <a:pt x="651035" y="119363"/>
                  </a:cubicBezTo>
                  <a:cubicBezTo>
                    <a:pt x="637671" y="115810"/>
                    <a:pt x="623747" y="117670"/>
                    <a:pt x="611834" y="124591"/>
                  </a:cubicBezTo>
                  <a:lnTo>
                    <a:pt x="577240" y="144571"/>
                  </a:lnTo>
                  <a:lnTo>
                    <a:pt x="484771" y="91575"/>
                  </a:lnTo>
                  <a:lnTo>
                    <a:pt x="484771" y="51647"/>
                  </a:lnTo>
                  <a:cubicBezTo>
                    <a:pt x="484674" y="23141"/>
                    <a:pt x="461457" y="0"/>
                    <a:pt x="433003" y="0"/>
                  </a:cubicBezTo>
                  <a:lnTo>
                    <a:pt x="314913" y="0"/>
                  </a:lnTo>
                  <a:cubicBezTo>
                    <a:pt x="286402" y="0"/>
                    <a:pt x="263200" y="23189"/>
                    <a:pt x="263200" y="51695"/>
                  </a:cubicBezTo>
                  <a:lnTo>
                    <a:pt x="263200" y="91639"/>
                  </a:lnTo>
                  <a:lnTo>
                    <a:pt x="171242" y="145274"/>
                  </a:lnTo>
                  <a:lnTo>
                    <a:pt x="136720" y="125421"/>
                  </a:lnTo>
                  <a:cubicBezTo>
                    <a:pt x="111945" y="111125"/>
                    <a:pt x="80161" y="119642"/>
                    <a:pt x="65846" y="144419"/>
                  </a:cubicBezTo>
                  <a:lnTo>
                    <a:pt x="6949" y="246564"/>
                  </a:lnTo>
                  <a:cubicBezTo>
                    <a:pt x="6949" y="246564"/>
                    <a:pt x="6909" y="246644"/>
                    <a:pt x="6885" y="246684"/>
                  </a:cubicBezTo>
                  <a:cubicBezTo>
                    <a:pt x="-7335" y="271382"/>
                    <a:pt x="1184" y="303057"/>
                    <a:pt x="25879" y="317266"/>
                  </a:cubicBezTo>
                  <a:lnTo>
                    <a:pt x="60473" y="337253"/>
                  </a:lnTo>
                  <a:lnTo>
                    <a:pt x="60896" y="443789"/>
                  </a:lnTo>
                  <a:lnTo>
                    <a:pt x="26454" y="463681"/>
                  </a:lnTo>
                  <a:lnTo>
                    <a:pt x="26102" y="463889"/>
                  </a:lnTo>
                  <a:cubicBezTo>
                    <a:pt x="14294" y="470826"/>
                    <a:pt x="5855" y="481921"/>
                    <a:pt x="2318" y="495165"/>
                  </a:cubicBezTo>
                  <a:cubicBezTo>
                    <a:pt x="-1250" y="508527"/>
                    <a:pt x="594" y="522489"/>
                    <a:pt x="7515" y="534455"/>
                  </a:cubicBezTo>
                  <a:lnTo>
                    <a:pt x="66565" y="636687"/>
                  </a:lnTo>
                  <a:cubicBezTo>
                    <a:pt x="73479" y="648637"/>
                    <a:pt x="84640" y="657186"/>
                    <a:pt x="97989" y="660746"/>
                  </a:cubicBezTo>
                  <a:cubicBezTo>
                    <a:pt x="111346" y="664299"/>
                    <a:pt x="125262" y="662454"/>
                    <a:pt x="137215" y="655549"/>
                  </a:cubicBezTo>
                  <a:lnTo>
                    <a:pt x="171808" y="635545"/>
                  </a:lnTo>
                  <a:lnTo>
                    <a:pt x="264263" y="688397"/>
                  </a:lnTo>
                  <a:lnTo>
                    <a:pt x="264263" y="728302"/>
                  </a:lnTo>
                  <a:cubicBezTo>
                    <a:pt x="264343" y="756801"/>
                    <a:pt x="287599" y="780006"/>
                    <a:pt x="316102" y="780013"/>
                  </a:cubicBezTo>
                  <a:lnTo>
                    <a:pt x="434032" y="780013"/>
                  </a:lnTo>
                  <a:cubicBezTo>
                    <a:pt x="462527" y="780013"/>
                    <a:pt x="485760" y="756848"/>
                    <a:pt x="485800" y="728310"/>
                  </a:cubicBezTo>
                  <a:lnTo>
                    <a:pt x="485800" y="688374"/>
                  </a:lnTo>
                  <a:lnTo>
                    <a:pt x="577759" y="634739"/>
                  </a:lnTo>
                  <a:lnTo>
                    <a:pt x="612354" y="654632"/>
                  </a:lnTo>
                  <a:cubicBezTo>
                    <a:pt x="624322" y="661553"/>
                    <a:pt x="638277" y="663412"/>
                    <a:pt x="651643" y="659820"/>
                  </a:cubicBezTo>
                  <a:cubicBezTo>
                    <a:pt x="665007" y="656252"/>
                    <a:pt x="676168" y="647679"/>
                    <a:pt x="683083" y="635705"/>
                  </a:cubicBezTo>
                  <a:lnTo>
                    <a:pt x="742100" y="533537"/>
                  </a:lnTo>
                  <a:cubicBezTo>
                    <a:pt x="748998" y="521554"/>
                    <a:pt x="750827" y="507594"/>
                    <a:pt x="747225" y="494238"/>
                  </a:cubicBezTo>
                  <a:close/>
                  <a:moveTo>
                    <a:pt x="721334" y="521587"/>
                  </a:moveTo>
                  <a:lnTo>
                    <a:pt x="662325" y="623731"/>
                  </a:lnTo>
                  <a:cubicBezTo>
                    <a:pt x="658604" y="630166"/>
                    <a:pt x="652608" y="634763"/>
                    <a:pt x="645431" y="636679"/>
                  </a:cubicBezTo>
                  <a:cubicBezTo>
                    <a:pt x="638277" y="638587"/>
                    <a:pt x="630756" y="637613"/>
                    <a:pt x="624305" y="633877"/>
                  </a:cubicBezTo>
                  <a:lnTo>
                    <a:pt x="583675" y="610512"/>
                  </a:lnTo>
                  <a:cubicBezTo>
                    <a:pt x="579963" y="608357"/>
                    <a:pt x="575380" y="608389"/>
                    <a:pt x="571667" y="610544"/>
                  </a:cubicBezTo>
                  <a:lnTo>
                    <a:pt x="467773" y="671139"/>
                  </a:lnTo>
                  <a:cubicBezTo>
                    <a:pt x="464092" y="673295"/>
                    <a:pt x="461833" y="677231"/>
                    <a:pt x="461833" y="681485"/>
                  </a:cubicBezTo>
                  <a:lnTo>
                    <a:pt x="461833" y="728270"/>
                  </a:lnTo>
                  <a:cubicBezTo>
                    <a:pt x="461808" y="743597"/>
                    <a:pt x="449329" y="756042"/>
                    <a:pt x="434001" y="756042"/>
                  </a:cubicBezTo>
                  <a:lnTo>
                    <a:pt x="316086" y="756042"/>
                  </a:lnTo>
                  <a:cubicBezTo>
                    <a:pt x="300741" y="756042"/>
                    <a:pt x="288238" y="743557"/>
                    <a:pt x="288190" y="728255"/>
                  </a:cubicBezTo>
                  <a:lnTo>
                    <a:pt x="288190" y="681437"/>
                  </a:lnTo>
                  <a:cubicBezTo>
                    <a:pt x="288190" y="677143"/>
                    <a:pt x="285891" y="673175"/>
                    <a:pt x="282154" y="671044"/>
                  </a:cubicBezTo>
                  <a:lnTo>
                    <a:pt x="177693" y="611327"/>
                  </a:lnTo>
                  <a:cubicBezTo>
                    <a:pt x="175857" y="610272"/>
                    <a:pt x="173804" y="609746"/>
                    <a:pt x="171753" y="609746"/>
                  </a:cubicBezTo>
                  <a:cubicBezTo>
                    <a:pt x="169677" y="609746"/>
                    <a:pt x="167609" y="610280"/>
                    <a:pt x="165757" y="611350"/>
                  </a:cubicBezTo>
                  <a:lnTo>
                    <a:pt x="125190" y="634803"/>
                  </a:lnTo>
                  <a:cubicBezTo>
                    <a:pt x="118772" y="638515"/>
                    <a:pt x="111323" y="639521"/>
                    <a:pt x="104137" y="637597"/>
                  </a:cubicBezTo>
                  <a:cubicBezTo>
                    <a:pt x="96983" y="635690"/>
                    <a:pt x="90995" y="631107"/>
                    <a:pt x="87235" y="624625"/>
                  </a:cubicBezTo>
                  <a:lnTo>
                    <a:pt x="28234" y="522465"/>
                  </a:lnTo>
                  <a:cubicBezTo>
                    <a:pt x="24505" y="516023"/>
                    <a:pt x="23515" y="508519"/>
                    <a:pt x="25431" y="501343"/>
                  </a:cubicBezTo>
                  <a:cubicBezTo>
                    <a:pt x="27347" y="494158"/>
                    <a:pt x="31954" y="488148"/>
                    <a:pt x="38397" y="484428"/>
                  </a:cubicBezTo>
                  <a:lnTo>
                    <a:pt x="38700" y="484244"/>
                  </a:lnTo>
                  <a:lnTo>
                    <a:pt x="78860" y="461055"/>
                  </a:lnTo>
                  <a:cubicBezTo>
                    <a:pt x="82581" y="458908"/>
                    <a:pt x="84864" y="454933"/>
                    <a:pt x="84848" y="450638"/>
                  </a:cubicBezTo>
                  <a:lnTo>
                    <a:pt x="84377" y="330278"/>
                  </a:lnTo>
                  <a:cubicBezTo>
                    <a:pt x="84360" y="326022"/>
                    <a:pt x="82086" y="322087"/>
                    <a:pt x="78389" y="319955"/>
                  </a:cubicBezTo>
                  <a:lnTo>
                    <a:pt x="37822" y="296519"/>
                  </a:lnTo>
                  <a:cubicBezTo>
                    <a:pt x="24561" y="288888"/>
                    <a:pt x="19986" y="271885"/>
                    <a:pt x="27364" y="259049"/>
                  </a:cubicBezTo>
                  <a:cubicBezTo>
                    <a:pt x="27492" y="258858"/>
                    <a:pt x="27604" y="258650"/>
                    <a:pt x="27723" y="258442"/>
                  </a:cubicBezTo>
                  <a:lnTo>
                    <a:pt x="86564" y="156393"/>
                  </a:lnTo>
                  <a:cubicBezTo>
                    <a:pt x="94277" y="143046"/>
                    <a:pt x="111386" y="138472"/>
                    <a:pt x="124727" y="146176"/>
                  </a:cubicBezTo>
                  <a:lnTo>
                    <a:pt x="165278" y="169501"/>
                  </a:lnTo>
                  <a:cubicBezTo>
                    <a:pt x="168999" y="171656"/>
                    <a:pt x="173581" y="171625"/>
                    <a:pt x="177286" y="169469"/>
                  </a:cubicBezTo>
                  <a:lnTo>
                    <a:pt x="281181" y="108873"/>
                  </a:lnTo>
                  <a:cubicBezTo>
                    <a:pt x="284861" y="106719"/>
                    <a:pt x="287121" y="102783"/>
                    <a:pt x="287121" y="98529"/>
                  </a:cubicBezTo>
                  <a:lnTo>
                    <a:pt x="287121" y="51710"/>
                  </a:lnTo>
                  <a:cubicBezTo>
                    <a:pt x="287121" y="36416"/>
                    <a:pt x="299575" y="23963"/>
                    <a:pt x="314880" y="23963"/>
                  </a:cubicBezTo>
                  <a:lnTo>
                    <a:pt x="432939" y="23963"/>
                  </a:lnTo>
                  <a:cubicBezTo>
                    <a:pt x="448251" y="23963"/>
                    <a:pt x="460739" y="36416"/>
                    <a:pt x="460787" y="51710"/>
                  </a:cubicBezTo>
                  <a:lnTo>
                    <a:pt x="460787" y="98529"/>
                  </a:lnTo>
                  <a:cubicBezTo>
                    <a:pt x="460787" y="102815"/>
                    <a:pt x="463086" y="106782"/>
                    <a:pt x="466807" y="108922"/>
                  </a:cubicBezTo>
                  <a:lnTo>
                    <a:pt x="571276" y="168791"/>
                  </a:lnTo>
                  <a:cubicBezTo>
                    <a:pt x="574981" y="170898"/>
                    <a:pt x="579532" y="170898"/>
                    <a:pt x="583220" y="168767"/>
                  </a:cubicBezTo>
                  <a:lnTo>
                    <a:pt x="623802" y="145330"/>
                  </a:lnTo>
                  <a:cubicBezTo>
                    <a:pt x="630213" y="141610"/>
                    <a:pt x="637686" y="140620"/>
                    <a:pt x="644856" y="142512"/>
                  </a:cubicBezTo>
                  <a:cubicBezTo>
                    <a:pt x="652009" y="144412"/>
                    <a:pt x="658006" y="148993"/>
                    <a:pt x="661781" y="155500"/>
                  </a:cubicBezTo>
                  <a:lnTo>
                    <a:pt x="720679" y="257684"/>
                  </a:lnTo>
                  <a:cubicBezTo>
                    <a:pt x="728304" y="270824"/>
                    <a:pt x="723913" y="287674"/>
                    <a:pt x="710772" y="295522"/>
                  </a:cubicBezTo>
                  <a:cubicBezTo>
                    <a:pt x="710683" y="295569"/>
                    <a:pt x="710604" y="295617"/>
                    <a:pt x="710524" y="295665"/>
                  </a:cubicBezTo>
                  <a:lnTo>
                    <a:pt x="669973" y="319117"/>
                  </a:lnTo>
                  <a:cubicBezTo>
                    <a:pt x="666253" y="321273"/>
                    <a:pt x="663969" y="325249"/>
                    <a:pt x="663994" y="329543"/>
                  </a:cubicBezTo>
                  <a:lnTo>
                    <a:pt x="664560" y="449904"/>
                  </a:lnTo>
                  <a:cubicBezTo>
                    <a:pt x="664584" y="454167"/>
                    <a:pt x="666860" y="458086"/>
                    <a:pt x="670548" y="460217"/>
                  </a:cubicBezTo>
                  <a:lnTo>
                    <a:pt x="711067" y="483590"/>
                  </a:lnTo>
                  <a:cubicBezTo>
                    <a:pt x="717518" y="487302"/>
                    <a:pt x="722132" y="493297"/>
                    <a:pt x="724064" y="500473"/>
                  </a:cubicBezTo>
                  <a:cubicBezTo>
                    <a:pt x="725997" y="507649"/>
                    <a:pt x="725022" y="515161"/>
                    <a:pt x="721318" y="521594"/>
                  </a:cubicBezTo>
                  <a:close/>
                </a:path>
              </a:pathLst>
            </a:custGeom>
            <a:solidFill>
              <a:srgbClr val="FFFFFF"/>
            </a:solidFill>
            <a:ln w="0" cap="flat">
              <a:noFill/>
              <a:prstDash val="solid"/>
              <a:miter/>
            </a:ln>
          </p:spPr>
          <p:txBody>
            <a:bodyPr rtlCol="0" anchor="ctr"/>
            <a:lstStyle/>
            <a:p>
              <a:endParaRPr lang="de-DE"/>
            </a:p>
          </p:txBody>
        </p:sp>
      </p:grpSp>
      <p:sp>
        <p:nvSpPr>
          <p:cNvPr id="202" name="Freihandform 201">
            <a:extLst>
              <a:ext uri="{FF2B5EF4-FFF2-40B4-BE49-F238E27FC236}">
                <a16:creationId xmlns:a16="http://schemas.microsoft.com/office/drawing/2014/main" id="{27EB80B4-F2AF-D60C-AA11-02C1397FF3A0}"/>
              </a:ext>
            </a:extLst>
          </p:cNvPr>
          <p:cNvSpPr/>
          <p:nvPr/>
        </p:nvSpPr>
        <p:spPr>
          <a:xfrm>
            <a:off x="7027889" y="2445928"/>
            <a:ext cx="633112" cy="632996"/>
          </a:xfrm>
          <a:custGeom>
            <a:avLst/>
            <a:gdLst>
              <a:gd name="connsiteX0" fmla="*/ 380114 w 760180"/>
              <a:gd name="connsiteY0" fmla="*/ 0 h 760041"/>
              <a:gd name="connsiteX1" fmla="*/ 380082 w 760180"/>
              <a:gd name="connsiteY1" fmla="*/ 0 h 760041"/>
              <a:gd name="connsiteX2" fmla="*/ 0 w 760180"/>
              <a:gd name="connsiteY2" fmla="*/ 379993 h 760041"/>
              <a:gd name="connsiteX3" fmla="*/ 380067 w 760180"/>
              <a:gd name="connsiteY3" fmla="*/ 760042 h 760041"/>
              <a:gd name="connsiteX4" fmla="*/ 545916 w 760180"/>
              <a:gd name="connsiteY4" fmla="*/ 760042 h 760041"/>
              <a:gd name="connsiteX5" fmla="*/ 557892 w 760180"/>
              <a:gd name="connsiteY5" fmla="*/ 748068 h 760041"/>
              <a:gd name="connsiteX6" fmla="*/ 545916 w 760180"/>
              <a:gd name="connsiteY6" fmla="*/ 736094 h 760041"/>
              <a:gd name="connsiteX7" fmla="*/ 380067 w 760180"/>
              <a:gd name="connsiteY7" fmla="*/ 736094 h 760041"/>
              <a:gd name="connsiteX8" fmla="*/ 23952 w 760180"/>
              <a:gd name="connsiteY8" fmla="*/ 379993 h 760041"/>
              <a:gd name="connsiteX9" fmla="*/ 380114 w 760180"/>
              <a:gd name="connsiteY9" fmla="*/ 23948 h 760041"/>
              <a:gd name="connsiteX10" fmla="*/ 736229 w 760180"/>
              <a:gd name="connsiteY10" fmla="*/ 380041 h 760041"/>
              <a:gd name="connsiteX11" fmla="*/ 736229 w 760180"/>
              <a:gd name="connsiteY11" fmla="*/ 444636 h 760041"/>
              <a:gd name="connsiteX12" fmla="*/ 647056 w 760180"/>
              <a:gd name="connsiteY12" fmla="*/ 533792 h 760041"/>
              <a:gd name="connsiteX13" fmla="*/ 557892 w 760180"/>
              <a:gd name="connsiteY13" fmla="*/ 444636 h 760041"/>
              <a:gd name="connsiteX14" fmla="*/ 557892 w 760180"/>
              <a:gd name="connsiteY14" fmla="*/ 380041 h 760041"/>
              <a:gd name="connsiteX15" fmla="*/ 380082 w 760180"/>
              <a:gd name="connsiteY15" fmla="*/ 202294 h 760041"/>
              <a:gd name="connsiteX16" fmla="*/ 202344 w 760180"/>
              <a:gd name="connsiteY16" fmla="*/ 380041 h 760041"/>
              <a:gd name="connsiteX17" fmla="*/ 380122 w 760180"/>
              <a:gd name="connsiteY17" fmla="*/ 557796 h 760041"/>
              <a:gd name="connsiteX18" fmla="*/ 535952 w 760180"/>
              <a:gd name="connsiteY18" fmla="*/ 465493 h 760041"/>
              <a:gd name="connsiteX19" fmla="*/ 647056 w 760180"/>
              <a:gd name="connsiteY19" fmla="*/ 557748 h 760041"/>
              <a:gd name="connsiteX20" fmla="*/ 760181 w 760180"/>
              <a:gd name="connsiteY20" fmla="*/ 444644 h 760041"/>
              <a:gd name="connsiteX21" fmla="*/ 760181 w 760180"/>
              <a:gd name="connsiteY21" fmla="*/ 380049 h 760041"/>
              <a:gd name="connsiteX22" fmla="*/ 380114 w 760180"/>
              <a:gd name="connsiteY22" fmla="*/ 8 h 760041"/>
              <a:gd name="connsiteX23" fmla="*/ 380114 w 760180"/>
              <a:gd name="connsiteY23" fmla="*/ 533849 h 760041"/>
              <a:gd name="connsiteX24" fmla="*/ 226287 w 760180"/>
              <a:gd name="connsiteY24" fmla="*/ 380041 h 760041"/>
              <a:gd name="connsiteX25" fmla="*/ 380074 w 760180"/>
              <a:gd name="connsiteY25" fmla="*/ 226241 h 760041"/>
              <a:gd name="connsiteX26" fmla="*/ 380090 w 760180"/>
              <a:gd name="connsiteY26" fmla="*/ 226241 h 760041"/>
              <a:gd name="connsiteX27" fmla="*/ 533940 w 760180"/>
              <a:gd name="connsiteY27" fmla="*/ 380041 h 760041"/>
              <a:gd name="connsiteX28" fmla="*/ 380114 w 760180"/>
              <a:gd name="connsiteY28" fmla="*/ 533849 h 76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60180" h="760041">
                <a:moveTo>
                  <a:pt x="380114" y="0"/>
                </a:moveTo>
                <a:lnTo>
                  <a:pt x="380082" y="0"/>
                </a:lnTo>
                <a:cubicBezTo>
                  <a:pt x="170520" y="0"/>
                  <a:pt x="16" y="170459"/>
                  <a:pt x="0" y="379993"/>
                </a:cubicBezTo>
                <a:cubicBezTo>
                  <a:pt x="-17" y="589535"/>
                  <a:pt x="170480" y="760026"/>
                  <a:pt x="380067" y="760042"/>
                </a:cubicBezTo>
                <a:lnTo>
                  <a:pt x="545916" y="760042"/>
                </a:lnTo>
                <a:cubicBezTo>
                  <a:pt x="552527" y="760042"/>
                  <a:pt x="557892" y="754677"/>
                  <a:pt x="557892" y="748068"/>
                </a:cubicBezTo>
                <a:cubicBezTo>
                  <a:pt x="557892" y="741458"/>
                  <a:pt x="552527" y="736094"/>
                  <a:pt x="545916" y="736094"/>
                </a:cubicBezTo>
                <a:lnTo>
                  <a:pt x="380067" y="736094"/>
                </a:lnTo>
                <a:cubicBezTo>
                  <a:pt x="183686" y="736078"/>
                  <a:pt x="23943" y="576331"/>
                  <a:pt x="23952" y="379993"/>
                </a:cubicBezTo>
                <a:cubicBezTo>
                  <a:pt x="23967" y="183655"/>
                  <a:pt x="183741" y="23940"/>
                  <a:pt x="380114" y="23948"/>
                </a:cubicBezTo>
                <a:cubicBezTo>
                  <a:pt x="576486" y="23955"/>
                  <a:pt x="736237" y="183710"/>
                  <a:pt x="736229" y="380041"/>
                </a:cubicBezTo>
                <a:lnTo>
                  <a:pt x="736229" y="444636"/>
                </a:lnTo>
                <a:cubicBezTo>
                  <a:pt x="736229" y="493792"/>
                  <a:pt x="696222" y="533792"/>
                  <a:pt x="647056" y="533792"/>
                </a:cubicBezTo>
                <a:cubicBezTo>
                  <a:pt x="597891" y="533792"/>
                  <a:pt x="557892" y="493792"/>
                  <a:pt x="557892" y="444636"/>
                </a:cubicBezTo>
                <a:lnTo>
                  <a:pt x="557892" y="380041"/>
                </a:lnTo>
                <a:cubicBezTo>
                  <a:pt x="557876" y="282024"/>
                  <a:pt x="478108" y="202286"/>
                  <a:pt x="380082" y="202294"/>
                </a:cubicBezTo>
                <a:cubicBezTo>
                  <a:pt x="282079" y="202317"/>
                  <a:pt x="202344" y="282055"/>
                  <a:pt x="202344" y="380041"/>
                </a:cubicBezTo>
                <a:cubicBezTo>
                  <a:pt x="202344" y="478027"/>
                  <a:pt x="282087" y="557796"/>
                  <a:pt x="380122" y="557796"/>
                </a:cubicBezTo>
                <a:cubicBezTo>
                  <a:pt x="447195" y="557796"/>
                  <a:pt x="505686" y="520462"/>
                  <a:pt x="535952" y="465493"/>
                </a:cubicBezTo>
                <a:cubicBezTo>
                  <a:pt x="545773" y="517924"/>
                  <a:pt x="591816" y="557748"/>
                  <a:pt x="647056" y="557748"/>
                </a:cubicBezTo>
                <a:cubicBezTo>
                  <a:pt x="709427" y="557748"/>
                  <a:pt x="760181" y="507011"/>
                  <a:pt x="760181" y="444644"/>
                </a:cubicBezTo>
                <a:lnTo>
                  <a:pt x="760181" y="380049"/>
                </a:lnTo>
                <a:cubicBezTo>
                  <a:pt x="760196" y="170507"/>
                  <a:pt x="589700" y="24"/>
                  <a:pt x="380114" y="8"/>
                </a:cubicBezTo>
                <a:close/>
                <a:moveTo>
                  <a:pt x="380114" y="533849"/>
                </a:moveTo>
                <a:cubicBezTo>
                  <a:pt x="295293" y="533849"/>
                  <a:pt x="226287" y="464847"/>
                  <a:pt x="226287" y="380041"/>
                </a:cubicBezTo>
                <a:cubicBezTo>
                  <a:pt x="226287" y="295234"/>
                  <a:pt x="295277" y="226265"/>
                  <a:pt x="380074" y="226241"/>
                </a:cubicBezTo>
                <a:lnTo>
                  <a:pt x="380090" y="226241"/>
                </a:lnTo>
                <a:cubicBezTo>
                  <a:pt x="464903" y="226241"/>
                  <a:pt x="533925" y="295234"/>
                  <a:pt x="533940" y="380041"/>
                </a:cubicBezTo>
                <a:cubicBezTo>
                  <a:pt x="533940" y="464840"/>
                  <a:pt x="464927" y="533849"/>
                  <a:pt x="380114" y="533849"/>
                </a:cubicBezTo>
                <a:close/>
              </a:path>
            </a:pathLst>
          </a:custGeom>
          <a:solidFill>
            <a:srgbClr val="FFFFFF"/>
          </a:solidFill>
          <a:ln w="0" cap="flat">
            <a:noFill/>
            <a:prstDash val="solid"/>
            <a:miter/>
          </a:ln>
        </p:spPr>
        <p:txBody>
          <a:bodyPr rtlCol="0" anchor="ctr"/>
          <a:lstStyle/>
          <a:p>
            <a:endParaRPr lang="de-DE"/>
          </a:p>
        </p:txBody>
      </p:sp>
      <p:sp>
        <p:nvSpPr>
          <p:cNvPr id="203" name="Freihandform 202">
            <a:extLst>
              <a:ext uri="{FF2B5EF4-FFF2-40B4-BE49-F238E27FC236}">
                <a16:creationId xmlns:a16="http://schemas.microsoft.com/office/drawing/2014/main" id="{49B25CB6-0AF7-66E3-7575-9A09E6F82FF1}"/>
              </a:ext>
            </a:extLst>
          </p:cNvPr>
          <p:cNvSpPr/>
          <p:nvPr/>
        </p:nvSpPr>
        <p:spPr>
          <a:xfrm>
            <a:off x="9559003" y="4421774"/>
            <a:ext cx="731596" cy="471290"/>
          </a:xfrm>
          <a:custGeom>
            <a:avLst/>
            <a:gdLst>
              <a:gd name="connsiteX0" fmla="*/ 716732 w 878430"/>
              <a:gd name="connsiteY0" fmla="*/ 229120 h 565879"/>
              <a:gd name="connsiteX1" fmla="*/ 395922 w 878430"/>
              <a:gd name="connsiteY1" fmla="*/ 3349 h 565879"/>
              <a:gd name="connsiteX2" fmla="*/ 161666 w 878430"/>
              <a:gd name="connsiteY2" fmla="*/ 229120 h 565879"/>
              <a:gd name="connsiteX3" fmla="*/ 0 w 878430"/>
              <a:gd name="connsiteY3" fmla="*/ 397431 h 565879"/>
              <a:gd name="connsiteX4" fmla="*/ 168468 w 878430"/>
              <a:gd name="connsiteY4" fmla="*/ 565879 h 565879"/>
              <a:gd name="connsiteX5" fmla="*/ 709962 w 878430"/>
              <a:gd name="connsiteY5" fmla="*/ 565879 h 565879"/>
              <a:gd name="connsiteX6" fmla="*/ 878430 w 878430"/>
              <a:gd name="connsiteY6" fmla="*/ 397431 h 565879"/>
              <a:gd name="connsiteX7" fmla="*/ 716732 w 878430"/>
              <a:gd name="connsiteY7" fmla="*/ 229120 h 565879"/>
              <a:gd name="connsiteX8" fmla="*/ 709962 w 878430"/>
              <a:gd name="connsiteY8" fmla="*/ 541932 h 565879"/>
              <a:gd name="connsiteX9" fmla="*/ 168468 w 878430"/>
              <a:gd name="connsiteY9" fmla="*/ 541932 h 565879"/>
              <a:gd name="connsiteX10" fmla="*/ 23952 w 878430"/>
              <a:gd name="connsiteY10" fmla="*/ 397431 h 565879"/>
              <a:gd name="connsiteX11" fmla="*/ 168900 w 878430"/>
              <a:gd name="connsiteY11" fmla="*/ 252980 h 565879"/>
              <a:gd name="connsiteX12" fmla="*/ 168996 w 878430"/>
              <a:gd name="connsiteY12" fmla="*/ 252980 h 565879"/>
              <a:gd name="connsiteX13" fmla="*/ 171734 w 878430"/>
              <a:gd name="connsiteY13" fmla="*/ 253139 h 565879"/>
              <a:gd name="connsiteX14" fmla="*/ 183566 w 878430"/>
              <a:gd name="connsiteY14" fmla="*/ 242993 h 565879"/>
              <a:gd name="connsiteX15" fmla="*/ 399587 w 878430"/>
              <a:gd name="connsiteY15" fmla="*/ 27009 h 565879"/>
              <a:gd name="connsiteX16" fmla="*/ 694832 w 878430"/>
              <a:gd name="connsiteY16" fmla="*/ 242993 h 565879"/>
              <a:gd name="connsiteX17" fmla="*/ 706665 w 878430"/>
              <a:gd name="connsiteY17" fmla="*/ 253139 h 565879"/>
              <a:gd name="connsiteX18" fmla="*/ 709978 w 878430"/>
              <a:gd name="connsiteY18" fmla="*/ 252940 h 565879"/>
              <a:gd name="connsiteX19" fmla="*/ 854471 w 878430"/>
              <a:gd name="connsiteY19" fmla="*/ 397439 h 565879"/>
              <a:gd name="connsiteX20" fmla="*/ 709954 w 878430"/>
              <a:gd name="connsiteY20" fmla="*/ 541940 h 565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430" h="565879">
                <a:moveTo>
                  <a:pt x="716732" y="229120"/>
                </a:moveTo>
                <a:cubicBezTo>
                  <a:pt x="688190" y="80708"/>
                  <a:pt x="546515" y="-19944"/>
                  <a:pt x="395922" y="3349"/>
                </a:cubicBezTo>
                <a:cubicBezTo>
                  <a:pt x="277122" y="21757"/>
                  <a:pt x="184181" y="111864"/>
                  <a:pt x="161666" y="229120"/>
                </a:cubicBezTo>
                <a:cubicBezTo>
                  <a:pt x="71919" y="232704"/>
                  <a:pt x="0" y="306830"/>
                  <a:pt x="0" y="397431"/>
                </a:cubicBezTo>
                <a:cubicBezTo>
                  <a:pt x="0" y="490316"/>
                  <a:pt x="75576" y="565879"/>
                  <a:pt x="168468" y="565879"/>
                </a:cubicBezTo>
                <a:lnTo>
                  <a:pt x="709962" y="565879"/>
                </a:lnTo>
                <a:cubicBezTo>
                  <a:pt x="802855" y="565879"/>
                  <a:pt x="878430" y="490316"/>
                  <a:pt x="878430" y="397431"/>
                </a:cubicBezTo>
                <a:cubicBezTo>
                  <a:pt x="878430" y="306822"/>
                  <a:pt x="806503" y="232696"/>
                  <a:pt x="716732" y="229120"/>
                </a:cubicBezTo>
                <a:close/>
                <a:moveTo>
                  <a:pt x="709962" y="541932"/>
                </a:moveTo>
                <a:lnTo>
                  <a:pt x="168468" y="541932"/>
                </a:lnTo>
                <a:cubicBezTo>
                  <a:pt x="88781" y="541932"/>
                  <a:pt x="23952" y="477113"/>
                  <a:pt x="23952" y="397431"/>
                </a:cubicBezTo>
                <a:cubicBezTo>
                  <a:pt x="23952" y="317749"/>
                  <a:pt x="88733" y="252980"/>
                  <a:pt x="168900" y="252980"/>
                </a:cubicBezTo>
                <a:lnTo>
                  <a:pt x="168996" y="252980"/>
                </a:lnTo>
                <a:cubicBezTo>
                  <a:pt x="169898" y="253068"/>
                  <a:pt x="170808" y="253139"/>
                  <a:pt x="171734" y="253139"/>
                </a:cubicBezTo>
                <a:cubicBezTo>
                  <a:pt x="177642" y="253139"/>
                  <a:pt x="182664" y="248837"/>
                  <a:pt x="183566" y="242993"/>
                </a:cubicBezTo>
                <a:cubicBezTo>
                  <a:pt x="200907" y="131142"/>
                  <a:pt x="287716" y="44340"/>
                  <a:pt x="399587" y="27009"/>
                </a:cubicBezTo>
                <a:cubicBezTo>
                  <a:pt x="540607" y="5145"/>
                  <a:pt x="672988" y="102062"/>
                  <a:pt x="694832" y="242993"/>
                </a:cubicBezTo>
                <a:cubicBezTo>
                  <a:pt x="695734" y="248829"/>
                  <a:pt x="700764" y="253139"/>
                  <a:pt x="706665" y="253139"/>
                </a:cubicBezTo>
                <a:cubicBezTo>
                  <a:pt x="707599" y="253139"/>
                  <a:pt x="708485" y="253068"/>
                  <a:pt x="709978" y="252940"/>
                </a:cubicBezTo>
                <a:cubicBezTo>
                  <a:pt x="789649" y="252956"/>
                  <a:pt x="854471" y="317766"/>
                  <a:pt x="854471" y="397439"/>
                </a:cubicBezTo>
                <a:cubicBezTo>
                  <a:pt x="854471" y="477113"/>
                  <a:pt x="789641" y="541940"/>
                  <a:pt x="709954" y="541940"/>
                </a:cubicBezTo>
                <a:close/>
              </a:path>
            </a:pathLst>
          </a:custGeom>
          <a:solidFill>
            <a:srgbClr val="FFFFFF"/>
          </a:solidFill>
          <a:ln w="0" cap="flat">
            <a:noFill/>
            <a:prstDash val="solid"/>
            <a:miter/>
          </a:ln>
        </p:spPr>
        <p:txBody>
          <a:bodyPr rtlCol="0" anchor="ctr"/>
          <a:lstStyle/>
          <a:p>
            <a:endParaRPr lang="de-DE"/>
          </a:p>
        </p:txBody>
      </p:sp>
      <p:sp>
        <p:nvSpPr>
          <p:cNvPr id="204" name="Freihandform 203">
            <a:extLst>
              <a:ext uri="{FF2B5EF4-FFF2-40B4-BE49-F238E27FC236}">
                <a16:creationId xmlns:a16="http://schemas.microsoft.com/office/drawing/2014/main" id="{2C2B0172-C88D-6160-D5E1-48CE25ADDE45}"/>
              </a:ext>
            </a:extLst>
          </p:cNvPr>
          <p:cNvSpPr/>
          <p:nvPr/>
        </p:nvSpPr>
        <p:spPr>
          <a:xfrm>
            <a:off x="7084662" y="1535822"/>
            <a:ext cx="519567" cy="617117"/>
          </a:xfrm>
          <a:custGeom>
            <a:avLst/>
            <a:gdLst>
              <a:gd name="connsiteX0" fmla="*/ 623847 w 623846"/>
              <a:gd name="connsiteY0" fmla="*/ 370505 h 740974"/>
              <a:gd name="connsiteX1" fmla="*/ 504033 w 623846"/>
              <a:gd name="connsiteY1" fmla="*/ 7611 h 740974"/>
              <a:gd name="connsiteX2" fmla="*/ 502851 w 623846"/>
              <a:gd name="connsiteY2" fmla="*/ 5320 h 740974"/>
              <a:gd name="connsiteX3" fmla="*/ 486244 w 623846"/>
              <a:gd name="connsiteY3" fmla="*/ 2015 h 740974"/>
              <a:gd name="connsiteX4" fmla="*/ 183438 w 623846"/>
              <a:gd name="connsiteY4" fmla="*/ 204204 h 740974"/>
              <a:gd name="connsiteX5" fmla="*/ 11976 w 623846"/>
              <a:gd name="connsiteY5" fmla="*/ 204204 h 740974"/>
              <a:gd name="connsiteX6" fmla="*/ 0 w 623846"/>
              <a:gd name="connsiteY6" fmla="*/ 216178 h 740974"/>
              <a:gd name="connsiteX7" fmla="*/ 0 w 623846"/>
              <a:gd name="connsiteY7" fmla="*/ 524911 h 740974"/>
              <a:gd name="connsiteX8" fmla="*/ 11976 w 623846"/>
              <a:gd name="connsiteY8" fmla="*/ 536885 h 740974"/>
              <a:gd name="connsiteX9" fmla="*/ 183478 w 623846"/>
              <a:gd name="connsiteY9" fmla="*/ 536885 h 740974"/>
              <a:gd name="connsiteX10" fmla="*/ 486244 w 623846"/>
              <a:gd name="connsiteY10" fmla="*/ 738963 h 740974"/>
              <a:gd name="connsiteX11" fmla="*/ 492887 w 623846"/>
              <a:gd name="connsiteY11" fmla="*/ 740975 h 740974"/>
              <a:gd name="connsiteX12" fmla="*/ 502851 w 623846"/>
              <a:gd name="connsiteY12" fmla="*/ 735650 h 740974"/>
              <a:gd name="connsiteX13" fmla="*/ 504017 w 623846"/>
              <a:gd name="connsiteY13" fmla="*/ 733407 h 740974"/>
              <a:gd name="connsiteX14" fmla="*/ 623847 w 623846"/>
              <a:gd name="connsiteY14" fmla="*/ 370505 h 740974"/>
              <a:gd name="connsiteX15" fmla="*/ 23952 w 623846"/>
              <a:gd name="connsiteY15" fmla="*/ 228152 h 740974"/>
              <a:gd name="connsiteX16" fmla="*/ 175119 w 623846"/>
              <a:gd name="connsiteY16" fmla="*/ 228152 h 740974"/>
              <a:gd name="connsiteX17" fmla="*/ 175119 w 623846"/>
              <a:gd name="connsiteY17" fmla="*/ 512937 h 740974"/>
              <a:gd name="connsiteX18" fmla="*/ 23952 w 623846"/>
              <a:gd name="connsiteY18" fmla="*/ 512937 h 740974"/>
              <a:gd name="connsiteX19" fmla="*/ 23952 w 623846"/>
              <a:gd name="connsiteY19" fmla="*/ 228152 h 740974"/>
              <a:gd name="connsiteX20" fmla="*/ 199063 w 623846"/>
              <a:gd name="connsiteY20" fmla="*/ 222565 h 740974"/>
              <a:gd name="connsiteX21" fmla="*/ 489590 w 623846"/>
              <a:gd name="connsiteY21" fmla="*/ 28573 h 740974"/>
              <a:gd name="connsiteX22" fmla="*/ 599895 w 623846"/>
              <a:gd name="connsiteY22" fmla="*/ 370512 h 740974"/>
              <a:gd name="connsiteX23" fmla="*/ 489613 w 623846"/>
              <a:gd name="connsiteY23" fmla="*/ 712421 h 740974"/>
              <a:gd name="connsiteX24" fmla="*/ 199063 w 623846"/>
              <a:gd name="connsiteY24" fmla="*/ 518509 h 740974"/>
              <a:gd name="connsiteX25" fmla="*/ 199063 w 623846"/>
              <a:gd name="connsiteY25" fmla="*/ 222580 h 740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23846" h="740974">
                <a:moveTo>
                  <a:pt x="623847" y="370505"/>
                </a:moveTo>
                <a:cubicBezTo>
                  <a:pt x="623847" y="238785"/>
                  <a:pt x="582395" y="113387"/>
                  <a:pt x="504033" y="7611"/>
                </a:cubicBezTo>
                <a:cubicBezTo>
                  <a:pt x="503722" y="6821"/>
                  <a:pt x="503338" y="6046"/>
                  <a:pt x="502851" y="5320"/>
                </a:cubicBezTo>
                <a:cubicBezTo>
                  <a:pt x="499170" y="-181"/>
                  <a:pt x="491729" y="-1649"/>
                  <a:pt x="486244" y="2015"/>
                </a:cubicBezTo>
                <a:lnTo>
                  <a:pt x="183438" y="204204"/>
                </a:lnTo>
                <a:lnTo>
                  <a:pt x="11976" y="204204"/>
                </a:lnTo>
                <a:cubicBezTo>
                  <a:pt x="5365" y="204204"/>
                  <a:pt x="0" y="209569"/>
                  <a:pt x="0" y="216178"/>
                </a:cubicBezTo>
                <a:lnTo>
                  <a:pt x="0" y="524911"/>
                </a:lnTo>
                <a:cubicBezTo>
                  <a:pt x="0" y="531521"/>
                  <a:pt x="5365" y="536885"/>
                  <a:pt x="11976" y="536885"/>
                </a:cubicBezTo>
                <a:lnTo>
                  <a:pt x="183478" y="536885"/>
                </a:lnTo>
                <a:lnTo>
                  <a:pt x="486244" y="738963"/>
                </a:lnTo>
                <a:cubicBezTo>
                  <a:pt x="488289" y="740320"/>
                  <a:pt x="490596" y="740975"/>
                  <a:pt x="492887" y="740975"/>
                </a:cubicBezTo>
                <a:cubicBezTo>
                  <a:pt x="496751" y="740975"/>
                  <a:pt x="500544" y="739107"/>
                  <a:pt x="502851" y="735650"/>
                </a:cubicBezTo>
                <a:cubicBezTo>
                  <a:pt x="503330" y="734932"/>
                  <a:pt x="503713" y="734181"/>
                  <a:pt x="504017" y="733407"/>
                </a:cubicBezTo>
                <a:cubicBezTo>
                  <a:pt x="582387" y="627631"/>
                  <a:pt x="623847" y="502224"/>
                  <a:pt x="623847" y="370505"/>
                </a:cubicBezTo>
                <a:close/>
                <a:moveTo>
                  <a:pt x="23952" y="228152"/>
                </a:moveTo>
                <a:lnTo>
                  <a:pt x="175119" y="228152"/>
                </a:lnTo>
                <a:lnTo>
                  <a:pt x="175119" y="512937"/>
                </a:lnTo>
                <a:lnTo>
                  <a:pt x="23952" y="512937"/>
                </a:lnTo>
                <a:lnTo>
                  <a:pt x="23952" y="228152"/>
                </a:lnTo>
                <a:close/>
                <a:moveTo>
                  <a:pt x="199063" y="222565"/>
                </a:moveTo>
                <a:lnTo>
                  <a:pt x="489590" y="28573"/>
                </a:lnTo>
                <a:cubicBezTo>
                  <a:pt x="561725" y="128770"/>
                  <a:pt x="599895" y="246720"/>
                  <a:pt x="599895" y="370512"/>
                </a:cubicBezTo>
                <a:cubicBezTo>
                  <a:pt x="599895" y="494306"/>
                  <a:pt x="561733" y="612224"/>
                  <a:pt x="489613" y="712421"/>
                </a:cubicBezTo>
                <a:lnTo>
                  <a:pt x="199063" y="518509"/>
                </a:lnTo>
                <a:lnTo>
                  <a:pt x="199063" y="222580"/>
                </a:lnTo>
                <a:close/>
              </a:path>
            </a:pathLst>
          </a:custGeom>
          <a:solidFill>
            <a:srgbClr val="FFFFFF"/>
          </a:solidFill>
          <a:ln w="0" cap="flat">
            <a:noFill/>
            <a:prstDash val="solid"/>
            <a:miter/>
          </a:ln>
        </p:spPr>
        <p:txBody>
          <a:bodyPr rtlCol="0" anchor="ctr"/>
          <a:lstStyle/>
          <a:p>
            <a:endParaRPr lang="de-DE"/>
          </a:p>
        </p:txBody>
      </p:sp>
      <p:grpSp>
        <p:nvGrpSpPr>
          <p:cNvPr id="205" name="Grafik 13">
            <a:extLst>
              <a:ext uri="{FF2B5EF4-FFF2-40B4-BE49-F238E27FC236}">
                <a16:creationId xmlns:a16="http://schemas.microsoft.com/office/drawing/2014/main" id="{0CE4CF52-4712-9DDA-07A2-784CB7B9A0D4}"/>
              </a:ext>
            </a:extLst>
          </p:cNvPr>
          <p:cNvGrpSpPr/>
          <p:nvPr/>
        </p:nvGrpSpPr>
        <p:grpSpPr>
          <a:xfrm>
            <a:off x="9595962" y="1540248"/>
            <a:ext cx="490742" cy="608265"/>
            <a:chOff x="13242534" y="8280526"/>
            <a:chExt cx="589236" cy="730346"/>
          </a:xfrm>
          <a:solidFill>
            <a:srgbClr val="FFFFFF"/>
          </a:solidFill>
        </p:grpSpPr>
        <p:sp>
          <p:nvSpPr>
            <p:cNvPr id="206" name="Freihandform 205">
              <a:extLst>
                <a:ext uri="{FF2B5EF4-FFF2-40B4-BE49-F238E27FC236}">
                  <a16:creationId xmlns:a16="http://schemas.microsoft.com/office/drawing/2014/main" id="{ADF1D76E-78A9-2F88-10B1-EE38CAC0132E}"/>
                </a:ext>
              </a:extLst>
            </p:cNvPr>
            <p:cNvSpPr/>
            <p:nvPr/>
          </p:nvSpPr>
          <p:spPr>
            <a:xfrm>
              <a:off x="13242534" y="8585068"/>
              <a:ext cx="589236" cy="425804"/>
            </a:xfrm>
            <a:custGeom>
              <a:avLst/>
              <a:gdLst>
                <a:gd name="connsiteX0" fmla="*/ 502859 w 589236"/>
                <a:gd name="connsiteY0" fmla="*/ 220239 h 425804"/>
                <a:gd name="connsiteX1" fmla="*/ 589237 w 589236"/>
                <a:gd name="connsiteY1" fmla="*/ 11983 h 425804"/>
                <a:gd name="connsiteX2" fmla="*/ 577269 w 589236"/>
                <a:gd name="connsiteY2" fmla="*/ 0 h 425804"/>
                <a:gd name="connsiteX3" fmla="*/ 577269 w 589236"/>
                <a:gd name="connsiteY3" fmla="*/ 0 h 425804"/>
                <a:gd name="connsiteX4" fmla="*/ 565293 w 589236"/>
                <a:gd name="connsiteY4" fmla="*/ 11966 h 425804"/>
                <a:gd name="connsiteX5" fmla="*/ 485941 w 589236"/>
                <a:gd name="connsiteY5" fmla="*/ 203299 h 425804"/>
                <a:gd name="connsiteX6" fmla="*/ 294638 w 589236"/>
                <a:gd name="connsiteY6" fmla="*/ 282479 h 425804"/>
                <a:gd name="connsiteX7" fmla="*/ 294510 w 589236"/>
                <a:gd name="connsiteY7" fmla="*/ 282479 h 425804"/>
                <a:gd name="connsiteX8" fmla="*/ 23943 w 589236"/>
                <a:gd name="connsiteY8" fmla="*/ 11966 h 425804"/>
                <a:gd name="connsiteX9" fmla="*/ 11967 w 589236"/>
                <a:gd name="connsiteY9" fmla="*/ 0 h 425804"/>
                <a:gd name="connsiteX10" fmla="*/ 11967 w 589236"/>
                <a:gd name="connsiteY10" fmla="*/ 0 h 425804"/>
                <a:gd name="connsiteX11" fmla="*/ 0 w 589236"/>
                <a:gd name="connsiteY11" fmla="*/ 11983 h 425804"/>
                <a:gd name="connsiteX12" fmla="*/ 282630 w 589236"/>
                <a:gd name="connsiteY12" fmla="*/ 306115 h 425804"/>
                <a:gd name="connsiteX13" fmla="*/ 282630 w 589236"/>
                <a:gd name="connsiteY13" fmla="*/ 401857 h 425804"/>
                <a:gd name="connsiteX14" fmla="*/ 182895 w 589236"/>
                <a:gd name="connsiteY14" fmla="*/ 401857 h 425804"/>
                <a:gd name="connsiteX15" fmla="*/ 170919 w 589236"/>
                <a:gd name="connsiteY15" fmla="*/ 413831 h 425804"/>
                <a:gd name="connsiteX16" fmla="*/ 182895 w 589236"/>
                <a:gd name="connsiteY16" fmla="*/ 425805 h 425804"/>
                <a:gd name="connsiteX17" fmla="*/ 406302 w 589236"/>
                <a:gd name="connsiteY17" fmla="*/ 425805 h 425804"/>
                <a:gd name="connsiteX18" fmla="*/ 418278 w 589236"/>
                <a:gd name="connsiteY18" fmla="*/ 413831 h 425804"/>
                <a:gd name="connsiteX19" fmla="*/ 406302 w 589236"/>
                <a:gd name="connsiteY19" fmla="*/ 401857 h 425804"/>
                <a:gd name="connsiteX20" fmla="*/ 306582 w 589236"/>
                <a:gd name="connsiteY20" fmla="*/ 401857 h 425804"/>
                <a:gd name="connsiteX21" fmla="*/ 306582 w 589236"/>
                <a:gd name="connsiteY21" fmla="*/ 306131 h 425804"/>
                <a:gd name="connsiteX22" fmla="*/ 502867 w 589236"/>
                <a:gd name="connsiteY22" fmla="*/ 220239 h 425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89236" h="425804">
                  <a:moveTo>
                    <a:pt x="502859" y="220239"/>
                  </a:moveTo>
                  <a:cubicBezTo>
                    <a:pt x="558530" y="164624"/>
                    <a:pt x="589205" y="90666"/>
                    <a:pt x="589237" y="11983"/>
                  </a:cubicBezTo>
                  <a:cubicBezTo>
                    <a:pt x="589237" y="5364"/>
                    <a:pt x="583880" y="0"/>
                    <a:pt x="577269" y="0"/>
                  </a:cubicBezTo>
                  <a:lnTo>
                    <a:pt x="577269" y="0"/>
                  </a:lnTo>
                  <a:cubicBezTo>
                    <a:pt x="570658" y="0"/>
                    <a:pt x="565293" y="5356"/>
                    <a:pt x="565293" y="11966"/>
                  </a:cubicBezTo>
                  <a:cubicBezTo>
                    <a:pt x="565261" y="84256"/>
                    <a:pt x="537086" y="152195"/>
                    <a:pt x="485941" y="203299"/>
                  </a:cubicBezTo>
                  <a:cubicBezTo>
                    <a:pt x="434820" y="254356"/>
                    <a:pt x="366893" y="282479"/>
                    <a:pt x="294638" y="282479"/>
                  </a:cubicBezTo>
                  <a:lnTo>
                    <a:pt x="294510" y="282479"/>
                  </a:lnTo>
                  <a:cubicBezTo>
                    <a:pt x="145379" y="282414"/>
                    <a:pt x="24007" y="161072"/>
                    <a:pt x="23943" y="11966"/>
                  </a:cubicBezTo>
                  <a:cubicBezTo>
                    <a:pt x="23943" y="5356"/>
                    <a:pt x="18578" y="0"/>
                    <a:pt x="11967" y="0"/>
                  </a:cubicBezTo>
                  <a:lnTo>
                    <a:pt x="11967" y="0"/>
                  </a:lnTo>
                  <a:cubicBezTo>
                    <a:pt x="5356" y="0"/>
                    <a:pt x="0" y="5364"/>
                    <a:pt x="0" y="11983"/>
                  </a:cubicBezTo>
                  <a:cubicBezTo>
                    <a:pt x="63" y="170299"/>
                    <a:pt x="125794" y="299800"/>
                    <a:pt x="282630" y="306115"/>
                  </a:cubicBezTo>
                  <a:lnTo>
                    <a:pt x="282630" y="401857"/>
                  </a:lnTo>
                  <a:lnTo>
                    <a:pt x="182895" y="401857"/>
                  </a:lnTo>
                  <a:cubicBezTo>
                    <a:pt x="176285" y="401857"/>
                    <a:pt x="170919" y="407222"/>
                    <a:pt x="170919" y="413831"/>
                  </a:cubicBezTo>
                  <a:cubicBezTo>
                    <a:pt x="170919" y="420441"/>
                    <a:pt x="176285" y="425805"/>
                    <a:pt x="182895" y="425805"/>
                  </a:cubicBezTo>
                  <a:lnTo>
                    <a:pt x="406302" y="425805"/>
                  </a:lnTo>
                  <a:cubicBezTo>
                    <a:pt x="412912" y="425805"/>
                    <a:pt x="418278" y="420441"/>
                    <a:pt x="418278" y="413831"/>
                  </a:cubicBezTo>
                  <a:cubicBezTo>
                    <a:pt x="418278" y="407222"/>
                    <a:pt x="412912" y="401857"/>
                    <a:pt x="406302" y="401857"/>
                  </a:cubicBezTo>
                  <a:lnTo>
                    <a:pt x="306582" y="401857"/>
                  </a:lnTo>
                  <a:lnTo>
                    <a:pt x="306582" y="306131"/>
                  </a:lnTo>
                  <a:cubicBezTo>
                    <a:pt x="380737" y="303193"/>
                    <a:pt x="450053" y="272987"/>
                    <a:pt x="502867" y="220239"/>
                  </a:cubicBezTo>
                  <a:close/>
                </a:path>
              </a:pathLst>
            </a:custGeom>
            <a:solidFill>
              <a:srgbClr val="FFFFFF"/>
            </a:solidFill>
            <a:ln w="0" cap="flat">
              <a:noFill/>
              <a:prstDash val="solid"/>
              <a:miter/>
            </a:ln>
          </p:spPr>
          <p:txBody>
            <a:bodyPr rtlCol="0" anchor="ctr"/>
            <a:lstStyle/>
            <a:p>
              <a:endParaRPr lang="de-DE"/>
            </a:p>
          </p:txBody>
        </p:sp>
        <p:sp>
          <p:nvSpPr>
            <p:cNvPr id="207" name="Freihandform 206">
              <a:extLst>
                <a:ext uri="{FF2B5EF4-FFF2-40B4-BE49-F238E27FC236}">
                  <a16:creationId xmlns:a16="http://schemas.microsoft.com/office/drawing/2014/main" id="{D5DA679A-E51F-5C2E-0FF0-C2561E3AF7A8}"/>
                </a:ext>
              </a:extLst>
            </p:cNvPr>
            <p:cNvSpPr/>
            <p:nvPr/>
          </p:nvSpPr>
          <p:spPr>
            <a:xfrm>
              <a:off x="13360400" y="8280526"/>
              <a:ext cx="353432" cy="493209"/>
            </a:xfrm>
            <a:custGeom>
              <a:avLst/>
              <a:gdLst>
                <a:gd name="connsiteX0" fmla="*/ 176716 w 353432"/>
                <a:gd name="connsiteY0" fmla="*/ 493209 h 493209"/>
                <a:gd name="connsiteX1" fmla="*/ 353433 w 353432"/>
                <a:gd name="connsiteY1" fmla="*/ 316524 h 493209"/>
                <a:gd name="connsiteX2" fmla="*/ 353433 w 353432"/>
                <a:gd name="connsiteY2" fmla="*/ 176686 h 493209"/>
                <a:gd name="connsiteX3" fmla="*/ 176716 w 353432"/>
                <a:gd name="connsiteY3" fmla="*/ 0 h 493209"/>
                <a:gd name="connsiteX4" fmla="*/ 0 w 353432"/>
                <a:gd name="connsiteY4" fmla="*/ 176686 h 493209"/>
                <a:gd name="connsiteX5" fmla="*/ 0 w 353432"/>
                <a:gd name="connsiteY5" fmla="*/ 316524 h 493209"/>
                <a:gd name="connsiteX6" fmla="*/ 176716 w 353432"/>
                <a:gd name="connsiteY6" fmla="*/ 493209 h 493209"/>
                <a:gd name="connsiteX7" fmla="*/ 23952 w 353432"/>
                <a:gd name="connsiteY7" fmla="*/ 176694 h 493209"/>
                <a:gd name="connsiteX8" fmla="*/ 176716 w 353432"/>
                <a:gd name="connsiteY8" fmla="*/ 23956 h 493209"/>
                <a:gd name="connsiteX9" fmla="*/ 329481 w 353432"/>
                <a:gd name="connsiteY9" fmla="*/ 176694 h 493209"/>
                <a:gd name="connsiteX10" fmla="*/ 329481 w 353432"/>
                <a:gd name="connsiteY10" fmla="*/ 316532 h 493209"/>
                <a:gd name="connsiteX11" fmla="*/ 176716 w 353432"/>
                <a:gd name="connsiteY11" fmla="*/ 469269 h 493209"/>
                <a:gd name="connsiteX12" fmla="*/ 23952 w 353432"/>
                <a:gd name="connsiteY12" fmla="*/ 316532 h 493209"/>
                <a:gd name="connsiteX13" fmla="*/ 23952 w 353432"/>
                <a:gd name="connsiteY13" fmla="*/ 176694 h 493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432" h="493209">
                  <a:moveTo>
                    <a:pt x="176716" y="493209"/>
                  </a:moveTo>
                  <a:cubicBezTo>
                    <a:pt x="274160" y="493209"/>
                    <a:pt x="353433" y="413951"/>
                    <a:pt x="353433" y="316524"/>
                  </a:cubicBezTo>
                  <a:lnTo>
                    <a:pt x="353433" y="176686"/>
                  </a:lnTo>
                  <a:cubicBezTo>
                    <a:pt x="353433" y="79259"/>
                    <a:pt x="274160" y="0"/>
                    <a:pt x="176716" y="0"/>
                  </a:cubicBezTo>
                  <a:cubicBezTo>
                    <a:pt x="79273" y="0"/>
                    <a:pt x="0" y="79259"/>
                    <a:pt x="0" y="176686"/>
                  </a:cubicBezTo>
                  <a:lnTo>
                    <a:pt x="0" y="316524"/>
                  </a:lnTo>
                  <a:cubicBezTo>
                    <a:pt x="0" y="413951"/>
                    <a:pt x="79273" y="493209"/>
                    <a:pt x="176716" y="493209"/>
                  </a:cubicBezTo>
                  <a:close/>
                  <a:moveTo>
                    <a:pt x="23952" y="176694"/>
                  </a:moveTo>
                  <a:cubicBezTo>
                    <a:pt x="23952" y="92470"/>
                    <a:pt x="92478" y="23956"/>
                    <a:pt x="176716" y="23956"/>
                  </a:cubicBezTo>
                  <a:cubicBezTo>
                    <a:pt x="260955" y="23956"/>
                    <a:pt x="329481" y="92470"/>
                    <a:pt x="329481" y="176694"/>
                  </a:cubicBezTo>
                  <a:lnTo>
                    <a:pt x="329481" y="316532"/>
                  </a:lnTo>
                  <a:cubicBezTo>
                    <a:pt x="329481" y="400756"/>
                    <a:pt x="260955" y="469269"/>
                    <a:pt x="176716" y="469269"/>
                  </a:cubicBezTo>
                  <a:cubicBezTo>
                    <a:pt x="92478" y="469269"/>
                    <a:pt x="23952" y="400756"/>
                    <a:pt x="23952" y="316532"/>
                  </a:cubicBezTo>
                  <a:lnTo>
                    <a:pt x="23952" y="176694"/>
                  </a:lnTo>
                  <a:close/>
                </a:path>
              </a:pathLst>
            </a:custGeom>
            <a:solidFill>
              <a:srgbClr val="FFFFFF"/>
            </a:solidFill>
            <a:ln w="0" cap="flat">
              <a:noFill/>
              <a:prstDash val="solid"/>
              <a:miter/>
            </a:ln>
          </p:spPr>
          <p:txBody>
            <a:bodyPr rtlCol="0" anchor="ctr"/>
            <a:lstStyle/>
            <a:p>
              <a:endParaRPr lang="de-DE"/>
            </a:p>
          </p:txBody>
        </p:sp>
      </p:grpSp>
      <p:sp>
        <p:nvSpPr>
          <p:cNvPr id="208" name="Freihandform 207">
            <a:extLst>
              <a:ext uri="{FF2B5EF4-FFF2-40B4-BE49-F238E27FC236}">
                <a16:creationId xmlns:a16="http://schemas.microsoft.com/office/drawing/2014/main" id="{175198F9-88DA-C144-A4E2-88B4D24486C3}"/>
              </a:ext>
            </a:extLst>
          </p:cNvPr>
          <p:cNvSpPr/>
          <p:nvPr/>
        </p:nvSpPr>
        <p:spPr>
          <a:xfrm>
            <a:off x="7131797" y="3429000"/>
            <a:ext cx="592232" cy="620747"/>
          </a:xfrm>
          <a:custGeom>
            <a:avLst/>
            <a:gdLst>
              <a:gd name="connsiteX0" fmla="*/ 703966 w 711095"/>
              <a:gd name="connsiteY0" fmla="*/ 153045 h 745333"/>
              <a:gd name="connsiteX1" fmla="*/ 360370 w 711095"/>
              <a:gd name="connsiteY1" fmla="*/ 1018 h 745333"/>
              <a:gd name="connsiteX2" fmla="*/ 350678 w 711095"/>
              <a:gd name="connsiteY2" fmla="*/ 1018 h 745333"/>
              <a:gd name="connsiteX3" fmla="*/ 7130 w 711095"/>
              <a:gd name="connsiteY3" fmla="*/ 153045 h 745333"/>
              <a:gd name="connsiteX4" fmla="*/ 0 w 711095"/>
              <a:gd name="connsiteY4" fmla="*/ 163997 h 745333"/>
              <a:gd name="connsiteX5" fmla="*/ 175511 w 711095"/>
              <a:gd name="connsiteY5" fmla="*/ 640347 h 745333"/>
              <a:gd name="connsiteX6" fmla="*/ 352762 w 711095"/>
              <a:gd name="connsiteY6" fmla="*/ 745015 h 745333"/>
              <a:gd name="connsiteX7" fmla="*/ 355524 w 711095"/>
              <a:gd name="connsiteY7" fmla="*/ 745333 h 745333"/>
              <a:gd name="connsiteX8" fmla="*/ 358286 w 711095"/>
              <a:gd name="connsiteY8" fmla="*/ 745015 h 745333"/>
              <a:gd name="connsiteX9" fmla="*/ 535561 w 711095"/>
              <a:gd name="connsiteY9" fmla="*/ 640355 h 745333"/>
              <a:gd name="connsiteX10" fmla="*/ 711096 w 711095"/>
              <a:gd name="connsiteY10" fmla="*/ 163997 h 745333"/>
              <a:gd name="connsiteX11" fmla="*/ 703966 w 711095"/>
              <a:gd name="connsiteY11" fmla="*/ 153045 h 745333"/>
              <a:gd name="connsiteX12" fmla="*/ 520049 w 711095"/>
              <a:gd name="connsiteY12" fmla="*/ 622043 h 745333"/>
              <a:gd name="connsiteX13" fmla="*/ 355524 w 711095"/>
              <a:gd name="connsiteY13" fmla="*/ 720963 h 745333"/>
              <a:gd name="connsiteX14" fmla="*/ 191023 w 711095"/>
              <a:gd name="connsiteY14" fmla="*/ 622043 h 745333"/>
              <a:gd name="connsiteX15" fmla="*/ 23984 w 711095"/>
              <a:gd name="connsiteY15" fmla="*/ 171772 h 745333"/>
              <a:gd name="connsiteX16" fmla="*/ 355524 w 711095"/>
              <a:gd name="connsiteY16" fmla="*/ 25061 h 745333"/>
              <a:gd name="connsiteX17" fmla="*/ 687112 w 711095"/>
              <a:gd name="connsiteY17" fmla="*/ 171772 h 745333"/>
              <a:gd name="connsiteX18" fmla="*/ 520049 w 711095"/>
              <a:gd name="connsiteY18" fmla="*/ 622043 h 745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11095" h="745333">
                <a:moveTo>
                  <a:pt x="703966" y="153045"/>
                </a:moveTo>
                <a:lnTo>
                  <a:pt x="360370" y="1018"/>
                </a:lnTo>
                <a:cubicBezTo>
                  <a:pt x="357280" y="-339"/>
                  <a:pt x="353768" y="-339"/>
                  <a:pt x="350678" y="1018"/>
                </a:cubicBezTo>
                <a:lnTo>
                  <a:pt x="7130" y="153045"/>
                </a:lnTo>
                <a:cubicBezTo>
                  <a:pt x="2794" y="154962"/>
                  <a:pt x="0" y="159256"/>
                  <a:pt x="0" y="163997"/>
                </a:cubicBezTo>
                <a:cubicBezTo>
                  <a:pt x="0" y="305472"/>
                  <a:pt x="30451" y="502952"/>
                  <a:pt x="175511" y="640347"/>
                </a:cubicBezTo>
                <a:cubicBezTo>
                  <a:pt x="262735" y="722966"/>
                  <a:pt x="349129" y="744152"/>
                  <a:pt x="352762" y="745015"/>
                </a:cubicBezTo>
                <a:cubicBezTo>
                  <a:pt x="353672" y="745222"/>
                  <a:pt x="354598" y="745333"/>
                  <a:pt x="355524" y="745333"/>
                </a:cubicBezTo>
                <a:cubicBezTo>
                  <a:pt x="356450" y="745333"/>
                  <a:pt x="357376" y="745222"/>
                  <a:pt x="358286" y="745015"/>
                </a:cubicBezTo>
                <a:cubicBezTo>
                  <a:pt x="361927" y="744152"/>
                  <a:pt x="448321" y="722958"/>
                  <a:pt x="535561" y="640355"/>
                </a:cubicBezTo>
                <a:cubicBezTo>
                  <a:pt x="680645" y="502952"/>
                  <a:pt x="711096" y="305472"/>
                  <a:pt x="711096" y="163997"/>
                </a:cubicBezTo>
                <a:cubicBezTo>
                  <a:pt x="711096" y="159256"/>
                  <a:pt x="708302" y="154962"/>
                  <a:pt x="703966" y="153045"/>
                </a:cubicBezTo>
                <a:close/>
                <a:moveTo>
                  <a:pt x="520049" y="622043"/>
                </a:moveTo>
                <a:cubicBezTo>
                  <a:pt x="445894" y="692673"/>
                  <a:pt x="370733" y="716644"/>
                  <a:pt x="355524" y="720963"/>
                </a:cubicBezTo>
                <a:cubicBezTo>
                  <a:pt x="340315" y="716644"/>
                  <a:pt x="265162" y="692673"/>
                  <a:pt x="191023" y="622043"/>
                </a:cubicBezTo>
                <a:cubicBezTo>
                  <a:pt x="55544" y="492982"/>
                  <a:pt x="25086" y="307508"/>
                  <a:pt x="23984" y="171772"/>
                </a:cubicBezTo>
                <a:lnTo>
                  <a:pt x="355524" y="25061"/>
                </a:lnTo>
                <a:lnTo>
                  <a:pt x="687112" y="171772"/>
                </a:lnTo>
                <a:cubicBezTo>
                  <a:pt x="686010" y="307508"/>
                  <a:pt x="655552" y="492982"/>
                  <a:pt x="520049" y="622043"/>
                </a:cubicBezTo>
                <a:close/>
              </a:path>
            </a:pathLst>
          </a:custGeom>
          <a:solidFill>
            <a:srgbClr val="FFFFFF"/>
          </a:solidFill>
          <a:ln w="0" cap="flat">
            <a:noFill/>
            <a:prstDash val="solid"/>
            <a:miter/>
          </a:ln>
        </p:spPr>
        <p:txBody>
          <a:bodyPr rtlCol="0" anchor="ctr"/>
          <a:lstStyle/>
          <a:p>
            <a:endParaRPr lang="de-DE"/>
          </a:p>
        </p:txBody>
      </p:sp>
      <p:sp>
        <p:nvSpPr>
          <p:cNvPr id="209" name="Freihandform 208">
            <a:extLst>
              <a:ext uri="{FF2B5EF4-FFF2-40B4-BE49-F238E27FC236}">
                <a16:creationId xmlns:a16="http://schemas.microsoft.com/office/drawing/2014/main" id="{F6658B49-7ACC-84AF-FC21-D8D5F81BD04B}"/>
              </a:ext>
            </a:extLst>
          </p:cNvPr>
          <p:cNvSpPr/>
          <p:nvPr/>
        </p:nvSpPr>
        <p:spPr>
          <a:xfrm>
            <a:off x="7136143" y="4365655"/>
            <a:ext cx="583541" cy="583528"/>
          </a:xfrm>
          <a:custGeom>
            <a:avLst/>
            <a:gdLst>
              <a:gd name="connsiteX0" fmla="*/ 680210 w 700660"/>
              <a:gd name="connsiteY0" fmla="*/ 18824 h 700644"/>
              <a:gd name="connsiteX1" fmla="*/ 579357 w 700660"/>
              <a:gd name="connsiteY1" fmla="*/ 9820 h 700644"/>
              <a:gd name="connsiteX2" fmla="*/ 90262 w 700660"/>
              <a:gd name="connsiteY2" fmla="*/ 186601 h 700644"/>
              <a:gd name="connsiteX3" fmla="*/ 76 w 700660"/>
              <a:gd name="connsiteY3" fmla="*/ 281913 h 700644"/>
              <a:gd name="connsiteX4" fmla="*/ 121719 w 700660"/>
              <a:gd name="connsiteY4" fmla="*/ 381503 h 700644"/>
              <a:gd name="connsiteX5" fmla="*/ 279617 w 700660"/>
              <a:gd name="connsiteY5" fmla="*/ 421120 h 700644"/>
              <a:gd name="connsiteX6" fmla="*/ 319225 w 700660"/>
              <a:gd name="connsiteY6" fmla="*/ 579023 h 700644"/>
              <a:gd name="connsiteX7" fmla="*/ 422066 w 700660"/>
              <a:gd name="connsiteY7" fmla="*/ 700645 h 700644"/>
              <a:gd name="connsiteX8" fmla="*/ 514193 w 700660"/>
              <a:gd name="connsiteY8" fmla="*/ 610410 h 700644"/>
              <a:gd name="connsiteX9" fmla="*/ 690965 w 700660"/>
              <a:gd name="connsiteY9" fmla="*/ 121392 h 700644"/>
              <a:gd name="connsiteX10" fmla="*/ 680210 w 700660"/>
              <a:gd name="connsiteY10" fmla="*/ 18808 h 700644"/>
              <a:gd name="connsiteX11" fmla="*/ 668442 w 700660"/>
              <a:gd name="connsiteY11" fmla="*/ 113274 h 700644"/>
              <a:gd name="connsiteX12" fmla="*/ 491670 w 700660"/>
              <a:gd name="connsiteY12" fmla="*/ 602284 h 700644"/>
              <a:gd name="connsiteX13" fmla="*/ 422066 w 700660"/>
              <a:gd name="connsiteY13" fmla="*/ 676705 h 700644"/>
              <a:gd name="connsiteX14" fmla="*/ 342411 w 700660"/>
              <a:gd name="connsiteY14" fmla="*/ 573052 h 700644"/>
              <a:gd name="connsiteX15" fmla="*/ 301158 w 700660"/>
              <a:gd name="connsiteY15" fmla="*/ 408388 h 700644"/>
              <a:gd name="connsiteX16" fmla="*/ 292375 w 700660"/>
              <a:gd name="connsiteY16" fmla="*/ 399591 h 700644"/>
              <a:gd name="connsiteX17" fmla="*/ 127699 w 700660"/>
              <a:gd name="connsiteY17" fmla="*/ 358313 h 700644"/>
              <a:gd name="connsiteX18" fmla="*/ 24004 w 700660"/>
              <a:gd name="connsiteY18" fmla="*/ 280811 h 700644"/>
              <a:gd name="connsiteX19" fmla="*/ 98406 w 700660"/>
              <a:gd name="connsiteY19" fmla="*/ 209128 h 700644"/>
              <a:gd name="connsiteX20" fmla="*/ 587517 w 700660"/>
              <a:gd name="connsiteY20" fmla="*/ 32339 h 700644"/>
              <a:gd name="connsiteX21" fmla="*/ 629113 w 700660"/>
              <a:gd name="connsiteY21" fmla="*/ 23909 h 700644"/>
              <a:gd name="connsiteX22" fmla="*/ 663300 w 700660"/>
              <a:gd name="connsiteY22" fmla="*/ 35771 h 700644"/>
              <a:gd name="connsiteX23" fmla="*/ 668442 w 700660"/>
              <a:gd name="connsiteY23" fmla="*/ 113274 h 700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00660" h="700644">
                <a:moveTo>
                  <a:pt x="680210" y="18824"/>
                </a:moveTo>
                <a:cubicBezTo>
                  <a:pt x="664274" y="3809"/>
                  <a:pt x="633832" y="-9945"/>
                  <a:pt x="579357" y="9820"/>
                </a:cubicBezTo>
                <a:lnTo>
                  <a:pt x="90262" y="186601"/>
                </a:lnTo>
                <a:cubicBezTo>
                  <a:pt x="13385" y="214389"/>
                  <a:pt x="-1217" y="253767"/>
                  <a:pt x="76" y="281913"/>
                </a:cubicBezTo>
                <a:cubicBezTo>
                  <a:pt x="2168" y="326495"/>
                  <a:pt x="45369" y="361874"/>
                  <a:pt x="121719" y="381503"/>
                </a:cubicBezTo>
                <a:cubicBezTo>
                  <a:pt x="185215" y="397915"/>
                  <a:pt x="247793" y="413313"/>
                  <a:pt x="279617" y="421120"/>
                </a:cubicBezTo>
                <a:cubicBezTo>
                  <a:pt x="286028" y="447295"/>
                  <a:pt x="301733" y="511051"/>
                  <a:pt x="319225" y="579023"/>
                </a:cubicBezTo>
                <a:cubicBezTo>
                  <a:pt x="339496" y="657451"/>
                  <a:pt x="376015" y="700645"/>
                  <a:pt x="422066" y="700645"/>
                </a:cubicBezTo>
                <a:cubicBezTo>
                  <a:pt x="461546" y="700645"/>
                  <a:pt x="492548" y="670287"/>
                  <a:pt x="514193" y="610410"/>
                </a:cubicBezTo>
                <a:lnTo>
                  <a:pt x="690965" y="121392"/>
                </a:lnTo>
                <a:cubicBezTo>
                  <a:pt x="706765" y="77551"/>
                  <a:pt x="703308" y="43195"/>
                  <a:pt x="680210" y="18808"/>
                </a:cubicBezTo>
                <a:close/>
                <a:moveTo>
                  <a:pt x="668442" y="113274"/>
                </a:moveTo>
                <a:lnTo>
                  <a:pt x="491670" y="602284"/>
                </a:lnTo>
                <a:cubicBezTo>
                  <a:pt x="473810" y="651672"/>
                  <a:pt x="450401" y="676705"/>
                  <a:pt x="422066" y="676705"/>
                </a:cubicBezTo>
                <a:cubicBezTo>
                  <a:pt x="387975" y="676705"/>
                  <a:pt x="359688" y="639890"/>
                  <a:pt x="342411" y="573052"/>
                </a:cubicBezTo>
                <a:cubicBezTo>
                  <a:pt x="323097" y="497977"/>
                  <a:pt x="305948" y="428033"/>
                  <a:pt x="301158" y="408388"/>
                </a:cubicBezTo>
                <a:cubicBezTo>
                  <a:pt x="300104" y="404045"/>
                  <a:pt x="296711" y="400661"/>
                  <a:pt x="292375" y="399591"/>
                </a:cubicBezTo>
                <a:cubicBezTo>
                  <a:pt x="263585" y="392534"/>
                  <a:pt x="196161" y="376011"/>
                  <a:pt x="127699" y="358313"/>
                </a:cubicBezTo>
                <a:cubicBezTo>
                  <a:pt x="63333" y="341766"/>
                  <a:pt x="25537" y="313516"/>
                  <a:pt x="24004" y="280811"/>
                </a:cubicBezTo>
                <a:cubicBezTo>
                  <a:pt x="22679" y="251986"/>
                  <a:pt x="48411" y="227201"/>
                  <a:pt x="98406" y="209128"/>
                </a:cubicBezTo>
                <a:lnTo>
                  <a:pt x="587517" y="32339"/>
                </a:lnTo>
                <a:cubicBezTo>
                  <a:pt x="600012" y="27813"/>
                  <a:pt x="614934" y="23909"/>
                  <a:pt x="629113" y="23909"/>
                </a:cubicBezTo>
                <a:cubicBezTo>
                  <a:pt x="641887" y="23909"/>
                  <a:pt x="654055" y="27070"/>
                  <a:pt x="663300" y="35771"/>
                </a:cubicBezTo>
                <a:cubicBezTo>
                  <a:pt x="679420" y="52798"/>
                  <a:pt x="681096" y="78159"/>
                  <a:pt x="668442" y="113274"/>
                </a:cubicBezTo>
                <a:close/>
              </a:path>
            </a:pathLst>
          </a:custGeom>
          <a:solidFill>
            <a:srgbClr val="FFFFFF"/>
          </a:solidFill>
          <a:ln w="0" cap="flat">
            <a:noFill/>
            <a:prstDash val="solid"/>
            <a:miter/>
          </a:ln>
        </p:spPr>
        <p:txBody>
          <a:bodyPr rtlCol="0" anchor="ctr"/>
          <a:lstStyle/>
          <a:p>
            <a:endParaRPr lang="de-DE"/>
          </a:p>
        </p:txBody>
      </p:sp>
      <p:sp>
        <p:nvSpPr>
          <p:cNvPr id="210" name="Freihandform 209">
            <a:extLst>
              <a:ext uri="{FF2B5EF4-FFF2-40B4-BE49-F238E27FC236}">
                <a16:creationId xmlns:a16="http://schemas.microsoft.com/office/drawing/2014/main" id="{BCB93F65-F6CF-AD11-9AC3-ABFD5A22C6B3}"/>
              </a:ext>
            </a:extLst>
          </p:cNvPr>
          <p:cNvSpPr/>
          <p:nvPr/>
        </p:nvSpPr>
        <p:spPr>
          <a:xfrm>
            <a:off x="8278876" y="2448463"/>
            <a:ext cx="628026" cy="627927"/>
          </a:xfrm>
          <a:custGeom>
            <a:avLst/>
            <a:gdLst>
              <a:gd name="connsiteX0" fmla="*/ 750549 w 754073"/>
              <a:gd name="connsiteY0" fmla="*/ 344060 h 753954"/>
              <a:gd name="connsiteX1" fmla="*/ 409931 w 754073"/>
              <a:gd name="connsiteY1" fmla="*/ 3509 h 753954"/>
              <a:gd name="connsiteX2" fmla="*/ 392996 w 754073"/>
              <a:gd name="connsiteY2" fmla="*/ 3509 h 753954"/>
              <a:gd name="connsiteX3" fmla="*/ 392996 w 754073"/>
              <a:gd name="connsiteY3" fmla="*/ 20439 h 753954"/>
              <a:gd name="connsiteX4" fmla="*/ 437451 w 754073"/>
              <a:gd name="connsiteY4" fmla="*/ 64886 h 753954"/>
              <a:gd name="connsiteX5" fmla="*/ 90358 w 754073"/>
              <a:gd name="connsiteY5" fmla="*/ 359705 h 753954"/>
              <a:gd name="connsiteX6" fmla="*/ 42751 w 754073"/>
              <a:gd name="connsiteY6" fmla="*/ 312097 h 753954"/>
              <a:gd name="connsiteX7" fmla="*/ 25816 w 754073"/>
              <a:gd name="connsiteY7" fmla="*/ 312097 h 753954"/>
              <a:gd name="connsiteX8" fmla="*/ 25816 w 754073"/>
              <a:gd name="connsiteY8" fmla="*/ 329028 h 753954"/>
              <a:gd name="connsiteX9" fmla="*/ 216911 w 754073"/>
              <a:gd name="connsiteY9" fmla="*/ 520115 h 753954"/>
              <a:gd name="connsiteX10" fmla="*/ 3509 w 754073"/>
              <a:gd name="connsiteY10" fmla="*/ 733519 h 753954"/>
              <a:gd name="connsiteX11" fmla="*/ 3509 w 754073"/>
              <a:gd name="connsiteY11" fmla="*/ 750451 h 753954"/>
              <a:gd name="connsiteX12" fmla="*/ 11981 w 754073"/>
              <a:gd name="connsiteY12" fmla="*/ 753955 h 753954"/>
              <a:gd name="connsiteX13" fmla="*/ 20451 w 754073"/>
              <a:gd name="connsiteY13" fmla="*/ 750451 h 753954"/>
              <a:gd name="connsiteX14" fmla="*/ 233853 w 754073"/>
              <a:gd name="connsiteY14" fmla="*/ 537054 h 753954"/>
              <a:gd name="connsiteX15" fmla="*/ 424956 w 754073"/>
              <a:gd name="connsiteY15" fmla="*/ 728147 h 753954"/>
              <a:gd name="connsiteX16" fmla="*/ 433428 w 754073"/>
              <a:gd name="connsiteY16" fmla="*/ 731652 h 753954"/>
              <a:gd name="connsiteX17" fmla="*/ 441898 w 754073"/>
              <a:gd name="connsiteY17" fmla="*/ 728147 h 753954"/>
              <a:gd name="connsiteX18" fmla="*/ 441898 w 754073"/>
              <a:gd name="connsiteY18" fmla="*/ 711216 h 753954"/>
              <a:gd name="connsiteX19" fmla="*/ 394314 w 754073"/>
              <a:gd name="connsiteY19" fmla="*/ 663633 h 753954"/>
              <a:gd name="connsiteX20" fmla="*/ 689176 w 754073"/>
              <a:gd name="connsiteY20" fmla="*/ 316551 h 753954"/>
              <a:gd name="connsiteX21" fmla="*/ 733623 w 754073"/>
              <a:gd name="connsiteY21" fmla="*/ 360990 h 753954"/>
              <a:gd name="connsiteX22" fmla="*/ 742094 w 754073"/>
              <a:gd name="connsiteY22" fmla="*/ 364495 h 753954"/>
              <a:gd name="connsiteX23" fmla="*/ 750564 w 754073"/>
              <a:gd name="connsiteY23" fmla="*/ 360990 h 753954"/>
              <a:gd name="connsiteX24" fmla="*/ 750564 w 754073"/>
              <a:gd name="connsiteY24" fmla="*/ 344060 h 753954"/>
              <a:gd name="connsiteX25" fmla="*/ 377316 w 754073"/>
              <a:gd name="connsiteY25" fmla="*/ 646646 h 753954"/>
              <a:gd name="connsiteX26" fmla="*/ 107356 w 754073"/>
              <a:gd name="connsiteY26" fmla="*/ 376692 h 753954"/>
              <a:gd name="connsiteX27" fmla="*/ 454449 w 754073"/>
              <a:gd name="connsiteY27" fmla="*/ 81873 h 753954"/>
              <a:gd name="connsiteX28" fmla="*/ 672178 w 754073"/>
              <a:gd name="connsiteY28" fmla="*/ 299565 h 753954"/>
              <a:gd name="connsiteX29" fmla="*/ 377316 w 754073"/>
              <a:gd name="connsiteY29" fmla="*/ 646646 h 753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54073" h="753954">
                <a:moveTo>
                  <a:pt x="750549" y="344060"/>
                </a:moveTo>
                <a:lnTo>
                  <a:pt x="409931" y="3509"/>
                </a:lnTo>
                <a:cubicBezTo>
                  <a:pt x="405252" y="-1170"/>
                  <a:pt x="397675" y="-1170"/>
                  <a:pt x="392996" y="3509"/>
                </a:cubicBezTo>
                <a:cubicBezTo>
                  <a:pt x="388318" y="8186"/>
                  <a:pt x="388318" y="15762"/>
                  <a:pt x="392996" y="20439"/>
                </a:cubicBezTo>
                <a:lnTo>
                  <a:pt x="437451" y="64886"/>
                </a:lnTo>
                <a:lnTo>
                  <a:pt x="90358" y="359705"/>
                </a:lnTo>
                <a:lnTo>
                  <a:pt x="42751" y="312097"/>
                </a:lnTo>
                <a:cubicBezTo>
                  <a:pt x="38072" y="307420"/>
                  <a:pt x="30495" y="307420"/>
                  <a:pt x="25816" y="312097"/>
                </a:cubicBezTo>
                <a:cubicBezTo>
                  <a:pt x="21138" y="316776"/>
                  <a:pt x="21138" y="324351"/>
                  <a:pt x="25816" y="329028"/>
                </a:cubicBezTo>
                <a:lnTo>
                  <a:pt x="216911" y="520115"/>
                </a:lnTo>
                <a:lnTo>
                  <a:pt x="3509" y="733519"/>
                </a:lnTo>
                <a:cubicBezTo>
                  <a:pt x="-1170" y="738197"/>
                  <a:pt x="-1170" y="745773"/>
                  <a:pt x="3509" y="750451"/>
                </a:cubicBezTo>
                <a:cubicBezTo>
                  <a:pt x="5848" y="752790"/>
                  <a:pt x="8914" y="753955"/>
                  <a:pt x="11981" y="753955"/>
                </a:cubicBezTo>
                <a:cubicBezTo>
                  <a:pt x="15046" y="753955"/>
                  <a:pt x="18112" y="752790"/>
                  <a:pt x="20451" y="750451"/>
                </a:cubicBezTo>
                <a:lnTo>
                  <a:pt x="233853" y="537054"/>
                </a:lnTo>
                <a:lnTo>
                  <a:pt x="424956" y="728147"/>
                </a:lnTo>
                <a:cubicBezTo>
                  <a:pt x="427295" y="730487"/>
                  <a:pt x="430361" y="731652"/>
                  <a:pt x="433428" y="731652"/>
                </a:cubicBezTo>
                <a:cubicBezTo>
                  <a:pt x="436493" y="731652"/>
                  <a:pt x="439559" y="730487"/>
                  <a:pt x="441898" y="728147"/>
                </a:cubicBezTo>
                <a:cubicBezTo>
                  <a:pt x="446577" y="723470"/>
                  <a:pt x="446577" y="715895"/>
                  <a:pt x="441898" y="711216"/>
                </a:cubicBezTo>
                <a:lnTo>
                  <a:pt x="394314" y="663633"/>
                </a:lnTo>
                <a:lnTo>
                  <a:pt x="689176" y="316551"/>
                </a:lnTo>
                <a:lnTo>
                  <a:pt x="733623" y="360990"/>
                </a:lnTo>
                <a:cubicBezTo>
                  <a:pt x="735962" y="363329"/>
                  <a:pt x="739028" y="364495"/>
                  <a:pt x="742094" y="364495"/>
                </a:cubicBezTo>
                <a:cubicBezTo>
                  <a:pt x="745159" y="364495"/>
                  <a:pt x="748225" y="363329"/>
                  <a:pt x="750564" y="360990"/>
                </a:cubicBezTo>
                <a:cubicBezTo>
                  <a:pt x="755243" y="356313"/>
                  <a:pt x="755243" y="348737"/>
                  <a:pt x="750564" y="344060"/>
                </a:cubicBezTo>
                <a:close/>
                <a:moveTo>
                  <a:pt x="377316" y="646646"/>
                </a:moveTo>
                <a:lnTo>
                  <a:pt x="107356" y="376692"/>
                </a:lnTo>
                <a:lnTo>
                  <a:pt x="454449" y="81873"/>
                </a:lnTo>
                <a:lnTo>
                  <a:pt x="672178" y="299565"/>
                </a:lnTo>
                <a:lnTo>
                  <a:pt x="377316" y="646646"/>
                </a:lnTo>
                <a:close/>
              </a:path>
            </a:pathLst>
          </a:custGeom>
          <a:solidFill>
            <a:srgbClr val="FFFFFF"/>
          </a:solidFill>
          <a:ln w="0" cap="flat">
            <a:noFill/>
            <a:prstDash val="solid"/>
            <a:miter/>
          </a:ln>
        </p:spPr>
        <p:txBody>
          <a:bodyPr rtlCol="0" anchor="ctr"/>
          <a:lstStyle/>
          <a:p>
            <a:endParaRPr lang="de-DE"/>
          </a:p>
        </p:txBody>
      </p:sp>
      <p:cxnSp>
        <p:nvCxnSpPr>
          <p:cNvPr id="233" name="Gerade Verbindung 232">
            <a:extLst>
              <a:ext uri="{FF2B5EF4-FFF2-40B4-BE49-F238E27FC236}">
                <a16:creationId xmlns:a16="http://schemas.microsoft.com/office/drawing/2014/main" id="{50278359-A205-E595-47B6-C8767A120A59}"/>
              </a:ext>
            </a:extLst>
          </p:cNvPr>
          <p:cNvCxnSpPr>
            <a:cxnSpLocks/>
          </p:cNvCxnSpPr>
          <p:nvPr/>
        </p:nvCxnSpPr>
        <p:spPr>
          <a:xfrm flipV="1">
            <a:off x="2514177" y="3293303"/>
            <a:ext cx="0" cy="500382"/>
          </a:xfrm>
          <a:prstGeom prst="line">
            <a:avLst/>
          </a:prstGeom>
          <a:noFill/>
          <a:ln w="12700">
            <a:solidFill>
              <a:schemeClr val="accent2"/>
            </a:solidFill>
            <a:prstDash val="solid"/>
          </a:ln>
        </p:spPr>
      </p:cxnSp>
      <p:cxnSp>
        <p:nvCxnSpPr>
          <p:cNvPr id="234" name="Gerade Verbindung 233">
            <a:extLst>
              <a:ext uri="{FF2B5EF4-FFF2-40B4-BE49-F238E27FC236}">
                <a16:creationId xmlns:a16="http://schemas.microsoft.com/office/drawing/2014/main" id="{546B6287-350A-4734-9864-AD846AD7890D}"/>
              </a:ext>
            </a:extLst>
          </p:cNvPr>
          <p:cNvCxnSpPr>
            <a:cxnSpLocks/>
          </p:cNvCxnSpPr>
          <p:nvPr/>
        </p:nvCxnSpPr>
        <p:spPr>
          <a:xfrm flipV="1">
            <a:off x="2998486" y="3116340"/>
            <a:ext cx="0" cy="677345"/>
          </a:xfrm>
          <a:prstGeom prst="line">
            <a:avLst/>
          </a:prstGeom>
          <a:noFill/>
          <a:ln w="12700">
            <a:solidFill>
              <a:schemeClr val="accent2"/>
            </a:solidFill>
            <a:prstDash val="solid"/>
          </a:ln>
        </p:spPr>
      </p:cxnSp>
      <p:cxnSp>
        <p:nvCxnSpPr>
          <p:cNvPr id="235" name="Gerade Verbindung 234">
            <a:extLst>
              <a:ext uri="{FF2B5EF4-FFF2-40B4-BE49-F238E27FC236}">
                <a16:creationId xmlns:a16="http://schemas.microsoft.com/office/drawing/2014/main" id="{36BBF1FA-BAE2-C028-A298-DF86BD8B316B}"/>
              </a:ext>
            </a:extLst>
          </p:cNvPr>
          <p:cNvCxnSpPr>
            <a:cxnSpLocks/>
          </p:cNvCxnSpPr>
          <p:nvPr/>
        </p:nvCxnSpPr>
        <p:spPr>
          <a:xfrm>
            <a:off x="2458387" y="3693100"/>
            <a:ext cx="603627" cy="0"/>
          </a:xfrm>
          <a:prstGeom prst="line">
            <a:avLst/>
          </a:prstGeom>
          <a:noFill/>
          <a:ln w="12700">
            <a:solidFill>
              <a:schemeClr val="accent2"/>
            </a:solidFill>
            <a:prstDash val="solid"/>
          </a:ln>
        </p:spPr>
      </p:cxnSp>
      <p:sp>
        <p:nvSpPr>
          <p:cNvPr id="236" name="Inhaltsplatzhalter 8">
            <a:extLst>
              <a:ext uri="{FF2B5EF4-FFF2-40B4-BE49-F238E27FC236}">
                <a16:creationId xmlns:a16="http://schemas.microsoft.com/office/drawing/2014/main" id="{68233E2D-721B-CE43-DB8E-68196F51DE4D}"/>
              </a:ext>
            </a:extLst>
          </p:cNvPr>
          <p:cNvSpPr txBox="1">
            <a:spLocks/>
          </p:cNvSpPr>
          <p:nvPr/>
        </p:nvSpPr>
        <p:spPr>
          <a:xfrm>
            <a:off x="2494564" y="3743256"/>
            <a:ext cx="536372" cy="30807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ctr"/>
            <a:r>
              <a:rPr lang="de-DE" sz="1800" dirty="0">
                <a:solidFill>
                  <a:schemeClr val="accent2"/>
                </a:solidFill>
                <a:latin typeface="+mj-lt"/>
              </a:rPr>
              <a:t>1,4</a:t>
            </a:r>
          </a:p>
        </p:txBody>
      </p:sp>
      <p:grpSp>
        <p:nvGrpSpPr>
          <p:cNvPr id="238" name="Gruppieren 237">
            <a:extLst>
              <a:ext uri="{FF2B5EF4-FFF2-40B4-BE49-F238E27FC236}">
                <a16:creationId xmlns:a16="http://schemas.microsoft.com/office/drawing/2014/main" id="{F14D2C73-9E8D-5513-FA5C-ED5E44CB3768}"/>
              </a:ext>
            </a:extLst>
          </p:cNvPr>
          <p:cNvGrpSpPr/>
          <p:nvPr/>
        </p:nvGrpSpPr>
        <p:grpSpPr>
          <a:xfrm rot="5400000">
            <a:off x="812020" y="1288084"/>
            <a:ext cx="571849" cy="761115"/>
            <a:chOff x="1749196" y="4162926"/>
            <a:chExt cx="571849" cy="1252905"/>
          </a:xfrm>
        </p:grpSpPr>
        <p:cxnSp>
          <p:nvCxnSpPr>
            <p:cNvPr id="241" name="Gerade Verbindung 240">
              <a:extLst>
                <a:ext uri="{FF2B5EF4-FFF2-40B4-BE49-F238E27FC236}">
                  <a16:creationId xmlns:a16="http://schemas.microsoft.com/office/drawing/2014/main" id="{86A2FE86-E723-C485-80A2-DC2667B21965}"/>
                </a:ext>
              </a:extLst>
            </p:cNvPr>
            <p:cNvCxnSpPr>
              <a:cxnSpLocks/>
            </p:cNvCxnSpPr>
            <p:nvPr/>
          </p:nvCxnSpPr>
          <p:spPr>
            <a:xfrm flipV="1">
              <a:off x="1749196" y="4162926"/>
              <a:ext cx="0" cy="1252905"/>
            </a:xfrm>
            <a:prstGeom prst="line">
              <a:avLst/>
            </a:prstGeom>
            <a:noFill/>
            <a:ln w="12700">
              <a:solidFill>
                <a:schemeClr val="accent2"/>
              </a:solidFill>
              <a:prstDash val="solid"/>
            </a:ln>
          </p:spPr>
        </p:cxnSp>
        <p:cxnSp>
          <p:nvCxnSpPr>
            <p:cNvPr id="242" name="Gerade Verbindung 241">
              <a:extLst>
                <a:ext uri="{FF2B5EF4-FFF2-40B4-BE49-F238E27FC236}">
                  <a16:creationId xmlns:a16="http://schemas.microsoft.com/office/drawing/2014/main" id="{B9F9A832-3FAA-961F-395D-E6A5EFD45857}"/>
                </a:ext>
              </a:extLst>
            </p:cNvPr>
            <p:cNvCxnSpPr>
              <a:cxnSpLocks/>
            </p:cNvCxnSpPr>
            <p:nvPr/>
          </p:nvCxnSpPr>
          <p:spPr>
            <a:xfrm flipV="1">
              <a:off x="2321045" y="4688244"/>
              <a:ext cx="0" cy="727584"/>
            </a:xfrm>
            <a:prstGeom prst="line">
              <a:avLst/>
            </a:prstGeom>
            <a:noFill/>
            <a:ln w="12700">
              <a:solidFill>
                <a:schemeClr val="accent2"/>
              </a:solidFill>
              <a:prstDash val="solid"/>
            </a:ln>
          </p:spPr>
        </p:cxnSp>
      </p:grpSp>
      <p:cxnSp>
        <p:nvCxnSpPr>
          <p:cNvPr id="239" name="Gerade Verbindung 238">
            <a:extLst>
              <a:ext uri="{FF2B5EF4-FFF2-40B4-BE49-F238E27FC236}">
                <a16:creationId xmlns:a16="http://schemas.microsoft.com/office/drawing/2014/main" id="{82A641EC-C53A-4095-6DFB-A155B6E1106A}"/>
              </a:ext>
            </a:extLst>
          </p:cNvPr>
          <p:cNvCxnSpPr>
            <a:cxnSpLocks/>
          </p:cNvCxnSpPr>
          <p:nvPr/>
        </p:nvCxnSpPr>
        <p:spPr>
          <a:xfrm>
            <a:off x="817974" y="1312419"/>
            <a:ext cx="0" cy="664631"/>
          </a:xfrm>
          <a:prstGeom prst="line">
            <a:avLst/>
          </a:prstGeom>
          <a:noFill/>
          <a:ln w="12700">
            <a:solidFill>
              <a:schemeClr val="accent4"/>
            </a:solidFill>
            <a:prstDash val="solid"/>
          </a:ln>
        </p:spPr>
      </p:cxnSp>
      <p:sp>
        <p:nvSpPr>
          <p:cNvPr id="240" name="Inhaltsplatzhalter 8">
            <a:extLst>
              <a:ext uri="{FF2B5EF4-FFF2-40B4-BE49-F238E27FC236}">
                <a16:creationId xmlns:a16="http://schemas.microsoft.com/office/drawing/2014/main" id="{76034028-AA14-ADF6-5E35-DE31130D9EF6}"/>
              </a:ext>
            </a:extLst>
          </p:cNvPr>
          <p:cNvSpPr txBox="1">
            <a:spLocks/>
          </p:cNvSpPr>
          <p:nvPr/>
        </p:nvSpPr>
        <p:spPr>
          <a:xfrm rot="16200000">
            <a:off x="271191" y="1490514"/>
            <a:ext cx="536372" cy="30807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ctr"/>
            <a:r>
              <a:rPr lang="de-DE" sz="1800" dirty="0">
                <a:solidFill>
                  <a:schemeClr val="accent2"/>
                </a:solidFill>
                <a:latin typeface="+mj-lt"/>
              </a:rPr>
              <a:t>1,4</a:t>
            </a:r>
          </a:p>
        </p:txBody>
      </p:sp>
      <p:sp>
        <p:nvSpPr>
          <p:cNvPr id="243" name="Inhaltsplatzhalter 8">
            <a:extLst>
              <a:ext uri="{FF2B5EF4-FFF2-40B4-BE49-F238E27FC236}">
                <a16:creationId xmlns:a16="http://schemas.microsoft.com/office/drawing/2014/main" id="{74E775B9-E2CD-6986-6804-B7E03198C295}"/>
              </a:ext>
            </a:extLst>
          </p:cNvPr>
          <p:cNvSpPr txBox="1">
            <a:spLocks/>
          </p:cNvSpPr>
          <p:nvPr/>
        </p:nvSpPr>
        <p:spPr>
          <a:xfrm>
            <a:off x="3029281" y="1588806"/>
            <a:ext cx="1887790" cy="92005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solidFill>
                  <a:schemeClr val="bg1"/>
                </a:solidFill>
                <a:latin typeface="+mn-lt"/>
              </a:rPr>
              <a:t>Bei den großen Icons ist ein Abstand von min. 1,4 cm zu weiteren Elementen, wie Text einzuhalten.</a:t>
            </a:r>
          </a:p>
        </p:txBody>
      </p:sp>
      <p:sp>
        <p:nvSpPr>
          <p:cNvPr id="255" name="Inhaltsplatzhalter 8">
            <a:extLst>
              <a:ext uri="{FF2B5EF4-FFF2-40B4-BE49-F238E27FC236}">
                <a16:creationId xmlns:a16="http://schemas.microsoft.com/office/drawing/2014/main" id="{A89091B6-E08A-7B50-64F7-55C7C060B8D9}"/>
              </a:ext>
            </a:extLst>
          </p:cNvPr>
          <p:cNvSpPr txBox="1">
            <a:spLocks/>
          </p:cNvSpPr>
          <p:nvPr/>
        </p:nvSpPr>
        <p:spPr>
          <a:xfrm>
            <a:off x="479425" y="4657419"/>
            <a:ext cx="2316407" cy="1386775"/>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400"/>
              </a:spcBef>
              <a:spcAft>
                <a:spcPts val="400"/>
              </a:spcAft>
            </a:pPr>
            <a:r>
              <a:rPr lang="de-DE" dirty="0">
                <a:ln w="6350">
                  <a:noFill/>
                </a:ln>
                <a:solidFill>
                  <a:schemeClr val="accent2"/>
                </a:solidFill>
                <a:latin typeface="+mj-lt"/>
              </a:rPr>
              <a:t>Tipp:</a:t>
            </a:r>
          </a:p>
          <a:p>
            <a:pPr>
              <a:spcBef>
                <a:spcPts val="400"/>
              </a:spcBef>
              <a:spcAft>
                <a:spcPts val="400"/>
              </a:spcAft>
            </a:pPr>
            <a:r>
              <a:rPr lang="de-DE" sz="900" dirty="0">
                <a:solidFill>
                  <a:schemeClr val="bg1"/>
                </a:solidFill>
                <a:latin typeface="+mn-lt"/>
              </a:rPr>
              <a:t>Statt des </a:t>
            </a:r>
            <a:r>
              <a:rPr lang="de-DE" sz="900" dirty="0" err="1">
                <a:solidFill>
                  <a:schemeClr val="bg1"/>
                </a:solidFill>
                <a:latin typeface="+mn-lt"/>
              </a:rPr>
              <a:t>Sparkles</a:t>
            </a:r>
            <a:r>
              <a:rPr lang="de-DE" sz="900" dirty="0">
                <a:solidFill>
                  <a:schemeClr val="bg1"/>
                </a:solidFill>
                <a:latin typeface="+mn-lt"/>
              </a:rPr>
              <a:t> ein anderes Icon mittig vom Abstandskreis platzieren und beides auf die gewünschte Folie kopieren</a:t>
            </a:r>
          </a:p>
        </p:txBody>
      </p:sp>
    </p:spTree>
    <p:extLst>
      <p:ext uri="{BB962C8B-B14F-4D97-AF65-F5344CB8AC3E}">
        <p14:creationId xmlns:p14="http://schemas.microsoft.com/office/powerpoint/2010/main" val="18130297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E549ECD4-135F-0ADE-3E47-D4F250434173}"/>
              </a:ext>
            </a:extLst>
          </p:cNvPr>
          <p:cNvSpPr>
            <a:spLocks noGrp="1"/>
          </p:cNvSpPr>
          <p:nvPr>
            <p:ph type="title"/>
          </p:nvPr>
        </p:nvSpPr>
        <p:spPr/>
        <p:txBody>
          <a:bodyPr/>
          <a:lstStyle/>
          <a:p>
            <a:r>
              <a:rPr lang="de-DE" dirty="0"/>
              <a:t>Icons groß</a:t>
            </a:r>
          </a:p>
        </p:txBody>
      </p:sp>
      <p:sp>
        <p:nvSpPr>
          <p:cNvPr id="3" name="Datumsplatzhalter 2">
            <a:extLst>
              <a:ext uri="{FF2B5EF4-FFF2-40B4-BE49-F238E27FC236}">
                <a16:creationId xmlns:a16="http://schemas.microsoft.com/office/drawing/2014/main" id="{83520195-1703-889C-F15A-220FB005A2B6}"/>
              </a:ext>
            </a:extLst>
          </p:cNvPr>
          <p:cNvSpPr>
            <a:spLocks noGrp="1"/>
          </p:cNvSpPr>
          <p:nvPr>
            <p:ph type="dt" sz="half" idx="10"/>
          </p:nvPr>
        </p:nvSpPr>
        <p:spPr/>
        <p:txBody>
          <a:bodyPr/>
          <a:lstStyle/>
          <a:p>
            <a:fld id="{6AD0C3D8-42C6-5942-8EC4-711417AF2694}" type="datetime1">
              <a:rPr lang="de-DE"/>
              <a:t>22.06.2026</a:t>
            </a:fld>
            <a:endParaRPr lang="de-DE"/>
          </a:p>
        </p:txBody>
      </p:sp>
      <p:sp>
        <p:nvSpPr>
          <p:cNvPr id="4" name="Fußzeilenplatzhalter 3">
            <a:extLst>
              <a:ext uri="{FF2B5EF4-FFF2-40B4-BE49-F238E27FC236}">
                <a16:creationId xmlns:a16="http://schemas.microsoft.com/office/drawing/2014/main" id="{0F42379B-FF41-B65A-337B-0437006F11C9}"/>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C9EFB834-91F0-EF4E-D1BE-AC8A6A22612B}"/>
              </a:ext>
            </a:extLst>
          </p:cNvPr>
          <p:cNvSpPr>
            <a:spLocks noGrp="1"/>
          </p:cNvSpPr>
          <p:nvPr>
            <p:ph type="sldNum" sz="quarter" idx="12"/>
          </p:nvPr>
        </p:nvSpPr>
        <p:spPr/>
        <p:txBody>
          <a:bodyPr/>
          <a:lstStyle/>
          <a:p>
            <a:fld id="{D188B27D-4802-6948-A101-6CF6A7142FF4}" type="slidenum">
              <a:rPr lang="de-DE" smtClean="0"/>
              <a:pPr/>
              <a:t>61</a:t>
            </a:fld>
            <a:endParaRPr lang="de-DE"/>
          </a:p>
        </p:txBody>
      </p:sp>
      <p:grpSp>
        <p:nvGrpSpPr>
          <p:cNvPr id="16" name="Grafik 13">
            <a:extLst>
              <a:ext uri="{FF2B5EF4-FFF2-40B4-BE49-F238E27FC236}">
                <a16:creationId xmlns:a16="http://schemas.microsoft.com/office/drawing/2014/main" id="{42CFC22F-01EF-44F0-18DB-F9C19AE97F3B}"/>
              </a:ext>
            </a:extLst>
          </p:cNvPr>
          <p:cNvGrpSpPr/>
          <p:nvPr/>
        </p:nvGrpSpPr>
        <p:grpSpPr>
          <a:xfrm>
            <a:off x="3329202" y="2492529"/>
            <a:ext cx="539822" cy="539795"/>
            <a:chOff x="5015337" y="1664854"/>
            <a:chExt cx="648166" cy="648134"/>
          </a:xfrm>
          <a:solidFill>
            <a:srgbClr val="FFFFFF"/>
          </a:solidFill>
        </p:grpSpPr>
        <p:sp>
          <p:nvSpPr>
            <p:cNvPr id="17" name="Freihandform 16">
              <a:extLst>
                <a:ext uri="{FF2B5EF4-FFF2-40B4-BE49-F238E27FC236}">
                  <a16:creationId xmlns:a16="http://schemas.microsoft.com/office/drawing/2014/main" id="{6B48EC82-9200-2519-AD43-5D1F92D87C3F}"/>
                </a:ext>
              </a:extLst>
            </p:cNvPr>
            <p:cNvSpPr/>
            <p:nvPr/>
          </p:nvSpPr>
          <p:spPr>
            <a:xfrm>
              <a:off x="5015337" y="1664854"/>
              <a:ext cx="250080" cy="249151"/>
            </a:xfrm>
            <a:custGeom>
              <a:avLst/>
              <a:gdLst>
                <a:gd name="connsiteX0" fmla="*/ 238112 w 250080"/>
                <a:gd name="connsiteY0" fmla="*/ 0 h 249151"/>
                <a:gd name="connsiteX1" fmla="*/ 82522 w 250080"/>
                <a:gd name="connsiteY1" fmla="*/ 0 h 249151"/>
                <a:gd name="connsiteX2" fmla="*/ 24159 w 250080"/>
                <a:gd name="connsiteY2" fmla="*/ 24179 h 249151"/>
                <a:gd name="connsiteX3" fmla="*/ 0 w 250080"/>
                <a:gd name="connsiteY3" fmla="*/ 82539 h 249151"/>
                <a:gd name="connsiteX4" fmla="*/ 0 w 250080"/>
                <a:gd name="connsiteY4" fmla="*/ 237177 h 249151"/>
                <a:gd name="connsiteX5" fmla="*/ 11976 w 250080"/>
                <a:gd name="connsiteY5" fmla="*/ 249151 h 249151"/>
                <a:gd name="connsiteX6" fmla="*/ 23952 w 250080"/>
                <a:gd name="connsiteY6" fmla="*/ 237177 h 249151"/>
                <a:gd name="connsiteX7" fmla="*/ 23952 w 250080"/>
                <a:gd name="connsiteY7" fmla="*/ 82539 h 249151"/>
                <a:gd name="connsiteX8" fmla="*/ 41101 w 250080"/>
                <a:gd name="connsiteY8" fmla="*/ 41118 h 249151"/>
                <a:gd name="connsiteX9" fmla="*/ 82522 w 250080"/>
                <a:gd name="connsiteY9" fmla="*/ 23956 h 249151"/>
                <a:gd name="connsiteX10" fmla="*/ 238104 w 250080"/>
                <a:gd name="connsiteY10" fmla="*/ 23956 h 249151"/>
                <a:gd name="connsiteX11" fmla="*/ 250080 w 250080"/>
                <a:gd name="connsiteY11" fmla="*/ 11982 h 249151"/>
                <a:gd name="connsiteX12" fmla="*/ 238104 w 250080"/>
                <a:gd name="connsiteY12" fmla="*/ 8 h 249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50080" h="249151">
                  <a:moveTo>
                    <a:pt x="238112" y="0"/>
                  </a:moveTo>
                  <a:lnTo>
                    <a:pt x="82522" y="0"/>
                  </a:lnTo>
                  <a:cubicBezTo>
                    <a:pt x="60478" y="0"/>
                    <a:pt x="39752" y="8589"/>
                    <a:pt x="24159" y="24179"/>
                  </a:cubicBezTo>
                  <a:cubicBezTo>
                    <a:pt x="8567" y="39769"/>
                    <a:pt x="-8" y="60500"/>
                    <a:pt x="0" y="82539"/>
                  </a:cubicBezTo>
                  <a:lnTo>
                    <a:pt x="0" y="237177"/>
                  </a:lnTo>
                  <a:cubicBezTo>
                    <a:pt x="0" y="243787"/>
                    <a:pt x="5357" y="249151"/>
                    <a:pt x="11976" y="249151"/>
                  </a:cubicBezTo>
                  <a:cubicBezTo>
                    <a:pt x="18595" y="249151"/>
                    <a:pt x="23952" y="243787"/>
                    <a:pt x="23952" y="237177"/>
                  </a:cubicBezTo>
                  <a:lnTo>
                    <a:pt x="23952" y="82539"/>
                  </a:lnTo>
                  <a:cubicBezTo>
                    <a:pt x="23952" y="66894"/>
                    <a:pt x="30043" y="52182"/>
                    <a:pt x="41101" y="41118"/>
                  </a:cubicBezTo>
                  <a:cubicBezTo>
                    <a:pt x="52159" y="30054"/>
                    <a:pt x="66873" y="23956"/>
                    <a:pt x="82522" y="23956"/>
                  </a:cubicBezTo>
                  <a:lnTo>
                    <a:pt x="238104" y="23956"/>
                  </a:lnTo>
                  <a:cubicBezTo>
                    <a:pt x="244723" y="23956"/>
                    <a:pt x="250080" y="18591"/>
                    <a:pt x="250080" y="11982"/>
                  </a:cubicBezTo>
                  <a:cubicBezTo>
                    <a:pt x="250080" y="5372"/>
                    <a:pt x="244723" y="8"/>
                    <a:pt x="238104" y="8"/>
                  </a:cubicBezTo>
                  <a:close/>
                </a:path>
              </a:pathLst>
            </a:custGeom>
            <a:solidFill>
              <a:srgbClr val="FFFFFF"/>
            </a:solidFill>
            <a:ln w="0" cap="flat">
              <a:noFill/>
              <a:prstDash val="solid"/>
              <a:miter/>
            </a:ln>
          </p:spPr>
          <p:txBody>
            <a:bodyPr rtlCol="0" anchor="ctr"/>
            <a:lstStyle/>
            <a:p>
              <a:endParaRPr lang="de-DE"/>
            </a:p>
          </p:txBody>
        </p:sp>
        <p:sp>
          <p:nvSpPr>
            <p:cNvPr id="18" name="Freihandform 17">
              <a:extLst>
                <a:ext uri="{FF2B5EF4-FFF2-40B4-BE49-F238E27FC236}">
                  <a16:creationId xmlns:a16="http://schemas.microsoft.com/office/drawing/2014/main" id="{ADFADBC4-A482-BA23-46A7-249C7121BA05}"/>
                </a:ext>
              </a:extLst>
            </p:cNvPr>
            <p:cNvSpPr/>
            <p:nvPr/>
          </p:nvSpPr>
          <p:spPr>
            <a:xfrm>
              <a:off x="5015337" y="2063869"/>
              <a:ext cx="250048" cy="249119"/>
            </a:xfrm>
            <a:custGeom>
              <a:avLst/>
              <a:gdLst>
                <a:gd name="connsiteX0" fmla="*/ 238081 w 250048"/>
                <a:gd name="connsiteY0" fmla="*/ 225172 h 249119"/>
                <a:gd name="connsiteX1" fmla="*/ 82498 w 250048"/>
                <a:gd name="connsiteY1" fmla="*/ 225172 h 249119"/>
                <a:gd name="connsiteX2" fmla="*/ 41093 w 250048"/>
                <a:gd name="connsiteY2" fmla="*/ 208017 h 249119"/>
                <a:gd name="connsiteX3" fmla="*/ 23952 w 250048"/>
                <a:gd name="connsiteY3" fmla="*/ 166612 h 249119"/>
                <a:gd name="connsiteX4" fmla="*/ 23952 w 250048"/>
                <a:gd name="connsiteY4" fmla="*/ 11974 h 249119"/>
                <a:gd name="connsiteX5" fmla="*/ 11976 w 250048"/>
                <a:gd name="connsiteY5" fmla="*/ 0 h 249119"/>
                <a:gd name="connsiteX6" fmla="*/ 0 w 250048"/>
                <a:gd name="connsiteY6" fmla="*/ 11974 h 249119"/>
                <a:gd name="connsiteX7" fmla="*/ 0 w 250048"/>
                <a:gd name="connsiteY7" fmla="*/ 166612 h 249119"/>
                <a:gd name="connsiteX8" fmla="*/ 24151 w 250048"/>
                <a:gd name="connsiteY8" fmla="*/ 224948 h 249119"/>
                <a:gd name="connsiteX9" fmla="*/ 82522 w 250048"/>
                <a:gd name="connsiteY9" fmla="*/ 249119 h 249119"/>
                <a:gd name="connsiteX10" fmla="*/ 238072 w 250048"/>
                <a:gd name="connsiteY10" fmla="*/ 249119 h 249119"/>
                <a:gd name="connsiteX11" fmla="*/ 250048 w 250048"/>
                <a:gd name="connsiteY11" fmla="*/ 237145 h 249119"/>
                <a:gd name="connsiteX12" fmla="*/ 238072 w 250048"/>
                <a:gd name="connsiteY12" fmla="*/ 225172 h 249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50048" h="249119">
                  <a:moveTo>
                    <a:pt x="238081" y="225172"/>
                  </a:moveTo>
                  <a:lnTo>
                    <a:pt x="82498" y="225172"/>
                  </a:lnTo>
                  <a:cubicBezTo>
                    <a:pt x="66857" y="225172"/>
                    <a:pt x="52151" y="219073"/>
                    <a:pt x="41093" y="208017"/>
                  </a:cubicBezTo>
                  <a:cubicBezTo>
                    <a:pt x="30035" y="196953"/>
                    <a:pt x="23952" y="182249"/>
                    <a:pt x="23952" y="166612"/>
                  </a:cubicBezTo>
                  <a:lnTo>
                    <a:pt x="23952" y="11974"/>
                  </a:lnTo>
                  <a:cubicBezTo>
                    <a:pt x="23952" y="5364"/>
                    <a:pt x="18595" y="0"/>
                    <a:pt x="11976" y="0"/>
                  </a:cubicBezTo>
                  <a:cubicBezTo>
                    <a:pt x="5357" y="0"/>
                    <a:pt x="0" y="5364"/>
                    <a:pt x="0" y="11974"/>
                  </a:cubicBezTo>
                  <a:lnTo>
                    <a:pt x="0" y="166612"/>
                  </a:lnTo>
                  <a:cubicBezTo>
                    <a:pt x="0" y="188643"/>
                    <a:pt x="8575" y="209358"/>
                    <a:pt x="24151" y="224948"/>
                  </a:cubicBezTo>
                  <a:cubicBezTo>
                    <a:pt x="39728" y="240538"/>
                    <a:pt x="60446" y="249111"/>
                    <a:pt x="82522" y="249119"/>
                  </a:cubicBezTo>
                  <a:lnTo>
                    <a:pt x="238072" y="249119"/>
                  </a:lnTo>
                  <a:cubicBezTo>
                    <a:pt x="244691" y="249119"/>
                    <a:pt x="250048" y="243755"/>
                    <a:pt x="250048" y="237145"/>
                  </a:cubicBezTo>
                  <a:cubicBezTo>
                    <a:pt x="250048" y="230536"/>
                    <a:pt x="244691" y="225172"/>
                    <a:pt x="238072" y="225172"/>
                  </a:cubicBezTo>
                  <a:close/>
                </a:path>
              </a:pathLst>
            </a:custGeom>
            <a:solidFill>
              <a:srgbClr val="FFFFFF"/>
            </a:solidFill>
            <a:ln w="0" cap="flat">
              <a:noFill/>
              <a:prstDash val="solid"/>
              <a:miter/>
            </a:ln>
          </p:spPr>
          <p:txBody>
            <a:bodyPr rtlCol="0" anchor="ctr"/>
            <a:lstStyle/>
            <a:p>
              <a:endParaRPr lang="de-DE"/>
            </a:p>
          </p:txBody>
        </p:sp>
        <p:sp>
          <p:nvSpPr>
            <p:cNvPr id="19" name="Freihandform 18">
              <a:extLst>
                <a:ext uri="{FF2B5EF4-FFF2-40B4-BE49-F238E27FC236}">
                  <a16:creationId xmlns:a16="http://schemas.microsoft.com/office/drawing/2014/main" id="{66EDACC9-FFB7-6DC3-A3D1-CB0A18513CD3}"/>
                </a:ext>
              </a:extLst>
            </p:cNvPr>
            <p:cNvSpPr/>
            <p:nvPr/>
          </p:nvSpPr>
          <p:spPr>
            <a:xfrm>
              <a:off x="5415339" y="1664854"/>
              <a:ext cx="248156" cy="249151"/>
            </a:xfrm>
            <a:custGeom>
              <a:avLst/>
              <a:gdLst>
                <a:gd name="connsiteX0" fmla="*/ 223997 w 248156"/>
                <a:gd name="connsiteY0" fmla="*/ 24179 h 249151"/>
                <a:gd name="connsiteX1" fmla="*/ 165634 w 248156"/>
                <a:gd name="connsiteY1" fmla="*/ 0 h 249151"/>
                <a:gd name="connsiteX2" fmla="*/ 11976 w 248156"/>
                <a:gd name="connsiteY2" fmla="*/ 0 h 249151"/>
                <a:gd name="connsiteX3" fmla="*/ 0 w 248156"/>
                <a:gd name="connsiteY3" fmla="*/ 11974 h 249151"/>
                <a:gd name="connsiteX4" fmla="*/ 11976 w 248156"/>
                <a:gd name="connsiteY4" fmla="*/ 23948 h 249151"/>
                <a:gd name="connsiteX5" fmla="*/ 165627 w 248156"/>
                <a:gd name="connsiteY5" fmla="*/ 23948 h 249151"/>
                <a:gd name="connsiteX6" fmla="*/ 224204 w 248156"/>
                <a:gd name="connsiteY6" fmla="*/ 82539 h 249151"/>
                <a:gd name="connsiteX7" fmla="*/ 224204 w 248156"/>
                <a:gd name="connsiteY7" fmla="*/ 237177 h 249151"/>
                <a:gd name="connsiteX8" fmla="*/ 236180 w 248156"/>
                <a:gd name="connsiteY8" fmla="*/ 249151 h 249151"/>
                <a:gd name="connsiteX9" fmla="*/ 248156 w 248156"/>
                <a:gd name="connsiteY9" fmla="*/ 237177 h 249151"/>
                <a:gd name="connsiteX10" fmla="*/ 248156 w 248156"/>
                <a:gd name="connsiteY10" fmla="*/ 82539 h 249151"/>
                <a:gd name="connsiteX11" fmla="*/ 223989 w 248156"/>
                <a:gd name="connsiteY11" fmla="*/ 24179 h 249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8156" h="249151">
                  <a:moveTo>
                    <a:pt x="223997" y="24179"/>
                  </a:moveTo>
                  <a:cubicBezTo>
                    <a:pt x="208412" y="8589"/>
                    <a:pt x="187686" y="8"/>
                    <a:pt x="165634" y="0"/>
                  </a:cubicBezTo>
                  <a:lnTo>
                    <a:pt x="11976" y="0"/>
                  </a:lnTo>
                  <a:cubicBezTo>
                    <a:pt x="5357" y="0"/>
                    <a:pt x="0" y="5364"/>
                    <a:pt x="0" y="11974"/>
                  </a:cubicBezTo>
                  <a:cubicBezTo>
                    <a:pt x="0" y="18583"/>
                    <a:pt x="5357" y="23948"/>
                    <a:pt x="11976" y="23948"/>
                  </a:cubicBezTo>
                  <a:lnTo>
                    <a:pt x="165627" y="23948"/>
                  </a:lnTo>
                  <a:cubicBezTo>
                    <a:pt x="197929" y="23948"/>
                    <a:pt x="224212" y="50234"/>
                    <a:pt x="224204" y="82539"/>
                  </a:cubicBezTo>
                  <a:lnTo>
                    <a:pt x="224204" y="237177"/>
                  </a:lnTo>
                  <a:cubicBezTo>
                    <a:pt x="224204" y="243787"/>
                    <a:pt x="229562" y="249151"/>
                    <a:pt x="236180" y="249151"/>
                  </a:cubicBezTo>
                  <a:cubicBezTo>
                    <a:pt x="242799" y="249151"/>
                    <a:pt x="248156" y="243787"/>
                    <a:pt x="248156" y="237177"/>
                  </a:cubicBezTo>
                  <a:lnTo>
                    <a:pt x="248156" y="82539"/>
                  </a:lnTo>
                  <a:cubicBezTo>
                    <a:pt x="248156" y="60500"/>
                    <a:pt x="239582" y="39777"/>
                    <a:pt x="223989" y="24179"/>
                  </a:cubicBezTo>
                  <a:close/>
                </a:path>
              </a:pathLst>
            </a:custGeom>
            <a:solidFill>
              <a:srgbClr val="FFFFFF"/>
            </a:solidFill>
            <a:ln w="0" cap="flat">
              <a:noFill/>
              <a:prstDash val="solid"/>
              <a:miter/>
            </a:ln>
          </p:spPr>
          <p:txBody>
            <a:bodyPr rtlCol="0" anchor="ctr"/>
            <a:lstStyle/>
            <a:p>
              <a:endParaRPr lang="de-DE"/>
            </a:p>
          </p:txBody>
        </p:sp>
        <p:sp>
          <p:nvSpPr>
            <p:cNvPr id="20" name="Freihandform 19">
              <a:extLst>
                <a:ext uri="{FF2B5EF4-FFF2-40B4-BE49-F238E27FC236}">
                  <a16:creationId xmlns:a16="http://schemas.microsoft.com/office/drawing/2014/main" id="{40356B22-F8BE-D3A0-2310-5B69B558DAF0}"/>
                </a:ext>
              </a:extLst>
            </p:cNvPr>
            <p:cNvSpPr/>
            <p:nvPr/>
          </p:nvSpPr>
          <p:spPr>
            <a:xfrm>
              <a:off x="5415347" y="2063869"/>
              <a:ext cx="248156" cy="249119"/>
            </a:xfrm>
            <a:custGeom>
              <a:avLst/>
              <a:gdLst>
                <a:gd name="connsiteX0" fmla="*/ 236180 w 248156"/>
                <a:gd name="connsiteY0" fmla="*/ 0 h 249119"/>
                <a:gd name="connsiteX1" fmla="*/ 224204 w 248156"/>
                <a:gd name="connsiteY1" fmla="*/ 11974 h 249119"/>
                <a:gd name="connsiteX2" fmla="*/ 224204 w 248156"/>
                <a:gd name="connsiteY2" fmla="*/ 166612 h 249119"/>
                <a:gd name="connsiteX3" fmla="*/ 165634 w 248156"/>
                <a:gd name="connsiteY3" fmla="*/ 225172 h 249119"/>
                <a:gd name="connsiteX4" fmla="*/ 11976 w 248156"/>
                <a:gd name="connsiteY4" fmla="*/ 225172 h 249119"/>
                <a:gd name="connsiteX5" fmla="*/ 0 w 248156"/>
                <a:gd name="connsiteY5" fmla="*/ 237145 h 249119"/>
                <a:gd name="connsiteX6" fmla="*/ 11976 w 248156"/>
                <a:gd name="connsiteY6" fmla="*/ 249119 h 249119"/>
                <a:gd name="connsiteX7" fmla="*/ 165634 w 248156"/>
                <a:gd name="connsiteY7" fmla="*/ 249119 h 249119"/>
                <a:gd name="connsiteX8" fmla="*/ 248156 w 248156"/>
                <a:gd name="connsiteY8" fmla="*/ 166612 h 249119"/>
                <a:gd name="connsiteX9" fmla="*/ 248156 w 248156"/>
                <a:gd name="connsiteY9" fmla="*/ 11974 h 249119"/>
                <a:gd name="connsiteX10" fmla="*/ 236180 w 248156"/>
                <a:gd name="connsiteY10" fmla="*/ 0 h 249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8156" h="249119">
                  <a:moveTo>
                    <a:pt x="236180" y="0"/>
                  </a:moveTo>
                  <a:cubicBezTo>
                    <a:pt x="229562" y="0"/>
                    <a:pt x="224204" y="5364"/>
                    <a:pt x="224204" y="11974"/>
                  </a:cubicBezTo>
                  <a:lnTo>
                    <a:pt x="224204" y="166612"/>
                  </a:lnTo>
                  <a:cubicBezTo>
                    <a:pt x="224204" y="198901"/>
                    <a:pt x="197929" y="225172"/>
                    <a:pt x="165634" y="225172"/>
                  </a:cubicBezTo>
                  <a:lnTo>
                    <a:pt x="11976" y="225172"/>
                  </a:lnTo>
                  <a:cubicBezTo>
                    <a:pt x="5357" y="225172"/>
                    <a:pt x="0" y="230536"/>
                    <a:pt x="0" y="237145"/>
                  </a:cubicBezTo>
                  <a:cubicBezTo>
                    <a:pt x="0" y="243755"/>
                    <a:pt x="5357" y="249119"/>
                    <a:pt x="11976" y="249119"/>
                  </a:cubicBezTo>
                  <a:lnTo>
                    <a:pt x="165634" y="249119"/>
                  </a:lnTo>
                  <a:cubicBezTo>
                    <a:pt x="211143" y="249119"/>
                    <a:pt x="248156" y="212104"/>
                    <a:pt x="248156" y="166612"/>
                  </a:cubicBezTo>
                  <a:lnTo>
                    <a:pt x="248156" y="11974"/>
                  </a:lnTo>
                  <a:cubicBezTo>
                    <a:pt x="248156" y="5364"/>
                    <a:pt x="242799" y="0"/>
                    <a:pt x="236180" y="0"/>
                  </a:cubicBezTo>
                  <a:close/>
                </a:path>
              </a:pathLst>
            </a:custGeom>
            <a:solidFill>
              <a:srgbClr val="FFFFFF"/>
            </a:solidFill>
            <a:ln w="0" cap="flat">
              <a:noFill/>
              <a:prstDash val="solid"/>
              <a:miter/>
            </a:ln>
          </p:spPr>
          <p:txBody>
            <a:bodyPr rtlCol="0" anchor="ctr"/>
            <a:lstStyle/>
            <a:p>
              <a:endParaRPr lang="de-DE"/>
            </a:p>
          </p:txBody>
        </p:sp>
      </p:grpSp>
      <p:grpSp>
        <p:nvGrpSpPr>
          <p:cNvPr id="21" name="Grafik 13">
            <a:extLst>
              <a:ext uri="{FF2B5EF4-FFF2-40B4-BE49-F238E27FC236}">
                <a16:creationId xmlns:a16="http://schemas.microsoft.com/office/drawing/2014/main" id="{100D643C-EAE2-064A-73A4-7B3A30601726}"/>
              </a:ext>
            </a:extLst>
          </p:cNvPr>
          <p:cNvGrpSpPr/>
          <p:nvPr/>
        </p:nvGrpSpPr>
        <p:grpSpPr>
          <a:xfrm>
            <a:off x="7068191" y="2486243"/>
            <a:ext cx="552509" cy="552367"/>
            <a:chOff x="9927172" y="1657270"/>
            <a:chExt cx="663399" cy="663229"/>
          </a:xfrm>
          <a:solidFill>
            <a:srgbClr val="FFFFFF"/>
          </a:solidFill>
        </p:grpSpPr>
        <p:sp>
          <p:nvSpPr>
            <p:cNvPr id="22" name="Freihandform 21">
              <a:extLst>
                <a:ext uri="{FF2B5EF4-FFF2-40B4-BE49-F238E27FC236}">
                  <a16:creationId xmlns:a16="http://schemas.microsoft.com/office/drawing/2014/main" id="{9BE6AE8E-4F88-FAD1-5488-D1C3F21293F7}"/>
                </a:ext>
              </a:extLst>
            </p:cNvPr>
            <p:cNvSpPr/>
            <p:nvPr/>
          </p:nvSpPr>
          <p:spPr>
            <a:xfrm>
              <a:off x="9927172" y="1657270"/>
              <a:ext cx="515449" cy="515328"/>
            </a:xfrm>
            <a:custGeom>
              <a:avLst/>
              <a:gdLst>
                <a:gd name="connsiteX0" fmla="*/ 515449 w 515449"/>
                <a:gd name="connsiteY0" fmla="*/ 431097 h 515328"/>
                <a:gd name="connsiteX1" fmla="*/ 515449 w 515449"/>
                <a:gd name="connsiteY1" fmla="*/ 84248 h 515328"/>
                <a:gd name="connsiteX2" fmla="*/ 431195 w 515449"/>
                <a:gd name="connsiteY2" fmla="*/ 0 h 515328"/>
                <a:gd name="connsiteX3" fmla="*/ 84334 w 515449"/>
                <a:gd name="connsiteY3" fmla="*/ 0 h 515328"/>
                <a:gd name="connsiteX4" fmla="*/ 0 w 515449"/>
                <a:gd name="connsiteY4" fmla="*/ 84248 h 515328"/>
                <a:gd name="connsiteX5" fmla="*/ 0 w 515449"/>
                <a:gd name="connsiteY5" fmla="*/ 431097 h 515328"/>
                <a:gd name="connsiteX6" fmla="*/ 84334 w 515449"/>
                <a:gd name="connsiteY6" fmla="*/ 515329 h 515328"/>
                <a:gd name="connsiteX7" fmla="*/ 431212 w 515449"/>
                <a:gd name="connsiteY7" fmla="*/ 515329 h 515328"/>
                <a:gd name="connsiteX8" fmla="*/ 515449 w 515449"/>
                <a:gd name="connsiteY8" fmla="*/ 431097 h 515328"/>
                <a:gd name="connsiteX9" fmla="*/ 84334 w 515449"/>
                <a:gd name="connsiteY9" fmla="*/ 491381 h 515328"/>
                <a:gd name="connsiteX10" fmla="*/ 23952 w 515449"/>
                <a:gd name="connsiteY10" fmla="*/ 431081 h 515328"/>
                <a:gd name="connsiteX11" fmla="*/ 23952 w 515449"/>
                <a:gd name="connsiteY11" fmla="*/ 84264 h 515328"/>
                <a:gd name="connsiteX12" fmla="*/ 84334 w 515449"/>
                <a:gd name="connsiteY12" fmla="*/ 23948 h 515328"/>
                <a:gd name="connsiteX13" fmla="*/ 431195 w 515449"/>
                <a:gd name="connsiteY13" fmla="*/ 23948 h 515328"/>
                <a:gd name="connsiteX14" fmla="*/ 491497 w 515449"/>
                <a:gd name="connsiteY14" fmla="*/ 84248 h 515328"/>
                <a:gd name="connsiteX15" fmla="*/ 491497 w 515449"/>
                <a:gd name="connsiteY15" fmla="*/ 431065 h 515328"/>
                <a:gd name="connsiteX16" fmla="*/ 431195 w 515449"/>
                <a:gd name="connsiteY16" fmla="*/ 491381 h 515328"/>
                <a:gd name="connsiteX17" fmla="*/ 84334 w 515449"/>
                <a:gd name="connsiteY17" fmla="*/ 491381 h 5153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15449" h="515328">
                  <a:moveTo>
                    <a:pt x="515449" y="431097"/>
                  </a:moveTo>
                  <a:lnTo>
                    <a:pt x="515449" y="84248"/>
                  </a:lnTo>
                  <a:cubicBezTo>
                    <a:pt x="515449" y="37797"/>
                    <a:pt x="477653" y="0"/>
                    <a:pt x="431195" y="0"/>
                  </a:cubicBezTo>
                  <a:lnTo>
                    <a:pt x="84334" y="0"/>
                  </a:lnTo>
                  <a:cubicBezTo>
                    <a:pt x="37884" y="0"/>
                    <a:pt x="48" y="37781"/>
                    <a:pt x="0" y="84248"/>
                  </a:cubicBezTo>
                  <a:lnTo>
                    <a:pt x="0" y="431097"/>
                  </a:lnTo>
                  <a:cubicBezTo>
                    <a:pt x="56" y="477539"/>
                    <a:pt x="37884" y="515329"/>
                    <a:pt x="84334" y="515329"/>
                  </a:cubicBezTo>
                  <a:lnTo>
                    <a:pt x="431212" y="515329"/>
                  </a:lnTo>
                  <a:cubicBezTo>
                    <a:pt x="477605" y="515273"/>
                    <a:pt x="515394" y="477491"/>
                    <a:pt x="515449" y="431097"/>
                  </a:cubicBezTo>
                  <a:close/>
                  <a:moveTo>
                    <a:pt x="84334" y="491381"/>
                  </a:moveTo>
                  <a:cubicBezTo>
                    <a:pt x="51073" y="491381"/>
                    <a:pt x="23983" y="464320"/>
                    <a:pt x="23952" y="431081"/>
                  </a:cubicBezTo>
                  <a:lnTo>
                    <a:pt x="23952" y="84264"/>
                  </a:lnTo>
                  <a:cubicBezTo>
                    <a:pt x="23992" y="51008"/>
                    <a:pt x="51073" y="23948"/>
                    <a:pt x="84334" y="23948"/>
                  </a:cubicBezTo>
                  <a:lnTo>
                    <a:pt x="431195" y="23948"/>
                  </a:lnTo>
                  <a:cubicBezTo>
                    <a:pt x="464448" y="23948"/>
                    <a:pt x="491497" y="51001"/>
                    <a:pt x="491497" y="84248"/>
                  </a:cubicBezTo>
                  <a:lnTo>
                    <a:pt x="491497" y="431065"/>
                  </a:lnTo>
                  <a:cubicBezTo>
                    <a:pt x="491457" y="464280"/>
                    <a:pt x="464401" y="491341"/>
                    <a:pt x="431195" y="491381"/>
                  </a:cubicBezTo>
                  <a:lnTo>
                    <a:pt x="84334" y="491381"/>
                  </a:lnTo>
                  <a:close/>
                </a:path>
              </a:pathLst>
            </a:custGeom>
            <a:solidFill>
              <a:srgbClr val="FFFFFF"/>
            </a:solidFill>
            <a:ln w="0" cap="flat">
              <a:noFill/>
              <a:prstDash val="solid"/>
              <a:miter/>
            </a:ln>
          </p:spPr>
          <p:txBody>
            <a:bodyPr rtlCol="0" anchor="ctr"/>
            <a:lstStyle/>
            <a:p>
              <a:endParaRPr lang="de-DE"/>
            </a:p>
          </p:txBody>
        </p:sp>
        <p:sp>
          <p:nvSpPr>
            <p:cNvPr id="23" name="Freihandform 22">
              <a:extLst>
                <a:ext uri="{FF2B5EF4-FFF2-40B4-BE49-F238E27FC236}">
                  <a16:creationId xmlns:a16="http://schemas.microsoft.com/office/drawing/2014/main" id="{3CD978DB-841F-6068-85B6-6D680E2728BC}"/>
                </a:ext>
              </a:extLst>
            </p:cNvPr>
            <p:cNvSpPr/>
            <p:nvPr/>
          </p:nvSpPr>
          <p:spPr>
            <a:xfrm>
              <a:off x="10126897" y="1856985"/>
              <a:ext cx="463673" cy="463514"/>
            </a:xfrm>
            <a:custGeom>
              <a:avLst/>
              <a:gdLst>
                <a:gd name="connsiteX0" fmla="*/ 451698 w 463673"/>
                <a:gd name="connsiteY0" fmla="*/ 0 h 463514"/>
                <a:gd name="connsiteX1" fmla="*/ 439722 w 463673"/>
                <a:gd name="connsiteY1" fmla="*/ 11974 h 463514"/>
                <a:gd name="connsiteX2" fmla="*/ 439722 w 463673"/>
                <a:gd name="connsiteY2" fmla="*/ 379330 h 463514"/>
                <a:gd name="connsiteX3" fmla="*/ 422062 w 463673"/>
                <a:gd name="connsiteY3" fmla="*/ 421925 h 463514"/>
                <a:gd name="connsiteX4" fmla="*/ 379427 w 463673"/>
                <a:gd name="connsiteY4" fmla="*/ 439566 h 463514"/>
                <a:gd name="connsiteX5" fmla="*/ 11976 w 463673"/>
                <a:gd name="connsiteY5" fmla="*/ 439566 h 463514"/>
                <a:gd name="connsiteX6" fmla="*/ 0 w 463673"/>
                <a:gd name="connsiteY6" fmla="*/ 451540 h 463514"/>
                <a:gd name="connsiteX7" fmla="*/ 11976 w 463673"/>
                <a:gd name="connsiteY7" fmla="*/ 463514 h 463514"/>
                <a:gd name="connsiteX8" fmla="*/ 379459 w 463673"/>
                <a:gd name="connsiteY8" fmla="*/ 463514 h 463514"/>
                <a:gd name="connsiteX9" fmla="*/ 438996 w 463673"/>
                <a:gd name="connsiteY9" fmla="*/ 438864 h 463514"/>
                <a:gd name="connsiteX10" fmla="*/ 463673 w 463673"/>
                <a:gd name="connsiteY10" fmla="*/ 379330 h 463514"/>
                <a:gd name="connsiteX11" fmla="*/ 463673 w 463673"/>
                <a:gd name="connsiteY11" fmla="*/ 11974 h 463514"/>
                <a:gd name="connsiteX12" fmla="*/ 451698 w 463673"/>
                <a:gd name="connsiteY12" fmla="*/ 0 h 4635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63673" h="463514">
                  <a:moveTo>
                    <a:pt x="451698" y="0"/>
                  </a:moveTo>
                  <a:cubicBezTo>
                    <a:pt x="445087" y="0"/>
                    <a:pt x="439722" y="5364"/>
                    <a:pt x="439722" y="11974"/>
                  </a:cubicBezTo>
                  <a:lnTo>
                    <a:pt x="439722" y="379330"/>
                  </a:lnTo>
                  <a:cubicBezTo>
                    <a:pt x="439722" y="395423"/>
                    <a:pt x="433446" y="410550"/>
                    <a:pt x="422062" y="421925"/>
                  </a:cubicBezTo>
                  <a:cubicBezTo>
                    <a:pt x="410677" y="433308"/>
                    <a:pt x="395555" y="439566"/>
                    <a:pt x="379427" y="439566"/>
                  </a:cubicBezTo>
                  <a:lnTo>
                    <a:pt x="11976" y="439566"/>
                  </a:lnTo>
                  <a:cubicBezTo>
                    <a:pt x="5365" y="439566"/>
                    <a:pt x="0" y="444931"/>
                    <a:pt x="0" y="451540"/>
                  </a:cubicBezTo>
                  <a:cubicBezTo>
                    <a:pt x="0" y="458150"/>
                    <a:pt x="5365" y="463514"/>
                    <a:pt x="11976" y="463514"/>
                  </a:cubicBezTo>
                  <a:lnTo>
                    <a:pt x="379459" y="463514"/>
                  </a:lnTo>
                  <a:cubicBezTo>
                    <a:pt x="401942" y="463514"/>
                    <a:pt x="423091" y="454757"/>
                    <a:pt x="438996" y="438864"/>
                  </a:cubicBezTo>
                  <a:cubicBezTo>
                    <a:pt x="454899" y="422971"/>
                    <a:pt x="463666" y="401817"/>
                    <a:pt x="463673" y="379330"/>
                  </a:cubicBezTo>
                  <a:lnTo>
                    <a:pt x="463673" y="11974"/>
                  </a:lnTo>
                  <a:cubicBezTo>
                    <a:pt x="463673" y="5364"/>
                    <a:pt x="458308" y="0"/>
                    <a:pt x="451698" y="0"/>
                  </a:cubicBezTo>
                  <a:close/>
                </a:path>
              </a:pathLst>
            </a:custGeom>
            <a:solidFill>
              <a:srgbClr val="FFFFFF"/>
            </a:solidFill>
            <a:ln w="0" cap="flat">
              <a:noFill/>
              <a:prstDash val="solid"/>
              <a:miter/>
            </a:ln>
          </p:spPr>
          <p:txBody>
            <a:bodyPr rtlCol="0" anchor="ctr"/>
            <a:lstStyle/>
            <a:p>
              <a:endParaRPr lang="de-DE"/>
            </a:p>
          </p:txBody>
        </p:sp>
      </p:grpSp>
      <p:grpSp>
        <p:nvGrpSpPr>
          <p:cNvPr id="24" name="Grafik 13">
            <a:extLst>
              <a:ext uri="{FF2B5EF4-FFF2-40B4-BE49-F238E27FC236}">
                <a16:creationId xmlns:a16="http://schemas.microsoft.com/office/drawing/2014/main" id="{8664FF68-0576-FA3C-E402-54265A4D5C79}"/>
              </a:ext>
            </a:extLst>
          </p:cNvPr>
          <p:cNvGrpSpPr/>
          <p:nvPr/>
        </p:nvGrpSpPr>
        <p:grpSpPr>
          <a:xfrm>
            <a:off x="8331830" y="2469649"/>
            <a:ext cx="522118" cy="585555"/>
            <a:chOff x="11582839" y="1653415"/>
            <a:chExt cx="626909" cy="703078"/>
          </a:xfrm>
          <a:solidFill>
            <a:srgbClr val="FFFFFF"/>
          </a:solidFill>
        </p:grpSpPr>
        <p:sp>
          <p:nvSpPr>
            <p:cNvPr id="25" name="Freihandform 24">
              <a:extLst>
                <a:ext uri="{FF2B5EF4-FFF2-40B4-BE49-F238E27FC236}">
                  <a16:creationId xmlns:a16="http://schemas.microsoft.com/office/drawing/2014/main" id="{39EBBFA9-DE8E-84FE-C545-7E3E63232725}"/>
                </a:ext>
              </a:extLst>
            </p:cNvPr>
            <p:cNvSpPr/>
            <p:nvPr/>
          </p:nvSpPr>
          <p:spPr>
            <a:xfrm>
              <a:off x="11582839" y="1653415"/>
              <a:ext cx="626909" cy="336631"/>
            </a:xfrm>
            <a:custGeom>
              <a:avLst/>
              <a:gdLst>
                <a:gd name="connsiteX0" fmla="*/ 20987 w 626909"/>
                <a:gd name="connsiteY0" fmla="*/ 190655 h 336631"/>
                <a:gd name="connsiteX1" fmla="*/ 271907 w 626909"/>
                <a:gd name="connsiteY1" fmla="*/ 326837 h 336631"/>
                <a:gd name="connsiteX2" fmla="*/ 311514 w 626909"/>
                <a:gd name="connsiteY2" fmla="*/ 336568 h 336631"/>
                <a:gd name="connsiteX3" fmla="*/ 313279 w 626909"/>
                <a:gd name="connsiteY3" fmla="*/ 336632 h 336631"/>
                <a:gd name="connsiteX4" fmla="*/ 355346 w 626909"/>
                <a:gd name="connsiteY4" fmla="*/ 326677 h 336631"/>
                <a:gd name="connsiteX5" fmla="*/ 605938 w 626909"/>
                <a:gd name="connsiteY5" fmla="*/ 190703 h 336631"/>
                <a:gd name="connsiteX6" fmla="*/ 626904 w 626909"/>
                <a:gd name="connsiteY6" fmla="*/ 160609 h 336631"/>
                <a:gd name="connsiteX7" fmla="*/ 604093 w 626909"/>
                <a:gd name="connsiteY7" fmla="*/ 130914 h 336631"/>
                <a:gd name="connsiteX8" fmla="*/ 356424 w 626909"/>
                <a:gd name="connsiteY8" fmla="*/ 8701 h 336631"/>
                <a:gd name="connsiteX9" fmla="*/ 355666 w 626909"/>
                <a:gd name="connsiteY9" fmla="*/ 8358 h 336631"/>
                <a:gd name="connsiteX10" fmla="*/ 271364 w 626909"/>
                <a:gd name="connsiteY10" fmla="*/ 8358 h 336631"/>
                <a:gd name="connsiteX11" fmla="*/ 270613 w 626909"/>
                <a:gd name="connsiteY11" fmla="*/ 8693 h 336631"/>
                <a:gd name="connsiteX12" fmla="*/ 22864 w 626909"/>
                <a:gd name="connsiteY12" fmla="*/ 130850 h 336631"/>
                <a:gd name="connsiteX13" fmla="*/ 6 w 626909"/>
                <a:gd name="connsiteY13" fmla="*/ 160553 h 336631"/>
                <a:gd name="connsiteX14" fmla="*/ 21004 w 626909"/>
                <a:gd name="connsiteY14" fmla="*/ 190655 h 336631"/>
                <a:gd name="connsiteX15" fmla="*/ 33418 w 626909"/>
                <a:gd name="connsiteY15" fmla="*/ 152339 h 336631"/>
                <a:gd name="connsiteX16" fmla="*/ 280809 w 626909"/>
                <a:gd name="connsiteY16" fmla="*/ 30366 h 336631"/>
                <a:gd name="connsiteX17" fmla="*/ 346181 w 626909"/>
                <a:gd name="connsiteY17" fmla="*/ 30366 h 336631"/>
                <a:gd name="connsiteX18" fmla="*/ 593498 w 626909"/>
                <a:gd name="connsiteY18" fmla="*/ 152395 h 336631"/>
                <a:gd name="connsiteX19" fmla="*/ 602944 w 626909"/>
                <a:gd name="connsiteY19" fmla="*/ 161120 h 336631"/>
                <a:gd name="connsiteX20" fmla="*/ 594481 w 626909"/>
                <a:gd name="connsiteY20" fmla="*/ 169653 h 336631"/>
                <a:gd name="connsiteX21" fmla="*/ 344305 w 626909"/>
                <a:gd name="connsiteY21" fmla="*/ 305420 h 336631"/>
                <a:gd name="connsiteX22" fmla="*/ 314948 w 626909"/>
                <a:gd name="connsiteY22" fmla="*/ 312660 h 336631"/>
                <a:gd name="connsiteX23" fmla="*/ 314238 w 626909"/>
                <a:gd name="connsiteY23" fmla="*/ 312636 h 336631"/>
                <a:gd name="connsiteX24" fmla="*/ 314150 w 626909"/>
                <a:gd name="connsiteY24" fmla="*/ 312636 h 336631"/>
                <a:gd name="connsiteX25" fmla="*/ 282925 w 626909"/>
                <a:gd name="connsiteY25" fmla="*/ 305572 h 336631"/>
                <a:gd name="connsiteX26" fmla="*/ 32429 w 626909"/>
                <a:gd name="connsiteY26" fmla="*/ 169613 h 336631"/>
                <a:gd name="connsiteX27" fmla="*/ 23934 w 626909"/>
                <a:gd name="connsiteY27" fmla="*/ 161064 h 336631"/>
                <a:gd name="connsiteX28" fmla="*/ 33418 w 626909"/>
                <a:gd name="connsiteY28" fmla="*/ 152339 h 336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26909" h="336631">
                  <a:moveTo>
                    <a:pt x="20987" y="190655"/>
                  </a:moveTo>
                  <a:lnTo>
                    <a:pt x="271907" y="326837"/>
                  </a:lnTo>
                  <a:cubicBezTo>
                    <a:pt x="284186" y="332912"/>
                    <a:pt x="297822" y="336257"/>
                    <a:pt x="311514" y="336568"/>
                  </a:cubicBezTo>
                  <a:cubicBezTo>
                    <a:pt x="312090" y="336624"/>
                    <a:pt x="312665" y="336632"/>
                    <a:pt x="313279" y="336632"/>
                  </a:cubicBezTo>
                  <a:cubicBezTo>
                    <a:pt x="327658" y="336632"/>
                    <a:pt x="342054" y="333263"/>
                    <a:pt x="355346" y="326677"/>
                  </a:cubicBezTo>
                  <a:lnTo>
                    <a:pt x="605938" y="190703"/>
                  </a:lnTo>
                  <a:cubicBezTo>
                    <a:pt x="624516" y="180565"/>
                    <a:pt x="627047" y="167506"/>
                    <a:pt x="626904" y="160609"/>
                  </a:cubicBezTo>
                  <a:cubicBezTo>
                    <a:pt x="626744" y="153624"/>
                    <a:pt x="623582" y="140485"/>
                    <a:pt x="604093" y="130914"/>
                  </a:cubicBezTo>
                  <a:lnTo>
                    <a:pt x="356424" y="8701"/>
                  </a:lnTo>
                  <a:cubicBezTo>
                    <a:pt x="356176" y="8573"/>
                    <a:pt x="355929" y="8461"/>
                    <a:pt x="355666" y="8358"/>
                  </a:cubicBezTo>
                  <a:cubicBezTo>
                    <a:pt x="328488" y="-2786"/>
                    <a:pt x="298548" y="-2786"/>
                    <a:pt x="271364" y="8358"/>
                  </a:cubicBezTo>
                  <a:cubicBezTo>
                    <a:pt x="271108" y="8461"/>
                    <a:pt x="270860" y="8573"/>
                    <a:pt x="270613" y="8693"/>
                  </a:cubicBezTo>
                  <a:lnTo>
                    <a:pt x="22864" y="130850"/>
                  </a:lnTo>
                  <a:cubicBezTo>
                    <a:pt x="3328" y="140421"/>
                    <a:pt x="158" y="153568"/>
                    <a:pt x="6" y="160553"/>
                  </a:cubicBezTo>
                  <a:cubicBezTo>
                    <a:pt x="-146" y="167442"/>
                    <a:pt x="2385" y="180517"/>
                    <a:pt x="21004" y="190655"/>
                  </a:cubicBezTo>
                  <a:close/>
                  <a:moveTo>
                    <a:pt x="33418" y="152339"/>
                  </a:moveTo>
                  <a:lnTo>
                    <a:pt x="280809" y="30366"/>
                  </a:lnTo>
                  <a:cubicBezTo>
                    <a:pt x="301910" y="21824"/>
                    <a:pt x="325088" y="21824"/>
                    <a:pt x="346181" y="30366"/>
                  </a:cubicBezTo>
                  <a:lnTo>
                    <a:pt x="593498" y="152395"/>
                  </a:lnTo>
                  <a:cubicBezTo>
                    <a:pt x="599926" y="155548"/>
                    <a:pt x="602904" y="159132"/>
                    <a:pt x="602944" y="161120"/>
                  </a:cubicBezTo>
                  <a:cubicBezTo>
                    <a:pt x="602984" y="162987"/>
                    <a:pt x="600349" y="166460"/>
                    <a:pt x="594481" y="169653"/>
                  </a:cubicBezTo>
                  <a:lnTo>
                    <a:pt x="344305" y="305420"/>
                  </a:lnTo>
                  <a:cubicBezTo>
                    <a:pt x="335203" y="309922"/>
                    <a:pt x="325096" y="312413"/>
                    <a:pt x="314948" y="312660"/>
                  </a:cubicBezTo>
                  <a:cubicBezTo>
                    <a:pt x="314716" y="312644"/>
                    <a:pt x="314476" y="312636"/>
                    <a:pt x="314238" y="312636"/>
                  </a:cubicBezTo>
                  <a:lnTo>
                    <a:pt x="314150" y="312636"/>
                  </a:lnTo>
                  <a:cubicBezTo>
                    <a:pt x="303443" y="312524"/>
                    <a:pt x="292305" y="310201"/>
                    <a:pt x="282925" y="305572"/>
                  </a:cubicBezTo>
                  <a:lnTo>
                    <a:pt x="32429" y="169613"/>
                  </a:lnTo>
                  <a:cubicBezTo>
                    <a:pt x="26537" y="166404"/>
                    <a:pt x="23894" y="162932"/>
                    <a:pt x="23934" y="161064"/>
                  </a:cubicBezTo>
                  <a:cubicBezTo>
                    <a:pt x="23981" y="159076"/>
                    <a:pt x="26960" y="155508"/>
                    <a:pt x="33418" y="152339"/>
                  </a:cubicBezTo>
                  <a:close/>
                </a:path>
              </a:pathLst>
            </a:custGeom>
            <a:solidFill>
              <a:srgbClr val="FFFFFF"/>
            </a:solidFill>
            <a:ln w="0" cap="flat">
              <a:noFill/>
              <a:prstDash val="solid"/>
              <a:miter/>
            </a:ln>
          </p:spPr>
          <p:txBody>
            <a:bodyPr rtlCol="0" anchor="ctr"/>
            <a:lstStyle/>
            <a:p>
              <a:endParaRPr lang="de-DE"/>
            </a:p>
          </p:txBody>
        </p:sp>
        <p:sp>
          <p:nvSpPr>
            <p:cNvPr id="26" name="Freihandform 25">
              <a:extLst>
                <a:ext uri="{FF2B5EF4-FFF2-40B4-BE49-F238E27FC236}">
                  <a16:creationId xmlns:a16="http://schemas.microsoft.com/office/drawing/2014/main" id="{A4C11B37-5AFF-0BE6-46A4-95A4B3305B61}"/>
                </a:ext>
              </a:extLst>
            </p:cNvPr>
            <p:cNvSpPr/>
            <p:nvPr/>
          </p:nvSpPr>
          <p:spPr>
            <a:xfrm>
              <a:off x="11583158" y="1996610"/>
              <a:ext cx="626437" cy="176675"/>
            </a:xfrm>
            <a:custGeom>
              <a:avLst/>
              <a:gdLst>
                <a:gd name="connsiteX0" fmla="*/ 608731 w 626437"/>
                <a:gd name="connsiteY0" fmla="*/ 1458 h 176675"/>
                <a:gd name="connsiteX1" fmla="*/ 344096 w 626437"/>
                <a:gd name="connsiteY1" fmla="*/ 145440 h 176675"/>
                <a:gd name="connsiteX2" fmla="*/ 313279 w 626437"/>
                <a:gd name="connsiteY2" fmla="*/ 152720 h 176675"/>
                <a:gd name="connsiteX3" fmla="*/ 313048 w 626437"/>
                <a:gd name="connsiteY3" fmla="*/ 152720 h 176675"/>
                <a:gd name="connsiteX4" fmla="*/ 282700 w 626437"/>
                <a:gd name="connsiteY4" fmla="*/ 145663 h 176675"/>
                <a:gd name="connsiteX5" fmla="*/ 17698 w 626437"/>
                <a:gd name="connsiteY5" fmla="*/ 1458 h 176675"/>
                <a:gd name="connsiteX6" fmla="*/ 1459 w 626437"/>
                <a:gd name="connsiteY6" fmla="*/ 6256 h 176675"/>
                <a:gd name="connsiteX7" fmla="*/ 6257 w 626437"/>
                <a:gd name="connsiteY7" fmla="*/ 22493 h 176675"/>
                <a:gd name="connsiteX8" fmla="*/ 271690 w 626437"/>
                <a:gd name="connsiteY8" fmla="*/ 166929 h 176675"/>
                <a:gd name="connsiteX9" fmla="*/ 311865 w 626437"/>
                <a:gd name="connsiteY9" fmla="*/ 176659 h 176675"/>
                <a:gd name="connsiteX10" fmla="*/ 312871 w 626437"/>
                <a:gd name="connsiteY10" fmla="*/ 176675 h 176675"/>
                <a:gd name="connsiteX11" fmla="*/ 313510 w 626437"/>
                <a:gd name="connsiteY11" fmla="*/ 176675 h 176675"/>
                <a:gd name="connsiteX12" fmla="*/ 314612 w 626437"/>
                <a:gd name="connsiteY12" fmla="*/ 176659 h 176675"/>
                <a:gd name="connsiteX13" fmla="*/ 355123 w 626437"/>
                <a:gd name="connsiteY13" fmla="*/ 166705 h 176675"/>
                <a:gd name="connsiteX14" fmla="*/ 620181 w 626437"/>
                <a:gd name="connsiteY14" fmla="*/ 22500 h 176675"/>
                <a:gd name="connsiteX15" fmla="*/ 624979 w 626437"/>
                <a:gd name="connsiteY15" fmla="*/ 6264 h 176675"/>
                <a:gd name="connsiteX16" fmla="*/ 608740 w 626437"/>
                <a:gd name="connsiteY16" fmla="*/ 1467 h 176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26437" h="176675">
                  <a:moveTo>
                    <a:pt x="608731" y="1458"/>
                  </a:moveTo>
                  <a:lnTo>
                    <a:pt x="344096" y="145440"/>
                  </a:lnTo>
                  <a:cubicBezTo>
                    <a:pt x="334556" y="150149"/>
                    <a:pt x="323913" y="152656"/>
                    <a:pt x="313279" y="152720"/>
                  </a:cubicBezTo>
                  <a:lnTo>
                    <a:pt x="313048" y="152720"/>
                  </a:lnTo>
                  <a:cubicBezTo>
                    <a:pt x="302421" y="152648"/>
                    <a:pt x="291818" y="150149"/>
                    <a:pt x="282700" y="145663"/>
                  </a:cubicBezTo>
                  <a:lnTo>
                    <a:pt x="17698" y="1458"/>
                  </a:lnTo>
                  <a:cubicBezTo>
                    <a:pt x="11886" y="-1703"/>
                    <a:pt x="4612" y="445"/>
                    <a:pt x="1459" y="6256"/>
                  </a:cubicBezTo>
                  <a:cubicBezTo>
                    <a:pt x="-1703" y="12067"/>
                    <a:pt x="445" y="19339"/>
                    <a:pt x="6257" y="22493"/>
                  </a:cubicBezTo>
                  <a:lnTo>
                    <a:pt x="271690" y="166929"/>
                  </a:lnTo>
                  <a:cubicBezTo>
                    <a:pt x="284137" y="173067"/>
                    <a:pt x="297981" y="176412"/>
                    <a:pt x="311865" y="176659"/>
                  </a:cubicBezTo>
                  <a:cubicBezTo>
                    <a:pt x="312185" y="176675"/>
                    <a:pt x="312520" y="176675"/>
                    <a:pt x="312871" y="176675"/>
                  </a:cubicBezTo>
                  <a:cubicBezTo>
                    <a:pt x="313071" y="176675"/>
                    <a:pt x="313303" y="176675"/>
                    <a:pt x="313510" y="176675"/>
                  </a:cubicBezTo>
                  <a:cubicBezTo>
                    <a:pt x="313878" y="176675"/>
                    <a:pt x="314245" y="176675"/>
                    <a:pt x="314612" y="176659"/>
                  </a:cubicBezTo>
                  <a:cubicBezTo>
                    <a:pt x="328464" y="176404"/>
                    <a:pt x="342300" y="173043"/>
                    <a:pt x="355123" y="166705"/>
                  </a:cubicBezTo>
                  <a:lnTo>
                    <a:pt x="620181" y="22500"/>
                  </a:lnTo>
                  <a:cubicBezTo>
                    <a:pt x="625993" y="19339"/>
                    <a:pt x="628140" y="12067"/>
                    <a:pt x="624979" y="6264"/>
                  </a:cubicBezTo>
                  <a:cubicBezTo>
                    <a:pt x="621825" y="453"/>
                    <a:pt x="614544" y="-1679"/>
                    <a:pt x="608740" y="1467"/>
                  </a:cubicBezTo>
                  <a:close/>
                </a:path>
              </a:pathLst>
            </a:custGeom>
            <a:solidFill>
              <a:srgbClr val="FFFFFF"/>
            </a:solidFill>
            <a:ln w="0" cap="flat">
              <a:noFill/>
              <a:prstDash val="solid"/>
              <a:miter/>
            </a:ln>
          </p:spPr>
          <p:txBody>
            <a:bodyPr rtlCol="0" anchor="ctr"/>
            <a:lstStyle/>
            <a:p>
              <a:endParaRPr lang="de-DE"/>
            </a:p>
          </p:txBody>
        </p:sp>
        <p:sp>
          <p:nvSpPr>
            <p:cNvPr id="27" name="Freihandform 26">
              <a:extLst>
                <a:ext uri="{FF2B5EF4-FFF2-40B4-BE49-F238E27FC236}">
                  <a16:creationId xmlns:a16="http://schemas.microsoft.com/office/drawing/2014/main" id="{FAD3D284-537D-D2F8-BE84-F9D74CA8E458}"/>
                </a:ext>
              </a:extLst>
            </p:cNvPr>
            <p:cNvSpPr/>
            <p:nvPr/>
          </p:nvSpPr>
          <p:spPr>
            <a:xfrm>
              <a:off x="11583055" y="2179929"/>
              <a:ext cx="626631" cy="176563"/>
            </a:xfrm>
            <a:custGeom>
              <a:avLst/>
              <a:gdLst>
                <a:gd name="connsiteX0" fmla="*/ 608924 w 626631"/>
                <a:gd name="connsiteY0" fmla="*/ 1458 h 176563"/>
                <a:gd name="connsiteX1" fmla="*/ 344192 w 626631"/>
                <a:gd name="connsiteY1" fmla="*/ 145352 h 176563"/>
                <a:gd name="connsiteX2" fmla="*/ 313462 w 626631"/>
                <a:gd name="connsiteY2" fmla="*/ 152624 h 176563"/>
                <a:gd name="connsiteX3" fmla="*/ 313047 w 626631"/>
                <a:gd name="connsiteY3" fmla="*/ 152624 h 176563"/>
                <a:gd name="connsiteX4" fmla="*/ 282796 w 626631"/>
                <a:gd name="connsiteY4" fmla="*/ 145567 h 176563"/>
                <a:gd name="connsiteX5" fmla="*/ 17698 w 626631"/>
                <a:gd name="connsiteY5" fmla="*/ 1458 h 176563"/>
                <a:gd name="connsiteX6" fmla="*/ 1459 w 626631"/>
                <a:gd name="connsiteY6" fmla="*/ 6256 h 176563"/>
                <a:gd name="connsiteX7" fmla="*/ 6257 w 626631"/>
                <a:gd name="connsiteY7" fmla="*/ 22493 h 176563"/>
                <a:gd name="connsiteX8" fmla="*/ 271771 w 626631"/>
                <a:gd name="connsiteY8" fmla="*/ 166817 h 176563"/>
                <a:gd name="connsiteX9" fmla="*/ 312001 w 626631"/>
                <a:gd name="connsiteY9" fmla="*/ 176563 h 176563"/>
                <a:gd name="connsiteX10" fmla="*/ 313015 w 626631"/>
                <a:gd name="connsiteY10" fmla="*/ 176563 h 176563"/>
                <a:gd name="connsiteX11" fmla="*/ 313558 w 626631"/>
                <a:gd name="connsiteY11" fmla="*/ 176563 h 176563"/>
                <a:gd name="connsiteX12" fmla="*/ 314668 w 626631"/>
                <a:gd name="connsiteY12" fmla="*/ 176548 h 176563"/>
                <a:gd name="connsiteX13" fmla="*/ 355218 w 626631"/>
                <a:gd name="connsiteY13" fmla="*/ 166601 h 176563"/>
                <a:gd name="connsiteX14" fmla="*/ 620372 w 626631"/>
                <a:gd name="connsiteY14" fmla="*/ 22493 h 176563"/>
                <a:gd name="connsiteX15" fmla="*/ 625178 w 626631"/>
                <a:gd name="connsiteY15" fmla="*/ 6248 h 176563"/>
                <a:gd name="connsiteX16" fmla="*/ 608931 w 626631"/>
                <a:gd name="connsiteY16" fmla="*/ 1443 h 176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26631" h="176563">
                  <a:moveTo>
                    <a:pt x="608924" y="1458"/>
                  </a:moveTo>
                  <a:lnTo>
                    <a:pt x="344192" y="145352"/>
                  </a:lnTo>
                  <a:cubicBezTo>
                    <a:pt x="334684" y="150046"/>
                    <a:pt x="324073" y="152552"/>
                    <a:pt x="313462" y="152624"/>
                  </a:cubicBezTo>
                  <a:lnTo>
                    <a:pt x="313047" y="152624"/>
                  </a:lnTo>
                  <a:cubicBezTo>
                    <a:pt x="302452" y="152544"/>
                    <a:pt x="291882" y="150046"/>
                    <a:pt x="282796" y="145567"/>
                  </a:cubicBezTo>
                  <a:lnTo>
                    <a:pt x="17698" y="1458"/>
                  </a:lnTo>
                  <a:cubicBezTo>
                    <a:pt x="11894" y="-1703"/>
                    <a:pt x="4605" y="445"/>
                    <a:pt x="1459" y="6256"/>
                  </a:cubicBezTo>
                  <a:cubicBezTo>
                    <a:pt x="-1703" y="12075"/>
                    <a:pt x="445" y="19340"/>
                    <a:pt x="6257" y="22493"/>
                  </a:cubicBezTo>
                  <a:lnTo>
                    <a:pt x="271771" y="166817"/>
                  </a:lnTo>
                  <a:cubicBezTo>
                    <a:pt x="284233" y="172971"/>
                    <a:pt x="298094" y="176324"/>
                    <a:pt x="312001" y="176563"/>
                  </a:cubicBezTo>
                  <a:cubicBezTo>
                    <a:pt x="312329" y="176563"/>
                    <a:pt x="312672" y="176563"/>
                    <a:pt x="313015" y="176563"/>
                  </a:cubicBezTo>
                  <a:cubicBezTo>
                    <a:pt x="313199" y="176563"/>
                    <a:pt x="313390" y="176563"/>
                    <a:pt x="313558" y="176563"/>
                  </a:cubicBezTo>
                  <a:cubicBezTo>
                    <a:pt x="313925" y="176563"/>
                    <a:pt x="314300" y="176563"/>
                    <a:pt x="314668" y="176548"/>
                  </a:cubicBezTo>
                  <a:cubicBezTo>
                    <a:pt x="328536" y="176308"/>
                    <a:pt x="342388" y="172940"/>
                    <a:pt x="355218" y="166601"/>
                  </a:cubicBezTo>
                  <a:lnTo>
                    <a:pt x="620372" y="22493"/>
                  </a:lnTo>
                  <a:cubicBezTo>
                    <a:pt x="626185" y="19331"/>
                    <a:pt x="628332" y="12059"/>
                    <a:pt x="625178" y="6248"/>
                  </a:cubicBezTo>
                  <a:cubicBezTo>
                    <a:pt x="622016" y="437"/>
                    <a:pt x="614735" y="-1678"/>
                    <a:pt x="608931" y="1443"/>
                  </a:cubicBezTo>
                  <a:close/>
                </a:path>
              </a:pathLst>
            </a:custGeom>
            <a:solidFill>
              <a:srgbClr val="FFFFFF"/>
            </a:solidFill>
            <a:ln w="0" cap="flat">
              <a:noFill/>
              <a:prstDash val="solid"/>
              <a:miter/>
            </a:ln>
          </p:spPr>
          <p:txBody>
            <a:bodyPr rtlCol="0" anchor="ctr"/>
            <a:lstStyle/>
            <a:p>
              <a:endParaRPr lang="de-DE"/>
            </a:p>
          </p:txBody>
        </p:sp>
      </p:grpSp>
      <p:sp>
        <p:nvSpPr>
          <p:cNvPr id="28" name="Freihandform 27">
            <a:extLst>
              <a:ext uri="{FF2B5EF4-FFF2-40B4-BE49-F238E27FC236}">
                <a16:creationId xmlns:a16="http://schemas.microsoft.com/office/drawing/2014/main" id="{CF9A6876-7B29-068D-5277-9526800BC9D5}"/>
              </a:ext>
            </a:extLst>
          </p:cNvPr>
          <p:cNvSpPr/>
          <p:nvPr/>
        </p:nvSpPr>
        <p:spPr>
          <a:xfrm>
            <a:off x="9569444" y="2458846"/>
            <a:ext cx="543778" cy="607161"/>
          </a:xfrm>
          <a:custGeom>
            <a:avLst/>
            <a:gdLst>
              <a:gd name="connsiteX0" fmla="*/ 652836 w 652916"/>
              <a:gd name="connsiteY0" fmla="*/ 166938 h 729020"/>
              <a:gd name="connsiteX1" fmla="*/ 652861 w 652916"/>
              <a:gd name="connsiteY1" fmla="*/ 166235 h 729020"/>
              <a:gd name="connsiteX2" fmla="*/ 629420 w 652916"/>
              <a:gd name="connsiteY2" fmla="*/ 135774 h 729020"/>
              <a:gd name="connsiteX3" fmla="*/ 371875 w 652916"/>
              <a:gd name="connsiteY3" fmla="*/ 8876 h 729020"/>
              <a:gd name="connsiteX4" fmla="*/ 327516 w 652916"/>
              <a:gd name="connsiteY4" fmla="*/ 103 h 729020"/>
              <a:gd name="connsiteX5" fmla="*/ 326574 w 652916"/>
              <a:gd name="connsiteY5" fmla="*/ 175 h 729020"/>
              <a:gd name="connsiteX6" fmla="*/ 325488 w 652916"/>
              <a:gd name="connsiteY6" fmla="*/ 87 h 729020"/>
              <a:gd name="connsiteX7" fmla="*/ 280746 w 652916"/>
              <a:gd name="connsiteY7" fmla="*/ 9011 h 729020"/>
              <a:gd name="connsiteX8" fmla="*/ 23520 w 652916"/>
              <a:gd name="connsiteY8" fmla="*/ 135750 h 729020"/>
              <a:gd name="connsiteX9" fmla="*/ 40 w 652916"/>
              <a:gd name="connsiteY9" fmla="*/ 166291 h 729020"/>
              <a:gd name="connsiteX10" fmla="*/ 63 w 652916"/>
              <a:gd name="connsiteY10" fmla="*/ 167066 h 729020"/>
              <a:gd name="connsiteX11" fmla="*/ 0 w 652916"/>
              <a:gd name="connsiteY11" fmla="*/ 167720 h 729020"/>
              <a:gd name="connsiteX12" fmla="*/ 0 w 652916"/>
              <a:gd name="connsiteY12" fmla="*/ 547386 h 729020"/>
              <a:gd name="connsiteX13" fmla="*/ 112 w 652916"/>
              <a:gd name="connsiteY13" fmla="*/ 548990 h 729020"/>
              <a:gd name="connsiteX14" fmla="*/ 22235 w 652916"/>
              <a:gd name="connsiteY14" fmla="*/ 577815 h 729020"/>
              <a:gd name="connsiteX15" fmla="*/ 282096 w 652916"/>
              <a:gd name="connsiteY15" fmla="*/ 718851 h 729020"/>
              <a:gd name="connsiteX16" fmla="*/ 324547 w 652916"/>
              <a:gd name="connsiteY16" fmla="*/ 728933 h 729020"/>
              <a:gd name="connsiteX17" fmla="*/ 325400 w 652916"/>
              <a:gd name="connsiteY17" fmla="*/ 729021 h 729020"/>
              <a:gd name="connsiteX18" fmla="*/ 326463 w 652916"/>
              <a:gd name="connsiteY18" fmla="*/ 728917 h 729020"/>
              <a:gd name="connsiteX19" fmla="*/ 327524 w 652916"/>
              <a:gd name="connsiteY19" fmla="*/ 729021 h 729020"/>
              <a:gd name="connsiteX20" fmla="*/ 328386 w 652916"/>
              <a:gd name="connsiteY20" fmla="*/ 728933 h 729020"/>
              <a:gd name="connsiteX21" fmla="*/ 371292 w 652916"/>
              <a:gd name="connsiteY21" fmla="*/ 718667 h 729020"/>
              <a:gd name="connsiteX22" fmla="*/ 630673 w 652916"/>
              <a:gd name="connsiteY22" fmla="*/ 577823 h 729020"/>
              <a:gd name="connsiteX23" fmla="*/ 652813 w 652916"/>
              <a:gd name="connsiteY23" fmla="*/ 548942 h 729020"/>
              <a:gd name="connsiteX24" fmla="*/ 652916 w 652916"/>
              <a:gd name="connsiteY24" fmla="*/ 547386 h 729020"/>
              <a:gd name="connsiteX25" fmla="*/ 652916 w 652916"/>
              <a:gd name="connsiteY25" fmla="*/ 167720 h 729020"/>
              <a:gd name="connsiteX26" fmla="*/ 652836 w 652916"/>
              <a:gd name="connsiteY26" fmla="*/ 166938 h 729020"/>
              <a:gd name="connsiteX27" fmla="*/ 34107 w 652916"/>
              <a:gd name="connsiteY27" fmla="*/ 157239 h 729020"/>
              <a:gd name="connsiteX28" fmla="*/ 291013 w 652916"/>
              <a:gd name="connsiteY28" fmla="*/ 30652 h 729020"/>
              <a:gd name="connsiteX29" fmla="*/ 321936 w 652916"/>
              <a:gd name="connsiteY29" fmla="*/ 23971 h 729020"/>
              <a:gd name="connsiteX30" fmla="*/ 324626 w 652916"/>
              <a:gd name="connsiteY30" fmla="*/ 24019 h 729020"/>
              <a:gd name="connsiteX31" fmla="*/ 326455 w 652916"/>
              <a:gd name="connsiteY31" fmla="*/ 23947 h 729020"/>
              <a:gd name="connsiteX32" fmla="*/ 328419 w 652916"/>
              <a:gd name="connsiteY32" fmla="*/ 24035 h 729020"/>
              <a:gd name="connsiteX33" fmla="*/ 361631 w 652916"/>
              <a:gd name="connsiteY33" fmla="*/ 30516 h 729020"/>
              <a:gd name="connsiteX34" fmla="*/ 618866 w 652916"/>
              <a:gd name="connsiteY34" fmla="*/ 157271 h 729020"/>
              <a:gd name="connsiteX35" fmla="*/ 628925 w 652916"/>
              <a:gd name="connsiteY35" fmla="*/ 166746 h 729020"/>
              <a:gd name="connsiteX36" fmla="*/ 619839 w 652916"/>
              <a:gd name="connsiteY36" fmla="*/ 176038 h 729020"/>
              <a:gd name="connsiteX37" fmla="*/ 360170 w 652916"/>
              <a:gd name="connsiteY37" fmla="*/ 316978 h 729020"/>
              <a:gd name="connsiteX38" fmla="*/ 327213 w 652916"/>
              <a:gd name="connsiteY38" fmla="*/ 324577 h 729020"/>
              <a:gd name="connsiteX39" fmla="*/ 325664 w 652916"/>
              <a:gd name="connsiteY39" fmla="*/ 324577 h 729020"/>
              <a:gd name="connsiteX40" fmla="*/ 293129 w 652916"/>
              <a:gd name="connsiteY40" fmla="*/ 317161 h 729020"/>
              <a:gd name="connsiteX41" fmla="*/ 33029 w 652916"/>
              <a:gd name="connsiteY41" fmla="*/ 176006 h 729020"/>
              <a:gd name="connsiteX42" fmla="*/ 24007 w 652916"/>
              <a:gd name="connsiteY42" fmla="*/ 166770 h 729020"/>
              <a:gd name="connsiteX43" fmla="*/ 34123 w 652916"/>
              <a:gd name="connsiteY43" fmla="*/ 157247 h 729020"/>
              <a:gd name="connsiteX44" fmla="*/ 33085 w 652916"/>
              <a:gd name="connsiteY44" fmla="*/ 556454 h 729020"/>
              <a:gd name="connsiteX45" fmla="*/ 31744 w 652916"/>
              <a:gd name="connsiteY45" fmla="*/ 555831 h 729020"/>
              <a:gd name="connsiteX46" fmla="*/ 23960 w 652916"/>
              <a:gd name="connsiteY46" fmla="*/ 546452 h 729020"/>
              <a:gd name="connsiteX47" fmla="*/ 23960 w 652916"/>
              <a:gd name="connsiteY47" fmla="*/ 198341 h 729020"/>
              <a:gd name="connsiteX48" fmla="*/ 282024 w 652916"/>
              <a:gd name="connsiteY48" fmla="*/ 338379 h 729020"/>
              <a:gd name="connsiteX49" fmla="*/ 313424 w 652916"/>
              <a:gd name="connsiteY49" fmla="*/ 347814 h 729020"/>
              <a:gd name="connsiteX50" fmla="*/ 313424 w 652916"/>
              <a:gd name="connsiteY50" fmla="*/ 703971 h 729020"/>
              <a:gd name="connsiteX51" fmla="*/ 293169 w 652916"/>
              <a:gd name="connsiteY51" fmla="*/ 697625 h 729020"/>
              <a:gd name="connsiteX52" fmla="*/ 33085 w 652916"/>
              <a:gd name="connsiteY52" fmla="*/ 556454 h 729020"/>
              <a:gd name="connsiteX53" fmla="*/ 621213 w 652916"/>
              <a:gd name="connsiteY53" fmla="*/ 555815 h 729020"/>
              <a:gd name="connsiteX54" fmla="*/ 619839 w 652916"/>
              <a:gd name="connsiteY54" fmla="*/ 556454 h 729020"/>
              <a:gd name="connsiteX55" fmla="*/ 360227 w 652916"/>
              <a:gd name="connsiteY55" fmla="*/ 697426 h 729020"/>
              <a:gd name="connsiteX56" fmla="*/ 339492 w 652916"/>
              <a:gd name="connsiteY56" fmla="*/ 703963 h 729020"/>
              <a:gd name="connsiteX57" fmla="*/ 339492 w 652916"/>
              <a:gd name="connsiteY57" fmla="*/ 347766 h 729020"/>
              <a:gd name="connsiteX58" fmla="*/ 371220 w 652916"/>
              <a:gd name="connsiteY58" fmla="*/ 338195 h 729020"/>
              <a:gd name="connsiteX59" fmla="*/ 628957 w 652916"/>
              <a:gd name="connsiteY59" fmla="*/ 198309 h 729020"/>
              <a:gd name="connsiteX60" fmla="*/ 628957 w 652916"/>
              <a:gd name="connsiteY60" fmla="*/ 546476 h 729020"/>
              <a:gd name="connsiteX61" fmla="*/ 621205 w 652916"/>
              <a:gd name="connsiteY61" fmla="*/ 555815 h 729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52916" h="729020">
                <a:moveTo>
                  <a:pt x="652836" y="166938"/>
                </a:moveTo>
                <a:cubicBezTo>
                  <a:pt x="652836" y="166714"/>
                  <a:pt x="652869" y="166443"/>
                  <a:pt x="652861" y="166235"/>
                </a:cubicBezTo>
                <a:cubicBezTo>
                  <a:pt x="652718" y="159083"/>
                  <a:pt x="649476" y="145601"/>
                  <a:pt x="629420" y="135774"/>
                </a:cubicBezTo>
                <a:lnTo>
                  <a:pt x="371875" y="8876"/>
                </a:lnTo>
                <a:cubicBezTo>
                  <a:pt x="358046" y="2577"/>
                  <a:pt x="342741" y="-432"/>
                  <a:pt x="327516" y="103"/>
                </a:cubicBezTo>
                <a:cubicBezTo>
                  <a:pt x="327196" y="119"/>
                  <a:pt x="326886" y="143"/>
                  <a:pt x="326574" y="175"/>
                </a:cubicBezTo>
                <a:cubicBezTo>
                  <a:pt x="326215" y="135"/>
                  <a:pt x="325855" y="103"/>
                  <a:pt x="325488" y="87"/>
                </a:cubicBezTo>
                <a:cubicBezTo>
                  <a:pt x="310350" y="-576"/>
                  <a:pt x="294926" y="2562"/>
                  <a:pt x="280746" y="9011"/>
                </a:cubicBezTo>
                <a:lnTo>
                  <a:pt x="23520" y="135750"/>
                </a:lnTo>
                <a:cubicBezTo>
                  <a:pt x="3417" y="145617"/>
                  <a:pt x="175" y="159123"/>
                  <a:pt x="40" y="166291"/>
                </a:cubicBezTo>
                <a:cubicBezTo>
                  <a:pt x="40" y="166523"/>
                  <a:pt x="63" y="166818"/>
                  <a:pt x="63" y="167066"/>
                </a:cubicBezTo>
                <a:cubicBezTo>
                  <a:pt x="56" y="167289"/>
                  <a:pt x="0" y="167497"/>
                  <a:pt x="0" y="167720"/>
                </a:cubicBezTo>
                <a:lnTo>
                  <a:pt x="0" y="547386"/>
                </a:lnTo>
                <a:cubicBezTo>
                  <a:pt x="0" y="547921"/>
                  <a:pt x="40" y="548456"/>
                  <a:pt x="112" y="548990"/>
                </a:cubicBezTo>
                <a:cubicBezTo>
                  <a:pt x="1852" y="561842"/>
                  <a:pt x="10291" y="572818"/>
                  <a:pt x="22235" y="577815"/>
                </a:cubicBezTo>
                <a:lnTo>
                  <a:pt x="282096" y="718851"/>
                </a:lnTo>
                <a:cubicBezTo>
                  <a:pt x="295221" y="725396"/>
                  <a:pt x="309872" y="728869"/>
                  <a:pt x="324547" y="728933"/>
                </a:cubicBezTo>
                <a:cubicBezTo>
                  <a:pt x="324834" y="728957"/>
                  <a:pt x="325113" y="729021"/>
                  <a:pt x="325400" y="729021"/>
                </a:cubicBezTo>
                <a:cubicBezTo>
                  <a:pt x="325760" y="729021"/>
                  <a:pt x="326103" y="728949"/>
                  <a:pt x="326463" y="728917"/>
                </a:cubicBezTo>
                <a:cubicBezTo>
                  <a:pt x="326813" y="728949"/>
                  <a:pt x="327156" y="729021"/>
                  <a:pt x="327524" y="729021"/>
                </a:cubicBezTo>
                <a:cubicBezTo>
                  <a:pt x="327819" y="729021"/>
                  <a:pt x="328091" y="728957"/>
                  <a:pt x="328386" y="728933"/>
                </a:cubicBezTo>
                <a:cubicBezTo>
                  <a:pt x="343077" y="728869"/>
                  <a:pt x="357775" y="725404"/>
                  <a:pt x="371292" y="718667"/>
                </a:cubicBezTo>
                <a:lnTo>
                  <a:pt x="630673" y="577823"/>
                </a:lnTo>
                <a:cubicBezTo>
                  <a:pt x="642666" y="572842"/>
                  <a:pt x="651128" y="561842"/>
                  <a:pt x="652813" y="548942"/>
                </a:cubicBezTo>
                <a:cubicBezTo>
                  <a:pt x="652885" y="548431"/>
                  <a:pt x="652916" y="547905"/>
                  <a:pt x="652916" y="547386"/>
                </a:cubicBezTo>
                <a:lnTo>
                  <a:pt x="652916" y="167720"/>
                </a:lnTo>
                <a:cubicBezTo>
                  <a:pt x="652916" y="167449"/>
                  <a:pt x="652853" y="167201"/>
                  <a:pt x="652836" y="166938"/>
                </a:cubicBezTo>
                <a:close/>
                <a:moveTo>
                  <a:pt x="34107" y="157239"/>
                </a:moveTo>
                <a:lnTo>
                  <a:pt x="291013" y="30652"/>
                </a:lnTo>
                <a:cubicBezTo>
                  <a:pt x="300675" y="26262"/>
                  <a:pt x="311309" y="23971"/>
                  <a:pt x="321936" y="23971"/>
                </a:cubicBezTo>
                <a:cubicBezTo>
                  <a:pt x="322829" y="23971"/>
                  <a:pt x="323732" y="23987"/>
                  <a:pt x="324626" y="24019"/>
                </a:cubicBezTo>
                <a:cubicBezTo>
                  <a:pt x="325240" y="24051"/>
                  <a:pt x="325855" y="24019"/>
                  <a:pt x="326455" y="23947"/>
                </a:cubicBezTo>
                <a:cubicBezTo>
                  <a:pt x="327101" y="24027"/>
                  <a:pt x="327748" y="24066"/>
                  <a:pt x="328419" y="24035"/>
                </a:cubicBezTo>
                <a:cubicBezTo>
                  <a:pt x="339812" y="23675"/>
                  <a:pt x="351483" y="25895"/>
                  <a:pt x="361631" y="30516"/>
                </a:cubicBezTo>
                <a:lnTo>
                  <a:pt x="618866" y="157271"/>
                </a:lnTo>
                <a:cubicBezTo>
                  <a:pt x="625747" y="160648"/>
                  <a:pt x="628877" y="164455"/>
                  <a:pt x="628925" y="166746"/>
                </a:cubicBezTo>
                <a:cubicBezTo>
                  <a:pt x="628973" y="168902"/>
                  <a:pt x="626178" y="172598"/>
                  <a:pt x="619839" y="176038"/>
                </a:cubicBezTo>
                <a:lnTo>
                  <a:pt x="360170" y="316978"/>
                </a:lnTo>
                <a:cubicBezTo>
                  <a:pt x="350023" y="322047"/>
                  <a:pt x="338574" y="324705"/>
                  <a:pt x="327213" y="324577"/>
                </a:cubicBezTo>
                <a:lnTo>
                  <a:pt x="325664" y="324577"/>
                </a:lnTo>
                <a:cubicBezTo>
                  <a:pt x="314039" y="324737"/>
                  <a:pt x="302934" y="322079"/>
                  <a:pt x="293129" y="317161"/>
                </a:cubicBezTo>
                <a:lnTo>
                  <a:pt x="33029" y="176006"/>
                </a:lnTo>
                <a:cubicBezTo>
                  <a:pt x="26738" y="172606"/>
                  <a:pt x="23967" y="168910"/>
                  <a:pt x="24007" y="166770"/>
                </a:cubicBezTo>
                <a:cubicBezTo>
                  <a:pt x="24055" y="164479"/>
                  <a:pt x="27193" y="160640"/>
                  <a:pt x="34123" y="157247"/>
                </a:cubicBezTo>
                <a:close/>
                <a:moveTo>
                  <a:pt x="33085" y="556454"/>
                </a:moveTo>
                <a:cubicBezTo>
                  <a:pt x="32646" y="556223"/>
                  <a:pt x="32207" y="556007"/>
                  <a:pt x="31744" y="555831"/>
                </a:cubicBezTo>
                <a:cubicBezTo>
                  <a:pt x="27696" y="554251"/>
                  <a:pt x="24766" y="550683"/>
                  <a:pt x="23960" y="546452"/>
                </a:cubicBezTo>
                <a:lnTo>
                  <a:pt x="23960" y="198341"/>
                </a:lnTo>
                <a:lnTo>
                  <a:pt x="282024" y="338379"/>
                </a:lnTo>
                <a:cubicBezTo>
                  <a:pt x="291860" y="343312"/>
                  <a:pt x="302559" y="346497"/>
                  <a:pt x="313424" y="347814"/>
                </a:cubicBezTo>
                <a:lnTo>
                  <a:pt x="313424" y="703971"/>
                </a:lnTo>
                <a:cubicBezTo>
                  <a:pt x="306311" y="702822"/>
                  <a:pt x="299405" y="700738"/>
                  <a:pt x="293169" y="697625"/>
                </a:cubicBezTo>
                <a:lnTo>
                  <a:pt x="33085" y="556454"/>
                </a:lnTo>
                <a:close/>
                <a:moveTo>
                  <a:pt x="621213" y="555815"/>
                </a:moveTo>
                <a:cubicBezTo>
                  <a:pt x="620742" y="555999"/>
                  <a:pt x="620287" y="556214"/>
                  <a:pt x="619839" y="556454"/>
                </a:cubicBezTo>
                <a:lnTo>
                  <a:pt x="360227" y="697426"/>
                </a:lnTo>
                <a:cubicBezTo>
                  <a:pt x="353711" y="700667"/>
                  <a:pt x="346678" y="702798"/>
                  <a:pt x="339492" y="703963"/>
                </a:cubicBezTo>
                <a:lnTo>
                  <a:pt x="339492" y="347766"/>
                </a:lnTo>
                <a:cubicBezTo>
                  <a:pt x="350390" y="346425"/>
                  <a:pt x="361137" y="343232"/>
                  <a:pt x="371220" y="338195"/>
                </a:cubicBezTo>
                <a:lnTo>
                  <a:pt x="628957" y="198309"/>
                </a:lnTo>
                <a:lnTo>
                  <a:pt x="628957" y="546476"/>
                </a:lnTo>
                <a:cubicBezTo>
                  <a:pt x="628174" y="550698"/>
                  <a:pt x="625252" y="554251"/>
                  <a:pt x="621205" y="555815"/>
                </a:cubicBezTo>
                <a:close/>
              </a:path>
            </a:pathLst>
          </a:custGeom>
          <a:solidFill>
            <a:srgbClr val="FFFFFF"/>
          </a:solidFill>
          <a:ln w="0" cap="flat">
            <a:noFill/>
            <a:prstDash val="solid"/>
            <a:miter/>
          </a:ln>
        </p:spPr>
        <p:txBody>
          <a:bodyPr rtlCol="0" anchor="ctr"/>
          <a:lstStyle/>
          <a:p>
            <a:endParaRPr lang="de-DE"/>
          </a:p>
        </p:txBody>
      </p:sp>
      <p:grpSp>
        <p:nvGrpSpPr>
          <p:cNvPr id="29" name="Grafik 13">
            <a:extLst>
              <a:ext uri="{FF2B5EF4-FFF2-40B4-BE49-F238E27FC236}">
                <a16:creationId xmlns:a16="http://schemas.microsoft.com/office/drawing/2014/main" id="{61280970-7BDE-B0DE-71F7-51DA690B9105}"/>
              </a:ext>
            </a:extLst>
          </p:cNvPr>
          <p:cNvGrpSpPr/>
          <p:nvPr/>
        </p:nvGrpSpPr>
        <p:grpSpPr>
          <a:xfrm>
            <a:off x="4556152" y="3389128"/>
            <a:ext cx="582810" cy="582689"/>
            <a:chOff x="6672823" y="3271036"/>
            <a:chExt cx="699782" cy="699637"/>
          </a:xfrm>
          <a:solidFill>
            <a:srgbClr val="FFFFFF"/>
          </a:solidFill>
        </p:grpSpPr>
        <p:sp>
          <p:nvSpPr>
            <p:cNvPr id="30" name="Freihandform 29">
              <a:extLst>
                <a:ext uri="{FF2B5EF4-FFF2-40B4-BE49-F238E27FC236}">
                  <a16:creationId xmlns:a16="http://schemas.microsoft.com/office/drawing/2014/main" id="{3513CE17-1E6C-74BC-C656-3AD8D7028B67}"/>
                </a:ext>
              </a:extLst>
            </p:cNvPr>
            <p:cNvSpPr/>
            <p:nvPr/>
          </p:nvSpPr>
          <p:spPr>
            <a:xfrm>
              <a:off x="7079340" y="3271036"/>
              <a:ext cx="293265" cy="293206"/>
            </a:xfrm>
            <a:custGeom>
              <a:avLst/>
              <a:gdLst>
                <a:gd name="connsiteX0" fmla="*/ 250344 w 293265"/>
                <a:gd name="connsiteY0" fmla="*/ 42954 h 293206"/>
                <a:gd name="connsiteX1" fmla="*/ 146681 w 293265"/>
                <a:gd name="connsiteY1" fmla="*/ 0 h 293206"/>
                <a:gd name="connsiteX2" fmla="*/ 146633 w 293265"/>
                <a:gd name="connsiteY2" fmla="*/ 0 h 293206"/>
                <a:gd name="connsiteX3" fmla="*/ 0 w 293265"/>
                <a:gd name="connsiteY3" fmla="*/ 146560 h 293206"/>
                <a:gd name="connsiteX4" fmla="*/ 146585 w 293265"/>
                <a:gd name="connsiteY4" fmla="*/ 293207 h 293206"/>
                <a:gd name="connsiteX5" fmla="*/ 146633 w 293265"/>
                <a:gd name="connsiteY5" fmla="*/ 293207 h 293206"/>
                <a:gd name="connsiteX6" fmla="*/ 293265 w 293265"/>
                <a:gd name="connsiteY6" fmla="*/ 146647 h 293206"/>
                <a:gd name="connsiteX7" fmla="*/ 293265 w 293265"/>
                <a:gd name="connsiteY7" fmla="*/ 146608 h 293206"/>
                <a:gd name="connsiteX8" fmla="*/ 250344 w 293265"/>
                <a:gd name="connsiteY8" fmla="*/ 42954 h 293206"/>
                <a:gd name="connsiteX9" fmla="*/ 269314 w 293265"/>
                <a:gd name="connsiteY9" fmla="*/ 146655 h 293206"/>
                <a:gd name="connsiteX10" fmla="*/ 233354 w 293265"/>
                <a:gd name="connsiteY10" fmla="*/ 233370 h 293206"/>
                <a:gd name="connsiteX11" fmla="*/ 146633 w 293265"/>
                <a:gd name="connsiteY11" fmla="*/ 269267 h 293206"/>
                <a:gd name="connsiteX12" fmla="*/ 146593 w 293265"/>
                <a:gd name="connsiteY12" fmla="*/ 269267 h 293206"/>
                <a:gd name="connsiteX13" fmla="*/ 23952 w 293265"/>
                <a:gd name="connsiteY13" fmla="*/ 146568 h 293206"/>
                <a:gd name="connsiteX14" fmla="*/ 146648 w 293265"/>
                <a:gd name="connsiteY14" fmla="*/ 23956 h 293206"/>
                <a:gd name="connsiteX15" fmla="*/ 146688 w 293265"/>
                <a:gd name="connsiteY15" fmla="*/ 23956 h 293206"/>
                <a:gd name="connsiteX16" fmla="*/ 269314 w 293265"/>
                <a:gd name="connsiteY16" fmla="*/ 146615 h 293206"/>
                <a:gd name="connsiteX17" fmla="*/ 269314 w 293265"/>
                <a:gd name="connsiteY17" fmla="*/ 146655 h 29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93265" h="293206">
                  <a:moveTo>
                    <a:pt x="250344" y="42954"/>
                  </a:moveTo>
                  <a:cubicBezTo>
                    <a:pt x="222664" y="15263"/>
                    <a:pt x="185842" y="8"/>
                    <a:pt x="146681" y="0"/>
                  </a:cubicBezTo>
                  <a:lnTo>
                    <a:pt x="146633" y="0"/>
                  </a:lnTo>
                  <a:cubicBezTo>
                    <a:pt x="65804" y="0"/>
                    <a:pt x="32" y="65736"/>
                    <a:pt x="0" y="146560"/>
                  </a:cubicBezTo>
                  <a:cubicBezTo>
                    <a:pt x="-24" y="227391"/>
                    <a:pt x="65732" y="293183"/>
                    <a:pt x="146585" y="293207"/>
                  </a:cubicBezTo>
                  <a:lnTo>
                    <a:pt x="146633" y="293207"/>
                  </a:lnTo>
                  <a:cubicBezTo>
                    <a:pt x="227462" y="293207"/>
                    <a:pt x="293234" y="227470"/>
                    <a:pt x="293265" y="146647"/>
                  </a:cubicBezTo>
                  <a:lnTo>
                    <a:pt x="293265" y="146608"/>
                  </a:lnTo>
                  <a:cubicBezTo>
                    <a:pt x="293265" y="107453"/>
                    <a:pt x="278032" y="70637"/>
                    <a:pt x="250344" y="42954"/>
                  </a:cubicBezTo>
                  <a:close/>
                  <a:moveTo>
                    <a:pt x="269314" y="146655"/>
                  </a:moveTo>
                  <a:cubicBezTo>
                    <a:pt x="269306" y="179416"/>
                    <a:pt x="256531" y="210212"/>
                    <a:pt x="233354" y="233370"/>
                  </a:cubicBezTo>
                  <a:cubicBezTo>
                    <a:pt x="210185" y="256519"/>
                    <a:pt x="179391" y="269267"/>
                    <a:pt x="146633" y="269267"/>
                  </a:cubicBezTo>
                  <a:lnTo>
                    <a:pt x="146593" y="269267"/>
                  </a:lnTo>
                  <a:cubicBezTo>
                    <a:pt x="78945" y="269243"/>
                    <a:pt x="23928" y="214212"/>
                    <a:pt x="23952" y="146568"/>
                  </a:cubicBezTo>
                  <a:cubicBezTo>
                    <a:pt x="23968" y="78947"/>
                    <a:pt x="79009" y="23956"/>
                    <a:pt x="146648" y="23956"/>
                  </a:cubicBezTo>
                  <a:lnTo>
                    <a:pt x="146688" y="23956"/>
                  </a:lnTo>
                  <a:cubicBezTo>
                    <a:pt x="214320" y="23972"/>
                    <a:pt x="269330" y="78995"/>
                    <a:pt x="269314" y="146615"/>
                  </a:cubicBezTo>
                  <a:lnTo>
                    <a:pt x="269314" y="146655"/>
                  </a:lnTo>
                  <a:close/>
                </a:path>
              </a:pathLst>
            </a:custGeom>
            <a:solidFill>
              <a:srgbClr val="FFFFFF"/>
            </a:solidFill>
            <a:ln w="0" cap="flat">
              <a:noFill/>
              <a:prstDash val="solid"/>
              <a:miter/>
            </a:ln>
          </p:spPr>
          <p:txBody>
            <a:bodyPr rtlCol="0" anchor="ctr"/>
            <a:lstStyle/>
            <a:p>
              <a:endParaRPr lang="de-DE"/>
            </a:p>
          </p:txBody>
        </p:sp>
        <p:sp>
          <p:nvSpPr>
            <p:cNvPr id="31" name="Freihandform 30">
              <a:extLst>
                <a:ext uri="{FF2B5EF4-FFF2-40B4-BE49-F238E27FC236}">
                  <a16:creationId xmlns:a16="http://schemas.microsoft.com/office/drawing/2014/main" id="{C476761B-AEFC-CEC8-2354-44714F54B154}"/>
                </a:ext>
              </a:extLst>
            </p:cNvPr>
            <p:cNvSpPr/>
            <p:nvPr/>
          </p:nvSpPr>
          <p:spPr>
            <a:xfrm>
              <a:off x="6672823" y="3322564"/>
              <a:ext cx="648222" cy="648110"/>
            </a:xfrm>
            <a:custGeom>
              <a:avLst/>
              <a:gdLst>
                <a:gd name="connsiteX0" fmla="*/ 636255 w 648222"/>
                <a:gd name="connsiteY0" fmla="*/ 329846 h 648110"/>
                <a:gd name="connsiteX1" fmla="*/ 624279 w 648222"/>
                <a:gd name="connsiteY1" fmla="*/ 341820 h 648110"/>
                <a:gd name="connsiteX2" fmla="*/ 624279 w 648222"/>
                <a:gd name="connsiteY2" fmla="*/ 565563 h 648110"/>
                <a:gd name="connsiteX3" fmla="*/ 565709 w 648222"/>
                <a:gd name="connsiteY3" fmla="*/ 624163 h 648110"/>
                <a:gd name="connsiteX4" fmla="*/ 82586 w 648222"/>
                <a:gd name="connsiteY4" fmla="*/ 624163 h 648110"/>
                <a:gd name="connsiteX5" fmla="*/ 23960 w 648222"/>
                <a:gd name="connsiteY5" fmla="*/ 565563 h 648110"/>
                <a:gd name="connsiteX6" fmla="*/ 23960 w 648222"/>
                <a:gd name="connsiteY6" fmla="*/ 82523 h 648110"/>
                <a:gd name="connsiteX7" fmla="*/ 82562 w 648222"/>
                <a:gd name="connsiteY7" fmla="*/ 23948 h 648110"/>
                <a:gd name="connsiteX8" fmla="*/ 306367 w 648222"/>
                <a:gd name="connsiteY8" fmla="*/ 23948 h 648110"/>
                <a:gd name="connsiteX9" fmla="*/ 318343 w 648222"/>
                <a:gd name="connsiteY9" fmla="*/ 11974 h 648110"/>
                <a:gd name="connsiteX10" fmla="*/ 306367 w 648222"/>
                <a:gd name="connsiteY10" fmla="*/ 0 h 648110"/>
                <a:gd name="connsiteX11" fmla="*/ 82554 w 648222"/>
                <a:gd name="connsiteY11" fmla="*/ 0 h 648110"/>
                <a:gd name="connsiteX12" fmla="*/ 0 w 648222"/>
                <a:gd name="connsiteY12" fmla="*/ 82555 h 648110"/>
                <a:gd name="connsiteX13" fmla="*/ 0 w 648222"/>
                <a:gd name="connsiteY13" fmla="*/ 565571 h 648110"/>
                <a:gd name="connsiteX14" fmla="*/ 82570 w 648222"/>
                <a:gd name="connsiteY14" fmla="*/ 648110 h 648110"/>
                <a:gd name="connsiteX15" fmla="*/ 565709 w 648222"/>
                <a:gd name="connsiteY15" fmla="*/ 648110 h 648110"/>
                <a:gd name="connsiteX16" fmla="*/ 648222 w 648222"/>
                <a:gd name="connsiteY16" fmla="*/ 565563 h 648110"/>
                <a:gd name="connsiteX17" fmla="*/ 648222 w 648222"/>
                <a:gd name="connsiteY17" fmla="*/ 341820 h 648110"/>
                <a:gd name="connsiteX18" fmla="*/ 636246 w 648222"/>
                <a:gd name="connsiteY18" fmla="*/ 329846 h 648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48222" h="648110">
                  <a:moveTo>
                    <a:pt x="636255" y="329846"/>
                  </a:moveTo>
                  <a:cubicBezTo>
                    <a:pt x="629636" y="329846"/>
                    <a:pt x="624279" y="335211"/>
                    <a:pt x="624279" y="341820"/>
                  </a:cubicBezTo>
                  <a:lnTo>
                    <a:pt x="624279" y="565563"/>
                  </a:lnTo>
                  <a:cubicBezTo>
                    <a:pt x="624279" y="597844"/>
                    <a:pt x="597996" y="624139"/>
                    <a:pt x="565709" y="624163"/>
                  </a:cubicBezTo>
                  <a:lnTo>
                    <a:pt x="82586" y="624163"/>
                  </a:lnTo>
                  <a:cubicBezTo>
                    <a:pt x="50283" y="624147"/>
                    <a:pt x="23984" y="597852"/>
                    <a:pt x="23960" y="565563"/>
                  </a:cubicBezTo>
                  <a:lnTo>
                    <a:pt x="23960" y="82523"/>
                  </a:lnTo>
                  <a:cubicBezTo>
                    <a:pt x="23960" y="50226"/>
                    <a:pt x="50251" y="23948"/>
                    <a:pt x="82562" y="23948"/>
                  </a:cubicBezTo>
                  <a:lnTo>
                    <a:pt x="306367" y="23948"/>
                  </a:lnTo>
                  <a:cubicBezTo>
                    <a:pt x="312986" y="23948"/>
                    <a:pt x="318343" y="18583"/>
                    <a:pt x="318343" y="11974"/>
                  </a:cubicBezTo>
                  <a:cubicBezTo>
                    <a:pt x="318343" y="5364"/>
                    <a:pt x="312986" y="0"/>
                    <a:pt x="306367" y="0"/>
                  </a:cubicBezTo>
                  <a:lnTo>
                    <a:pt x="82554" y="0"/>
                  </a:lnTo>
                  <a:cubicBezTo>
                    <a:pt x="37046" y="0"/>
                    <a:pt x="8" y="37023"/>
                    <a:pt x="0" y="82555"/>
                  </a:cubicBezTo>
                  <a:lnTo>
                    <a:pt x="0" y="565571"/>
                  </a:lnTo>
                  <a:cubicBezTo>
                    <a:pt x="24" y="611055"/>
                    <a:pt x="37062" y="648078"/>
                    <a:pt x="82570" y="648110"/>
                  </a:cubicBezTo>
                  <a:lnTo>
                    <a:pt x="565709" y="648110"/>
                  </a:lnTo>
                  <a:cubicBezTo>
                    <a:pt x="611201" y="648070"/>
                    <a:pt x="648214" y="611039"/>
                    <a:pt x="648222" y="565563"/>
                  </a:cubicBezTo>
                  <a:lnTo>
                    <a:pt x="648222" y="341820"/>
                  </a:lnTo>
                  <a:cubicBezTo>
                    <a:pt x="648222" y="335211"/>
                    <a:pt x="642865" y="329846"/>
                    <a:pt x="636246" y="329846"/>
                  </a:cubicBezTo>
                  <a:close/>
                </a:path>
              </a:pathLst>
            </a:custGeom>
            <a:solidFill>
              <a:srgbClr val="FFFFFF"/>
            </a:solidFill>
            <a:ln w="0" cap="flat">
              <a:noFill/>
              <a:prstDash val="solid"/>
              <a:miter/>
            </a:ln>
          </p:spPr>
          <p:txBody>
            <a:bodyPr rtlCol="0" anchor="ctr"/>
            <a:lstStyle/>
            <a:p>
              <a:endParaRPr lang="de-DE"/>
            </a:p>
          </p:txBody>
        </p:sp>
      </p:grpSp>
      <p:grpSp>
        <p:nvGrpSpPr>
          <p:cNvPr id="32" name="Grafik 13">
            <a:extLst>
              <a:ext uri="{FF2B5EF4-FFF2-40B4-BE49-F238E27FC236}">
                <a16:creationId xmlns:a16="http://schemas.microsoft.com/office/drawing/2014/main" id="{7B02F526-EECE-B868-6A63-74057565B1E0}"/>
              </a:ext>
            </a:extLst>
          </p:cNvPr>
          <p:cNvGrpSpPr/>
          <p:nvPr/>
        </p:nvGrpSpPr>
        <p:grpSpPr>
          <a:xfrm>
            <a:off x="2080738" y="2492555"/>
            <a:ext cx="539862" cy="539742"/>
            <a:chOff x="3375496" y="1664846"/>
            <a:chExt cx="648214" cy="648070"/>
          </a:xfrm>
          <a:solidFill>
            <a:srgbClr val="FFFFFF"/>
          </a:solidFill>
        </p:grpSpPr>
        <p:sp>
          <p:nvSpPr>
            <p:cNvPr id="33" name="Freihandform 32">
              <a:extLst>
                <a:ext uri="{FF2B5EF4-FFF2-40B4-BE49-F238E27FC236}">
                  <a16:creationId xmlns:a16="http://schemas.microsoft.com/office/drawing/2014/main" id="{765BCF22-8CF8-9185-1AD8-A9020A23EC10}"/>
                </a:ext>
              </a:extLst>
            </p:cNvPr>
            <p:cNvSpPr/>
            <p:nvPr/>
          </p:nvSpPr>
          <p:spPr>
            <a:xfrm>
              <a:off x="3375496" y="1664846"/>
              <a:ext cx="648214" cy="648070"/>
            </a:xfrm>
            <a:custGeom>
              <a:avLst/>
              <a:gdLst>
                <a:gd name="connsiteX0" fmla="*/ 636239 w 648214"/>
                <a:gd name="connsiteY0" fmla="*/ 364275 h 648070"/>
                <a:gd name="connsiteX1" fmla="*/ 624263 w 648214"/>
                <a:gd name="connsiteY1" fmla="*/ 376249 h 648070"/>
                <a:gd name="connsiteX2" fmla="*/ 624263 w 648214"/>
                <a:gd name="connsiteY2" fmla="*/ 565571 h 648070"/>
                <a:gd name="connsiteX3" fmla="*/ 565669 w 648214"/>
                <a:gd name="connsiteY3" fmla="*/ 624123 h 648070"/>
                <a:gd name="connsiteX4" fmla="*/ 82450 w 648214"/>
                <a:gd name="connsiteY4" fmla="*/ 624123 h 648070"/>
                <a:gd name="connsiteX5" fmla="*/ 41069 w 648214"/>
                <a:gd name="connsiteY5" fmla="*/ 606960 h 648070"/>
                <a:gd name="connsiteX6" fmla="*/ 23952 w 648214"/>
                <a:gd name="connsiteY6" fmla="*/ 565563 h 648070"/>
                <a:gd name="connsiteX7" fmla="*/ 23952 w 648214"/>
                <a:gd name="connsiteY7" fmla="*/ 82484 h 648070"/>
                <a:gd name="connsiteX8" fmla="*/ 82514 w 648214"/>
                <a:gd name="connsiteY8" fmla="*/ 23948 h 648070"/>
                <a:gd name="connsiteX9" fmla="*/ 271837 w 648214"/>
                <a:gd name="connsiteY9" fmla="*/ 23948 h 648070"/>
                <a:gd name="connsiteX10" fmla="*/ 283812 w 648214"/>
                <a:gd name="connsiteY10" fmla="*/ 11974 h 648070"/>
                <a:gd name="connsiteX11" fmla="*/ 271837 w 648214"/>
                <a:gd name="connsiteY11" fmla="*/ 0 h 648070"/>
                <a:gd name="connsiteX12" fmla="*/ 82506 w 648214"/>
                <a:gd name="connsiteY12" fmla="*/ 0 h 648070"/>
                <a:gd name="connsiteX13" fmla="*/ 0 w 648214"/>
                <a:gd name="connsiteY13" fmla="*/ 82539 h 648070"/>
                <a:gd name="connsiteX14" fmla="*/ 0 w 648214"/>
                <a:gd name="connsiteY14" fmla="*/ 565555 h 648070"/>
                <a:gd name="connsiteX15" fmla="*/ 24119 w 648214"/>
                <a:gd name="connsiteY15" fmla="*/ 623883 h 648070"/>
                <a:gd name="connsiteX16" fmla="*/ 82522 w 648214"/>
                <a:gd name="connsiteY16" fmla="*/ 648070 h 648070"/>
                <a:gd name="connsiteX17" fmla="*/ 565669 w 648214"/>
                <a:gd name="connsiteY17" fmla="*/ 648070 h 648070"/>
                <a:gd name="connsiteX18" fmla="*/ 624015 w 648214"/>
                <a:gd name="connsiteY18" fmla="*/ 623923 h 648070"/>
                <a:gd name="connsiteX19" fmla="*/ 648214 w 648214"/>
                <a:gd name="connsiteY19" fmla="*/ 565563 h 648070"/>
                <a:gd name="connsiteX20" fmla="*/ 648214 w 648214"/>
                <a:gd name="connsiteY20" fmla="*/ 376249 h 648070"/>
                <a:gd name="connsiteX21" fmla="*/ 636239 w 648214"/>
                <a:gd name="connsiteY21" fmla="*/ 364275 h 648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8214" h="648070">
                  <a:moveTo>
                    <a:pt x="636239" y="364275"/>
                  </a:moveTo>
                  <a:cubicBezTo>
                    <a:pt x="629620" y="364275"/>
                    <a:pt x="624263" y="369639"/>
                    <a:pt x="624263" y="376249"/>
                  </a:cubicBezTo>
                  <a:lnTo>
                    <a:pt x="624263" y="565571"/>
                  </a:lnTo>
                  <a:cubicBezTo>
                    <a:pt x="624255" y="597860"/>
                    <a:pt x="597972" y="624123"/>
                    <a:pt x="565669" y="624123"/>
                  </a:cubicBezTo>
                  <a:lnTo>
                    <a:pt x="82450" y="624123"/>
                  </a:lnTo>
                  <a:cubicBezTo>
                    <a:pt x="66817" y="624123"/>
                    <a:pt x="52119" y="618016"/>
                    <a:pt x="41069" y="606960"/>
                  </a:cubicBezTo>
                  <a:cubicBezTo>
                    <a:pt x="30020" y="595905"/>
                    <a:pt x="23944" y="581201"/>
                    <a:pt x="23952" y="565563"/>
                  </a:cubicBezTo>
                  <a:lnTo>
                    <a:pt x="23952" y="82484"/>
                  </a:lnTo>
                  <a:cubicBezTo>
                    <a:pt x="23952" y="50202"/>
                    <a:pt x="50227" y="23948"/>
                    <a:pt x="82514" y="23948"/>
                  </a:cubicBezTo>
                  <a:lnTo>
                    <a:pt x="271837" y="23948"/>
                  </a:lnTo>
                  <a:cubicBezTo>
                    <a:pt x="278455" y="23948"/>
                    <a:pt x="283812" y="18583"/>
                    <a:pt x="283812" y="11974"/>
                  </a:cubicBezTo>
                  <a:cubicBezTo>
                    <a:pt x="283812" y="5364"/>
                    <a:pt x="278455" y="0"/>
                    <a:pt x="271837" y="0"/>
                  </a:cubicBezTo>
                  <a:lnTo>
                    <a:pt x="82506" y="0"/>
                  </a:lnTo>
                  <a:cubicBezTo>
                    <a:pt x="37022" y="0"/>
                    <a:pt x="8" y="36999"/>
                    <a:pt x="0" y="82539"/>
                  </a:cubicBezTo>
                  <a:lnTo>
                    <a:pt x="0" y="565555"/>
                  </a:lnTo>
                  <a:cubicBezTo>
                    <a:pt x="-8" y="587587"/>
                    <a:pt x="8551" y="608293"/>
                    <a:pt x="24119" y="623883"/>
                  </a:cubicBezTo>
                  <a:cubicBezTo>
                    <a:pt x="39688" y="639473"/>
                    <a:pt x="60398" y="648054"/>
                    <a:pt x="82522" y="648070"/>
                  </a:cubicBezTo>
                  <a:lnTo>
                    <a:pt x="565669" y="648070"/>
                  </a:lnTo>
                  <a:cubicBezTo>
                    <a:pt x="587704" y="648070"/>
                    <a:pt x="608422" y="639497"/>
                    <a:pt x="624015" y="623923"/>
                  </a:cubicBezTo>
                  <a:cubicBezTo>
                    <a:pt x="639608" y="608341"/>
                    <a:pt x="648206" y="587619"/>
                    <a:pt x="648214" y="565563"/>
                  </a:cubicBezTo>
                  <a:lnTo>
                    <a:pt x="648214" y="376249"/>
                  </a:lnTo>
                  <a:cubicBezTo>
                    <a:pt x="648214" y="369639"/>
                    <a:pt x="642857" y="364275"/>
                    <a:pt x="636239" y="364275"/>
                  </a:cubicBezTo>
                  <a:close/>
                </a:path>
              </a:pathLst>
            </a:custGeom>
            <a:solidFill>
              <a:srgbClr val="FFFFFF"/>
            </a:solidFill>
            <a:ln w="0" cap="flat">
              <a:noFill/>
              <a:prstDash val="solid"/>
              <a:miter/>
            </a:ln>
          </p:spPr>
          <p:txBody>
            <a:bodyPr rtlCol="0" anchor="ctr"/>
            <a:lstStyle/>
            <a:p>
              <a:endParaRPr lang="de-DE"/>
            </a:p>
          </p:txBody>
        </p:sp>
        <p:sp>
          <p:nvSpPr>
            <p:cNvPr id="34" name="Freihandform 33">
              <a:extLst>
                <a:ext uri="{FF2B5EF4-FFF2-40B4-BE49-F238E27FC236}">
                  <a16:creationId xmlns:a16="http://schemas.microsoft.com/office/drawing/2014/main" id="{4E90CDAD-7F65-4A1E-16B8-C12E8B2AF9ED}"/>
                </a:ext>
              </a:extLst>
            </p:cNvPr>
            <p:cNvSpPr/>
            <p:nvPr/>
          </p:nvSpPr>
          <p:spPr>
            <a:xfrm>
              <a:off x="3728549" y="1664893"/>
              <a:ext cx="295145" cy="294987"/>
            </a:xfrm>
            <a:custGeom>
              <a:avLst/>
              <a:gdLst>
                <a:gd name="connsiteX0" fmla="*/ 11964 w 295145"/>
                <a:gd name="connsiteY0" fmla="*/ 294988 h 294987"/>
                <a:gd name="connsiteX1" fmla="*/ 20435 w 295145"/>
                <a:gd name="connsiteY1" fmla="*/ 291483 h 294987"/>
                <a:gd name="connsiteX2" fmla="*/ 271194 w 295145"/>
                <a:gd name="connsiteY2" fmla="*/ 40840 h 294987"/>
                <a:gd name="connsiteX3" fmla="*/ 271194 w 295145"/>
                <a:gd name="connsiteY3" fmla="*/ 176551 h 294987"/>
                <a:gd name="connsiteX4" fmla="*/ 283170 w 295145"/>
                <a:gd name="connsiteY4" fmla="*/ 188525 h 294987"/>
                <a:gd name="connsiteX5" fmla="*/ 295145 w 295145"/>
                <a:gd name="connsiteY5" fmla="*/ 176551 h 294987"/>
                <a:gd name="connsiteX6" fmla="*/ 295145 w 295145"/>
                <a:gd name="connsiteY6" fmla="*/ 11983 h 294987"/>
                <a:gd name="connsiteX7" fmla="*/ 295145 w 295145"/>
                <a:gd name="connsiteY7" fmla="*/ 11959 h 294987"/>
                <a:gd name="connsiteX8" fmla="*/ 295145 w 295145"/>
                <a:gd name="connsiteY8" fmla="*/ 11903 h 294987"/>
                <a:gd name="connsiteX9" fmla="*/ 294323 w 295145"/>
                <a:gd name="connsiteY9" fmla="*/ 7688 h 294987"/>
                <a:gd name="connsiteX10" fmla="*/ 294219 w 295145"/>
                <a:gd name="connsiteY10" fmla="*/ 7353 h 294987"/>
                <a:gd name="connsiteX11" fmla="*/ 291784 w 295145"/>
                <a:gd name="connsiteY11" fmla="*/ 3689 h 294987"/>
                <a:gd name="connsiteX12" fmla="*/ 291640 w 295145"/>
                <a:gd name="connsiteY12" fmla="*/ 3473 h 294987"/>
                <a:gd name="connsiteX13" fmla="*/ 291385 w 295145"/>
                <a:gd name="connsiteY13" fmla="*/ 3306 h 294987"/>
                <a:gd name="connsiteX14" fmla="*/ 287848 w 295145"/>
                <a:gd name="connsiteY14" fmla="*/ 951 h 294987"/>
                <a:gd name="connsiteX15" fmla="*/ 287201 w 295145"/>
                <a:gd name="connsiteY15" fmla="*/ 743 h 294987"/>
                <a:gd name="connsiteX16" fmla="*/ 283593 w 295145"/>
                <a:gd name="connsiteY16" fmla="*/ 41 h 294987"/>
                <a:gd name="connsiteX17" fmla="*/ 282978 w 295145"/>
                <a:gd name="connsiteY17" fmla="*/ 1 h 294987"/>
                <a:gd name="connsiteX18" fmla="*/ 118581 w 295145"/>
                <a:gd name="connsiteY18" fmla="*/ 1 h 294987"/>
                <a:gd name="connsiteX19" fmla="*/ 106605 w 295145"/>
                <a:gd name="connsiteY19" fmla="*/ 11975 h 294987"/>
                <a:gd name="connsiteX20" fmla="*/ 118581 w 295145"/>
                <a:gd name="connsiteY20" fmla="*/ 23949 h 294987"/>
                <a:gd name="connsiteX21" fmla="*/ 254220 w 295145"/>
                <a:gd name="connsiteY21" fmla="*/ 23949 h 294987"/>
                <a:gd name="connsiteX22" fmla="*/ 3509 w 295145"/>
                <a:gd name="connsiteY22" fmla="*/ 274552 h 294987"/>
                <a:gd name="connsiteX23" fmla="*/ 3509 w 295145"/>
                <a:gd name="connsiteY23" fmla="*/ 291483 h 294987"/>
                <a:gd name="connsiteX24" fmla="*/ 11980 w 295145"/>
                <a:gd name="connsiteY24" fmla="*/ 294988 h 294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95145" h="294987">
                  <a:moveTo>
                    <a:pt x="11964" y="294988"/>
                  </a:moveTo>
                  <a:cubicBezTo>
                    <a:pt x="15030" y="294988"/>
                    <a:pt x="18096" y="293822"/>
                    <a:pt x="20435" y="291483"/>
                  </a:cubicBezTo>
                  <a:lnTo>
                    <a:pt x="271194" y="40840"/>
                  </a:lnTo>
                  <a:lnTo>
                    <a:pt x="271194" y="176551"/>
                  </a:lnTo>
                  <a:cubicBezTo>
                    <a:pt x="271194" y="183160"/>
                    <a:pt x="276551" y="188525"/>
                    <a:pt x="283170" y="188525"/>
                  </a:cubicBezTo>
                  <a:cubicBezTo>
                    <a:pt x="289788" y="188525"/>
                    <a:pt x="295145" y="183160"/>
                    <a:pt x="295145" y="176551"/>
                  </a:cubicBezTo>
                  <a:lnTo>
                    <a:pt x="295145" y="11983"/>
                  </a:lnTo>
                  <a:cubicBezTo>
                    <a:pt x="295145" y="11983"/>
                    <a:pt x="295145" y="11967"/>
                    <a:pt x="295145" y="11959"/>
                  </a:cubicBezTo>
                  <a:cubicBezTo>
                    <a:pt x="295145" y="11935"/>
                    <a:pt x="295145" y="11919"/>
                    <a:pt x="295145" y="11903"/>
                  </a:cubicBezTo>
                  <a:cubicBezTo>
                    <a:pt x="295138" y="10418"/>
                    <a:pt x="294834" y="9005"/>
                    <a:pt x="294323" y="7688"/>
                  </a:cubicBezTo>
                  <a:cubicBezTo>
                    <a:pt x="294283" y="7576"/>
                    <a:pt x="294267" y="7465"/>
                    <a:pt x="294219" y="7353"/>
                  </a:cubicBezTo>
                  <a:cubicBezTo>
                    <a:pt x="293645" y="5980"/>
                    <a:pt x="292806" y="4742"/>
                    <a:pt x="291784" y="3689"/>
                  </a:cubicBezTo>
                  <a:cubicBezTo>
                    <a:pt x="291720" y="3625"/>
                    <a:pt x="291704" y="3537"/>
                    <a:pt x="291640" y="3473"/>
                  </a:cubicBezTo>
                  <a:cubicBezTo>
                    <a:pt x="291569" y="3401"/>
                    <a:pt x="291465" y="3378"/>
                    <a:pt x="291385" y="3306"/>
                  </a:cubicBezTo>
                  <a:cubicBezTo>
                    <a:pt x="290355" y="2332"/>
                    <a:pt x="289174" y="1518"/>
                    <a:pt x="287848" y="951"/>
                  </a:cubicBezTo>
                  <a:cubicBezTo>
                    <a:pt x="287633" y="863"/>
                    <a:pt x="287417" y="823"/>
                    <a:pt x="287201" y="743"/>
                  </a:cubicBezTo>
                  <a:cubicBezTo>
                    <a:pt x="286068" y="336"/>
                    <a:pt x="284862" y="89"/>
                    <a:pt x="283593" y="41"/>
                  </a:cubicBezTo>
                  <a:cubicBezTo>
                    <a:pt x="283385" y="41"/>
                    <a:pt x="283186" y="-7"/>
                    <a:pt x="282978" y="1"/>
                  </a:cubicBezTo>
                  <a:lnTo>
                    <a:pt x="118581" y="1"/>
                  </a:lnTo>
                  <a:cubicBezTo>
                    <a:pt x="111962" y="1"/>
                    <a:pt x="106605" y="5365"/>
                    <a:pt x="106605" y="11975"/>
                  </a:cubicBezTo>
                  <a:cubicBezTo>
                    <a:pt x="106605" y="18584"/>
                    <a:pt x="111962" y="23949"/>
                    <a:pt x="118581" y="23949"/>
                  </a:cubicBezTo>
                  <a:lnTo>
                    <a:pt x="254220" y="23949"/>
                  </a:lnTo>
                  <a:lnTo>
                    <a:pt x="3509" y="274552"/>
                  </a:lnTo>
                  <a:cubicBezTo>
                    <a:pt x="-1170" y="279222"/>
                    <a:pt x="-1170" y="286806"/>
                    <a:pt x="3509" y="291483"/>
                  </a:cubicBezTo>
                  <a:cubicBezTo>
                    <a:pt x="5848" y="293822"/>
                    <a:pt x="8914" y="294988"/>
                    <a:pt x="11980" y="294988"/>
                  </a:cubicBezTo>
                  <a:close/>
                </a:path>
              </a:pathLst>
            </a:custGeom>
            <a:solidFill>
              <a:srgbClr val="FFFFFF"/>
            </a:solidFill>
            <a:ln w="0" cap="flat">
              <a:noFill/>
              <a:prstDash val="solid"/>
              <a:miter/>
            </a:ln>
          </p:spPr>
          <p:txBody>
            <a:bodyPr rtlCol="0" anchor="ctr"/>
            <a:lstStyle/>
            <a:p>
              <a:endParaRPr lang="de-DE"/>
            </a:p>
          </p:txBody>
        </p:sp>
      </p:grpSp>
      <p:grpSp>
        <p:nvGrpSpPr>
          <p:cNvPr id="35" name="Grafik 13">
            <a:extLst>
              <a:ext uri="{FF2B5EF4-FFF2-40B4-BE49-F238E27FC236}">
                <a16:creationId xmlns:a16="http://schemas.microsoft.com/office/drawing/2014/main" id="{56994A34-65EE-1A61-2E79-9A91242641BE}"/>
              </a:ext>
            </a:extLst>
          </p:cNvPr>
          <p:cNvGrpSpPr/>
          <p:nvPr/>
        </p:nvGrpSpPr>
        <p:grpSpPr>
          <a:xfrm>
            <a:off x="4579073" y="2492559"/>
            <a:ext cx="536969" cy="539735"/>
            <a:chOff x="6656902" y="1664862"/>
            <a:chExt cx="644741" cy="648062"/>
          </a:xfrm>
          <a:solidFill>
            <a:srgbClr val="FFFFFF"/>
          </a:solidFill>
        </p:grpSpPr>
        <p:sp>
          <p:nvSpPr>
            <p:cNvPr id="36" name="Freihandform 35">
              <a:extLst>
                <a:ext uri="{FF2B5EF4-FFF2-40B4-BE49-F238E27FC236}">
                  <a16:creationId xmlns:a16="http://schemas.microsoft.com/office/drawing/2014/main" id="{B673F42C-3DC4-0EA8-7C09-032AB211E6CC}"/>
                </a:ext>
              </a:extLst>
            </p:cNvPr>
            <p:cNvSpPr/>
            <p:nvPr/>
          </p:nvSpPr>
          <p:spPr>
            <a:xfrm>
              <a:off x="7068070" y="1664870"/>
              <a:ext cx="233573" cy="233425"/>
            </a:xfrm>
            <a:custGeom>
              <a:avLst/>
              <a:gdLst>
                <a:gd name="connsiteX0" fmla="*/ 11980 w 233573"/>
                <a:gd name="connsiteY0" fmla="*/ 233425 h 233425"/>
                <a:gd name="connsiteX1" fmla="*/ 20451 w 233573"/>
                <a:gd name="connsiteY1" fmla="*/ 229921 h 233425"/>
                <a:gd name="connsiteX2" fmla="*/ 209622 w 233573"/>
                <a:gd name="connsiteY2" fmla="*/ 40871 h 233425"/>
                <a:gd name="connsiteX3" fmla="*/ 209622 w 233573"/>
                <a:gd name="connsiteY3" fmla="*/ 176582 h 233425"/>
                <a:gd name="connsiteX4" fmla="*/ 221597 w 233573"/>
                <a:gd name="connsiteY4" fmla="*/ 188556 h 233425"/>
                <a:gd name="connsiteX5" fmla="*/ 233573 w 233573"/>
                <a:gd name="connsiteY5" fmla="*/ 176582 h 233425"/>
                <a:gd name="connsiteX6" fmla="*/ 233573 w 233573"/>
                <a:gd name="connsiteY6" fmla="*/ 11982 h 233425"/>
                <a:gd name="connsiteX7" fmla="*/ 233573 w 233573"/>
                <a:gd name="connsiteY7" fmla="*/ 11982 h 233425"/>
                <a:gd name="connsiteX8" fmla="*/ 232727 w 233573"/>
                <a:gd name="connsiteY8" fmla="*/ 7615 h 233425"/>
                <a:gd name="connsiteX9" fmla="*/ 232663 w 233573"/>
                <a:gd name="connsiteY9" fmla="*/ 7424 h 233425"/>
                <a:gd name="connsiteX10" fmla="*/ 230076 w 233573"/>
                <a:gd name="connsiteY10" fmla="*/ 3528 h 233425"/>
                <a:gd name="connsiteX11" fmla="*/ 230069 w 233573"/>
                <a:gd name="connsiteY11" fmla="*/ 3512 h 233425"/>
                <a:gd name="connsiteX12" fmla="*/ 230053 w 233573"/>
                <a:gd name="connsiteY12" fmla="*/ 3504 h 233425"/>
                <a:gd name="connsiteX13" fmla="*/ 226148 w 233573"/>
                <a:gd name="connsiteY13" fmla="*/ 910 h 233425"/>
                <a:gd name="connsiteX14" fmla="*/ 225957 w 233573"/>
                <a:gd name="connsiteY14" fmla="*/ 846 h 233425"/>
                <a:gd name="connsiteX15" fmla="*/ 221597 w 233573"/>
                <a:gd name="connsiteY15" fmla="*/ 0 h 233425"/>
                <a:gd name="connsiteX16" fmla="*/ 221597 w 233573"/>
                <a:gd name="connsiteY16" fmla="*/ 0 h 233425"/>
                <a:gd name="connsiteX17" fmla="*/ 56913 w 233573"/>
                <a:gd name="connsiteY17" fmla="*/ 0 h 233425"/>
                <a:gd name="connsiteX18" fmla="*/ 44937 w 233573"/>
                <a:gd name="connsiteY18" fmla="*/ 11974 h 233425"/>
                <a:gd name="connsiteX19" fmla="*/ 56913 w 233573"/>
                <a:gd name="connsiteY19" fmla="*/ 23948 h 233425"/>
                <a:gd name="connsiteX20" fmla="*/ 192672 w 233573"/>
                <a:gd name="connsiteY20" fmla="*/ 23948 h 233425"/>
                <a:gd name="connsiteX21" fmla="*/ 3509 w 233573"/>
                <a:gd name="connsiteY21" fmla="*/ 212990 h 233425"/>
                <a:gd name="connsiteX22" fmla="*/ 3509 w 233573"/>
                <a:gd name="connsiteY22" fmla="*/ 229921 h 233425"/>
                <a:gd name="connsiteX23" fmla="*/ 11980 w 233573"/>
                <a:gd name="connsiteY23" fmla="*/ 233425 h 233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3573" h="233425">
                  <a:moveTo>
                    <a:pt x="11980" y="233425"/>
                  </a:moveTo>
                  <a:cubicBezTo>
                    <a:pt x="15046" y="233425"/>
                    <a:pt x="18111" y="232260"/>
                    <a:pt x="20451" y="229921"/>
                  </a:cubicBezTo>
                  <a:lnTo>
                    <a:pt x="209622" y="40871"/>
                  </a:lnTo>
                  <a:lnTo>
                    <a:pt x="209622" y="176582"/>
                  </a:lnTo>
                  <a:cubicBezTo>
                    <a:pt x="209622" y="183191"/>
                    <a:pt x="214979" y="188556"/>
                    <a:pt x="221597" y="188556"/>
                  </a:cubicBezTo>
                  <a:cubicBezTo>
                    <a:pt x="228216" y="188556"/>
                    <a:pt x="233573" y="183191"/>
                    <a:pt x="233573" y="176582"/>
                  </a:cubicBezTo>
                  <a:lnTo>
                    <a:pt x="233573" y="11982"/>
                  </a:lnTo>
                  <a:lnTo>
                    <a:pt x="233573" y="11982"/>
                  </a:lnTo>
                  <a:cubicBezTo>
                    <a:pt x="233573" y="10433"/>
                    <a:pt x="233254" y="8972"/>
                    <a:pt x="232727" y="7615"/>
                  </a:cubicBezTo>
                  <a:cubicBezTo>
                    <a:pt x="232703" y="7551"/>
                    <a:pt x="232695" y="7488"/>
                    <a:pt x="232663" y="7424"/>
                  </a:cubicBezTo>
                  <a:cubicBezTo>
                    <a:pt x="232056" y="5955"/>
                    <a:pt x="231178" y="4630"/>
                    <a:pt x="230076" y="3528"/>
                  </a:cubicBezTo>
                  <a:cubicBezTo>
                    <a:pt x="230076" y="3528"/>
                    <a:pt x="230076" y="3520"/>
                    <a:pt x="230069" y="3512"/>
                  </a:cubicBezTo>
                  <a:cubicBezTo>
                    <a:pt x="230069" y="3512"/>
                    <a:pt x="230060" y="3512"/>
                    <a:pt x="230053" y="3504"/>
                  </a:cubicBezTo>
                  <a:cubicBezTo>
                    <a:pt x="228943" y="2403"/>
                    <a:pt x="227618" y="1517"/>
                    <a:pt x="226148" y="910"/>
                  </a:cubicBezTo>
                  <a:cubicBezTo>
                    <a:pt x="226085" y="886"/>
                    <a:pt x="226021" y="878"/>
                    <a:pt x="225957" y="846"/>
                  </a:cubicBezTo>
                  <a:cubicBezTo>
                    <a:pt x="224600" y="311"/>
                    <a:pt x="223138" y="0"/>
                    <a:pt x="221597" y="0"/>
                  </a:cubicBezTo>
                  <a:cubicBezTo>
                    <a:pt x="221597" y="0"/>
                    <a:pt x="221597" y="0"/>
                    <a:pt x="221597" y="0"/>
                  </a:cubicBezTo>
                  <a:lnTo>
                    <a:pt x="56913" y="0"/>
                  </a:lnTo>
                  <a:cubicBezTo>
                    <a:pt x="50295" y="0"/>
                    <a:pt x="44937" y="5364"/>
                    <a:pt x="44937" y="11974"/>
                  </a:cubicBezTo>
                  <a:cubicBezTo>
                    <a:pt x="44937" y="18583"/>
                    <a:pt x="50295" y="23948"/>
                    <a:pt x="56913" y="23948"/>
                  </a:cubicBezTo>
                  <a:lnTo>
                    <a:pt x="192672" y="23948"/>
                  </a:lnTo>
                  <a:lnTo>
                    <a:pt x="3509" y="212990"/>
                  </a:lnTo>
                  <a:cubicBezTo>
                    <a:pt x="-1170" y="217660"/>
                    <a:pt x="-1170" y="225243"/>
                    <a:pt x="3509" y="229921"/>
                  </a:cubicBezTo>
                  <a:cubicBezTo>
                    <a:pt x="5848" y="232260"/>
                    <a:pt x="8914" y="233425"/>
                    <a:pt x="11980" y="233425"/>
                  </a:cubicBezTo>
                  <a:close/>
                </a:path>
              </a:pathLst>
            </a:custGeom>
            <a:solidFill>
              <a:srgbClr val="FFFFFF"/>
            </a:solidFill>
            <a:ln w="0" cap="flat">
              <a:noFill/>
              <a:prstDash val="solid"/>
              <a:miter/>
            </a:ln>
          </p:spPr>
          <p:txBody>
            <a:bodyPr rtlCol="0" anchor="ctr"/>
            <a:lstStyle/>
            <a:p>
              <a:endParaRPr lang="de-DE"/>
            </a:p>
          </p:txBody>
        </p:sp>
        <p:sp>
          <p:nvSpPr>
            <p:cNvPr id="37" name="Freihandform 36">
              <a:extLst>
                <a:ext uri="{FF2B5EF4-FFF2-40B4-BE49-F238E27FC236}">
                  <a16:creationId xmlns:a16="http://schemas.microsoft.com/office/drawing/2014/main" id="{BA27F38B-2EBA-9B52-D7F3-56A3854C9575}"/>
                </a:ext>
              </a:extLst>
            </p:cNvPr>
            <p:cNvSpPr/>
            <p:nvPr/>
          </p:nvSpPr>
          <p:spPr>
            <a:xfrm>
              <a:off x="6656911" y="1664862"/>
              <a:ext cx="233559" cy="233425"/>
            </a:xfrm>
            <a:custGeom>
              <a:avLst/>
              <a:gdLst>
                <a:gd name="connsiteX0" fmla="*/ 40902 w 233559"/>
                <a:gd name="connsiteY0" fmla="*/ 23948 h 233425"/>
                <a:gd name="connsiteX1" fmla="*/ 176564 w 233559"/>
                <a:gd name="connsiteY1" fmla="*/ 23948 h 233425"/>
                <a:gd name="connsiteX2" fmla="*/ 188540 w 233559"/>
                <a:gd name="connsiteY2" fmla="*/ 11974 h 233425"/>
                <a:gd name="connsiteX3" fmla="*/ 176564 w 233559"/>
                <a:gd name="connsiteY3" fmla="*/ 0 h 233425"/>
                <a:gd name="connsiteX4" fmla="*/ 11968 w 233559"/>
                <a:gd name="connsiteY4" fmla="*/ 0 h 233425"/>
                <a:gd name="connsiteX5" fmla="*/ 7577 w 233559"/>
                <a:gd name="connsiteY5" fmla="*/ 854 h 233425"/>
                <a:gd name="connsiteX6" fmla="*/ 7441 w 233559"/>
                <a:gd name="connsiteY6" fmla="*/ 894 h 233425"/>
                <a:gd name="connsiteX7" fmla="*/ 886 w 233559"/>
                <a:gd name="connsiteY7" fmla="*/ 7464 h 233425"/>
                <a:gd name="connsiteX8" fmla="*/ 886 w 233559"/>
                <a:gd name="connsiteY8" fmla="*/ 7480 h 233425"/>
                <a:gd name="connsiteX9" fmla="*/ 0 w 233559"/>
                <a:gd name="connsiteY9" fmla="*/ 11974 h 233425"/>
                <a:gd name="connsiteX10" fmla="*/ 0 w 233559"/>
                <a:gd name="connsiteY10" fmla="*/ 176582 h 233425"/>
                <a:gd name="connsiteX11" fmla="*/ 11976 w 233559"/>
                <a:gd name="connsiteY11" fmla="*/ 188556 h 233425"/>
                <a:gd name="connsiteX12" fmla="*/ 23952 w 233559"/>
                <a:gd name="connsiteY12" fmla="*/ 176582 h 233425"/>
                <a:gd name="connsiteX13" fmla="*/ 23952 w 233559"/>
                <a:gd name="connsiteY13" fmla="*/ 40855 h 233425"/>
                <a:gd name="connsiteX14" fmla="*/ 213115 w 233559"/>
                <a:gd name="connsiteY14" fmla="*/ 229921 h 233425"/>
                <a:gd name="connsiteX15" fmla="*/ 221585 w 233559"/>
                <a:gd name="connsiteY15" fmla="*/ 233425 h 233425"/>
                <a:gd name="connsiteX16" fmla="*/ 230057 w 233559"/>
                <a:gd name="connsiteY16" fmla="*/ 229921 h 233425"/>
                <a:gd name="connsiteX17" fmla="*/ 230057 w 233559"/>
                <a:gd name="connsiteY17" fmla="*/ 212990 h 233425"/>
                <a:gd name="connsiteX18" fmla="*/ 40918 w 233559"/>
                <a:gd name="connsiteY18" fmla="*/ 23948 h 233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3559" h="233425">
                  <a:moveTo>
                    <a:pt x="40902" y="23948"/>
                  </a:moveTo>
                  <a:lnTo>
                    <a:pt x="176564" y="23948"/>
                  </a:lnTo>
                  <a:cubicBezTo>
                    <a:pt x="183183" y="23948"/>
                    <a:pt x="188540" y="18583"/>
                    <a:pt x="188540" y="11974"/>
                  </a:cubicBezTo>
                  <a:cubicBezTo>
                    <a:pt x="188540" y="5364"/>
                    <a:pt x="183183" y="0"/>
                    <a:pt x="176564" y="0"/>
                  </a:cubicBezTo>
                  <a:lnTo>
                    <a:pt x="11968" y="0"/>
                  </a:lnTo>
                  <a:cubicBezTo>
                    <a:pt x="10411" y="0"/>
                    <a:pt x="8942" y="319"/>
                    <a:pt x="7577" y="854"/>
                  </a:cubicBezTo>
                  <a:cubicBezTo>
                    <a:pt x="7529" y="870"/>
                    <a:pt x="7489" y="878"/>
                    <a:pt x="7441" y="894"/>
                  </a:cubicBezTo>
                  <a:cubicBezTo>
                    <a:pt x="4463" y="2115"/>
                    <a:pt x="2100" y="4486"/>
                    <a:pt x="886" y="7464"/>
                  </a:cubicBezTo>
                  <a:cubicBezTo>
                    <a:pt x="886" y="7464"/>
                    <a:pt x="886" y="7472"/>
                    <a:pt x="886" y="7480"/>
                  </a:cubicBezTo>
                  <a:cubicBezTo>
                    <a:pt x="319" y="8869"/>
                    <a:pt x="0" y="10377"/>
                    <a:pt x="0" y="11974"/>
                  </a:cubicBezTo>
                  <a:lnTo>
                    <a:pt x="0" y="176582"/>
                  </a:lnTo>
                  <a:cubicBezTo>
                    <a:pt x="0" y="183191"/>
                    <a:pt x="5357" y="188556"/>
                    <a:pt x="11976" y="188556"/>
                  </a:cubicBezTo>
                  <a:cubicBezTo>
                    <a:pt x="18594" y="188556"/>
                    <a:pt x="23952" y="183191"/>
                    <a:pt x="23952" y="176582"/>
                  </a:cubicBezTo>
                  <a:lnTo>
                    <a:pt x="23952" y="40855"/>
                  </a:lnTo>
                  <a:lnTo>
                    <a:pt x="213115" y="229921"/>
                  </a:lnTo>
                  <a:cubicBezTo>
                    <a:pt x="215454" y="232260"/>
                    <a:pt x="218520" y="233425"/>
                    <a:pt x="221585" y="233425"/>
                  </a:cubicBezTo>
                  <a:cubicBezTo>
                    <a:pt x="224652" y="233425"/>
                    <a:pt x="227717" y="232260"/>
                    <a:pt x="230057" y="229921"/>
                  </a:cubicBezTo>
                  <a:cubicBezTo>
                    <a:pt x="234727" y="225243"/>
                    <a:pt x="234727" y="217660"/>
                    <a:pt x="230057" y="212990"/>
                  </a:cubicBezTo>
                  <a:lnTo>
                    <a:pt x="40918" y="23948"/>
                  </a:lnTo>
                  <a:close/>
                </a:path>
              </a:pathLst>
            </a:custGeom>
            <a:solidFill>
              <a:srgbClr val="FFFFFF"/>
            </a:solidFill>
            <a:ln w="0" cap="flat">
              <a:noFill/>
              <a:prstDash val="solid"/>
              <a:miter/>
            </a:ln>
          </p:spPr>
          <p:txBody>
            <a:bodyPr rtlCol="0" anchor="ctr"/>
            <a:lstStyle/>
            <a:p>
              <a:endParaRPr lang="de-DE"/>
            </a:p>
          </p:txBody>
        </p:sp>
        <p:sp>
          <p:nvSpPr>
            <p:cNvPr id="38" name="Freihandform 37">
              <a:extLst>
                <a:ext uri="{FF2B5EF4-FFF2-40B4-BE49-F238E27FC236}">
                  <a16:creationId xmlns:a16="http://schemas.microsoft.com/office/drawing/2014/main" id="{FA6E14B0-A53A-79E6-AEEA-ABCD5DE6BBA4}"/>
                </a:ext>
              </a:extLst>
            </p:cNvPr>
            <p:cNvSpPr/>
            <p:nvPr/>
          </p:nvSpPr>
          <p:spPr>
            <a:xfrm>
              <a:off x="6656902" y="2079495"/>
              <a:ext cx="233557" cy="233429"/>
            </a:xfrm>
            <a:custGeom>
              <a:avLst/>
              <a:gdLst>
                <a:gd name="connsiteX0" fmla="*/ 213115 w 233557"/>
                <a:gd name="connsiteY0" fmla="*/ 3500 h 233429"/>
                <a:gd name="connsiteX1" fmla="*/ 23952 w 233557"/>
                <a:gd name="connsiteY1" fmla="*/ 192567 h 233429"/>
                <a:gd name="connsiteX2" fmla="*/ 23952 w 233557"/>
                <a:gd name="connsiteY2" fmla="*/ 56855 h 233429"/>
                <a:gd name="connsiteX3" fmla="*/ 11976 w 233557"/>
                <a:gd name="connsiteY3" fmla="*/ 44882 h 233429"/>
                <a:gd name="connsiteX4" fmla="*/ 0 w 233557"/>
                <a:gd name="connsiteY4" fmla="*/ 56855 h 233429"/>
                <a:gd name="connsiteX5" fmla="*/ 0 w 233557"/>
                <a:gd name="connsiteY5" fmla="*/ 221423 h 233429"/>
                <a:gd name="connsiteX6" fmla="*/ 879 w 233557"/>
                <a:gd name="connsiteY6" fmla="*/ 225878 h 233429"/>
                <a:gd name="connsiteX7" fmla="*/ 910 w 233557"/>
                <a:gd name="connsiteY7" fmla="*/ 225974 h 233429"/>
                <a:gd name="connsiteX8" fmla="*/ 3497 w 233557"/>
                <a:gd name="connsiteY8" fmla="*/ 229877 h 233429"/>
                <a:gd name="connsiteX9" fmla="*/ 3521 w 233557"/>
                <a:gd name="connsiteY9" fmla="*/ 229917 h 233429"/>
                <a:gd name="connsiteX10" fmla="*/ 3601 w 233557"/>
                <a:gd name="connsiteY10" fmla="*/ 229965 h 233429"/>
                <a:gd name="connsiteX11" fmla="*/ 7386 w 233557"/>
                <a:gd name="connsiteY11" fmla="*/ 232479 h 233429"/>
                <a:gd name="connsiteX12" fmla="*/ 7785 w 233557"/>
                <a:gd name="connsiteY12" fmla="*/ 232607 h 233429"/>
                <a:gd name="connsiteX13" fmla="*/ 11760 w 233557"/>
                <a:gd name="connsiteY13" fmla="*/ 233381 h 233429"/>
                <a:gd name="connsiteX14" fmla="*/ 11992 w 233557"/>
                <a:gd name="connsiteY14" fmla="*/ 233429 h 233429"/>
                <a:gd name="connsiteX15" fmla="*/ 12112 w 233557"/>
                <a:gd name="connsiteY15" fmla="*/ 233405 h 233429"/>
                <a:gd name="connsiteX16" fmla="*/ 176573 w 233557"/>
                <a:gd name="connsiteY16" fmla="*/ 233405 h 233429"/>
                <a:gd name="connsiteX17" fmla="*/ 188548 w 233557"/>
                <a:gd name="connsiteY17" fmla="*/ 221432 h 233429"/>
                <a:gd name="connsiteX18" fmla="*/ 176573 w 233557"/>
                <a:gd name="connsiteY18" fmla="*/ 209458 h 233429"/>
                <a:gd name="connsiteX19" fmla="*/ 40934 w 233557"/>
                <a:gd name="connsiteY19" fmla="*/ 209458 h 233429"/>
                <a:gd name="connsiteX20" fmla="*/ 230049 w 233557"/>
                <a:gd name="connsiteY20" fmla="*/ 20439 h 233429"/>
                <a:gd name="connsiteX21" fmla="*/ 230049 w 233557"/>
                <a:gd name="connsiteY21" fmla="*/ 3508 h 233429"/>
                <a:gd name="connsiteX22" fmla="*/ 213107 w 233557"/>
                <a:gd name="connsiteY22" fmla="*/ 3508 h 23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33557" h="233429">
                  <a:moveTo>
                    <a:pt x="213115" y="3500"/>
                  </a:moveTo>
                  <a:lnTo>
                    <a:pt x="23952" y="192567"/>
                  </a:lnTo>
                  <a:lnTo>
                    <a:pt x="23952" y="56855"/>
                  </a:lnTo>
                  <a:cubicBezTo>
                    <a:pt x="23952" y="50246"/>
                    <a:pt x="18595" y="44882"/>
                    <a:pt x="11976" y="44882"/>
                  </a:cubicBezTo>
                  <a:cubicBezTo>
                    <a:pt x="5357" y="44882"/>
                    <a:pt x="0" y="50246"/>
                    <a:pt x="0" y="56855"/>
                  </a:cubicBezTo>
                  <a:lnTo>
                    <a:pt x="0" y="221423"/>
                  </a:lnTo>
                  <a:cubicBezTo>
                    <a:pt x="0" y="223004"/>
                    <a:pt x="320" y="224497"/>
                    <a:pt x="879" y="225878"/>
                  </a:cubicBezTo>
                  <a:cubicBezTo>
                    <a:pt x="894" y="225910"/>
                    <a:pt x="894" y="225942"/>
                    <a:pt x="910" y="225974"/>
                  </a:cubicBezTo>
                  <a:cubicBezTo>
                    <a:pt x="1517" y="227442"/>
                    <a:pt x="2396" y="228768"/>
                    <a:pt x="3497" y="229877"/>
                  </a:cubicBezTo>
                  <a:cubicBezTo>
                    <a:pt x="3505" y="229885"/>
                    <a:pt x="3513" y="229901"/>
                    <a:pt x="3521" y="229917"/>
                  </a:cubicBezTo>
                  <a:cubicBezTo>
                    <a:pt x="3545" y="229941"/>
                    <a:pt x="3577" y="229949"/>
                    <a:pt x="3601" y="229965"/>
                  </a:cubicBezTo>
                  <a:cubicBezTo>
                    <a:pt x="4687" y="231027"/>
                    <a:pt x="5964" y="231889"/>
                    <a:pt x="7386" y="232479"/>
                  </a:cubicBezTo>
                  <a:cubicBezTo>
                    <a:pt x="7521" y="232535"/>
                    <a:pt x="7649" y="232551"/>
                    <a:pt x="7785" y="232607"/>
                  </a:cubicBezTo>
                  <a:cubicBezTo>
                    <a:pt x="9030" y="233070"/>
                    <a:pt x="10355" y="233358"/>
                    <a:pt x="11760" y="233381"/>
                  </a:cubicBezTo>
                  <a:cubicBezTo>
                    <a:pt x="11840" y="233381"/>
                    <a:pt x="11912" y="233429"/>
                    <a:pt x="11992" y="233429"/>
                  </a:cubicBezTo>
                  <a:cubicBezTo>
                    <a:pt x="12032" y="233429"/>
                    <a:pt x="12072" y="233405"/>
                    <a:pt x="12112" y="233405"/>
                  </a:cubicBezTo>
                  <a:lnTo>
                    <a:pt x="176573" y="233405"/>
                  </a:lnTo>
                  <a:cubicBezTo>
                    <a:pt x="183191" y="233405"/>
                    <a:pt x="188548" y="228041"/>
                    <a:pt x="188548" y="221432"/>
                  </a:cubicBezTo>
                  <a:cubicBezTo>
                    <a:pt x="188548" y="214822"/>
                    <a:pt x="183191" y="209458"/>
                    <a:pt x="176573" y="209458"/>
                  </a:cubicBezTo>
                  <a:lnTo>
                    <a:pt x="40934" y="209458"/>
                  </a:lnTo>
                  <a:lnTo>
                    <a:pt x="230049" y="20439"/>
                  </a:lnTo>
                  <a:cubicBezTo>
                    <a:pt x="234727" y="15769"/>
                    <a:pt x="234727" y="8186"/>
                    <a:pt x="230049" y="3508"/>
                  </a:cubicBezTo>
                  <a:cubicBezTo>
                    <a:pt x="225370" y="-1169"/>
                    <a:pt x="217785" y="-1169"/>
                    <a:pt x="213107" y="3508"/>
                  </a:cubicBezTo>
                  <a:close/>
                </a:path>
              </a:pathLst>
            </a:custGeom>
            <a:solidFill>
              <a:srgbClr val="FFFFFF"/>
            </a:solidFill>
            <a:ln w="0" cap="flat">
              <a:noFill/>
              <a:prstDash val="solid"/>
              <a:miter/>
            </a:ln>
          </p:spPr>
          <p:txBody>
            <a:bodyPr rtlCol="0" anchor="ctr"/>
            <a:lstStyle/>
            <a:p>
              <a:endParaRPr lang="de-DE"/>
            </a:p>
          </p:txBody>
        </p:sp>
        <p:sp>
          <p:nvSpPr>
            <p:cNvPr id="39" name="Freihandform 38">
              <a:extLst>
                <a:ext uri="{FF2B5EF4-FFF2-40B4-BE49-F238E27FC236}">
                  <a16:creationId xmlns:a16="http://schemas.microsoft.com/office/drawing/2014/main" id="{ACB223D2-0AA2-B6DE-C162-D2F0922D48B2}"/>
                </a:ext>
              </a:extLst>
            </p:cNvPr>
            <p:cNvSpPr/>
            <p:nvPr/>
          </p:nvSpPr>
          <p:spPr>
            <a:xfrm>
              <a:off x="7068069" y="2079487"/>
              <a:ext cx="233567" cy="233429"/>
            </a:xfrm>
            <a:custGeom>
              <a:avLst/>
              <a:gdLst>
                <a:gd name="connsiteX0" fmla="*/ 232737 w 233567"/>
                <a:gd name="connsiteY0" fmla="*/ 225750 h 233429"/>
                <a:gd name="connsiteX1" fmla="*/ 233568 w 233567"/>
                <a:gd name="connsiteY1" fmla="*/ 221480 h 233429"/>
                <a:gd name="connsiteX2" fmla="*/ 233568 w 233567"/>
                <a:gd name="connsiteY2" fmla="*/ 221440 h 233429"/>
                <a:gd name="connsiteX3" fmla="*/ 233568 w 233567"/>
                <a:gd name="connsiteY3" fmla="*/ 221432 h 233429"/>
                <a:gd name="connsiteX4" fmla="*/ 233568 w 233567"/>
                <a:gd name="connsiteY4" fmla="*/ 56864 h 233429"/>
                <a:gd name="connsiteX5" fmla="*/ 221592 w 233567"/>
                <a:gd name="connsiteY5" fmla="*/ 44890 h 233429"/>
                <a:gd name="connsiteX6" fmla="*/ 209616 w 233567"/>
                <a:gd name="connsiteY6" fmla="*/ 56864 h 233429"/>
                <a:gd name="connsiteX7" fmla="*/ 209616 w 233567"/>
                <a:gd name="connsiteY7" fmla="*/ 192559 h 233429"/>
                <a:gd name="connsiteX8" fmla="*/ 20445 w 233567"/>
                <a:gd name="connsiteY8" fmla="*/ 3508 h 233429"/>
                <a:gd name="connsiteX9" fmla="*/ 3503 w 233567"/>
                <a:gd name="connsiteY9" fmla="*/ 3508 h 233429"/>
                <a:gd name="connsiteX10" fmla="*/ 3503 w 233567"/>
                <a:gd name="connsiteY10" fmla="*/ 20439 h 233429"/>
                <a:gd name="connsiteX11" fmla="*/ 192642 w 233567"/>
                <a:gd name="connsiteY11" fmla="*/ 209458 h 233429"/>
                <a:gd name="connsiteX12" fmla="*/ 56907 w 233567"/>
                <a:gd name="connsiteY12" fmla="*/ 209458 h 233429"/>
                <a:gd name="connsiteX13" fmla="*/ 44931 w 233567"/>
                <a:gd name="connsiteY13" fmla="*/ 221432 h 233429"/>
                <a:gd name="connsiteX14" fmla="*/ 56907 w 233567"/>
                <a:gd name="connsiteY14" fmla="*/ 233405 h 233429"/>
                <a:gd name="connsiteX15" fmla="*/ 221464 w 233567"/>
                <a:gd name="connsiteY15" fmla="*/ 233405 h 233429"/>
                <a:gd name="connsiteX16" fmla="*/ 221583 w 233567"/>
                <a:gd name="connsiteY16" fmla="*/ 233429 h 233429"/>
                <a:gd name="connsiteX17" fmla="*/ 221831 w 233567"/>
                <a:gd name="connsiteY17" fmla="*/ 233381 h 233429"/>
                <a:gd name="connsiteX18" fmla="*/ 225743 w 233567"/>
                <a:gd name="connsiteY18" fmla="*/ 232623 h 233429"/>
                <a:gd name="connsiteX19" fmla="*/ 226198 w 233567"/>
                <a:gd name="connsiteY19" fmla="*/ 232479 h 233429"/>
                <a:gd name="connsiteX20" fmla="*/ 229895 w 233567"/>
                <a:gd name="connsiteY20" fmla="*/ 230029 h 233429"/>
                <a:gd name="connsiteX21" fmla="*/ 230055 w 233567"/>
                <a:gd name="connsiteY21" fmla="*/ 229925 h 233429"/>
                <a:gd name="connsiteX22" fmla="*/ 230142 w 233567"/>
                <a:gd name="connsiteY22" fmla="*/ 229789 h 233429"/>
                <a:gd name="connsiteX23" fmla="*/ 232633 w 233567"/>
                <a:gd name="connsiteY23" fmla="*/ 226030 h 233429"/>
                <a:gd name="connsiteX24" fmla="*/ 232721 w 233567"/>
                <a:gd name="connsiteY24" fmla="*/ 225750 h 23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33567" h="233429">
                  <a:moveTo>
                    <a:pt x="232737" y="225750"/>
                  </a:moveTo>
                  <a:cubicBezTo>
                    <a:pt x="233256" y="224425"/>
                    <a:pt x="233559" y="222988"/>
                    <a:pt x="233568" y="221480"/>
                  </a:cubicBezTo>
                  <a:cubicBezTo>
                    <a:pt x="233568" y="221463"/>
                    <a:pt x="233568" y="221456"/>
                    <a:pt x="233568" y="221440"/>
                  </a:cubicBezTo>
                  <a:cubicBezTo>
                    <a:pt x="233568" y="221440"/>
                    <a:pt x="233568" y="221440"/>
                    <a:pt x="233568" y="221432"/>
                  </a:cubicBezTo>
                  <a:lnTo>
                    <a:pt x="233568" y="56864"/>
                  </a:lnTo>
                  <a:cubicBezTo>
                    <a:pt x="233568" y="50254"/>
                    <a:pt x="228210" y="44890"/>
                    <a:pt x="221592" y="44890"/>
                  </a:cubicBezTo>
                  <a:cubicBezTo>
                    <a:pt x="214973" y="44890"/>
                    <a:pt x="209616" y="50254"/>
                    <a:pt x="209616" y="56864"/>
                  </a:cubicBezTo>
                  <a:lnTo>
                    <a:pt x="209616" y="192559"/>
                  </a:lnTo>
                  <a:lnTo>
                    <a:pt x="20445" y="3508"/>
                  </a:lnTo>
                  <a:cubicBezTo>
                    <a:pt x="15766" y="-1169"/>
                    <a:pt x="8182" y="-1169"/>
                    <a:pt x="3503" y="3508"/>
                  </a:cubicBezTo>
                  <a:cubicBezTo>
                    <a:pt x="-1168" y="8186"/>
                    <a:pt x="-1168" y="15770"/>
                    <a:pt x="3503" y="20439"/>
                  </a:cubicBezTo>
                  <a:lnTo>
                    <a:pt x="192642" y="209458"/>
                  </a:lnTo>
                  <a:lnTo>
                    <a:pt x="56907" y="209458"/>
                  </a:lnTo>
                  <a:cubicBezTo>
                    <a:pt x="50289" y="209458"/>
                    <a:pt x="44931" y="214822"/>
                    <a:pt x="44931" y="221432"/>
                  </a:cubicBezTo>
                  <a:cubicBezTo>
                    <a:pt x="44931" y="228041"/>
                    <a:pt x="50289" y="233405"/>
                    <a:pt x="56907" y="233405"/>
                  </a:cubicBezTo>
                  <a:lnTo>
                    <a:pt x="221464" y="233405"/>
                  </a:lnTo>
                  <a:cubicBezTo>
                    <a:pt x="221504" y="233405"/>
                    <a:pt x="221544" y="233429"/>
                    <a:pt x="221583" y="233429"/>
                  </a:cubicBezTo>
                  <a:cubicBezTo>
                    <a:pt x="221672" y="233429"/>
                    <a:pt x="221751" y="233381"/>
                    <a:pt x="221831" y="233381"/>
                  </a:cubicBezTo>
                  <a:cubicBezTo>
                    <a:pt x="223212" y="233350"/>
                    <a:pt x="224522" y="233078"/>
                    <a:pt x="225743" y="232623"/>
                  </a:cubicBezTo>
                  <a:cubicBezTo>
                    <a:pt x="225895" y="232567"/>
                    <a:pt x="226047" y="232543"/>
                    <a:pt x="226198" y="232479"/>
                  </a:cubicBezTo>
                  <a:cubicBezTo>
                    <a:pt x="227587" y="231897"/>
                    <a:pt x="228825" y="231059"/>
                    <a:pt x="229895" y="230029"/>
                  </a:cubicBezTo>
                  <a:cubicBezTo>
                    <a:pt x="229943" y="229981"/>
                    <a:pt x="230007" y="229973"/>
                    <a:pt x="230055" y="229925"/>
                  </a:cubicBezTo>
                  <a:cubicBezTo>
                    <a:pt x="230095" y="229885"/>
                    <a:pt x="230102" y="229829"/>
                    <a:pt x="230142" y="229789"/>
                  </a:cubicBezTo>
                  <a:cubicBezTo>
                    <a:pt x="231196" y="228712"/>
                    <a:pt x="232051" y="227443"/>
                    <a:pt x="232633" y="226030"/>
                  </a:cubicBezTo>
                  <a:cubicBezTo>
                    <a:pt x="232673" y="225942"/>
                    <a:pt x="232681" y="225846"/>
                    <a:pt x="232721" y="225750"/>
                  </a:cubicBezTo>
                  <a:close/>
                </a:path>
              </a:pathLst>
            </a:custGeom>
            <a:solidFill>
              <a:srgbClr val="FFFFFF"/>
            </a:solidFill>
            <a:ln w="0" cap="flat">
              <a:noFill/>
              <a:prstDash val="solid"/>
              <a:miter/>
            </a:ln>
          </p:spPr>
          <p:txBody>
            <a:bodyPr rtlCol="0" anchor="ctr"/>
            <a:lstStyle/>
            <a:p>
              <a:endParaRPr lang="de-DE"/>
            </a:p>
          </p:txBody>
        </p:sp>
      </p:grpSp>
      <p:grpSp>
        <p:nvGrpSpPr>
          <p:cNvPr id="40" name="Grafik 13">
            <a:extLst>
              <a:ext uri="{FF2B5EF4-FFF2-40B4-BE49-F238E27FC236}">
                <a16:creationId xmlns:a16="http://schemas.microsoft.com/office/drawing/2014/main" id="{9F760571-36F1-ECAF-72FB-2FA674326718}"/>
              </a:ext>
            </a:extLst>
          </p:cNvPr>
          <p:cNvGrpSpPr/>
          <p:nvPr/>
        </p:nvGrpSpPr>
        <p:grpSpPr>
          <a:xfrm>
            <a:off x="5827530" y="2492527"/>
            <a:ext cx="536943" cy="539799"/>
            <a:chOff x="8296205" y="1664810"/>
            <a:chExt cx="644709" cy="648138"/>
          </a:xfrm>
          <a:solidFill>
            <a:srgbClr val="FFFFFF"/>
          </a:solidFill>
        </p:grpSpPr>
        <p:sp>
          <p:nvSpPr>
            <p:cNvPr id="41" name="Freihandform 40">
              <a:extLst>
                <a:ext uri="{FF2B5EF4-FFF2-40B4-BE49-F238E27FC236}">
                  <a16:creationId xmlns:a16="http://schemas.microsoft.com/office/drawing/2014/main" id="{7962D9D4-422B-98CC-21A3-E7793916B61F}"/>
                </a:ext>
              </a:extLst>
            </p:cNvPr>
            <p:cNvSpPr/>
            <p:nvPr/>
          </p:nvSpPr>
          <p:spPr>
            <a:xfrm>
              <a:off x="8707341" y="1664810"/>
              <a:ext cx="233565" cy="233461"/>
            </a:xfrm>
            <a:custGeom>
              <a:avLst/>
              <a:gdLst>
                <a:gd name="connsiteX0" fmla="*/ 8 w 233565"/>
                <a:gd name="connsiteY0" fmla="*/ 221511 h 233461"/>
                <a:gd name="connsiteX1" fmla="*/ 838 w 233565"/>
                <a:gd name="connsiteY1" fmla="*/ 225798 h 233461"/>
                <a:gd name="connsiteX2" fmla="*/ 918 w 233565"/>
                <a:gd name="connsiteY2" fmla="*/ 226062 h 233461"/>
                <a:gd name="connsiteX3" fmla="*/ 3425 w 233565"/>
                <a:gd name="connsiteY3" fmla="*/ 229837 h 233461"/>
                <a:gd name="connsiteX4" fmla="*/ 3505 w 233565"/>
                <a:gd name="connsiteY4" fmla="*/ 229957 h 233461"/>
                <a:gd name="connsiteX5" fmla="*/ 3648 w 233565"/>
                <a:gd name="connsiteY5" fmla="*/ 230053 h 233461"/>
                <a:gd name="connsiteX6" fmla="*/ 7353 w 233565"/>
                <a:gd name="connsiteY6" fmla="*/ 232511 h 233461"/>
                <a:gd name="connsiteX7" fmla="*/ 7808 w 233565"/>
                <a:gd name="connsiteY7" fmla="*/ 232655 h 233461"/>
                <a:gd name="connsiteX8" fmla="*/ 11720 w 233565"/>
                <a:gd name="connsiteY8" fmla="*/ 233413 h 233461"/>
                <a:gd name="connsiteX9" fmla="*/ 11968 w 233565"/>
                <a:gd name="connsiteY9" fmla="*/ 233461 h 233461"/>
                <a:gd name="connsiteX10" fmla="*/ 12087 w 233565"/>
                <a:gd name="connsiteY10" fmla="*/ 233437 h 233461"/>
                <a:gd name="connsiteX11" fmla="*/ 176676 w 233565"/>
                <a:gd name="connsiteY11" fmla="*/ 233437 h 233461"/>
                <a:gd name="connsiteX12" fmla="*/ 188652 w 233565"/>
                <a:gd name="connsiteY12" fmla="*/ 221464 h 233461"/>
                <a:gd name="connsiteX13" fmla="*/ 176676 w 233565"/>
                <a:gd name="connsiteY13" fmla="*/ 209490 h 233461"/>
                <a:gd name="connsiteX14" fmla="*/ 40909 w 233565"/>
                <a:gd name="connsiteY14" fmla="*/ 209490 h 233461"/>
                <a:gd name="connsiteX15" fmla="*/ 230057 w 233565"/>
                <a:gd name="connsiteY15" fmla="*/ 20439 h 233461"/>
                <a:gd name="connsiteX16" fmla="*/ 230057 w 233565"/>
                <a:gd name="connsiteY16" fmla="*/ 3508 h 233461"/>
                <a:gd name="connsiteX17" fmla="*/ 213122 w 233565"/>
                <a:gd name="connsiteY17" fmla="*/ 3508 h 233461"/>
                <a:gd name="connsiteX18" fmla="*/ 23952 w 233565"/>
                <a:gd name="connsiteY18" fmla="*/ 192583 h 233461"/>
                <a:gd name="connsiteX19" fmla="*/ 23952 w 233565"/>
                <a:gd name="connsiteY19" fmla="*/ 56888 h 233461"/>
                <a:gd name="connsiteX20" fmla="*/ 11976 w 233565"/>
                <a:gd name="connsiteY20" fmla="*/ 44914 h 233461"/>
                <a:gd name="connsiteX21" fmla="*/ 0 w 233565"/>
                <a:gd name="connsiteY21" fmla="*/ 56888 h 233461"/>
                <a:gd name="connsiteX22" fmla="*/ 0 w 233565"/>
                <a:gd name="connsiteY22" fmla="*/ 221456 h 233461"/>
                <a:gd name="connsiteX23" fmla="*/ 0 w 233565"/>
                <a:gd name="connsiteY23" fmla="*/ 221471 h 233461"/>
                <a:gd name="connsiteX24" fmla="*/ 0 w 233565"/>
                <a:gd name="connsiteY24" fmla="*/ 221503 h 233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33565" h="233461">
                  <a:moveTo>
                    <a:pt x="8" y="221511"/>
                  </a:moveTo>
                  <a:cubicBezTo>
                    <a:pt x="8" y="223028"/>
                    <a:pt x="319" y="224465"/>
                    <a:pt x="838" y="225798"/>
                  </a:cubicBezTo>
                  <a:cubicBezTo>
                    <a:pt x="870" y="225886"/>
                    <a:pt x="886" y="225974"/>
                    <a:pt x="918" y="226062"/>
                  </a:cubicBezTo>
                  <a:cubicBezTo>
                    <a:pt x="1509" y="227482"/>
                    <a:pt x="2371" y="228760"/>
                    <a:pt x="3425" y="229837"/>
                  </a:cubicBezTo>
                  <a:cubicBezTo>
                    <a:pt x="3457" y="229869"/>
                    <a:pt x="3465" y="229925"/>
                    <a:pt x="3505" y="229957"/>
                  </a:cubicBezTo>
                  <a:cubicBezTo>
                    <a:pt x="3545" y="229997"/>
                    <a:pt x="3608" y="230013"/>
                    <a:pt x="3648" y="230053"/>
                  </a:cubicBezTo>
                  <a:cubicBezTo>
                    <a:pt x="4710" y="231083"/>
                    <a:pt x="5964" y="231929"/>
                    <a:pt x="7353" y="232511"/>
                  </a:cubicBezTo>
                  <a:cubicBezTo>
                    <a:pt x="7505" y="232575"/>
                    <a:pt x="7656" y="232599"/>
                    <a:pt x="7808" y="232655"/>
                  </a:cubicBezTo>
                  <a:cubicBezTo>
                    <a:pt x="9037" y="233110"/>
                    <a:pt x="10347" y="233389"/>
                    <a:pt x="11720" y="233413"/>
                  </a:cubicBezTo>
                  <a:cubicBezTo>
                    <a:pt x="11808" y="233413"/>
                    <a:pt x="11888" y="233461"/>
                    <a:pt x="11968" y="233461"/>
                  </a:cubicBezTo>
                  <a:cubicBezTo>
                    <a:pt x="12008" y="233461"/>
                    <a:pt x="12048" y="233437"/>
                    <a:pt x="12087" y="233437"/>
                  </a:cubicBezTo>
                  <a:lnTo>
                    <a:pt x="176676" y="233437"/>
                  </a:lnTo>
                  <a:cubicBezTo>
                    <a:pt x="183287" y="233437"/>
                    <a:pt x="188652" y="228073"/>
                    <a:pt x="188652" y="221464"/>
                  </a:cubicBezTo>
                  <a:cubicBezTo>
                    <a:pt x="188652" y="214854"/>
                    <a:pt x="183287" y="209490"/>
                    <a:pt x="176676" y="209490"/>
                  </a:cubicBezTo>
                  <a:lnTo>
                    <a:pt x="40909" y="209490"/>
                  </a:lnTo>
                  <a:lnTo>
                    <a:pt x="230057" y="20439"/>
                  </a:lnTo>
                  <a:cubicBezTo>
                    <a:pt x="234735" y="15769"/>
                    <a:pt x="234735" y="8186"/>
                    <a:pt x="230057" y="3508"/>
                  </a:cubicBezTo>
                  <a:cubicBezTo>
                    <a:pt x="225378" y="-1169"/>
                    <a:pt x="217801" y="-1169"/>
                    <a:pt x="213122" y="3508"/>
                  </a:cubicBezTo>
                  <a:lnTo>
                    <a:pt x="23952" y="192583"/>
                  </a:lnTo>
                  <a:lnTo>
                    <a:pt x="23952" y="56888"/>
                  </a:lnTo>
                  <a:cubicBezTo>
                    <a:pt x="23952" y="50278"/>
                    <a:pt x="18587" y="44914"/>
                    <a:pt x="11976" y="44914"/>
                  </a:cubicBezTo>
                  <a:cubicBezTo>
                    <a:pt x="5365" y="44914"/>
                    <a:pt x="0" y="50278"/>
                    <a:pt x="0" y="56888"/>
                  </a:cubicBezTo>
                  <a:lnTo>
                    <a:pt x="0" y="221456"/>
                  </a:lnTo>
                  <a:cubicBezTo>
                    <a:pt x="0" y="221456"/>
                    <a:pt x="0" y="221464"/>
                    <a:pt x="0" y="221471"/>
                  </a:cubicBezTo>
                  <a:cubicBezTo>
                    <a:pt x="0" y="221480"/>
                    <a:pt x="0" y="221487"/>
                    <a:pt x="0" y="221503"/>
                  </a:cubicBezTo>
                  <a:close/>
                </a:path>
              </a:pathLst>
            </a:custGeom>
            <a:solidFill>
              <a:srgbClr val="FFFFFF"/>
            </a:solidFill>
            <a:ln w="0" cap="flat">
              <a:noFill/>
              <a:prstDash val="solid"/>
              <a:miter/>
            </a:ln>
          </p:spPr>
          <p:txBody>
            <a:bodyPr rtlCol="0" anchor="ctr"/>
            <a:lstStyle/>
            <a:p>
              <a:endParaRPr lang="de-DE"/>
            </a:p>
          </p:txBody>
        </p:sp>
        <p:sp>
          <p:nvSpPr>
            <p:cNvPr id="42" name="Freihandform 41">
              <a:extLst>
                <a:ext uri="{FF2B5EF4-FFF2-40B4-BE49-F238E27FC236}">
                  <a16:creationId xmlns:a16="http://schemas.microsoft.com/office/drawing/2014/main" id="{FF025DC7-9373-0537-C88E-F18F41DFC348}"/>
                </a:ext>
              </a:extLst>
            </p:cNvPr>
            <p:cNvSpPr/>
            <p:nvPr/>
          </p:nvSpPr>
          <p:spPr>
            <a:xfrm>
              <a:off x="8296205" y="1664818"/>
              <a:ext cx="233501" cy="233461"/>
            </a:xfrm>
            <a:custGeom>
              <a:avLst/>
              <a:gdLst>
                <a:gd name="connsiteX0" fmla="*/ 233502 w 233501"/>
                <a:gd name="connsiteY0" fmla="*/ 56896 h 233461"/>
                <a:gd name="connsiteX1" fmla="*/ 221526 w 233501"/>
                <a:gd name="connsiteY1" fmla="*/ 44922 h 233461"/>
                <a:gd name="connsiteX2" fmla="*/ 209550 w 233501"/>
                <a:gd name="connsiteY2" fmla="*/ 56896 h 233461"/>
                <a:gd name="connsiteX3" fmla="*/ 209550 w 233501"/>
                <a:gd name="connsiteY3" fmla="*/ 192567 h 233461"/>
                <a:gd name="connsiteX4" fmla="*/ 20443 w 233501"/>
                <a:gd name="connsiteY4" fmla="*/ 3508 h 233461"/>
                <a:gd name="connsiteX5" fmla="*/ 3509 w 233501"/>
                <a:gd name="connsiteY5" fmla="*/ 3508 h 233461"/>
                <a:gd name="connsiteX6" fmla="*/ 3509 w 233501"/>
                <a:gd name="connsiteY6" fmla="*/ 20439 h 233461"/>
                <a:gd name="connsiteX7" fmla="*/ 192600 w 233501"/>
                <a:gd name="connsiteY7" fmla="*/ 209490 h 233461"/>
                <a:gd name="connsiteX8" fmla="*/ 56921 w 233501"/>
                <a:gd name="connsiteY8" fmla="*/ 209490 h 233461"/>
                <a:gd name="connsiteX9" fmla="*/ 44945 w 233501"/>
                <a:gd name="connsiteY9" fmla="*/ 221464 h 233461"/>
                <a:gd name="connsiteX10" fmla="*/ 56921 w 233501"/>
                <a:gd name="connsiteY10" fmla="*/ 233437 h 233461"/>
                <a:gd name="connsiteX11" fmla="*/ 221414 w 233501"/>
                <a:gd name="connsiteY11" fmla="*/ 233437 h 233461"/>
                <a:gd name="connsiteX12" fmla="*/ 221534 w 233501"/>
                <a:gd name="connsiteY12" fmla="*/ 233461 h 233461"/>
                <a:gd name="connsiteX13" fmla="*/ 221797 w 233501"/>
                <a:gd name="connsiteY13" fmla="*/ 233413 h 233461"/>
                <a:gd name="connsiteX14" fmla="*/ 225653 w 233501"/>
                <a:gd name="connsiteY14" fmla="*/ 232663 h 233461"/>
                <a:gd name="connsiteX15" fmla="*/ 226164 w 233501"/>
                <a:gd name="connsiteY15" fmla="*/ 232503 h 233461"/>
                <a:gd name="connsiteX16" fmla="*/ 229773 w 233501"/>
                <a:gd name="connsiteY16" fmla="*/ 230109 h 233461"/>
                <a:gd name="connsiteX17" fmla="*/ 229997 w 233501"/>
                <a:gd name="connsiteY17" fmla="*/ 229957 h 233461"/>
                <a:gd name="connsiteX18" fmla="*/ 230140 w 233501"/>
                <a:gd name="connsiteY18" fmla="*/ 229741 h 233461"/>
                <a:gd name="connsiteX19" fmla="*/ 232551 w 233501"/>
                <a:gd name="connsiteY19" fmla="*/ 226109 h 233461"/>
                <a:gd name="connsiteX20" fmla="*/ 232687 w 233501"/>
                <a:gd name="connsiteY20" fmla="*/ 225662 h 233461"/>
                <a:gd name="connsiteX21" fmla="*/ 233462 w 233501"/>
                <a:gd name="connsiteY21" fmla="*/ 221687 h 233461"/>
                <a:gd name="connsiteX22" fmla="*/ 233486 w 233501"/>
                <a:gd name="connsiteY22" fmla="*/ 221416 h 233461"/>
                <a:gd name="connsiteX23" fmla="*/ 233486 w 233501"/>
                <a:gd name="connsiteY23" fmla="*/ 56904 h 233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3501" h="233461">
                  <a:moveTo>
                    <a:pt x="233502" y="56896"/>
                  </a:moveTo>
                  <a:cubicBezTo>
                    <a:pt x="233502" y="50286"/>
                    <a:pt x="228137" y="44922"/>
                    <a:pt x="221526" y="44922"/>
                  </a:cubicBezTo>
                  <a:cubicBezTo>
                    <a:pt x="214915" y="44922"/>
                    <a:pt x="209550" y="50286"/>
                    <a:pt x="209550" y="56896"/>
                  </a:cubicBezTo>
                  <a:lnTo>
                    <a:pt x="209550" y="192567"/>
                  </a:lnTo>
                  <a:lnTo>
                    <a:pt x="20443" y="3508"/>
                  </a:lnTo>
                  <a:cubicBezTo>
                    <a:pt x="15765" y="-1169"/>
                    <a:pt x="8187" y="-1169"/>
                    <a:pt x="3509" y="3508"/>
                  </a:cubicBezTo>
                  <a:cubicBezTo>
                    <a:pt x="-1170" y="8186"/>
                    <a:pt x="-1170" y="15762"/>
                    <a:pt x="3509" y="20439"/>
                  </a:cubicBezTo>
                  <a:lnTo>
                    <a:pt x="192600" y="209490"/>
                  </a:lnTo>
                  <a:lnTo>
                    <a:pt x="56921" y="209490"/>
                  </a:lnTo>
                  <a:cubicBezTo>
                    <a:pt x="50311" y="209490"/>
                    <a:pt x="44945" y="214854"/>
                    <a:pt x="44945" y="221464"/>
                  </a:cubicBezTo>
                  <a:cubicBezTo>
                    <a:pt x="44945" y="228073"/>
                    <a:pt x="50311" y="233437"/>
                    <a:pt x="56921" y="233437"/>
                  </a:cubicBezTo>
                  <a:lnTo>
                    <a:pt x="221414" y="233437"/>
                  </a:lnTo>
                  <a:cubicBezTo>
                    <a:pt x="221454" y="233437"/>
                    <a:pt x="221494" y="233461"/>
                    <a:pt x="221534" y="233461"/>
                  </a:cubicBezTo>
                  <a:cubicBezTo>
                    <a:pt x="221622" y="233461"/>
                    <a:pt x="221710" y="233413"/>
                    <a:pt x="221797" y="233413"/>
                  </a:cubicBezTo>
                  <a:cubicBezTo>
                    <a:pt x="223154" y="233382"/>
                    <a:pt x="224448" y="233110"/>
                    <a:pt x="225653" y="232663"/>
                  </a:cubicBezTo>
                  <a:cubicBezTo>
                    <a:pt x="225821" y="232599"/>
                    <a:pt x="225997" y="232575"/>
                    <a:pt x="226164" y="232503"/>
                  </a:cubicBezTo>
                  <a:cubicBezTo>
                    <a:pt x="227514" y="231937"/>
                    <a:pt x="228727" y="231107"/>
                    <a:pt x="229773" y="230109"/>
                  </a:cubicBezTo>
                  <a:cubicBezTo>
                    <a:pt x="229837" y="230045"/>
                    <a:pt x="229933" y="230029"/>
                    <a:pt x="229997" y="229957"/>
                  </a:cubicBezTo>
                  <a:cubicBezTo>
                    <a:pt x="230060" y="229893"/>
                    <a:pt x="230076" y="229805"/>
                    <a:pt x="230140" y="229741"/>
                  </a:cubicBezTo>
                  <a:cubicBezTo>
                    <a:pt x="231147" y="228688"/>
                    <a:pt x="231985" y="227466"/>
                    <a:pt x="232551" y="226109"/>
                  </a:cubicBezTo>
                  <a:cubicBezTo>
                    <a:pt x="232615" y="225966"/>
                    <a:pt x="232639" y="225814"/>
                    <a:pt x="232687" y="225662"/>
                  </a:cubicBezTo>
                  <a:cubicBezTo>
                    <a:pt x="233158" y="224417"/>
                    <a:pt x="233438" y="223084"/>
                    <a:pt x="233462" y="221687"/>
                  </a:cubicBezTo>
                  <a:cubicBezTo>
                    <a:pt x="233462" y="221591"/>
                    <a:pt x="233486" y="221512"/>
                    <a:pt x="233486" y="221416"/>
                  </a:cubicBezTo>
                  <a:lnTo>
                    <a:pt x="233486" y="56904"/>
                  </a:lnTo>
                  <a:close/>
                </a:path>
              </a:pathLst>
            </a:custGeom>
            <a:solidFill>
              <a:srgbClr val="FFFFFF"/>
            </a:solidFill>
            <a:ln w="0" cap="flat">
              <a:noFill/>
              <a:prstDash val="solid"/>
              <a:miter/>
            </a:ln>
          </p:spPr>
          <p:txBody>
            <a:bodyPr rtlCol="0" anchor="ctr"/>
            <a:lstStyle/>
            <a:p>
              <a:endParaRPr lang="de-DE"/>
            </a:p>
          </p:txBody>
        </p:sp>
        <p:sp>
          <p:nvSpPr>
            <p:cNvPr id="43" name="Freihandform 42">
              <a:extLst>
                <a:ext uri="{FF2B5EF4-FFF2-40B4-BE49-F238E27FC236}">
                  <a16:creationId xmlns:a16="http://schemas.microsoft.com/office/drawing/2014/main" id="{899B49D7-2606-B02C-A4E1-A325E3AB9E4D}"/>
                </a:ext>
              </a:extLst>
            </p:cNvPr>
            <p:cNvSpPr/>
            <p:nvPr/>
          </p:nvSpPr>
          <p:spPr>
            <a:xfrm>
              <a:off x="8296212" y="2079491"/>
              <a:ext cx="233510" cy="233457"/>
            </a:xfrm>
            <a:custGeom>
              <a:avLst/>
              <a:gdLst>
                <a:gd name="connsiteX0" fmla="*/ 233478 w 233510"/>
                <a:gd name="connsiteY0" fmla="*/ 11806 h 233457"/>
                <a:gd name="connsiteX1" fmla="*/ 232687 w 233510"/>
                <a:gd name="connsiteY1" fmla="*/ 7743 h 233457"/>
                <a:gd name="connsiteX2" fmla="*/ 232576 w 233510"/>
                <a:gd name="connsiteY2" fmla="*/ 7376 h 233457"/>
                <a:gd name="connsiteX3" fmla="*/ 230069 w 233510"/>
                <a:gd name="connsiteY3" fmla="*/ 3600 h 233457"/>
                <a:gd name="connsiteX4" fmla="*/ 230005 w 233510"/>
                <a:gd name="connsiteY4" fmla="*/ 3504 h 233457"/>
                <a:gd name="connsiteX5" fmla="*/ 229925 w 233510"/>
                <a:gd name="connsiteY5" fmla="*/ 3449 h 233457"/>
                <a:gd name="connsiteX6" fmla="*/ 226101 w 233510"/>
                <a:gd name="connsiteY6" fmla="*/ 910 h 233457"/>
                <a:gd name="connsiteX7" fmla="*/ 225861 w 233510"/>
                <a:gd name="connsiteY7" fmla="*/ 838 h 233457"/>
                <a:gd name="connsiteX8" fmla="*/ 221550 w 233510"/>
                <a:gd name="connsiteY8" fmla="*/ 0 h 233457"/>
                <a:gd name="connsiteX9" fmla="*/ 221526 w 233510"/>
                <a:gd name="connsiteY9" fmla="*/ 0 h 233457"/>
                <a:gd name="connsiteX10" fmla="*/ 221518 w 233510"/>
                <a:gd name="connsiteY10" fmla="*/ 0 h 233457"/>
                <a:gd name="connsiteX11" fmla="*/ 56921 w 233510"/>
                <a:gd name="connsiteY11" fmla="*/ 0 h 233457"/>
                <a:gd name="connsiteX12" fmla="*/ 44945 w 233510"/>
                <a:gd name="connsiteY12" fmla="*/ 11974 h 233457"/>
                <a:gd name="connsiteX13" fmla="*/ 56921 w 233510"/>
                <a:gd name="connsiteY13" fmla="*/ 23948 h 233457"/>
                <a:gd name="connsiteX14" fmla="*/ 192624 w 233510"/>
                <a:gd name="connsiteY14" fmla="*/ 23948 h 233457"/>
                <a:gd name="connsiteX15" fmla="*/ 3509 w 233510"/>
                <a:gd name="connsiteY15" fmla="*/ 213022 h 233457"/>
                <a:gd name="connsiteX16" fmla="*/ 3509 w 233510"/>
                <a:gd name="connsiteY16" fmla="*/ 229953 h 233457"/>
                <a:gd name="connsiteX17" fmla="*/ 11980 w 233510"/>
                <a:gd name="connsiteY17" fmla="*/ 233457 h 233457"/>
                <a:gd name="connsiteX18" fmla="*/ 20451 w 233510"/>
                <a:gd name="connsiteY18" fmla="*/ 229953 h 233457"/>
                <a:gd name="connsiteX19" fmla="*/ 209558 w 233510"/>
                <a:gd name="connsiteY19" fmla="*/ 40894 h 233457"/>
                <a:gd name="connsiteX20" fmla="*/ 209558 w 233510"/>
                <a:gd name="connsiteY20" fmla="*/ 176526 h 233457"/>
                <a:gd name="connsiteX21" fmla="*/ 221534 w 233510"/>
                <a:gd name="connsiteY21" fmla="*/ 188500 h 233457"/>
                <a:gd name="connsiteX22" fmla="*/ 233510 w 233510"/>
                <a:gd name="connsiteY22" fmla="*/ 176526 h 233457"/>
                <a:gd name="connsiteX23" fmla="*/ 233510 w 233510"/>
                <a:gd name="connsiteY23" fmla="*/ 12054 h 233457"/>
                <a:gd name="connsiteX24" fmla="*/ 233494 w 233510"/>
                <a:gd name="connsiteY24" fmla="*/ 11806 h 23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33510" h="233457">
                  <a:moveTo>
                    <a:pt x="233478" y="11806"/>
                  </a:moveTo>
                  <a:cubicBezTo>
                    <a:pt x="233454" y="10369"/>
                    <a:pt x="233166" y="9012"/>
                    <a:pt x="232687" y="7743"/>
                  </a:cubicBezTo>
                  <a:cubicBezTo>
                    <a:pt x="232640" y="7623"/>
                    <a:pt x="232624" y="7496"/>
                    <a:pt x="232576" y="7376"/>
                  </a:cubicBezTo>
                  <a:cubicBezTo>
                    <a:pt x="231985" y="5955"/>
                    <a:pt x="231123" y="4686"/>
                    <a:pt x="230069" y="3600"/>
                  </a:cubicBezTo>
                  <a:cubicBezTo>
                    <a:pt x="230037" y="3568"/>
                    <a:pt x="230037" y="3528"/>
                    <a:pt x="230005" y="3504"/>
                  </a:cubicBezTo>
                  <a:cubicBezTo>
                    <a:pt x="229981" y="3480"/>
                    <a:pt x="229949" y="3472"/>
                    <a:pt x="229925" y="3449"/>
                  </a:cubicBezTo>
                  <a:cubicBezTo>
                    <a:pt x="228831" y="2371"/>
                    <a:pt x="227538" y="1509"/>
                    <a:pt x="226101" y="910"/>
                  </a:cubicBezTo>
                  <a:cubicBezTo>
                    <a:pt x="226021" y="878"/>
                    <a:pt x="225941" y="870"/>
                    <a:pt x="225861" y="838"/>
                  </a:cubicBezTo>
                  <a:cubicBezTo>
                    <a:pt x="224520" y="319"/>
                    <a:pt x="223075" y="0"/>
                    <a:pt x="221550" y="0"/>
                  </a:cubicBezTo>
                  <a:cubicBezTo>
                    <a:pt x="221550" y="0"/>
                    <a:pt x="221534" y="0"/>
                    <a:pt x="221526" y="0"/>
                  </a:cubicBezTo>
                  <a:cubicBezTo>
                    <a:pt x="221526" y="0"/>
                    <a:pt x="221526" y="0"/>
                    <a:pt x="221518" y="0"/>
                  </a:cubicBezTo>
                  <a:lnTo>
                    <a:pt x="56921" y="0"/>
                  </a:lnTo>
                  <a:cubicBezTo>
                    <a:pt x="50311" y="0"/>
                    <a:pt x="44945" y="5364"/>
                    <a:pt x="44945" y="11974"/>
                  </a:cubicBezTo>
                  <a:cubicBezTo>
                    <a:pt x="44945" y="18583"/>
                    <a:pt x="50311" y="23948"/>
                    <a:pt x="56921" y="23948"/>
                  </a:cubicBezTo>
                  <a:lnTo>
                    <a:pt x="192624" y="23948"/>
                  </a:lnTo>
                  <a:lnTo>
                    <a:pt x="3509" y="213022"/>
                  </a:lnTo>
                  <a:cubicBezTo>
                    <a:pt x="-1170" y="217700"/>
                    <a:pt x="-1170" y="225275"/>
                    <a:pt x="3509" y="229953"/>
                  </a:cubicBezTo>
                  <a:cubicBezTo>
                    <a:pt x="5848" y="232292"/>
                    <a:pt x="8914" y="233457"/>
                    <a:pt x="11980" y="233457"/>
                  </a:cubicBezTo>
                  <a:cubicBezTo>
                    <a:pt x="15046" y="233457"/>
                    <a:pt x="18112" y="232292"/>
                    <a:pt x="20451" y="229953"/>
                  </a:cubicBezTo>
                  <a:lnTo>
                    <a:pt x="209558" y="40894"/>
                  </a:lnTo>
                  <a:lnTo>
                    <a:pt x="209558" y="176526"/>
                  </a:lnTo>
                  <a:cubicBezTo>
                    <a:pt x="209558" y="183135"/>
                    <a:pt x="214923" y="188500"/>
                    <a:pt x="221534" y="188500"/>
                  </a:cubicBezTo>
                  <a:cubicBezTo>
                    <a:pt x="228145" y="188500"/>
                    <a:pt x="233510" y="183135"/>
                    <a:pt x="233510" y="176526"/>
                  </a:cubicBezTo>
                  <a:lnTo>
                    <a:pt x="233510" y="12054"/>
                  </a:lnTo>
                  <a:cubicBezTo>
                    <a:pt x="233510" y="11974"/>
                    <a:pt x="233494" y="11894"/>
                    <a:pt x="233494" y="11806"/>
                  </a:cubicBezTo>
                  <a:close/>
                </a:path>
              </a:pathLst>
            </a:custGeom>
            <a:solidFill>
              <a:srgbClr val="FFFFFF"/>
            </a:solidFill>
            <a:ln w="0" cap="flat">
              <a:noFill/>
              <a:prstDash val="solid"/>
              <a:miter/>
            </a:ln>
          </p:spPr>
          <p:txBody>
            <a:bodyPr rtlCol="0" anchor="ctr"/>
            <a:lstStyle/>
            <a:p>
              <a:endParaRPr lang="de-DE"/>
            </a:p>
          </p:txBody>
        </p:sp>
        <p:sp>
          <p:nvSpPr>
            <p:cNvPr id="44" name="Freihandform 43">
              <a:extLst>
                <a:ext uri="{FF2B5EF4-FFF2-40B4-BE49-F238E27FC236}">
                  <a16:creationId xmlns:a16="http://schemas.microsoft.com/office/drawing/2014/main" id="{66280EE4-2B45-7E13-5C87-71E61B9DCAA5}"/>
                </a:ext>
              </a:extLst>
            </p:cNvPr>
            <p:cNvSpPr/>
            <p:nvPr/>
          </p:nvSpPr>
          <p:spPr>
            <a:xfrm>
              <a:off x="8707341" y="2079491"/>
              <a:ext cx="233573" cy="233449"/>
            </a:xfrm>
            <a:custGeom>
              <a:avLst/>
              <a:gdLst>
                <a:gd name="connsiteX0" fmla="*/ 40893 w 233573"/>
                <a:gd name="connsiteY0" fmla="*/ 23948 h 233449"/>
                <a:gd name="connsiteX1" fmla="*/ 176684 w 233573"/>
                <a:gd name="connsiteY1" fmla="*/ 23948 h 233449"/>
                <a:gd name="connsiteX2" fmla="*/ 188660 w 233573"/>
                <a:gd name="connsiteY2" fmla="*/ 11974 h 233449"/>
                <a:gd name="connsiteX3" fmla="*/ 176684 w 233573"/>
                <a:gd name="connsiteY3" fmla="*/ 0 h 233449"/>
                <a:gd name="connsiteX4" fmla="*/ 11976 w 233573"/>
                <a:gd name="connsiteY4" fmla="*/ 0 h 233449"/>
                <a:gd name="connsiteX5" fmla="*/ 7609 w 233573"/>
                <a:gd name="connsiteY5" fmla="*/ 846 h 233449"/>
                <a:gd name="connsiteX6" fmla="*/ 7425 w 233573"/>
                <a:gd name="connsiteY6" fmla="*/ 902 h 233449"/>
                <a:gd name="connsiteX7" fmla="*/ 910 w 233573"/>
                <a:gd name="connsiteY7" fmla="*/ 7424 h 233449"/>
                <a:gd name="connsiteX8" fmla="*/ 854 w 233573"/>
                <a:gd name="connsiteY8" fmla="*/ 7607 h 233449"/>
                <a:gd name="connsiteX9" fmla="*/ 0 w 233573"/>
                <a:gd name="connsiteY9" fmla="*/ 11974 h 233449"/>
                <a:gd name="connsiteX10" fmla="*/ 0 w 233573"/>
                <a:gd name="connsiteY10" fmla="*/ 176526 h 233449"/>
                <a:gd name="connsiteX11" fmla="*/ 11976 w 233573"/>
                <a:gd name="connsiteY11" fmla="*/ 188500 h 233449"/>
                <a:gd name="connsiteX12" fmla="*/ 23952 w 233573"/>
                <a:gd name="connsiteY12" fmla="*/ 176526 h 233449"/>
                <a:gd name="connsiteX13" fmla="*/ 23952 w 233573"/>
                <a:gd name="connsiteY13" fmla="*/ 40871 h 233449"/>
                <a:gd name="connsiteX14" fmla="*/ 213122 w 233573"/>
                <a:gd name="connsiteY14" fmla="*/ 229945 h 233449"/>
                <a:gd name="connsiteX15" fmla="*/ 221594 w 233573"/>
                <a:gd name="connsiteY15" fmla="*/ 233449 h 233449"/>
                <a:gd name="connsiteX16" fmla="*/ 230064 w 233573"/>
                <a:gd name="connsiteY16" fmla="*/ 229945 h 233449"/>
                <a:gd name="connsiteX17" fmla="*/ 230064 w 233573"/>
                <a:gd name="connsiteY17" fmla="*/ 213014 h 233449"/>
                <a:gd name="connsiteX18" fmla="*/ 40902 w 233573"/>
                <a:gd name="connsiteY18" fmla="*/ 23940 h 233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3573" h="233449">
                  <a:moveTo>
                    <a:pt x="40893" y="23948"/>
                  </a:moveTo>
                  <a:lnTo>
                    <a:pt x="176684" y="23948"/>
                  </a:lnTo>
                  <a:cubicBezTo>
                    <a:pt x="183294" y="23948"/>
                    <a:pt x="188660" y="18583"/>
                    <a:pt x="188660" y="11974"/>
                  </a:cubicBezTo>
                  <a:cubicBezTo>
                    <a:pt x="188660" y="5364"/>
                    <a:pt x="183294" y="0"/>
                    <a:pt x="176684" y="0"/>
                  </a:cubicBezTo>
                  <a:lnTo>
                    <a:pt x="11976" y="0"/>
                  </a:lnTo>
                  <a:cubicBezTo>
                    <a:pt x="10435" y="0"/>
                    <a:pt x="8966" y="319"/>
                    <a:pt x="7609" y="846"/>
                  </a:cubicBezTo>
                  <a:cubicBezTo>
                    <a:pt x="7544" y="870"/>
                    <a:pt x="7481" y="878"/>
                    <a:pt x="7425" y="902"/>
                  </a:cubicBezTo>
                  <a:cubicBezTo>
                    <a:pt x="4479" y="2115"/>
                    <a:pt x="2124" y="4470"/>
                    <a:pt x="910" y="7424"/>
                  </a:cubicBezTo>
                  <a:cubicBezTo>
                    <a:pt x="886" y="7488"/>
                    <a:pt x="878" y="7544"/>
                    <a:pt x="854" y="7607"/>
                  </a:cubicBezTo>
                  <a:cubicBezTo>
                    <a:pt x="319" y="8964"/>
                    <a:pt x="0" y="10425"/>
                    <a:pt x="0" y="11974"/>
                  </a:cubicBezTo>
                  <a:lnTo>
                    <a:pt x="0" y="176526"/>
                  </a:lnTo>
                  <a:cubicBezTo>
                    <a:pt x="0" y="183135"/>
                    <a:pt x="5365" y="188500"/>
                    <a:pt x="11976" y="188500"/>
                  </a:cubicBezTo>
                  <a:cubicBezTo>
                    <a:pt x="18587" y="188500"/>
                    <a:pt x="23952" y="183135"/>
                    <a:pt x="23952" y="176526"/>
                  </a:cubicBezTo>
                  <a:lnTo>
                    <a:pt x="23952" y="40871"/>
                  </a:lnTo>
                  <a:lnTo>
                    <a:pt x="213122" y="229945"/>
                  </a:lnTo>
                  <a:cubicBezTo>
                    <a:pt x="215462" y="232284"/>
                    <a:pt x="218528" y="233449"/>
                    <a:pt x="221594" y="233449"/>
                  </a:cubicBezTo>
                  <a:cubicBezTo>
                    <a:pt x="224659" y="233449"/>
                    <a:pt x="227725" y="232284"/>
                    <a:pt x="230064" y="229945"/>
                  </a:cubicBezTo>
                  <a:cubicBezTo>
                    <a:pt x="234743" y="225267"/>
                    <a:pt x="234743" y="217684"/>
                    <a:pt x="230064" y="213014"/>
                  </a:cubicBezTo>
                  <a:lnTo>
                    <a:pt x="40902" y="23940"/>
                  </a:lnTo>
                  <a:close/>
                </a:path>
              </a:pathLst>
            </a:custGeom>
            <a:solidFill>
              <a:srgbClr val="FFFFFF"/>
            </a:solidFill>
            <a:ln w="0" cap="flat">
              <a:noFill/>
              <a:prstDash val="solid"/>
              <a:miter/>
            </a:ln>
          </p:spPr>
          <p:txBody>
            <a:bodyPr rtlCol="0" anchor="ctr"/>
            <a:lstStyle/>
            <a:p>
              <a:endParaRPr lang="de-DE"/>
            </a:p>
          </p:txBody>
        </p:sp>
      </p:grpSp>
      <p:sp>
        <p:nvSpPr>
          <p:cNvPr id="45" name="Freihandform 44">
            <a:extLst>
              <a:ext uri="{FF2B5EF4-FFF2-40B4-BE49-F238E27FC236}">
                <a16:creationId xmlns:a16="http://schemas.microsoft.com/office/drawing/2014/main" id="{B7EE53E0-A287-C1AC-ABF7-1FCC7912705B}"/>
              </a:ext>
            </a:extLst>
          </p:cNvPr>
          <p:cNvSpPr/>
          <p:nvPr/>
        </p:nvSpPr>
        <p:spPr>
          <a:xfrm>
            <a:off x="10819854" y="3410618"/>
            <a:ext cx="539842" cy="539709"/>
          </a:xfrm>
          <a:custGeom>
            <a:avLst/>
            <a:gdLst>
              <a:gd name="connsiteX0" fmla="*/ 644677 w 648190"/>
              <a:gd name="connsiteY0" fmla="*/ 141075 h 648030"/>
              <a:gd name="connsiteX1" fmla="*/ 507074 w 648190"/>
              <a:gd name="connsiteY1" fmla="*/ 3504 h 648030"/>
              <a:gd name="connsiteX2" fmla="*/ 498604 w 648190"/>
              <a:gd name="connsiteY2" fmla="*/ 0 h 648030"/>
              <a:gd name="connsiteX3" fmla="*/ 82521 w 648190"/>
              <a:gd name="connsiteY3" fmla="*/ 0 h 648030"/>
              <a:gd name="connsiteX4" fmla="*/ 0 w 648190"/>
              <a:gd name="connsiteY4" fmla="*/ 82516 h 648030"/>
              <a:gd name="connsiteX5" fmla="*/ 0 w 648190"/>
              <a:gd name="connsiteY5" fmla="*/ 565547 h 648030"/>
              <a:gd name="connsiteX6" fmla="*/ 82521 w 648190"/>
              <a:gd name="connsiteY6" fmla="*/ 648030 h 648030"/>
              <a:gd name="connsiteX7" fmla="*/ 565693 w 648190"/>
              <a:gd name="connsiteY7" fmla="*/ 648030 h 648030"/>
              <a:gd name="connsiteX8" fmla="*/ 648191 w 648190"/>
              <a:gd name="connsiteY8" fmla="*/ 565547 h 648030"/>
              <a:gd name="connsiteX9" fmla="*/ 648191 w 648190"/>
              <a:gd name="connsiteY9" fmla="*/ 149553 h 648030"/>
              <a:gd name="connsiteX10" fmla="*/ 644686 w 648190"/>
              <a:gd name="connsiteY10" fmla="*/ 141083 h 648030"/>
              <a:gd name="connsiteX11" fmla="*/ 459594 w 648190"/>
              <a:gd name="connsiteY11" fmla="*/ 23940 h 648030"/>
              <a:gd name="connsiteX12" fmla="*/ 459594 w 648190"/>
              <a:gd name="connsiteY12" fmla="*/ 194439 h 648030"/>
              <a:gd name="connsiteX13" fmla="*/ 188596 w 648190"/>
              <a:gd name="connsiteY13" fmla="*/ 194439 h 648030"/>
              <a:gd name="connsiteX14" fmla="*/ 188596 w 648190"/>
              <a:gd name="connsiteY14" fmla="*/ 23940 h 648030"/>
              <a:gd name="connsiteX15" fmla="*/ 459594 w 648190"/>
              <a:gd name="connsiteY15" fmla="*/ 23940 h 648030"/>
              <a:gd name="connsiteX16" fmla="*/ 624231 w 648190"/>
              <a:gd name="connsiteY16" fmla="*/ 565587 h 648030"/>
              <a:gd name="connsiteX17" fmla="*/ 565677 w 648190"/>
              <a:gd name="connsiteY17" fmla="*/ 624067 h 648030"/>
              <a:gd name="connsiteX18" fmla="*/ 82481 w 648190"/>
              <a:gd name="connsiteY18" fmla="*/ 624067 h 648030"/>
              <a:gd name="connsiteX19" fmla="*/ 23944 w 648190"/>
              <a:gd name="connsiteY19" fmla="*/ 565531 h 648030"/>
              <a:gd name="connsiteX20" fmla="*/ 23944 w 648190"/>
              <a:gd name="connsiteY20" fmla="*/ 82499 h 648030"/>
              <a:gd name="connsiteX21" fmla="*/ 82513 w 648190"/>
              <a:gd name="connsiteY21" fmla="*/ 23932 h 648030"/>
              <a:gd name="connsiteX22" fmla="*/ 164636 w 648190"/>
              <a:gd name="connsiteY22" fmla="*/ 23932 h 648030"/>
              <a:gd name="connsiteX23" fmla="*/ 164636 w 648190"/>
              <a:gd name="connsiteY23" fmla="*/ 206404 h 648030"/>
              <a:gd name="connsiteX24" fmla="*/ 176612 w 648190"/>
              <a:gd name="connsiteY24" fmla="*/ 218378 h 648030"/>
              <a:gd name="connsiteX25" fmla="*/ 471562 w 648190"/>
              <a:gd name="connsiteY25" fmla="*/ 218378 h 648030"/>
              <a:gd name="connsiteX26" fmla="*/ 483538 w 648190"/>
              <a:gd name="connsiteY26" fmla="*/ 206404 h 648030"/>
              <a:gd name="connsiteX27" fmla="*/ 483538 w 648190"/>
              <a:gd name="connsiteY27" fmla="*/ 23932 h 648030"/>
              <a:gd name="connsiteX28" fmla="*/ 493638 w 648190"/>
              <a:gd name="connsiteY28" fmla="*/ 23932 h 648030"/>
              <a:gd name="connsiteX29" fmla="*/ 624222 w 648190"/>
              <a:gd name="connsiteY29" fmla="*/ 154486 h 648030"/>
              <a:gd name="connsiteX30" fmla="*/ 624222 w 648190"/>
              <a:gd name="connsiteY30" fmla="*/ 565579 h 64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48190" h="648030">
                <a:moveTo>
                  <a:pt x="644677" y="141075"/>
                </a:moveTo>
                <a:lnTo>
                  <a:pt x="507074" y="3504"/>
                </a:lnTo>
                <a:cubicBezTo>
                  <a:pt x="504831" y="1261"/>
                  <a:pt x="501781" y="0"/>
                  <a:pt x="498604" y="0"/>
                </a:cubicBezTo>
                <a:lnTo>
                  <a:pt x="82521" y="0"/>
                </a:lnTo>
                <a:cubicBezTo>
                  <a:pt x="37021" y="0"/>
                  <a:pt x="0" y="37015"/>
                  <a:pt x="0" y="82516"/>
                </a:cubicBezTo>
                <a:lnTo>
                  <a:pt x="0" y="565547"/>
                </a:lnTo>
                <a:cubicBezTo>
                  <a:pt x="0" y="611023"/>
                  <a:pt x="37006" y="648030"/>
                  <a:pt x="82521" y="648030"/>
                </a:cubicBezTo>
                <a:lnTo>
                  <a:pt x="565693" y="648030"/>
                </a:lnTo>
                <a:cubicBezTo>
                  <a:pt x="611145" y="648030"/>
                  <a:pt x="648151" y="611071"/>
                  <a:pt x="648191" y="565547"/>
                </a:cubicBezTo>
                <a:lnTo>
                  <a:pt x="648191" y="149553"/>
                </a:lnTo>
                <a:cubicBezTo>
                  <a:pt x="648191" y="146384"/>
                  <a:pt x="646929" y="143334"/>
                  <a:pt x="644686" y="141083"/>
                </a:cubicBezTo>
                <a:close/>
                <a:moveTo>
                  <a:pt x="459594" y="23940"/>
                </a:moveTo>
                <a:lnTo>
                  <a:pt x="459594" y="194439"/>
                </a:lnTo>
                <a:lnTo>
                  <a:pt x="188596" y="194439"/>
                </a:lnTo>
                <a:lnTo>
                  <a:pt x="188596" y="23940"/>
                </a:lnTo>
                <a:lnTo>
                  <a:pt x="459594" y="23940"/>
                </a:lnTo>
                <a:close/>
                <a:moveTo>
                  <a:pt x="624231" y="565587"/>
                </a:moveTo>
                <a:cubicBezTo>
                  <a:pt x="624207" y="597844"/>
                  <a:pt x="597948" y="624067"/>
                  <a:pt x="565677" y="624067"/>
                </a:cubicBezTo>
                <a:lnTo>
                  <a:pt x="82481" y="624067"/>
                </a:lnTo>
                <a:cubicBezTo>
                  <a:pt x="50203" y="624067"/>
                  <a:pt x="23944" y="597804"/>
                  <a:pt x="23944" y="565531"/>
                </a:cubicBezTo>
                <a:lnTo>
                  <a:pt x="23944" y="82499"/>
                </a:lnTo>
                <a:cubicBezTo>
                  <a:pt x="23944" y="50202"/>
                  <a:pt x="50219" y="23932"/>
                  <a:pt x="82513" y="23932"/>
                </a:cubicBezTo>
                <a:lnTo>
                  <a:pt x="164636" y="23932"/>
                </a:lnTo>
                <a:lnTo>
                  <a:pt x="164636" y="206404"/>
                </a:lnTo>
                <a:cubicBezTo>
                  <a:pt x="164636" y="213014"/>
                  <a:pt x="170001" y="218378"/>
                  <a:pt x="176612" y="218378"/>
                </a:cubicBezTo>
                <a:lnTo>
                  <a:pt x="471562" y="218378"/>
                </a:lnTo>
                <a:cubicBezTo>
                  <a:pt x="478173" y="218378"/>
                  <a:pt x="483538" y="213014"/>
                  <a:pt x="483538" y="206404"/>
                </a:cubicBezTo>
                <a:lnTo>
                  <a:pt x="483538" y="23932"/>
                </a:lnTo>
                <a:lnTo>
                  <a:pt x="493638" y="23932"/>
                </a:lnTo>
                <a:lnTo>
                  <a:pt x="624222" y="154486"/>
                </a:lnTo>
                <a:lnTo>
                  <a:pt x="624222" y="565579"/>
                </a:lnTo>
                <a:close/>
              </a:path>
            </a:pathLst>
          </a:custGeom>
          <a:solidFill>
            <a:srgbClr val="FFFFFF"/>
          </a:solidFill>
          <a:ln w="0" cap="flat">
            <a:noFill/>
            <a:prstDash val="solid"/>
            <a:miter/>
          </a:ln>
        </p:spPr>
        <p:txBody>
          <a:bodyPr rtlCol="0" anchor="ctr"/>
          <a:lstStyle/>
          <a:p>
            <a:endParaRPr lang="de-DE"/>
          </a:p>
        </p:txBody>
      </p:sp>
      <p:sp>
        <p:nvSpPr>
          <p:cNvPr id="46" name="Freihandform 45">
            <a:extLst>
              <a:ext uri="{FF2B5EF4-FFF2-40B4-BE49-F238E27FC236}">
                <a16:creationId xmlns:a16="http://schemas.microsoft.com/office/drawing/2014/main" id="{3898B8DB-8D79-EF4C-BE59-E9575C177C80}"/>
              </a:ext>
            </a:extLst>
          </p:cNvPr>
          <p:cNvSpPr/>
          <p:nvPr/>
        </p:nvSpPr>
        <p:spPr>
          <a:xfrm>
            <a:off x="4577540" y="1588426"/>
            <a:ext cx="540034" cy="511909"/>
          </a:xfrm>
          <a:custGeom>
            <a:avLst/>
            <a:gdLst>
              <a:gd name="connsiteX0" fmla="*/ 647520 w 648421"/>
              <a:gd name="connsiteY0" fmla="*/ 311970 h 614651"/>
              <a:gd name="connsiteX1" fmla="*/ 647672 w 648421"/>
              <a:gd name="connsiteY1" fmla="*/ 311475 h 614651"/>
              <a:gd name="connsiteX2" fmla="*/ 648422 w 648421"/>
              <a:gd name="connsiteY2" fmla="*/ 307635 h 614651"/>
              <a:gd name="connsiteX3" fmla="*/ 648422 w 648421"/>
              <a:gd name="connsiteY3" fmla="*/ 307052 h 614651"/>
              <a:gd name="connsiteX4" fmla="*/ 647672 w 648421"/>
              <a:gd name="connsiteY4" fmla="*/ 303213 h 614651"/>
              <a:gd name="connsiteX5" fmla="*/ 647520 w 648421"/>
              <a:gd name="connsiteY5" fmla="*/ 302718 h 614651"/>
              <a:gd name="connsiteX6" fmla="*/ 645077 w 648421"/>
              <a:gd name="connsiteY6" fmla="*/ 299038 h 614651"/>
              <a:gd name="connsiteX7" fmla="*/ 644973 w 648421"/>
              <a:gd name="connsiteY7" fmla="*/ 298878 h 614651"/>
              <a:gd name="connsiteX8" fmla="*/ 349576 w 648421"/>
              <a:gd name="connsiteY8" fmla="*/ 3508 h 614651"/>
              <a:gd name="connsiteX9" fmla="*/ 332642 w 648421"/>
              <a:gd name="connsiteY9" fmla="*/ 3508 h 614651"/>
              <a:gd name="connsiteX10" fmla="*/ 332642 w 648421"/>
              <a:gd name="connsiteY10" fmla="*/ 20439 h 614651"/>
              <a:gd name="connsiteX11" fmla="*/ 607593 w 648421"/>
              <a:gd name="connsiteY11" fmla="*/ 295366 h 614651"/>
              <a:gd name="connsiteX12" fmla="*/ 11976 w 648421"/>
              <a:gd name="connsiteY12" fmla="*/ 295366 h 614651"/>
              <a:gd name="connsiteX13" fmla="*/ 0 w 648421"/>
              <a:gd name="connsiteY13" fmla="*/ 307340 h 614651"/>
              <a:gd name="connsiteX14" fmla="*/ 11976 w 648421"/>
              <a:gd name="connsiteY14" fmla="*/ 319314 h 614651"/>
              <a:gd name="connsiteX15" fmla="*/ 607593 w 648421"/>
              <a:gd name="connsiteY15" fmla="*/ 319314 h 614651"/>
              <a:gd name="connsiteX16" fmla="*/ 332658 w 648421"/>
              <a:gd name="connsiteY16" fmla="*/ 594216 h 614651"/>
              <a:gd name="connsiteX17" fmla="*/ 332658 w 648421"/>
              <a:gd name="connsiteY17" fmla="*/ 611147 h 614651"/>
              <a:gd name="connsiteX18" fmla="*/ 341129 w 648421"/>
              <a:gd name="connsiteY18" fmla="*/ 614651 h 614651"/>
              <a:gd name="connsiteX19" fmla="*/ 349600 w 648421"/>
              <a:gd name="connsiteY19" fmla="*/ 611147 h 614651"/>
              <a:gd name="connsiteX20" fmla="*/ 644981 w 648421"/>
              <a:gd name="connsiteY20" fmla="*/ 315809 h 614651"/>
              <a:gd name="connsiteX21" fmla="*/ 645085 w 648421"/>
              <a:gd name="connsiteY21" fmla="*/ 315650 h 614651"/>
              <a:gd name="connsiteX22" fmla="*/ 647528 w 648421"/>
              <a:gd name="connsiteY22" fmla="*/ 311970 h 614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8421" h="614651">
                <a:moveTo>
                  <a:pt x="647520" y="311970"/>
                </a:moveTo>
                <a:cubicBezTo>
                  <a:pt x="647592" y="311810"/>
                  <a:pt x="647616" y="311642"/>
                  <a:pt x="647672" y="311475"/>
                </a:cubicBezTo>
                <a:cubicBezTo>
                  <a:pt x="648119" y="310269"/>
                  <a:pt x="648390" y="308984"/>
                  <a:pt x="648422" y="307635"/>
                </a:cubicBezTo>
                <a:cubicBezTo>
                  <a:pt x="648422" y="307435"/>
                  <a:pt x="648422" y="307252"/>
                  <a:pt x="648422" y="307052"/>
                </a:cubicBezTo>
                <a:cubicBezTo>
                  <a:pt x="648390" y="305703"/>
                  <a:pt x="648119" y="304410"/>
                  <a:pt x="647672" y="303213"/>
                </a:cubicBezTo>
                <a:cubicBezTo>
                  <a:pt x="647608" y="303045"/>
                  <a:pt x="647584" y="302885"/>
                  <a:pt x="647520" y="302718"/>
                </a:cubicBezTo>
                <a:cubicBezTo>
                  <a:pt x="646937" y="301337"/>
                  <a:pt x="646099" y="300100"/>
                  <a:pt x="645077" y="299038"/>
                </a:cubicBezTo>
                <a:cubicBezTo>
                  <a:pt x="645029" y="298990"/>
                  <a:pt x="645021" y="298926"/>
                  <a:pt x="644973" y="298878"/>
                </a:cubicBezTo>
                <a:lnTo>
                  <a:pt x="349576" y="3508"/>
                </a:lnTo>
                <a:cubicBezTo>
                  <a:pt x="344898" y="-1169"/>
                  <a:pt x="337321" y="-1169"/>
                  <a:pt x="332642" y="3508"/>
                </a:cubicBezTo>
                <a:cubicBezTo>
                  <a:pt x="327963" y="8186"/>
                  <a:pt x="327963" y="15762"/>
                  <a:pt x="332642" y="20439"/>
                </a:cubicBezTo>
                <a:lnTo>
                  <a:pt x="607593" y="295366"/>
                </a:lnTo>
                <a:lnTo>
                  <a:pt x="11976" y="295366"/>
                </a:lnTo>
                <a:cubicBezTo>
                  <a:pt x="5357" y="295366"/>
                  <a:pt x="0" y="300730"/>
                  <a:pt x="0" y="307340"/>
                </a:cubicBezTo>
                <a:cubicBezTo>
                  <a:pt x="0" y="313949"/>
                  <a:pt x="5357" y="319314"/>
                  <a:pt x="11976" y="319314"/>
                </a:cubicBezTo>
                <a:lnTo>
                  <a:pt x="607593" y="319314"/>
                </a:lnTo>
                <a:lnTo>
                  <a:pt x="332658" y="594216"/>
                </a:lnTo>
                <a:cubicBezTo>
                  <a:pt x="327980" y="598894"/>
                  <a:pt x="327980" y="606469"/>
                  <a:pt x="332658" y="611147"/>
                </a:cubicBezTo>
                <a:cubicBezTo>
                  <a:pt x="334998" y="613486"/>
                  <a:pt x="338063" y="614651"/>
                  <a:pt x="341129" y="614651"/>
                </a:cubicBezTo>
                <a:cubicBezTo>
                  <a:pt x="344195" y="614651"/>
                  <a:pt x="347261" y="613486"/>
                  <a:pt x="349600" y="611147"/>
                </a:cubicBezTo>
                <a:lnTo>
                  <a:pt x="644981" y="315809"/>
                </a:lnTo>
                <a:cubicBezTo>
                  <a:pt x="645029" y="315761"/>
                  <a:pt x="645045" y="315697"/>
                  <a:pt x="645085" y="315650"/>
                </a:cubicBezTo>
                <a:cubicBezTo>
                  <a:pt x="646107" y="314588"/>
                  <a:pt x="646953" y="313351"/>
                  <a:pt x="647528" y="311970"/>
                </a:cubicBezTo>
                <a:close/>
              </a:path>
            </a:pathLst>
          </a:custGeom>
          <a:solidFill>
            <a:srgbClr val="FFFFFF"/>
          </a:solidFill>
          <a:ln w="0" cap="flat">
            <a:noFill/>
            <a:prstDash val="solid"/>
            <a:miter/>
          </a:ln>
        </p:spPr>
        <p:txBody>
          <a:bodyPr rtlCol="0" anchor="ctr"/>
          <a:lstStyle/>
          <a:p>
            <a:endParaRPr lang="de-DE"/>
          </a:p>
        </p:txBody>
      </p:sp>
      <p:sp>
        <p:nvSpPr>
          <p:cNvPr id="47" name="Freihandform 46">
            <a:extLst>
              <a:ext uri="{FF2B5EF4-FFF2-40B4-BE49-F238E27FC236}">
                <a16:creationId xmlns:a16="http://schemas.microsoft.com/office/drawing/2014/main" id="{9AAC798C-97D7-A132-CD83-1662A4634A78}"/>
              </a:ext>
            </a:extLst>
          </p:cNvPr>
          <p:cNvSpPr/>
          <p:nvPr/>
        </p:nvSpPr>
        <p:spPr>
          <a:xfrm>
            <a:off x="5844296" y="1691559"/>
            <a:ext cx="503410" cy="305642"/>
          </a:xfrm>
          <a:custGeom>
            <a:avLst/>
            <a:gdLst>
              <a:gd name="connsiteX0" fmla="*/ 600937 w 604446"/>
              <a:gd name="connsiteY0" fmla="*/ 3508 h 366985"/>
              <a:gd name="connsiteX1" fmla="*/ 584004 w 604446"/>
              <a:gd name="connsiteY1" fmla="*/ 3508 h 366985"/>
              <a:gd name="connsiteX2" fmla="*/ 249421 w 604446"/>
              <a:gd name="connsiteY2" fmla="*/ 338096 h 366985"/>
              <a:gd name="connsiteX3" fmla="*/ 20443 w 604446"/>
              <a:gd name="connsiteY3" fmla="*/ 109157 h 366985"/>
              <a:gd name="connsiteX4" fmla="*/ 3509 w 604446"/>
              <a:gd name="connsiteY4" fmla="*/ 109157 h 366985"/>
              <a:gd name="connsiteX5" fmla="*/ 3509 w 604446"/>
              <a:gd name="connsiteY5" fmla="*/ 126088 h 366985"/>
              <a:gd name="connsiteX6" fmla="*/ 240935 w 604446"/>
              <a:gd name="connsiteY6" fmla="*/ 363473 h 366985"/>
              <a:gd name="connsiteX7" fmla="*/ 240942 w 604446"/>
              <a:gd name="connsiteY7" fmla="*/ 363473 h 366985"/>
              <a:gd name="connsiteX8" fmla="*/ 240942 w 604446"/>
              <a:gd name="connsiteY8" fmla="*/ 363481 h 366985"/>
              <a:gd name="connsiteX9" fmla="*/ 249414 w 604446"/>
              <a:gd name="connsiteY9" fmla="*/ 366985 h 366985"/>
              <a:gd name="connsiteX10" fmla="*/ 257884 w 604446"/>
              <a:gd name="connsiteY10" fmla="*/ 363481 h 366985"/>
              <a:gd name="connsiteX11" fmla="*/ 600937 w 604446"/>
              <a:gd name="connsiteY11" fmla="*/ 20423 h 366985"/>
              <a:gd name="connsiteX12" fmla="*/ 600937 w 604446"/>
              <a:gd name="connsiteY12" fmla="*/ 3492 h 366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04446" h="366985">
                <a:moveTo>
                  <a:pt x="600937" y="3508"/>
                </a:moveTo>
                <a:cubicBezTo>
                  <a:pt x="596259" y="-1169"/>
                  <a:pt x="588682" y="-1169"/>
                  <a:pt x="584004" y="3508"/>
                </a:cubicBezTo>
                <a:lnTo>
                  <a:pt x="249421" y="338096"/>
                </a:lnTo>
                <a:lnTo>
                  <a:pt x="20443" y="109157"/>
                </a:lnTo>
                <a:cubicBezTo>
                  <a:pt x="15764" y="104479"/>
                  <a:pt x="8187" y="104479"/>
                  <a:pt x="3509" y="109157"/>
                </a:cubicBezTo>
                <a:cubicBezTo>
                  <a:pt x="-1170" y="113835"/>
                  <a:pt x="-1170" y="121410"/>
                  <a:pt x="3509" y="126088"/>
                </a:cubicBezTo>
                <a:lnTo>
                  <a:pt x="240935" y="363473"/>
                </a:lnTo>
                <a:cubicBezTo>
                  <a:pt x="240935" y="363473"/>
                  <a:pt x="240935" y="363473"/>
                  <a:pt x="240942" y="363473"/>
                </a:cubicBezTo>
                <a:cubicBezTo>
                  <a:pt x="240951" y="363473"/>
                  <a:pt x="240942" y="363473"/>
                  <a:pt x="240942" y="363481"/>
                </a:cubicBezTo>
                <a:cubicBezTo>
                  <a:pt x="243282" y="365820"/>
                  <a:pt x="246347" y="366985"/>
                  <a:pt x="249414" y="366985"/>
                </a:cubicBezTo>
                <a:cubicBezTo>
                  <a:pt x="252479" y="366985"/>
                  <a:pt x="255545" y="365820"/>
                  <a:pt x="257884" y="363481"/>
                </a:cubicBezTo>
                <a:lnTo>
                  <a:pt x="600937" y="20423"/>
                </a:lnTo>
                <a:cubicBezTo>
                  <a:pt x="605616" y="15746"/>
                  <a:pt x="605616" y="8170"/>
                  <a:pt x="600937" y="3492"/>
                </a:cubicBezTo>
                <a:close/>
              </a:path>
            </a:pathLst>
          </a:custGeom>
          <a:solidFill>
            <a:srgbClr val="FFFFFF"/>
          </a:solidFill>
          <a:ln w="0" cap="flat">
            <a:noFill/>
            <a:prstDash val="solid"/>
            <a:miter/>
          </a:ln>
        </p:spPr>
        <p:txBody>
          <a:bodyPr rtlCol="0" anchor="ctr"/>
          <a:lstStyle/>
          <a:p>
            <a:endParaRPr lang="de-DE"/>
          </a:p>
        </p:txBody>
      </p:sp>
      <p:sp>
        <p:nvSpPr>
          <p:cNvPr id="48" name="Freihandform 47">
            <a:extLst>
              <a:ext uri="{FF2B5EF4-FFF2-40B4-BE49-F238E27FC236}">
                <a16:creationId xmlns:a16="http://schemas.microsoft.com/office/drawing/2014/main" id="{DAF4AF5E-88DA-2AA5-1425-DFBE28516CAD}"/>
              </a:ext>
            </a:extLst>
          </p:cNvPr>
          <p:cNvSpPr/>
          <p:nvPr/>
        </p:nvSpPr>
        <p:spPr>
          <a:xfrm>
            <a:off x="7109573" y="1609537"/>
            <a:ext cx="469744" cy="469686"/>
          </a:xfrm>
          <a:custGeom>
            <a:avLst/>
            <a:gdLst>
              <a:gd name="connsiteX0" fmla="*/ 298962 w 564023"/>
              <a:gd name="connsiteY0" fmla="*/ 281955 h 563954"/>
              <a:gd name="connsiteX1" fmla="*/ 560500 w 564023"/>
              <a:gd name="connsiteY1" fmla="*/ 20439 h 563954"/>
              <a:gd name="connsiteX2" fmla="*/ 560500 w 564023"/>
              <a:gd name="connsiteY2" fmla="*/ 3508 h 563954"/>
              <a:gd name="connsiteX3" fmla="*/ 543565 w 564023"/>
              <a:gd name="connsiteY3" fmla="*/ 3508 h 563954"/>
              <a:gd name="connsiteX4" fmla="*/ 282028 w 564023"/>
              <a:gd name="connsiteY4" fmla="*/ 265024 h 563954"/>
              <a:gd name="connsiteX5" fmla="*/ 20538 w 564023"/>
              <a:gd name="connsiteY5" fmla="*/ 3508 h 563954"/>
              <a:gd name="connsiteX6" fmla="*/ 3605 w 564023"/>
              <a:gd name="connsiteY6" fmla="*/ 3508 h 563954"/>
              <a:gd name="connsiteX7" fmla="*/ 3605 w 564023"/>
              <a:gd name="connsiteY7" fmla="*/ 20439 h 563954"/>
              <a:gd name="connsiteX8" fmla="*/ 265095 w 564023"/>
              <a:gd name="connsiteY8" fmla="*/ 281955 h 563954"/>
              <a:gd name="connsiteX9" fmla="*/ 3509 w 564023"/>
              <a:gd name="connsiteY9" fmla="*/ 543519 h 563954"/>
              <a:gd name="connsiteX10" fmla="*/ 3509 w 564023"/>
              <a:gd name="connsiteY10" fmla="*/ 560450 h 563954"/>
              <a:gd name="connsiteX11" fmla="*/ 11981 w 564023"/>
              <a:gd name="connsiteY11" fmla="*/ 563954 h 563954"/>
              <a:gd name="connsiteX12" fmla="*/ 20451 w 564023"/>
              <a:gd name="connsiteY12" fmla="*/ 560450 h 563954"/>
              <a:gd name="connsiteX13" fmla="*/ 282036 w 564023"/>
              <a:gd name="connsiteY13" fmla="*/ 298894 h 563954"/>
              <a:gd name="connsiteX14" fmla="*/ 543573 w 564023"/>
              <a:gd name="connsiteY14" fmla="*/ 560450 h 563954"/>
              <a:gd name="connsiteX15" fmla="*/ 552044 w 564023"/>
              <a:gd name="connsiteY15" fmla="*/ 563954 h 563954"/>
              <a:gd name="connsiteX16" fmla="*/ 560515 w 564023"/>
              <a:gd name="connsiteY16" fmla="*/ 560450 h 563954"/>
              <a:gd name="connsiteX17" fmla="*/ 560515 w 564023"/>
              <a:gd name="connsiteY17" fmla="*/ 543519 h 563954"/>
              <a:gd name="connsiteX18" fmla="*/ 298978 w 564023"/>
              <a:gd name="connsiteY18" fmla="*/ 281955 h 563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4023" h="563954">
                <a:moveTo>
                  <a:pt x="298962" y="281955"/>
                </a:moveTo>
                <a:lnTo>
                  <a:pt x="560500" y="20439"/>
                </a:lnTo>
                <a:cubicBezTo>
                  <a:pt x="565178" y="15762"/>
                  <a:pt x="565178" y="8186"/>
                  <a:pt x="560500" y="3508"/>
                </a:cubicBezTo>
                <a:cubicBezTo>
                  <a:pt x="555821" y="-1169"/>
                  <a:pt x="548244" y="-1169"/>
                  <a:pt x="543565" y="3508"/>
                </a:cubicBezTo>
                <a:lnTo>
                  <a:pt x="282028" y="265024"/>
                </a:lnTo>
                <a:lnTo>
                  <a:pt x="20538" y="3508"/>
                </a:lnTo>
                <a:cubicBezTo>
                  <a:pt x="15860" y="-1169"/>
                  <a:pt x="8284" y="-1169"/>
                  <a:pt x="3605" y="3508"/>
                </a:cubicBezTo>
                <a:cubicBezTo>
                  <a:pt x="-1073" y="8186"/>
                  <a:pt x="-1073" y="15762"/>
                  <a:pt x="3605" y="20439"/>
                </a:cubicBezTo>
                <a:lnTo>
                  <a:pt x="265095" y="281955"/>
                </a:lnTo>
                <a:lnTo>
                  <a:pt x="3509" y="543519"/>
                </a:lnTo>
                <a:cubicBezTo>
                  <a:pt x="-1170" y="548197"/>
                  <a:pt x="-1170" y="555772"/>
                  <a:pt x="3509" y="560450"/>
                </a:cubicBezTo>
                <a:cubicBezTo>
                  <a:pt x="5848" y="562789"/>
                  <a:pt x="8914" y="563954"/>
                  <a:pt x="11981" y="563954"/>
                </a:cubicBezTo>
                <a:cubicBezTo>
                  <a:pt x="15046" y="563954"/>
                  <a:pt x="18112" y="562789"/>
                  <a:pt x="20451" y="560450"/>
                </a:cubicBezTo>
                <a:lnTo>
                  <a:pt x="282036" y="298894"/>
                </a:lnTo>
                <a:lnTo>
                  <a:pt x="543573" y="560450"/>
                </a:lnTo>
                <a:cubicBezTo>
                  <a:pt x="545913" y="562789"/>
                  <a:pt x="548978" y="563954"/>
                  <a:pt x="552044" y="563954"/>
                </a:cubicBezTo>
                <a:cubicBezTo>
                  <a:pt x="555110" y="563954"/>
                  <a:pt x="558176" y="562789"/>
                  <a:pt x="560515" y="560450"/>
                </a:cubicBezTo>
                <a:cubicBezTo>
                  <a:pt x="565193" y="555772"/>
                  <a:pt x="565193" y="548197"/>
                  <a:pt x="560515" y="543519"/>
                </a:cubicBezTo>
                <a:lnTo>
                  <a:pt x="298978" y="281955"/>
                </a:lnTo>
                <a:close/>
              </a:path>
            </a:pathLst>
          </a:custGeom>
          <a:solidFill>
            <a:srgbClr val="FFFFFF"/>
          </a:solidFill>
          <a:ln w="0" cap="flat">
            <a:noFill/>
            <a:prstDash val="solid"/>
            <a:miter/>
          </a:ln>
        </p:spPr>
        <p:txBody>
          <a:bodyPr rtlCol="0" anchor="ctr"/>
          <a:lstStyle/>
          <a:p>
            <a:endParaRPr lang="de-DE"/>
          </a:p>
        </p:txBody>
      </p:sp>
      <p:grpSp>
        <p:nvGrpSpPr>
          <p:cNvPr id="49" name="Grafik 13">
            <a:extLst>
              <a:ext uri="{FF2B5EF4-FFF2-40B4-BE49-F238E27FC236}">
                <a16:creationId xmlns:a16="http://schemas.microsoft.com/office/drawing/2014/main" id="{5A6A2679-40E1-7333-42A8-57A2BF086FDB}"/>
              </a:ext>
            </a:extLst>
          </p:cNvPr>
          <p:cNvGrpSpPr/>
          <p:nvPr/>
        </p:nvGrpSpPr>
        <p:grpSpPr>
          <a:xfrm>
            <a:off x="9571403" y="3408813"/>
            <a:ext cx="539861" cy="543318"/>
            <a:chOff x="13214926" y="3326882"/>
            <a:chExt cx="648213" cy="652364"/>
          </a:xfrm>
          <a:solidFill>
            <a:srgbClr val="FFFFFF"/>
          </a:solidFill>
        </p:grpSpPr>
        <p:sp>
          <p:nvSpPr>
            <p:cNvPr id="50" name="Freihandform 49">
              <a:extLst>
                <a:ext uri="{FF2B5EF4-FFF2-40B4-BE49-F238E27FC236}">
                  <a16:creationId xmlns:a16="http://schemas.microsoft.com/office/drawing/2014/main" id="{16DEE558-42CD-274E-7FF1-68FCF3FE7625}"/>
                </a:ext>
              </a:extLst>
            </p:cNvPr>
            <p:cNvSpPr/>
            <p:nvPr/>
          </p:nvSpPr>
          <p:spPr>
            <a:xfrm>
              <a:off x="13319782" y="3326882"/>
              <a:ext cx="438468" cy="462173"/>
            </a:xfrm>
            <a:custGeom>
              <a:avLst/>
              <a:gdLst>
                <a:gd name="connsiteX0" fmla="*/ 210604 w 438468"/>
                <a:gd name="connsiteY0" fmla="*/ 458485 h 462173"/>
                <a:gd name="connsiteX1" fmla="*/ 216895 w 438468"/>
                <a:gd name="connsiteY1" fmla="*/ 461934 h 462173"/>
                <a:gd name="connsiteX2" fmla="*/ 217590 w 438468"/>
                <a:gd name="connsiteY2" fmla="*/ 462006 h 462173"/>
                <a:gd name="connsiteX3" fmla="*/ 219211 w 438468"/>
                <a:gd name="connsiteY3" fmla="*/ 462173 h 462173"/>
                <a:gd name="connsiteX4" fmla="*/ 219226 w 438468"/>
                <a:gd name="connsiteY4" fmla="*/ 462173 h 462173"/>
                <a:gd name="connsiteX5" fmla="*/ 219243 w 438468"/>
                <a:gd name="connsiteY5" fmla="*/ 462173 h 462173"/>
                <a:gd name="connsiteX6" fmla="*/ 227713 w 438468"/>
                <a:gd name="connsiteY6" fmla="*/ 458669 h 462173"/>
                <a:gd name="connsiteX7" fmla="*/ 434960 w 438468"/>
                <a:gd name="connsiteY7" fmla="*/ 251418 h 462173"/>
                <a:gd name="connsiteX8" fmla="*/ 434960 w 438468"/>
                <a:gd name="connsiteY8" fmla="*/ 234487 h 462173"/>
                <a:gd name="connsiteX9" fmla="*/ 418026 w 438468"/>
                <a:gd name="connsiteY9" fmla="*/ 234487 h 462173"/>
                <a:gd name="connsiteX10" fmla="*/ 231194 w 438468"/>
                <a:gd name="connsiteY10" fmla="*/ 421326 h 462173"/>
                <a:gd name="connsiteX11" fmla="*/ 231194 w 438468"/>
                <a:gd name="connsiteY11" fmla="*/ 11974 h 462173"/>
                <a:gd name="connsiteX12" fmla="*/ 219218 w 438468"/>
                <a:gd name="connsiteY12" fmla="*/ 0 h 462173"/>
                <a:gd name="connsiteX13" fmla="*/ 207242 w 438468"/>
                <a:gd name="connsiteY13" fmla="*/ 11974 h 462173"/>
                <a:gd name="connsiteX14" fmla="*/ 207242 w 438468"/>
                <a:gd name="connsiteY14" fmla="*/ 421263 h 462173"/>
                <a:gd name="connsiteX15" fmla="*/ 20443 w 438468"/>
                <a:gd name="connsiteY15" fmla="*/ 234487 h 462173"/>
                <a:gd name="connsiteX16" fmla="*/ 3509 w 438468"/>
                <a:gd name="connsiteY16" fmla="*/ 234487 h 462173"/>
                <a:gd name="connsiteX17" fmla="*/ 3509 w 438468"/>
                <a:gd name="connsiteY17" fmla="*/ 251418 h 462173"/>
                <a:gd name="connsiteX18" fmla="*/ 210612 w 438468"/>
                <a:gd name="connsiteY18" fmla="*/ 458493 h 462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8468" h="462173">
                  <a:moveTo>
                    <a:pt x="210604" y="458485"/>
                  </a:moveTo>
                  <a:cubicBezTo>
                    <a:pt x="212272" y="460217"/>
                    <a:pt x="214444" y="461455"/>
                    <a:pt x="216895" y="461934"/>
                  </a:cubicBezTo>
                  <a:cubicBezTo>
                    <a:pt x="217127" y="461982"/>
                    <a:pt x="217367" y="461974"/>
                    <a:pt x="217590" y="462006"/>
                  </a:cubicBezTo>
                  <a:cubicBezTo>
                    <a:pt x="218125" y="462077"/>
                    <a:pt x="218660" y="462173"/>
                    <a:pt x="219211" y="462173"/>
                  </a:cubicBezTo>
                  <a:cubicBezTo>
                    <a:pt x="219211" y="462173"/>
                    <a:pt x="219218" y="462173"/>
                    <a:pt x="219226" y="462173"/>
                  </a:cubicBezTo>
                  <a:cubicBezTo>
                    <a:pt x="219235" y="462173"/>
                    <a:pt x="219235" y="462173"/>
                    <a:pt x="219243" y="462173"/>
                  </a:cubicBezTo>
                  <a:cubicBezTo>
                    <a:pt x="222412" y="462173"/>
                    <a:pt x="225462" y="460912"/>
                    <a:pt x="227713" y="458669"/>
                  </a:cubicBezTo>
                  <a:lnTo>
                    <a:pt x="434960" y="251418"/>
                  </a:lnTo>
                  <a:cubicBezTo>
                    <a:pt x="439639" y="246740"/>
                    <a:pt x="439639" y="239165"/>
                    <a:pt x="434960" y="234487"/>
                  </a:cubicBezTo>
                  <a:cubicBezTo>
                    <a:pt x="430282" y="229809"/>
                    <a:pt x="422705" y="229809"/>
                    <a:pt x="418026" y="234487"/>
                  </a:cubicBezTo>
                  <a:lnTo>
                    <a:pt x="231194" y="421326"/>
                  </a:lnTo>
                  <a:lnTo>
                    <a:pt x="231194" y="11974"/>
                  </a:lnTo>
                  <a:cubicBezTo>
                    <a:pt x="231194" y="5364"/>
                    <a:pt x="225829" y="0"/>
                    <a:pt x="219218" y="0"/>
                  </a:cubicBezTo>
                  <a:cubicBezTo>
                    <a:pt x="212608" y="0"/>
                    <a:pt x="207242" y="5364"/>
                    <a:pt x="207242" y="11974"/>
                  </a:cubicBezTo>
                  <a:lnTo>
                    <a:pt x="207242" y="421263"/>
                  </a:lnTo>
                  <a:lnTo>
                    <a:pt x="20443" y="234487"/>
                  </a:lnTo>
                  <a:cubicBezTo>
                    <a:pt x="15764" y="229809"/>
                    <a:pt x="8187" y="229809"/>
                    <a:pt x="3509" y="234487"/>
                  </a:cubicBezTo>
                  <a:cubicBezTo>
                    <a:pt x="-1170" y="239165"/>
                    <a:pt x="-1170" y="246740"/>
                    <a:pt x="3509" y="251418"/>
                  </a:cubicBezTo>
                  <a:lnTo>
                    <a:pt x="210612" y="458493"/>
                  </a:lnTo>
                  <a:close/>
                </a:path>
              </a:pathLst>
            </a:custGeom>
            <a:solidFill>
              <a:srgbClr val="FFFFFF"/>
            </a:solidFill>
            <a:ln w="0" cap="flat">
              <a:noFill/>
              <a:prstDash val="solid"/>
              <a:miter/>
            </a:ln>
          </p:spPr>
          <p:txBody>
            <a:bodyPr rtlCol="0" anchor="ctr"/>
            <a:lstStyle/>
            <a:p>
              <a:endParaRPr lang="de-DE"/>
            </a:p>
          </p:txBody>
        </p:sp>
        <p:sp>
          <p:nvSpPr>
            <p:cNvPr id="51" name="Freihandform 50">
              <a:extLst>
                <a:ext uri="{FF2B5EF4-FFF2-40B4-BE49-F238E27FC236}">
                  <a16:creationId xmlns:a16="http://schemas.microsoft.com/office/drawing/2014/main" id="{C7E4742C-2710-3CB7-B350-0380E8FFBC3C}"/>
                </a:ext>
              </a:extLst>
            </p:cNvPr>
            <p:cNvSpPr/>
            <p:nvPr/>
          </p:nvSpPr>
          <p:spPr>
            <a:xfrm>
              <a:off x="13214926" y="3822845"/>
              <a:ext cx="648213" cy="156401"/>
            </a:xfrm>
            <a:custGeom>
              <a:avLst/>
              <a:gdLst>
                <a:gd name="connsiteX0" fmla="*/ 636230 w 648213"/>
                <a:gd name="connsiteY0" fmla="*/ 0 h 156401"/>
                <a:gd name="connsiteX1" fmla="*/ 624254 w 648213"/>
                <a:gd name="connsiteY1" fmla="*/ 11974 h 156401"/>
                <a:gd name="connsiteX2" fmla="*/ 624254 w 648213"/>
                <a:gd name="connsiteY2" fmla="*/ 76768 h 156401"/>
                <a:gd name="connsiteX3" fmla="*/ 607999 w 648213"/>
                <a:gd name="connsiteY3" fmla="*/ 116122 h 156401"/>
                <a:gd name="connsiteX4" fmla="*/ 568550 w 648213"/>
                <a:gd name="connsiteY4" fmla="*/ 132454 h 156401"/>
                <a:gd name="connsiteX5" fmla="*/ 79615 w 648213"/>
                <a:gd name="connsiteY5" fmla="*/ 132454 h 156401"/>
                <a:gd name="connsiteX6" fmla="*/ 23952 w 648213"/>
                <a:gd name="connsiteY6" fmla="*/ 76752 h 156401"/>
                <a:gd name="connsiteX7" fmla="*/ 23952 w 648213"/>
                <a:gd name="connsiteY7" fmla="*/ 11974 h 156401"/>
                <a:gd name="connsiteX8" fmla="*/ 11976 w 648213"/>
                <a:gd name="connsiteY8" fmla="*/ 0 h 156401"/>
                <a:gd name="connsiteX9" fmla="*/ 0 w 648213"/>
                <a:gd name="connsiteY9" fmla="*/ 11974 h 156401"/>
                <a:gd name="connsiteX10" fmla="*/ 0 w 648213"/>
                <a:gd name="connsiteY10" fmla="*/ 76792 h 156401"/>
                <a:gd name="connsiteX11" fmla="*/ 79615 w 648213"/>
                <a:gd name="connsiteY11" fmla="*/ 156402 h 156401"/>
                <a:gd name="connsiteX12" fmla="*/ 568710 w 648213"/>
                <a:gd name="connsiteY12" fmla="*/ 156402 h 156401"/>
                <a:gd name="connsiteX13" fmla="*/ 624965 w 648213"/>
                <a:gd name="connsiteY13" fmla="*/ 133029 h 156401"/>
                <a:gd name="connsiteX14" fmla="*/ 648214 w 648213"/>
                <a:gd name="connsiteY14" fmla="*/ 76752 h 156401"/>
                <a:gd name="connsiteX15" fmla="*/ 648214 w 648213"/>
                <a:gd name="connsiteY15" fmla="*/ 11974 h 156401"/>
                <a:gd name="connsiteX16" fmla="*/ 636238 w 648213"/>
                <a:gd name="connsiteY16" fmla="*/ 0 h 15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48213" h="156401">
                  <a:moveTo>
                    <a:pt x="636230" y="0"/>
                  </a:moveTo>
                  <a:cubicBezTo>
                    <a:pt x="629620" y="0"/>
                    <a:pt x="624254" y="5364"/>
                    <a:pt x="624254" y="11974"/>
                  </a:cubicBezTo>
                  <a:lnTo>
                    <a:pt x="624254" y="76768"/>
                  </a:lnTo>
                  <a:cubicBezTo>
                    <a:pt x="624270" y="91624"/>
                    <a:pt x="618498" y="105593"/>
                    <a:pt x="607999" y="116122"/>
                  </a:cubicBezTo>
                  <a:cubicBezTo>
                    <a:pt x="597508" y="126635"/>
                    <a:pt x="583544" y="132438"/>
                    <a:pt x="568550" y="132454"/>
                  </a:cubicBezTo>
                  <a:lnTo>
                    <a:pt x="79615" y="132454"/>
                  </a:lnTo>
                  <a:cubicBezTo>
                    <a:pt x="48925" y="132454"/>
                    <a:pt x="23952" y="107485"/>
                    <a:pt x="23952" y="76752"/>
                  </a:cubicBezTo>
                  <a:lnTo>
                    <a:pt x="23952" y="11974"/>
                  </a:lnTo>
                  <a:cubicBezTo>
                    <a:pt x="23952" y="5364"/>
                    <a:pt x="18587" y="0"/>
                    <a:pt x="11976" y="0"/>
                  </a:cubicBezTo>
                  <a:cubicBezTo>
                    <a:pt x="5365" y="0"/>
                    <a:pt x="0" y="5364"/>
                    <a:pt x="0" y="11974"/>
                  </a:cubicBezTo>
                  <a:lnTo>
                    <a:pt x="0" y="76792"/>
                  </a:lnTo>
                  <a:cubicBezTo>
                    <a:pt x="0" y="120688"/>
                    <a:pt x="35720" y="156402"/>
                    <a:pt x="79615" y="156402"/>
                  </a:cubicBezTo>
                  <a:lnTo>
                    <a:pt x="568710" y="156402"/>
                  </a:lnTo>
                  <a:cubicBezTo>
                    <a:pt x="589963" y="156378"/>
                    <a:pt x="609947" y="148084"/>
                    <a:pt x="624965" y="133029"/>
                  </a:cubicBezTo>
                  <a:cubicBezTo>
                    <a:pt x="639982" y="117982"/>
                    <a:pt x="648238" y="97994"/>
                    <a:pt x="648214" y="76752"/>
                  </a:cubicBezTo>
                  <a:lnTo>
                    <a:pt x="648214" y="11974"/>
                  </a:lnTo>
                  <a:cubicBezTo>
                    <a:pt x="648214" y="5364"/>
                    <a:pt x="642849" y="0"/>
                    <a:pt x="636238" y="0"/>
                  </a:cubicBezTo>
                  <a:close/>
                </a:path>
              </a:pathLst>
            </a:custGeom>
            <a:solidFill>
              <a:srgbClr val="FFFFFF"/>
            </a:solidFill>
            <a:ln w="0" cap="flat">
              <a:noFill/>
              <a:prstDash val="solid"/>
              <a:miter/>
            </a:ln>
          </p:spPr>
          <p:txBody>
            <a:bodyPr rtlCol="0" anchor="ctr"/>
            <a:lstStyle/>
            <a:p>
              <a:endParaRPr lang="de-DE"/>
            </a:p>
          </p:txBody>
        </p:sp>
      </p:grpSp>
      <p:grpSp>
        <p:nvGrpSpPr>
          <p:cNvPr id="52" name="Grafik 13">
            <a:extLst>
              <a:ext uri="{FF2B5EF4-FFF2-40B4-BE49-F238E27FC236}">
                <a16:creationId xmlns:a16="http://schemas.microsoft.com/office/drawing/2014/main" id="{D2ED5EC5-C6D7-D5B2-4AEB-6209831BAA47}"/>
              </a:ext>
            </a:extLst>
          </p:cNvPr>
          <p:cNvGrpSpPr/>
          <p:nvPr/>
        </p:nvGrpSpPr>
        <p:grpSpPr>
          <a:xfrm>
            <a:off x="8322972" y="3408828"/>
            <a:ext cx="539835" cy="543289"/>
            <a:chOff x="11575044" y="3326918"/>
            <a:chExt cx="648182" cy="652329"/>
          </a:xfrm>
          <a:solidFill>
            <a:srgbClr val="FFFFFF"/>
          </a:solidFill>
        </p:grpSpPr>
        <p:sp>
          <p:nvSpPr>
            <p:cNvPr id="53" name="Freihandform 52">
              <a:extLst>
                <a:ext uri="{FF2B5EF4-FFF2-40B4-BE49-F238E27FC236}">
                  <a16:creationId xmlns:a16="http://schemas.microsoft.com/office/drawing/2014/main" id="{57F9FB54-0422-C08A-AA24-90296C887E05}"/>
                </a:ext>
              </a:extLst>
            </p:cNvPr>
            <p:cNvSpPr/>
            <p:nvPr/>
          </p:nvSpPr>
          <p:spPr>
            <a:xfrm>
              <a:off x="11679845" y="3326918"/>
              <a:ext cx="438573" cy="462137"/>
            </a:xfrm>
            <a:custGeom>
              <a:avLst/>
              <a:gdLst>
                <a:gd name="connsiteX0" fmla="*/ 20435 w 438573"/>
                <a:gd name="connsiteY0" fmla="*/ 227570 h 462137"/>
                <a:gd name="connsiteX1" fmla="*/ 207307 w 438573"/>
                <a:gd name="connsiteY1" fmla="*/ 40779 h 462137"/>
                <a:gd name="connsiteX2" fmla="*/ 207307 w 438573"/>
                <a:gd name="connsiteY2" fmla="*/ 450163 h 462137"/>
                <a:gd name="connsiteX3" fmla="*/ 219283 w 438573"/>
                <a:gd name="connsiteY3" fmla="*/ 462137 h 462137"/>
                <a:gd name="connsiteX4" fmla="*/ 231259 w 438573"/>
                <a:gd name="connsiteY4" fmla="*/ 450163 h 462137"/>
                <a:gd name="connsiteX5" fmla="*/ 231259 w 438573"/>
                <a:gd name="connsiteY5" fmla="*/ 40787 h 462137"/>
                <a:gd name="connsiteX6" fmla="*/ 418122 w 438573"/>
                <a:gd name="connsiteY6" fmla="*/ 227626 h 462137"/>
                <a:gd name="connsiteX7" fmla="*/ 426593 w 438573"/>
                <a:gd name="connsiteY7" fmla="*/ 231131 h 462137"/>
                <a:gd name="connsiteX8" fmla="*/ 435064 w 438573"/>
                <a:gd name="connsiteY8" fmla="*/ 227626 h 462137"/>
                <a:gd name="connsiteX9" fmla="*/ 435064 w 438573"/>
                <a:gd name="connsiteY9" fmla="*/ 210695 h 462137"/>
                <a:gd name="connsiteX10" fmla="*/ 227754 w 438573"/>
                <a:gd name="connsiteY10" fmla="*/ 3413 h 462137"/>
                <a:gd name="connsiteX11" fmla="*/ 227419 w 438573"/>
                <a:gd name="connsiteY11" fmla="*/ 3189 h 462137"/>
                <a:gd name="connsiteX12" fmla="*/ 224081 w 438573"/>
                <a:gd name="connsiteY12" fmla="*/ 970 h 462137"/>
                <a:gd name="connsiteX13" fmla="*/ 223187 w 438573"/>
                <a:gd name="connsiteY13" fmla="*/ 659 h 462137"/>
                <a:gd name="connsiteX14" fmla="*/ 219873 w 438573"/>
                <a:gd name="connsiteY14" fmla="*/ 12 h 462137"/>
                <a:gd name="connsiteX15" fmla="*/ 218708 w 438573"/>
                <a:gd name="connsiteY15" fmla="*/ 12 h 462137"/>
                <a:gd name="connsiteX16" fmla="*/ 215394 w 438573"/>
                <a:gd name="connsiteY16" fmla="*/ 659 h 462137"/>
                <a:gd name="connsiteX17" fmla="*/ 214500 w 438573"/>
                <a:gd name="connsiteY17" fmla="*/ 970 h 462137"/>
                <a:gd name="connsiteX18" fmla="*/ 211163 w 438573"/>
                <a:gd name="connsiteY18" fmla="*/ 3189 h 462137"/>
                <a:gd name="connsiteX19" fmla="*/ 210828 w 438573"/>
                <a:gd name="connsiteY19" fmla="*/ 3413 h 462137"/>
                <a:gd name="connsiteX20" fmla="*/ 3509 w 438573"/>
                <a:gd name="connsiteY20" fmla="*/ 210639 h 462137"/>
                <a:gd name="connsiteX21" fmla="*/ 3509 w 438573"/>
                <a:gd name="connsiteY21" fmla="*/ 227570 h 462137"/>
                <a:gd name="connsiteX22" fmla="*/ 20443 w 438573"/>
                <a:gd name="connsiteY22" fmla="*/ 227570 h 46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38573" h="462137">
                  <a:moveTo>
                    <a:pt x="20435" y="227570"/>
                  </a:moveTo>
                  <a:lnTo>
                    <a:pt x="207307" y="40779"/>
                  </a:lnTo>
                  <a:lnTo>
                    <a:pt x="207307" y="450163"/>
                  </a:lnTo>
                  <a:cubicBezTo>
                    <a:pt x="207307" y="456773"/>
                    <a:pt x="212672" y="462137"/>
                    <a:pt x="219283" y="462137"/>
                  </a:cubicBezTo>
                  <a:cubicBezTo>
                    <a:pt x="225893" y="462137"/>
                    <a:pt x="231259" y="456773"/>
                    <a:pt x="231259" y="450163"/>
                  </a:cubicBezTo>
                  <a:lnTo>
                    <a:pt x="231259" y="40787"/>
                  </a:lnTo>
                  <a:lnTo>
                    <a:pt x="418122" y="227626"/>
                  </a:lnTo>
                  <a:cubicBezTo>
                    <a:pt x="420461" y="229965"/>
                    <a:pt x="423528" y="231131"/>
                    <a:pt x="426593" y="231131"/>
                  </a:cubicBezTo>
                  <a:cubicBezTo>
                    <a:pt x="429659" y="231131"/>
                    <a:pt x="432725" y="229965"/>
                    <a:pt x="435064" y="227626"/>
                  </a:cubicBezTo>
                  <a:cubicBezTo>
                    <a:pt x="439743" y="222948"/>
                    <a:pt x="439743" y="215373"/>
                    <a:pt x="435064" y="210695"/>
                  </a:cubicBezTo>
                  <a:lnTo>
                    <a:pt x="227754" y="3413"/>
                  </a:lnTo>
                  <a:cubicBezTo>
                    <a:pt x="227657" y="3309"/>
                    <a:pt x="227514" y="3285"/>
                    <a:pt x="227419" y="3189"/>
                  </a:cubicBezTo>
                  <a:cubicBezTo>
                    <a:pt x="226436" y="2279"/>
                    <a:pt x="225326" y="1521"/>
                    <a:pt x="224081" y="970"/>
                  </a:cubicBezTo>
                  <a:cubicBezTo>
                    <a:pt x="223785" y="842"/>
                    <a:pt x="223490" y="762"/>
                    <a:pt x="223187" y="659"/>
                  </a:cubicBezTo>
                  <a:cubicBezTo>
                    <a:pt x="222141" y="300"/>
                    <a:pt x="221031" y="68"/>
                    <a:pt x="219873" y="12"/>
                  </a:cubicBezTo>
                  <a:cubicBezTo>
                    <a:pt x="219482" y="-4"/>
                    <a:pt x="219107" y="-4"/>
                    <a:pt x="218708" y="12"/>
                  </a:cubicBezTo>
                  <a:cubicBezTo>
                    <a:pt x="217550" y="68"/>
                    <a:pt x="216441" y="291"/>
                    <a:pt x="215394" y="659"/>
                  </a:cubicBezTo>
                  <a:cubicBezTo>
                    <a:pt x="215091" y="762"/>
                    <a:pt x="214796" y="834"/>
                    <a:pt x="214500" y="970"/>
                  </a:cubicBezTo>
                  <a:cubicBezTo>
                    <a:pt x="213263" y="1513"/>
                    <a:pt x="212145" y="2279"/>
                    <a:pt x="211163" y="3189"/>
                  </a:cubicBezTo>
                  <a:cubicBezTo>
                    <a:pt x="211059" y="3285"/>
                    <a:pt x="210924" y="3317"/>
                    <a:pt x="210828" y="3413"/>
                  </a:cubicBezTo>
                  <a:lnTo>
                    <a:pt x="3509" y="210639"/>
                  </a:lnTo>
                  <a:cubicBezTo>
                    <a:pt x="-1170" y="215317"/>
                    <a:pt x="-1170" y="222892"/>
                    <a:pt x="3509" y="227570"/>
                  </a:cubicBezTo>
                  <a:cubicBezTo>
                    <a:pt x="8187" y="232248"/>
                    <a:pt x="15765" y="232248"/>
                    <a:pt x="20443" y="227570"/>
                  </a:cubicBezTo>
                  <a:close/>
                </a:path>
              </a:pathLst>
            </a:custGeom>
            <a:solidFill>
              <a:srgbClr val="FFFFFF"/>
            </a:solidFill>
            <a:ln w="0" cap="flat">
              <a:noFill/>
              <a:prstDash val="solid"/>
              <a:miter/>
            </a:ln>
          </p:spPr>
          <p:txBody>
            <a:bodyPr rtlCol="0" anchor="ctr"/>
            <a:lstStyle/>
            <a:p>
              <a:endParaRPr lang="de-DE"/>
            </a:p>
          </p:txBody>
        </p:sp>
        <p:sp>
          <p:nvSpPr>
            <p:cNvPr id="54" name="Freihandform 53">
              <a:extLst>
                <a:ext uri="{FF2B5EF4-FFF2-40B4-BE49-F238E27FC236}">
                  <a16:creationId xmlns:a16="http://schemas.microsoft.com/office/drawing/2014/main" id="{31482CB6-B64D-03D2-5658-A12C243981EF}"/>
                </a:ext>
              </a:extLst>
            </p:cNvPr>
            <p:cNvSpPr/>
            <p:nvPr/>
          </p:nvSpPr>
          <p:spPr>
            <a:xfrm>
              <a:off x="11575044" y="3822845"/>
              <a:ext cx="648182" cy="156401"/>
            </a:xfrm>
            <a:custGeom>
              <a:avLst/>
              <a:gdLst>
                <a:gd name="connsiteX0" fmla="*/ 636207 w 648182"/>
                <a:gd name="connsiteY0" fmla="*/ 0 h 156401"/>
                <a:gd name="connsiteX1" fmla="*/ 624231 w 648182"/>
                <a:gd name="connsiteY1" fmla="*/ 11974 h 156401"/>
                <a:gd name="connsiteX2" fmla="*/ 624231 w 648182"/>
                <a:gd name="connsiteY2" fmla="*/ 76760 h 156401"/>
                <a:gd name="connsiteX3" fmla="*/ 607952 w 648182"/>
                <a:gd name="connsiteY3" fmla="*/ 116130 h 156401"/>
                <a:gd name="connsiteX4" fmla="*/ 568567 w 648182"/>
                <a:gd name="connsiteY4" fmla="*/ 132454 h 156401"/>
                <a:gd name="connsiteX5" fmla="*/ 79640 w 648182"/>
                <a:gd name="connsiteY5" fmla="*/ 132454 h 156401"/>
                <a:gd name="connsiteX6" fmla="*/ 23952 w 648182"/>
                <a:gd name="connsiteY6" fmla="*/ 76752 h 156401"/>
                <a:gd name="connsiteX7" fmla="*/ 23952 w 648182"/>
                <a:gd name="connsiteY7" fmla="*/ 11974 h 156401"/>
                <a:gd name="connsiteX8" fmla="*/ 11976 w 648182"/>
                <a:gd name="connsiteY8" fmla="*/ 0 h 156401"/>
                <a:gd name="connsiteX9" fmla="*/ 0 w 648182"/>
                <a:gd name="connsiteY9" fmla="*/ 11974 h 156401"/>
                <a:gd name="connsiteX10" fmla="*/ 0 w 648182"/>
                <a:gd name="connsiteY10" fmla="*/ 76848 h 156401"/>
                <a:gd name="connsiteX11" fmla="*/ 79624 w 648182"/>
                <a:gd name="connsiteY11" fmla="*/ 156402 h 156401"/>
                <a:gd name="connsiteX12" fmla="*/ 568615 w 648182"/>
                <a:gd name="connsiteY12" fmla="*/ 156402 h 156401"/>
                <a:gd name="connsiteX13" fmla="*/ 624901 w 648182"/>
                <a:gd name="connsiteY13" fmla="*/ 133045 h 156401"/>
                <a:gd name="connsiteX14" fmla="*/ 648183 w 648182"/>
                <a:gd name="connsiteY14" fmla="*/ 76752 h 156401"/>
                <a:gd name="connsiteX15" fmla="*/ 648183 w 648182"/>
                <a:gd name="connsiteY15" fmla="*/ 11974 h 156401"/>
                <a:gd name="connsiteX16" fmla="*/ 636207 w 648182"/>
                <a:gd name="connsiteY16" fmla="*/ 0 h 15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48182" h="156401">
                  <a:moveTo>
                    <a:pt x="636207" y="0"/>
                  </a:moveTo>
                  <a:cubicBezTo>
                    <a:pt x="629596" y="0"/>
                    <a:pt x="624231" y="5364"/>
                    <a:pt x="624231" y="11974"/>
                  </a:cubicBezTo>
                  <a:lnTo>
                    <a:pt x="624231" y="76760"/>
                  </a:lnTo>
                  <a:cubicBezTo>
                    <a:pt x="624231" y="91624"/>
                    <a:pt x="618458" y="105601"/>
                    <a:pt x="607952" y="116130"/>
                  </a:cubicBezTo>
                  <a:cubicBezTo>
                    <a:pt x="597453" y="126643"/>
                    <a:pt x="583473" y="132446"/>
                    <a:pt x="568567" y="132454"/>
                  </a:cubicBezTo>
                  <a:lnTo>
                    <a:pt x="79640" y="132454"/>
                  </a:lnTo>
                  <a:cubicBezTo>
                    <a:pt x="48958" y="132454"/>
                    <a:pt x="23976" y="107509"/>
                    <a:pt x="23952" y="76752"/>
                  </a:cubicBezTo>
                  <a:lnTo>
                    <a:pt x="23952" y="11974"/>
                  </a:lnTo>
                  <a:cubicBezTo>
                    <a:pt x="23952" y="5364"/>
                    <a:pt x="18587" y="0"/>
                    <a:pt x="11976" y="0"/>
                  </a:cubicBezTo>
                  <a:cubicBezTo>
                    <a:pt x="5365" y="0"/>
                    <a:pt x="0" y="5364"/>
                    <a:pt x="0" y="11974"/>
                  </a:cubicBezTo>
                  <a:lnTo>
                    <a:pt x="0" y="76848"/>
                  </a:lnTo>
                  <a:cubicBezTo>
                    <a:pt x="40" y="120728"/>
                    <a:pt x="35760" y="156402"/>
                    <a:pt x="79624" y="156402"/>
                  </a:cubicBezTo>
                  <a:lnTo>
                    <a:pt x="568615" y="156402"/>
                  </a:lnTo>
                  <a:cubicBezTo>
                    <a:pt x="589884" y="156386"/>
                    <a:pt x="609876" y="148092"/>
                    <a:pt x="624901" y="133045"/>
                  </a:cubicBezTo>
                  <a:cubicBezTo>
                    <a:pt x="639927" y="117998"/>
                    <a:pt x="648198" y="98009"/>
                    <a:pt x="648183" y="76752"/>
                  </a:cubicBezTo>
                  <a:lnTo>
                    <a:pt x="648183" y="11974"/>
                  </a:lnTo>
                  <a:cubicBezTo>
                    <a:pt x="648183" y="5364"/>
                    <a:pt x="642818" y="0"/>
                    <a:pt x="636207" y="0"/>
                  </a:cubicBezTo>
                  <a:close/>
                </a:path>
              </a:pathLst>
            </a:custGeom>
            <a:solidFill>
              <a:srgbClr val="FFFFFF"/>
            </a:solidFill>
            <a:ln w="0" cap="flat">
              <a:noFill/>
              <a:prstDash val="solid"/>
              <a:miter/>
            </a:ln>
          </p:spPr>
          <p:txBody>
            <a:bodyPr rtlCol="0" anchor="ctr"/>
            <a:lstStyle/>
            <a:p>
              <a:endParaRPr lang="de-DE"/>
            </a:p>
          </p:txBody>
        </p:sp>
      </p:grpSp>
      <p:sp>
        <p:nvSpPr>
          <p:cNvPr id="55" name="Freihandform 54">
            <a:extLst>
              <a:ext uri="{FF2B5EF4-FFF2-40B4-BE49-F238E27FC236}">
                <a16:creationId xmlns:a16="http://schemas.microsoft.com/office/drawing/2014/main" id="{5EEB6B68-634B-79DE-1A13-E48DC163BF8A}"/>
              </a:ext>
            </a:extLst>
          </p:cNvPr>
          <p:cNvSpPr/>
          <p:nvPr/>
        </p:nvSpPr>
        <p:spPr>
          <a:xfrm>
            <a:off x="8315142" y="1579572"/>
            <a:ext cx="555494" cy="529616"/>
          </a:xfrm>
          <a:custGeom>
            <a:avLst/>
            <a:gdLst>
              <a:gd name="connsiteX0" fmla="*/ 657256 w 666984"/>
              <a:gd name="connsiteY0" fmla="*/ 112793 h 635912"/>
              <a:gd name="connsiteX1" fmla="*/ 536101 w 666984"/>
              <a:gd name="connsiteY1" fmla="*/ 89500 h 635912"/>
              <a:gd name="connsiteX2" fmla="*/ 534176 w 666984"/>
              <a:gd name="connsiteY2" fmla="*/ 89317 h 635912"/>
              <a:gd name="connsiteX3" fmla="*/ 533610 w 666984"/>
              <a:gd name="connsiteY3" fmla="*/ 89293 h 635912"/>
              <a:gd name="connsiteX4" fmla="*/ 529674 w 666984"/>
              <a:gd name="connsiteY4" fmla="*/ 90067 h 635912"/>
              <a:gd name="connsiteX5" fmla="*/ 529218 w 666984"/>
              <a:gd name="connsiteY5" fmla="*/ 90211 h 635912"/>
              <a:gd name="connsiteX6" fmla="*/ 527119 w 666984"/>
              <a:gd name="connsiteY6" fmla="*/ 91336 h 635912"/>
              <a:gd name="connsiteX7" fmla="*/ 526344 w 666984"/>
              <a:gd name="connsiteY7" fmla="*/ 92126 h 635912"/>
              <a:gd name="connsiteX8" fmla="*/ 525371 w 666984"/>
              <a:gd name="connsiteY8" fmla="*/ 92773 h 635912"/>
              <a:gd name="connsiteX9" fmla="*/ 524691 w 666984"/>
              <a:gd name="connsiteY9" fmla="*/ 93803 h 635912"/>
              <a:gd name="connsiteX10" fmla="*/ 523398 w 666984"/>
              <a:gd name="connsiteY10" fmla="*/ 95759 h 635912"/>
              <a:gd name="connsiteX11" fmla="*/ 522528 w 666984"/>
              <a:gd name="connsiteY11" fmla="*/ 97906 h 635912"/>
              <a:gd name="connsiteX12" fmla="*/ 522089 w 666984"/>
              <a:gd name="connsiteY12" fmla="*/ 98991 h 635912"/>
              <a:gd name="connsiteX13" fmla="*/ 498792 w 666984"/>
              <a:gd name="connsiteY13" fmla="*/ 220150 h 635912"/>
              <a:gd name="connsiteX14" fmla="*/ 508285 w 666984"/>
              <a:gd name="connsiteY14" fmla="*/ 234168 h 635912"/>
              <a:gd name="connsiteX15" fmla="*/ 510561 w 666984"/>
              <a:gd name="connsiteY15" fmla="*/ 234383 h 635912"/>
              <a:gd name="connsiteX16" fmla="*/ 522305 w 666984"/>
              <a:gd name="connsiteY16" fmla="*/ 224669 h 635912"/>
              <a:gd name="connsiteX17" fmla="*/ 541131 w 666984"/>
              <a:gd name="connsiteY17" fmla="*/ 126755 h 635912"/>
              <a:gd name="connsiteX18" fmla="*/ 611908 w 666984"/>
              <a:gd name="connsiteY18" fmla="*/ 317442 h 635912"/>
              <a:gd name="connsiteX19" fmla="*/ 526153 w 666984"/>
              <a:gd name="connsiteY19" fmla="*/ 525491 h 635912"/>
              <a:gd name="connsiteX20" fmla="*/ 318379 w 666984"/>
              <a:gd name="connsiteY20" fmla="*/ 611973 h 635912"/>
              <a:gd name="connsiteX21" fmla="*/ 317844 w 666984"/>
              <a:gd name="connsiteY21" fmla="*/ 611973 h 635912"/>
              <a:gd name="connsiteX22" fmla="*/ 110295 w 666984"/>
              <a:gd name="connsiteY22" fmla="*/ 526233 h 635912"/>
              <a:gd name="connsiteX23" fmla="*/ 109560 w 666984"/>
              <a:gd name="connsiteY23" fmla="*/ 110438 h 635912"/>
              <a:gd name="connsiteX24" fmla="*/ 317869 w 666984"/>
              <a:gd name="connsiteY24" fmla="*/ 23956 h 635912"/>
              <a:gd name="connsiteX25" fmla="*/ 318531 w 666984"/>
              <a:gd name="connsiteY25" fmla="*/ 23956 h 635912"/>
              <a:gd name="connsiteX26" fmla="*/ 375081 w 666984"/>
              <a:gd name="connsiteY26" fmla="*/ 29567 h 635912"/>
              <a:gd name="connsiteX27" fmla="*/ 389181 w 666984"/>
              <a:gd name="connsiteY27" fmla="*/ 20180 h 635912"/>
              <a:gd name="connsiteX28" fmla="*/ 379792 w 666984"/>
              <a:gd name="connsiteY28" fmla="*/ 6083 h 635912"/>
              <a:gd name="connsiteX29" fmla="*/ 318555 w 666984"/>
              <a:gd name="connsiteY29" fmla="*/ 0 h 635912"/>
              <a:gd name="connsiteX30" fmla="*/ 317837 w 666984"/>
              <a:gd name="connsiteY30" fmla="*/ 0 h 635912"/>
              <a:gd name="connsiteX31" fmla="*/ 92594 w 666984"/>
              <a:gd name="connsiteY31" fmla="*/ 93531 h 635912"/>
              <a:gd name="connsiteX32" fmla="*/ 93392 w 666984"/>
              <a:gd name="connsiteY32" fmla="*/ 543188 h 635912"/>
              <a:gd name="connsiteX33" fmla="*/ 317844 w 666984"/>
              <a:gd name="connsiteY33" fmla="*/ 635913 h 635912"/>
              <a:gd name="connsiteX34" fmla="*/ 318419 w 666984"/>
              <a:gd name="connsiteY34" fmla="*/ 635913 h 635912"/>
              <a:gd name="connsiteX35" fmla="*/ 543127 w 666984"/>
              <a:gd name="connsiteY35" fmla="*/ 542382 h 635912"/>
              <a:gd name="connsiteX36" fmla="*/ 635868 w 666984"/>
              <a:gd name="connsiteY36" fmla="*/ 317386 h 635912"/>
              <a:gd name="connsiteX37" fmla="*/ 566424 w 666984"/>
              <a:gd name="connsiteY37" fmla="*/ 119682 h 635912"/>
              <a:gd name="connsiteX38" fmla="*/ 652746 w 666984"/>
              <a:gd name="connsiteY38" fmla="*/ 136278 h 635912"/>
              <a:gd name="connsiteX39" fmla="*/ 666766 w 666984"/>
              <a:gd name="connsiteY39" fmla="*/ 126787 h 635912"/>
              <a:gd name="connsiteX40" fmla="*/ 657273 w 666984"/>
              <a:gd name="connsiteY40" fmla="*/ 112769 h 635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66984" h="635912">
                <a:moveTo>
                  <a:pt x="657256" y="112793"/>
                </a:moveTo>
                <a:lnTo>
                  <a:pt x="536101" y="89500"/>
                </a:lnTo>
                <a:cubicBezTo>
                  <a:pt x="535462" y="89373"/>
                  <a:pt x="534816" y="89333"/>
                  <a:pt x="534176" y="89317"/>
                </a:cubicBezTo>
                <a:cubicBezTo>
                  <a:pt x="533985" y="89317"/>
                  <a:pt x="533801" y="89293"/>
                  <a:pt x="533610" y="89293"/>
                </a:cubicBezTo>
                <a:cubicBezTo>
                  <a:pt x="532260" y="89317"/>
                  <a:pt x="530936" y="89596"/>
                  <a:pt x="529674" y="90067"/>
                </a:cubicBezTo>
                <a:cubicBezTo>
                  <a:pt x="529522" y="90123"/>
                  <a:pt x="529370" y="90147"/>
                  <a:pt x="529218" y="90211"/>
                </a:cubicBezTo>
                <a:cubicBezTo>
                  <a:pt x="528492" y="90514"/>
                  <a:pt x="527790" y="90889"/>
                  <a:pt x="527119" y="91336"/>
                </a:cubicBezTo>
                <a:cubicBezTo>
                  <a:pt x="526807" y="91544"/>
                  <a:pt x="526632" y="91887"/>
                  <a:pt x="526344" y="92126"/>
                </a:cubicBezTo>
                <a:cubicBezTo>
                  <a:pt x="526041" y="92382"/>
                  <a:pt x="525658" y="92486"/>
                  <a:pt x="525371" y="92773"/>
                </a:cubicBezTo>
                <a:cubicBezTo>
                  <a:pt x="525067" y="93076"/>
                  <a:pt x="524955" y="93476"/>
                  <a:pt x="524691" y="93803"/>
                </a:cubicBezTo>
                <a:cubicBezTo>
                  <a:pt x="524188" y="94425"/>
                  <a:pt x="523773" y="95048"/>
                  <a:pt x="523398" y="95759"/>
                </a:cubicBezTo>
                <a:cubicBezTo>
                  <a:pt x="523031" y="96461"/>
                  <a:pt x="522744" y="97155"/>
                  <a:pt x="522528" y="97906"/>
                </a:cubicBezTo>
                <a:cubicBezTo>
                  <a:pt x="522417" y="98281"/>
                  <a:pt x="522161" y="98600"/>
                  <a:pt x="522089" y="98991"/>
                </a:cubicBezTo>
                <a:lnTo>
                  <a:pt x="498792" y="220150"/>
                </a:lnTo>
                <a:cubicBezTo>
                  <a:pt x="497538" y="226640"/>
                  <a:pt x="501794" y="232922"/>
                  <a:pt x="508285" y="234168"/>
                </a:cubicBezTo>
                <a:cubicBezTo>
                  <a:pt x="509051" y="234319"/>
                  <a:pt x="509809" y="234383"/>
                  <a:pt x="510561" y="234383"/>
                </a:cubicBezTo>
                <a:cubicBezTo>
                  <a:pt x="516181" y="234383"/>
                  <a:pt x="521202" y="230400"/>
                  <a:pt x="522305" y="224669"/>
                </a:cubicBezTo>
                <a:lnTo>
                  <a:pt x="541131" y="126755"/>
                </a:lnTo>
                <a:cubicBezTo>
                  <a:pt x="586759" y="179847"/>
                  <a:pt x="611781" y="246692"/>
                  <a:pt x="611908" y="317442"/>
                </a:cubicBezTo>
                <a:cubicBezTo>
                  <a:pt x="612052" y="395974"/>
                  <a:pt x="581593" y="469868"/>
                  <a:pt x="526153" y="525491"/>
                </a:cubicBezTo>
                <a:cubicBezTo>
                  <a:pt x="470712" y="581113"/>
                  <a:pt x="396917" y="611830"/>
                  <a:pt x="318379" y="611973"/>
                </a:cubicBezTo>
                <a:lnTo>
                  <a:pt x="317844" y="611973"/>
                </a:lnTo>
                <a:cubicBezTo>
                  <a:pt x="239506" y="611973"/>
                  <a:pt x="165807" y="581536"/>
                  <a:pt x="110295" y="526233"/>
                </a:cubicBezTo>
                <a:cubicBezTo>
                  <a:pt x="-4562" y="411795"/>
                  <a:pt x="-4889" y="225275"/>
                  <a:pt x="109560" y="110438"/>
                </a:cubicBezTo>
                <a:cubicBezTo>
                  <a:pt x="164322" y="55487"/>
                  <a:pt x="240233" y="23964"/>
                  <a:pt x="317869" y="23956"/>
                </a:cubicBezTo>
                <a:lnTo>
                  <a:pt x="318531" y="23956"/>
                </a:lnTo>
                <a:cubicBezTo>
                  <a:pt x="337453" y="23956"/>
                  <a:pt x="356478" y="25839"/>
                  <a:pt x="375081" y="29567"/>
                </a:cubicBezTo>
                <a:cubicBezTo>
                  <a:pt x="381596" y="30845"/>
                  <a:pt x="387887" y="26670"/>
                  <a:pt x="389181" y="20180"/>
                </a:cubicBezTo>
                <a:cubicBezTo>
                  <a:pt x="390482" y="13698"/>
                  <a:pt x="386275" y="7384"/>
                  <a:pt x="379792" y="6083"/>
                </a:cubicBezTo>
                <a:cubicBezTo>
                  <a:pt x="359640" y="2044"/>
                  <a:pt x="339034" y="0"/>
                  <a:pt x="318555" y="0"/>
                </a:cubicBezTo>
                <a:lnTo>
                  <a:pt x="317837" y="0"/>
                </a:lnTo>
                <a:cubicBezTo>
                  <a:pt x="233910" y="0"/>
                  <a:pt x="151818" y="34093"/>
                  <a:pt x="92594" y="93531"/>
                </a:cubicBezTo>
                <a:cubicBezTo>
                  <a:pt x="-31172" y="217716"/>
                  <a:pt x="-30822" y="419427"/>
                  <a:pt x="93392" y="543188"/>
                </a:cubicBezTo>
                <a:cubicBezTo>
                  <a:pt x="153431" y="603001"/>
                  <a:pt x="233111" y="635913"/>
                  <a:pt x="317844" y="635913"/>
                </a:cubicBezTo>
                <a:lnTo>
                  <a:pt x="318419" y="635913"/>
                </a:lnTo>
                <a:cubicBezTo>
                  <a:pt x="403368" y="635753"/>
                  <a:pt x="483168" y="602546"/>
                  <a:pt x="543127" y="542382"/>
                </a:cubicBezTo>
                <a:cubicBezTo>
                  <a:pt x="603086" y="482225"/>
                  <a:pt x="636020" y="402312"/>
                  <a:pt x="635868" y="317386"/>
                </a:cubicBezTo>
                <a:cubicBezTo>
                  <a:pt x="635732" y="244609"/>
                  <a:pt x="611261" y="175664"/>
                  <a:pt x="566424" y="119682"/>
                </a:cubicBezTo>
                <a:lnTo>
                  <a:pt x="652746" y="136278"/>
                </a:lnTo>
                <a:cubicBezTo>
                  <a:pt x="659165" y="137515"/>
                  <a:pt x="665520" y="133284"/>
                  <a:pt x="666766" y="126787"/>
                </a:cubicBezTo>
                <a:cubicBezTo>
                  <a:pt x="668019" y="120297"/>
                  <a:pt x="663764" y="114015"/>
                  <a:pt x="657273" y="112769"/>
                </a:cubicBezTo>
                <a:close/>
              </a:path>
            </a:pathLst>
          </a:custGeom>
          <a:solidFill>
            <a:srgbClr val="FFFFFF"/>
          </a:solidFill>
          <a:ln w="0" cap="flat">
            <a:noFill/>
            <a:prstDash val="solid"/>
            <a:miter/>
          </a:ln>
        </p:spPr>
        <p:txBody>
          <a:bodyPr rtlCol="0" anchor="ctr"/>
          <a:lstStyle/>
          <a:p>
            <a:endParaRPr lang="de-DE"/>
          </a:p>
        </p:txBody>
      </p:sp>
      <p:grpSp>
        <p:nvGrpSpPr>
          <p:cNvPr id="56" name="Grafik 13">
            <a:extLst>
              <a:ext uri="{FF2B5EF4-FFF2-40B4-BE49-F238E27FC236}">
                <a16:creationId xmlns:a16="http://schemas.microsoft.com/office/drawing/2014/main" id="{196CFB65-DC6A-127A-3758-F9E9A7D95085}"/>
              </a:ext>
            </a:extLst>
          </p:cNvPr>
          <p:cNvGrpSpPr/>
          <p:nvPr/>
        </p:nvGrpSpPr>
        <p:grpSpPr>
          <a:xfrm>
            <a:off x="9550440" y="1579544"/>
            <a:ext cx="581786" cy="529672"/>
            <a:chOff x="13187832" y="6670"/>
            <a:chExt cx="698552" cy="635979"/>
          </a:xfrm>
          <a:solidFill>
            <a:srgbClr val="FFFFFF"/>
          </a:solidFill>
        </p:grpSpPr>
        <p:sp>
          <p:nvSpPr>
            <p:cNvPr id="57" name="Freihandform 56">
              <a:extLst>
                <a:ext uri="{FF2B5EF4-FFF2-40B4-BE49-F238E27FC236}">
                  <a16:creationId xmlns:a16="http://schemas.microsoft.com/office/drawing/2014/main" id="{87928762-D82A-4412-6D59-3EFF6E47F721}"/>
                </a:ext>
              </a:extLst>
            </p:cNvPr>
            <p:cNvSpPr/>
            <p:nvPr/>
          </p:nvSpPr>
          <p:spPr>
            <a:xfrm>
              <a:off x="13465195" y="95926"/>
              <a:ext cx="421189" cy="546724"/>
            </a:xfrm>
            <a:custGeom>
              <a:avLst/>
              <a:gdLst>
                <a:gd name="connsiteX0" fmla="*/ 411478 w 421189"/>
                <a:gd name="connsiteY0" fmla="*/ 23517 h 546724"/>
                <a:gd name="connsiteX1" fmla="*/ 290369 w 421189"/>
                <a:gd name="connsiteY1" fmla="*/ 224 h 546724"/>
                <a:gd name="connsiteX2" fmla="*/ 288182 w 421189"/>
                <a:gd name="connsiteY2" fmla="*/ 16 h 546724"/>
                <a:gd name="connsiteX3" fmla="*/ 287958 w 421189"/>
                <a:gd name="connsiteY3" fmla="*/ 0 h 546724"/>
                <a:gd name="connsiteX4" fmla="*/ 283998 w 421189"/>
                <a:gd name="connsiteY4" fmla="*/ 774 h 546724"/>
                <a:gd name="connsiteX5" fmla="*/ 283208 w 421189"/>
                <a:gd name="connsiteY5" fmla="*/ 1078 h 546724"/>
                <a:gd name="connsiteX6" fmla="*/ 281371 w 421189"/>
                <a:gd name="connsiteY6" fmla="*/ 2091 h 546724"/>
                <a:gd name="connsiteX7" fmla="*/ 280118 w 421189"/>
                <a:gd name="connsiteY7" fmla="*/ 3121 h 546724"/>
                <a:gd name="connsiteX8" fmla="*/ 280030 w 421189"/>
                <a:gd name="connsiteY8" fmla="*/ 3193 h 546724"/>
                <a:gd name="connsiteX9" fmla="*/ 279566 w 421189"/>
                <a:gd name="connsiteY9" fmla="*/ 3504 h 546724"/>
                <a:gd name="connsiteX10" fmla="*/ 279271 w 421189"/>
                <a:gd name="connsiteY10" fmla="*/ 3951 h 546724"/>
                <a:gd name="connsiteX11" fmla="*/ 277235 w 421189"/>
                <a:gd name="connsiteY11" fmla="*/ 7025 h 546724"/>
                <a:gd name="connsiteX12" fmla="*/ 276812 w 421189"/>
                <a:gd name="connsiteY12" fmla="*/ 8126 h 546724"/>
                <a:gd name="connsiteX13" fmla="*/ 276334 w 421189"/>
                <a:gd name="connsiteY13" fmla="*/ 9739 h 546724"/>
                <a:gd name="connsiteX14" fmla="*/ 253108 w 421189"/>
                <a:gd name="connsiteY14" fmla="*/ 130906 h 546724"/>
                <a:gd name="connsiteX15" fmla="*/ 262617 w 421189"/>
                <a:gd name="connsiteY15" fmla="*/ 144923 h 546724"/>
                <a:gd name="connsiteX16" fmla="*/ 264884 w 421189"/>
                <a:gd name="connsiteY16" fmla="*/ 145131 h 546724"/>
                <a:gd name="connsiteX17" fmla="*/ 276637 w 421189"/>
                <a:gd name="connsiteY17" fmla="*/ 135408 h 546724"/>
                <a:gd name="connsiteX18" fmla="*/ 295383 w 421189"/>
                <a:gd name="connsiteY18" fmla="*/ 37606 h 546724"/>
                <a:gd name="connsiteX19" fmla="*/ 365929 w 421189"/>
                <a:gd name="connsiteY19" fmla="*/ 228341 h 546724"/>
                <a:gd name="connsiteX20" fmla="*/ 279950 w 421189"/>
                <a:gd name="connsiteY20" fmla="*/ 436405 h 546724"/>
                <a:gd name="connsiteX21" fmla="*/ 14318 w 421189"/>
                <a:gd name="connsiteY21" fmla="*/ 517085 h 546724"/>
                <a:gd name="connsiteX22" fmla="*/ 234 w 421189"/>
                <a:gd name="connsiteY22" fmla="*/ 526488 h 546724"/>
                <a:gd name="connsiteX23" fmla="*/ 9638 w 421189"/>
                <a:gd name="connsiteY23" fmla="*/ 540570 h 546724"/>
                <a:gd name="connsiteX24" fmla="*/ 72009 w 421189"/>
                <a:gd name="connsiteY24" fmla="*/ 546724 h 546724"/>
                <a:gd name="connsiteX25" fmla="*/ 296900 w 421189"/>
                <a:gd name="connsiteY25" fmla="*/ 453320 h 546724"/>
                <a:gd name="connsiteX26" fmla="*/ 389880 w 421189"/>
                <a:gd name="connsiteY26" fmla="*/ 228317 h 546724"/>
                <a:gd name="connsiteX27" fmla="*/ 320516 w 421189"/>
                <a:gd name="connsiteY27" fmla="*/ 30398 h 546724"/>
                <a:gd name="connsiteX28" fmla="*/ 406951 w 421189"/>
                <a:gd name="connsiteY28" fmla="*/ 47025 h 546724"/>
                <a:gd name="connsiteX29" fmla="*/ 409226 w 421189"/>
                <a:gd name="connsiteY29" fmla="*/ 47241 h 546724"/>
                <a:gd name="connsiteX30" fmla="*/ 420970 w 421189"/>
                <a:gd name="connsiteY30" fmla="*/ 37526 h 546724"/>
                <a:gd name="connsiteX31" fmla="*/ 411478 w 421189"/>
                <a:gd name="connsiteY31" fmla="*/ 23509 h 546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21189" h="546724">
                  <a:moveTo>
                    <a:pt x="411478" y="23517"/>
                  </a:moveTo>
                  <a:lnTo>
                    <a:pt x="290369" y="224"/>
                  </a:lnTo>
                  <a:cubicBezTo>
                    <a:pt x="289635" y="80"/>
                    <a:pt x="288900" y="24"/>
                    <a:pt x="288182" y="16"/>
                  </a:cubicBezTo>
                  <a:cubicBezTo>
                    <a:pt x="288102" y="16"/>
                    <a:pt x="288030" y="0"/>
                    <a:pt x="287958" y="0"/>
                  </a:cubicBezTo>
                  <a:cubicBezTo>
                    <a:pt x="286577" y="16"/>
                    <a:pt x="285251" y="311"/>
                    <a:pt x="283998" y="774"/>
                  </a:cubicBezTo>
                  <a:cubicBezTo>
                    <a:pt x="283726" y="870"/>
                    <a:pt x="283471" y="958"/>
                    <a:pt x="283208" y="1078"/>
                  </a:cubicBezTo>
                  <a:cubicBezTo>
                    <a:pt x="282569" y="1365"/>
                    <a:pt x="281946" y="1700"/>
                    <a:pt x="281371" y="2091"/>
                  </a:cubicBezTo>
                  <a:cubicBezTo>
                    <a:pt x="280924" y="2395"/>
                    <a:pt x="280524" y="2762"/>
                    <a:pt x="280118" y="3121"/>
                  </a:cubicBezTo>
                  <a:cubicBezTo>
                    <a:pt x="280086" y="3145"/>
                    <a:pt x="280054" y="3169"/>
                    <a:pt x="280030" y="3193"/>
                  </a:cubicBezTo>
                  <a:cubicBezTo>
                    <a:pt x="279886" y="3321"/>
                    <a:pt x="279703" y="3369"/>
                    <a:pt x="279566" y="3504"/>
                  </a:cubicBezTo>
                  <a:cubicBezTo>
                    <a:pt x="279431" y="3640"/>
                    <a:pt x="279391" y="3816"/>
                    <a:pt x="279271" y="3951"/>
                  </a:cubicBezTo>
                  <a:cubicBezTo>
                    <a:pt x="278450" y="4853"/>
                    <a:pt x="277755" y="5883"/>
                    <a:pt x="277235" y="7025"/>
                  </a:cubicBezTo>
                  <a:cubicBezTo>
                    <a:pt x="277068" y="7392"/>
                    <a:pt x="276940" y="7751"/>
                    <a:pt x="276812" y="8126"/>
                  </a:cubicBezTo>
                  <a:cubicBezTo>
                    <a:pt x="276629" y="8653"/>
                    <a:pt x="276437" y="9172"/>
                    <a:pt x="276334" y="9739"/>
                  </a:cubicBezTo>
                  <a:lnTo>
                    <a:pt x="253108" y="130906"/>
                  </a:lnTo>
                  <a:cubicBezTo>
                    <a:pt x="251870" y="137395"/>
                    <a:pt x="256126" y="143678"/>
                    <a:pt x="262617" y="144923"/>
                  </a:cubicBezTo>
                  <a:cubicBezTo>
                    <a:pt x="263383" y="145067"/>
                    <a:pt x="264134" y="145131"/>
                    <a:pt x="264884" y="145131"/>
                  </a:cubicBezTo>
                  <a:cubicBezTo>
                    <a:pt x="270513" y="145131"/>
                    <a:pt x="275535" y="141147"/>
                    <a:pt x="276637" y="135408"/>
                  </a:cubicBezTo>
                  <a:lnTo>
                    <a:pt x="295383" y="37606"/>
                  </a:lnTo>
                  <a:cubicBezTo>
                    <a:pt x="340931" y="90746"/>
                    <a:pt x="365865" y="157607"/>
                    <a:pt x="365929" y="228341"/>
                  </a:cubicBezTo>
                  <a:cubicBezTo>
                    <a:pt x="366001" y="306913"/>
                    <a:pt x="335470" y="380807"/>
                    <a:pt x="279950" y="436405"/>
                  </a:cubicBezTo>
                  <a:cubicBezTo>
                    <a:pt x="210307" y="506157"/>
                    <a:pt x="111010" y="536331"/>
                    <a:pt x="14318" y="517085"/>
                  </a:cubicBezTo>
                  <a:cubicBezTo>
                    <a:pt x="7906" y="515768"/>
                    <a:pt x="1519" y="519991"/>
                    <a:pt x="234" y="526488"/>
                  </a:cubicBezTo>
                  <a:cubicBezTo>
                    <a:pt x="-1060" y="532970"/>
                    <a:pt x="3148" y="539284"/>
                    <a:pt x="9638" y="540570"/>
                  </a:cubicBezTo>
                  <a:cubicBezTo>
                    <a:pt x="30421" y="544712"/>
                    <a:pt x="51283" y="546724"/>
                    <a:pt x="72009" y="546724"/>
                  </a:cubicBezTo>
                  <a:cubicBezTo>
                    <a:pt x="155593" y="546724"/>
                    <a:pt x="236550" y="513764"/>
                    <a:pt x="296900" y="453320"/>
                  </a:cubicBezTo>
                  <a:cubicBezTo>
                    <a:pt x="356939" y="393188"/>
                    <a:pt x="389953" y="313283"/>
                    <a:pt x="389880" y="228317"/>
                  </a:cubicBezTo>
                  <a:cubicBezTo>
                    <a:pt x="389817" y="155476"/>
                    <a:pt x="365370" y="86443"/>
                    <a:pt x="320516" y="30398"/>
                  </a:cubicBezTo>
                  <a:lnTo>
                    <a:pt x="406951" y="47025"/>
                  </a:lnTo>
                  <a:cubicBezTo>
                    <a:pt x="407717" y="47177"/>
                    <a:pt x="408467" y="47241"/>
                    <a:pt x="409226" y="47241"/>
                  </a:cubicBezTo>
                  <a:cubicBezTo>
                    <a:pt x="414847" y="47241"/>
                    <a:pt x="419868" y="43257"/>
                    <a:pt x="420970" y="37526"/>
                  </a:cubicBezTo>
                  <a:cubicBezTo>
                    <a:pt x="422223" y="31036"/>
                    <a:pt x="417968" y="24754"/>
                    <a:pt x="411478" y="23509"/>
                  </a:cubicBezTo>
                  <a:close/>
                </a:path>
              </a:pathLst>
            </a:custGeom>
            <a:solidFill>
              <a:srgbClr val="FFFFFF"/>
            </a:solidFill>
            <a:ln w="0" cap="flat">
              <a:noFill/>
              <a:prstDash val="solid"/>
              <a:miter/>
            </a:ln>
          </p:spPr>
          <p:txBody>
            <a:bodyPr rtlCol="0" anchor="ctr"/>
            <a:lstStyle/>
            <a:p>
              <a:endParaRPr lang="de-DE"/>
            </a:p>
          </p:txBody>
        </p:sp>
        <p:sp>
          <p:nvSpPr>
            <p:cNvPr id="58" name="Freihandform 57">
              <a:extLst>
                <a:ext uri="{FF2B5EF4-FFF2-40B4-BE49-F238E27FC236}">
                  <a16:creationId xmlns:a16="http://schemas.microsoft.com/office/drawing/2014/main" id="{181EE410-E871-3D82-98C4-4C0C8AB9EE3A}"/>
                </a:ext>
              </a:extLst>
            </p:cNvPr>
            <p:cNvSpPr/>
            <p:nvPr/>
          </p:nvSpPr>
          <p:spPr>
            <a:xfrm>
              <a:off x="13187832" y="6670"/>
              <a:ext cx="421106" cy="546343"/>
            </a:xfrm>
            <a:custGeom>
              <a:avLst/>
              <a:gdLst>
                <a:gd name="connsiteX0" fmla="*/ 158668 w 421106"/>
                <a:gd name="connsiteY0" fmla="*/ 401460 h 546343"/>
                <a:gd name="connsiteX1" fmla="*/ 144641 w 421106"/>
                <a:gd name="connsiteY1" fmla="*/ 410944 h 546343"/>
                <a:gd name="connsiteX2" fmla="*/ 125775 w 421106"/>
                <a:gd name="connsiteY2" fmla="*/ 508730 h 546343"/>
                <a:gd name="connsiteX3" fmla="*/ 55476 w 421106"/>
                <a:gd name="connsiteY3" fmla="*/ 317947 h 546343"/>
                <a:gd name="connsiteX4" fmla="*/ 141687 w 421106"/>
                <a:gd name="connsiteY4" fmla="*/ 110042 h 546343"/>
                <a:gd name="connsiteX5" fmla="*/ 406793 w 421106"/>
                <a:gd name="connsiteY5" fmla="*/ 29594 h 546343"/>
                <a:gd name="connsiteX6" fmla="*/ 420877 w 421106"/>
                <a:gd name="connsiteY6" fmla="*/ 20175 h 546343"/>
                <a:gd name="connsiteX7" fmla="*/ 411455 w 421106"/>
                <a:gd name="connsiteY7" fmla="*/ 6093 h 546343"/>
                <a:gd name="connsiteX8" fmla="*/ 124752 w 421106"/>
                <a:gd name="connsiteY8" fmla="*/ 93103 h 546343"/>
                <a:gd name="connsiteX9" fmla="*/ 31524 w 421106"/>
                <a:gd name="connsiteY9" fmla="*/ 317931 h 546343"/>
                <a:gd name="connsiteX10" fmla="*/ 100665 w 421106"/>
                <a:gd name="connsiteY10" fmla="*/ 515938 h 546343"/>
                <a:gd name="connsiteX11" fmla="*/ 14240 w 421106"/>
                <a:gd name="connsiteY11" fmla="*/ 499310 h 546343"/>
                <a:gd name="connsiteX12" fmla="*/ 219 w 421106"/>
                <a:gd name="connsiteY12" fmla="*/ 508802 h 546343"/>
                <a:gd name="connsiteX13" fmla="*/ 9712 w 421106"/>
                <a:gd name="connsiteY13" fmla="*/ 522819 h 546343"/>
                <a:gd name="connsiteX14" fmla="*/ 130589 w 421106"/>
                <a:gd name="connsiteY14" fmla="*/ 546080 h 546343"/>
                <a:gd name="connsiteX15" fmla="*/ 130748 w 421106"/>
                <a:gd name="connsiteY15" fmla="*/ 546128 h 546343"/>
                <a:gd name="connsiteX16" fmla="*/ 133031 w 421106"/>
                <a:gd name="connsiteY16" fmla="*/ 546344 h 546343"/>
                <a:gd name="connsiteX17" fmla="*/ 133056 w 421106"/>
                <a:gd name="connsiteY17" fmla="*/ 546344 h 546343"/>
                <a:gd name="connsiteX18" fmla="*/ 133080 w 421106"/>
                <a:gd name="connsiteY18" fmla="*/ 546344 h 546343"/>
                <a:gd name="connsiteX19" fmla="*/ 133503 w 421106"/>
                <a:gd name="connsiteY19" fmla="*/ 546264 h 546343"/>
                <a:gd name="connsiteX20" fmla="*/ 137263 w 421106"/>
                <a:gd name="connsiteY20" fmla="*/ 545529 h 546343"/>
                <a:gd name="connsiteX21" fmla="*/ 138796 w 421106"/>
                <a:gd name="connsiteY21" fmla="*/ 544659 h 546343"/>
                <a:gd name="connsiteX22" fmla="*/ 140960 w 421106"/>
                <a:gd name="connsiteY22" fmla="*/ 543222 h 546343"/>
                <a:gd name="connsiteX23" fmla="*/ 141550 w 421106"/>
                <a:gd name="connsiteY23" fmla="*/ 542831 h 546343"/>
                <a:gd name="connsiteX24" fmla="*/ 142357 w 421106"/>
                <a:gd name="connsiteY24" fmla="*/ 541618 h 546343"/>
                <a:gd name="connsiteX25" fmla="*/ 143563 w 421106"/>
                <a:gd name="connsiteY25" fmla="*/ 539806 h 546343"/>
                <a:gd name="connsiteX26" fmla="*/ 144449 w 421106"/>
                <a:gd name="connsiteY26" fmla="*/ 537483 h 546343"/>
                <a:gd name="connsiteX27" fmla="*/ 144776 w 421106"/>
                <a:gd name="connsiteY27" fmla="*/ 536629 h 546343"/>
                <a:gd name="connsiteX28" fmla="*/ 168153 w 421106"/>
                <a:gd name="connsiteY28" fmla="*/ 415454 h 546343"/>
                <a:gd name="connsiteX29" fmla="*/ 158668 w 421106"/>
                <a:gd name="connsiteY29" fmla="*/ 401429 h 54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21106" h="546343">
                  <a:moveTo>
                    <a:pt x="158668" y="401460"/>
                  </a:moveTo>
                  <a:cubicBezTo>
                    <a:pt x="152217" y="400199"/>
                    <a:pt x="145885" y="404446"/>
                    <a:pt x="144641" y="410944"/>
                  </a:cubicBezTo>
                  <a:lnTo>
                    <a:pt x="125775" y="508730"/>
                  </a:lnTo>
                  <a:cubicBezTo>
                    <a:pt x="80306" y="455542"/>
                    <a:pt x="55452" y="388672"/>
                    <a:pt x="55476" y="317947"/>
                  </a:cubicBezTo>
                  <a:cubicBezTo>
                    <a:pt x="55500" y="239399"/>
                    <a:pt x="86118" y="165568"/>
                    <a:pt x="141687" y="110042"/>
                  </a:cubicBezTo>
                  <a:cubicBezTo>
                    <a:pt x="211234" y="40554"/>
                    <a:pt x="310371" y="10484"/>
                    <a:pt x="406793" y="29594"/>
                  </a:cubicBezTo>
                  <a:cubicBezTo>
                    <a:pt x="413299" y="30887"/>
                    <a:pt x="419591" y="26664"/>
                    <a:pt x="420877" y="20175"/>
                  </a:cubicBezTo>
                  <a:cubicBezTo>
                    <a:pt x="422161" y="13685"/>
                    <a:pt x="417946" y="7379"/>
                    <a:pt x="411455" y="6093"/>
                  </a:cubicBezTo>
                  <a:cubicBezTo>
                    <a:pt x="307097" y="-14550"/>
                    <a:pt x="199961" y="17947"/>
                    <a:pt x="124752" y="93103"/>
                  </a:cubicBezTo>
                  <a:cubicBezTo>
                    <a:pt x="64665" y="153140"/>
                    <a:pt x="31548" y="232989"/>
                    <a:pt x="31524" y="317931"/>
                  </a:cubicBezTo>
                  <a:cubicBezTo>
                    <a:pt x="31501" y="390772"/>
                    <a:pt x="55875" y="459837"/>
                    <a:pt x="100665" y="515938"/>
                  </a:cubicBezTo>
                  <a:lnTo>
                    <a:pt x="14240" y="499310"/>
                  </a:lnTo>
                  <a:cubicBezTo>
                    <a:pt x="7764" y="498041"/>
                    <a:pt x="1457" y="502304"/>
                    <a:pt x="219" y="508802"/>
                  </a:cubicBezTo>
                  <a:cubicBezTo>
                    <a:pt x="-1034" y="515291"/>
                    <a:pt x="3222" y="521574"/>
                    <a:pt x="9712" y="522819"/>
                  </a:cubicBezTo>
                  <a:lnTo>
                    <a:pt x="130589" y="546080"/>
                  </a:lnTo>
                  <a:cubicBezTo>
                    <a:pt x="130645" y="546088"/>
                    <a:pt x="130692" y="546120"/>
                    <a:pt x="130748" y="546128"/>
                  </a:cubicBezTo>
                  <a:cubicBezTo>
                    <a:pt x="131515" y="546280"/>
                    <a:pt x="132273" y="546344"/>
                    <a:pt x="133031" y="546344"/>
                  </a:cubicBezTo>
                  <a:cubicBezTo>
                    <a:pt x="133040" y="546344"/>
                    <a:pt x="133048" y="546344"/>
                    <a:pt x="133056" y="546344"/>
                  </a:cubicBezTo>
                  <a:cubicBezTo>
                    <a:pt x="133056" y="546344"/>
                    <a:pt x="133071" y="546344"/>
                    <a:pt x="133080" y="546344"/>
                  </a:cubicBezTo>
                  <a:cubicBezTo>
                    <a:pt x="133223" y="546344"/>
                    <a:pt x="133359" y="546264"/>
                    <a:pt x="133503" y="546264"/>
                  </a:cubicBezTo>
                  <a:cubicBezTo>
                    <a:pt x="134812" y="546208"/>
                    <a:pt x="136082" y="545984"/>
                    <a:pt x="137263" y="545529"/>
                  </a:cubicBezTo>
                  <a:cubicBezTo>
                    <a:pt x="137806" y="545322"/>
                    <a:pt x="138278" y="544947"/>
                    <a:pt x="138796" y="544659"/>
                  </a:cubicBezTo>
                  <a:cubicBezTo>
                    <a:pt x="139554" y="544228"/>
                    <a:pt x="140305" y="543805"/>
                    <a:pt x="140960" y="543222"/>
                  </a:cubicBezTo>
                  <a:cubicBezTo>
                    <a:pt x="141143" y="543063"/>
                    <a:pt x="141375" y="543007"/>
                    <a:pt x="141550" y="542831"/>
                  </a:cubicBezTo>
                  <a:cubicBezTo>
                    <a:pt x="141910" y="542472"/>
                    <a:pt x="142053" y="542009"/>
                    <a:pt x="142357" y="541618"/>
                  </a:cubicBezTo>
                  <a:cubicBezTo>
                    <a:pt x="142804" y="541043"/>
                    <a:pt x="143219" y="540468"/>
                    <a:pt x="143563" y="539806"/>
                  </a:cubicBezTo>
                  <a:cubicBezTo>
                    <a:pt x="143954" y="539048"/>
                    <a:pt x="144234" y="538297"/>
                    <a:pt x="144449" y="537483"/>
                  </a:cubicBezTo>
                  <a:cubicBezTo>
                    <a:pt x="144529" y="537188"/>
                    <a:pt x="144712" y="536940"/>
                    <a:pt x="144776" y="536629"/>
                  </a:cubicBezTo>
                  <a:lnTo>
                    <a:pt x="168153" y="415454"/>
                  </a:lnTo>
                  <a:cubicBezTo>
                    <a:pt x="169406" y="408964"/>
                    <a:pt x="165159" y="402674"/>
                    <a:pt x="158668" y="401429"/>
                  </a:cubicBezTo>
                  <a:close/>
                </a:path>
              </a:pathLst>
            </a:custGeom>
            <a:solidFill>
              <a:srgbClr val="FFFFFF"/>
            </a:solidFill>
            <a:ln w="0" cap="flat">
              <a:noFill/>
              <a:prstDash val="solid"/>
              <a:miter/>
            </a:ln>
          </p:spPr>
          <p:txBody>
            <a:bodyPr rtlCol="0" anchor="ctr"/>
            <a:lstStyle/>
            <a:p>
              <a:endParaRPr lang="de-DE"/>
            </a:p>
          </p:txBody>
        </p:sp>
      </p:grpSp>
      <p:sp>
        <p:nvSpPr>
          <p:cNvPr id="59" name="Freihandform 58">
            <a:extLst>
              <a:ext uri="{FF2B5EF4-FFF2-40B4-BE49-F238E27FC236}">
                <a16:creationId xmlns:a16="http://schemas.microsoft.com/office/drawing/2014/main" id="{95F6B83A-5A86-6CC4-8EAC-D659846EA285}"/>
              </a:ext>
            </a:extLst>
          </p:cNvPr>
          <p:cNvSpPr/>
          <p:nvPr/>
        </p:nvSpPr>
        <p:spPr>
          <a:xfrm>
            <a:off x="850297" y="4300881"/>
            <a:ext cx="503856" cy="595274"/>
          </a:xfrm>
          <a:custGeom>
            <a:avLst/>
            <a:gdLst>
              <a:gd name="connsiteX0" fmla="*/ 459602 w 604981"/>
              <a:gd name="connsiteY0" fmla="*/ 219871 h 714748"/>
              <a:gd name="connsiteX1" fmla="*/ 459554 w 604981"/>
              <a:gd name="connsiteY1" fmla="*/ 219871 h 714748"/>
              <a:gd name="connsiteX2" fmla="*/ 347748 w 604981"/>
              <a:gd name="connsiteY2" fmla="*/ 272436 h 714748"/>
              <a:gd name="connsiteX3" fmla="*/ 270711 w 604981"/>
              <a:gd name="connsiteY3" fmla="*/ 218554 h 714748"/>
              <a:gd name="connsiteX4" fmla="*/ 290718 w 604981"/>
              <a:gd name="connsiteY4" fmla="*/ 145330 h 714748"/>
              <a:gd name="connsiteX5" fmla="*/ 145363 w 604981"/>
              <a:gd name="connsiteY5" fmla="*/ 0 h 714748"/>
              <a:gd name="connsiteX6" fmla="*/ 8 w 604981"/>
              <a:gd name="connsiteY6" fmla="*/ 145330 h 714748"/>
              <a:gd name="connsiteX7" fmla="*/ 145363 w 604981"/>
              <a:gd name="connsiteY7" fmla="*/ 290660 h 714748"/>
              <a:gd name="connsiteX8" fmla="*/ 257026 w 604981"/>
              <a:gd name="connsiteY8" fmla="*/ 238215 h 714748"/>
              <a:gd name="connsiteX9" fmla="*/ 334087 w 604981"/>
              <a:gd name="connsiteY9" fmla="*/ 292113 h 714748"/>
              <a:gd name="connsiteX10" fmla="*/ 314127 w 604981"/>
              <a:gd name="connsiteY10" fmla="*/ 365233 h 714748"/>
              <a:gd name="connsiteX11" fmla="*/ 331540 w 604981"/>
              <a:gd name="connsiteY11" fmla="*/ 434178 h 714748"/>
              <a:gd name="connsiteX12" fmla="*/ 260148 w 604981"/>
              <a:gd name="connsiteY12" fmla="*/ 480589 h 714748"/>
              <a:gd name="connsiteX13" fmla="*/ 145355 w 604981"/>
              <a:gd name="connsiteY13" fmla="*/ 424088 h 714748"/>
              <a:gd name="connsiteX14" fmla="*/ 0 w 604981"/>
              <a:gd name="connsiteY14" fmla="*/ 569299 h 714748"/>
              <a:gd name="connsiteX15" fmla="*/ 145228 w 604981"/>
              <a:gd name="connsiteY15" fmla="*/ 714749 h 714748"/>
              <a:gd name="connsiteX16" fmla="*/ 145355 w 604981"/>
              <a:gd name="connsiteY16" fmla="*/ 714749 h 714748"/>
              <a:gd name="connsiteX17" fmla="*/ 290710 w 604981"/>
              <a:gd name="connsiteY17" fmla="*/ 569546 h 714748"/>
              <a:gd name="connsiteX18" fmla="*/ 290710 w 604981"/>
              <a:gd name="connsiteY18" fmla="*/ 569419 h 714748"/>
              <a:gd name="connsiteX19" fmla="*/ 273330 w 604981"/>
              <a:gd name="connsiteY19" fmla="*/ 500593 h 714748"/>
              <a:gd name="connsiteX20" fmla="*/ 344730 w 604981"/>
              <a:gd name="connsiteY20" fmla="*/ 454174 h 714748"/>
              <a:gd name="connsiteX21" fmla="*/ 459506 w 604981"/>
              <a:gd name="connsiteY21" fmla="*/ 510675 h 714748"/>
              <a:gd name="connsiteX22" fmla="*/ 459554 w 604981"/>
              <a:gd name="connsiteY22" fmla="*/ 510675 h 714748"/>
              <a:gd name="connsiteX23" fmla="*/ 604981 w 604981"/>
              <a:gd name="connsiteY23" fmla="*/ 365321 h 714748"/>
              <a:gd name="connsiteX24" fmla="*/ 604981 w 604981"/>
              <a:gd name="connsiteY24" fmla="*/ 365201 h 714748"/>
              <a:gd name="connsiteX25" fmla="*/ 459602 w 604981"/>
              <a:gd name="connsiteY25" fmla="*/ 219871 h 714748"/>
              <a:gd name="connsiteX26" fmla="*/ 145363 w 604981"/>
              <a:gd name="connsiteY26" fmla="*/ 266705 h 714748"/>
              <a:gd name="connsiteX27" fmla="*/ 23960 w 604981"/>
              <a:gd name="connsiteY27" fmla="*/ 145322 h 714748"/>
              <a:gd name="connsiteX28" fmla="*/ 145363 w 604981"/>
              <a:gd name="connsiteY28" fmla="*/ 23940 h 714748"/>
              <a:gd name="connsiteX29" fmla="*/ 266767 w 604981"/>
              <a:gd name="connsiteY29" fmla="*/ 145322 h 714748"/>
              <a:gd name="connsiteX30" fmla="*/ 145363 w 604981"/>
              <a:gd name="connsiteY30" fmla="*/ 266705 h 714748"/>
              <a:gd name="connsiteX31" fmla="*/ 266767 w 604981"/>
              <a:gd name="connsiteY31" fmla="*/ 569530 h 714748"/>
              <a:gd name="connsiteX32" fmla="*/ 145363 w 604981"/>
              <a:gd name="connsiteY32" fmla="*/ 690801 h 714748"/>
              <a:gd name="connsiteX33" fmla="*/ 145259 w 604981"/>
              <a:gd name="connsiteY33" fmla="*/ 690801 h 714748"/>
              <a:gd name="connsiteX34" fmla="*/ 23960 w 604981"/>
              <a:gd name="connsiteY34" fmla="*/ 569315 h 714748"/>
              <a:gd name="connsiteX35" fmla="*/ 145363 w 604981"/>
              <a:gd name="connsiteY35" fmla="*/ 448036 h 714748"/>
              <a:gd name="connsiteX36" fmla="*/ 246943 w 604981"/>
              <a:gd name="connsiteY36" fmla="*/ 503139 h 714748"/>
              <a:gd name="connsiteX37" fmla="*/ 247070 w 604981"/>
              <a:gd name="connsiteY37" fmla="*/ 503379 h 714748"/>
              <a:gd name="connsiteX38" fmla="*/ 247150 w 604981"/>
              <a:gd name="connsiteY38" fmla="*/ 503475 h 714748"/>
              <a:gd name="connsiteX39" fmla="*/ 266767 w 604981"/>
              <a:gd name="connsiteY39" fmla="*/ 569419 h 714748"/>
              <a:gd name="connsiteX40" fmla="*/ 266767 w 604981"/>
              <a:gd name="connsiteY40" fmla="*/ 569530 h 714748"/>
              <a:gd name="connsiteX41" fmla="*/ 581030 w 604981"/>
              <a:gd name="connsiteY41" fmla="*/ 365313 h 714748"/>
              <a:gd name="connsiteX42" fmla="*/ 545429 w 604981"/>
              <a:gd name="connsiteY42" fmla="*/ 451181 h 714748"/>
              <a:gd name="connsiteX43" fmla="*/ 459562 w 604981"/>
              <a:gd name="connsiteY43" fmla="*/ 486720 h 714748"/>
              <a:gd name="connsiteX44" fmla="*/ 459523 w 604981"/>
              <a:gd name="connsiteY44" fmla="*/ 486720 h 714748"/>
              <a:gd name="connsiteX45" fmla="*/ 338087 w 604981"/>
              <a:gd name="connsiteY45" fmla="*/ 365225 h 714748"/>
              <a:gd name="connsiteX46" fmla="*/ 459594 w 604981"/>
              <a:gd name="connsiteY46" fmla="*/ 243810 h 714748"/>
              <a:gd name="connsiteX47" fmla="*/ 459634 w 604981"/>
              <a:gd name="connsiteY47" fmla="*/ 243810 h 714748"/>
              <a:gd name="connsiteX48" fmla="*/ 581038 w 604981"/>
              <a:gd name="connsiteY48" fmla="*/ 365193 h 714748"/>
              <a:gd name="connsiteX49" fmla="*/ 581038 w 604981"/>
              <a:gd name="connsiteY49" fmla="*/ 365313 h 714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04981" h="714748">
                <a:moveTo>
                  <a:pt x="459602" y="219871"/>
                </a:moveTo>
                <a:lnTo>
                  <a:pt x="459554" y="219871"/>
                </a:lnTo>
                <a:cubicBezTo>
                  <a:pt x="414653" y="219871"/>
                  <a:pt x="374446" y="240346"/>
                  <a:pt x="347748" y="272436"/>
                </a:cubicBezTo>
                <a:lnTo>
                  <a:pt x="270711" y="218554"/>
                </a:lnTo>
                <a:cubicBezTo>
                  <a:pt x="283341" y="197017"/>
                  <a:pt x="290718" y="172047"/>
                  <a:pt x="290718" y="145330"/>
                </a:cubicBezTo>
                <a:cubicBezTo>
                  <a:pt x="290718" y="65193"/>
                  <a:pt x="225514" y="0"/>
                  <a:pt x="145363" y="0"/>
                </a:cubicBezTo>
                <a:cubicBezTo>
                  <a:pt x="65213" y="0"/>
                  <a:pt x="8" y="65193"/>
                  <a:pt x="8" y="145330"/>
                </a:cubicBezTo>
                <a:cubicBezTo>
                  <a:pt x="8" y="225467"/>
                  <a:pt x="65213" y="290660"/>
                  <a:pt x="145363" y="290660"/>
                </a:cubicBezTo>
                <a:cubicBezTo>
                  <a:pt x="190201" y="290660"/>
                  <a:pt x="230344" y="270233"/>
                  <a:pt x="257026" y="238215"/>
                </a:cubicBezTo>
                <a:lnTo>
                  <a:pt x="334087" y="292113"/>
                </a:lnTo>
                <a:cubicBezTo>
                  <a:pt x="321489" y="313626"/>
                  <a:pt x="314135" y="338555"/>
                  <a:pt x="314127" y="365233"/>
                </a:cubicBezTo>
                <a:cubicBezTo>
                  <a:pt x="314119" y="390163"/>
                  <a:pt x="320435" y="413647"/>
                  <a:pt x="331540" y="434178"/>
                </a:cubicBezTo>
                <a:lnTo>
                  <a:pt x="260148" y="480589"/>
                </a:lnTo>
                <a:cubicBezTo>
                  <a:pt x="233538" y="446288"/>
                  <a:pt x="192037" y="424088"/>
                  <a:pt x="145355" y="424088"/>
                </a:cubicBezTo>
                <a:cubicBezTo>
                  <a:pt x="65277" y="424088"/>
                  <a:pt x="72" y="489226"/>
                  <a:pt x="0" y="569299"/>
                </a:cubicBezTo>
                <a:cubicBezTo>
                  <a:pt x="-64" y="649428"/>
                  <a:pt x="65077" y="714676"/>
                  <a:pt x="145228" y="714749"/>
                </a:cubicBezTo>
                <a:lnTo>
                  <a:pt x="145355" y="714749"/>
                </a:lnTo>
                <a:cubicBezTo>
                  <a:pt x="225450" y="714749"/>
                  <a:pt x="290647" y="649635"/>
                  <a:pt x="290710" y="569546"/>
                </a:cubicBezTo>
                <a:lnTo>
                  <a:pt x="290710" y="569419"/>
                </a:lnTo>
                <a:cubicBezTo>
                  <a:pt x="290710" y="544529"/>
                  <a:pt x="284403" y="521092"/>
                  <a:pt x="273330" y="500593"/>
                </a:cubicBezTo>
                <a:lnTo>
                  <a:pt x="344730" y="454174"/>
                </a:lnTo>
                <a:cubicBezTo>
                  <a:pt x="371348" y="488459"/>
                  <a:pt x="412832" y="510659"/>
                  <a:pt x="459506" y="510675"/>
                </a:cubicBezTo>
                <a:lnTo>
                  <a:pt x="459554" y="510675"/>
                </a:lnTo>
                <a:cubicBezTo>
                  <a:pt x="539721" y="510675"/>
                  <a:pt x="604950" y="445473"/>
                  <a:pt x="604981" y="365321"/>
                </a:cubicBezTo>
                <a:lnTo>
                  <a:pt x="604981" y="365201"/>
                </a:lnTo>
                <a:cubicBezTo>
                  <a:pt x="604981" y="285064"/>
                  <a:pt x="539777" y="219871"/>
                  <a:pt x="459602" y="219871"/>
                </a:cubicBezTo>
                <a:close/>
                <a:moveTo>
                  <a:pt x="145363" y="266705"/>
                </a:moveTo>
                <a:cubicBezTo>
                  <a:pt x="78418" y="266705"/>
                  <a:pt x="23960" y="212256"/>
                  <a:pt x="23960" y="145322"/>
                </a:cubicBezTo>
                <a:cubicBezTo>
                  <a:pt x="23960" y="78389"/>
                  <a:pt x="78418" y="23940"/>
                  <a:pt x="145363" y="23940"/>
                </a:cubicBezTo>
                <a:cubicBezTo>
                  <a:pt x="212308" y="23940"/>
                  <a:pt x="266767" y="78389"/>
                  <a:pt x="266767" y="145322"/>
                </a:cubicBezTo>
                <a:cubicBezTo>
                  <a:pt x="266767" y="212256"/>
                  <a:pt x="212308" y="266705"/>
                  <a:pt x="145363" y="266705"/>
                </a:cubicBezTo>
                <a:close/>
                <a:moveTo>
                  <a:pt x="266767" y="569530"/>
                </a:moveTo>
                <a:cubicBezTo>
                  <a:pt x="266711" y="636424"/>
                  <a:pt x="212261" y="690801"/>
                  <a:pt x="145363" y="690801"/>
                </a:cubicBezTo>
                <a:lnTo>
                  <a:pt x="145259" y="690801"/>
                </a:lnTo>
                <a:cubicBezTo>
                  <a:pt x="78314" y="690745"/>
                  <a:pt x="23904" y="636248"/>
                  <a:pt x="23960" y="569315"/>
                </a:cubicBezTo>
                <a:cubicBezTo>
                  <a:pt x="24016" y="502437"/>
                  <a:pt x="78474" y="448036"/>
                  <a:pt x="145363" y="448036"/>
                </a:cubicBezTo>
                <a:cubicBezTo>
                  <a:pt x="187846" y="448036"/>
                  <a:pt x="225242" y="470012"/>
                  <a:pt x="246943" y="503139"/>
                </a:cubicBezTo>
                <a:cubicBezTo>
                  <a:pt x="246991" y="503219"/>
                  <a:pt x="247015" y="503307"/>
                  <a:pt x="247070" y="503379"/>
                </a:cubicBezTo>
                <a:cubicBezTo>
                  <a:pt x="247094" y="503411"/>
                  <a:pt x="247126" y="503435"/>
                  <a:pt x="247150" y="503475"/>
                </a:cubicBezTo>
                <a:cubicBezTo>
                  <a:pt x="259509" y="522481"/>
                  <a:pt x="266767" y="545104"/>
                  <a:pt x="266767" y="569419"/>
                </a:cubicBezTo>
                <a:lnTo>
                  <a:pt x="266767" y="569530"/>
                </a:lnTo>
                <a:close/>
                <a:moveTo>
                  <a:pt x="581030" y="365313"/>
                </a:moveTo>
                <a:cubicBezTo>
                  <a:pt x="581022" y="397746"/>
                  <a:pt x="568375" y="428247"/>
                  <a:pt x="545429" y="451181"/>
                </a:cubicBezTo>
                <a:cubicBezTo>
                  <a:pt x="522484" y="474099"/>
                  <a:pt x="491993" y="486720"/>
                  <a:pt x="459562" y="486720"/>
                </a:cubicBezTo>
                <a:lnTo>
                  <a:pt x="459523" y="486720"/>
                </a:lnTo>
                <a:cubicBezTo>
                  <a:pt x="392537" y="486695"/>
                  <a:pt x="338071" y="432199"/>
                  <a:pt x="338087" y="365225"/>
                </a:cubicBezTo>
                <a:cubicBezTo>
                  <a:pt x="338103" y="298267"/>
                  <a:pt x="392601" y="243810"/>
                  <a:pt x="459594" y="243810"/>
                </a:cubicBezTo>
                <a:lnTo>
                  <a:pt x="459634" y="243810"/>
                </a:lnTo>
                <a:cubicBezTo>
                  <a:pt x="526579" y="243810"/>
                  <a:pt x="581038" y="298260"/>
                  <a:pt x="581038" y="365193"/>
                </a:cubicBezTo>
                <a:lnTo>
                  <a:pt x="581038" y="365313"/>
                </a:lnTo>
                <a:close/>
              </a:path>
            </a:pathLst>
          </a:custGeom>
          <a:solidFill>
            <a:srgbClr val="FFFFFF"/>
          </a:solidFill>
          <a:ln w="0" cap="flat">
            <a:noFill/>
            <a:prstDash val="solid"/>
            <a:miter/>
          </a:ln>
        </p:spPr>
        <p:txBody>
          <a:bodyPr rtlCol="0" anchor="ctr"/>
          <a:lstStyle/>
          <a:p>
            <a:endParaRPr lang="de-DE"/>
          </a:p>
        </p:txBody>
      </p:sp>
      <p:sp>
        <p:nvSpPr>
          <p:cNvPr id="60" name="Freihandform 59">
            <a:extLst>
              <a:ext uri="{FF2B5EF4-FFF2-40B4-BE49-F238E27FC236}">
                <a16:creationId xmlns:a16="http://schemas.microsoft.com/office/drawing/2014/main" id="{F4BF7B4E-F50D-B800-9094-3168B33EA9BD}"/>
              </a:ext>
            </a:extLst>
          </p:cNvPr>
          <p:cNvSpPr/>
          <p:nvPr/>
        </p:nvSpPr>
        <p:spPr>
          <a:xfrm>
            <a:off x="10819280" y="1573977"/>
            <a:ext cx="540990" cy="540806"/>
          </a:xfrm>
          <a:custGeom>
            <a:avLst/>
            <a:gdLst>
              <a:gd name="connsiteX0" fmla="*/ 646051 w 649568"/>
              <a:gd name="connsiteY0" fmla="*/ 628904 h 649347"/>
              <a:gd name="connsiteX1" fmla="*/ 462629 w 649568"/>
              <a:gd name="connsiteY1" fmla="*/ 445601 h 649347"/>
              <a:gd name="connsiteX2" fmla="*/ 532416 w 649568"/>
              <a:gd name="connsiteY2" fmla="*/ 266202 h 649347"/>
              <a:gd name="connsiteX3" fmla="*/ 520440 w 649568"/>
              <a:gd name="connsiteY3" fmla="*/ 266202 h 649347"/>
              <a:gd name="connsiteX4" fmla="*/ 532416 w 649568"/>
              <a:gd name="connsiteY4" fmla="*/ 266130 h 649347"/>
              <a:gd name="connsiteX5" fmla="*/ 266248 w 649568"/>
              <a:gd name="connsiteY5" fmla="*/ 0 h 649347"/>
              <a:gd name="connsiteX6" fmla="*/ 266200 w 649568"/>
              <a:gd name="connsiteY6" fmla="*/ 0 h 649347"/>
              <a:gd name="connsiteX7" fmla="*/ 78003 w 649568"/>
              <a:gd name="connsiteY7" fmla="*/ 77926 h 649347"/>
              <a:gd name="connsiteX8" fmla="*/ 0 w 649568"/>
              <a:gd name="connsiteY8" fmla="*/ 266114 h 649347"/>
              <a:gd name="connsiteX9" fmla="*/ 266168 w 649568"/>
              <a:gd name="connsiteY9" fmla="*/ 532324 h 649347"/>
              <a:gd name="connsiteX10" fmla="*/ 266216 w 649568"/>
              <a:gd name="connsiteY10" fmla="*/ 532324 h 649347"/>
              <a:gd name="connsiteX11" fmla="*/ 445695 w 649568"/>
              <a:gd name="connsiteY11" fmla="*/ 462540 h 649347"/>
              <a:gd name="connsiteX12" fmla="*/ 629118 w 649568"/>
              <a:gd name="connsiteY12" fmla="*/ 645843 h 649347"/>
              <a:gd name="connsiteX13" fmla="*/ 637588 w 649568"/>
              <a:gd name="connsiteY13" fmla="*/ 649348 h 649347"/>
              <a:gd name="connsiteX14" fmla="*/ 646059 w 649568"/>
              <a:gd name="connsiteY14" fmla="*/ 645843 h 649347"/>
              <a:gd name="connsiteX15" fmla="*/ 646059 w 649568"/>
              <a:gd name="connsiteY15" fmla="*/ 628912 h 649347"/>
              <a:gd name="connsiteX16" fmla="*/ 266168 w 649568"/>
              <a:gd name="connsiteY16" fmla="*/ 508376 h 649347"/>
              <a:gd name="connsiteX17" fmla="*/ 23952 w 649568"/>
              <a:gd name="connsiteY17" fmla="*/ 266114 h 649347"/>
              <a:gd name="connsiteX18" fmla="*/ 94937 w 649568"/>
              <a:gd name="connsiteY18" fmla="*/ 94864 h 649347"/>
              <a:gd name="connsiteX19" fmla="*/ 266280 w 649568"/>
              <a:gd name="connsiteY19" fmla="*/ 23948 h 649347"/>
              <a:gd name="connsiteX20" fmla="*/ 266328 w 649568"/>
              <a:gd name="connsiteY20" fmla="*/ 23948 h 649347"/>
              <a:gd name="connsiteX21" fmla="*/ 437559 w 649568"/>
              <a:gd name="connsiteY21" fmla="*/ 94896 h 649347"/>
              <a:gd name="connsiteX22" fmla="*/ 508464 w 649568"/>
              <a:gd name="connsiteY22" fmla="*/ 266130 h 649347"/>
              <a:gd name="connsiteX23" fmla="*/ 508464 w 649568"/>
              <a:gd name="connsiteY23" fmla="*/ 266202 h 649347"/>
              <a:gd name="connsiteX24" fmla="*/ 437647 w 649568"/>
              <a:gd name="connsiteY24" fmla="*/ 437291 h 649347"/>
              <a:gd name="connsiteX25" fmla="*/ 437487 w 649568"/>
              <a:gd name="connsiteY25" fmla="*/ 437395 h 649347"/>
              <a:gd name="connsiteX26" fmla="*/ 437376 w 649568"/>
              <a:gd name="connsiteY26" fmla="*/ 437563 h 649347"/>
              <a:gd name="connsiteX27" fmla="*/ 266225 w 649568"/>
              <a:gd name="connsiteY27" fmla="*/ 508368 h 649347"/>
              <a:gd name="connsiteX28" fmla="*/ 266177 w 649568"/>
              <a:gd name="connsiteY28" fmla="*/ 508368 h 6493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49568" h="649347">
                <a:moveTo>
                  <a:pt x="646051" y="628904"/>
                </a:moveTo>
                <a:lnTo>
                  <a:pt x="462629" y="445601"/>
                </a:lnTo>
                <a:cubicBezTo>
                  <a:pt x="505933" y="398257"/>
                  <a:pt x="532400" y="335267"/>
                  <a:pt x="532416" y="266202"/>
                </a:cubicBezTo>
                <a:lnTo>
                  <a:pt x="520440" y="266202"/>
                </a:lnTo>
                <a:lnTo>
                  <a:pt x="532416" y="266130"/>
                </a:lnTo>
                <a:cubicBezTo>
                  <a:pt x="532440" y="119411"/>
                  <a:pt x="413072" y="24"/>
                  <a:pt x="266248" y="0"/>
                </a:cubicBezTo>
                <a:lnTo>
                  <a:pt x="266200" y="0"/>
                </a:lnTo>
                <a:cubicBezTo>
                  <a:pt x="195120" y="0"/>
                  <a:pt x="128278" y="27675"/>
                  <a:pt x="78003" y="77926"/>
                </a:cubicBezTo>
                <a:cubicBezTo>
                  <a:pt x="27713" y="128192"/>
                  <a:pt x="17" y="195021"/>
                  <a:pt x="0" y="266114"/>
                </a:cubicBezTo>
                <a:cubicBezTo>
                  <a:pt x="-23" y="412881"/>
                  <a:pt x="119376" y="532300"/>
                  <a:pt x="266168" y="532324"/>
                </a:cubicBezTo>
                <a:lnTo>
                  <a:pt x="266216" y="532324"/>
                </a:lnTo>
                <a:cubicBezTo>
                  <a:pt x="335309" y="532324"/>
                  <a:pt x="398326" y="505853"/>
                  <a:pt x="445695" y="462540"/>
                </a:cubicBezTo>
                <a:lnTo>
                  <a:pt x="629118" y="645843"/>
                </a:lnTo>
                <a:cubicBezTo>
                  <a:pt x="631457" y="648182"/>
                  <a:pt x="634523" y="649348"/>
                  <a:pt x="637588" y="649348"/>
                </a:cubicBezTo>
                <a:cubicBezTo>
                  <a:pt x="640654" y="649348"/>
                  <a:pt x="643720" y="648182"/>
                  <a:pt x="646059" y="645843"/>
                </a:cubicBezTo>
                <a:cubicBezTo>
                  <a:pt x="650738" y="641165"/>
                  <a:pt x="650738" y="633582"/>
                  <a:pt x="646059" y="628912"/>
                </a:cubicBezTo>
                <a:close/>
                <a:moveTo>
                  <a:pt x="266168" y="508376"/>
                </a:moveTo>
                <a:cubicBezTo>
                  <a:pt x="132589" y="508352"/>
                  <a:pt x="23928" y="399678"/>
                  <a:pt x="23952" y="266114"/>
                </a:cubicBezTo>
                <a:cubicBezTo>
                  <a:pt x="23952" y="201423"/>
                  <a:pt x="49173" y="140596"/>
                  <a:pt x="94937" y="94864"/>
                </a:cubicBezTo>
                <a:cubicBezTo>
                  <a:pt x="140685" y="49133"/>
                  <a:pt x="201515" y="23948"/>
                  <a:pt x="266280" y="23948"/>
                </a:cubicBezTo>
                <a:lnTo>
                  <a:pt x="266328" y="23948"/>
                </a:lnTo>
                <a:cubicBezTo>
                  <a:pt x="331022" y="23948"/>
                  <a:pt x="391827" y="49156"/>
                  <a:pt x="437559" y="94896"/>
                </a:cubicBezTo>
                <a:cubicBezTo>
                  <a:pt x="483299" y="140636"/>
                  <a:pt x="508472" y="201455"/>
                  <a:pt x="508464" y="266130"/>
                </a:cubicBezTo>
                <a:lnTo>
                  <a:pt x="508464" y="266202"/>
                </a:lnTo>
                <a:cubicBezTo>
                  <a:pt x="508464" y="330820"/>
                  <a:pt x="483299" y="391567"/>
                  <a:pt x="437647" y="437291"/>
                </a:cubicBezTo>
                <a:cubicBezTo>
                  <a:pt x="437599" y="437339"/>
                  <a:pt x="437535" y="437355"/>
                  <a:pt x="437487" y="437395"/>
                </a:cubicBezTo>
                <a:cubicBezTo>
                  <a:pt x="437439" y="437443"/>
                  <a:pt x="437424" y="437515"/>
                  <a:pt x="437376" y="437563"/>
                </a:cubicBezTo>
                <a:cubicBezTo>
                  <a:pt x="391627" y="483231"/>
                  <a:pt x="330862" y="508368"/>
                  <a:pt x="266225" y="508368"/>
                </a:cubicBezTo>
                <a:lnTo>
                  <a:pt x="266177" y="508368"/>
                </a:lnTo>
                <a:close/>
              </a:path>
            </a:pathLst>
          </a:custGeom>
          <a:solidFill>
            <a:srgbClr val="FFFFFF"/>
          </a:solidFill>
          <a:ln w="0" cap="flat">
            <a:noFill/>
            <a:prstDash val="solid"/>
            <a:miter/>
          </a:ln>
        </p:spPr>
        <p:txBody>
          <a:bodyPr rtlCol="0" anchor="ctr"/>
          <a:lstStyle/>
          <a:p>
            <a:endParaRPr lang="de-DE"/>
          </a:p>
        </p:txBody>
      </p:sp>
      <p:grpSp>
        <p:nvGrpSpPr>
          <p:cNvPr id="61" name="Grafik 13">
            <a:extLst>
              <a:ext uri="{FF2B5EF4-FFF2-40B4-BE49-F238E27FC236}">
                <a16:creationId xmlns:a16="http://schemas.microsoft.com/office/drawing/2014/main" id="{B3619FE2-CAB6-D8D1-FF78-A0BA27A713FF}"/>
              </a:ext>
            </a:extLst>
          </p:cNvPr>
          <p:cNvGrpSpPr/>
          <p:nvPr/>
        </p:nvGrpSpPr>
        <p:grpSpPr>
          <a:xfrm>
            <a:off x="8321417" y="4308722"/>
            <a:ext cx="542945" cy="579592"/>
            <a:chOff x="11572639" y="4990778"/>
            <a:chExt cx="651916" cy="695918"/>
          </a:xfrm>
          <a:solidFill>
            <a:srgbClr val="FFFFFF"/>
          </a:solidFill>
        </p:grpSpPr>
        <p:sp>
          <p:nvSpPr>
            <p:cNvPr id="62" name="Freihandform 61">
              <a:extLst>
                <a:ext uri="{FF2B5EF4-FFF2-40B4-BE49-F238E27FC236}">
                  <a16:creationId xmlns:a16="http://schemas.microsoft.com/office/drawing/2014/main" id="{E3AD4154-9B3E-6BF8-F2C1-49D75CE1B34E}"/>
                </a:ext>
              </a:extLst>
            </p:cNvPr>
            <p:cNvSpPr/>
            <p:nvPr/>
          </p:nvSpPr>
          <p:spPr>
            <a:xfrm>
              <a:off x="11886672" y="4990778"/>
              <a:ext cx="23951" cy="342147"/>
            </a:xfrm>
            <a:custGeom>
              <a:avLst/>
              <a:gdLst>
                <a:gd name="connsiteX0" fmla="*/ 11976 w 23951"/>
                <a:gd name="connsiteY0" fmla="*/ 342148 h 342147"/>
                <a:gd name="connsiteX1" fmla="*/ 23952 w 23951"/>
                <a:gd name="connsiteY1" fmla="*/ 330174 h 342147"/>
                <a:gd name="connsiteX2" fmla="*/ 23952 w 23951"/>
                <a:gd name="connsiteY2" fmla="*/ 11974 h 342147"/>
                <a:gd name="connsiteX3" fmla="*/ 11976 w 23951"/>
                <a:gd name="connsiteY3" fmla="*/ 0 h 342147"/>
                <a:gd name="connsiteX4" fmla="*/ 0 w 23951"/>
                <a:gd name="connsiteY4" fmla="*/ 11974 h 342147"/>
                <a:gd name="connsiteX5" fmla="*/ 0 w 23951"/>
                <a:gd name="connsiteY5" fmla="*/ 330174 h 342147"/>
                <a:gd name="connsiteX6" fmla="*/ 11976 w 23951"/>
                <a:gd name="connsiteY6" fmla="*/ 342148 h 3421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951" h="342147">
                  <a:moveTo>
                    <a:pt x="11976" y="342148"/>
                  </a:moveTo>
                  <a:cubicBezTo>
                    <a:pt x="18587" y="342148"/>
                    <a:pt x="23952" y="336783"/>
                    <a:pt x="23952" y="330174"/>
                  </a:cubicBezTo>
                  <a:lnTo>
                    <a:pt x="23952" y="11974"/>
                  </a:lnTo>
                  <a:cubicBezTo>
                    <a:pt x="23952" y="5364"/>
                    <a:pt x="18587" y="0"/>
                    <a:pt x="11976" y="0"/>
                  </a:cubicBezTo>
                  <a:cubicBezTo>
                    <a:pt x="5365" y="0"/>
                    <a:pt x="0" y="5364"/>
                    <a:pt x="0" y="11974"/>
                  </a:cubicBezTo>
                  <a:lnTo>
                    <a:pt x="0" y="330174"/>
                  </a:lnTo>
                  <a:cubicBezTo>
                    <a:pt x="0" y="336783"/>
                    <a:pt x="5365" y="342148"/>
                    <a:pt x="11976" y="342148"/>
                  </a:cubicBezTo>
                  <a:close/>
                </a:path>
              </a:pathLst>
            </a:custGeom>
            <a:solidFill>
              <a:srgbClr val="FFFFFF"/>
            </a:solidFill>
            <a:ln w="0" cap="flat">
              <a:noFill/>
              <a:prstDash val="solid"/>
              <a:miter/>
            </a:ln>
          </p:spPr>
          <p:txBody>
            <a:bodyPr rtlCol="0" anchor="ctr"/>
            <a:lstStyle/>
            <a:p>
              <a:endParaRPr lang="de-DE"/>
            </a:p>
          </p:txBody>
        </p:sp>
        <p:sp>
          <p:nvSpPr>
            <p:cNvPr id="63" name="Freihandform 62">
              <a:extLst>
                <a:ext uri="{FF2B5EF4-FFF2-40B4-BE49-F238E27FC236}">
                  <a16:creationId xmlns:a16="http://schemas.microsoft.com/office/drawing/2014/main" id="{65011846-17E3-A501-F464-C49A4066C548}"/>
                </a:ext>
              </a:extLst>
            </p:cNvPr>
            <p:cNvSpPr/>
            <p:nvPr/>
          </p:nvSpPr>
          <p:spPr>
            <a:xfrm>
              <a:off x="11572639" y="5072603"/>
              <a:ext cx="651916" cy="614093"/>
            </a:xfrm>
            <a:custGeom>
              <a:avLst/>
              <a:gdLst>
                <a:gd name="connsiteX0" fmla="*/ 637917 w 651916"/>
                <a:gd name="connsiteY0" fmla="*/ 194451 h 614093"/>
                <a:gd name="connsiteX1" fmla="*/ 480107 w 651916"/>
                <a:gd name="connsiteY1" fmla="*/ 1417 h 614093"/>
                <a:gd name="connsiteX2" fmla="*/ 463892 w 651916"/>
                <a:gd name="connsiteY2" fmla="*/ 6294 h 614093"/>
                <a:gd name="connsiteX3" fmla="*/ 468771 w 651916"/>
                <a:gd name="connsiteY3" fmla="*/ 22507 h 614093"/>
                <a:gd name="connsiteX4" fmla="*/ 614980 w 651916"/>
                <a:gd name="connsiteY4" fmla="*/ 201348 h 614093"/>
                <a:gd name="connsiteX5" fmla="*/ 591874 w 651916"/>
                <a:gd name="connsiteY5" fmla="*/ 431173 h 614093"/>
                <a:gd name="connsiteX6" fmla="*/ 183138 w 651916"/>
                <a:gd name="connsiteY6" fmla="*/ 554264 h 614093"/>
                <a:gd name="connsiteX7" fmla="*/ 36929 w 651916"/>
                <a:gd name="connsiteY7" fmla="*/ 375415 h 614093"/>
                <a:gd name="connsiteX8" fmla="*/ 60034 w 651916"/>
                <a:gd name="connsiteY8" fmla="*/ 145590 h 614093"/>
                <a:gd name="connsiteX9" fmla="*/ 183146 w 651916"/>
                <a:gd name="connsiteY9" fmla="*/ 22507 h 614093"/>
                <a:gd name="connsiteX10" fmla="*/ 188024 w 651916"/>
                <a:gd name="connsiteY10" fmla="*/ 6294 h 614093"/>
                <a:gd name="connsiteX11" fmla="*/ 171808 w 651916"/>
                <a:gd name="connsiteY11" fmla="*/ 1417 h 614093"/>
                <a:gd name="connsiteX12" fmla="*/ 38932 w 651916"/>
                <a:gd name="connsiteY12" fmla="*/ 134262 h 614093"/>
                <a:gd name="connsiteX13" fmla="*/ 13998 w 651916"/>
                <a:gd name="connsiteY13" fmla="*/ 382328 h 614093"/>
                <a:gd name="connsiteX14" fmla="*/ 171808 w 651916"/>
                <a:gd name="connsiteY14" fmla="*/ 575370 h 614093"/>
                <a:gd name="connsiteX15" fmla="*/ 325411 w 651916"/>
                <a:gd name="connsiteY15" fmla="*/ 614093 h 614093"/>
                <a:gd name="connsiteX16" fmla="*/ 612984 w 651916"/>
                <a:gd name="connsiteY16" fmla="*/ 442524 h 614093"/>
                <a:gd name="connsiteX17" fmla="*/ 637917 w 651916"/>
                <a:gd name="connsiteY17" fmla="*/ 194459 h 614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51916" h="614093">
                  <a:moveTo>
                    <a:pt x="637917" y="194451"/>
                  </a:moveTo>
                  <a:cubicBezTo>
                    <a:pt x="612817" y="111129"/>
                    <a:pt x="556777" y="42583"/>
                    <a:pt x="480107" y="1417"/>
                  </a:cubicBezTo>
                  <a:cubicBezTo>
                    <a:pt x="474287" y="-1688"/>
                    <a:pt x="467022" y="475"/>
                    <a:pt x="463892" y="6294"/>
                  </a:cubicBezTo>
                  <a:cubicBezTo>
                    <a:pt x="460755" y="12122"/>
                    <a:pt x="462950" y="19386"/>
                    <a:pt x="468771" y="22507"/>
                  </a:cubicBezTo>
                  <a:cubicBezTo>
                    <a:pt x="539804" y="60647"/>
                    <a:pt x="591722" y="124157"/>
                    <a:pt x="614980" y="201348"/>
                  </a:cubicBezTo>
                  <a:cubicBezTo>
                    <a:pt x="638229" y="278539"/>
                    <a:pt x="630030" y="360160"/>
                    <a:pt x="591874" y="431173"/>
                  </a:cubicBezTo>
                  <a:cubicBezTo>
                    <a:pt x="513121" y="577780"/>
                    <a:pt x="329731" y="632980"/>
                    <a:pt x="183138" y="554264"/>
                  </a:cubicBezTo>
                  <a:cubicBezTo>
                    <a:pt x="112104" y="516123"/>
                    <a:pt x="60186" y="452606"/>
                    <a:pt x="36929" y="375415"/>
                  </a:cubicBezTo>
                  <a:cubicBezTo>
                    <a:pt x="13679" y="298224"/>
                    <a:pt x="21879" y="216602"/>
                    <a:pt x="60034" y="145590"/>
                  </a:cubicBezTo>
                  <a:cubicBezTo>
                    <a:pt x="88177" y="93193"/>
                    <a:pt x="130748" y="50629"/>
                    <a:pt x="183146" y="22507"/>
                  </a:cubicBezTo>
                  <a:cubicBezTo>
                    <a:pt x="188966" y="19378"/>
                    <a:pt x="191162" y="12122"/>
                    <a:pt x="188024" y="6294"/>
                  </a:cubicBezTo>
                  <a:cubicBezTo>
                    <a:pt x="184894" y="475"/>
                    <a:pt x="177645" y="-1688"/>
                    <a:pt x="171808" y="1417"/>
                  </a:cubicBezTo>
                  <a:cubicBezTo>
                    <a:pt x="115266" y="31775"/>
                    <a:pt x="69311" y="77714"/>
                    <a:pt x="38932" y="134262"/>
                  </a:cubicBezTo>
                  <a:cubicBezTo>
                    <a:pt x="-2240" y="210919"/>
                    <a:pt x="-11103" y="299022"/>
                    <a:pt x="13998" y="382328"/>
                  </a:cubicBezTo>
                  <a:cubicBezTo>
                    <a:pt x="39100" y="465650"/>
                    <a:pt x="95139" y="534196"/>
                    <a:pt x="171808" y="575370"/>
                  </a:cubicBezTo>
                  <a:cubicBezTo>
                    <a:pt x="220726" y="601632"/>
                    <a:pt x="273428" y="614093"/>
                    <a:pt x="325411" y="614093"/>
                  </a:cubicBezTo>
                  <a:cubicBezTo>
                    <a:pt x="441625" y="614093"/>
                    <a:pt x="554254" y="551845"/>
                    <a:pt x="612984" y="442524"/>
                  </a:cubicBezTo>
                  <a:cubicBezTo>
                    <a:pt x="654157" y="365868"/>
                    <a:pt x="663019" y="277764"/>
                    <a:pt x="637917" y="194459"/>
                  </a:cubicBezTo>
                  <a:close/>
                </a:path>
              </a:pathLst>
            </a:custGeom>
            <a:solidFill>
              <a:srgbClr val="FFFFFF"/>
            </a:solidFill>
            <a:ln w="0" cap="flat">
              <a:noFill/>
              <a:prstDash val="solid"/>
              <a:miter/>
            </a:ln>
          </p:spPr>
          <p:txBody>
            <a:bodyPr rtlCol="0" anchor="ctr"/>
            <a:lstStyle/>
            <a:p>
              <a:endParaRPr lang="de-DE"/>
            </a:p>
          </p:txBody>
        </p:sp>
      </p:grpSp>
      <p:sp>
        <p:nvSpPr>
          <p:cNvPr id="192" name="Freihandform 191">
            <a:extLst>
              <a:ext uri="{FF2B5EF4-FFF2-40B4-BE49-F238E27FC236}">
                <a16:creationId xmlns:a16="http://schemas.microsoft.com/office/drawing/2014/main" id="{1CC4C067-81F5-B41F-211E-50B58B844D3A}"/>
              </a:ext>
            </a:extLst>
          </p:cNvPr>
          <p:cNvSpPr/>
          <p:nvPr/>
        </p:nvSpPr>
        <p:spPr>
          <a:xfrm>
            <a:off x="7060355" y="4313975"/>
            <a:ext cx="568181" cy="569087"/>
          </a:xfrm>
          <a:custGeom>
            <a:avLst/>
            <a:gdLst>
              <a:gd name="connsiteX0" fmla="*/ 670242 w 682217"/>
              <a:gd name="connsiteY0" fmla="*/ 8 h 683305"/>
              <a:gd name="connsiteX1" fmla="*/ 11976 w 682217"/>
              <a:gd name="connsiteY1" fmla="*/ 8 h 683305"/>
              <a:gd name="connsiteX2" fmla="*/ 0 w 682217"/>
              <a:gd name="connsiteY2" fmla="*/ 11982 h 683305"/>
              <a:gd name="connsiteX3" fmla="*/ 0 w 682217"/>
              <a:gd name="connsiteY3" fmla="*/ 150846 h 683305"/>
              <a:gd name="connsiteX4" fmla="*/ 11976 w 682217"/>
              <a:gd name="connsiteY4" fmla="*/ 162820 h 683305"/>
              <a:gd name="connsiteX5" fmla="*/ 42658 w 682217"/>
              <a:gd name="connsiteY5" fmla="*/ 162820 h 683305"/>
              <a:gd name="connsiteX6" fmla="*/ 93068 w 682217"/>
              <a:gd name="connsiteY6" fmla="*/ 610481 h 683305"/>
              <a:gd name="connsiteX7" fmla="*/ 175742 w 682217"/>
              <a:gd name="connsiteY7" fmla="*/ 683305 h 683305"/>
              <a:gd name="connsiteX8" fmla="*/ 506891 w 682217"/>
              <a:gd name="connsiteY8" fmla="*/ 683305 h 683305"/>
              <a:gd name="connsiteX9" fmla="*/ 589221 w 682217"/>
              <a:gd name="connsiteY9" fmla="*/ 609962 h 683305"/>
              <a:gd name="connsiteX10" fmla="*/ 639624 w 682217"/>
              <a:gd name="connsiteY10" fmla="*/ 162812 h 683305"/>
              <a:gd name="connsiteX11" fmla="*/ 670242 w 682217"/>
              <a:gd name="connsiteY11" fmla="*/ 162812 h 683305"/>
              <a:gd name="connsiteX12" fmla="*/ 682218 w 682217"/>
              <a:gd name="connsiteY12" fmla="*/ 150838 h 683305"/>
              <a:gd name="connsiteX13" fmla="*/ 682218 w 682217"/>
              <a:gd name="connsiteY13" fmla="*/ 11974 h 683305"/>
              <a:gd name="connsiteX14" fmla="*/ 670242 w 682217"/>
              <a:gd name="connsiteY14" fmla="*/ 0 h 683305"/>
              <a:gd name="connsiteX15" fmla="*/ 565493 w 682217"/>
              <a:gd name="connsiteY15" fmla="*/ 606761 h 683305"/>
              <a:gd name="connsiteX16" fmla="*/ 506459 w 682217"/>
              <a:gd name="connsiteY16" fmla="*/ 659366 h 683305"/>
              <a:gd name="connsiteX17" fmla="*/ 176141 w 682217"/>
              <a:gd name="connsiteY17" fmla="*/ 659366 h 683305"/>
              <a:gd name="connsiteX18" fmla="*/ 116780 w 682217"/>
              <a:gd name="connsiteY18" fmla="*/ 607296 h 683305"/>
              <a:gd name="connsiteX19" fmla="*/ 66745 w 682217"/>
              <a:gd name="connsiteY19" fmla="*/ 162828 h 683305"/>
              <a:gd name="connsiteX20" fmla="*/ 615520 w 682217"/>
              <a:gd name="connsiteY20" fmla="*/ 162828 h 683305"/>
              <a:gd name="connsiteX21" fmla="*/ 565493 w 682217"/>
              <a:gd name="connsiteY21" fmla="*/ 606761 h 683305"/>
              <a:gd name="connsiteX22" fmla="*/ 658266 w 682217"/>
              <a:gd name="connsiteY22" fmla="*/ 138880 h 683305"/>
              <a:gd name="connsiteX23" fmla="*/ 23952 w 682217"/>
              <a:gd name="connsiteY23" fmla="*/ 138880 h 683305"/>
              <a:gd name="connsiteX24" fmla="*/ 23952 w 682217"/>
              <a:gd name="connsiteY24" fmla="*/ 23964 h 683305"/>
              <a:gd name="connsiteX25" fmla="*/ 658266 w 682217"/>
              <a:gd name="connsiteY25" fmla="*/ 23964 h 683305"/>
              <a:gd name="connsiteX26" fmla="*/ 658266 w 682217"/>
              <a:gd name="connsiteY26" fmla="*/ 138880 h 683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82217" h="683305">
                <a:moveTo>
                  <a:pt x="670242" y="8"/>
                </a:moveTo>
                <a:lnTo>
                  <a:pt x="11976" y="8"/>
                </a:lnTo>
                <a:cubicBezTo>
                  <a:pt x="5365" y="8"/>
                  <a:pt x="0" y="5372"/>
                  <a:pt x="0" y="11982"/>
                </a:cubicBezTo>
                <a:lnTo>
                  <a:pt x="0" y="150846"/>
                </a:lnTo>
                <a:cubicBezTo>
                  <a:pt x="0" y="157455"/>
                  <a:pt x="5365" y="162820"/>
                  <a:pt x="11976" y="162820"/>
                </a:cubicBezTo>
                <a:lnTo>
                  <a:pt x="42658" y="162820"/>
                </a:lnTo>
                <a:lnTo>
                  <a:pt x="93068" y="610481"/>
                </a:lnTo>
                <a:cubicBezTo>
                  <a:pt x="99464" y="651271"/>
                  <a:pt x="134066" y="681892"/>
                  <a:pt x="175742" y="683305"/>
                </a:cubicBezTo>
                <a:lnTo>
                  <a:pt x="506891" y="683305"/>
                </a:lnTo>
                <a:cubicBezTo>
                  <a:pt x="548120" y="681852"/>
                  <a:pt x="582714" y="651231"/>
                  <a:pt x="589221" y="609962"/>
                </a:cubicBezTo>
                <a:lnTo>
                  <a:pt x="639624" y="162812"/>
                </a:lnTo>
                <a:lnTo>
                  <a:pt x="670242" y="162812"/>
                </a:lnTo>
                <a:cubicBezTo>
                  <a:pt x="676853" y="162812"/>
                  <a:pt x="682218" y="157448"/>
                  <a:pt x="682218" y="150838"/>
                </a:cubicBezTo>
                <a:lnTo>
                  <a:pt x="682218" y="11974"/>
                </a:lnTo>
                <a:cubicBezTo>
                  <a:pt x="682218" y="5364"/>
                  <a:pt x="676853" y="0"/>
                  <a:pt x="670242" y="0"/>
                </a:cubicBezTo>
                <a:close/>
                <a:moveTo>
                  <a:pt x="565493" y="606761"/>
                </a:moveTo>
                <a:cubicBezTo>
                  <a:pt x="560838" y="636200"/>
                  <a:pt x="535833" y="658328"/>
                  <a:pt x="506459" y="659366"/>
                </a:cubicBezTo>
                <a:lnTo>
                  <a:pt x="176141" y="659366"/>
                </a:lnTo>
                <a:cubicBezTo>
                  <a:pt x="146337" y="658360"/>
                  <a:pt x="121340" y="636248"/>
                  <a:pt x="116780" y="607296"/>
                </a:cubicBezTo>
                <a:lnTo>
                  <a:pt x="66745" y="162828"/>
                </a:lnTo>
                <a:lnTo>
                  <a:pt x="615520" y="162828"/>
                </a:lnTo>
                <a:lnTo>
                  <a:pt x="565493" y="606761"/>
                </a:lnTo>
                <a:close/>
                <a:moveTo>
                  <a:pt x="658266" y="138880"/>
                </a:moveTo>
                <a:lnTo>
                  <a:pt x="23952" y="138880"/>
                </a:lnTo>
                <a:lnTo>
                  <a:pt x="23952" y="23964"/>
                </a:lnTo>
                <a:lnTo>
                  <a:pt x="658266" y="23964"/>
                </a:lnTo>
                <a:lnTo>
                  <a:pt x="658266" y="138880"/>
                </a:lnTo>
                <a:close/>
              </a:path>
            </a:pathLst>
          </a:custGeom>
          <a:solidFill>
            <a:srgbClr val="FFFFFF"/>
          </a:solidFill>
          <a:ln w="0" cap="flat">
            <a:noFill/>
            <a:prstDash val="solid"/>
            <a:miter/>
          </a:ln>
        </p:spPr>
        <p:txBody>
          <a:bodyPr rtlCol="0" anchor="ctr"/>
          <a:lstStyle/>
          <a:p>
            <a:endParaRPr lang="de-DE"/>
          </a:p>
        </p:txBody>
      </p:sp>
      <p:sp>
        <p:nvSpPr>
          <p:cNvPr id="193" name="Freihandform 192">
            <a:extLst>
              <a:ext uri="{FF2B5EF4-FFF2-40B4-BE49-F238E27FC236}">
                <a16:creationId xmlns:a16="http://schemas.microsoft.com/office/drawing/2014/main" id="{2D9EF969-D6E8-9DDB-3BC9-D233D21E17AE}"/>
              </a:ext>
            </a:extLst>
          </p:cNvPr>
          <p:cNvSpPr/>
          <p:nvPr/>
        </p:nvSpPr>
        <p:spPr>
          <a:xfrm>
            <a:off x="5826107" y="4291800"/>
            <a:ext cx="539789" cy="613437"/>
          </a:xfrm>
          <a:custGeom>
            <a:avLst/>
            <a:gdLst>
              <a:gd name="connsiteX0" fmla="*/ 565589 w 648126"/>
              <a:gd name="connsiteY0" fmla="*/ 147502 h 736556"/>
              <a:gd name="connsiteX1" fmla="*/ 528376 w 648126"/>
              <a:gd name="connsiteY1" fmla="*/ 147502 h 736556"/>
              <a:gd name="connsiteX2" fmla="*/ 529494 w 648126"/>
              <a:gd name="connsiteY2" fmla="*/ 146376 h 736556"/>
              <a:gd name="connsiteX3" fmla="*/ 529494 w 648126"/>
              <a:gd name="connsiteY3" fmla="*/ 25065 h 736556"/>
              <a:gd name="connsiteX4" fmla="*/ 408002 w 648126"/>
              <a:gd name="connsiteY4" fmla="*/ 25217 h 736556"/>
              <a:gd name="connsiteX5" fmla="*/ 397687 w 648126"/>
              <a:gd name="connsiteY5" fmla="*/ 37765 h 736556"/>
              <a:gd name="connsiteX6" fmla="*/ 325832 w 648126"/>
              <a:gd name="connsiteY6" fmla="*/ 138872 h 736556"/>
              <a:gd name="connsiteX7" fmla="*/ 254080 w 648126"/>
              <a:gd name="connsiteY7" fmla="*/ 38005 h 736556"/>
              <a:gd name="connsiteX8" fmla="*/ 243374 w 648126"/>
              <a:gd name="connsiteY8" fmla="*/ 25041 h 736556"/>
              <a:gd name="connsiteX9" fmla="*/ 122074 w 648126"/>
              <a:gd name="connsiteY9" fmla="*/ 25105 h 736556"/>
              <a:gd name="connsiteX10" fmla="*/ 96980 w 648126"/>
              <a:gd name="connsiteY10" fmla="*/ 85765 h 736556"/>
              <a:gd name="connsiteX11" fmla="*/ 122114 w 648126"/>
              <a:gd name="connsiteY11" fmla="*/ 146384 h 736556"/>
              <a:gd name="connsiteX12" fmla="*/ 123240 w 648126"/>
              <a:gd name="connsiteY12" fmla="*/ 147517 h 736556"/>
              <a:gd name="connsiteX13" fmla="*/ 82458 w 648126"/>
              <a:gd name="connsiteY13" fmla="*/ 147517 h 736556"/>
              <a:gd name="connsiteX14" fmla="*/ 0 w 648126"/>
              <a:gd name="connsiteY14" fmla="*/ 230073 h 736556"/>
              <a:gd name="connsiteX15" fmla="*/ 0 w 648126"/>
              <a:gd name="connsiteY15" fmla="*/ 654002 h 736556"/>
              <a:gd name="connsiteX16" fmla="*/ 82474 w 648126"/>
              <a:gd name="connsiteY16" fmla="*/ 736557 h 736556"/>
              <a:gd name="connsiteX17" fmla="*/ 565573 w 648126"/>
              <a:gd name="connsiteY17" fmla="*/ 736557 h 736556"/>
              <a:gd name="connsiteX18" fmla="*/ 648127 w 648126"/>
              <a:gd name="connsiteY18" fmla="*/ 654002 h 736556"/>
              <a:gd name="connsiteX19" fmla="*/ 648127 w 648126"/>
              <a:gd name="connsiteY19" fmla="*/ 230073 h 736556"/>
              <a:gd name="connsiteX20" fmla="*/ 565565 w 648126"/>
              <a:gd name="connsiteY20" fmla="*/ 147517 h 736556"/>
              <a:gd name="connsiteX21" fmla="*/ 417304 w 648126"/>
              <a:gd name="connsiteY21" fmla="*/ 51519 h 736556"/>
              <a:gd name="connsiteX22" fmla="*/ 425112 w 648126"/>
              <a:gd name="connsiteY22" fmla="*/ 41988 h 736556"/>
              <a:gd name="connsiteX23" fmla="*/ 512575 w 648126"/>
              <a:gd name="connsiteY23" fmla="*/ 41988 h 736556"/>
              <a:gd name="connsiteX24" fmla="*/ 512559 w 648126"/>
              <a:gd name="connsiteY24" fmla="*/ 129445 h 736556"/>
              <a:gd name="connsiteX25" fmla="*/ 494548 w 648126"/>
              <a:gd name="connsiteY25" fmla="*/ 147493 h 736556"/>
              <a:gd name="connsiteX26" fmla="*/ 349097 w 648126"/>
              <a:gd name="connsiteY26" fmla="*/ 147493 h 736556"/>
              <a:gd name="connsiteX27" fmla="*/ 417304 w 648126"/>
              <a:gd name="connsiteY27" fmla="*/ 51519 h 736556"/>
              <a:gd name="connsiteX28" fmla="*/ 139080 w 648126"/>
              <a:gd name="connsiteY28" fmla="*/ 129437 h 736556"/>
              <a:gd name="connsiteX29" fmla="*/ 120948 w 648126"/>
              <a:gd name="connsiteY29" fmla="*/ 85732 h 736556"/>
              <a:gd name="connsiteX30" fmla="*/ 139040 w 648126"/>
              <a:gd name="connsiteY30" fmla="*/ 42020 h 736556"/>
              <a:gd name="connsiteX31" fmla="*/ 226472 w 648126"/>
              <a:gd name="connsiteY31" fmla="*/ 41972 h 736556"/>
              <a:gd name="connsiteX32" fmla="*/ 234400 w 648126"/>
              <a:gd name="connsiteY32" fmla="*/ 51615 h 736556"/>
              <a:gd name="connsiteX33" fmla="*/ 302590 w 648126"/>
              <a:gd name="connsiteY33" fmla="*/ 147493 h 736556"/>
              <a:gd name="connsiteX34" fmla="*/ 157091 w 648126"/>
              <a:gd name="connsiteY34" fmla="*/ 147493 h 736556"/>
              <a:gd name="connsiteX35" fmla="*/ 139072 w 648126"/>
              <a:gd name="connsiteY35" fmla="*/ 129429 h 736556"/>
              <a:gd name="connsiteX36" fmla="*/ 23976 w 648126"/>
              <a:gd name="connsiteY36" fmla="*/ 653985 h 736556"/>
              <a:gd name="connsiteX37" fmla="*/ 23976 w 648126"/>
              <a:gd name="connsiteY37" fmla="*/ 230049 h 736556"/>
              <a:gd name="connsiteX38" fmla="*/ 82498 w 648126"/>
              <a:gd name="connsiteY38" fmla="*/ 171449 h 736556"/>
              <a:gd name="connsiteX39" fmla="*/ 151990 w 648126"/>
              <a:gd name="connsiteY39" fmla="*/ 171449 h 736556"/>
              <a:gd name="connsiteX40" fmla="*/ 152309 w 648126"/>
              <a:gd name="connsiteY40" fmla="*/ 171449 h 736556"/>
              <a:gd name="connsiteX41" fmla="*/ 313856 w 648126"/>
              <a:gd name="connsiteY41" fmla="*/ 171449 h 736556"/>
              <a:gd name="connsiteX42" fmla="*/ 313856 w 648126"/>
              <a:gd name="connsiteY42" fmla="*/ 712593 h 736556"/>
              <a:gd name="connsiteX43" fmla="*/ 82513 w 648126"/>
              <a:gd name="connsiteY43" fmla="*/ 712593 h 736556"/>
              <a:gd name="connsiteX44" fmla="*/ 23976 w 648126"/>
              <a:gd name="connsiteY44" fmla="*/ 653985 h 736556"/>
              <a:gd name="connsiteX45" fmla="*/ 624199 w 648126"/>
              <a:gd name="connsiteY45" fmla="*/ 653978 h 736556"/>
              <a:gd name="connsiteX46" fmla="*/ 565589 w 648126"/>
              <a:gd name="connsiteY46" fmla="*/ 712593 h 736556"/>
              <a:gd name="connsiteX47" fmla="*/ 337807 w 648126"/>
              <a:gd name="connsiteY47" fmla="*/ 712593 h 736556"/>
              <a:gd name="connsiteX48" fmla="*/ 337807 w 648126"/>
              <a:gd name="connsiteY48" fmla="*/ 171449 h 736556"/>
              <a:gd name="connsiteX49" fmla="*/ 499362 w 648126"/>
              <a:gd name="connsiteY49" fmla="*/ 171449 h 736556"/>
              <a:gd name="connsiteX50" fmla="*/ 499626 w 648126"/>
              <a:gd name="connsiteY50" fmla="*/ 171449 h 736556"/>
              <a:gd name="connsiteX51" fmla="*/ 565597 w 648126"/>
              <a:gd name="connsiteY51" fmla="*/ 171449 h 736556"/>
              <a:gd name="connsiteX52" fmla="*/ 624207 w 648126"/>
              <a:gd name="connsiteY52" fmla="*/ 230057 h 736556"/>
              <a:gd name="connsiteX53" fmla="*/ 624207 w 648126"/>
              <a:gd name="connsiteY53" fmla="*/ 653978 h 736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648126" h="736556">
                <a:moveTo>
                  <a:pt x="565589" y="147502"/>
                </a:moveTo>
                <a:lnTo>
                  <a:pt x="528376" y="147502"/>
                </a:lnTo>
                <a:lnTo>
                  <a:pt x="529494" y="146376"/>
                </a:lnTo>
                <a:cubicBezTo>
                  <a:pt x="562946" y="112945"/>
                  <a:pt x="562946" y="58512"/>
                  <a:pt x="529494" y="25065"/>
                </a:cubicBezTo>
                <a:cubicBezTo>
                  <a:pt x="496049" y="-8374"/>
                  <a:pt x="441622" y="-8382"/>
                  <a:pt x="408002" y="25217"/>
                </a:cubicBezTo>
                <a:cubicBezTo>
                  <a:pt x="404194" y="29168"/>
                  <a:pt x="400697" y="33423"/>
                  <a:pt x="397687" y="37765"/>
                </a:cubicBezTo>
                <a:lnTo>
                  <a:pt x="325832" y="138872"/>
                </a:lnTo>
                <a:lnTo>
                  <a:pt x="254080" y="38005"/>
                </a:lnTo>
                <a:cubicBezTo>
                  <a:pt x="250958" y="33375"/>
                  <a:pt x="247358" y="29008"/>
                  <a:pt x="243374" y="25041"/>
                </a:cubicBezTo>
                <a:cubicBezTo>
                  <a:pt x="209921" y="-8382"/>
                  <a:pt x="155495" y="-8334"/>
                  <a:pt x="122074" y="25105"/>
                </a:cubicBezTo>
                <a:cubicBezTo>
                  <a:pt x="105882" y="41309"/>
                  <a:pt x="96965" y="62855"/>
                  <a:pt x="96980" y="85765"/>
                </a:cubicBezTo>
                <a:cubicBezTo>
                  <a:pt x="96980" y="108666"/>
                  <a:pt x="105922" y="130195"/>
                  <a:pt x="122114" y="146384"/>
                </a:cubicBezTo>
                <a:lnTo>
                  <a:pt x="123240" y="147517"/>
                </a:lnTo>
                <a:lnTo>
                  <a:pt x="82458" y="147517"/>
                </a:lnTo>
                <a:cubicBezTo>
                  <a:pt x="36982" y="147565"/>
                  <a:pt x="-16" y="184604"/>
                  <a:pt x="0" y="230073"/>
                </a:cubicBezTo>
                <a:lnTo>
                  <a:pt x="0" y="654002"/>
                </a:lnTo>
                <a:cubicBezTo>
                  <a:pt x="0" y="699462"/>
                  <a:pt x="36982" y="736501"/>
                  <a:pt x="82474" y="736557"/>
                </a:cubicBezTo>
                <a:lnTo>
                  <a:pt x="565573" y="736557"/>
                </a:lnTo>
                <a:cubicBezTo>
                  <a:pt x="611073" y="736541"/>
                  <a:pt x="648111" y="699502"/>
                  <a:pt x="648127" y="654002"/>
                </a:cubicBezTo>
                <a:lnTo>
                  <a:pt x="648127" y="230073"/>
                </a:lnTo>
                <a:cubicBezTo>
                  <a:pt x="648127" y="184556"/>
                  <a:pt x="611089" y="147517"/>
                  <a:pt x="565565" y="147517"/>
                </a:cubicBezTo>
                <a:close/>
                <a:moveTo>
                  <a:pt x="417304" y="51519"/>
                </a:moveTo>
                <a:cubicBezTo>
                  <a:pt x="419666" y="48119"/>
                  <a:pt x="422341" y="44854"/>
                  <a:pt x="425112" y="41988"/>
                </a:cubicBezTo>
                <a:cubicBezTo>
                  <a:pt x="449231" y="17881"/>
                  <a:pt x="488472" y="17873"/>
                  <a:pt x="512575" y="41988"/>
                </a:cubicBezTo>
                <a:cubicBezTo>
                  <a:pt x="536687" y="66103"/>
                  <a:pt x="536687" y="105337"/>
                  <a:pt x="512559" y="129445"/>
                </a:cubicBezTo>
                <a:lnTo>
                  <a:pt x="494548" y="147493"/>
                </a:lnTo>
                <a:lnTo>
                  <a:pt x="349097" y="147493"/>
                </a:lnTo>
                <a:lnTo>
                  <a:pt x="417304" y="51519"/>
                </a:lnTo>
                <a:close/>
                <a:moveTo>
                  <a:pt x="139080" y="129437"/>
                </a:moveTo>
                <a:cubicBezTo>
                  <a:pt x="127391" y="117766"/>
                  <a:pt x="120956" y="102248"/>
                  <a:pt x="120948" y="85732"/>
                </a:cubicBezTo>
                <a:cubicBezTo>
                  <a:pt x="120940" y="69217"/>
                  <a:pt x="127367" y="53698"/>
                  <a:pt x="139040" y="42020"/>
                </a:cubicBezTo>
                <a:cubicBezTo>
                  <a:pt x="163135" y="17905"/>
                  <a:pt x="202352" y="17889"/>
                  <a:pt x="226472" y="41972"/>
                </a:cubicBezTo>
                <a:cubicBezTo>
                  <a:pt x="229362" y="44854"/>
                  <a:pt x="231973" y="48023"/>
                  <a:pt x="234400" y="51615"/>
                </a:cubicBezTo>
                <a:lnTo>
                  <a:pt x="302590" y="147493"/>
                </a:lnTo>
                <a:lnTo>
                  <a:pt x="157091" y="147493"/>
                </a:lnTo>
                <a:lnTo>
                  <a:pt x="139072" y="129429"/>
                </a:lnTo>
                <a:close/>
                <a:moveTo>
                  <a:pt x="23976" y="653985"/>
                </a:moveTo>
                <a:lnTo>
                  <a:pt x="23976" y="230049"/>
                </a:lnTo>
                <a:cubicBezTo>
                  <a:pt x="23968" y="197768"/>
                  <a:pt x="50219" y="171481"/>
                  <a:pt x="82498" y="171449"/>
                </a:cubicBezTo>
                <a:lnTo>
                  <a:pt x="151990" y="171449"/>
                </a:lnTo>
                <a:cubicBezTo>
                  <a:pt x="152101" y="171449"/>
                  <a:pt x="152197" y="171449"/>
                  <a:pt x="152309" y="171449"/>
                </a:cubicBezTo>
                <a:lnTo>
                  <a:pt x="313856" y="171449"/>
                </a:lnTo>
                <a:lnTo>
                  <a:pt x="313856" y="712593"/>
                </a:lnTo>
                <a:lnTo>
                  <a:pt x="82513" y="712593"/>
                </a:lnTo>
                <a:cubicBezTo>
                  <a:pt x="50227" y="712553"/>
                  <a:pt x="23968" y="686267"/>
                  <a:pt x="23976" y="653985"/>
                </a:cubicBezTo>
                <a:close/>
                <a:moveTo>
                  <a:pt x="624199" y="653978"/>
                </a:moveTo>
                <a:cubicBezTo>
                  <a:pt x="624183" y="686291"/>
                  <a:pt x="597891" y="712577"/>
                  <a:pt x="565589" y="712593"/>
                </a:cubicBezTo>
                <a:lnTo>
                  <a:pt x="337807" y="712593"/>
                </a:lnTo>
                <a:lnTo>
                  <a:pt x="337807" y="171449"/>
                </a:lnTo>
                <a:lnTo>
                  <a:pt x="499362" y="171449"/>
                </a:lnTo>
                <a:cubicBezTo>
                  <a:pt x="499450" y="171449"/>
                  <a:pt x="499538" y="171449"/>
                  <a:pt x="499626" y="171449"/>
                </a:cubicBezTo>
                <a:lnTo>
                  <a:pt x="565597" y="171449"/>
                </a:lnTo>
                <a:cubicBezTo>
                  <a:pt x="597916" y="171449"/>
                  <a:pt x="624207" y="197743"/>
                  <a:pt x="624207" y="230057"/>
                </a:cubicBezTo>
                <a:lnTo>
                  <a:pt x="624207" y="653978"/>
                </a:lnTo>
                <a:close/>
              </a:path>
            </a:pathLst>
          </a:custGeom>
          <a:solidFill>
            <a:srgbClr val="FFFFFF"/>
          </a:solidFill>
          <a:ln w="0" cap="flat">
            <a:noFill/>
            <a:prstDash val="solid"/>
            <a:miter/>
          </a:ln>
        </p:spPr>
        <p:txBody>
          <a:bodyPr rtlCol="0" anchor="ctr"/>
          <a:lstStyle/>
          <a:p>
            <a:endParaRPr lang="de-DE"/>
          </a:p>
        </p:txBody>
      </p:sp>
      <p:grpSp>
        <p:nvGrpSpPr>
          <p:cNvPr id="194" name="Grafik 13">
            <a:extLst>
              <a:ext uri="{FF2B5EF4-FFF2-40B4-BE49-F238E27FC236}">
                <a16:creationId xmlns:a16="http://schemas.microsoft.com/office/drawing/2014/main" id="{023D0F5A-24BB-8EF4-FD3B-695ED451AA01}"/>
              </a:ext>
            </a:extLst>
          </p:cNvPr>
          <p:cNvGrpSpPr/>
          <p:nvPr/>
        </p:nvGrpSpPr>
        <p:grpSpPr>
          <a:xfrm>
            <a:off x="4577650" y="4305279"/>
            <a:ext cx="539815" cy="586479"/>
            <a:chOff x="6655146" y="4945007"/>
            <a:chExt cx="648158" cy="704187"/>
          </a:xfrm>
          <a:solidFill>
            <a:srgbClr val="FFFFFF"/>
          </a:solidFill>
        </p:grpSpPr>
        <p:sp>
          <p:nvSpPr>
            <p:cNvPr id="228" name="Freihandform 227">
              <a:extLst>
                <a:ext uri="{FF2B5EF4-FFF2-40B4-BE49-F238E27FC236}">
                  <a16:creationId xmlns:a16="http://schemas.microsoft.com/office/drawing/2014/main" id="{A2CAC592-EC7E-0AE0-32AE-4AFBB6D79A9A}"/>
                </a:ext>
              </a:extLst>
            </p:cNvPr>
            <p:cNvSpPr/>
            <p:nvPr/>
          </p:nvSpPr>
          <p:spPr>
            <a:xfrm>
              <a:off x="6655146" y="4945007"/>
              <a:ext cx="648158" cy="704187"/>
            </a:xfrm>
            <a:custGeom>
              <a:avLst/>
              <a:gdLst>
                <a:gd name="connsiteX0" fmla="*/ 647328 w 648158"/>
                <a:gd name="connsiteY0" fmla="*/ 143494 h 704187"/>
                <a:gd name="connsiteX1" fmla="*/ 647248 w 648158"/>
                <a:gd name="connsiteY1" fmla="*/ 143246 h 704187"/>
                <a:gd name="connsiteX2" fmla="*/ 644725 w 648158"/>
                <a:gd name="connsiteY2" fmla="*/ 139399 h 704187"/>
                <a:gd name="connsiteX3" fmla="*/ 644685 w 648158"/>
                <a:gd name="connsiteY3" fmla="*/ 139335 h 704187"/>
                <a:gd name="connsiteX4" fmla="*/ 510428 w 648158"/>
                <a:gd name="connsiteY4" fmla="*/ 3552 h 704187"/>
                <a:gd name="connsiteX5" fmla="*/ 501909 w 648158"/>
                <a:gd name="connsiteY5" fmla="*/ 0 h 704187"/>
                <a:gd name="connsiteX6" fmla="*/ 146242 w 648158"/>
                <a:gd name="connsiteY6" fmla="*/ 0 h 704187"/>
                <a:gd name="connsiteX7" fmla="*/ 137730 w 648158"/>
                <a:gd name="connsiteY7" fmla="*/ 3552 h 704187"/>
                <a:gd name="connsiteX8" fmla="*/ 3505 w 648158"/>
                <a:gd name="connsiteY8" fmla="*/ 139279 h 704187"/>
                <a:gd name="connsiteX9" fmla="*/ 3497 w 648158"/>
                <a:gd name="connsiteY9" fmla="*/ 139287 h 704187"/>
                <a:gd name="connsiteX10" fmla="*/ 3457 w 648158"/>
                <a:gd name="connsiteY10" fmla="*/ 139327 h 704187"/>
                <a:gd name="connsiteX11" fmla="*/ 3433 w 648158"/>
                <a:gd name="connsiteY11" fmla="*/ 139367 h 704187"/>
                <a:gd name="connsiteX12" fmla="*/ 894 w 648158"/>
                <a:gd name="connsiteY12" fmla="*/ 143238 h 704187"/>
                <a:gd name="connsiteX13" fmla="*/ 822 w 648158"/>
                <a:gd name="connsiteY13" fmla="*/ 143470 h 704187"/>
                <a:gd name="connsiteX14" fmla="*/ 0 w 648158"/>
                <a:gd name="connsiteY14" fmla="*/ 147741 h 704187"/>
                <a:gd name="connsiteX15" fmla="*/ 0 w 648158"/>
                <a:gd name="connsiteY15" fmla="*/ 621664 h 704187"/>
                <a:gd name="connsiteX16" fmla="*/ 82498 w 648158"/>
                <a:gd name="connsiteY16" fmla="*/ 704187 h 704187"/>
                <a:gd name="connsiteX17" fmla="*/ 565660 w 648158"/>
                <a:gd name="connsiteY17" fmla="*/ 704187 h 704187"/>
                <a:gd name="connsiteX18" fmla="*/ 648158 w 648158"/>
                <a:gd name="connsiteY18" fmla="*/ 621664 h 704187"/>
                <a:gd name="connsiteX19" fmla="*/ 648158 w 648158"/>
                <a:gd name="connsiteY19" fmla="*/ 147741 h 704187"/>
                <a:gd name="connsiteX20" fmla="*/ 647344 w 648158"/>
                <a:gd name="connsiteY20" fmla="*/ 143486 h 704187"/>
                <a:gd name="connsiteX21" fmla="*/ 151239 w 648158"/>
                <a:gd name="connsiteY21" fmla="*/ 23948 h 704187"/>
                <a:gd name="connsiteX22" fmla="*/ 496903 w 648158"/>
                <a:gd name="connsiteY22" fmla="*/ 23948 h 704187"/>
                <a:gd name="connsiteX23" fmla="*/ 607481 w 648158"/>
                <a:gd name="connsiteY23" fmla="*/ 135783 h 704187"/>
                <a:gd name="connsiteX24" fmla="*/ 40638 w 648158"/>
                <a:gd name="connsiteY24" fmla="*/ 135783 h 704187"/>
                <a:gd name="connsiteX25" fmla="*/ 151232 w 648158"/>
                <a:gd name="connsiteY25" fmla="*/ 23948 h 704187"/>
                <a:gd name="connsiteX26" fmla="*/ 624191 w 648158"/>
                <a:gd name="connsiteY26" fmla="*/ 621672 h 704187"/>
                <a:gd name="connsiteX27" fmla="*/ 565644 w 648158"/>
                <a:gd name="connsiteY27" fmla="*/ 680248 h 704187"/>
                <a:gd name="connsiteX28" fmla="*/ 82490 w 648158"/>
                <a:gd name="connsiteY28" fmla="*/ 680248 h 704187"/>
                <a:gd name="connsiteX29" fmla="*/ 23943 w 648158"/>
                <a:gd name="connsiteY29" fmla="*/ 621672 h 704187"/>
                <a:gd name="connsiteX30" fmla="*/ 23943 w 648158"/>
                <a:gd name="connsiteY30" fmla="*/ 159722 h 704187"/>
                <a:gd name="connsiteX31" fmla="*/ 624199 w 648158"/>
                <a:gd name="connsiteY31" fmla="*/ 159722 h 704187"/>
                <a:gd name="connsiteX32" fmla="*/ 624199 w 648158"/>
                <a:gd name="connsiteY32" fmla="*/ 621672 h 70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648158" h="704187">
                  <a:moveTo>
                    <a:pt x="647328" y="143494"/>
                  </a:moveTo>
                  <a:cubicBezTo>
                    <a:pt x="647296" y="143414"/>
                    <a:pt x="647280" y="143326"/>
                    <a:pt x="647248" y="143246"/>
                  </a:cubicBezTo>
                  <a:cubicBezTo>
                    <a:pt x="646657" y="141802"/>
                    <a:pt x="645795" y="140500"/>
                    <a:pt x="644725" y="139399"/>
                  </a:cubicBezTo>
                  <a:cubicBezTo>
                    <a:pt x="644709" y="139383"/>
                    <a:pt x="644701" y="139351"/>
                    <a:pt x="644685" y="139335"/>
                  </a:cubicBezTo>
                  <a:lnTo>
                    <a:pt x="510428" y="3552"/>
                  </a:lnTo>
                  <a:cubicBezTo>
                    <a:pt x="508176" y="1277"/>
                    <a:pt x="505111" y="0"/>
                    <a:pt x="501909" y="0"/>
                  </a:cubicBezTo>
                  <a:lnTo>
                    <a:pt x="146242" y="0"/>
                  </a:lnTo>
                  <a:cubicBezTo>
                    <a:pt x="143040" y="0"/>
                    <a:pt x="139974" y="1277"/>
                    <a:pt x="137730" y="3552"/>
                  </a:cubicBezTo>
                  <a:lnTo>
                    <a:pt x="3505" y="139279"/>
                  </a:lnTo>
                  <a:cubicBezTo>
                    <a:pt x="3505" y="139279"/>
                    <a:pt x="3505" y="139279"/>
                    <a:pt x="3497" y="139287"/>
                  </a:cubicBezTo>
                  <a:lnTo>
                    <a:pt x="3457" y="139327"/>
                  </a:lnTo>
                  <a:cubicBezTo>
                    <a:pt x="3457" y="139327"/>
                    <a:pt x="3441" y="139359"/>
                    <a:pt x="3433" y="139367"/>
                  </a:cubicBezTo>
                  <a:cubicBezTo>
                    <a:pt x="2347" y="140469"/>
                    <a:pt x="1485" y="141786"/>
                    <a:pt x="894" y="143238"/>
                  </a:cubicBezTo>
                  <a:cubicBezTo>
                    <a:pt x="862" y="143318"/>
                    <a:pt x="854" y="143390"/>
                    <a:pt x="822" y="143470"/>
                  </a:cubicBezTo>
                  <a:cubicBezTo>
                    <a:pt x="311" y="144803"/>
                    <a:pt x="0" y="146232"/>
                    <a:pt x="0" y="147741"/>
                  </a:cubicBezTo>
                  <a:lnTo>
                    <a:pt x="0" y="621664"/>
                  </a:lnTo>
                  <a:cubicBezTo>
                    <a:pt x="0" y="667149"/>
                    <a:pt x="36997" y="704172"/>
                    <a:pt x="82498" y="704187"/>
                  </a:cubicBezTo>
                  <a:lnTo>
                    <a:pt x="565660" y="704187"/>
                  </a:lnTo>
                  <a:cubicBezTo>
                    <a:pt x="611161" y="704172"/>
                    <a:pt x="648158" y="667149"/>
                    <a:pt x="648158" y="621664"/>
                  </a:cubicBezTo>
                  <a:lnTo>
                    <a:pt x="648158" y="147741"/>
                  </a:lnTo>
                  <a:cubicBezTo>
                    <a:pt x="648158" y="146232"/>
                    <a:pt x="647847" y="144811"/>
                    <a:pt x="647344" y="143486"/>
                  </a:cubicBezTo>
                  <a:close/>
                  <a:moveTo>
                    <a:pt x="151239" y="23948"/>
                  </a:moveTo>
                  <a:lnTo>
                    <a:pt x="496903" y="23948"/>
                  </a:lnTo>
                  <a:lnTo>
                    <a:pt x="607481" y="135783"/>
                  </a:lnTo>
                  <a:lnTo>
                    <a:pt x="40638" y="135783"/>
                  </a:lnTo>
                  <a:lnTo>
                    <a:pt x="151232" y="23948"/>
                  </a:lnTo>
                  <a:close/>
                  <a:moveTo>
                    <a:pt x="624191" y="621672"/>
                  </a:moveTo>
                  <a:cubicBezTo>
                    <a:pt x="624191" y="653961"/>
                    <a:pt x="597931" y="680232"/>
                    <a:pt x="565644" y="680248"/>
                  </a:cubicBezTo>
                  <a:lnTo>
                    <a:pt x="82490" y="680248"/>
                  </a:lnTo>
                  <a:cubicBezTo>
                    <a:pt x="50203" y="680232"/>
                    <a:pt x="23936" y="653961"/>
                    <a:pt x="23943" y="621672"/>
                  </a:cubicBezTo>
                  <a:lnTo>
                    <a:pt x="23943" y="159722"/>
                  </a:lnTo>
                  <a:lnTo>
                    <a:pt x="624199" y="159722"/>
                  </a:lnTo>
                  <a:lnTo>
                    <a:pt x="624199" y="621672"/>
                  </a:lnTo>
                  <a:close/>
                </a:path>
              </a:pathLst>
            </a:custGeom>
            <a:solidFill>
              <a:srgbClr val="FFFFFF"/>
            </a:solidFill>
            <a:ln w="0" cap="flat">
              <a:noFill/>
              <a:prstDash val="solid"/>
              <a:miter/>
            </a:ln>
          </p:spPr>
          <p:txBody>
            <a:bodyPr rtlCol="0" anchor="ctr"/>
            <a:lstStyle/>
            <a:p>
              <a:endParaRPr lang="de-DE"/>
            </a:p>
          </p:txBody>
        </p:sp>
        <p:sp>
          <p:nvSpPr>
            <p:cNvPr id="229" name="Freihandform 228">
              <a:extLst>
                <a:ext uri="{FF2B5EF4-FFF2-40B4-BE49-F238E27FC236}">
                  <a16:creationId xmlns:a16="http://schemas.microsoft.com/office/drawing/2014/main" id="{A5B457EB-7B75-E84D-7729-1AD2F4AADD3B}"/>
                </a:ext>
              </a:extLst>
            </p:cNvPr>
            <p:cNvSpPr/>
            <p:nvPr/>
          </p:nvSpPr>
          <p:spPr>
            <a:xfrm>
              <a:off x="6825810" y="5213188"/>
              <a:ext cx="306798" cy="165342"/>
            </a:xfrm>
            <a:custGeom>
              <a:avLst/>
              <a:gdLst>
                <a:gd name="connsiteX0" fmla="*/ 153395 w 306798"/>
                <a:gd name="connsiteY0" fmla="*/ 165342 h 165342"/>
                <a:gd name="connsiteX1" fmla="*/ 306798 w 306798"/>
                <a:gd name="connsiteY1" fmla="*/ 11974 h 165342"/>
                <a:gd name="connsiteX2" fmla="*/ 294822 w 306798"/>
                <a:gd name="connsiteY2" fmla="*/ 0 h 165342"/>
                <a:gd name="connsiteX3" fmla="*/ 282846 w 306798"/>
                <a:gd name="connsiteY3" fmla="*/ 11974 h 165342"/>
                <a:gd name="connsiteX4" fmla="*/ 153395 w 306798"/>
                <a:gd name="connsiteY4" fmla="*/ 141395 h 165342"/>
                <a:gd name="connsiteX5" fmla="*/ 23952 w 306798"/>
                <a:gd name="connsiteY5" fmla="*/ 11974 h 165342"/>
                <a:gd name="connsiteX6" fmla="*/ 11976 w 306798"/>
                <a:gd name="connsiteY6" fmla="*/ 0 h 165342"/>
                <a:gd name="connsiteX7" fmla="*/ 0 w 306798"/>
                <a:gd name="connsiteY7" fmla="*/ 11974 h 165342"/>
                <a:gd name="connsiteX8" fmla="*/ 153395 w 306798"/>
                <a:gd name="connsiteY8" fmla="*/ 165342 h 165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6798" h="165342">
                  <a:moveTo>
                    <a:pt x="153395" y="165342"/>
                  </a:moveTo>
                  <a:cubicBezTo>
                    <a:pt x="237985" y="165342"/>
                    <a:pt x="306798" y="96541"/>
                    <a:pt x="306798" y="11974"/>
                  </a:cubicBezTo>
                  <a:cubicBezTo>
                    <a:pt x="306798" y="5364"/>
                    <a:pt x="301441" y="0"/>
                    <a:pt x="294822" y="0"/>
                  </a:cubicBezTo>
                  <a:cubicBezTo>
                    <a:pt x="288204" y="0"/>
                    <a:pt x="282846" y="5364"/>
                    <a:pt x="282846" y="11974"/>
                  </a:cubicBezTo>
                  <a:cubicBezTo>
                    <a:pt x="282846" y="83330"/>
                    <a:pt x="224779" y="141395"/>
                    <a:pt x="153395" y="141395"/>
                  </a:cubicBezTo>
                  <a:cubicBezTo>
                    <a:pt x="82011" y="141395"/>
                    <a:pt x="23952" y="83338"/>
                    <a:pt x="23952" y="11974"/>
                  </a:cubicBezTo>
                  <a:cubicBezTo>
                    <a:pt x="23952" y="5364"/>
                    <a:pt x="18595" y="0"/>
                    <a:pt x="11976" y="0"/>
                  </a:cubicBezTo>
                  <a:cubicBezTo>
                    <a:pt x="5357" y="0"/>
                    <a:pt x="0" y="5364"/>
                    <a:pt x="0" y="11974"/>
                  </a:cubicBezTo>
                  <a:cubicBezTo>
                    <a:pt x="0" y="96541"/>
                    <a:pt x="68814" y="165342"/>
                    <a:pt x="153395" y="165342"/>
                  </a:cubicBezTo>
                  <a:close/>
                </a:path>
              </a:pathLst>
            </a:custGeom>
            <a:solidFill>
              <a:srgbClr val="FFFFFF"/>
            </a:solidFill>
            <a:ln w="0" cap="flat">
              <a:noFill/>
              <a:prstDash val="solid"/>
              <a:miter/>
            </a:ln>
          </p:spPr>
          <p:txBody>
            <a:bodyPr rtlCol="0" anchor="ctr"/>
            <a:lstStyle/>
            <a:p>
              <a:endParaRPr lang="de-DE"/>
            </a:p>
          </p:txBody>
        </p:sp>
      </p:grpSp>
      <p:grpSp>
        <p:nvGrpSpPr>
          <p:cNvPr id="230" name="Grafik 13">
            <a:extLst>
              <a:ext uri="{FF2B5EF4-FFF2-40B4-BE49-F238E27FC236}">
                <a16:creationId xmlns:a16="http://schemas.microsoft.com/office/drawing/2014/main" id="{D0F4C7C5-68E4-7EDF-FA43-FD75AA666962}"/>
              </a:ext>
            </a:extLst>
          </p:cNvPr>
          <p:cNvGrpSpPr/>
          <p:nvPr/>
        </p:nvGrpSpPr>
        <p:grpSpPr>
          <a:xfrm>
            <a:off x="866858" y="1630551"/>
            <a:ext cx="470735" cy="427659"/>
            <a:chOff x="1777163" y="67923"/>
            <a:chExt cx="565213" cy="513492"/>
          </a:xfrm>
          <a:solidFill>
            <a:srgbClr val="FFFFFF"/>
          </a:solidFill>
        </p:grpSpPr>
        <p:sp>
          <p:nvSpPr>
            <p:cNvPr id="231" name="Freihandform 230">
              <a:extLst>
                <a:ext uri="{FF2B5EF4-FFF2-40B4-BE49-F238E27FC236}">
                  <a16:creationId xmlns:a16="http://schemas.microsoft.com/office/drawing/2014/main" id="{E8C97103-72B2-925F-26D1-A48F34C9FD0D}"/>
                </a:ext>
              </a:extLst>
            </p:cNvPr>
            <p:cNvSpPr/>
            <p:nvPr/>
          </p:nvSpPr>
          <p:spPr>
            <a:xfrm>
              <a:off x="1777163" y="67923"/>
              <a:ext cx="565213" cy="23947"/>
            </a:xfrm>
            <a:custGeom>
              <a:avLst/>
              <a:gdLst>
                <a:gd name="connsiteX0" fmla="*/ 11976 w 565213"/>
                <a:gd name="connsiteY0" fmla="*/ 23948 h 23947"/>
                <a:gd name="connsiteX1" fmla="*/ 553238 w 565213"/>
                <a:gd name="connsiteY1" fmla="*/ 23948 h 23947"/>
                <a:gd name="connsiteX2" fmla="*/ 565214 w 565213"/>
                <a:gd name="connsiteY2" fmla="*/ 11974 h 23947"/>
                <a:gd name="connsiteX3" fmla="*/ 553238 w 565213"/>
                <a:gd name="connsiteY3" fmla="*/ 0 h 23947"/>
                <a:gd name="connsiteX4" fmla="*/ 11976 w 565213"/>
                <a:gd name="connsiteY4" fmla="*/ 0 h 23947"/>
                <a:gd name="connsiteX5" fmla="*/ 0 w 565213"/>
                <a:gd name="connsiteY5" fmla="*/ 11974 h 23947"/>
                <a:gd name="connsiteX6" fmla="*/ 11976 w 565213"/>
                <a:gd name="connsiteY6" fmla="*/ 23948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5213" h="23947">
                  <a:moveTo>
                    <a:pt x="11976" y="23948"/>
                  </a:moveTo>
                  <a:lnTo>
                    <a:pt x="553238" y="23948"/>
                  </a:lnTo>
                  <a:cubicBezTo>
                    <a:pt x="559856" y="23948"/>
                    <a:pt x="565214" y="18583"/>
                    <a:pt x="565214" y="11974"/>
                  </a:cubicBezTo>
                  <a:cubicBezTo>
                    <a:pt x="565214" y="5364"/>
                    <a:pt x="559856" y="0"/>
                    <a:pt x="553238" y="0"/>
                  </a:cubicBezTo>
                  <a:lnTo>
                    <a:pt x="11976" y="0"/>
                  </a:lnTo>
                  <a:cubicBezTo>
                    <a:pt x="5357" y="0"/>
                    <a:pt x="0" y="5364"/>
                    <a:pt x="0" y="11974"/>
                  </a:cubicBezTo>
                  <a:cubicBezTo>
                    <a:pt x="0" y="18583"/>
                    <a:pt x="5357" y="23948"/>
                    <a:pt x="11976" y="23948"/>
                  </a:cubicBezTo>
                  <a:close/>
                </a:path>
              </a:pathLst>
            </a:custGeom>
            <a:solidFill>
              <a:srgbClr val="FFFFFF"/>
            </a:solidFill>
            <a:ln w="0" cap="flat">
              <a:noFill/>
              <a:prstDash val="solid"/>
              <a:miter/>
            </a:ln>
          </p:spPr>
          <p:txBody>
            <a:bodyPr rtlCol="0" anchor="ctr"/>
            <a:lstStyle/>
            <a:p>
              <a:endParaRPr lang="de-DE"/>
            </a:p>
          </p:txBody>
        </p:sp>
        <p:sp>
          <p:nvSpPr>
            <p:cNvPr id="332" name="Freihandform 331">
              <a:extLst>
                <a:ext uri="{FF2B5EF4-FFF2-40B4-BE49-F238E27FC236}">
                  <a16:creationId xmlns:a16="http://schemas.microsoft.com/office/drawing/2014/main" id="{1C1DA9F4-344E-38A0-AD64-EEC5D3DDB09C}"/>
                </a:ext>
              </a:extLst>
            </p:cNvPr>
            <p:cNvSpPr/>
            <p:nvPr/>
          </p:nvSpPr>
          <p:spPr>
            <a:xfrm>
              <a:off x="1777163" y="312692"/>
              <a:ext cx="565213" cy="23947"/>
            </a:xfrm>
            <a:custGeom>
              <a:avLst/>
              <a:gdLst>
                <a:gd name="connsiteX0" fmla="*/ 553238 w 565213"/>
                <a:gd name="connsiteY0" fmla="*/ 0 h 23947"/>
                <a:gd name="connsiteX1" fmla="*/ 11976 w 565213"/>
                <a:gd name="connsiteY1" fmla="*/ 0 h 23947"/>
                <a:gd name="connsiteX2" fmla="*/ 0 w 565213"/>
                <a:gd name="connsiteY2" fmla="*/ 11974 h 23947"/>
                <a:gd name="connsiteX3" fmla="*/ 11976 w 565213"/>
                <a:gd name="connsiteY3" fmla="*/ 23948 h 23947"/>
                <a:gd name="connsiteX4" fmla="*/ 553238 w 565213"/>
                <a:gd name="connsiteY4" fmla="*/ 23948 h 23947"/>
                <a:gd name="connsiteX5" fmla="*/ 565214 w 565213"/>
                <a:gd name="connsiteY5" fmla="*/ 11974 h 23947"/>
                <a:gd name="connsiteX6" fmla="*/ 553238 w 565213"/>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5213" h="23947">
                  <a:moveTo>
                    <a:pt x="553238" y="0"/>
                  </a:moveTo>
                  <a:lnTo>
                    <a:pt x="11976" y="0"/>
                  </a:lnTo>
                  <a:cubicBezTo>
                    <a:pt x="5357" y="0"/>
                    <a:pt x="0" y="5364"/>
                    <a:pt x="0" y="11974"/>
                  </a:cubicBezTo>
                  <a:cubicBezTo>
                    <a:pt x="0" y="18583"/>
                    <a:pt x="5357" y="23948"/>
                    <a:pt x="11976" y="23948"/>
                  </a:cubicBezTo>
                  <a:lnTo>
                    <a:pt x="553238" y="23948"/>
                  </a:lnTo>
                  <a:cubicBezTo>
                    <a:pt x="559856" y="23948"/>
                    <a:pt x="565214" y="18583"/>
                    <a:pt x="565214" y="11974"/>
                  </a:cubicBezTo>
                  <a:cubicBezTo>
                    <a:pt x="565214" y="5364"/>
                    <a:pt x="559856" y="0"/>
                    <a:pt x="553238" y="0"/>
                  </a:cubicBezTo>
                  <a:close/>
                </a:path>
              </a:pathLst>
            </a:custGeom>
            <a:solidFill>
              <a:srgbClr val="FFFFFF"/>
            </a:solidFill>
            <a:ln w="0" cap="flat">
              <a:noFill/>
              <a:prstDash val="solid"/>
              <a:miter/>
            </a:ln>
          </p:spPr>
          <p:txBody>
            <a:bodyPr rtlCol="0" anchor="ctr"/>
            <a:lstStyle/>
            <a:p>
              <a:endParaRPr lang="de-DE"/>
            </a:p>
          </p:txBody>
        </p:sp>
        <p:sp>
          <p:nvSpPr>
            <p:cNvPr id="333" name="Freihandform 332">
              <a:extLst>
                <a:ext uri="{FF2B5EF4-FFF2-40B4-BE49-F238E27FC236}">
                  <a16:creationId xmlns:a16="http://schemas.microsoft.com/office/drawing/2014/main" id="{BA232520-901C-0121-D37D-305FE5E1C452}"/>
                </a:ext>
              </a:extLst>
            </p:cNvPr>
            <p:cNvSpPr/>
            <p:nvPr/>
          </p:nvSpPr>
          <p:spPr>
            <a:xfrm>
              <a:off x="1777163" y="557468"/>
              <a:ext cx="565213" cy="23947"/>
            </a:xfrm>
            <a:custGeom>
              <a:avLst/>
              <a:gdLst>
                <a:gd name="connsiteX0" fmla="*/ 553238 w 565213"/>
                <a:gd name="connsiteY0" fmla="*/ 0 h 23947"/>
                <a:gd name="connsiteX1" fmla="*/ 11976 w 565213"/>
                <a:gd name="connsiteY1" fmla="*/ 0 h 23947"/>
                <a:gd name="connsiteX2" fmla="*/ 0 w 565213"/>
                <a:gd name="connsiteY2" fmla="*/ 11974 h 23947"/>
                <a:gd name="connsiteX3" fmla="*/ 11976 w 565213"/>
                <a:gd name="connsiteY3" fmla="*/ 23948 h 23947"/>
                <a:gd name="connsiteX4" fmla="*/ 553238 w 565213"/>
                <a:gd name="connsiteY4" fmla="*/ 23948 h 23947"/>
                <a:gd name="connsiteX5" fmla="*/ 565214 w 565213"/>
                <a:gd name="connsiteY5" fmla="*/ 11974 h 23947"/>
                <a:gd name="connsiteX6" fmla="*/ 553238 w 565213"/>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5213" h="23947">
                  <a:moveTo>
                    <a:pt x="553238" y="0"/>
                  </a:moveTo>
                  <a:lnTo>
                    <a:pt x="11976" y="0"/>
                  </a:lnTo>
                  <a:cubicBezTo>
                    <a:pt x="5357" y="0"/>
                    <a:pt x="0" y="5364"/>
                    <a:pt x="0" y="11974"/>
                  </a:cubicBezTo>
                  <a:cubicBezTo>
                    <a:pt x="0" y="18583"/>
                    <a:pt x="5357" y="23948"/>
                    <a:pt x="11976" y="23948"/>
                  </a:cubicBezTo>
                  <a:lnTo>
                    <a:pt x="553238" y="23948"/>
                  </a:lnTo>
                  <a:cubicBezTo>
                    <a:pt x="559856" y="23948"/>
                    <a:pt x="565214" y="18583"/>
                    <a:pt x="565214" y="11974"/>
                  </a:cubicBezTo>
                  <a:cubicBezTo>
                    <a:pt x="565214" y="5364"/>
                    <a:pt x="559856" y="0"/>
                    <a:pt x="553238" y="0"/>
                  </a:cubicBezTo>
                  <a:close/>
                </a:path>
              </a:pathLst>
            </a:custGeom>
            <a:solidFill>
              <a:srgbClr val="FFFFFF"/>
            </a:solidFill>
            <a:ln w="0" cap="flat">
              <a:noFill/>
              <a:prstDash val="solid"/>
              <a:miter/>
            </a:ln>
          </p:spPr>
          <p:txBody>
            <a:bodyPr rtlCol="0" anchor="ctr"/>
            <a:lstStyle/>
            <a:p>
              <a:endParaRPr lang="de-DE"/>
            </a:p>
          </p:txBody>
        </p:sp>
      </p:grpSp>
      <p:grpSp>
        <p:nvGrpSpPr>
          <p:cNvPr id="334" name="Grafik 13">
            <a:extLst>
              <a:ext uri="{FF2B5EF4-FFF2-40B4-BE49-F238E27FC236}">
                <a16:creationId xmlns:a16="http://schemas.microsoft.com/office/drawing/2014/main" id="{9581291F-2803-67F5-5C28-5B868E92BF74}"/>
              </a:ext>
            </a:extLst>
          </p:cNvPr>
          <p:cNvGrpSpPr/>
          <p:nvPr/>
        </p:nvGrpSpPr>
        <p:grpSpPr>
          <a:xfrm>
            <a:off x="2115312" y="1626984"/>
            <a:ext cx="470715" cy="434793"/>
            <a:chOff x="3416996" y="63644"/>
            <a:chExt cx="565189" cy="522058"/>
          </a:xfrm>
          <a:solidFill>
            <a:srgbClr val="FFFFFF"/>
          </a:solidFill>
        </p:grpSpPr>
        <p:sp>
          <p:nvSpPr>
            <p:cNvPr id="335" name="Freihandform 334">
              <a:extLst>
                <a:ext uri="{FF2B5EF4-FFF2-40B4-BE49-F238E27FC236}">
                  <a16:creationId xmlns:a16="http://schemas.microsoft.com/office/drawing/2014/main" id="{4FD67361-52F4-6591-7132-E2033B5F90C5}"/>
                </a:ext>
              </a:extLst>
            </p:cNvPr>
            <p:cNvSpPr/>
            <p:nvPr/>
          </p:nvSpPr>
          <p:spPr>
            <a:xfrm>
              <a:off x="3622231" y="63644"/>
              <a:ext cx="359955" cy="23947"/>
            </a:xfrm>
            <a:custGeom>
              <a:avLst/>
              <a:gdLst>
                <a:gd name="connsiteX0" fmla="*/ 11976 w 359955"/>
                <a:gd name="connsiteY0" fmla="*/ 23948 h 23947"/>
                <a:gd name="connsiteX1" fmla="*/ 347979 w 359955"/>
                <a:gd name="connsiteY1" fmla="*/ 23948 h 23947"/>
                <a:gd name="connsiteX2" fmla="*/ 359955 w 359955"/>
                <a:gd name="connsiteY2" fmla="*/ 11974 h 23947"/>
                <a:gd name="connsiteX3" fmla="*/ 347979 w 359955"/>
                <a:gd name="connsiteY3" fmla="*/ 0 h 23947"/>
                <a:gd name="connsiteX4" fmla="*/ 11976 w 359955"/>
                <a:gd name="connsiteY4" fmla="*/ 0 h 23947"/>
                <a:gd name="connsiteX5" fmla="*/ 0 w 359955"/>
                <a:gd name="connsiteY5" fmla="*/ 11974 h 23947"/>
                <a:gd name="connsiteX6" fmla="*/ 11976 w 359955"/>
                <a:gd name="connsiteY6" fmla="*/ 23948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9955" h="23947">
                  <a:moveTo>
                    <a:pt x="11976" y="23948"/>
                  </a:moveTo>
                  <a:lnTo>
                    <a:pt x="347979" y="23948"/>
                  </a:lnTo>
                  <a:cubicBezTo>
                    <a:pt x="354598" y="23948"/>
                    <a:pt x="359955" y="18583"/>
                    <a:pt x="359955" y="11974"/>
                  </a:cubicBezTo>
                  <a:cubicBezTo>
                    <a:pt x="359955" y="5364"/>
                    <a:pt x="354598" y="0"/>
                    <a:pt x="347979" y="0"/>
                  </a:cubicBezTo>
                  <a:lnTo>
                    <a:pt x="11976" y="0"/>
                  </a:lnTo>
                  <a:cubicBezTo>
                    <a:pt x="5357" y="0"/>
                    <a:pt x="0" y="5364"/>
                    <a:pt x="0" y="11974"/>
                  </a:cubicBezTo>
                  <a:cubicBezTo>
                    <a:pt x="0" y="18583"/>
                    <a:pt x="5357" y="23948"/>
                    <a:pt x="11976" y="23948"/>
                  </a:cubicBezTo>
                  <a:close/>
                </a:path>
              </a:pathLst>
            </a:custGeom>
            <a:solidFill>
              <a:srgbClr val="FFFFFF"/>
            </a:solidFill>
            <a:ln w="0" cap="flat">
              <a:noFill/>
              <a:prstDash val="solid"/>
              <a:miter/>
            </a:ln>
          </p:spPr>
          <p:txBody>
            <a:bodyPr rtlCol="0" anchor="ctr"/>
            <a:lstStyle/>
            <a:p>
              <a:endParaRPr lang="de-DE"/>
            </a:p>
          </p:txBody>
        </p:sp>
        <p:sp>
          <p:nvSpPr>
            <p:cNvPr id="336" name="Freihandform 335">
              <a:extLst>
                <a:ext uri="{FF2B5EF4-FFF2-40B4-BE49-F238E27FC236}">
                  <a16:creationId xmlns:a16="http://schemas.microsoft.com/office/drawing/2014/main" id="{E9A23D3A-737E-6E5C-69EA-DDC19E071207}"/>
                </a:ext>
              </a:extLst>
            </p:cNvPr>
            <p:cNvSpPr/>
            <p:nvPr/>
          </p:nvSpPr>
          <p:spPr>
            <a:xfrm>
              <a:off x="3416996" y="63644"/>
              <a:ext cx="106026" cy="23947"/>
            </a:xfrm>
            <a:custGeom>
              <a:avLst/>
              <a:gdLst>
                <a:gd name="connsiteX0" fmla="*/ 94051 w 106026"/>
                <a:gd name="connsiteY0" fmla="*/ 0 h 23947"/>
                <a:gd name="connsiteX1" fmla="*/ 11976 w 106026"/>
                <a:gd name="connsiteY1" fmla="*/ 0 h 23947"/>
                <a:gd name="connsiteX2" fmla="*/ 0 w 106026"/>
                <a:gd name="connsiteY2" fmla="*/ 11974 h 23947"/>
                <a:gd name="connsiteX3" fmla="*/ 11976 w 106026"/>
                <a:gd name="connsiteY3" fmla="*/ 23948 h 23947"/>
                <a:gd name="connsiteX4" fmla="*/ 94051 w 106026"/>
                <a:gd name="connsiteY4" fmla="*/ 23948 h 23947"/>
                <a:gd name="connsiteX5" fmla="*/ 106026 w 106026"/>
                <a:gd name="connsiteY5" fmla="*/ 11974 h 23947"/>
                <a:gd name="connsiteX6" fmla="*/ 94051 w 106026"/>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6026" h="23947">
                  <a:moveTo>
                    <a:pt x="94051" y="0"/>
                  </a:moveTo>
                  <a:lnTo>
                    <a:pt x="11976" y="0"/>
                  </a:lnTo>
                  <a:cubicBezTo>
                    <a:pt x="5357" y="0"/>
                    <a:pt x="0" y="5364"/>
                    <a:pt x="0" y="11974"/>
                  </a:cubicBezTo>
                  <a:cubicBezTo>
                    <a:pt x="0" y="18583"/>
                    <a:pt x="5357" y="23948"/>
                    <a:pt x="11976" y="23948"/>
                  </a:cubicBezTo>
                  <a:lnTo>
                    <a:pt x="94051" y="23948"/>
                  </a:lnTo>
                  <a:cubicBezTo>
                    <a:pt x="100669" y="23948"/>
                    <a:pt x="106026" y="18583"/>
                    <a:pt x="106026" y="11974"/>
                  </a:cubicBezTo>
                  <a:cubicBezTo>
                    <a:pt x="106026" y="5364"/>
                    <a:pt x="100669" y="0"/>
                    <a:pt x="94051" y="0"/>
                  </a:cubicBezTo>
                  <a:close/>
                </a:path>
              </a:pathLst>
            </a:custGeom>
            <a:solidFill>
              <a:srgbClr val="FFFFFF"/>
            </a:solidFill>
            <a:ln w="0" cap="flat">
              <a:noFill/>
              <a:prstDash val="solid"/>
              <a:miter/>
            </a:ln>
          </p:spPr>
          <p:txBody>
            <a:bodyPr rtlCol="0" anchor="ctr"/>
            <a:lstStyle/>
            <a:p>
              <a:endParaRPr lang="de-DE"/>
            </a:p>
          </p:txBody>
        </p:sp>
        <p:sp>
          <p:nvSpPr>
            <p:cNvPr id="337" name="Freihandform 336">
              <a:extLst>
                <a:ext uri="{FF2B5EF4-FFF2-40B4-BE49-F238E27FC236}">
                  <a16:creationId xmlns:a16="http://schemas.microsoft.com/office/drawing/2014/main" id="{069ABCD9-F6F6-208E-9CD3-EFE2993FC755}"/>
                </a:ext>
              </a:extLst>
            </p:cNvPr>
            <p:cNvSpPr/>
            <p:nvPr/>
          </p:nvSpPr>
          <p:spPr>
            <a:xfrm>
              <a:off x="3622231" y="312692"/>
              <a:ext cx="359955" cy="23947"/>
            </a:xfrm>
            <a:custGeom>
              <a:avLst/>
              <a:gdLst>
                <a:gd name="connsiteX0" fmla="*/ 347979 w 359955"/>
                <a:gd name="connsiteY0" fmla="*/ 0 h 23947"/>
                <a:gd name="connsiteX1" fmla="*/ 11976 w 359955"/>
                <a:gd name="connsiteY1" fmla="*/ 0 h 23947"/>
                <a:gd name="connsiteX2" fmla="*/ 0 w 359955"/>
                <a:gd name="connsiteY2" fmla="*/ 11974 h 23947"/>
                <a:gd name="connsiteX3" fmla="*/ 11976 w 359955"/>
                <a:gd name="connsiteY3" fmla="*/ 23948 h 23947"/>
                <a:gd name="connsiteX4" fmla="*/ 347979 w 359955"/>
                <a:gd name="connsiteY4" fmla="*/ 23948 h 23947"/>
                <a:gd name="connsiteX5" fmla="*/ 359955 w 359955"/>
                <a:gd name="connsiteY5" fmla="*/ 11974 h 23947"/>
                <a:gd name="connsiteX6" fmla="*/ 347979 w 359955"/>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9955" h="23947">
                  <a:moveTo>
                    <a:pt x="347979" y="0"/>
                  </a:moveTo>
                  <a:lnTo>
                    <a:pt x="11976" y="0"/>
                  </a:lnTo>
                  <a:cubicBezTo>
                    <a:pt x="5357" y="0"/>
                    <a:pt x="0" y="5364"/>
                    <a:pt x="0" y="11974"/>
                  </a:cubicBezTo>
                  <a:cubicBezTo>
                    <a:pt x="0" y="18583"/>
                    <a:pt x="5357" y="23948"/>
                    <a:pt x="11976" y="23948"/>
                  </a:cubicBezTo>
                  <a:lnTo>
                    <a:pt x="347979" y="23948"/>
                  </a:lnTo>
                  <a:cubicBezTo>
                    <a:pt x="354598" y="23948"/>
                    <a:pt x="359955" y="18583"/>
                    <a:pt x="359955" y="11974"/>
                  </a:cubicBezTo>
                  <a:cubicBezTo>
                    <a:pt x="359955" y="5364"/>
                    <a:pt x="354598" y="0"/>
                    <a:pt x="347979" y="0"/>
                  </a:cubicBezTo>
                  <a:close/>
                </a:path>
              </a:pathLst>
            </a:custGeom>
            <a:solidFill>
              <a:srgbClr val="FFFFFF"/>
            </a:solidFill>
            <a:ln w="0" cap="flat">
              <a:noFill/>
              <a:prstDash val="solid"/>
              <a:miter/>
            </a:ln>
          </p:spPr>
          <p:txBody>
            <a:bodyPr rtlCol="0" anchor="ctr"/>
            <a:lstStyle/>
            <a:p>
              <a:endParaRPr lang="de-DE"/>
            </a:p>
          </p:txBody>
        </p:sp>
        <p:sp>
          <p:nvSpPr>
            <p:cNvPr id="338" name="Freihandform 337">
              <a:extLst>
                <a:ext uri="{FF2B5EF4-FFF2-40B4-BE49-F238E27FC236}">
                  <a16:creationId xmlns:a16="http://schemas.microsoft.com/office/drawing/2014/main" id="{70CE407B-22AD-1318-3643-9DC950AB3B83}"/>
                </a:ext>
              </a:extLst>
            </p:cNvPr>
            <p:cNvSpPr/>
            <p:nvPr/>
          </p:nvSpPr>
          <p:spPr>
            <a:xfrm>
              <a:off x="3416996" y="312692"/>
              <a:ext cx="106026" cy="23947"/>
            </a:xfrm>
            <a:custGeom>
              <a:avLst/>
              <a:gdLst>
                <a:gd name="connsiteX0" fmla="*/ 94051 w 106026"/>
                <a:gd name="connsiteY0" fmla="*/ 0 h 23947"/>
                <a:gd name="connsiteX1" fmla="*/ 11976 w 106026"/>
                <a:gd name="connsiteY1" fmla="*/ 0 h 23947"/>
                <a:gd name="connsiteX2" fmla="*/ 0 w 106026"/>
                <a:gd name="connsiteY2" fmla="*/ 11974 h 23947"/>
                <a:gd name="connsiteX3" fmla="*/ 11976 w 106026"/>
                <a:gd name="connsiteY3" fmla="*/ 23948 h 23947"/>
                <a:gd name="connsiteX4" fmla="*/ 94051 w 106026"/>
                <a:gd name="connsiteY4" fmla="*/ 23948 h 23947"/>
                <a:gd name="connsiteX5" fmla="*/ 106026 w 106026"/>
                <a:gd name="connsiteY5" fmla="*/ 11974 h 23947"/>
                <a:gd name="connsiteX6" fmla="*/ 94051 w 106026"/>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6026" h="23947">
                  <a:moveTo>
                    <a:pt x="94051" y="0"/>
                  </a:moveTo>
                  <a:lnTo>
                    <a:pt x="11976" y="0"/>
                  </a:lnTo>
                  <a:cubicBezTo>
                    <a:pt x="5357" y="0"/>
                    <a:pt x="0" y="5364"/>
                    <a:pt x="0" y="11974"/>
                  </a:cubicBezTo>
                  <a:cubicBezTo>
                    <a:pt x="0" y="18583"/>
                    <a:pt x="5357" y="23948"/>
                    <a:pt x="11976" y="23948"/>
                  </a:cubicBezTo>
                  <a:lnTo>
                    <a:pt x="94051" y="23948"/>
                  </a:lnTo>
                  <a:cubicBezTo>
                    <a:pt x="100669" y="23948"/>
                    <a:pt x="106026" y="18583"/>
                    <a:pt x="106026" y="11974"/>
                  </a:cubicBezTo>
                  <a:cubicBezTo>
                    <a:pt x="106026" y="5364"/>
                    <a:pt x="100669" y="0"/>
                    <a:pt x="94051" y="0"/>
                  </a:cubicBezTo>
                  <a:close/>
                </a:path>
              </a:pathLst>
            </a:custGeom>
            <a:solidFill>
              <a:srgbClr val="FFFFFF"/>
            </a:solidFill>
            <a:ln w="0" cap="flat">
              <a:noFill/>
              <a:prstDash val="solid"/>
              <a:miter/>
            </a:ln>
          </p:spPr>
          <p:txBody>
            <a:bodyPr rtlCol="0" anchor="ctr"/>
            <a:lstStyle/>
            <a:p>
              <a:endParaRPr lang="de-DE"/>
            </a:p>
          </p:txBody>
        </p:sp>
        <p:sp>
          <p:nvSpPr>
            <p:cNvPr id="339" name="Freihandform 338">
              <a:extLst>
                <a:ext uri="{FF2B5EF4-FFF2-40B4-BE49-F238E27FC236}">
                  <a16:creationId xmlns:a16="http://schemas.microsoft.com/office/drawing/2014/main" id="{A34FA621-2ED2-38E3-A5F6-EB1619A6CF5F}"/>
                </a:ext>
              </a:extLst>
            </p:cNvPr>
            <p:cNvSpPr/>
            <p:nvPr/>
          </p:nvSpPr>
          <p:spPr>
            <a:xfrm>
              <a:off x="3622231" y="561755"/>
              <a:ext cx="359955" cy="23947"/>
            </a:xfrm>
            <a:custGeom>
              <a:avLst/>
              <a:gdLst>
                <a:gd name="connsiteX0" fmla="*/ 347979 w 359955"/>
                <a:gd name="connsiteY0" fmla="*/ 0 h 23947"/>
                <a:gd name="connsiteX1" fmla="*/ 11976 w 359955"/>
                <a:gd name="connsiteY1" fmla="*/ 0 h 23947"/>
                <a:gd name="connsiteX2" fmla="*/ 0 w 359955"/>
                <a:gd name="connsiteY2" fmla="*/ 11974 h 23947"/>
                <a:gd name="connsiteX3" fmla="*/ 11976 w 359955"/>
                <a:gd name="connsiteY3" fmla="*/ 23948 h 23947"/>
                <a:gd name="connsiteX4" fmla="*/ 347979 w 359955"/>
                <a:gd name="connsiteY4" fmla="*/ 23948 h 23947"/>
                <a:gd name="connsiteX5" fmla="*/ 359955 w 359955"/>
                <a:gd name="connsiteY5" fmla="*/ 11974 h 23947"/>
                <a:gd name="connsiteX6" fmla="*/ 347979 w 359955"/>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9955" h="23947">
                  <a:moveTo>
                    <a:pt x="347979" y="0"/>
                  </a:moveTo>
                  <a:lnTo>
                    <a:pt x="11976" y="0"/>
                  </a:lnTo>
                  <a:cubicBezTo>
                    <a:pt x="5357" y="0"/>
                    <a:pt x="0" y="5364"/>
                    <a:pt x="0" y="11974"/>
                  </a:cubicBezTo>
                  <a:cubicBezTo>
                    <a:pt x="0" y="18583"/>
                    <a:pt x="5357" y="23948"/>
                    <a:pt x="11976" y="23948"/>
                  </a:cubicBezTo>
                  <a:lnTo>
                    <a:pt x="347979" y="23948"/>
                  </a:lnTo>
                  <a:cubicBezTo>
                    <a:pt x="354598" y="23948"/>
                    <a:pt x="359955" y="18583"/>
                    <a:pt x="359955" y="11974"/>
                  </a:cubicBezTo>
                  <a:cubicBezTo>
                    <a:pt x="359955" y="5364"/>
                    <a:pt x="354598" y="0"/>
                    <a:pt x="347979" y="0"/>
                  </a:cubicBezTo>
                  <a:close/>
                </a:path>
              </a:pathLst>
            </a:custGeom>
            <a:solidFill>
              <a:srgbClr val="FFFFFF"/>
            </a:solidFill>
            <a:ln w="0" cap="flat">
              <a:noFill/>
              <a:prstDash val="solid"/>
              <a:miter/>
            </a:ln>
          </p:spPr>
          <p:txBody>
            <a:bodyPr rtlCol="0" anchor="ctr"/>
            <a:lstStyle/>
            <a:p>
              <a:endParaRPr lang="de-DE"/>
            </a:p>
          </p:txBody>
        </p:sp>
        <p:sp>
          <p:nvSpPr>
            <p:cNvPr id="340" name="Freihandform 339">
              <a:extLst>
                <a:ext uri="{FF2B5EF4-FFF2-40B4-BE49-F238E27FC236}">
                  <a16:creationId xmlns:a16="http://schemas.microsoft.com/office/drawing/2014/main" id="{4549261E-443F-6EDB-A104-31AF8D9070A2}"/>
                </a:ext>
              </a:extLst>
            </p:cNvPr>
            <p:cNvSpPr/>
            <p:nvPr/>
          </p:nvSpPr>
          <p:spPr>
            <a:xfrm>
              <a:off x="3416996" y="561755"/>
              <a:ext cx="106026" cy="23947"/>
            </a:xfrm>
            <a:custGeom>
              <a:avLst/>
              <a:gdLst>
                <a:gd name="connsiteX0" fmla="*/ 94051 w 106026"/>
                <a:gd name="connsiteY0" fmla="*/ 0 h 23947"/>
                <a:gd name="connsiteX1" fmla="*/ 11976 w 106026"/>
                <a:gd name="connsiteY1" fmla="*/ 0 h 23947"/>
                <a:gd name="connsiteX2" fmla="*/ 0 w 106026"/>
                <a:gd name="connsiteY2" fmla="*/ 11974 h 23947"/>
                <a:gd name="connsiteX3" fmla="*/ 11976 w 106026"/>
                <a:gd name="connsiteY3" fmla="*/ 23948 h 23947"/>
                <a:gd name="connsiteX4" fmla="*/ 94051 w 106026"/>
                <a:gd name="connsiteY4" fmla="*/ 23948 h 23947"/>
                <a:gd name="connsiteX5" fmla="*/ 106026 w 106026"/>
                <a:gd name="connsiteY5" fmla="*/ 11974 h 23947"/>
                <a:gd name="connsiteX6" fmla="*/ 94051 w 106026"/>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6026" h="23947">
                  <a:moveTo>
                    <a:pt x="94051" y="0"/>
                  </a:moveTo>
                  <a:lnTo>
                    <a:pt x="11976" y="0"/>
                  </a:lnTo>
                  <a:cubicBezTo>
                    <a:pt x="5357" y="0"/>
                    <a:pt x="0" y="5364"/>
                    <a:pt x="0" y="11974"/>
                  </a:cubicBezTo>
                  <a:cubicBezTo>
                    <a:pt x="0" y="18583"/>
                    <a:pt x="5357" y="23948"/>
                    <a:pt x="11976" y="23948"/>
                  </a:cubicBezTo>
                  <a:lnTo>
                    <a:pt x="94051" y="23948"/>
                  </a:lnTo>
                  <a:cubicBezTo>
                    <a:pt x="100669" y="23948"/>
                    <a:pt x="106026" y="18583"/>
                    <a:pt x="106026" y="11974"/>
                  </a:cubicBezTo>
                  <a:cubicBezTo>
                    <a:pt x="106026" y="5364"/>
                    <a:pt x="100669" y="0"/>
                    <a:pt x="94051" y="0"/>
                  </a:cubicBezTo>
                  <a:close/>
                </a:path>
              </a:pathLst>
            </a:custGeom>
            <a:solidFill>
              <a:srgbClr val="FFFFFF"/>
            </a:solidFill>
            <a:ln w="0" cap="flat">
              <a:noFill/>
              <a:prstDash val="solid"/>
              <a:miter/>
            </a:ln>
          </p:spPr>
          <p:txBody>
            <a:bodyPr rtlCol="0" anchor="ctr"/>
            <a:lstStyle/>
            <a:p>
              <a:endParaRPr lang="de-DE"/>
            </a:p>
          </p:txBody>
        </p:sp>
      </p:grpSp>
      <p:grpSp>
        <p:nvGrpSpPr>
          <p:cNvPr id="341" name="Grafik 13">
            <a:extLst>
              <a:ext uri="{FF2B5EF4-FFF2-40B4-BE49-F238E27FC236}">
                <a16:creationId xmlns:a16="http://schemas.microsoft.com/office/drawing/2014/main" id="{31082C35-EFF0-1FDF-6960-05EA6603FE72}"/>
              </a:ext>
            </a:extLst>
          </p:cNvPr>
          <p:cNvGrpSpPr/>
          <p:nvPr/>
        </p:nvGrpSpPr>
        <p:grpSpPr>
          <a:xfrm>
            <a:off x="835998" y="3453931"/>
            <a:ext cx="532455" cy="453082"/>
            <a:chOff x="1740597" y="3381060"/>
            <a:chExt cx="639320" cy="544017"/>
          </a:xfrm>
          <a:solidFill>
            <a:srgbClr val="FFFFFF"/>
          </a:solidFill>
        </p:grpSpPr>
        <p:sp>
          <p:nvSpPr>
            <p:cNvPr id="342" name="Freihandform 341">
              <a:extLst>
                <a:ext uri="{FF2B5EF4-FFF2-40B4-BE49-F238E27FC236}">
                  <a16:creationId xmlns:a16="http://schemas.microsoft.com/office/drawing/2014/main" id="{6F9DD8E5-D4EA-500B-1CEE-C31FD6E28638}"/>
                </a:ext>
              </a:extLst>
            </p:cNvPr>
            <p:cNvSpPr/>
            <p:nvPr/>
          </p:nvSpPr>
          <p:spPr>
            <a:xfrm>
              <a:off x="1740597" y="3381060"/>
              <a:ext cx="639296" cy="232180"/>
            </a:xfrm>
            <a:custGeom>
              <a:avLst/>
              <a:gdLst>
                <a:gd name="connsiteX0" fmla="*/ 11976 w 639296"/>
                <a:gd name="connsiteY0" fmla="*/ 128048 h 232180"/>
                <a:gd name="connsiteX1" fmla="*/ 305417 w 639296"/>
                <a:gd name="connsiteY1" fmla="*/ 128048 h 232180"/>
                <a:gd name="connsiteX2" fmla="*/ 420912 w 639296"/>
                <a:gd name="connsiteY2" fmla="*/ 232180 h 232180"/>
                <a:gd name="connsiteX3" fmla="*/ 536408 w 639296"/>
                <a:gd name="connsiteY3" fmla="*/ 128048 h 232180"/>
                <a:gd name="connsiteX4" fmla="*/ 627320 w 639296"/>
                <a:gd name="connsiteY4" fmla="*/ 128048 h 232180"/>
                <a:gd name="connsiteX5" fmla="*/ 639296 w 639296"/>
                <a:gd name="connsiteY5" fmla="*/ 116074 h 232180"/>
                <a:gd name="connsiteX6" fmla="*/ 627320 w 639296"/>
                <a:gd name="connsiteY6" fmla="*/ 104100 h 232180"/>
                <a:gd name="connsiteX7" fmla="*/ 536400 w 639296"/>
                <a:gd name="connsiteY7" fmla="*/ 104100 h 232180"/>
                <a:gd name="connsiteX8" fmla="*/ 420904 w 639296"/>
                <a:gd name="connsiteY8" fmla="*/ 0 h 232180"/>
                <a:gd name="connsiteX9" fmla="*/ 305417 w 639296"/>
                <a:gd name="connsiteY9" fmla="*/ 104100 h 232180"/>
                <a:gd name="connsiteX10" fmla="*/ 11976 w 639296"/>
                <a:gd name="connsiteY10" fmla="*/ 104100 h 232180"/>
                <a:gd name="connsiteX11" fmla="*/ 0 w 639296"/>
                <a:gd name="connsiteY11" fmla="*/ 116074 h 232180"/>
                <a:gd name="connsiteX12" fmla="*/ 11976 w 639296"/>
                <a:gd name="connsiteY12" fmla="*/ 128048 h 232180"/>
                <a:gd name="connsiteX13" fmla="*/ 420904 w 639296"/>
                <a:gd name="connsiteY13" fmla="*/ 23948 h 232180"/>
                <a:gd name="connsiteX14" fmla="*/ 513063 w 639296"/>
                <a:gd name="connsiteY14" fmla="*/ 116090 h 232180"/>
                <a:gd name="connsiteX15" fmla="*/ 420904 w 639296"/>
                <a:gd name="connsiteY15" fmla="*/ 208232 h 232180"/>
                <a:gd name="connsiteX16" fmla="*/ 328754 w 639296"/>
                <a:gd name="connsiteY16" fmla="*/ 116186 h 232180"/>
                <a:gd name="connsiteX17" fmla="*/ 328762 w 639296"/>
                <a:gd name="connsiteY17" fmla="*/ 116074 h 232180"/>
                <a:gd name="connsiteX18" fmla="*/ 328754 w 639296"/>
                <a:gd name="connsiteY18" fmla="*/ 115978 h 232180"/>
                <a:gd name="connsiteX19" fmla="*/ 420904 w 639296"/>
                <a:gd name="connsiteY19" fmla="*/ 23948 h 232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39296" h="232180">
                  <a:moveTo>
                    <a:pt x="11976" y="128048"/>
                  </a:moveTo>
                  <a:lnTo>
                    <a:pt x="305417" y="128048"/>
                  </a:lnTo>
                  <a:cubicBezTo>
                    <a:pt x="311421" y="186456"/>
                    <a:pt x="360929" y="232180"/>
                    <a:pt x="420912" y="232180"/>
                  </a:cubicBezTo>
                  <a:cubicBezTo>
                    <a:pt x="480895" y="232180"/>
                    <a:pt x="530404" y="186464"/>
                    <a:pt x="536408" y="128048"/>
                  </a:cubicBezTo>
                  <a:lnTo>
                    <a:pt x="627320" y="128048"/>
                  </a:lnTo>
                  <a:cubicBezTo>
                    <a:pt x="633939" y="128048"/>
                    <a:pt x="639296" y="122684"/>
                    <a:pt x="639296" y="116074"/>
                  </a:cubicBezTo>
                  <a:cubicBezTo>
                    <a:pt x="639296" y="109464"/>
                    <a:pt x="633939" y="104100"/>
                    <a:pt x="627320" y="104100"/>
                  </a:cubicBezTo>
                  <a:lnTo>
                    <a:pt x="536400" y="104100"/>
                  </a:lnTo>
                  <a:cubicBezTo>
                    <a:pt x="530380" y="45700"/>
                    <a:pt x="480887" y="0"/>
                    <a:pt x="420904" y="0"/>
                  </a:cubicBezTo>
                  <a:cubicBezTo>
                    <a:pt x="360937" y="0"/>
                    <a:pt x="311445" y="45708"/>
                    <a:pt x="305417" y="104100"/>
                  </a:cubicBezTo>
                  <a:lnTo>
                    <a:pt x="11976" y="104100"/>
                  </a:lnTo>
                  <a:cubicBezTo>
                    <a:pt x="5357" y="104100"/>
                    <a:pt x="0" y="109464"/>
                    <a:pt x="0" y="116074"/>
                  </a:cubicBezTo>
                  <a:cubicBezTo>
                    <a:pt x="0" y="122684"/>
                    <a:pt x="5357" y="128048"/>
                    <a:pt x="11976" y="128048"/>
                  </a:cubicBezTo>
                  <a:close/>
                  <a:moveTo>
                    <a:pt x="420904" y="23948"/>
                  </a:moveTo>
                  <a:cubicBezTo>
                    <a:pt x="471722" y="23948"/>
                    <a:pt x="513063" y="65289"/>
                    <a:pt x="513063" y="116090"/>
                  </a:cubicBezTo>
                  <a:cubicBezTo>
                    <a:pt x="513063" y="166891"/>
                    <a:pt x="471722" y="208232"/>
                    <a:pt x="420904" y="208232"/>
                  </a:cubicBezTo>
                  <a:cubicBezTo>
                    <a:pt x="370087" y="208232"/>
                    <a:pt x="328802" y="166947"/>
                    <a:pt x="328754" y="116186"/>
                  </a:cubicBezTo>
                  <a:cubicBezTo>
                    <a:pt x="328754" y="116146"/>
                    <a:pt x="328762" y="116114"/>
                    <a:pt x="328762" y="116074"/>
                  </a:cubicBezTo>
                  <a:cubicBezTo>
                    <a:pt x="328762" y="116042"/>
                    <a:pt x="328754" y="116010"/>
                    <a:pt x="328754" y="115978"/>
                  </a:cubicBezTo>
                  <a:cubicBezTo>
                    <a:pt x="328826" y="65225"/>
                    <a:pt x="370134" y="23956"/>
                    <a:pt x="420904" y="23948"/>
                  </a:cubicBezTo>
                  <a:close/>
                </a:path>
              </a:pathLst>
            </a:custGeom>
            <a:solidFill>
              <a:srgbClr val="FFFFFF"/>
            </a:solidFill>
            <a:ln w="0" cap="flat">
              <a:noFill/>
              <a:prstDash val="solid"/>
              <a:miter/>
            </a:ln>
          </p:spPr>
          <p:txBody>
            <a:bodyPr rtlCol="0" anchor="ctr"/>
            <a:lstStyle/>
            <a:p>
              <a:endParaRPr lang="de-DE"/>
            </a:p>
          </p:txBody>
        </p:sp>
        <p:sp>
          <p:nvSpPr>
            <p:cNvPr id="343" name="Freihandform 342">
              <a:extLst>
                <a:ext uri="{FF2B5EF4-FFF2-40B4-BE49-F238E27FC236}">
                  <a16:creationId xmlns:a16="http://schemas.microsoft.com/office/drawing/2014/main" id="{A96F99CE-ADBB-2941-627A-E608834F1BCA}"/>
                </a:ext>
              </a:extLst>
            </p:cNvPr>
            <p:cNvSpPr/>
            <p:nvPr/>
          </p:nvSpPr>
          <p:spPr>
            <a:xfrm>
              <a:off x="1740605" y="3692929"/>
              <a:ext cx="639312" cy="232148"/>
            </a:xfrm>
            <a:custGeom>
              <a:avLst/>
              <a:gdLst>
                <a:gd name="connsiteX0" fmla="*/ 627328 w 639312"/>
                <a:gd name="connsiteY0" fmla="*/ 104100 h 232148"/>
                <a:gd name="connsiteX1" fmla="*/ 333584 w 639312"/>
                <a:gd name="connsiteY1" fmla="*/ 104100 h 232148"/>
                <a:gd name="connsiteX2" fmla="*/ 218113 w 639312"/>
                <a:gd name="connsiteY2" fmla="*/ 0 h 232148"/>
                <a:gd name="connsiteX3" fmla="*/ 218113 w 639312"/>
                <a:gd name="connsiteY3" fmla="*/ 0 h 232148"/>
                <a:gd name="connsiteX4" fmla="*/ 102649 w 639312"/>
                <a:gd name="connsiteY4" fmla="*/ 104100 h 232148"/>
                <a:gd name="connsiteX5" fmla="*/ 11976 w 639312"/>
                <a:gd name="connsiteY5" fmla="*/ 104100 h 232148"/>
                <a:gd name="connsiteX6" fmla="*/ 0 w 639312"/>
                <a:gd name="connsiteY6" fmla="*/ 116074 h 232148"/>
                <a:gd name="connsiteX7" fmla="*/ 11976 w 639312"/>
                <a:gd name="connsiteY7" fmla="*/ 128048 h 232148"/>
                <a:gd name="connsiteX8" fmla="*/ 102641 w 639312"/>
                <a:gd name="connsiteY8" fmla="*/ 128048 h 232148"/>
                <a:gd name="connsiteX9" fmla="*/ 218121 w 639312"/>
                <a:gd name="connsiteY9" fmla="*/ 232148 h 232148"/>
                <a:gd name="connsiteX10" fmla="*/ 333592 w 639312"/>
                <a:gd name="connsiteY10" fmla="*/ 128048 h 232148"/>
                <a:gd name="connsiteX11" fmla="*/ 627336 w 639312"/>
                <a:gd name="connsiteY11" fmla="*/ 128048 h 232148"/>
                <a:gd name="connsiteX12" fmla="*/ 639312 w 639312"/>
                <a:gd name="connsiteY12" fmla="*/ 116074 h 232148"/>
                <a:gd name="connsiteX13" fmla="*/ 627336 w 639312"/>
                <a:gd name="connsiteY13" fmla="*/ 104100 h 232148"/>
                <a:gd name="connsiteX14" fmla="*/ 218105 w 639312"/>
                <a:gd name="connsiteY14" fmla="*/ 208201 h 232148"/>
                <a:gd name="connsiteX15" fmla="*/ 125954 w 639312"/>
                <a:gd name="connsiteY15" fmla="*/ 116082 h 232148"/>
                <a:gd name="connsiteX16" fmla="*/ 218105 w 639312"/>
                <a:gd name="connsiteY16" fmla="*/ 23948 h 232148"/>
                <a:gd name="connsiteX17" fmla="*/ 310239 w 639312"/>
                <a:gd name="connsiteY17" fmla="*/ 116074 h 232148"/>
                <a:gd name="connsiteX18" fmla="*/ 218097 w 639312"/>
                <a:gd name="connsiteY18" fmla="*/ 208201 h 232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39312" h="232148">
                  <a:moveTo>
                    <a:pt x="627328" y="104100"/>
                  </a:moveTo>
                  <a:lnTo>
                    <a:pt x="333584" y="104100"/>
                  </a:lnTo>
                  <a:cubicBezTo>
                    <a:pt x="327572" y="45708"/>
                    <a:pt x="278080" y="0"/>
                    <a:pt x="218113" y="0"/>
                  </a:cubicBezTo>
                  <a:lnTo>
                    <a:pt x="218113" y="0"/>
                  </a:lnTo>
                  <a:cubicBezTo>
                    <a:pt x="158177" y="32"/>
                    <a:pt x="108693" y="45732"/>
                    <a:pt x="102649" y="104100"/>
                  </a:cubicBezTo>
                  <a:lnTo>
                    <a:pt x="11976" y="104100"/>
                  </a:lnTo>
                  <a:cubicBezTo>
                    <a:pt x="5357" y="104100"/>
                    <a:pt x="0" y="109464"/>
                    <a:pt x="0" y="116074"/>
                  </a:cubicBezTo>
                  <a:cubicBezTo>
                    <a:pt x="0" y="122684"/>
                    <a:pt x="5357" y="128048"/>
                    <a:pt x="11976" y="128048"/>
                  </a:cubicBezTo>
                  <a:lnTo>
                    <a:pt x="102641" y="128048"/>
                  </a:lnTo>
                  <a:cubicBezTo>
                    <a:pt x="108653" y="186440"/>
                    <a:pt x="158145" y="232148"/>
                    <a:pt x="218121" y="232148"/>
                  </a:cubicBezTo>
                  <a:cubicBezTo>
                    <a:pt x="278096" y="232148"/>
                    <a:pt x="327580" y="186440"/>
                    <a:pt x="333592" y="128048"/>
                  </a:cubicBezTo>
                  <a:lnTo>
                    <a:pt x="627336" y="128048"/>
                  </a:lnTo>
                  <a:cubicBezTo>
                    <a:pt x="633955" y="128048"/>
                    <a:pt x="639312" y="122684"/>
                    <a:pt x="639312" y="116074"/>
                  </a:cubicBezTo>
                  <a:cubicBezTo>
                    <a:pt x="639312" y="109464"/>
                    <a:pt x="633955" y="104100"/>
                    <a:pt x="627336" y="104100"/>
                  </a:cubicBezTo>
                  <a:close/>
                  <a:moveTo>
                    <a:pt x="218105" y="208201"/>
                  </a:moveTo>
                  <a:cubicBezTo>
                    <a:pt x="167295" y="208201"/>
                    <a:pt x="125954" y="166867"/>
                    <a:pt x="125954" y="116082"/>
                  </a:cubicBezTo>
                  <a:cubicBezTo>
                    <a:pt x="125978" y="65305"/>
                    <a:pt x="167319" y="23980"/>
                    <a:pt x="218105" y="23948"/>
                  </a:cubicBezTo>
                  <a:cubicBezTo>
                    <a:pt x="268906" y="23956"/>
                    <a:pt x="310239" y="65281"/>
                    <a:pt x="310239" y="116074"/>
                  </a:cubicBezTo>
                  <a:cubicBezTo>
                    <a:pt x="310239" y="166867"/>
                    <a:pt x="268906" y="208201"/>
                    <a:pt x="218097" y="208201"/>
                  </a:cubicBezTo>
                  <a:close/>
                </a:path>
              </a:pathLst>
            </a:custGeom>
            <a:solidFill>
              <a:srgbClr val="FFFFFF"/>
            </a:solidFill>
            <a:ln w="0" cap="flat">
              <a:noFill/>
              <a:prstDash val="solid"/>
              <a:miter/>
            </a:ln>
          </p:spPr>
          <p:txBody>
            <a:bodyPr rtlCol="0" anchor="ctr"/>
            <a:lstStyle/>
            <a:p>
              <a:endParaRPr lang="de-DE"/>
            </a:p>
          </p:txBody>
        </p:sp>
      </p:grpSp>
      <p:sp>
        <p:nvSpPr>
          <p:cNvPr id="344" name="Freihandform 343">
            <a:extLst>
              <a:ext uri="{FF2B5EF4-FFF2-40B4-BE49-F238E27FC236}">
                <a16:creationId xmlns:a16="http://schemas.microsoft.com/office/drawing/2014/main" id="{ABC6BAC3-4519-C72C-2FA8-F2EF115E2409}"/>
              </a:ext>
            </a:extLst>
          </p:cNvPr>
          <p:cNvSpPr/>
          <p:nvPr/>
        </p:nvSpPr>
        <p:spPr>
          <a:xfrm>
            <a:off x="3329112" y="1588426"/>
            <a:ext cx="540002" cy="511909"/>
          </a:xfrm>
          <a:custGeom>
            <a:avLst/>
            <a:gdLst>
              <a:gd name="connsiteX0" fmla="*/ 636406 w 648382"/>
              <a:gd name="connsiteY0" fmla="*/ 295382 h 614651"/>
              <a:gd name="connsiteX1" fmla="*/ 40830 w 648382"/>
              <a:gd name="connsiteY1" fmla="*/ 295382 h 614651"/>
              <a:gd name="connsiteX2" fmla="*/ 315732 w 648382"/>
              <a:gd name="connsiteY2" fmla="*/ 20439 h 614651"/>
              <a:gd name="connsiteX3" fmla="*/ 315732 w 648382"/>
              <a:gd name="connsiteY3" fmla="*/ 3508 h 614651"/>
              <a:gd name="connsiteX4" fmla="*/ 298790 w 648382"/>
              <a:gd name="connsiteY4" fmla="*/ 3508 h 614651"/>
              <a:gd name="connsiteX5" fmla="*/ 3441 w 648382"/>
              <a:gd name="connsiteY5" fmla="*/ 298910 h 614651"/>
              <a:gd name="connsiteX6" fmla="*/ 3353 w 648382"/>
              <a:gd name="connsiteY6" fmla="*/ 299038 h 614651"/>
              <a:gd name="connsiteX7" fmla="*/ 894 w 648382"/>
              <a:gd name="connsiteY7" fmla="*/ 302750 h 614651"/>
              <a:gd name="connsiteX8" fmla="*/ 742 w 648382"/>
              <a:gd name="connsiteY8" fmla="*/ 303245 h 614651"/>
              <a:gd name="connsiteX9" fmla="*/ 0 w 648382"/>
              <a:gd name="connsiteY9" fmla="*/ 307052 h 614651"/>
              <a:gd name="connsiteX10" fmla="*/ 0 w 648382"/>
              <a:gd name="connsiteY10" fmla="*/ 307731 h 614651"/>
              <a:gd name="connsiteX11" fmla="*/ 719 w 648382"/>
              <a:gd name="connsiteY11" fmla="*/ 311435 h 614651"/>
              <a:gd name="connsiteX12" fmla="*/ 910 w 648382"/>
              <a:gd name="connsiteY12" fmla="*/ 312041 h 614651"/>
              <a:gd name="connsiteX13" fmla="*/ 3257 w 648382"/>
              <a:gd name="connsiteY13" fmla="*/ 315578 h 614651"/>
              <a:gd name="connsiteX14" fmla="*/ 3433 w 648382"/>
              <a:gd name="connsiteY14" fmla="*/ 315841 h 614651"/>
              <a:gd name="connsiteX15" fmla="*/ 298782 w 648382"/>
              <a:gd name="connsiteY15" fmla="*/ 611147 h 614651"/>
              <a:gd name="connsiteX16" fmla="*/ 307253 w 648382"/>
              <a:gd name="connsiteY16" fmla="*/ 614651 h 614651"/>
              <a:gd name="connsiteX17" fmla="*/ 315724 w 648382"/>
              <a:gd name="connsiteY17" fmla="*/ 611147 h 614651"/>
              <a:gd name="connsiteX18" fmla="*/ 315724 w 648382"/>
              <a:gd name="connsiteY18" fmla="*/ 594216 h 614651"/>
              <a:gd name="connsiteX19" fmla="*/ 40798 w 648382"/>
              <a:gd name="connsiteY19" fmla="*/ 319329 h 614651"/>
              <a:gd name="connsiteX20" fmla="*/ 636406 w 648382"/>
              <a:gd name="connsiteY20" fmla="*/ 319329 h 614651"/>
              <a:gd name="connsiteX21" fmla="*/ 648382 w 648382"/>
              <a:gd name="connsiteY21" fmla="*/ 307356 h 614651"/>
              <a:gd name="connsiteX22" fmla="*/ 636406 w 648382"/>
              <a:gd name="connsiteY22" fmla="*/ 295382 h 614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8382" h="614651">
                <a:moveTo>
                  <a:pt x="636406" y="295382"/>
                </a:moveTo>
                <a:lnTo>
                  <a:pt x="40830" y="295382"/>
                </a:lnTo>
                <a:lnTo>
                  <a:pt x="315732" y="20439"/>
                </a:lnTo>
                <a:cubicBezTo>
                  <a:pt x="320403" y="15762"/>
                  <a:pt x="320403" y="8178"/>
                  <a:pt x="315732" y="3508"/>
                </a:cubicBezTo>
                <a:cubicBezTo>
                  <a:pt x="311053" y="-1169"/>
                  <a:pt x="303469" y="-1169"/>
                  <a:pt x="298790" y="3508"/>
                </a:cubicBezTo>
                <a:lnTo>
                  <a:pt x="3441" y="298910"/>
                </a:lnTo>
                <a:cubicBezTo>
                  <a:pt x="3441" y="298910"/>
                  <a:pt x="3393" y="298998"/>
                  <a:pt x="3353" y="299038"/>
                </a:cubicBezTo>
                <a:cubicBezTo>
                  <a:pt x="2315" y="300108"/>
                  <a:pt x="1477" y="301353"/>
                  <a:pt x="894" y="302750"/>
                </a:cubicBezTo>
                <a:cubicBezTo>
                  <a:pt x="822" y="302917"/>
                  <a:pt x="798" y="303085"/>
                  <a:pt x="742" y="303245"/>
                </a:cubicBezTo>
                <a:cubicBezTo>
                  <a:pt x="303" y="304442"/>
                  <a:pt x="40" y="305711"/>
                  <a:pt x="0" y="307052"/>
                </a:cubicBezTo>
                <a:cubicBezTo>
                  <a:pt x="0" y="307284"/>
                  <a:pt x="0" y="307499"/>
                  <a:pt x="0" y="307731"/>
                </a:cubicBezTo>
                <a:cubicBezTo>
                  <a:pt x="40" y="309032"/>
                  <a:pt x="295" y="310269"/>
                  <a:pt x="719" y="311435"/>
                </a:cubicBezTo>
                <a:cubicBezTo>
                  <a:pt x="790" y="311642"/>
                  <a:pt x="822" y="311842"/>
                  <a:pt x="910" y="312041"/>
                </a:cubicBezTo>
                <a:cubicBezTo>
                  <a:pt x="1469" y="313367"/>
                  <a:pt x="2283" y="314548"/>
                  <a:pt x="3257" y="315578"/>
                </a:cubicBezTo>
                <a:cubicBezTo>
                  <a:pt x="3329" y="315658"/>
                  <a:pt x="3353" y="315761"/>
                  <a:pt x="3433" y="315841"/>
                </a:cubicBezTo>
                <a:lnTo>
                  <a:pt x="298782" y="611147"/>
                </a:lnTo>
                <a:cubicBezTo>
                  <a:pt x="301122" y="613486"/>
                  <a:pt x="304187" y="614651"/>
                  <a:pt x="307253" y="614651"/>
                </a:cubicBezTo>
                <a:cubicBezTo>
                  <a:pt x="310319" y="614651"/>
                  <a:pt x="313385" y="613486"/>
                  <a:pt x="315724" y="611147"/>
                </a:cubicBezTo>
                <a:cubicBezTo>
                  <a:pt x="320403" y="606469"/>
                  <a:pt x="320403" y="598894"/>
                  <a:pt x="315724" y="594216"/>
                </a:cubicBezTo>
                <a:lnTo>
                  <a:pt x="40798" y="319329"/>
                </a:lnTo>
                <a:lnTo>
                  <a:pt x="636406" y="319329"/>
                </a:lnTo>
                <a:cubicBezTo>
                  <a:pt x="643025" y="319329"/>
                  <a:pt x="648382" y="313965"/>
                  <a:pt x="648382" y="307356"/>
                </a:cubicBezTo>
                <a:cubicBezTo>
                  <a:pt x="648382" y="300746"/>
                  <a:pt x="643025" y="295382"/>
                  <a:pt x="636406" y="295382"/>
                </a:cubicBezTo>
                <a:close/>
              </a:path>
            </a:pathLst>
          </a:custGeom>
          <a:solidFill>
            <a:srgbClr val="FFFFFF"/>
          </a:solidFill>
          <a:ln w="0" cap="flat">
            <a:noFill/>
            <a:prstDash val="solid"/>
            <a:miter/>
          </a:ln>
        </p:spPr>
        <p:txBody>
          <a:bodyPr rtlCol="0" anchor="ctr"/>
          <a:lstStyle/>
          <a:p>
            <a:endParaRPr lang="de-DE"/>
          </a:p>
        </p:txBody>
      </p:sp>
      <p:grpSp>
        <p:nvGrpSpPr>
          <p:cNvPr id="346" name="Grafik 13">
            <a:extLst>
              <a:ext uri="{FF2B5EF4-FFF2-40B4-BE49-F238E27FC236}">
                <a16:creationId xmlns:a16="http://schemas.microsoft.com/office/drawing/2014/main" id="{1AF7291D-01DA-920A-6628-54640B93E0E8}"/>
              </a:ext>
            </a:extLst>
          </p:cNvPr>
          <p:cNvGrpSpPr/>
          <p:nvPr/>
        </p:nvGrpSpPr>
        <p:grpSpPr>
          <a:xfrm>
            <a:off x="10776929" y="5203775"/>
            <a:ext cx="625692" cy="625577"/>
            <a:chOff x="14798471" y="6606013"/>
            <a:chExt cx="751270" cy="751133"/>
          </a:xfrm>
          <a:solidFill>
            <a:srgbClr val="FFFFFF"/>
          </a:solidFill>
        </p:grpSpPr>
        <p:sp>
          <p:nvSpPr>
            <p:cNvPr id="347" name="Freihandform 346">
              <a:extLst>
                <a:ext uri="{FF2B5EF4-FFF2-40B4-BE49-F238E27FC236}">
                  <a16:creationId xmlns:a16="http://schemas.microsoft.com/office/drawing/2014/main" id="{804EE94A-9733-35AF-5E72-8678CA36F4EC}"/>
                </a:ext>
              </a:extLst>
            </p:cNvPr>
            <p:cNvSpPr/>
            <p:nvPr/>
          </p:nvSpPr>
          <p:spPr>
            <a:xfrm>
              <a:off x="14798471" y="6606013"/>
              <a:ext cx="751270" cy="751133"/>
            </a:xfrm>
            <a:custGeom>
              <a:avLst/>
              <a:gdLst>
                <a:gd name="connsiteX0" fmla="*/ 375619 w 751270"/>
                <a:gd name="connsiteY0" fmla="*/ 0 h 751133"/>
                <a:gd name="connsiteX1" fmla="*/ 0 w 751270"/>
                <a:gd name="connsiteY1" fmla="*/ 375578 h 751133"/>
                <a:gd name="connsiteX2" fmla="*/ 375652 w 751270"/>
                <a:gd name="connsiteY2" fmla="*/ 751133 h 751133"/>
                <a:gd name="connsiteX3" fmla="*/ 751271 w 751270"/>
                <a:gd name="connsiteY3" fmla="*/ 375554 h 751133"/>
                <a:gd name="connsiteX4" fmla="*/ 375619 w 751270"/>
                <a:gd name="connsiteY4" fmla="*/ 0 h 751133"/>
                <a:gd name="connsiteX5" fmla="*/ 375652 w 751270"/>
                <a:gd name="connsiteY5" fmla="*/ 727177 h 751133"/>
                <a:gd name="connsiteX6" fmla="*/ 23952 w 751270"/>
                <a:gd name="connsiteY6" fmla="*/ 375571 h 751133"/>
                <a:gd name="connsiteX7" fmla="*/ 126945 w 751270"/>
                <a:gd name="connsiteY7" fmla="*/ 126939 h 751133"/>
                <a:gd name="connsiteX8" fmla="*/ 375644 w 751270"/>
                <a:gd name="connsiteY8" fmla="*/ 23948 h 751133"/>
                <a:gd name="connsiteX9" fmla="*/ 727311 w 751270"/>
                <a:gd name="connsiteY9" fmla="*/ 375554 h 751133"/>
                <a:gd name="connsiteX10" fmla="*/ 375644 w 751270"/>
                <a:gd name="connsiteY10" fmla="*/ 727186 h 751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1270" h="751133">
                  <a:moveTo>
                    <a:pt x="375619" y="0"/>
                  </a:moveTo>
                  <a:cubicBezTo>
                    <a:pt x="168501" y="0"/>
                    <a:pt x="-8" y="168487"/>
                    <a:pt x="0" y="375578"/>
                  </a:cubicBezTo>
                  <a:cubicBezTo>
                    <a:pt x="9" y="582670"/>
                    <a:pt x="168525" y="751141"/>
                    <a:pt x="375652" y="751133"/>
                  </a:cubicBezTo>
                  <a:cubicBezTo>
                    <a:pt x="582778" y="751125"/>
                    <a:pt x="751279" y="582645"/>
                    <a:pt x="751271" y="375554"/>
                  </a:cubicBezTo>
                  <a:cubicBezTo>
                    <a:pt x="751271" y="168487"/>
                    <a:pt x="582763" y="8"/>
                    <a:pt x="375619" y="0"/>
                  </a:cubicBezTo>
                  <a:close/>
                  <a:moveTo>
                    <a:pt x="375652" y="727177"/>
                  </a:moveTo>
                  <a:cubicBezTo>
                    <a:pt x="181731" y="727177"/>
                    <a:pt x="23961" y="569451"/>
                    <a:pt x="23952" y="375571"/>
                  </a:cubicBezTo>
                  <a:cubicBezTo>
                    <a:pt x="23952" y="281648"/>
                    <a:pt x="60527" y="193353"/>
                    <a:pt x="126945" y="126939"/>
                  </a:cubicBezTo>
                  <a:cubicBezTo>
                    <a:pt x="193362" y="60532"/>
                    <a:pt x="281681" y="23948"/>
                    <a:pt x="375644" y="23948"/>
                  </a:cubicBezTo>
                  <a:cubicBezTo>
                    <a:pt x="569541" y="23948"/>
                    <a:pt x="727304" y="181690"/>
                    <a:pt x="727311" y="375554"/>
                  </a:cubicBezTo>
                  <a:cubicBezTo>
                    <a:pt x="727311" y="569435"/>
                    <a:pt x="569557" y="727177"/>
                    <a:pt x="375644" y="727186"/>
                  </a:cubicBezTo>
                  <a:close/>
                </a:path>
              </a:pathLst>
            </a:custGeom>
            <a:solidFill>
              <a:srgbClr val="FFFFFF"/>
            </a:solidFill>
            <a:ln w="0" cap="flat">
              <a:noFill/>
              <a:prstDash val="solid"/>
              <a:miter/>
            </a:ln>
          </p:spPr>
          <p:txBody>
            <a:bodyPr rtlCol="0" anchor="ctr"/>
            <a:lstStyle/>
            <a:p>
              <a:endParaRPr lang="de-DE"/>
            </a:p>
          </p:txBody>
        </p:sp>
        <p:sp>
          <p:nvSpPr>
            <p:cNvPr id="348" name="Freihandform 347">
              <a:extLst>
                <a:ext uri="{FF2B5EF4-FFF2-40B4-BE49-F238E27FC236}">
                  <a16:creationId xmlns:a16="http://schemas.microsoft.com/office/drawing/2014/main" id="{60D78B8E-7D08-503F-E9BA-DCEDA68022CE}"/>
                </a:ext>
              </a:extLst>
            </p:cNvPr>
            <p:cNvSpPr/>
            <p:nvPr/>
          </p:nvSpPr>
          <p:spPr>
            <a:xfrm>
              <a:off x="15020451" y="6827966"/>
              <a:ext cx="307303" cy="307185"/>
            </a:xfrm>
            <a:custGeom>
              <a:avLst/>
              <a:gdLst>
                <a:gd name="connsiteX0" fmla="*/ 292089 w 307303"/>
                <a:gd name="connsiteY0" fmla="*/ 441 h 307185"/>
                <a:gd name="connsiteX1" fmla="*/ 70951 w 307303"/>
                <a:gd name="connsiteY1" fmla="*/ 62529 h 307185"/>
                <a:gd name="connsiteX2" fmla="*/ 62655 w 307303"/>
                <a:gd name="connsiteY2" fmla="*/ 70815 h 307185"/>
                <a:gd name="connsiteX3" fmla="*/ 444 w 307303"/>
                <a:gd name="connsiteY3" fmla="*/ 291971 h 307185"/>
                <a:gd name="connsiteX4" fmla="*/ 3510 w 307303"/>
                <a:gd name="connsiteY4" fmla="*/ 303681 h 307185"/>
                <a:gd name="connsiteX5" fmla="*/ 11981 w 307303"/>
                <a:gd name="connsiteY5" fmla="*/ 307185 h 307185"/>
                <a:gd name="connsiteX6" fmla="*/ 15223 w 307303"/>
                <a:gd name="connsiteY6" fmla="*/ 306739 h 307185"/>
                <a:gd name="connsiteX7" fmla="*/ 236465 w 307303"/>
                <a:gd name="connsiteY7" fmla="*/ 244547 h 307185"/>
                <a:gd name="connsiteX8" fmla="*/ 244753 w 307303"/>
                <a:gd name="connsiteY8" fmla="*/ 236253 h 307185"/>
                <a:gd name="connsiteX9" fmla="*/ 306859 w 307303"/>
                <a:gd name="connsiteY9" fmla="*/ 15201 h 307185"/>
                <a:gd name="connsiteX10" fmla="*/ 303793 w 307303"/>
                <a:gd name="connsiteY10" fmla="*/ 3498 h 307185"/>
                <a:gd name="connsiteX11" fmla="*/ 292089 w 307303"/>
                <a:gd name="connsiteY11" fmla="*/ 433 h 307185"/>
                <a:gd name="connsiteX12" fmla="*/ 223499 w 307303"/>
                <a:gd name="connsiteY12" fmla="*/ 223321 h 307185"/>
                <a:gd name="connsiteX13" fmla="*/ 29282 w 307303"/>
                <a:gd name="connsiteY13" fmla="*/ 277914 h 307185"/>
                <a:gd name="connsiteX14" fmla="*/ 83892 w 307303"/>
                <a:gd name="connsiteY14" fmla="*/ 83778 h 307185"/>
                <a:gd name="connsiteX15" fmla="*/ 278022 w 307303"/>
                <a:gd name="connsiteY15" fmla="*/ 29266 h 307185"/>
                <a:gd name="connsiteX16" fmla="*/ 223499 w 307303"/>
                <a:gd name="connsiteY16" fmla="*/ 223329 h 30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07303" h="307185">
                  <a:moveTo>
                    <a:pt x="292089" y="441"/>
                  </a:moveTo>
                  <a:lnTo>
                    <a:pt x="70951" y="62529"/>
                  </a:lnTo>
                  <a:cubicBezTo>
                    <a:pt x="66926" y="63663"/>
                    <a:pt x="63789" y="66800"/>
                    <a:pt x="62655" y="70815"/>
                  </a:cubicBezTo>
                  <a:lnTo>
                    <a:pt x="444" y="291971"/>
                  </a:lnTo>
                  <a:cubicBezTo>
                    <a:pt x="-722" y="296138"/>
                    <a:pt x="444" y="300616"/>
                    <a:pt x="3510" y="303681"/>
                  </a:cubicBezTo>
                  <a:cubicBezTo>
                    <a:pt x="5786" y="305956"/>
                    <a:pt x="8843" y="307185"/>
                    <a:pt x="11981" y="307185"/>
                  </a:cubicBezTo>
                  <a:cubicBezTo>
                    <a:pt x="13067" y="307185"/>
                    <a:pt x="14153" y="307034"/>
                    <a:pt x="15223" y="306739"/>
                  </a:cubicBezTo>
                  <a:lnTo>
                    <a:pt x="236465" y="244547"/>
                  </a:lnTo>
                  <a:cubicBezTo>
                    <a:pt x="240481" y="243413"/>
                    <a:pt x="243618" y="240276"/>
                    <a:pt x="244753" y="236253"/>
                  </a:cubicBezTo>
                  <a:lnTo>
                    <a:pt x="306859" y="15201"/>
                  </a:lnTo>
                  <a:cubicBezTo>
                    <a:pt x="308025" y="11041"/>
                    <a:pt x="306859" y="6563"/>
                    <a:pt x="303793" y="3498"/>
                  </a:cubicBezTo>
                  <a:cubicBezTo>
                    <a:pt x="300728" y="441"/>
                    <a:pt x="296249" y="-709"/>
                    <a:pt x="292089" y="433"/>
                  </a:cubicBezTo>
                  <a:close/>
                  <a:moveTo>
                    <a:pt x="223499" y="223321"/>
                  </a:moveTo>
                  <a:lnTo>
                    <a:pt x="29282" y="277914"/>
                  </a:lnTo>
                  <a:lnTo>
                    <a:pt x="83892" y="83778"/>
                  </a:lnTo>
                  <a:lnTo>
                    <a:pt x="278022" y="29266"/>
                  </a:lnTo>
                  <a:lnTo>
                    <a:pt x="223499" y="223329"/>
                  </a:lnTo>
                  <a:close/>
                </a:path>
              </a:pathLst>
            </a:custGeom>
            <a:solidFill>
              <a:srgbClr val="FFFFFF"/>
            </a:solidFill>
            <a:ln w="0" cap="flat">
              <a:noFill/>
              <a:prstDash val="solid"/>
              <a:miter/>
            </a:ln>
          </p:spPr>
          <p:txBody>
            <a:bodyPr rtlCol="0" anchor="ctr"/>
            <a:lstStyle/>
            <a:p>
              <a:endParaRPr lang="de-DE"/>
            </a:p>
          </p:txBody>
        </p:sp>
      </p:grpSp>
      <p:sp>
        <p:nvSpPr>
          <p:cNvPr id="353" name="Freihandform 352">
            <a:extLst>
              <a:ext uri="{FF2B5EF4-FFF2-40B4-BE49-F238E27FC236}">
                <a16:creationId xmlns:a16="http://schemas.microsoft.com/office/drawing/2014/main" id="{7CEF0E6F-1195-F408-B97A-9FE940D58E4D}"/>
              </a:ext>
            </a:extLst>
          </p:cNvPr>
          <p:cNvSpPr/>
          <p:nvPr/>
        </p:nvSpPr>
        <p:spPr>
          <a:xfrm>
            <a:off x="749767" y="5215780"/>
            <a:ext cx="704916" cy="601566"/>
          </a:xfrm>
          <a:custGeom>
            <a:avLst/>
            <a:gdLst>
              <a:gd name="connsiteX0" fmla="*/ 842346 w 846395"/>
              <a:gd name="connsiteY0" fmla="*/ 365962 h 722302"/>
              <a:gd name="connsiteX1" fmla="*/ 431142 w 846395"/>
              <a:gd name="connsiteY1" fmla="*/ 2940 h 722302"/>
              <a:gd name="connsiteX2" fmla="*/ 430871 w 846395"/>
              <a:gd name="connsiteY2" fmla="*/ 2749 h 722302"/>
              <a:gd name="connsiteX3" fmla="*/ 429601 w 846395"/>
              <a:gd name="connsiteY3" fmla="*/ 1839 h 722302"/>
              <a:gd name="connsiteX4" fmla="*/ 428875 w 846395"/>
              <a:gd name="connsiteY4" fmla="*/ 1400 h 722302"/>
              <a:gd name="connsiteX5" fmla="*/ 427557 w 846395"/>
              <a:gd name="connsiteY5" fmla="*/ 809 h 722302"/>
              <a:gd name="connsiteX6" fmla="*/ 426695 w 846395"/>
              <a:gd name="connsiteY6" fmla="*/ 497 h 722302"/>
              <a:gd name="connsiteX7" fmla="*/ 425386 w 846395"/>
              <a:gd name="connsiteY7" fmla="*/ 194 h 722302"/>
              <a:gd name="connsiteX8" fmla="*/ 424420 w 846395"/>
              <a:gd name="connsiteY8" fmla="*/ 43 h 722302"/>
              <a:gd name="connsiteX9" fmla="*/ 423134 w 846395"/>
              <a:gd name="connsiteY9" fmla="*/ 3 h 722302"/>
              <a:gd name="connsiteX10" fmla="*/ 422112 w 846395"/>
              <a:gd name="connsiteY10" fmla="*/ 35 h 722302"/>
              <a:gd name="connsiteX11" fmla="*/ 420907 w 846395"/>
              <a:gd name="connsiteY11" fmla="*/ 226 h 722302"/>
              <a:gd name="connsiteX12" fmla="*/ 419829 w 846395"/>
              <a:gd name="connsiteY12" fmla="*/ 474 h 722302"/>
              <a:gd name="connsiteX13" fmla="*/ 418783 w 846395"/>
              <a:gd name="connsiteY13" fmla="*/ 857 h 722302"/>
              <a:gd name="connsiteX14" fmla="*/ 417625 w 846395"/>
              <a:gd name="connsiteY14" fmla="*/ 1376 h 722302"/>
              <a:gd name="connsiteX15" fmla="*/ 416795 w 846395"/>
              <a:gd name="connsiteY15" fmla="*/ 1879 h 722302"/>
              <a:gd name="connsiteX16" fmla="*/ 415597 w 846395"/>
              <a:gd name="connsiteY16" fmla="*/ 2741 h 722302"/>
              <a:gd name="connsiteX17" fmla="*/ 415310 w 846395"/>
              <a:gd name="connsiteY17" fmla="*/ 2948 h 722302"/>
              <a:gd name="connsiteX18" fmla="*/ 112248 w 846395"/>
              <a:gd name="connsiteY18" fmla="*/ 270459 h 722302"/>
              <a:gd name="connsiteX19" fmla="*/ 112121 w 846395"/>
              <a:gd name="connsiteY19" fmla="*/ 270571 h 722302"/>
              <a:gd name="connsiteX20" fmla="*/ 4050 w 846395"/>
              <a:gd name="connsiteY20" fmla="*/ 365962 h 722302"/>
              <a:gd name="connsiteX21" fmla="*/ 2996 w 846395"/>
              <a:gd name="connsiteY21" fmla="*/ 382861 h 722302"/>
              <a:gd name="connsiteX22" fmla="*/ 11978 w 846395"/>
              <a:gd name="connsiteY22" fmla="*/ 386909 h 722302"/>
              <a:gd name="connsiteX23" fmla="*/ 19898 w 846395"/>
              <a:gd name="connsiteY23" fmla="*/ 383907 h 722302"/>
              <a:gd name="connsiteX24" fmla="*/ 108632 w 846395"/>
              <a:gd name="connsiteY24" fmla="*/ 305583 h 722302"/>
              <a:gd name="connsiteX25" fmla="*/ 108632 w 846395"/>
              <a:gd name="connsiteY25" fmla="*/ 630551 h 722302"/>
              <a:gd name="connsiteX26" fmla="*/ 135577 w 846395"/>
              <a:gd name="connsiteY26" fmla="*/ 695457 h 722302"/>
              <a:gd name="connsiteX27" fmla="*/ 200455 w 846395"/>
              <a:gd name="connsiteY27" fmla="*/ 722303 h 722302"/>
              <a:gd name="connsiteX28" fmla="*/ 645941 w 846395"/>
              <a:gd name="connsiteY28" fmla="*/ 722303 h 722302"/>
              <a:gd name="connsiteX29" fmla="*/ 710859 w 846395"/>
              <a:gd name="connsiteY29" fmla="*/ 695378 h 722302"/>
              <a:gd name="connsiteX30" fmla="*/ 737724 w 846395"/>
              <a:gd name="connsiteY30" fmla="*/ 630448 h 722302"/>
              <a:gd name="connsiteX31" fmla="*/ 737724 w 846395"/>
              <a:gd name="connsiteY31" fmla="*/ 305526 h 722302"/>
              <a:gd name="connsiteX32" fmla="*/ 826498 w 846395"/>
              <a:gd name="connsiteY32" fmla="*/ 383899 h 722302"/>
              <a:gd name="connsiteX33" fmla="*/ 834418 w 846395"/>
              <a:gd name="connsiteY33" fmla="*/ 386900 h 722302"/>
              <a:gd name="connsiteX34" fmla="*/ 843400 w 846395"/>
              <a:gd name="connsiteY34" fmla="*/ 382853 h 722302"/>
              <a:gd name="connsiteX35" fmla="*/ 842346 w 846395"/>
              <a:gd name="connsiteY35" fmla="*/ 365954 h 722302"/>
              <a:gd name="connsiteX36" fmla="*/ 713773 w 846395"/>
              <a:gd name="connsiteY36" fmla="*/ 630464 h 722302"/>
              <a:gd name="connsiteX37" fmla="*/ 693917 w 846395"/>
              <a:gd name="connsiteY37" fmla="*/ 678463 h 722302"/>
              <a:gd name="connsiteX38" fmla="*/ 645885 w 846395"/>
              <a:gd name="connsiteY38" fmla="*/ 698363 h 722302"/>
              <a:gd name="connsiteX39" fmla="*/ 200455 w 846395"/>
              <a:gd name="connsiteY39" fmla="*/ 698363 h 722302"/>
              <a:gd name="connsiteX40" fmla="*/ 152495 w 846395"/>
              <a:gd name="connsiteY40" fmla="*/ 678519 h 722302"/>
              <a:gd name="connsiteX41" fmla="*/ 132575 w 846395"/>
              <a:gd name="connsiteY41" fmla="*/ 630456 h 722302"/>
              <a:gd name="connsiteX42" fmla="*/ 132575 w 846395"/>
              <a:gd name="connsiteY42" fmla="*/ 284445 h 722302"/>
              <a:gd name="connsiteX43" fmla="*/ 423222 w 846395"/>
              <a:gd name="connsiteY43" fmla="*/ 27894 h 722302"/>
              <a:gd name="connsiteX44" fmla="*/ 713773 w 846395"/>
              <a:gd name="connsiteY44" fmla="*/ 284396 h 722302"/>
              <a:gd name="connsiteX45" fmla="*/ 713773 w 846395"/>
              <a:gd name="connsiteY45" fmla="*/ 630464 h 722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846395" h="722302">
                <a:moveTo>
                  <a:pt x="842346" y="365962"/>
                </a:moveTo>
                <a:lnTo>
                  <a:pt x="431142" y="2940"/>
                </a:lnTo>
                <a:cubicBezTo>
                  <a:pt x="431054" y="2868"/>
                  <a:pt x="430958" y="2820"/>
                  <a:pt x="430871" y="2749"/>
                </a:cubicBezTo>
                <a:cubicBezTo>
                  <a:pt x="430463" y="2414"/>
                  <a:pt x="430040" y="2118"/>
                  <a:pt x="429601" y="1839"/>
                </a:cubicBezTo>
                <a:cubicBezTo>
                  <a:pt x="429362" y="1687"/>
                  <a:pt x="429122" y="1527"/>
                  <a:pt x="428875" y="1400"/>
                </a:cubicBezTo>
                <a:cubicBezTo>
                  <a:pt x="428443" y="1168"/>
                  <a:pt x="428004" y="985"/>
                  <a:pt x="427557" y="809"/>
                </a:cubicBezTo>
                <a:cubicBezTo>
                  <a:pt x="427270" y="697"/>
                  <a:pt x="426990" y="586"/>
                  <a:pt x="426695" y="497"/>
                </a:cubicBezTo>
                <a:cubicBezTo>
                  <a:pt x="426264" y="370"/>
                  <a:pt x="425825" y="274"/>
                  <a:pt x="425386" y="194"/>
                </a:cubicBezTo>
                <a:cubicBezTo>
                  <a:pt x="425066" y="138"/>
                  <a:pt x="424747" y="75"/>
                  <a:pt x="424420" y="43"/>
                </a:cubicBezTo>
                <a:cubicBezTo>
                  <a:pt x="423988" y="3"/>
                  <a:pt x="423565" y="-5"/>
                  <a:pt x="423134" y="3"/>
                </a:cubicBezTo>
                <a:cubicBezTo>
                  <a:pt x="422791" y="3"/>
                  <a:pt x="422455" y="3"/>
                  <a:pt x="422112" y="35"/>
                </a:cubicBezTo>
                <a:cubicBezTo>
                  <a:pt x="421705" y="75"/>
                  <a:pt x="421306" y="147"/>
                  <a:pt x="420907" y="226"/>
                </a:cubicBezTo>
                <a:cubicBezTo>
                  <a:pt x="420539" y="298"/>
                  <a:pt x="420180" y="370"/>
                  <a:pt x="419829" y="474"/>
                </a:cubicBezTo>
                <a:cubicBezTo>
                  <a:pt x="419469" y="577"/>
                  <a:pt x="419126" y="713"/>
                  <a:pt x="418783" y="857"/>
                </a:cubicBezTo>
                <a:cubicBezTo>
                  <a:pt x="418392" y="1016"/>
                  <a:pt x="418000" y="1176"/>
                  <a:pt x="417625" y="1376"/>
                </a:cubicBezTo>
                <a:cubicBezTo>
                  <a:pt x="417338" y="1527"/>
                  <a:pt x="417074" y="1703"/>
                  <a:pt x="416795" y="1879"/>
                </a:cubicBezTo>
                <a:cubicBezTo>
                  <a:pt x="416380" y="2142"/>
                  <a:pt x="415981" y="2421"/>
                  <a:pt x="415597" y="2741"/>
                </a:cubicBezTo>
                <a:cubicBezTo>
                  <a:pt x="415509" y="2820"/>
                  <a:pt x="415406" y="2868"/>
                  <a:pt x="415310" y="2948"/>
                </a:cubicBezTo>
                <a:lnTo>
                  <a:pt x="112248" y="270459"/>
                </a:lnTo>
                <a:cubicBezTo>
                  <a:pt x="112208" y="270499"/>
                  <a:pt x="112160" y="270531"/>
                  <a:pt x="112121" y="270571"/>
                </a:cubicBezTo>
                <a:lnTo>
                  <a:pt x="4050" y="365962"/>
                </a:lnTo>
                <a:cubicBezTo>
                  <a:pt x="-908" y="370337"/>
                  <a:pt x="-1379" y="377904"/>
                  <a:pt x="2996" y="382861"/>
                </a:cubicBezTo>
                <a:cubicBezTo>
                  <a:pt x="5360" y="385536"/>
                  <a:pt x="8665" y="386909"/>
                  <a:pt x="11978" y="386909"/>
                </a:cubicBezTo>
                <a:cubicBezTo>
                  <a:pt x="14797" y="386909"/>
                  <a:pt x="17623" y="385919"/>
                  <a:pt x="19898" y="383907"/>
                </a:cubicBezTo>
                <a:lnTo>
                  <a:pt x="108632" y="305583"/>
                </a:lnTo>
                <a:lnTo>
                  <a:pt x="108632" y="630551"/>
                </a:lnTo>
                <a:cubicBezTo>
                  <a:pt x="108648" y="655074"/>
                  <a:pt x="118220" y="678127"/>
                  <a:pt x="135577" y="695457"/>
                </a:cubicBezTo>
                <a:cubicBezTo>
                  <a:pt x="152918" y="712771"/>
                  <a:pt x="175960" y="722303"/>
                  <a:pt x="200455" y="722303"/>
                </a:cubicBezTo>
                <a:lnTo>
                  <a:pt x="645941" y="722303"/>
                </a:lnTo>
                <a:cubicBezTo>
                  <a:pt x="670468" y="722287"/>
                  <a:pt x="693525" y="712731"/>
                  <a:pt x="710859" y="695378"/>
                </a:cubicBezTo>
                <a:cubicBezTo>
                  <a:pt x="728192" y="678024"/>
                  <a:pt x="737732" y="654970"/>
                  <a:pt x="737724" y="630448"/>
                </a:cubicBezTo>
                <a:lnTo>
                  <a:pt x="737724" y="305526"/>
                </a:lnTo>
                <a:lnTo>
                  <a:pt x="826498" y="383899"/>
                </a:lnTo>
                <a:cubicBezTo>
                  <a:pt x="828773" y="385911"/>
                  <a:pt x="831599" y="386900"/>
                  <a:pt x="834418" y="386900"/>
                </a:cubicBezTo>
                <a:cubicBezTo>
                  <a:pt x="837731" y="386900"/>
                  <a:pt x="841036" y="385527"/>
                  <a:pt x="843400" y="382853"/>
                </a:cubicBezTo>
                <a:cubicBezTo>
                  <a:pt x="847775" y="377896"/>
                  <a:pt x="847304" y="370329"/>
                  <a:pt x="842346" y="365954"/>
                </a:cubicBezTo>
                <a:close/>
                <a:moveTo>
                  <a:pt x="713773" y="630464"/>
                </a:moveTo>
                <a:cubicBezTo>
                  <a:pt x="713773" y="648592"/>
                  <a:pt x="706731" y="665635"/>
                  <a:pt x="693917" y="678463"/>
                </a:cubicBezTo>
                <a:cubicBezTo>
                  <a:pt x="681103" y="691291"/>
                  <a:pt x="664057" y="698355"/>
                  <a:pt x="645885" y="698363"/>
                </a:cubicBezTo>
                <a:lnTo>
                  <a:pt x="200455" y="698363"/>
                </a:lnTo>
                <a:cubicBezTo>
                  <a:pt x="182339" y="698363"/>
                  <a:pt x="165309" y="691314"/>
                  <a:pt x="152495" y="678519"/>
                </a:cubicBezTo>
                <a:cubicBezTo>
                  <a:pt x="139665" y="665715"/>
                  <a:pt x="132591" y="648680"/>
                  <a:pt x="132575" y="630456"/>
                </a:cubicBezTo>
                <a:lnTo>
                  <a:pt x="132575" y="284445"/>
                </a:lnTo>
                <a:lnTo>
                  <a:pt x="423222" y="27894"/>
                </a:lnTo>
                <a:lnTo>
                  <a:pt x="713773" y="284396"/>
                </a:lnTo>
                <a:lnTo>
                  <a:pt x="713773" y="630464"/>
                </a:lnTo>
                <a:close/>
              </a:path>
            </a:pathLst>
          </a:custGeom>
          <a:solidFill>
            <a:srgbClr val="FFFFFF"/>
          </a:solidFill>
          <a:ln w="0" cap="flat">
            <a:noFill/>
            <a:prstDash val="solid"/>
            <a:miter/>
          </a:ln>
        </p:spPr>
        <p:txBody>
          <a:bodyPr rtlCol="0" anchor="ctr"/>
          <a:lstStyle/>
          <a:p>
            <a:endParaRPr lang="de-DE"/>
          </a:p>
        </p:txBody>
      </p:sp>
      <p:sp>
        <p:nvSpPr>
          <p:cNvPr id="354" name="Freihandform 353">
            <a:extLst>
              <a:ext uri="{FF2B5EF4-FFF2-40B4-BE49-F238E27FC236}">
                <a16:creationId xmlns:a16="http://schemas.microsoft.com/office/drawing/2014/main" id="{3B441085-74EA-A7A0-B34E-CA87E8FC1BB5}"/>
              </a:ext>
            </a:extLst>
          </p:cNvPr>
          <p:cNvSpPr/>
          <p:nvPr/>
        </p:nvSpPr>
        <p:spPr>
          <a:xfrm>
            <a:off x="3261864" y="5229318"/>
            <a:ext cx="674498" cy="574491"/>
          </a:xfrm>
          <a:custGeom>
            <a:avLst/>
            <a:gdLst>
              <a:gd name="connsiteX0" fmla="*/ 404921 w 809872"/>
              <a:gd name="connsiteY0" fmla="*/ 0 h 689793"/>
              <a:gd name="connsiteX1" fmla="*/ 0 w 809872"/>
              <a:gd name="connsiteY1" fmla="*/ 344933 h 689793"/>
              <a:gd name="connsiteX2" fmla="*/ 39225 w 809872"/>
              <a:gd name="connsiteY2" fmla="*/ 493233 h 689793"/>
              <a:gd name="connsiteX3" fmla="*/ 39225 w 809872"/>
              <a:gd name="connsiteY3" fmla="*/ 677805 h 689793"/>
              <a:gd name="connsiteX4" fmla="*/ 43424 w 809872"/>
              <a:gd name="connsiteY4" fmla="*/ 686913 h 689793"/>
              <a:gd name="connsiteX5" fmla="*/ 53077 w 809872"/>
              <a:gd name="connsiteY5" fmla="*/ 689636 h 689793"/>
              <a:gd name="connsiteX6" fmla="*/ 240037 w 809872"/>
              <a:gd name="connsiteY6" fmla="*/ 659909 h 689793"/>
              <a:gd name="connsiteX7" fmla="*/ 403292 w 809872"/>
              <a:gd name="connsiteY7" fmla="*/ 689779 h 689793"/>
              <a:gd name="connsiteX8" fmla="*/ 404921 w 809872"/>
              <a:gd name="connsiteY8" fmla="*/ 689779 h 689793"/>
              <a:gd name="connsiteX9" fmla="*/ 809873 w 809872"/>
              <a:gd name="connsiteY9" fmla="*/ 344902 h 689793"/>
              <a:gd name="connsiteX10" fmla="*/ 404921 w 809872"/>
              <a:gd name="connsiteY10" fmla="*/ 0 h 689793"/>
              <a:gd name="connsiteX11" fmla="*/ 404881 w 809872"/>
              <a:gd name="connsiteY11" fmla="*/ 665832 h 689793"/>
              <a:gd name="connsiteX12" fmla="*/ 245657 w 809872"/>
              <a:gd name="connsiteY12" fmla="*/ 636400 h 689793"/>
              <a:gd name="connsiteX13" fmla="*/ 241338 w 809872"/>
              <a:gd name="connsiteY13" fmla="*/ 635594 h 689793"/>
              <a:gd name="connsiteX14" fmla="*/ 239462 w 809872"/>
              <a:gd name="connsiteY14" fmla="*/ 635746 h 689793"/>
              <a:gd name="connsiteX15" fmla="*/ 63185 w 809872"/>
              <a:gd name="connsiteY15" fmla="*/ 663772 h 689793"/>
              <a:gd name="connsiteX16" fmla="*/ 63185 w 809872"/>
              <a:gd name="connsiteY16" fmla="*/ 490040 h 689793"/>
              <a:gd name="connsiteX17" fmla="*/ 61572 w 809872"/>
              <a:gd name="connsiteY17" fmla="*/ 484037 h 689793"/>
              <a:gd name="connsiteX18" fmla="*/ 23968 w 809872"/>
              <a:gd name="connsiteY18" fmla="*/ 344894 h 689793"/>
              <a:gd name="connsiteX19" fmla="*/ 404936 w 809872"/>
              <a:gd name="connsiteY19" fmla="*/ 23940 h 689793"/>
              <a:gd name="connsiteX20" fmla="*/ 785937 w 809872"/>
              <a:gd name="connsiteY20" fmla="*/ 344894 h 689793"/>
              <a:gd name="connsiteX21" fmla="*/ 404897 w 809872"/>
              <a:gd name="connsiteY21" fmla="*/ 665824 h 6897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809872" h="689793">
                <a:moveTo>
                  <a:pt x="404921" y="0"/>
                </a:moveTo>
                <a:cubicBezTo>
                  <a:pt x="181650" y="0"/>
                  <a:pt x="0" y="154726"/>
                  <a:pt x="0" y="344933"/>
                </a:cubicBezTo>
                <a:cubicBezTo>
                  <a:pt x="128" y="396860"/>
                  <a:pt x="13677" y="448060"/>
                  <a:pt x="39225" y="493233"/>
                </a:cubicBezTo>
                <a:lnTo>
                  <a:pt x="39225" y="677805"/>
                </a:lnTo>
                <a:cubicBezTo>
                  <a:pt x="39225" y="681309"/>
                  <a:pt x="40758" y="684630"/>
                  <a:pt x="43424" y="686913"/>
                </a:cubicBezTo>
                <a:cubicBezTo>
                  <a:pt x="46091" y="689197"/>
                  <a:pt x="49628" y="690210"/>
                  <a:pt x="53077" y="689636"/>
                </a:cubicBezTo>
                <a:lnTo>
                  <a:pt x="240037" y="659909"/>
                </a:lnTo>
                <a:cubicBezTo>
                  <a:pt x="292403" y="679737"/>
                  <a:pt x="347309" y="689779"/>
                  <a:pt x="403292" y="689779"/>
                </a:cubicBezTo>
                <a:lnTo>
                  <a:pt x="404921" y="689779"/>
                </a:lnTo>
                <a:cubicBezTo>
                  <a:pt x="628207" y="689779"/>
                  <a:pt x="809873" y="535070"/>
                  <a:pt x="809873" y="344902"/>
                </a:cubicBezTo>
                <a:cubicBezTo>
                  <a:pt x="809873" y="154734"/>
                  <a:pt x="628215" y="0"/>
                  <a:pt x="404921" y="0"/>
                </a:cubicBezTo>
                <a:close/>
                <a:moveTo>
                  <a:pt x="404881" y="665832"/>
                </a:moveTo>
                <a:cubicBezTo>
                  <a:pt x="350470" y="665720"/>
                  <a:pt x="296635" y="656125"/>
                  <a:pt x="245657" y="636400"/>
                </a:cubicBezTo>
                <a:cubicBezTo>
                  <a:pt x="244276" y="635873"/>
                  <a:pt x="242815" y="635594"/>
                  <a:pt x="241338" y="635594"/>
                </a:cubicBezTo>
                <a:cubicBezTo>
                  <a:pt x="240707" y="635594"/>
                  <a:pt x="240085" y="635642"/>
                  <a:pt x="239462" y="635746"/>
                </a:cubicBezTo>
                <a:lnTo>
                  <a:pt x="63185" y="663772"/>
                </a:lnTo>
                <a:lnTo>
                  <a:pt x="63185" y="490040"/>
                </a:lnTo>
                <a:cubicBezTo>
                  <a:pt x="63185" y="487925"/>
                  <a:pt x="62626" y="485865"/>
                  <a:pt x="61572" y="484037"/>
                </a:cubicBezTo>
                <a:cubicBezTo>
                  <a:pt x="37085" y="441809"/>
                  <a:pt x="24080" y="393691"/>
                  <a:pt x="23968" y="344894"/>
                </a:cubicBezTo>
                <a:cubicBezTo>
                  <a:pt x="23968" y="167921"/>
                  <a:pt x="194872" y="23940"/>
                  <a:pt x="404936" y="23940"/>
                </a:cubicBezTo>
                <a:cubicBezTo>
                  <a:pt x="615001" y="23940"/>
                  <a:pt x="785937" y="167921"/>
                  <a:pt x="785937" y="344894"/>
                </a:cubicBezTo>
                <a:cubicBezTo>
                  <a:pt x="785937" y="521866"/>
                  <a:pt x="615025" y="665824"/>
                  <a:pt x="404897" y="665824"/>
                </a:cubicBezTo>
                <a:close/>
              </a:path>
            </a:pathLst>
          </a:custGeom>
          <a:solidFill>
            <a:srgbClr val="FFFFFF"/>
          </a:solidFill>
          <a:ln w="0" cap="flat">
            <a:noFill/>
            <a:prstDash val="solid"/>
            <a:miter/>
          </a:ln>
        </p:spPr>
        <p:txBody>
          <a:bodyPr rtlCol="0" anchor="ctr"/>
          <a:lstStyle/>
          <a:p>
            <a:endParaRPr lang="de-DE"/>
          </a:p>
        </p:txBody>
      </p:sp>
      <p:grpSp>
        <p:nvGrpSpPr>
          <p:cNvPr id="358" name="Grafik 13">
            <a:extLst>
              <a:ext uri="{FF2B5EF4-FFF2-40B4-BE49-F238E27FC236}">
                <a16:creationId xmlns:a16="http://schemas.microsoft.com/office/drawing/2014/main" id="{05A059C0-FE03-966E-8BFD-E0AAC3EDC822}"/>
              </a:ext>
            </a:extLst>
          </p:cNvPr>
          <p:cNvGrpSpPr/>
          <p:nvPr/>
        </p:nvGrpSpPr>
        <p:grpSpPr>
          <a:xfrm>
            <a:off x="5804952" y="3389464"/>
            <a:ext cx="582099" cy="582017"/>
            <a:chOff x="8313110" y="3271971"/>
            <a:chExt cx="698928" cy="698830"/>
          </a:xfrm>
          <a:solidFill>
            <a:srgbClr val="FFFFFF"/>
          </a:solidFill>
        </p:grpSpPr>
        <p:sp>
          <p:nvSpPr>
            <p:cNvPr id="359" name="Freihandform 358">
              <a:extLst>
                <a:ext uri="{FF2B5EF4-FFF2-40B4-BE49-F238E27FC236}">
                  <a16:creationId xmlns:a16="http://schemas.microsoft.com/office/drawing/2014/main" id="{3EF66B5F-F60F-7643-E300-6A2BD36F58B0}"/>
                </a:ext>
              </a:extLst>
            </p:cNvPr>
            <p:cNvSpPr/>
            <p:nvPr/>
          </p:nvSpPr>
          <p:spPr>
            <a:xfrm>
              <a:off x="8313110" y="3322691"/>
              <a:ext cx="648206" cy="648110"/>
            </a:xfrm>
            <a:custGeom>
              <a:avLst/>
              <a:gdLst>
                <a:gd name="connsiteX0" fmla="*/ 636231 w 648206"/>
                <a:gd name="connsiteY0" fmla="*/ 295402 h 648110"/>
                <a:gd name="connsiteX1" fmla="*/ 624255 w 648206"/>
                <a:gd name="connsiteY1" fmla="*/ 307376 h 648110"/>
                <a:gd name="connsiteX2" fmla="*/ 624255 w 648206"/>
                <a:gd name="connsiteY2" fmla="*/ 565571 h 648110"/>
                <a:gd name="connsiteX3" fmla="*/ 565637 w 648206"/>
                <a:gd name="connsiteY3" fmla="*/ 624171 h 648110"/>
                <a:gd name="connsiteX4" fmla="*/ 82458 w 648206"/>
                <a:gd name="connsiteY4" fmla="*/ 624171 h 648110"/>
                <a:gd name="connsiteX5" fmla="*/ 41070 w 648206"/>
                <a:gd name="connsiteY5" fmla="*/ 606992 h 648110"/>
                <a:gd name="connsiteX6" fmla="*/ 23952 w 648206"/>
                <a:gd name="connsiteY6" fmla="*/ 565579 h 648110"/>
                <a:gd name="connsiteX7" fmla="*/ 23952 w 648206"/>
                <a:gd name="connsiteY7" fmla="*/ 82436 h 648110"/>
                <a:gd name="connsiteX8" fmla="*/ 41094 w 648206"/>
                <a:gd name="connsiteY8" fmla="*/ 41078 h 648110"/>
                <a:gd name="connsiteX9" fmla="*/ 82450 w 648206"/>
                <a:gd name="connsiteY9" fmla="*/ 23948 h 648110"/>
                <a:gd name="connsiteX10" fmla="*/ 340714 w 648206"/>
                <a:gd name="connsiteY10" fmla="*/ 23948 h 648110"/>
                <a:gd name="connsiteX11" fmla="*/ 352690 w 648206"/>
                <a:gd name="connsiteY11" fmla="*/ 11974 h 648110"/>
                <a:gd name="connsiteX12" fmla="*/ 340714 w 648206"/>
                <a:gd name="connsiteY12" fmla="*/ 0 h 648110"/>
                <a:gd name="connsiteX13" fmla="*/ 82450 w 648206"/>
                <a:gd name="connsiteY13" fmla="*/ 0 h 648110"/>
                <a:gd name="connsiteX14" fmla="*/ 24159 w 648206"/>
                <a:gd name="connsiteY14" fmla="*/ 24131 h 648110"/>
                <a:gd name="connsiteX15" fmla="*/ 0 w 648206"/>
                <a:gd name="connsiteY15" fmla="*/ 82532 h 648110"/>
                <a:gd name="connsiteX16" fmla="*/ 0 w 648206"/>
                <a:gd name="connsiteY16" fmla="*/ 565563 h 648110"/>
                <a:gd name="connsiteX17" fmla="*/ 24119 w 648206"/>
                <a:gd name="connsiteY17" fmla="*/ 623907 h 648110"/>
                <a:gd name="connsiteX18" fmla="*/ 82474 w 648206"/>
                <a:gd name="connsiteY18" fmla="*/ 648110 h 648110"/>
                <a:gd name="connsiteX19" fmla="*/ 565637 w 648206"/>
                <a:gd name="connsiteY19" fmla="*/ 648110 h 648110"/>
                <a:gd name="connsiteX20" fmla="*/ 648207 w 648206"/>
                <a:gd name="connsiteY20" fmla="*/ 565571 h 648110"/>
                <a:gd name="connsiteX21" fmla="*/ 648207 w 648206"/>
                <a:gd name="connsiteY21" fmla="*/ 307368 h 648110"/>
                <a:gd name="connsiteX22" fmla="*/ 636231 w 648206"/>
                <a:gd name="connsiteY22" fmla="*/ 295394 h 648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8206" h="648110">
                  <a:moveTo>
                    <a:pt x="636231" y="295402"/>
                  </a:moveTo>
                  <a:cubicBezTo>
                    <a:pt x="629620" y="295402"/>
                    <a:pt x="624255" y="300766"/>
                    <a:pt x="624255" y="307376"/>
                  </a:cubicBezTo>
                  <a:lnTo>
                    <a:pt x="624255" y="565571"/>
                  </a:lnTo>
                  <a:cubicBezTo>
                    <a:pt x="624239" y="597876"/>
                    <a:pt x="597948" y="624163"/>
                    <a:pt x="565637" y="624171"/>
                  </a:cubicBezTo>
                  <a:lnTo>
                    <a:pt x="82458" y="624171"/>
                  </a:lnTo>
                  <a:cubicBezTo>
                    <a:pt x="66818" y="624155"/>
                    <a:pt x="52119" y="618056"/>
                    <a:pt x="41070" y="606992"/>
                  </a:cubicBezTo>
                  <a:cubicBezTo>
                    <a:pt x="30020" y="595928"/>
                    <a:pt x="23936" y="581225"/>
                    <a:pt x="23952" y="565579"/>
                  </a:cubicBezTo>
                  <a:lnTo>
                    <a:pt x="23952" y="82436"/>
                  </a:lnTo>
                  <a:cubicBezTo>
                    <a:pt x="23952" y="66814"/>
                    <a:pt x="30044" y="52126"/>
                    <a:pt x="41094" y="41078"/>
                  </a:cubicBezTo>
                  <a:cubicBezTo>
                    <a:pt x="52143" y="30030"/>
                    <a:pt x="66834" y="23948"/>
                    <a:pt x="82450" y="23948"/>
                  </a:cubicBezTo>
                  <a:lnTo>
                    <a:pt x="340714" y="23948"/>
                  </a:lnTo>
                  <a:cubicBezTo>
                    <a:pt x="347325" y="23948"/>
                    <a:pt x="352690" y="18583"/>
                    <a:pt x="352690" y="11974"/>
                  </a:cubicBezTo>
                  <a:cubicBezTo>
                    <a:pt x="352690" y="5364"/>
                    <a:pt x="347325" y="0"/>
                    <a:pt x="340714" y="0"/>
                  </a:cubicBezTo>
                  <a:lnTo>
                    <a:pt x="82450" y="0"/>
                  </a:lnTo>
                  <a:cubicBezTo>
                    <a:pt x="60431" y="0"/>
                    <a:pt x="39728" y="8573"/>
                    <a:pt x="24159" y="24131"/>
                  </a:cubicBezTo>
                  <a:cubicBezTo>
                    <a:pt x="8583" y="39697"/>
                    <a:pt x="0" y="60404"/>
                    <a:pt x="0" y="82532"/>
                  </a:cubicBezTo>
                  <a:lnTo>
                    <a:pt x="0" y="565563"/>
                  </a:lnTo>
                  <a:cubicBezTo>
                    <a:pt x="-16" y="587595"/>
                    <a:pt x="8543" y="608310"/>
                    <a:pt x="24119" y="623907"/>
                  </a:cubicBezTo>
                  <a:cubicBezTo>
                    <a:pt x="39696" y="639505"/>
                    <a:pt x="60398" y="648094"/>
                    <a:pt x="82474" y="648110"/>
                  </a:cubicBezTo>
                  <a:lnTo>
                    <a:pt x="565637" y="648110"/>
                  </a:lnTo>
                  <a:cubicBezTo>
                    <a:pt x="611145" y="648110"/>
                    <a:pt x="648191" y="611071"/>
                    <a:pt x="648207" y="565571"/>
                  </a:cubicBezTo>
                  <a:lnTo>
                    <a:pt x="648207" y="307368"/>
                  </a:lnTo>
                  <a:cubicBezTo>
                    <a:pt x="648207" y="300758"/>
                    <a:pt x="642841" y="295394"/>
                    <a:pt x="636231" y="295394"/>
                  </a:cubicBezTo>
                  <a:close/>
                </a:path>
              </a:pathLst>
            </a:custGeom>
            <a:solidFill>
              <a:srgbClr val="FFFFFF"/>
            </a:solidFill>
            <a:ln w="0" cap="flat">
              <a:noFill/>
              <a:prstDash val="solid"/>
              <a:miter/>
            </a:ln>
          </p:spPr>
          <p:txBody>
            <a:bodyPr rtlCol="0" anchor="ctr"/>
            <a:lstStyle/>
            <a:p>
              <a:endParaRPr lang="de-DE"/>
            </a:p>
          </p:txBody>
        </p:sp>
        <p:sp>
          <p:nvSpPr>
            <p:cNvPr id="360" name="Freihandform 359">
              <a:extLst>
                <a:ext uri="{FF2B5EF4-FFF2-40B4-BE49-F238E27FC236}">
                  <a16:creationId xmlns:a16="http://schemas.microsoft.com/office/drawing/2014/main" id="{C84BAD98-E673-6C0C-D01C-4D3561646936}"/>
                </a:ext>
              </a:extLst>
            </p:cNvPr>
            <p:cNvSpPr/>
            <p:nvPr/>
          </p:nvSpPr>
          <p:spPr>
            <a:xfrm>
              <a:off x="8582666" y="3271971"/>
              <a:ext cx="429372" cy="429259"/>
            </a:xfrm>
            <a:custGeom>
              <a:avLst/>
              <a:gdLst>
                <a:gd name="connsiteX0" fmla="*/ 414028 w 429372"/>
                <a:gd name="connsiteY0" fmla="*/ 93371 h 429259"/>
                <a:gd name="connsiteX1" fmla="*/ 335985 w 429372"/>
                <a:gd name="connsiteY1" fmla="*/ 15341 h 429259"/>
                <a:gd name="connsiteX2" fmla="*/ 261687 w 429372"/>
                <a:gd name="connsiteY2" fmla="*/ 15341 h 429259"/>
                <a:gd name="connsiteX3" fmla="*/ 20963 w 429372"/>
                <a:gd name="connsiteY3" fmla="*/ 256031 h 429259"/>
                <a:gd name="connsiteX4" fmla="*/ 17530 w 429372"/>
                <a:gd name="connsiteY4" fmla="*/ 263143 h 429259"/>
                <a:gd name="connsiteX5" fmla="*/ 78 w 429372"/>
                <a:gd name="connsiteY5" fmla="*/ 415937 h 429259"/>
                <a:gd name="connsiteX6" fmla="*/ 3511 w 429372"/>
                <a:gd name="connsiteY6" fmla="*/ 425756 h 429259"/>
                <a:gd name="connsiteX7" fmla="*/ 11982 w 429372"/>
                <a:gd name="connsiteY7" fmla="*/ 429260 h 429259"/>
                <a:gd name="connsiteX8" fmla="*/ 13339 w 429372"/>
                <a:gd name="connsiteY8" fmla="*/ 429180 h 429259"/>
                <a:gd name="connsiteX9" fmla="*/ 166103 w 429372"/>
                <a:gd name="connsiteY9" fmla="*/ 411730 h 429259"/>
                <a:gd name="connsiteX10" fmla="*/ 173217 w 429372"/>
                <a:gd name="connsiteY10" fmla="*/ 408306 h 429259"/>
                <a:gd name="connsiteX11" fmla="*/ 383474 w 429372"/>
                <a:gd name="connsiteY11" fmla="*/ 198253 h 429259"/>
                <a:gd name="connsiteX12" fmla="*/ 414052 w 429372"/>
                <a:gd name="connsiteY12" fmla="*/ 167704 h 429259"/>
                <a:gd name="connsiteX13" fmla="*/ 414036 w 429372"/>
                <a:gd name="connsiteY13" fmla="*/ 93363 h 429259"/>
                <a:gd name="connsiteX14" fmla="*/ 159221 w 429372"/>
                <a:gd name="connsiteY14" fmla="*/ 388429 h 429259"/>
                <a:gd name="connsiteX15" fmla="*/ 25578 w 429372"/>
                <a:gd name="connsiteY15" fmla="*/ 403692 h 429259"/>
                <a:gd name="connsiteX16" fmla="*/ 40844 w 429372"/>
                <a:gd name="connsiteY16" fmla="*/ 270016 h 429259"/>
                <a:gd name="connsiteX17" fmla="*/ 214702 w 429372"/>
                <a:gd name="connsiteY17" fmla="*/ 96189 h 429259"/>
                <a:gd name="connsiteX18" fmla="*/ 333159 w 429372"/>
                <a:gd name="connsiteY18" fmla="*/ 214665 h 429259"/>
                <a:gd name="connsiteX19" fmla="*/ 159221 w 429372"/>
                <a:gd name="connsiteY19" fmla="*/ 388437 h 429259"/>
                <a:gd name="connsiteX20" fmla="*/ 397158 w 429372"/>
                <a:gd name="connsiteY20" fmla="*/ 150725 h 429259"/>
                <a:gd name="connsiteX21" fmla="*/ 350109 w 429372"/>
                <a:gd name="connsiteY21" fmla="*/ 197734 h 429259"/>
                <a:gd name="connsiteX22" fmla="*/ 231643 w 429372"/>
                <a:gd name="connsiteY22" fmla="*/ 79258 h 429259"/>
                <a:gd name="connsiteX23" fmla="*/ 278621 w 429372"/>
                <a:gd name="connsiteY23" fmla="*/ 32288 h 429259"/>
                <a:gd name="connsiteX24" fmla="*/ 319043 w 429372"/>
                <a:gd name="connsiteY24" fmla="*/ 32288 h 429259"/>
                <a:gd name="connsiteX25" fmla="*/ 397070 w 429372"/>
                <a:gd name="connsiteY25" fmla="*/ 110294 h 429259"/>
                <a:gd name="connsiteX26" fmla="*/ 397158 w 429372"/>
                <a:gd name="connsiteY26" fmla="*/ 150733 h 429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29372" h="429259">
                  <a:moveTo>
                    <a:pt x="414028" y="93371"/>
                  </a:moveTo>
                  <a:lnTo>
                    <a:pt x="335985" y="15341"/>
                  </a:lnTo>
                  <a:cubicBezTo>
                    <a:pt x="315490" y="-5118"/>
                    <a:pt x="282174" y="-5110"/>
                    <a:pt x="261687" y="15341"/>
                  </a:cubicBezTo>
                  <a:lnTo>
                    <a:pt x="20963" y="256031"/>
                  </a:lnTo>
                  <a:cubicBezTo>
                    <a:pt x="19047" y="257939"/>
                    <a:pt x="17834" y="260453"/>
                    <a:pt x="17530" y="263143"/>
                  </a:cubicBezTo>
                  <a:lnTo>
                    <a:pt x="78" y="415937"/>
                  </a:lnTo>
                  <a:cubicBezTo>
                    <a:pt x="-337" y="419561"/>
                    <a:pt x="924" y="423177"/>
                    <a:pt x="3511" y="425756"/>
                  </a:cubicBezTo>
                  <a:cubicBezTo>
                    <a:pt x="5770" y="428015"/>
                    <a:pt x="8820" y="429260"/>
                    <a:pt x="11982" y="429260"/>
                  </a:cubicBezTo>
                  <a:cubicBezTo>
                    <a:pt x="12437" y="429260"/>
                    <a:pt x="12884" y="429236"/>
                    <a:pt x="13339" y="429180"/>
                  </a:cubicBezTo>
                  <a:lnTo>
                    <a:pt x="166103" y="411730"/>
                  </a:lnTo>
                  <a:cubicBezTo>
                    <a:pt x="168794" y="411427"/>
                    <a:pt x="171293" y="410222"/>
                    <a:pt x="173217" y="408306"/>
                  </a:cubicBezTo>
                  <a:lnTo>
                    <a:pt x="383474" y="198253"/>
                  </a:lnTo>
                  <a:lnTo>
                    <a:pt x="414052" y="167704"/>
                  </a:lnTo>
                  <a:cubicBezTo>
                    <a:pt x="434483" y="147213"/>
                    <a:pt x="434483" y="113870"/>
                    <a:pt x="414036" y="93363"/>
                  </a:cubicBezTo>
                  <a:close/>
                  <a:moveTo>
                    <a:pt x="159221" y="388429"/>
                  </a:moveTo>
                  <a:lnTo>
                    <a:pt x="25578" y="403692"/>
                  </a:lnTo>
                  <a:lnTo>
                    <a:pt x="40844" y="270016"/>
                  </a:lnTo>
                  <a:lnTo>
                    <a:pt x="214702" y="96189"/>
                  </a:lnTo>
                  <a:lnTo>
                    <a:pt x="333159" y="214665"/>
                  </a:lnTo>
                  <a:lnTo>
                    <a:pt x="159221" y="388437"/>
                  </a:lnTo>
                  <a:close/>
                  <a:moveTo>
                    <a:pt x="397158" y="150725"/>
                  </a:moveTo>
                  <a:lnTo>
                    <a:pt x="350109" y="197734"/>
                  </a:lnTo>
                  <a:lnTo>
                    <a:pt x="231643" y="79258"/>
                  </a:lnTo>
                  <a:lnTo>
                    <a:pt x="278621" y="32288"/>
                  </a:lnTo>
                  <a:cubicBezTo>
                    <a:pt x="289766" y="21145"/>
                    <a:pt x="307898" y="21145"/>
                    <a:pt x="319043" y="32288"/>
                  </a:cubicBezTo>
                  <a:lnTo>
                    <a:pt x="397070" y="110294"/>
                  </a:lnTo>
                  <a:cubicBezTo>
                    <a:pt x="408208" y="121461"/>
                    <a:pt x="408208" y="139653"/>
                    <a:pt x="397158" y="150733"/>
                  </a:cubicBezTo>
                  <a:close/>
                </a:path>
              </a:pathLst>
            </a:custGeom>
            <a:solidFill>
              <a:srgbClr val="FFFFFF"/>
            </a:solidFill>
            <a:ln w="0" cap="flat">
              <a:noFill/>
              <a:prstDash val="solid"/>
              <a:miter/>
            </a:ln>
          </p:spPr>
          <p:txBody>
            <a:bodyPr rtlCol="0" anchor="ctr"/>
            <a:lstStyle/>
            <a:p>
              <a:endParaRPr lang="de-DE"/>
            </a:p>
          </p:txBody>
        </p:sp>
      </p:grpSp>
      <p:sp>
        <p:nvSpPr>
          <p:cNvPr id="362" name="Freihandform 361">
            <a:extLst>
              <a:ext uri="{FF2B5EF4-FFF2-40B4-BE49-F238E27FC236}">
                <a16:creationId xmlns:a16="http://schemas.microsoft.com/office/drawing/2014/main" id="{25EA8E45-F2B2-4048-F681-C683F779E5F6}"/>
              </a:ext>
            </a:extLst>
          </p:cNvPr>
          <p:cNvSpPr/>
          <p:nvPr/>
        </p:nvSpPr>
        <p:spPr>
          <a:xfrm>
            <a:off x="2058490" y="5222543"/>
            <a:ext cx="584359" cy="588041"/>
          </a:xfrm>
          <a:custGeom>
            <a:avLst/>
            <a:gdLst>
              <a:gd name="connsiteX0" fmla="*/ 425439 w 701642"/>
              <a:gd name="connsiteY0" fmla="*/ 351392 h 706063"/>
              <a:gd name="connsiteX1" fmla="*/ 534547 w 701642"/>
              <a:gd name="connsiteY1" fmla="*/ 183630 h 706063"/>
              <a:gd name="connsiteX2" fmla="*/ 350885 w 701642"/>
              <a:gd name="connsiteY2" fmla="*/ 0 h 706063"/>
              <a:gd name="connsiteX3" fmla="*/ 167223 w 701642"/>
              <a:gd name="connsiteY3" fmla="*/ 183630 h 706063"/>
              <a:gd name="connsiteX4" fmla="*/ 221011 w 701642"/>
              <a:gd name="connsiteY4" fmla="*/ 313482 h 706063"/>
              <a:gd name="connsiteX5" fmla="*/ 276307 w 701642"/>
              <a:gd name="connsiteY5" fmla="*/ 351375 h 706063"/>
              <a:gd name="connsiteX6" fmla="*/ 0 w 701642"/>
              <a:gd name="connsiteY6" fmla="*/ 694090 h 706063"/>
              <a:gd name="connsiteX7" fmla="*/ 11976 w 701642"/>
              <a:gd name="connsiteY7" fmla="*/ 706063 h 706063"/>
              <a:gd name="connsiteX8" fmla="*/ 689667 w 701642"/>
              <a:gd name="connsiteY8" fmla="*/ 706063 h 706063"/>
              <a:gd name="connsiteX9" fmla="*/ 701643 w 701642"/>
              <a:gd name="connsiteY9" fmla="*/ 694090 h 706063"/>
              <a:gd name="connsiteX10" fmla="*/ 425439 w 701642"/>
              <a:gd name="connsiteY10" fmla="*/ 351399 h 706063"/>
              <a:gd name="connsiteX11" fmla="*/ 191167 w 701642"/>
              <a:gd name="connsiteY11" fmla="*/ 183630 h 706063"/>
              <a:gd name="connsiteX12" fmla="*/ 350877 w 701642"/>
              <a:gd name="connsiteY12" fmla="*/ 23948 h 706063"/>
              <a:gd name="connsiteX13" fmla="*/ 510588 w 701642"/>
              <a:gd name="connsiteY13" fmla="*/ 183630 h 706063"/>
              <a:gd name="connsiteX14" fmla="*/ 350877 w 701642"/>
              <a:gd name="connsiteY14" fmla="*/ 343321 h 706063"/>
              <a:gd name="connsiteX15" fmla="*/ 237937 w 701642"/>
              <a:gd name="connsiteY15" fmla="*/ 296552 h 706063"/>
              <a:gd name="connsiteX16" fmla="*/ 191159 w 701642"/>
              <a:gd name="connsiteY16" fmla="*/ 183630 h 706063"/>
              <a:gd name="connsiteX17" fmla="*/ 24167 w 701642"/>
              <a:gd name="connsiteY17" fmla="*/ 682108 h 706063"/>
              <a:gd name="connsiteX18" fmla="*/ 350821 w 701642"/>
              <a:gd name="connsiteY18" fmla="*/ 367277 h 706063"/>
              <a:gd name="connsiteX19" fmla="*/ 677476 w 701642"/>
              <a:gd name="connsiteY19" fmla="*/ 682108 h 706063"/>
              <a:gd name="connsiteX20" fmla="*/ 24167 w 701642"/>
              <a:gd name="connsiteY20" fmla="*/ 682108 h 70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01642" h="706063">
                <a:moveTo>
                  <a:pt x="425439" y="351392"/>
                </a:moveTo>
                <a:cubicBezTo>
                  <a:pt x="489654" y="322750"/>
                  <a:pt x="534547" y="258347"/>
                  <a:pt x="534547" y="183630"/>
                </a:cubicBezTo>
                <a:cubicBezTo>
                  <a:pt x="534547" y="82372"/>
                  <a:pt x="452153" y="0"/>
                  <a:pt x="350885" y="0"/>
                </a:cubicBezTo>
                <a:cubicBezTo>
                  <a:pt x="249617" y="0"/>
                  <a:pt x="167223" y="82372"/>
                  <a:pt x="167223" y="183630"/>
                </a:cubicBezTo>
                <a:cubicBezTo>
                  <a:pt x="167223" y="232683"/>
                  <a:pt x="186329" y="278798"/>
                  <a:pt x="221011" y="313482"/>
                </a:cubicBezTo>
                <a:cubicBezTo>
                  <a:pt x="237210" y="329687"/>
                  <a:pt x="255980" y="342331"/>
                  <a:pt x="276307" y="351375"/>
                </a:cubicBezTo>
                <a:cubicBezTo>
                  <a:pt x="118553" y="385636"/>
                  <a:pt x="0" y="526249"/>
                  <a:pt x="0" y="694090"/>
                </a:cubicBezTo>
                <a:cubicBezTo>
                  <a:pt x="0" y="700699"/>
                  <a:pt x="5357" y="706063"/>
                  <a:pt x="11976" y="706063"/>
                </a:cubicBezTo>
                <a:lnTo>
                  <a:pt x="689667" y="706063"/>
                </a:lnTo>
                <a:cubicBezTo>
                  <a:pt x="696286" y="706063"/>
                  <a:pt x="701643" y="700699"/>
                  <a:pt x="701643" y="694090"/>
                </a:cubicBezTo>
                <a:cubicBezTo>
                  <a:pt x="701643" y="526289"/>
                  <a:pt x="583146" y="385700"/>
                  <a:pt x="425439" y="351399"/>
                </a:cubicBezTo>
                <a:close/>
                <a:moveTo>
                  <a:pt x="191167" y="183630"/>
                </a:moveTo>
                <a:cubicBezTo>
                  <a:pt x="191167" y="95583"/>
                  <a:pt x="262815" y="23948"/>
                  <a:pt x="350877" y="23948"/>
                </a:cubicBezTo>
                <a:cubicBezTo>
                  <a:pt x="438940" y="23948"/>
                  <a:pt x="510588" y="95583"/>
                  <a:pt x="510588" y="183630"/>
                </a:cubicBezTo>
                <a:cubicBezTo>
                  <a:pt x="510588" y="271678"/>
                  <a:pt x="438940" y="343321"/>
                  <a:pt x="350877" y="343321"/>
                </a:cubicBezTo>
                <a:cubicBezTo>
                  <a:pt x="308211" y="343321"/>
                  <a:pt x="268108" y="326709"/>
                  <a:pt x="237937" y="296552"/>
                </a:cubicBezTo>
                <a:cubicBezTo>
                  <a:pt x="207765" y="266393"/>
                  <a:pt x="191159" y="226289"/>
                  <a:pt x="191159" y="183630"/>
                </a:cubicBezTo>
                <a:close/>
                <a:moveTo>
                  <a:pt x="24167" y="682108"/>
                </a:moveTo>
                <a:cubicBezTo>
                  <a:pt x="30483" y="507418"/>
                  <a:pt x="174584" y="367277"/>
                  <a:pt x="350821" y="367277"/>
                </a:cubicBezTo>
                <a:cubicBezTo>
                  <a:pt x="527059" y="367277"/>
                  <a:pt x="671160" y="507426"/>
                  <a:pt x="677476" y="682108"/>
                </a:cubicBezTo>
                <a:lnTo>
                  <a:pt x="24167" y="682108"/>
                </a:lnTo>
                <a:close/>
              </a:path>
            </a:pathLst>
          </a:custGeom>
          <a:solidFill>
            <a:srgbClr val="FFFFFF"/>
          </a:solidFill>
          <a:ln w="0" cap="flat">
            <a:noFill/>
            <a:prstDash val="solid"/>
            <a:miter/>
          </a:ln>
        </p:spPr>
        <p:txBody>
          <a:bodyPr rtlCol="0" anchor="ctr"/>
          <a:lstStyle/>
          <a:p>
            <a:endParaRPr lang="de-DE"/>
          </a:p>
        </p:txBody>
      </p:sp>
      <p:grpSp>
        <p:nvGrpSpPr>
          <p:cNvPr id="368" name="Grafik 13">
            <a:extLst>
              <a:ext uri="{FF2B5EF4-FFF2-40B4-BE49-F238E27FC236}">
                <a16:creationId xmlns:a16="http://schemas.microsoft.com/office/drawing/2014/main" id="{B0B2B53F-360B-FD0A-DA53-45E14EC89269}"/>
              </a:ext>
            </a:extLst>
          </p:cNvPr>
          <p:cNvGrpSpPr/>
          <p:nvPr/>
        </p:nvGrpSpPr>
        <p:grpSpPr>
          <a:xfrm>
            <a:off x="7074263" y="3410605"/>
            <a:ext cx="540364" cy="539735"/>
            <a:chOff x="9934868" y="3329061"/>
            <a:chExt cx="648817" cy="648062"/>
          </a:xfrm>
          <a:solidFill>
            <a:srgbClr val="FFFFFF"/>
          </a:solidFill>
        </p:grpSpPr>
        <p:sp>
          <p:nvSpPr>
            <p:cNvPr id="369" name="Freihandform 368">
              <a:extLst>
                <a:ext uri="{FF2B5EF4-FFF2-40B4-BE49-F238E27FC236}">
                  <a16:creationId xmlns:a16="http://schemas.microsoft.com/office/drawing/2014/main" id="{B82A2D09-A005-7E38-71B2-A84F5D149595}"/>
                </a:ext>
              </a:extLst>
            </p:cNvPr>
            <p:cNvSpPr/>
            <p:nvPr/>
          </p:nvSpPr>
          <p:spPr>
            <a:xfrm>
              <a:off x="9934868" y="3329061"/>
              <a:ext cx="648817" cy="648062"/>
            </a:xfrm>
            <a:custGeom>
              <a:avLst/>
              <a:gdLst>
                <a:gd name="connsiteX0" fmla="*/ 648183 w 648817"/>
                <a:gd name="connsiteY0" fmla="*/ 503139 h 648062"/>
                <a:gd name="connsiteX1" fmla="*/ 648183 w 648817"/>
                <a:gd name="connsiteY1" fmla="*/ 82516 h 648062"/>
                <a:gd name="connsiteX2" fmla="*/ 565693 w 648817"/>
                <a:gd name="connsiteY2" fmla="*/ 0 h 648062"/>
                <a:gd name="connsiteX3" fmla="*/ 82586 w 648817"/>
                <a:gd name="connsiteY3" fmla="*/ 0 h 648062"/>
                <a:gd name="connsiteX4" fmla="*/ 56 w 648817"/>
                <a:gd name="connsiteY4" fmla="*/ 82516 h 648062"/>
                <a:gd name="connsiteX5" fmla="*/ 56 w 648817"/>
                <a:gd name="connsiteY5" fmla="*/ 409792 h 648062"/>
                <a:gd name="connsiteX6" fmla="*/ 0 w 648817"/>
                <a:gd name="connsiteY6" fmla="*/ 410941 h 648062"/>
                <a:gd name="connsiteX7" fmla="*/ 0 w 648817"/>
                <a:gd name="connsiteY7" fmla="*/ 565579 h 648062"/>
                <a:gd name="connsiteX8" fmla="*/ 82538 w 648817"/>
                <a:gd name="connsiteY8" fmla="*/ 648062 h 648062"/>
                <a:gd name="connsiteX9" fmla="*/ 565693 w 648817"/>
                <a:gd name="connsiteY9" fmla="*/ 648062 h 648062"/>
                <a:gd name="connsiteX10" fmla="*/ 648183 w 648817"/>
                <a:gd name="connsiteY10" fmla="*/ 565579 h 648062"/>
                <a:gd name="connsiteX11" fmla="*/ 648183 w 648817"/>
                <a:gd name="connsiteY11" fmla="*/ 510819 h 648062"/>
                <a:gd name="connsiteX12" fmla="*/ 648183 w 648817"/>
                <a:gd name="connsiteY12" fmla="*/ 503139 h 648062"/>
                <a:gd name="connsiteX13" fmla="*/ 24007 w 648817"/>
                <a:gd name="connsiteY13" fmla="*/ 410949 h 648062"/>
                <a:gd name="connsiteX14" fmla="*/ 24007 w 648817"/>
                <a:gd name="connsiteY14" fmla="*/ 82492 h 648062"/>
                <a:gd name="connsiteX15" fmla="*/ 82593 w 648817"/>
                <a:gd name="connsiteY15" fmla="*/ 23948 h 648062"/>
                <a:gd name="connsiteX16" fmla="*/ 565693 w 648817"/>
                <a:gd name="connsiteY16" fmla="*/ 23948 h 648062"/>
                <a:gd name="connsiteX17" fmla="*/ 624231 w 648817"/>
                <a:gd name="connsiteY17" fmla="*/ 82516 h 648062"/>
                <a:gd name="connsiteX18" fmla="*/ 624231 w 648817"/>
                <a:gd name="connsiteY18" fmla="*/ 480892 h 648062"/>
                <a:gd name="connsiteX19" fmla="*/ 454396 w 648817"/>
                <a:gd name="connsiteY19" fmla="*/ 339761 h 648062"/>
                <a:gd name="connsiteX20" fmla="*/ 454373 w 648817"/>
                <a:gd name="connsiteY20" fmla="*/ 339745 h 648062"/>
                <a:gd name="connsiteX21" fmla="*/ 452568 w 648817"/>
                <a:gd name="connsiteY21" fmla="*/ 338531 h 648062"/>
                <a:gd name="connsiteX22" fmla="*/ 452369 w 648817"/>
                <a:gd name="connsiteY22" fmla="*/ 338404 h 648062"/>
                <a:gd name="connsiteX23" fmla="*/ 450436 w 648817"/>
                <a:gd name="connsiteY23" fmla="*/ 337606 h 648062"/>
                <a:gd name="connsiteX24" fmla="*/ 450197 w 648817"/>
                <a:gd name="connsiteY24" fmla="*/ 337510 h 648062"/>
                <a:gd name="connsiteX25" fmla="*/ 439116 w 648817"/>
                <a:gd name="connsiteY25" fmla="*/ 339721 h 648062"/>
                <a:gd name="connsiteX26" fmla="*/ 249617 w 648817"/>
                <a:gd name="connsiteY26" fmla="*/ 495788 h 648062"/>
                <a:gd name="connsiteX27" fmla="*/ 145371 w 648817"/>
                <a:gd name="connsiteY27" fmla="*/ 408419 h 648062"/>
                <a:gd name="connsiteX28" fmla="*/ 145331 w 648817"/>
                <a:gd name="connsiteY28" fmla="*/ 408387 h 648062"/>
                <a:gd name="connsiteX29" fmla="*/ 143543 w 648817"/>
                <a:gd name="connsiteY29" fmla="*/ 407165 h 648062"/>
                <a:gd name="connsiteX30" fmla="*/ 143351 w 648817"/>
                <a:gd name="connsiteY30" fmla="*/ 407038 h 648062"/>
                <a:gd name="connsiteX31" fmla="*/ 141372 w 648817"/>
                <a:gd name="connsiteY31" fmla="*/ 406207 h 648062"/>
                <a:gd name="connsiteX32" fmla="*/ 141187 w 648817"/>
                <a:gd name="connsiteY32" fmla="*/ 406136 h 648062"/>
                <a:gd name="connsiteX33" fmla="*/ 130712 w 648817"/>
                <a:gd name="connsiteY33" fmla="*/ 407900 h 648062"/>
                <a:gd name="connsiteX34" fmla="*/ 130209 w 648817"/>
                <a:gd name="connsiteY34" fmla="*/ 408235 h 648062"/>
                <a:gd name="connsiteX35" fmla="*/ 130074 w 648817"/>
                <a:gd name="connsiteY35" fmla="*/ 408323 h 648062"/>
                <a:gd name="connsiteX36" fmla="*/ 23967 w 648817"/>
                <a:gd name="connsiteY36" fmla="*/ 495644 h 648062"/>
                <a:gd name="connsiteX37" fmla="*/ 23967 w 648817"/>
                <a:gd name="connsiteY37" fmla="*/ 412107 h 648062"/>
                <a:gd name="connsiteX38" fmla="*/ 24024 w 648817"/>
                <a:gd name="connsiteY38" fmla="*/ 410957 h 648062"/>
                <a:gd name="connsiteX39" fmla="*/ 565693 w 648817"/>
                <a:gd name="connsiteY39" fmla="*/ 624115 h 648062"/>
                <a:gd name="connsiteX40" fmla="*/ 82513 w 648817"/>
                <a:gd name="connsiteY40" fmla="*/ 624115 h 648062"/>
                <a:gd name="connsiteX41" fmla="*/ 23952 w 648817"/>
                <a:gd name="connsiteY41" fmla="*/ 565579 h 648062"/>
                <a:gd name="connsiteX42" fmla="*/ 23952 w 648817"/>
                <a:gd name="connsiteY42" fmla="*/ 526656 h 648062"/>
                <a:gd name="connsiteX43" fmla="*/ 137587 w 648817"/>
                <a:gd name="connsiteY43" fmla="*/ 433140 h 648062"/>
                <a:gd name="connsiteX44" fmla="*/ 241809 w 648817"/>
                <a:gd name="connsiteY44" fmla="*/ 520494 h 648062"/>
                <a:gd name="connsiteX45" fmla="*/ 242256 w 648817"/>
                <a:gd name="connsiteY45" fmla="*/ 520749 h 648062"/>
                <a:gd name="connsiteX46" fmla="*/ 244955 w 648817"/>
                <a:gd name="connsiteY46" fmla="*/ 522297 h 648062"/>
                <a:gd name="connsiteX47" fmla="*/ 246232 w 648817"/>
                <a:gd name="connsiteY47" fmla="*/ 522729 h 648062"/>
                <a:gd name="connsiteX48" fmla="*/ 249058 w 648817"/>
                <a:gd name="connsiteY48" fmla="*/ 523216 h 648062"/>
                <a:gd name="connsiteX49" fmla="*/ 249497 w 648817"/>
                <a:gd name="connsiteY49" fmla="*/ 523287 h 648062"/>
                <a:gd name="connsiteX50" fmla="*/ 253018 w 648817"/>
                <a:gd name="connsiteY50" fmla="*/ 522689 h 648062"/>
                <a:gd name="connsiteX51" fmla="*/ 253985 w 648817"/>
                <a:gd name="connsiteY51" fmla="*/ 522369 h 648062"/>
                <a:gd name="connsiteX52" fmla="*/ 256842 w 648817"/>
                <a:gd name="connsiteY52" fmla="*/ 520757 h 648062"/>
                <a:gd name="connsiteX53" fmla="*/ 257226 w 648817"/>
                <a:gd name="connsiteY53" fmla="*/ 520541 h 648062"/>
                <a:gd name="connsiteX54" fmla="*/ 446692 w 648817"/>
                <a:gd name="connsiteY54" fmla="*/ 364507 h 648062"/>
                <a:gd name="connsiteX55" fmla="*/ 624231 w 648817"/>
                <a:gd name="connsiteY55" fmla="*/ 512032 h 648062"/>
                <a:gd name="connsiteX56" fmla="*/ 624231 w 648817"/>
                <a:gd name="connsiteY56" fmla="*/ 565579 h 648062"/>
                <a:gd name="connsiteX57" fmla="*/ 565693 w 648817"/>
                <a:gd name="connsiteY57" fmla="*/ 624115 h 6480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48817" h="648062">
                  <a:moveTo>
                    <a:pt x="648183" y="503139"/>
                  </a:moveTo>
                  <a:lnTo>
                    <a:pt x="648183" y="82516"/>
                  </a:lnTo>
                  <a:cubicBezTo>
                    <a:pt x="648183" y="37031"/>
                    <a:pt x="611185" y="8"/>
                    <a:pt x="565693" y="0"/>
                  </a:cubicBezTo>
                  <a:lnTo>
                    <a:pt x="82586" y="0"/>
                  </a:lnTo>
                  <a:cubicBezTo>
                    <a:pt x="37101" y="0"/>
                    <a:pt x="72" y="36999"/>
                    <a:pt x="56" y="82516"/>
                  </a:cubicBezTo>
                  <a:lnTo>
                    <a:pt x="56" y="409792"/>
                  </a:lnTo>
                  <a:cubicBezTo>
                    <a:pt x="16" y="410175"/>
                    <a:pt x="0" y="410558"/>
                    <a:pt x="0" y="410941"/>
                  </a:cubicBezTo>
                  <a:lnTo>
                    <a:pt x="0" y="565579"/>
                  </a:lnTo>
                  <a:cubicBezTo>
                    <a:pt x="0" y="611063"/>
                    <a:pt x="37029" y="648062"/>
                    <a:pt x="82538" y="648062"/>
                  </a:cubicBezTo>
                  <a:lnTo>
                    <a:pt x="565693" y="648062"/>
                  </a:lnTo>
                  <a:cubicBezTo>
                    <a:pt x="611177" y="648062"/>
                    <a:pt x="648183" y="611055"/>
                    <a:pt x="648183" y="565579"/>
                  </a:cubicBezTo>
                  <a:lnTo>
                    <a:pt x="648183" y="510819"/>
                  </a:lnTo>
                  <a:cubicBezTo>
                    <a:pt x="649036" y="508312"/>
                    <a:pt x="649021" y="505614"/>
                    <a:pt x="648183" y="503139"/>
                  </a:cubicBezTo>
                  <a:close/>
                  <a:moveTo>
                    <a:pt x="24007" y="410949"/>
                  </a:moveTo>
                  <a:lnTo>
                    <a:pt x="24007" y="82492"/>
                  </a:lnTo>
                  <a:cubicBezTo>
                    <a:pt x="24024" y="50202"/>
                    <a:pt x="50298" y="23948"/>
                    <a:pt x="82593" y="23948"/>
                  </a:cubicBezTo>
                  <a:lnTo>
                    <a:pt x="565693" y="23948"/>
                  </a:lnTo>
                  <a:cubicBezTo>
                    <a:pt x="597979" y="23948"/>
                    <a:pt x="624239" y="50226"/>
                    <a:pt x="624231" y="82516"/>
                  </a:cubicBezTo>
                  <a:lnTo>
                    <a:pt x="624231" y="480892"/>
                  </a:lnTo>
                  <a:lnTo>
                    <a:pt x="454396" y="339761"/>
                  </a:lnTo>
                  <a:cubicBezTo>
                    <a:pt x="454396" y="339761"/>
                    <a:pt x="454381" y="339753"/>
                    <a:pt x="454373" y="339745"/>
                  </a:cubicBezTo>
                  <a:cubicBezTo>
                    <a:pt x="453806" y="339274"/>
                    <a:pt x="453199" y="338875"/>
                    <a:pt x="452568" y="338531"/>
                  </a:cubicBezTo>
                  <a:cubicBezTo>
                    <a:pt x="452497" y="338492"/>
                    <a:pt x="452440" y="338436"/>
                    <a:pt x="452369" y="338404"/>
                  </a:cubicBezTo>
                  <a:cubicBezTo>
                    <a:pt x="451746" y="338076"/>
                    <a:pt x="451099" y="337821"/>
                    <a:pt x="450436" y="337606"/>
                  </a:cubicBezTo>
                  <a:cubicBezTo>
                    <a:pt x="450357" y="337582"/>
                    <a:pt x="450277" y="337534"/>
                    <a:pt x="450197" y="337510"/>
                  </a:cubicBezTo>
                  <a:cubicBezTo>
                    <a:pt x="446492" y="336392"/>
                    <a:pt x="442317" y="337079"/>
                    <a:pt x="439116" y="339721"/>
                  </a:cubicBezTo>
                  <a:lnTo>
                    <a:pt x="249617" y="495788"/>
                  </a:lnTo>
                  <a:lnTo>
                    <a:pt x="145371" y="408419"/>
                  </a:lnTo>
                  <a:cubicBezTo>
                    <a:pt x="145371" y="408419"/>
                    <a:pt x="145339" y="408403"/>
                    <a:pt x="145331" y="408387"/>
                  </a:cubicBezTo>
                  <a:cubicBezTo>
                    <a:pt x="144764" y="407916"/>
                    <a:pt x="144166" y="407517"/>
                    <a:pt x="143543" y="407165"/>
                  </a:cubicBezTo>
                  <a:cubicBezTo>
                    <a:pt x="143479" y="407126"/>
                    <a:pt x="143423" y="407078"/>
                    <a:pt x="143351" y="407038"/>
                  </a:cubicBezTo>
                  <a:cubicBezTo>
                    <a:pt x="142713" y="406694"/>
                    <a:pt x="142050" y="406431"/>
                    <a:pt x="141372" y="406207"/>
                  </a:cubicBezTo>
                  <a:cubicBezTo>
                    <a:pt x="141307" y="406184"/>
                    <a:pt x="141252" y="406152"/>
                    <a:pt x="141187" y="406136"/>
                  </a:cubicBezTo>
                  <a:cubicBezTo>
                    <a:pt x="137715" y="405074"/>
                    <a:pt x="133842" y="405649"/>
                    <a:pt x="130712" y="407900"/>
                  </a:cubicBezTo>
                  <a:cubicBezTo>
                    <a:pt x="130545" y="408020"/>
                    <a:pt x="130369" y="408107"/>
                    <a:pt x="130209" y="408235"/>
                  </a:cubicBezTo>
                  <a:cubicBezTo>
                    <a:pt x="130169" y="408267"/>
                    <a:pt x="130122" y="408291"/>
                    <a:pt x="130074" y="408323"/>
                  </a:cubicBezTo>
                  <a:lnTo>
                    <a:pt x="23967" y="495644"/>
                  </a:lnTo>
                  <a:lnTo>
                    <a:pt x="23967" y="412107"/>
                  </a:lnTo>
                  <a:cubicBezTo>
                    <a:pt x="24007" y="411723"/>
                    <a:pt x="24024" y="411340"/>
                    <a:pt x="24024" y="410957"/>
                  </a:cubicBezTo>
                  <a:close/>
                  <a:moveTo>
                    <a:pt x="565693" y="624115"/>
                  </a:moveTo>
                  <a:lnTo>
                    <a:pt x="82513" y="624115"/>
                  </a:lnTo>
                  <a:cubicBezTo>
                    <a:pt x="50227" y="624115"/>
                    <a:pt x="23960" y="597860"/>
                    <a:pt x="23952" y="565579"/>
                  </a:cubicBezTo>
                  <a:lnTo>
                    <a:pt x="23952" y="526656"/>
                  </a:lnTo>
                  <a:lnTo>
                    <a:pt x="137587" y="433140"/>
                  </a:lnTo>
                  <a:lnTo>
                    <a:pt x="241809" y="520494"/>
                  </a:lnTo>
                  <a:cubicBezTo>
                    <a:pt x="241944" y="520605"/>
                    <a:pt x="242120" y="520645"/>
                    <a:pt x="242256" y="520749"/>
                  </a:cubicBezTo>
                  <a:cubicBezTo>
                    <a:pt x="243094" y="521395"/>
                    <a:pt x="244005" y="521898"/>
                    <a:pt x="244955" y="522297"/>
                  </a:cubicBezTo>
                  <a:cubicBezTo>
                    <a:pt x="245378" y="522473"/>
                    <a:pt x="245793" y="522601"/>
                    <a:pt x="246232" y="522729"/>
                  </a:cubicBezTo>
                  <a:cubicBezTo>
                    <a:pt x="247158" y="523000"/>
                    <a:pt x="248100" y="523176"/>
                    <a:pt x="249058" y="523216"/>
                  </a:cubicBezTo>
                  <a:cubicBezTo>
                    <a:pt x="249202" y="523216"/>
                    <a:pt x="249345" y="523287"/>
                    <a:pt x="249497" y="523287"/>
                  </a:cubicBezTo>
                  <a:cubicBezTo>
                    <a:pt x="250695" y="523287"/>
                    <a:pt x="251869" y="523048"/>
                    <a:pt x="253018" y="522689"/>
                  </a:cubicBezTo>
                  <a:cubicBezTo>
                    <a:pt x="253345" y="522593"/>
                    <a:pt x="253665" y="522497"/>
                    <a:pt x="253985" y="522369"/>
                  </a:cubicBezTo>
                  <a:cubicBezTo>
                    <a:pt x="254990" y="521962"/>
                    <a:pt x="255956" y="521443"/>
                    <a:pt x="256842" y="520757"/>
                  </a:cubicBezTo>
                  <a:cubicBezTo>
                    <a:pt x="256962" y="520669"/>
                    <a:pt x="257106" y="520637"/>
                    <a:pt x="257226" y="520541"/>
                  </a:cubicBezTo>
                  <a:lnTo>
                    <a:pt x="446692" y="364507"/>
                  </a:lnTo>
                  <a:lnTo>
                    <a:pt x="624231" y="512032"/>
                  </a:lnTo>
                  <a:lnTo>
                    <a:pt x="624231" y="565579"/>
                  </a:lnTo>
                  <a:cubicBezTo>
                    <a:pt x="624231" y="597852"/>
                    <a:pt x="597971" y="624115"/>
                    <a:pt x="565693" y="624115"/>
                  </a:cubicBezTo>
                  <a:close/>
                </a:path>
              </a:pathLst>
            </a:custGeom>
            <a:solidFill>
              <a:srgbClr val="FFFFFF"/>
            </a:solidFill>
            <a:ln w="0" cap="flat">
              <a:noFill/>
              <a:prstDash val="solid"/>
              <a:miter/>
            </a:ln>
          </p:spPr>
          <p:txBody>
            <a:bodyPr rtlCol="0" anchor="ctr"/>
            <a:lstStyle/>
            <a:p>
              <a:endParaRPr lang="de-DE"/>
            </a:p>
          </p:txBody>
        </p:sp>
        <p:sp>
          <p:nvSpPr>
            <p:cNvPr id="370" name="Freihandform 369">
              <a:extLst>
                <a:ext uri="{FF2B5EF4-FFF2-40B4-BE49-F238E27FC236}">
                  <a16:creationId xmlns:a16="http://schemas.microsoft.com/office/drawing/2014/main" id="{39C04CBD-2176-6BC0-D85F-E71F08577E71}"/>
                </a:ext>
              </a:extLst>
            </p:cNvPr>
            <p:cNvSpPr/>
            <p:nvPr/>
          </p:nvSpPr>
          <p:spPr>
            <a:xfrm>
              <a:off x="10048120" y="3442389"/>
              <a:ext cx="202903" cy="202868"/>
            </a:xfrm>
            <a:custGeom>
              <a:avLst/>
              <a:gdLst>
                <a:gd name="connsiteX0" fmla="*/ 101452 w 202903"/>
                <a:gd name="connsiteY0" fmla="*/ 202868 h 202868"/>
                <a:gd name="connsiteX1" fmla="*/ 202904 w 202903"/>
                <a:gd name="connsiteY1" fmla="*/ 101434 h 202868"/>
                <a:gd name="connsiteX2" fmla="*/ 101452 w 202903"/>
                <a:gd name="connsiteY2" fmla="*/ 0 h 202868"/>
                <a:gd name="connsiteX3" fmla="*/ 0 w 202903"/>
                <a:gd name="connsiteY3" fmla="*/ 101434 h 202868"/>
                <a:gd name="connsiteX4" fmla="*/ 101452 w 202903"/>
                <a:gd name="connsiteY4" fmla="*/ 202868 h 202868"/>
                <a:gd name="connsiteX5" fmla="*/ 101452 w 202903"/>
                <a:gd name="connsiteY5" fmla="*/ 23948 h 202868"/>
                <a:gd name="connsiteX6" fmla="*/ 178952 w 202903"/>
                <a:gd name="connsiteY6" fmla="*/ 101434 h 202868"/>
                <a:gd name="connsiteX7" fmla="*/ 101452 w 202903"/>
                <a:gd name="connsiteY7" fmla="*/ 178921 h 202868"/>
                <a:gd name="connsiteX8" fmla="*/ 23952 w 202903"/>
                <a:gd name="connsiteY8" fmla="*/ 101434 h 202868"/>
                <a:gd name="connsiteX9" fmla="*/ 101452 w 202903"/>
                <a:gd name="connsiteY9" fmla="*/ 23948 h 202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2903" h="202868">
                  <a:moveTo>
                    <a:pt x="101452" y="202868"/>
                  </a:moveTo>
                  <a:cubicBezTo>
                    <a:pt x="157395" y="202868"/>
                    <a:pt x="202904" y="157368"/>
                    <a:pt x="202904" y="101434"/>
                  </a:cubicBezTo>
                  <a:cubicBezTo>
                    <a:pt x="202904" y="45501"/>
                    <a:pt x="157395" y="0"/>
                    <a:pt x="101452" y="0"/>
                  </a:cubicBezTo>
                  <a:cubicBezTo>
                    <a:pt x="45525" y="16"/>
                    <a:pt x="17" y="45516"/>
                    <a:pt x="0" y="101434"/>
                  </a:cubicBezTo>
                  <a:cubicBezTo>
                    <a:pt x="0" y="157368"/>
                    <a:pt x="45509" y="202868"/>
                    <a:pt x="101452" y="202868"/>
                  </a:cubicBezTo>
                  <a:close/>
                  <a:moveTo>
                    <a:pt x="101452" y="23948"/>
                  </a:moveTo>
                  <a:cubicBezTo>
                    <a:pt x="144190" y="23948"/>
                    <a:pt x="178952" y="58704"/>
                    <a:pt x="178952" y="101434"/>
                  </a:cubicBezTo>
                  <a:cubicBezTo>
                    <a:pt x="178952" y="144165"/>
                    <a:pt x="144190" y="178921"/>
                    <a:pt x="101452" y="178921"/>
                  </a:cubicBezTo>
                  <a:cubicBezTo>
                    <a:pt x="58714" y="178921"/>
                    <a:pt x="23952" y="144165"/>
                    <a:pt x="23952" y="101434"/>
                  </a:cubicBezTo>
                  <a:cubicBezTo>
                    <a:pt x="23968" y="58720"/>
                    <a:pt x="58730" y="23964"/>
                    <a:pt x="101452" y="23948"/>
                  </a:cubicBezTo>
                  <a:close/>
                </a:path>
              </a:pathLst>
            </a:custGeom>
            <a:solidFill>
              <a:srgbClr val="FFFFFF"/>
            </a:solidFill>
            <a:ln w="0" cap="flat">
              <a:noFill/>
              <a:prstDash val="solid"/>
              <a:miter/>
            </a:ln>
          </p:spPr>
          <p:txBody>
            <a:bodyPr rtlCol="0" anchor="ctr"/>
            <a:lstStyle/>
            <a:p>
              <a:endParaRPr lang="de-DE"/>
            </a:p>
          </p:txBody>
        </p:sp>
      </p:grpSp>
      <p:grpSp>
        <p:nvGrpSpPr>
          <p:cNvPr id="371" name="Grafik 13">
            <a:extLst>
              <a:ext uri="{FF2B5EF4-FFF2-40B4-BE49-F238E27FC236}">
                <a16:creationId xmlns:a16="http://schemas.microsoft.com/office/drawing/2014/main" id="{FFA37282-F5E2-81F9-43A7-EB64E082E0AB}"/>
              </a:ext>
            </a:extLst>
          </p:cNvPr>
          <p:cNvGrpSpPr/>
          <p:nvPr/>
        </p:nvGrpSpPr>
        <p:grpSpPr>
          <a:xfrm>
            <a:off x="9578214" y="5201049"/>
            <a:ext cx="526239" cy="631028"/>
            <a:chOff x="13223860" y="6598134"/>
            <a:chExt cx="631857" cy="757678"/>
          </a:xfrm>
          <a:solidFill>
            <a:srgbClr val="FFFFFF"/>
          </a:solidFill>
        </p:grpSpPr>
        <p:sp>
          <p:nvSpPr>
            <p:cNvPr id="372" name="Freihandform 371">
              <a:extLst>
                <a:ext uri="{FF2B5EF4-FFF2-40B4-BE49-F238E27FC236}">
                  <a16:creationId xmlns:a16="http://schemas.microsoft.com/office/drawing/2014/main" id="{003CE431-EC11-CD34-B0B2-073058CC49A3}"/>
                </a:ext>
              </a:extLst>
            </p:cNvPr>
            <p:cNvSpPr/>
            <p:nvPr/>
          </p:nvSpPr>
          <p:spPr>
            <a:xfrm>
              <a:off x="13223860" y="6598134"/>
              <a:ext cx="631857" cy="757678"/>
            </a:xfrm>
            <a:custGeom>
              <a:avLst/>
              <a:gdLst>
                <a:gd name="connsiteX0" fmla="*/ 539433 w 631857"/>
                <a:gd name="connsiteY0" fmla="*/ 92542 h 757678"/>
                <a:gd name="connsiteX1" fmla="*/ 315995 w 631857"/>
                <a:gd name="connsiteY1" fmla="*/ 0 h 757678"/>
                <a:gd name="connsiteX2" fmla="*/ 315995 w 631857"/>
                <a:gd name="connsiteY2" fmla="*/ 0 h 757678"/>
                <a:gd name="connsiteX3" fmla="*/ 92557 w 631857"/>
                <a:gd name="connsiteY3" fmla="*/ 92534 h 757678"/>
                <a:gd name="connsiteX4" fmla="*/ 0 w 631857"/>
                <a:gd name="connsiteY4" fmla="*/ 315933 h 757678"/>
                <a:gd name="connsiteX5" fmla="*/ 92557 w 631857"/>
                <a:gd name="connsiteY5" fmla="*/ 539340 h 757678"/>
                <a:gd name="connsiteX6" fmla="*/ 307532 w 631857"/>
                <a:gd name="connsiteY6" fmla="*/ 754175 h 757678"/>
                <a:gd name="connsiteX7" fmla="*/ 316003 w 631857"/>
                <a:gd name="connsiteY7" fmla="*/ 757679 h 757678"/>
                <a:gd name="connsiteX8" fmla="*/ 316043 w 631857"/>
                <a:gd name="connsiteY8" fmla="*/ 757679 h 757678"/>
                <a:gd name="connsiteX9" fmla="*/ 324514 w 631857"/>
                <a:gd name="connsiteY9" fmla="*/ 754175 h 757678"/>
                <a:gd name="connsiteX10" fmla="*/ 539441 w 631857"/>
                <a:gd name="connsiteY10" fmla="*/ 539340 h 757678"/>
                <a:gd name="connsiteX11" fmla="*/ 539457 w 631857"/>
                <a:gd name="connsiteY11" fmla="*/ 92534 h 757678"/>
                <a:gd name="connsiteX12" fmla="*/ 522483 w 631857"/>
                <a:gd name="connsiteY12" fmla="*/ 522417 h 757678"/>
                <a:gd name="connsiteX13" fmla="*/ 316003 w 631857"/>
                <a:gd name="connsiteY13" fmla="*/ 728806 h 757678"/>
                <a:gd name="connsiteX14" fmla="*/ 109475 w 631857"/>
                <a:gd name="connsiteY14" fmla="*/ 522410 h 757678"/>
                <a:gd name="connsiteX15" fmla="*/ 23943 w 631857"/>
                <a:gd name="connsiteY15" fmla="*/ 315941 h 757678"/>
                <a:gd name="connsiteX16" fmla="*/ 109483 w 631857"/>
                <a:gd name="connsiteY16" fmla="*/ 109472 h 757678"/>
                <a:gd name="connsiteX17" fmla="*/ 315995 w 631857"/>
                <a:gd name="connsiteY17" fmla="*/ 23956 h 757678"/>
                <a:gd name="connsiteX18" fmla="*/ 522499 w 631857"/>
                <a:gd name="connsiteY18" fmla="*/ 109481 h 757678"/>
                <a:gd name="connsiteX19" fmla="*/ 522483 w 631857"/>
                <a:gd name="connsiteY19" fmla="*/ 522417 h 757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31857" h="757678">
                  <a:moveTo>
                    <a:pt x="539433" y="92542"/>
                  </a:moveTo>
                  <a:cubicBezTo>
                    <a:pt x="479753" y="32864"/>
                    <a:pt x="400402" y="0"/>
                    <a:pt x="315995" y="0"/>
                  </a:cubicBezTo>
                  <a:lnTo>
                    <a:pt x="315995" y="0"/>
                  </a:lnTo>
                  <a:cubicBezTo>
                    <a:pt x="231597" y="0"/>
                    <a:pt x="152237" y="32856"/>
                    <a:pt x="92557" y="92534"/>
                  </a:cubicBezTo>
                  <a:cubicBezTo>
                    <a:pt x="32869" y="152203"/>
                    <a:pt x="0" y="231542"/>
                    <a:pt x="0" y="315933"/>
                  </a:cubicBezTo>
                  <a:cubicBezTo>
                    <a:pt x="0" y="400325"/>
                    <a:pt x="32869" y="479671"/>
                    <a:pt x="92557" y="539340"/>
                  </a:cubicBezTo>
                  <a:lnTo>
                    <a:pt x="307532" y="754175"/>
                  </a:lnTo>
                  <a:cubicBezTo>
                    <a:pt x="309871" y="756513"/>
                    <a:pt x="312937" y="757679"/>
                    <a:pt x="316003" y="757679"/>
                  </a:cubicBezTo>
                  <a:lnTo>
                    <a:pt x="316043" y="757679"/>
                  </a:lnTo>
                  <a:cubicBezTo>
                    <a:pt x="319109" y="757679"/>
                    <a:pt x="322174" y="756513"/>
                    <a:pt x="324514" y="754175"/>
                  </a:cubicBezTo>
                  <a:lnTo>
                    <a:pt x="539441" y="539340"/>
                  </a:lnTo>
                  <a:cubicBezTo>
                    <a:pt x="662657" y="416154"/>
                    <a:pt x="662665" y="215728"/>
                    <a:pt x="539457" y="92534"/>
                  </a:cubicBezTo>
                  <a:close/>
                  <a:moveTo>
                    <a:pt x="522483" y="522417"/>
                  </a:moveTo>
                  <a:lnTo>
                    <a:pt x="316003" y="728806"/>
                  </a:lnTo>
                  <a:lnTo>
                    <a:pt x="109475" y="522410"/>
                  </a:lnTo>
                  <a:cubicBezTo>
                    <a:pt x="54322" y="467258"/>
                    <a:pt x="23943" y="393930"/>
                    <a:pt x="23943" y="315941"/>
                  </a:cubicBezTo>
                  <a:cubicBezTo>
                    <a:pt x="23943" y="237952"/>
                    <a:pt x="54322" y="164616"/>
                    <a:pt x="109483" y="109472"/>
                  </a:cubicBezTo>
                  <a:cubicBezTo>
                    <a:pt x="164644" y="54321"/>
                    <a:pt x="237992" y="23948"/>
                    <a:pt x="315995" y="23956"/>
                  </a:cubicBezTo>
                  <a:cubicBezTo>
                    <a:pt x="394006" y="23956"/>
                    <a:pt x="467338" y="54329"/>
                    <a:pt x="522499" y="109481"/>
                  </a:cubicBezTo>
                  <a:cubicBezTo>
                    <a:pt x="636366" y="223336"/>
                    <a:pt x="636358" y="408578"/>
                    <a:pt x="522483" y="522417"/>
                  </a:cubicBezTo>
                  <a:close/>
                </a:path>
              </a:pathLst>
            </a:custGeom>
            <a:solidFill>
              <a:srgbClr val="FFFFFF"/>
            </a:solidFill>
            <a:ln w="0" cap="flat">
              <a:noFill/>
              <a:prstDash val="solid"/>
              <a:miter/>
            </a:ln>
          </p:spPr>
          <p:txBody>
            <a:bodyPr rtlCol="0" anchor="ctr"/>
            <a:lstStyle/>
            <a:p>
              <a:endParaRPr lang="de-DE"/>
            </a:p>
          </p:txBody>
        </p:sp>
        <p:sp>
          <p:nvSpPr>
            <p:cNvPr id="373" name="Freihandform 372">
              <a:extLst>
                <a:ext uri="{FF2B5EF4-FFF2-40B4-BE49-F238E27FC236}">
                  <a16:creationId xmlns:a16="http://schemas.microsoft.com/office/drawing/2014/main" id="{28AB9045-7321-FA81-D32E-AADFAE2F28EB}"/>
                </a:ext>
              </a:extLst>
            </p:cNvPr>
            <p:cNvSpPr/>
            <p:nvPr/>
          </p:nvSpPr>
          <p:spPr>
            <a:xfrm>
              <a:off x="13401819" y="6776093"/>
              <a:ext cx="276031" cy="275944"/>
            </a:xfrm>
            <a:custGeom>
              <a:avLst/>
              <a:gdLst>
                <a:gd name="connsiteX0" fmla="*/ 40376 w 276031"/>
                <a:gd name="connsiteY0" fmla="*/ 40316 h 275944"/>
                <a:gd name="connsiteX1" fmla="*/ 40376 w 276031"/>
                <a:gd name="connsiteY1" fmla="*/ 40316 h 275944"/>
                <a:gd name="connsiteX2" fmla="*/ 40376 w 276031"/>
                <a:gd name="connsiteY2" fmla="*/ 235577 h 275944"/>
                <a:gd name="connsiteX3" fmla="*/ 138012 w 276031"/>
                <a:gd name="connsiteY3" fmla="*/ 275944 h 275944"/>
                <a:gd name="connsiteX4" fmla="*/ 235655 w 276031"/>
                <a:gd name="connsiteY4" fmla="*/ 235569 h 275944"/>
                <a:gd name="connsiteX5" fmla="*/ 235655 w 276031"/>
                <a:gd name="connsiteY5" fmla="*/ 40316 h 275944"/>
                <a:gd name="connsiteX6" fmla="*/ 40368 w 276031"/>
                <a:gd name="connsiteY6" fmla="*/ 40316 h 275944"/>
                <a:gd name="connsiteX7" fmla="*/ 218737 w 276031"/>
                <a:gd name="connsiteY7" fmla="*/ 218638 h 275944"/>
                <a:gd name="connsiteX8" fmla="*/ 57319 w 276031"/>
                <a:gd name="connsiteY8" fmla="*/ 218638 h 275944"/>
                <a:gd name="connsiteX9" fmla="*/ 57319 w 276031"/>
                <a:gd name="connsiteY9" fmla="*/ 57255 h 275944"/>
                <a:gd name="connsiteX10" fmla="*/ 218745 w 276031"/>
                <a:gd name="connsiteY10" fmla="*/ 57255 h 275944"/>
                <a:gd name="connsiteX11" fmla="*/ 218745 w 276031"/>
                <a:gd name="connsiteY11" fmla="*/ 218638 h 275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6031" h="275944">
                  <a:moveTo>
                    <a:pt x="40376" y="40316"/>
                  </a:moveTo>
                  <a:lnTo>
                    <a:pt x="40376" y="40316"/>
                  </a:lnTo>
                  <a:cubicBezTo>
                    <a:pt x="-13459" y="94150"/>
                    <a:pt x="-13459" y="181743"/>
                    <a:pt x="40376" y="235577"/>
                  </a:cubicBezTo>
                  <a:cubicBezTo>
                    <a:pt x="67299" y="262494"/>
                    <a:pt x="102659" y="275944"/>
                    <a:pt x="138012" y="275944"/>
                  </a:cubicBezTo>
                  <a:cubicBezTo>
                    <a:pt x="173364" y="275944"/>
                    <a:pt x="208741" y="262486"/>
                    <a:pt x="235655" y="235569"/>
                  </a:cubicBezTo>
                  <a:cubicBezTo>
                    <a:pt x="289491" y="181734"/>
                    <a:pt x="289491" y="94150"/>
                    <a:pt x="235655" y="40316"/>
                  </a:cubicBezTo>
                  <a:cubicBezTo>
                    <a:pt x="181803" y="-13447"/>
                    <a:pt x="94204" y="-13431"/>
                    <a:pt x="40368" y="40316"/>
                  </a:cubicBezTo>
                  <a:close/>
                  <a:moveTo>
                    <a:pt x="218737" y="218638"/>
                  </a:moveTo>
                  <a:cubicBezTo>
                    <a:pt x="174242" y="263125"/>
                    <a:pt x="101829" y="263132"/>
                    <a:pt x="57319" y="218638"/>
                  </a:cubicBezTo>
                  <a:cubicBezTo>
                    <a:pt x="12815" y="174143"/>
                    <a:pt x="12815" y="101741"/>
                    <a:pt x="57319" y="57255"/>
                  </a:cubicBezTo>
                  <a:cubicBezTo>
                    <a:pt x="101804" y="12808"/>
                    <a:pt x="174227" y="12800"/>
                    <a:pt x="218745" y="57255"/>
                  </a:cubicBezTo>
                  <a:cubicBezTo>
                    <a:pt x="263240" y="101741"/>
                    <a:pt x="263240" y="174143"/>
                    <a:pt x="218745" y="218638"/>
                  </a:cubicBezTo>
                  <a:close/>
                </a:path>
              </a:pathLst>
            </a:custGeom>
            <a:solidFill>
              <a:srgbClr val="FFFFFF"/>
            </a:solidFill>
            <a:ln w="0" cap="flat">
              <a:noFill/>
              <a:prstDash val="solid"/>
              <a:miter/>
            </a:ln>
          </p:spPr>
          <p:txBody>
            <a:bodyPr rtlCol="0" anchor="ctr"/>
            <a:lstStyle/>
            <a:p>
              <a:endParaRPr lang="de-DE"/>
            </a:p>
          </p:txBody>
        </p:sp>
      </p:grpSp>
      <p:sp>
        <p:nvSpPr>
          <p:cNvPr id="374" name="Freihandform 373">
            <a:extLst>
              <a:ext uri="{FF2B5EF4-FFF2-40B4-BE49-F238E27FC236}">
                <a16:creationId xmlns:a16="http://schemas.microsoft.com/office/drawing/2014/main" id="{94391EC4-2ADA-18CC-98A0-35152F0B1BF4}"/>
              </a:ext>
            </a:extLst>
          </p:cNvPr>
          <p:cNvSpPr/>
          <p:nvPr/>
        </p:nvSpPr>
        <p:spPr>
          <a:xfrm>
            <a:off x="9571432" y="4305418"/>
            <a:ext cx="539802" cy="586200"/>
          </a:xfrm>
          <a:custGeom>
            <a:avLst/>
            <a:gdLst>
              <a:gd name="connsiteX0" fmla="*/ 565637 w 648142"/>
              <a:gd name="connsiteY0" fmla="*/ 55870 h 703852"/>
              <a:gd name="connsiteX1" fmla="*/ 503162 w 648142"/>
              <a:gd name="connsiteY1" fmla="*/ 55870 h 703852"/>
              <a:gd name="connsiteX2" fmla="*/ 503162 w 648142"/>
              <a:gd name="connsiteY2" fmla="*/ 11974 h 703852"/>
              <a:gd name="connsiteX3" fmla="*/ 491186 w 648142"/>
              <a:gd name="connsiteY3" fmla="*/ 0 h 703852"/>
              <a:gd name="connsiteX4" fmla="*/ 479211 w 648142"/>
              <a:gd name="connsiteY4" fmla="*/ 11974 h 703852"/>
              <a:gd name="connsiteX5" fmla="*/ 479211 w 648142"/>
              <a:gd name="connsiteY5" fmla="*/ 55870 h 703852"/>
              <a:gd name="connsiteX6" fmla="*/ 168963 w 648142"/>
              <a:gd name="connsiteY6" fmla="*/ 55870 h 703852"/>
              <a:gd name="connsiteX7" fmla="*/ 168963 w 648142"/>
              <a:gd name="connsiteY7" fmla="*/ 11974 h 703852"/>
              <a:gd name="connsiteX8" fmla="*/ 156988 w 648142"/>
              <a:gd name="connsiteY8" fmla="*/ 0 h 703852"/>
              <a:gd name="connsiteX9" fmla="*/ 145012 w 648142"/>
              <a:gd name="connsiteY9" fmla="*/ 11974 h 703852"/>
              <a:gd name="connsiteX10" fmla="*/ 145012 w 648142"/>
              <a:gd name="connsiteY10" fmla="*/ 55870 h 703852"/>
              <a:gd name="connsiteX11" fmla="*/ 82521 w 648142"/>
              <a:gd name="connsiteY11" fmla="*/ 55870 h 703852"/>
              <a:gd name="connsiteX12" fmla="*/ 24231 w 648142"/>
              <a:gd name="connsiteY12" fmla="*/ 79985 h 703852"/>
              <a:gd name="connsiteX13" fmla="*/ 32 w 648142"/>
              <a:gd name="connsiteY13" fmla="*/ 138354 h 703852"/>
              <a:gd name="connsiteX14" fmla="*/ 32 w 648142"/>
              <a:gd name="connsiteY14" fmla="*/ 256391 h 703852"/>
              <a:gd name="connsiteX15" fmla="*/ 0 w 648142"/>
              <a:gd name="connsiteY15" fmla="*/ 256647 h 703852"/>
              <a:gd name="connsiteX16" fmla="*/ 24 w 648142"/>
              <a:gd name="connsiteY16" fmla="*/ 256902 h 703852"/>
              <a:gd name="connsiteX17" fmla="*/ 24 w 648142"/>
              <a:gd name="connsiteY17" fmla="*/ 466771 h 703852"/>
              <a:gd name="connsiteX18" fmla="*/ 16 w 648142"/>
              <a:gd name="connsiteY18" fmla="*/ 621409 h 703852"/>
              <a:gd name="connsiteX19" fmla="*/ 24184 w 648142"/>
              <a:gd name="connsiteY19" fmla="*/ 679713 h 703852"/>
              <a:gd name="connsiteX20" fmla="*/ 82538 w 648142"/>
              <a:gd name="connsiteY20" fmla="*/ 703852 h 703852"/>
              <a:gd name="connsiteX21" fmla="*/ 565645 w 648142"/>
              <a:gd name="connsiteY21" fmla="*/ 703852 h 703852"/>
              <a:gd name="connsiteX22" fmla="*/ 648143 w 648142"/>
              <a:gd name="connsiteY22" fmla="*/ 621409 h 703852"/>
              <a:gd name="connsiteX23" fmla="*/ 648143 w 648142"/>
              <a:gd name="connsiteY23" fmla="*/ 138354 h 703852"/>
              <a:gd name="connsiteX24" fmla="*/ 565645 w 648142"/>
              <a:gd name="connsiteY24" fmla="*/ 55878 h 703852"/>
              <a:gd name="connsiteX25" fmla="*/ 41141 w 648142"/>
              <a:gd name="connsiteY25" fmla="*/ 96940 h 703852"/>
              <a:gd name="connsiteX26" fmla="*/ 82521 w 648142"/>
              <a:gd name="connsiteY26" fmla="*/ 79818 h 703852"/>
              <a:gd name="connsiteX27" fmla="*/ 145004 w 648142"/>
              <a:gd name="connsiteY27" fmla="*/ 79818 h 703852"/>
              <a:gd name="connsiteX28" fmla="*/ 145004 w 648142"/>
              <a:gd name="connsiteY28" fmla="*/ 124097 h 703852"/>
              <a:gd name="connsiteX29" fmla="*/ 156980 w 648142"/>
              <a:gd name="connsiteY29" fmla="*/ 136071 h 703852"/>
              <a:gd name="connsiteX30" fmla="*/ 168956 w 648142"/>
              <a:gd name="connsiteY30" fmla="*/ 124097 h 703852"/>
              <a:gd name="connsiteX31" fmla="*/ 168956 w 648142"/>
              <a:gd name="connsiteY31" fmla="*/ 79818 h 703852"/>
              <a:gd name="connsiteX32" fmla="*/ 479203 w 648142"/>
              <a:gd name="connsiteY32" fmla="*/ 79818 h 703852"/>
              <a:gd name="connsiteX33" fmla="*/ 479203 w 648142"/>
              <a:gd name="connsiteY33" fmla="*/ 124097 h 703852"/>
              <a:gd name="connsiteX34" fmla="*/ 491179 w 648142"/>
              <a:gd name="connsiteY34" fmla="*/ 136071 h 703852"/>
              <a:gd name="connsiteX35" fmla="*/ 503155 w 648142"/>
              <a:gd name="connsiteY35" fmla="*/ 124097 h 703852"/>
              <a:gd name="connsiteX36" fmla="*/ 503155 w 648142"/>
              <a:gd name="connsiteY36" fmla="*/ 79818 h 703852"/>
              <a:gd name="connsiteX37" fmla="*/ 565621 w 648142"/>
              <a:gd name="connsiteY37" fmla="*/ 79818 h 703852"/>
              <a:gd name="connsiteX38" fmla="*/ 624174 w 648142"/>
              <a:gd name="connsiteY38" fmla="*/ 138354 h 703852"/>
              <a:gd name="connsiteX39" fmla="*/ 624174 w 648142"/>
              <a:gd name="connsiteY39" fmla="*/ 244665 h 703852"/>
              <a:gd name="connsiteX40" fmla="*/ 23967 w 648142"/>
              <a:gd name="connsiteY40" fmla="*/ 244665 h 703852"/>
              <a:gd name="connsiteX41" fmla="*/ 23967 w 648142"/>
              <a:gd name="connsiteY41" fmla="*/ 138314 h 703852"/>
              <a:gd name="connsiteX42" fmla="*/ 41141 w 648142"/>
              <a:gd name="connsiteY42" fmla="*/ 96932 h 703852"/>
              <a:gd name="connsiteX43" fmla="*/ 565637 w 648142"/>
              <a:gd name="connsiteY43" fmla="*/ 679897 h 703852"/>
              <a:gd name="connsiteX44" fmla="*/ 82474 w 648142"/>
              <a:gd name="connsiteY44" fmla="*/ 679897 h 703852"/>
              <a:gd name="connsiteX45" fmla="*/ 41101 w 648142"/>
              <a:gd name="connsiteY45" fmla="*/ 662767 h 703852"/>
              <a:gd name="connsiteX46" fmla="*/ 23960 w 648142"/>
              <a:gd name="connsiteY46" fmla="*/ 621401 h 703852"/>
              <a:gd name="connsiteX47" fmla="*/ 23960 w 648142"/>
              <a:gd name="connsiteY47" fmla="*/ 268620 h 703852"/>
              <a:gd name="connsiteX48" fmla="*/ 624183 w 648142"/>
              <a:gd name="connsiteY48" fmla="*/ 268620 h 703852"/>
              <a:gd name="connsiteX49" fmla="*/ 624183 w 648142"/>
              <a:gd name="connsiteY49" fmla="*/ 621393 h 703852"/>
              <a:gd name="connsiteX50" fmla="*/ 565637 w 648142"/>
              <a:gd name="connsiteY50" fmla="*/ 679897 h 703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48142" h="703852">
                <a:moveTo>
                  <a:pt x="565637" y="55870"/>
                </a:moveTo>
                <a:lnTo>
                  <a:pt x="503162" y="55870"/>
                </a:lnTo>
                <a:lnTo>
                  <a:pt x="503162" y="11974"/>
                </a:lnTo>
                <a:cubicBezTo>
                  <a:pt x="503162" y="5364"/>
                  <a:pt x="497797" y="0"/>
                  <a:pt x="491186" y="0"/>
                </a:cubicBezTo>
                <a:cubicBezTo>
                  <a:pt x="484576" y="0"/>
                  <a:pt x="479211" y="5364"/>
                  <a:pt x="479211" y="11974"/>
                </a:cubicBezTo>
                <a:lnTo>
                  <a:pt x="479211" y="55870"/>
                </a:lnTo>
                <a:lnTo>
                  <a:pt x="168963" y="55870"/>
                </a:lnTo>
                <a:lnTo>
                  <a:pt x="168963" y="11974"/>
                </a:lnTo>
                <a:cubicBezTo>
                  <a:pt x="168963" y="5364"/>
                  <a:pt x="163598" y="0"/>
                  <a:pt x="156988" y="0"/>
                </a:cubicBezTo>
                <a:cubicBezTo>
                  <a:pt x="150377" y="0"/>
                  <a:pt x="145012" y="5364"/>
                  <a:pt x="145012" y="11974"/>
                </a:cubicBezTo>
                <a:lnTo>
                  <a:pt x="145012" y="55870"/>
                </a:lnTo>
                <a:lnTo>
                  <a:pt x="82521" y="55870"/>
                </a:lnTo>
                <a:cubicBezTo>
                  <a:pt x="60510" y="55870"/>
                  <a:pt x="39808" y="64435"/>
                  <a:pt x="24231" y="79985"/>
                </a:cubicBezTo>
                <a:cubicBezTo>
                  <a:pt x="8639" y="95559"/>
                  <a:pt x="48" y="116266"/>
                  <a:pt x="32" y="138354"/>
                </a:cubicBezTo>
                <a:lnTo>
                  <a:pt x="32" y="256391"/>
                </a:lnTo>
                <a:cubicBezTo>
                  <a:pt x="32" y="256479"/>
                  <a:pt x="0" y="256559"/>
                  <a:pt x="0" y="256647"/>
                </a:cubicBezTo>
                <a:cubicBezTo>
                  <a:pt x="0" y="256734"/>
                  <a:pt x="24" y="256814"/>
                  <a:pt x="24" y="256902"/>
                </a:cubicBezTo>
                <a:lnTo>
                  <a:pt x="24" y="466771"/>
                </a:lnTo>
                <a:cubicBezTo>
                  <a:pt x="24" y="466771"/>
                  <a:pt x="16" y="621409"/>
                  <a:pt x="16" y="621409"/>
                </a:cubicBezTo>
                <a:cubicBezTo>
                  <a:pt x="16" y="643433"/>
                  <a:pt x="8599" y="664140"/>
                  <a:pt x="24184" y="679713"/>
                </a:cubicBezTo>
                <a:cubicBezTo>
                  <a:pt x="39752" y="695279"/>
                  <a:pt x="60462" y="703852"/>
                  <a:pt x="82538" y="703852"/>
                </a:cubicBezTo>
                <a:lnTo>
                  <a:pt x="565645" y="703852"/>
                </a:lnTo>
                <a:cubicBezTo>
                  <a:pt x="611113" y="703852"/>
                  <a:pt x="648126" y="666869"/>
                  <a:pt x="648143" y="621409"/>
                </a:cubicBezTo>
                <a:lnTo>
                  <a:pt x="648143" y="138354"/>
                </a:lnTo>
                <a:cubicBezTo>
                  <a:pt x="648126" y="92901"/>
                  <a:pt x="611113" y="55894"/>
                  <a:pt x="565645" y="55878"/>
                </a:cubicBezTo>
                <a:close/>
                <a:moveTo>
                  <a:pt x="41141" y="96940"/>
                </a:moveTo>
                <a:cubicBezTo>
                  <a:pt x="52199" y="85900"/>
                  <a:pt x="66897" y="79818"/>
                  <a:pt x="82521" y="79818"/>
                </a:cubicBezTo>
                <a:lnTo>
                  <a:pt x="145004" y="79818"/>
                </a:lnTo>
                <a:lnTo>
                  <a:pt x="145004" y="124097"/>
                </a:lnTo>
                <a:cubicBezTo>
                  <a:pt x="145004" y="130706"/>
                  <a:pt x="150369" y="136071"/>
                  <a:pt x="156980" y="136071"/>
                </a:cubicBezTo>
                <a:cubicBezTo>
                  <a:pt x="163590" y="136071"/>
                  <a:pt x="168956" y="130706"/>
                  <a:pt x="168956" y="124097"/>
                </a:cubicBezTo>
                <a:lnTo>
                  <a:pt x="168956" y="79818"/>
                </a:lnTo>
                <a:lnTo>
                  <a:pt x="479203" y="79818"/>
                </a:lnTo>
                <a:lnTo>
                  <a:pt x="479203" y="124097"/>
                </a:lnTo>
                <a:cubicBezTo>
                  <a:pt x="479203" y="130706"/>
                  <a:pt x="484568" y="136071"/>
                  <a:pt x="491179" y="136071"/>
                </a:cubicBezTo>
                <a:cubicBezTo>
                  <a:pt x="497789" y="136071"/>
                  <a:pt x="503155" y="130706"/>
                  <a:pt x="503155" y="124097"/>
                </a:cubicBezTo>
                <a:lnTo>
                  <a:pt x="503155" y="79818"/>
                </a:lnTo>
                <a:lnTo>
                  <a:pt x="565621" y="79818"/>
                </a:lnTo>
                <a:cubicBezTo>
                  <a:pt x="597899" y="79834"/>
                  <a:pt x="624159" y="106088"/>
                  <a:pt x="624174" y="138354"/>
                </a:cubicBezTo>
                <a:lnTo>
                  <a:pt x="624174" y="244665"/>
                </a:lnTo>
                <a:lnTo>
                  <a:pt x="23967" y="244665"/>
                </a:lnTo>
                <a:lnTo>
                  <a:pt x="23967" y="138314"/>
                </a:lnTo>
                <a:cubicBezTo>
                  <a:pt x="23984" y="122676"/>
                  <a:pt x="30075" y="107980"/>
                  <a:pt x="41141" y="96932"/>
                </a:cubicBezTo>
                <a:close/>
                <a:moveTo>
                  <a:pt x="565637" y="679897"/>
                </a:moveTo>
                <a:lnTo>
                  <a:pt x="82474" y="679897"/>
                </a:lnTo>
                <a:cubicBezTo>
                  <a:pt x="66850" y="679897"/>
                  <a:pt x="52159" y="673814"/>
                  <a:pt x="41101" y="662767"/>
                </a:cubicBezTo>
                <a:cubicBezTo>
                  <a:pt x="30043" y="651718"/>
                  <a:pt x="23960" y="637023"/>
                  <a:pt x="23960" y="621401"/>
                </a:cubicBezTo>
                <a:lnTo>
                  <a:pt x="23960" y="268620"/>
                </a:lnTo>
                <a:lnTo>
                  <a:pt x="624183" y="268620"/>
                </a:lnTo>
                <a:lnTo>
                  <a:pt x="624183" y="621393"/>
                </a:lnTo>
                <a:cubicBezTo>
                  <a:pt x="624167" y="653650"/>
                  <a:pt x="597908" y="679897"/>
                  <a:pt x="565637" y="679897"/>
                </a:cubicBezTo>
                <a:close/>
              </a:path>
            </a:pathLst>
          </a:custGeom>
          <a:solidFill>
            <a:srgbClr val="FFFFFF"/>
          </a:solidFill>
          <a:ln w="0" cap="flat">
            <a:noFill/>
            <a:prstDash val="solid"/>
            <a:miter/>
          </a:ln>
        </p:spPr>
        <p:txBody>
          <a:bodyPr rtlCol="0" anchor="ctr"/>
          <a:lstStyle/>
          <a:p>
            <a:endParaRPr lang="de-DE"/>
          </a:p>
        </p:txBody>
      </p:sp>
      <p:sp>
        <p:nvSpPr>
          <p:cNvPr id="375" name="Freihandform 374">
            <a:extLst>
              <a:ext uri="{FF2B5EF4-FFF2-40B4-BE49-F238E27FC236}">
                <a16:creationId xmlns:a16="http://schemas.microsoft.com/office/drawing/2014/main" id="{252962DE-5480-FD7B-073D-71569F6421DF}"/>
              </a:ext>
            </a:extLst>
          </p:cNvPr>
          <p:cNvSpPr/>
          <p:nvPr/>
        </p:nvSpPr>
        <p:spPr>
          <a:xfrm>
            <a:off x="4532344" y="5273392"/>
            <a:ext cx="630426" cy="486343"/>
          </a:xfrm>
          <a:custGeom>
            <a:avLst/>
            <a:gdLst>
              <a:gd name="connsiteX0" fmla="*/ 705435 w 756955"/>
              <a:gd name="connsiteY0" fmla="*/ 0 h 583954"/>
              <a:gd name="connsiteX1" fmla="*/ 51552 w 756955"/>
              <a:gd name="connsiteY1" fmla="*/ 0 h 583954"/>
              <a:gd name="connsiteX2" fmla="*/ 0 w 756955"/>
              <a:gd name="connsiteY2" fmla="*/ 51543 h 583954"/>
              <a:gd name="connsiteX3" fmla="*/ 0 w 756955"/>
              <a:gd name="connsiteY3" fmla="*/ 532419 h 583954"/>
              <a:gd name="connsiteX4" fmla="*/ 51552 w 756955"/>
              <a:gd name="connsiteY4" fmla="*/ 583955 h 583954"/>
              <a:gd name="connsiteX5" fmla="*/ 705435 w 756955"/>
              <a:gd name="connsiteY5" fmla="*/ 583955 h 583954"/>
              <a:gd name="connsiteX6" fmla="*/ 756955 w 756955"/>
              <a:gd name="connsiteY6" fmla="*/ 532443 h 583954"/>
              <a:gd name="connsiteX7" fmla="*/ 756955 w 756955"/>
              <a:gd name="connsiteY7" fmla="*/ 51511 h 583954"/>
              <a:gd name="connsiteX8" fmla="*/ 705435 w 756955"/>
              <a:gd name="connsiteY8" fmla="*/ 0 h 583954"/>
              <a:gd name="connsiteX9" fmla="*/ 705435 w 756955"/>
              <a:gd name="connsiteY9" fmla="*/ 23948 h 583954"/>
              <a:gd name="connsiteX10" fmla="*/ 716469 w 756955"/>
              <a:gd name="connsiteY10" fmla="*/ 26286 h 583954"/>
              <a:gd name="connsiteX11" fmla="*/ 504352 w 756955"/>
              <a:gd name="connsiteY11" fmla="*/ 234527 h 583954"/>
              <a:gd name="connsiteX12" fmla="*/ 447682 w 756955"/>
              <a:gd name="connsiteY12" fmla="*/ 290181 h 583954"/>
              <a:gd name="connsiteX13" fmla="*/ 446900 w 756955"/>
              <a:gd name="connsiteY13" fmla="*/ 291027 h 583954"/>
              <a:gd name="connsiteX14" fmla="*/ 321113 w 756955"/>
              <a:gd name="connsiteY14" fmla="*/ 302003 h 583954"/>
              <a:gd name="connsiteX15" fmla="*/ 310127 w 756955"/>
              <a:gd name="connsiteY15" fmla="*/ 291019 h 583954"/>
              <a:gd name="connsiteX16" fmla="*/ 309345 w 756955"/>
              <a:gd name="connsiteY16" fmla="*/ 290181 h 583954"/>
              <a:gd name="connsiteX17" fmla="*/ 40518 w 756955"/>
              <a:gd name="connsiteY17" fmla="*/ 26286 h 583954"/>
              <a:gd name="connsiteX18" fmla="*/ 51552 w 756955"/>
              <a:gd name="connsiteY18" fmla="*/ 23948 h 583954"/>
              <a:gd name="connsiteX19" fmla="*/ 705435 w 756955"/>
              <a:gd name="connsiteY19" fmla="*/ 23948 h 583954"/>
              <a:gd name="connsiteX20" fmla="*/ 733004 w 756955"/>
              <a:gd name="connsiteY20" fmla="*/ 532443 h 583954"/>
              <a:gd name="connsiteX21" fmla="*/ 705435 w 756955"/>
              <a:gd name="connsiteY21" fmla="*/ 560007 h 583954"/>
              <a:gd name="connsiteX22" fmla="*/ 51552 w 756955"/>
              <a:gd name="connsiteY22" fmla="*/ 560007 h 583954"/>
              <a:gd name="connsiteX23" fmla="*/ 23952 w 756955"/>
              <a:gd name="connsiteY23" fmla="*/ 532403 h 583954"/>
              <a:gd name="connsiteX24" fmla="*/ 23952 w 756955"/>
              <a:gd name="connsiteY24" fmla="*/ 51543 h 583954"/>
              <a:gd name="connsiteX25" fmla="*/ 24958 w 756955"/>
              <a:gd name="connsiteY25" fmla="*/ 44567 h 583954"/>
              <a:gd name="connsiteX26" fmla="*/ 292163 w 756955"/>
              <a:gd name="connsiteY26" fmla="*/ 306873 h 583954"/>
              <a:gd name="connsiteX27" fmla="*/ 305720 w 756955"/>
              <a:gd name="connsiteY27" fmla="*/ 320347 h 583954"/>
              <a:gd name="connsiteX28" fmla="*/ 378430 w 756955"/>
              <a:gd name="connsiteY28" fmla="*/ 346785 h 583954"/>
              <a:gd name="connsiteX29" fmla="*/ 464864 w 756955"/>
              <a:gd name="connsiteY29" fmla="*/ 306864 h 583954"/>
              <a:gd name="connsiteX30" fmla="*/ 521134 w 756955"/>
              <a:gd name="connsiteY30" fmla="*/ 251601 h 583954"/>
              <a:gd name="connsiteX31" fmla="*/ 732014 w 756955"/>
              <a:gd name="connsiteY31" fmla="*/ 44567 h 583954"/>
              <a:gd name="connsiteX32" fmla="*/ 733004 w 756955"/>
              <a:gd name="connsiteY32" fmla="*/ 51495 h 583954"/>
              <a:gd name="connsiteX33" fmla="*/ 733004 w 756955"/>
              <a:gd name="connsiteY33" fmla="*/ 532427 h 583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756955" h="583954">
                <a:moveTo>
                  <a:pt x="705435" y="0"/>
                </a:moveTo>
                <a:lnTo>
                  <a:pt x="51552" y="0"/>
                </a:lnTo>
                <a:cubicBezTo>
                  <a:pt x="23121" y="0"/>
                  <a:pt x="0" y="23117"/>
                  <a:pt x="0" y="51543"/>
                </a:cubicBezTo>
                <a:lnTo>
                  <a:pt x="0" y="532419"/>
                </a:lnTo>
                <a:cubicBezTo>
                  <a:pt x="0" y="560837"/>
                  <a:pt x="23121" y="583955"/>
                  <a:pt x="51552" y="583955"/>
                </a:cubicBezTo>
                <a:lnTo>
                  <a:pt x="705435" y="583955"/>
                </a:lnTo>
                <a:cubicBezTo>
                  <a:pt x="733842" y="583955"/>
                  <a:pt x="756955" y="560845"/>
                  <a:pt x="756955" y="532443"/>
                </a:cubicBezTo>
                <a:lnTo>
                  <a:pt x="756955" y="51511"/>
                </a:lnTo>
                <a:cubicBezTo>
                  <a:pt x="756955" y="23101"/>
                  <a:pt x="733842" y="0"/>
                  <a:pt x="705435" y="0"/>
                </a:cubicBezTo>
                <a:close/>
                <a:moveTo>
                  <a:pt x="705435" y="23948"/>
                </a:moveTo>
                <a:cubicBezTo>
                  <a:pt x="709363" y="23948"/>
                  <a:pt x="713084" y="24802"/>
                  <a:pt x="716469" y="26286"/>
                </a:cubicBezTo>
                <a:cubicBezTo>
                  <a:pt x="642299" y="99063"/>
                  <a:pt x="566259" y="173740"/>
                  <a:pt x="504352" y="234527"/>
                </a:cubicBezTo>
                <a:lnTo>
                  <a:pt x="447682" y="290181"/>
                </a:lnTo>
                <a:cubicBezTo>
                  <a:pt x="447411" y="290453"/>
                  <a:pt x="447148" y="290732"/>
                  <a:pt x="446900" y="291027"/>
                </a:cubicBezTo>
                <a:cubicBezTo>
                  <a:pt x="415260" y="328721"/>
                  <a:pt x="358829" y="333662"/>
                  <a:pt x="321113" y="302003"/>
                </a:cubicBezTo>
                <a:cubicBezTo>
                  <a:pt x="317161" y="298690"/>
                  <a:pt x="313465" y="294994"/>
                  <a:pt x="310127" y="291019"/>
                </a:cubicBezTo>
                <a:cubicBezTo>
                  <a:pt x="309880" y="290724"/>
                  <a:pt x="309624" y="290445"/>
                  <a:pt x="309345" y="290181"/>
                </a:cubicBezTo>
                <a:lnTo>
                  <a:pt x="40518" y="26286"/>
                </a:lnTo>
                <a:cubicBezTo>
                  <a:pt x="43904" y="24802"/>
                  <a:pt x="47624" y="23948"/>
                  <a:pt x="51552" y="23948"/>
                </a:cubicBezTo>
                <a:lnTo>
                  <a:pt x="705435" y="23948"/>
                </a:lnTo>
                <a:close/>
                <a:moveTo>
                  <a:pt x="733004" y="532443"/>
                </a:moveTo>
                <a:cubicBezTo>
                  <a:pt x="733004" y="547642"/>
                  <a:pt x="720636" y="560007"/>
                  <a:pt x="705435" y="560007"/>
                </a:cubicBezTo>
                <a:lnTo>
                  <a:pt x="51552" y="560007"/>
                </a:lnTo>
                <a:cubicBezTo>
                  <a:pt x="36335" y="560007"/>
                  <a:pt x="23952" y="547626"/>
                  <a:pt x="23952" y="532403"/>
                </a:cubicBezTo>
                <a:lnTo>
                  <a:pt x="23952" y="51543"/>
                </a:lnTo>
                <a:cubicBezTo>
                  <a:pt x="23952" y="49116"/>
                  <a:pt x="24367" y="46809"/>
                  <a:pt x="24958" y="44567"/>
                </a:cubicBezTo>
                <a:lnTo>
                  <a:pt x="292163" y="306873"/>
                </a:lnTo>
                <a:cubicBezTo>
                  <a:pt x="296299" y="311742"/>
                  <a:pt x="300858" y="316276"/>
                  <a:pt x="305720" y="320347"/>
                </a:cubicBezTo>
                <a:cubicBezTo>
                  <a:pt x="326902" y="338124"/>
                  <a:pt x="352729" y="346793"/>
                  <a:pt x="378430" y="346785"/>
                </a:cubicBezTo>
                <a:cubicBezTo>
                  <a:pt x="410573" y="346785"/>
                  <a:pt x="442517" y="333207"/>
                  <a:pt x="464864" y="306864"/>
                </a:cubicBezTo>
                <a:lnTo>
                  <a:pt x="521134" y="251601"/>
                </a:lnTo>
                <a:cubicBezTo>
                  <a:pt x="582691" y="191150"/>
                  <a:pt x="658234" y="116968"/>
                  <a:pt x="732014" y="44567"/>
                </a:cubicBezTo>
                <a:cubicBezTo>
                  <a:pt x="732597" y="46794"/>
                  <a:pt x="733004" y="49092"/>
                  <a:pt x="733004" y="51495"/>
                </a:cubicBezTo>
                <a:lnTo>
                  <a:pt x="733004" y="532427"/>
                </a:lnTo>
                <a:close/>
              </a:path>
            </a:pathLst>
          </a:custGeom>
          <a:solidFill>
            <a:srgbClr val="FFFFFF"/>
          </a:solidFill>
          <a:ln w="0" cap="flat">
            <a:noFill/>
            <a:prstDash val="solid"/>
            <a:miter/>
          </a:ln>
        </p:spPr>
        <p:txBody>
          <a:bodyPr rtlCol="0" anchor="ctr"/>
          <a:lstStyle/>
          <a:p>
            <a:endParaRPr lang="de-DE"/>
          </a:p>
        </p:txBody>
      </p:sp>
      <p:grpSp>
        <p:nvGrpSpPr>
          <p:cNvPr id="376" name="Grafik 13">
            <a:extLst>
              <a:ext uri="{FF2B5EF4-FFF2-40B4-BE49-F238E27FC236}">
                <a16:creationId xmlns:a16="http://schemas.microsoft.com/office/drawing/2014/main" id="{F3997CAD-1C92-3660-E18D-E9E191B4211A}"/>
              </a:ext>
            </a:extLst>
          </p:cNvPr>
          <p:cNvGrpSpPr/>
          <p:nvPr/>
        </p:nvGrpSpPr>
        <p:grpSpPr>
          <a:xfrm>
            <a:off x="10776929" y="4285726"/>
            <a:ext cx="625692" cy="625584"/>
            <a:chOff x="14798471" y="4940951"/>
            <a:chExt cx="751270" cy="751141"/>
          </a:xfrm>
          <a:solidFill>
            <a:srgbClr val="FFFFFF"/>
          </a:solidFill>
        </p:grpSpPr>
        <p:sp>
          <p:nvSpPr>
            <p:cNvPr id="377" name="Freihandform 376">
              <a:extLst>
                <a:ext uri="{FF2B5EF4-FFF2-40B4-BE49-F238E27FC236}">
                  <a16:creationId xmlns:a16="http://schemas.microsoft.com/office/drawing/2014/main" id="{95D40165-2A75-FCC5-CE23-7F4A761A7224}"/>
                </a:ext>
              </a:extLst>
            </p:cNvPr>
            <p:cNvSpPr/>
            <p:nvPr/>
          </p:nvSpPr>
          <p:spPr>
            <a:xfrm>
              <a:off x="14798471" y="4940951"/>
              <a:ext cx="751270" cy="751141"/>
            </a:xfrm>
            <a:custGeom>
              <a:avLst/>
              <a:gdLst>
                <a:gd name="connsiteX0" fmla="*/ 375564 w 751270"/>
                <a:gd name="connsiteY0" fmla="*/ 8 h 751141"/>
                <a:gd name="connsiteX1" fmla="*/ 109963 w 751270"/>
                <a:gd name="connsiteY1" fmla="*/ 110056 h 751141"/>
                <a:gd name="connsiteX2" fmla="*/ 0 w 751270"/>
                <a:gd name="connsiteY2" fmla="*/ 375643 h 751141"/>
                <a:gd name="connsiteX3" fmla="*/ 375636 w 751270"/>
                <a:gd name="connsiteY3" fmla="*/ 751141 h 751141"/>
                <a:gd name="connsiteX4" fmla="*/ 375708 w 751270"/>
                <a:gd name="connsiteY4" fmla="*/ 751141 h 751141"/>
                <a:gd name="connsiteX5" fmla="*/ 641309 w 751270"/>
                <a:gd name="connsiteY5" fmla="*/ 641086 h 751141"/>
                <a:gd name="connsiteX6" fmla="*/ 751271 w 751270"/>
                <a:gd name="connsiteY6" fmla="*/ 375499 h 751141"/>
                <a:gd name="connsiteX7" fmla="*/ 375564 w 751270"/>
                <a:gd name="connsiteY7" fmla="*/ 0 h 751141"/>
                <a:gd name="connsiteX8" fmla="*/ 624359 w 751270"/>
                <a:gd name="connsiteY8" fmla="*/ 624155 h 751141"/>
                <a:gd name="connsiteX9" fmla="*/ 375699 w 751270"/>
                <a:gd name="connsiteY9" fmla="*/ 727193 h 751141"/>
                <a:gd name="connsiteX10" fmla="*/ 375628 w 751270"/>
                <a:gd name="connsiteY10" fmla="*/ 727193 h 751141"/>
                <a:gd name="connsiteX11" fmla="*/ 23944 w 751270"/>
                <a:gd name="connsiteY11" fmla="*/ 375643 h 751141"/>
                <a:gd name="connsiteX12" fmla="*/ 126905 w 751270"/>
                <a:gd name="connsiteY12" fmla="*/ 126986 h 751141"/>
                <a:gd name="connsiteX13" fmla="*/ 375596 w 751270"/>
                <a:gd name="connsiteY13" fmla="*/ 23956 h 751141"/>
                <a:gd name="connsiteX14" fmla="*/ 727311 w 751270"/>
                <a:gd name="connsiteY14" fmla="*/ 375507 h 751141"/>
                <a:gd name="connsiteX15" fmla="*/ 624351 w 751270"/>
                <a:gd name="connsiteY15" fmla="*/ 624155 h 751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751270" h="751141">
                  <a:moveTo>
                    <a:pt x="375564" y="8"/>
                  </a:moveTo>
                  <a:cubicBezTo>
                    <a:pt x="275230" y="32"/>
                    <a:pt x="180900" y="39107"/>
                    <a:pt x="109963" y="110056"/>
                  </a:cubicBezTo>
                  <a:cubicBezTo>
                    <a:pt x="39034" y="181012"/>
                    <a:pt x="-16" y="275326"/>
                    <a:pt x="0" y="375643"/>
                  </a:cubicBezTo>
                  <a:cubicBezTo>
                    <a:pt x="40" y="582718"/>
                    <a:pt x="168525" y="751141"/>
                    <a:pt x="375636" y="751141"/>
                  </a:cubicBezTo>
                  <a:lnTo>
                    <a:pt x="375708" y="751141"/>
                  </a:lnTo>
                  <a:cubicBezTo>
                    <a:pt x="476041" y="751125"/>
                    <a:pt x="570372" y="712043"/>
                    <a:pt x="641309" y="641086"/>
                  </a:cubicBezTo>
                  <a:cubicBezTo>
                    <a:pt x="712238" y="570137"/>
                    <a:pt x="751288" y="475816"/>
                    <a:pt x="751271" y="375499"/>
                  </a:cubicBezTo>
                  <a:cubicBezTo>
                    <a:pt x="751223" y="168440"/>
                    <a:pt x="582698" y="-8"/>
                    <a:pt x="375564" y="0"/>
                  </a:cubicBezTo>
                  <a:close/>
                  <a:moveTo>
                    <a:pt x="624359" y="624155"/>
                  </a:moveTo>
                  <a:cubicBezTo>
                    <a:pt x="557948" y="690586"/>
                    <a:pt x="469638" y="727177"/>
                    <a:pt x="375699" y="727193"/>
                  </a:cubicBezTo>
                  <a:lnTo>
                    <a:pt x="375628" y="727193"/>
                  </a:lnTo>
                  <a:cubicBezTo>
                    <a:pt x="181738" y="727193"/>
                    <a:pt x="23984" y="569498"/>
                    <a:pt x="23944" y="375643"/>
                  </a:cubicBezTo>
                  <a:cubicBezTo>
                    <a:pt x="23928" y="281712"/>
                    <a:pt x="60487" y="193409"/>
                    <a:pt x="126905" y="126986"/>
                  </a:cubicBezTo>
                  <a:cubicBezTo>
                    <a:pt x="193323" y="60564"/>
                    <a:pt x="281625" y="23972"/>
                    <a:pt x="375596" y="23956"/>
                  </a:cubicBezTo>
                  <a:cubicBezTo>
                    <a:pt x="569486" y="23956"/>
                    <a:pt x="727264" y="181659"/>
                    <a:pt x="727311" y="375507"/>
                  </a:cubicBezTo>
                  <a:cubicBezTo>
                    <a:pt x="727327" y="469429"/>
                    <a:pt x="690761" y="557740"/>
                    <a:pt x="624351" y="624155"/>
                  </a:cubicBezTo>
                  <a:close/>
                </a:path>
              </a:pathLst>
            </a:custGeom>
            <a:solidFill>
              <a:srgbClr val="FFFFFF"/>
            </a:solidFill>
            <a:ln w="0" cap="flat">
              <a:noFill/>
              <a:prstDash val="solid"/>
              <a:miter/>
            </a:ln>
          </p:spPr>
          <p:txBody>
            <a:bodyPr rtlCol="0" anchor="ctr"/>
            <a:lstStyle/>
            <a:p>
              <a:endParaRPr lang="de-DE"/>
            </a:p>
          </p:txBody>
        </p:sp>
        <p:sp>
          <p:nvSpPr>
            <p:cNvPr id="378" name="Freihandform 377">
              <a:extLst>
                <a:ext uri="{FF2B5EF4-FFF2-40B4-BE49-F238E27FC236}">
                  <a16:creationId xmlns:a16="http://schemas.microsoft.com/office/drawing/2014/main" id="{4339E340-6B5C-4660-232D-29B27F71E9CE}"/>
                </a:ext>
              </a:extLst>
            </p:cNvPr>
            <p:cNvSpPr/>
            <p:nvPr/>
          </p:nvSpPr>
          <p:spPr>
            <a:xfrm>
              <a:off x="15162084" y="5107666"/>
              <a:ext cx="148037" cy="220765"/>
            </a:xfrm>
            <a:custGeom>
              <a:avLst/>
              <a:gdLst>
                <a:gd name="connsiteX0" fmla="*/ 136062 w 148037"/>
                <a:gd name="connsiteY0" fmla="*/ 196818 h 220765"/>
                <a:gd name="connsiteX1" fmla="*/ 23952 w 148037"/>
                <a:gd name="connsiteY1" fmla="*/ 196818 h 220765"/>
                <a:gd name="connsiteX2" fmla="*/ 23952 w 148037"/>
                <a:gd name="connsiteY2" fmla="*/ 11974 h 220765"/>
                <a:gd name="connsiteX3" fmla="*/ 11976 w 148037"/>
                <a:gd name="connsiteY3" fmla="*/ 0 h 220765"/>
                <a:gd name="connsiteX4" fmla="*/ 0 w 148037"/>
                <a:gd name="connsiteY4" fmla="*/ 11974 h 220765"/>
                <a:gd name="connsiteX5" fmla="*/ 0 w 148037"/>
                <a:gd name="connsiteY5" fmla="*/ 208791 h 220765"/>
                <a:gd name="connsiteX6" fmla="*/ 11976 w 148037"/>
                <a:gd name="connsiteY6" fmla="*/ 220765 h 220765"/>
                <a:gd name="connsiteX7" fmla="*/ 136062 w 148037"/>
                <a:gd name="connsiteY7" fmla="*/ 220765 h 220765"/>
                <a:gd name="connsiteX8" fmla="*/ 148038 w 148037"/>
                <a:gd name="connsiteY8" fmla="*/ 208791 h 220765"/>
                <a:gd name="connsiteX9" fmla="*/ 136062 w 148037"/>
                <a:gd name="connsiteY9" fmla="*/ 196818 h 220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8037" h="220765">
                  <a:moveTo>
                    <a:pt x="136062" y="196818"/>
                  </a:moveTo>
                  <a:lnTo>
                    <a:pt x="23952" y="196818"/>
                  </a:lnTo>
                  <a:lnTo>
                    <a:pt x="23952" y="11974"/>
                  </a:lnTo>
                  <a:cubicBezTo>
                    <a:pt x="23952" y="5364"/>
                    <a:pt x="18587" y="0"/>
                    <a:pt x="11976" y="0"/>
                  </a:cubicBezTo>
                  <a:cubicBezTo>
                    <a:pt x="5365" y="0"/>
                    <a:pt x="0" y="5364"/>
                    <a:pt x="0" y="11974"/>
                  </a:cubicBezTo>
                  <a:lnTo>
                    <a:pt x="0" y="208791"/>
                  </a:lnTo>
                  <a:cubicBezTo>
                    <a:pt x="0" y="215401"/>
                    <a:pt x="5365" y="220765"/>
                    <a:pt x="11976" y="220765"/>
                  </a:cubicBezTo>
                  <a:lnTo>
                    <a:pt x="136062" y="220765"/>
                  </a:lnTo>
                  <a:cubicBezTo>
                    <a:pt x="142673" y="220765"/>
                    <a:pt x="148038" y="215401"/>
                    <a:pt x="148038" y="208791"/>
                  </a:cubicBezTo>
                  <a:cubicBezTo>
                    <a:pt x="148038" y="202182"/>
                    <a:pt x="142673" y="196818"/>
                    <a:pt x="136062" y="196818"/>
                  </a:cubicBezTo>
                  <a:close/>
                </a:path>
              </a:pathLst>
            </a:custGeom>
            <a:solidFill>
              <a:srgbClr val="FFFFFF"/>
            </a:solidFill>
            <a:ln w="0" cap="flat">
              <a:noFill/>
              <a:prstDash val="solid"/>
              <a:miter/>
            </a:ln>
          </p:spPr>
          <p:txBody>
            <a:bodyPr rtlCol="0" anchor="ctr"/>
            <a:lstStyle/>
            <a:p>
              <a:endParaRPr lang="de-DE"/>
            </a:p>
          </p:txBody>
        </p:sp>
      </p:grpSp>
      <p:sp>
        <p:nvSpPr>
          <p:cNvPr id="379" name="Freihandform 378">
            <a:extLst>
              <a:ext uri="{FF2B5EF4-FFF2-40B4-BE49-F238E27FC236}">
                <a16:creationId xmlns:a16="http://schemas.microsoft.com/office/drawing/2014/main" id="{F65E9577-A29B-C502-7FFB-B99C5935CEED}"/>
              </a:ext>
            </a:extLst>
          </p:cNvPr>
          <p:cNvSpPr/>
          <p:nvPr/>
        </p:nvSpPr>
        <p:spPr>
          <a:xfrm>
            <a:off x="10800525" y="2496498"/>
            <a:ext cx="578501" cy="531857"/>
          </a:xfrm>
          <a:custGeom>
            <a:avLst/>
            <a:gdLst>
              <a:gd name="connsiteX0" fmla="*/ 694601 w 694608"/>
              <a:gd name="connsiteY0" fmla="*/ 449480 h 638602"/>
              <a:gd name="connsiteX1" fmla="*/ 694601 w 694608"/>
              <a:gd name="connsiteY1" fmla="*/ 11965 h 638602"/>
              <a:gd name="connsiteX2" fmla="*/ 690545 w 694608"/>
              <a:gd name="connsiteY2" fmla="*/ 2984 h 638602"/>
              <a:gd name="connsiteX3" fmla="*/ 681116 w 694608"/>
              <a:gd name="connsiteY3" fmla="*/ 87 h 638602"/>
              <a:gd name="connsiteX4" fmla="*/ 256779 w 694608"/>
              <a:gd name="connsiteY4" fmla="*/ 53841 h 638602"/>
              <a:gd name="connsiteX5" fmla="*/ 246304 w 694608"/>
              <a:gd name="connsiteY5" fmla="*/ 65719 h 638602"/>
              <a:gd name="connsiteX6" fmla="*/ 246304 w 694608"/>
              <a:gd name="connsiteY6" fmla="*/ 426809 h 638602"/>
              <a:gd name="connsiteX7" fmla="*/ 230703 w 694608"/>
              <a:gd name="connsiteY7" fmla="*/ 407994 h 638602"/>
              <a:gd name="connsiteX8" fmla="*/ 135159 w 694608"/>
              <a:gd name="connsiteY8" fmla="*/ 368401 h 638602"/>
              <a:gd name="connsiteX9" fmla="*/ 135127 w 694608"/>
              <a:gd name="connsiteY9" fmla="*/ 368401 h 638602"/>
              <a:gd name="connsiteX10" fmla="*/ 0 w 694608"/>
              <a:gd name="connsiteY10" fmla="*/ 503474 h 638602"/>
              <a:gd name="connsiteX11" fmla="*/ 39552 w 694608"/>
              <a:gd name="connsiteY11" fmla="*/ 599008 h 638602"/>
              <a:gd name="connsiteX12" fmla="*/ 135096 w 694608"/>
              <a:gd name="connsiteY12" fmla="*/ 638602 h 638602"/>
              <a:gd name="connsiteX13" fmla="*/ 135127 w 694608"/>
              <a:gd name="connsiteY13" fmla="*/ 638602 h 638602"/>
              <a:gd name="connsiteX14" fmla="*/ 270255 w 694608"/>
              <a:gd name="connsiteY14" fmla="*/ 503529 h 638602"/>
              <a:gd name="connsiteX15" fmla="*/ 270255 w 694608"/>
              <a:gd name="connsiteY15" fmla="*/ 76272 h 638602"/>
              <a:gd name="connsiteX16" fmla="*/ 670641 w 694608"/>
              <a:gd name="connsiteY16" fmla="*/ 25551 h 638602"/>
              <a:gd name="connsiteX17" fmla="*/ 670641 w 694608"/>
              <a:gd name="connsiteY17" fmla="*/ 373143 h 638602"/>
              <a:gd name="connsiteX18" fmla="*/ 559513 w 694608"/>
              <a:gd name="connsiteY18" fmla="*/ 314687 h 638602"/>
              <a:gd name="connsiteX19" fmla="*/ 559497 w 694608"/>
              <a:gd name="connsiteY19" fmla="*/ 314687 h 638602"/>
              <a:gd name="connsiteX20" fmla="*/ 463970 w 694608"/>
              <a:gd name="connsiteY20" fmla="*/ 354240 h 638602"/>
              <a:gd name="connsiteX21" fmla="*/ 424385 w 694608"/>
              <a:gd name="connsiteY21" fmla="*/ 449759 h 638602"/>
              <a:gd name="connsiteX22" fmla="*/ 463945 w 694608"/>
              <a:gd name="connsiteY22" fmla="*/ 545286 h 638602"/>
              <a:gd name="connsiteX23" fmla="*/ 559481 w 694608"/>
              <a:gd name="connsiteY23" fmla="*/ 584864 h 638602"/>
              <a:gd name="connsiteX24" fmla="*/ 559497 w 694608"/>
              <a:gd name="connsiteY24" fmla="*/ 584864 h 638602"/>
              <a:gd name="connsiteX25" fmla="*/ 694609 w 694608"/>
              <a:gd name="connsiteY25" fmla="*/ 449791 h 638602"/>
              <a:gd name="connsiteX26" fmla="*/ 694593 w 694608"/>
              <a:gd name="connsiteY26" fmla="*/ 449480 h 638602"/>
              <a:gd name="connsiteX27" fmla="*/ 135136 w 694608"/>
              <a:gd name="connsiteY27" fmla="*/ 614662 h 638602"/>
              <a:gd name="connsiteX28" fmla="*/ 135104 w 694608"/>
              <a:gd name="connsiteY28" fmla="*/ 614662 h 638602"/>
              <a:gd name="connsiteX29" fmla="*/ 56502 w 694608"/>
              <a:gd name="connsiteY29" fmla="*/ 582086 h 638602"/>
              <a:gd name="connsiteX30" fmla="*/ 23960 w 694608"/>
              <a:gd name="connsiteY30" fmla="*/ 503482 h 638602"/>
              <a:gd name="connsiteX31" fmla="*/ 135136 w 694608"/>
              <a:gd name="connsiteY31" fmla="*/ 392356 h 638602"/>
              <a:gd name="connsiteX32" fmla="*/ 135167 w 694608"/>
              <a:gd name="connsiteY32" fmla="*/ 392356 h 638602"/>
              <a:gd name="connsiteX33" fmla="*/ 213770 w 694608"/>
              <a:gd name="connsiteY33" fmla="*/ 424933 h 638602"/>
              <a:gd name="connsiteX34" fmla="*/ 246311 w 694608"/>
              <a:gd name="connsiteY34" fmla="*/ 503537 h 638602"/>
              <a:gd name="connsiteX35" fmla="*/ 135136 w 694608"/>
              <a:gd name="connsiteY35" fmla="*/ 614662 h 638602"/>
              <a:gd name="connsiteX36" fmla="*/ 559505 w 694608"/>
              <a:gd name="connsiteY36" fmla="*/ 560916 h 638602"/>
              <a:gd name="connsiteX37" fmla="*/ 559489 w 694608"/>
              <a:gd name="connsiteY37" fmla="*/ 560916 h 638602"/>
              <a:gd name="connsiteX38" fmla="*/ 448345 w 694608"/>
              <a:gd name="connsiteY38" fmla="*/ 449759 h 638602"/>
              <a:gd name="connsiteX39" fmla="*/ 480911 w 694608"/>
              <a:gd name="connsiteY39" fmla="*/ 371179 h 638602"/>
              <a:gd name="connsiteX40" fmla="*/ 559545 w 694608"/>
              <a:gd name="connsiteY40" fmla="*/ 338634 h 638602"/>
              <a:gd name="connsiteX41" fmla="*/ 559545 w 694608"/>
              <a:gd name="connsiteY41" fmla="*/ 338634 h 638602"/>
              <a:gd name="connsiteX42" fmla="*/ 670641 w 694608"/>
              <a:gd name="connsiteY42" fmla="*/ 449480 h 638602"/>
              <a:gd name="connsiteX43" fmla="*/ 670641 w 694608"/>
              <a:gd name="connsiteY43" fmla="*/ 449759 h 638602"/>
              <a:gd name="connsiteX44" fmla="*/ 670649 w 694608"/>
              <a:gd name="connsiteY44" fmla="*/ 449871 h 638602"/>
              <a:gd name="connsiteX45" fmla="*/ 559497 w 694608"/>
              <a:gd name="connsiteY45" fmla="*/ 560916 h 63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94608" h="638602">
                <a:moveTo>
                  <a:pt x="694601" y="449480"/>
                </a:moveTo>
                <a:lnTo>
                  <a:pt x="694601" y="11965"/>
                </a:lnTo>
                <a:cubicBezTo>
                  <a:pt x="694601" y="8524"/>
                  <a:pt x="693116" y="5251"/>
                  <a:pt x="690545" y="2984"/>
                </a:cubicBezTo>
                <a:cubicBezTo>
                  <a:pt x="687958" y="717"/>
                  <a:pt x="684526" y="-320"/>
                  <a:pt x="681116" y="87"/>
                </a:cubicBezTo>
                <a:lnTo>
                  <a:pt x="256779" y="53841"/>
                </a:lnTo>
                <a:cubicBezTo>
                  <a:pt x="250791" y="54599"/>
                  <a:pt x="246304" y="59684"/>
                  <a:pt x="246304" y="65719"/>
                </a:cubicBezTo>
                <a:lnTo>
                  <a:pt x="246304" y="426809"/>
                </a:lnTo>
                <a:cubicBezTo>
                  <a:pt x="241697" y="420168"/>
                  <a:pt x="236539" y="413838"/>
                  <a:pt x="230703" y="407994"/>
                </a:cubicBezTo>
                <a:cubicBezTo>
                  <a:pt x="205186" y="382474"/>
                  <a:pt x="171255" y="368409"/>
                  <a:pt x="135159" y="368401"/>
                </a:cubicBezTo>
                <a:lnTo>
                  <a:pt x="135127" y="368401"/>
                </a:lnTo>
                <a:cubicBezTo>
                  <a:pt x="60638" y="368401"/>
                  <a:pt x="16" y="428989"/>
                  <a:pt x="0" y="503474"/>
                </a:cubicBezTo>
                <a:cubicBezTo>
                  <a:pt x="0" y="539563"/>
                  <a:pt x="14044" y="573488"/>
                  <a:pt x="39552" y="599008"/>
                </a:cubicBezTo>
                <a:cubicBezTo>
                  <a:pt x="65069" y="624529"/>
                  <a:pt x="99001" y="638594"/>
                  <a:pt x="135096" y="638602"/>
                </a:cubicBezTo>
                <a:lnTo>
                  <a:pt x="135127" y="638602"/>
                </a:lnTo>
                <a:cubicBezTo>
                  <a:pt x="209618" y="638602"/>
                  <a:pt x="270240" y="578015"/>
                  <a:pt x="270255" y="503529"/>
                </a:cubicBezTo>
                <a:lnTo>
                  <a:pt x="270255" y="76272"/>
                </a:lnTo>
                <a:lnTo>
                  <a:pt x="670641" y="25551"/>
                </a:lnTo>
                <a:lnTo>
                  <a:pt x="670641" y="373143"/>
                </a:lnTo>
                <a:cubicBezTo>
                  <a:pt x="646242" y="337884"/>
                  <a:pt x="605564" y="314703"/>
                  <a:pt x="559513" y="314687"/>
                </a:cubicBezTo>
                <a:lnTo>
                  <a:pt x="559497" y="314687"/>
                </a:lnTo>
                <a:cubicBezTo>
                  <a:pt x="523410" y="314687"/>
                  <a:pt x="489486" y="328736"/>
                  <a:pt x="463970" y="354240"/>
                </a:cubicBezTo>
                <a:cubicBezTo>
                  <a:pt x="438453" y="379752"/>
                  <a:pt x="424393" y="413670"/>
                  <a:pt x="424385" y="449759"/>
                </a:cubicBezTo>
                <a:cubicBezTo>
                  <a:pt x="424385" y="485840"/>
                  <a:pt x="438428" y="519766"/>
                  <a:pt x="463945" y="545286"/>
                </a:cubicBezTo>
                <a:cubicBezTo>
                  <a:pt x="489462" y="570798"/>
                  <a:pt x="523385" y="584856"/>
                  <a:pt x="559481" y="584864"/>
                </a:cubicBezTo>
                <a:lnTo>
                  <a:pt x="559497" y="584864"/>
                </a:lnTo>
                <a:cubicBezTo>
                  <a:pt x="633987" y="584864"/>
                  <a:pt x="694601" y="524268"/>
                  <a:pt x="694609" y="449791"/>
                </a:cubicBezTo>
                <a:cubicBezTo>
                  <a:pt x="694609" y="449687"/>
                  <a:pt x="694593" y="449583"/>
                  <a:pt x="694593" y="449480"/>
                </a:cubicBezTo>
                <a:close/>
                <a:moveTo>
                  <a:pt x="135136" y="614662"/>
                </a:moveTo>
                <a:lnTo>
                  <a:pt x="135104" y="614662"/>
                </a:lnTo>
                <a:cubicBezTo>
                  <a:pt x="105412" y="614662"/>
                  <a:pt x="77491" y="603088"/>
                  <a:pt x="56502" y="582086"/>
                </a:cubicBezTo>
                <a:cubicBezTo>
                  <a:pt x="35505" y="561091"/>
                  <a:pt x="23952" y="533177"/>
                  <a:pt x="23960" y="503482"/>
                </a:cubicBezTo>
                <a:cubicBezTo>
                  <a:pt x="23975" y="442200"/>
                  <a:pt x="73843" y="392356"/>
                  <a:pt x="135136" y="392356"/>
                </a:cubicBezTo>
                <a:lnTo>
                  <a:pt x="135167" y="392356"/>
                </a:lnTo>
                <a:cubicBezTo>
                  <a:pt x="164859" y="392356"/>
                  <a:pt x="192780" y="403931"/>
                  <a:pt x="213770" y="424933"/>
                </a:cubicBezTo>
                <a:cubicBezTo>
                  <a:pt x="234767" y="445928"/>
                  <a:pt x="246319" y="473842"/>
                  <a:pt x="246311" y="503537"/>
                </a:cubicBezTo>
                <a:cubicBezTo>
                  <a:pt x="246296" y="564819"/>
                  <a:pt x="196429" y="614662"/>
                  <a:pt x="135136" y="614662"/>
                </a:cubicBezTo>
                <a:close/>
                <a:moveTo>
                  <a:pt x="559505" y="560916"/>
                </a:moveTo>
                <a:lnTo>
                  <a:pt x="559489" y="560916"/>
                </a:lnTo>
                <a:cubicBezTo>
                  <a:pt x="498197" y="560916"/>
                  <a:pt x="448337" y="511049"/>
                  <a:pt x="448345" y="449759"/>
                </a:cubicBezTo>
                <a:cubicBezTo>
                  <a:pt x="448345" y="420072"/>
                  <a:pt x="459913" y="392165"/>
                  <a:pt x="480911" y="371179"/>
                </a:cubicBezTo>
                <a:cubicBezTo>
                  <a:pt x="501909" y="350185"/>
                  <a:pt x="529821" y="338634"/>
                  <a:pt x="559545" y="338634"/>
                </a:cubicBezTo>
                <a:lnTo>
                  <a:pt x="559545" y="338634"/>
                </a:lnTo>
                <a:cubicBezTo>
                  <a:pt x="620725" y="338658"/>
                  <a:pt x="670489" y="388349"/>
                  <a:pt x="670641" y="449480"/>
                </a:cubicBezTo>
                <a:lnTo>
                  <a:pt x="670641" y="449759"/>
                </a:lnTo>
                <a:cubicBezTo>
                  <a:pt x="670641" y="449759"/>
                  <a:pt x="670649" y="449831"/>
                  <a:pt x="670649" y="449871"/>
                </a:cubicBezTo>
                <a:cubicBezTo>
                  <a:pt x="670594" y="511113"/>
                  <a:pt x="620758" y="560916"/>
                  <a:pt x="559497" y="560916"/>
                </a:cubicBezTo>
                <a:close/>
              </a:path>
            </a:pathLst>
          </a:custGeom>
          <a:solidFill>
            <a:srgbClr val="FFFFFF"/>
          </a:solidFill>
          <a:ln w="0" cap="flat">
            <a:noFill/>
            <a:prstDash val="solid"/>
            <a:miter/>
          </a:ln>
        </p:spPr>
        <p:txBody>
          <a:bodyPr rtlCol="0" anchor="ctr"/>
          <a:lstStyle/>
          <a:p>
            <a:endParaRPr lang="de-DE"/>
          </a:p>
        </p:txBody>
      </p:sp>
      <p:sp>
        <p:nvSpPr>
          <p:cNvPr id="386" name="Freihandform 385">
            <a:extLst>
              <a:ext uri="{FF2B5EF4-FFF2-40B4-BE49-F238E27FC236}">
                <a16:creationId xmlns:a16="http://schemas.microsoft.com/office/drawing/2014/main" id="{4CC53C9A-57F6-FFD0-7EA3-7ACD59FCB334}"/>
              </a:ext>
            </a:extLst>
          </p:cNvPr>
          <p:cNvSpPr/>
          <p:nvPr/>
        </p:nvSpPr>
        <p:spPr>
          <a:xfrm>
            <a:off x="5795101" y="5247623"/>
            <a:ext cx="601801" cy="537881"/>
          </a:xfrm>
          <a:custGeom>
            <a:avLst/>
            <a:gdLst>
              <a:gd name="connsiteX0" fmla="*/ 641771 w 722584"/>
              <a:gd name="connsiteY0" fmla="*/ 96238 h 645835"/>
              <a:gd name="connsiteX1" fmla="*/ 350263 w 722584"/>
              <a:gd name="connsiteY1" fmla="*/ 96238 h 645835"/>
              <a:gd name="connsiteX2" fmla="*/ 350263 w 722584"/>
              <a:gd name="connsiteY2" fmla="*/ 80743 h 645835"/>
              <a:gd name="connsiteX3" fmla="*/ 326574 w 722584"/>
              <a:gd name="connsiteY3" fmla="*/ 23636 h 645835"/>
              <a:gd name="connsiteX4" fmla="*/ 269473 w 722584"/>
              <a:gd name="connsiteY4" fmla="*/ 0 h 645835"/>
              <a:gd name="connsiteX5" fmla="*/ 80773 w 722584"/>
              <a:gd name="connsiteY5" fmla="*/ 0 h 645835"/>
              <a:gd name="connsiteX6" fmla="*/ 16 w 722584"/>
              <a:gd name="connsiteY6" fmla="*/ 80807 h 645835"/>
              <a:gd name="connsiteX7" fmla="*/ 16 w 722584"/>
              <a:gd name="connsiteY7" fmla="*/ 232907 h 645835"/>
              <a:gd name="connsiteX8" fmla="*/ 0 w 722584"/>
              <a:gd name="connsiteY8" fmla="*/ 233058 h 645835"/>
              <a:gd name="connsiteX9" fmla="*/ 16 w 722584"/>
              <a:gd name="connsiteY9" fmla="*/ 233210 h 645835"/>
              <a:gd name="connsiteX10" fmla="*/ 16 w 722584"/>
              <a:gd name="connsiteY10" fmla="*/ 565180 h 645835"/>
              <a:gd name="connsiteX11" fmla="*/ 80749 w 722584"/>
              <a:gd name="connsiteY11" fmla="*/ 645835 h 645835"/>
              <a:gd name="connsiteX12" fmla="*/ 641803 w 722584"/>
              <a:gd name="connsiteY12" fmla="*/ 645835 h 645835"/>
              <a:gd name="connsiteX13" fmla="*/ 722585 w 722584"/>
              <a:gd name="connsiteY13" fmla="*/ 565092 h 645835"/>
              <a:gd name="connsiteX14" fmla="*/ 722585 w 722584"/>
              <a:gd name="connsiteY14" fmla="*/ 177149 h 645835"/>
              <a:gd name="connsiteX15" fmla="*/ 641764 w 722584"/>
              <a:gd name="connsiteY15" fmla="*/ 96238 h 645835"/>
              <a:gd name="connsiteX16" fmla="*/ 80837 w 722584"/>
              <a:gd name="connsiteY16" fmla="*/ 23948 h 645835"/>
              <a:gd name="connsiteX17" fmla="*/ 269473 w 722584"/>
              <a:gd name="connsiteY17" fmla="*/ 23948 h 645835"/>
              <a:gd name="connsiteX18" fmla="*/ 309640 w 722584"/>
              <a:gd name="connsiteY18" fmla="*/ 40575 h 645835"/>
              <a:gd name="connsiteX19" fmla="*/ 326311 w 722584"/>
              <a:gd name="connsiteY19" fmla="*/ 80807 h 645835"/>
              <a:gd name="connsiteX20" fmla="*/ 326311 w 722584"/>
              <a:gd name="connsiteY20" fmla="*/ 108219 h 645835"/>
              <a:gd name="connsiteX21" fmla="*/ 338287 w 722584"/>
              <a:gd name="connsiteY21" fmla="*/ 120193 h 645835"/>
              <a:gd name="connsiteX22" fmla="*/ 641755 w 722584"/>
              <a:gd name="connsiteY22" fmla="*/ 120193 h 645835"/>
              <a:gd name="connsiteX23" fmla="*/ 698641 w 722584"/>
              <a:gd name="connsiteY23" fmla="*/ 177156 h 645835"/>
              <a:gd name="connsiteX24" fmla="*/ 698641 w 722584"/>
              <a:gd name="connsiteY24" fmla="*/ 221093 h 645835"/>
              <a:gd name="connsiteX25" fmla="*/ 23968 w 722584"/>
              <a:gd name="connsiteY25" fmla="*/ 221093 h 645835"/>
              <a:gd name="connsiteX26" fmla="*/ 23968 w 722584"/>
              <a:gd name="connsiteY26" fmla="*/ 80807 h 645835"/>
              <a:gd name="connsiteX27" fmla="*/ 80837 w 722584"/>
              <a:gd name="connsiteY27" fmla="*/ 23955 h 645835"/>
              <a:gd name="connsiteX28" fmla="*/ 641787 w 722584"/>
              <a:gd name="connsiteY28" fmla="*/ 621888 h 645835"/>
              <a:gd name="connsiteX29" fmla="*/ 80766 w 722584"/>
              <a:gd name="connsiteY29" fmla="*/ 621888 h 645835"/>
              <a:gd name="connsiteX30" fmla="*/ 23968 w 722584"/>
              <a:gd name="connsiteY30" fmla="*/ 565092 h 645835"/>
              <a:gd name="connsiteX31" fmla="*/ 23968 w 722584"/>
              <a:gd name="connsiteY31" fmla="*/ 245032 h 645835"/>
              <a:gd name="connsiteX32" fmla="*/ 698641 w 722584"/>
              <a:gd name="connsiteY32" fmla="*/ 245032 h 645835"/>
              <a:gd name="connsiteX33" fmla="*/ 698641 w 722584"/>
              <a:gd name="connsiteY33" fmla="*/ 565092 h 645835"/>
              <a:gd name="connsiteX34" fmla="*/ 641787 w 722584"/>
              <a:gd name="connsiteY34" fmla="*/ 621888 h 64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722584" h="645835">
                <a:moveTo>
                  <a:pt x="641771" y="96238"/>
                </a:moveTo>
                <a:lnTo>
                  <a:pt x="350263" y="96238"/>
                </a:lnTo>
                <a:lnTo>
                  <a:pt x="350263" y="80743"/>
                </a:lnTo>
                <a:cubicBezTo>
                  <a:pt x="350263" y="59166"/>
                  <a:pt x="341840" y="38891"/>
                  <a:pt x="326574" y="23636"/>
                </a:cubicBezTo>
                <a:cubicBezTo>
                  <a:pt x="311317" y="8398"/>
                  <a:pt x="291038" y="0"/>
                  <a:pt x="269473" y="0"/>
                </a:cubicBezTo>
                <a:lnTo>
                  <a:pt x="80773" y="0"/>
                </a:lnTo>
                <a:cubicBezTo>
                  <a:pt x="36223" y="16"/>
                  <a:pt x="-8" y="36273"/>
                  <a:pt x="16" y="80807"/>
                </a:cubicBezTo>
                <a:lnTo>
                  <a:pt x="16" y="232907"/>
                </a:lnTo>
                <a:cubicBezTo>
                  <a:pt x="16" y="232963"/>
                  <a:pt x="0" y="233010"/>
                  <a:pt x="0" y="233058"/>
                </a:cubicBezTo>
                <a:cubicBezTo>
                  <a:pt x="0" y="233106"/>
                  <a:pt x="16" y="233162"/>
                  <a:pt x="16" y="233210"/>
                </a:cubicBezTo>
                <a:lnTo>
                  <a:pt x="16" y="565180"/>
                </a:lnTo>
                <a:cubicBezTo>
                  <a:pt x="64" y="609666"/>
                  <a:pt x="36279" y="645835"/>
                  <a:pt x="80749" y="645835"/>
                </a:cubicBezTo>
                <a:lnTo>
                  <a:pt x="641803" y="645835"/>
                </a:lnTo>
                <a:cubicBezTo>
                  <a:pt x="686338" y="645835"/>
                  <a:pt x="722577" y="609619"/>
                  <a:pt x="722585" y="565092"/>
                </a:cubicBezTo>
                <a:lnTo>
                  <a:pt x="722585" y="177149"/>
                </a:lnTo>
                <a:cubicBezTo>
                  <a:pt x="722585" y="132590"/>
                  <a:pt x="686346" y="96293"/>
                  <a:pt x="641764" y="96238"/>
                </a:cubicBezTo>
                <a:close/>
                <a:moveTo>
                  <a:pt x="80837" y="23948"/>
                </a:moveTo>
                <a:lnTo>
                  <a:pt x="269473" y="23948"/>
                </a:lnTo>
                <a:cubicBezTo>
                  <a:pt x="284643" y="23948"/>
                  <a:pt x="298918" y="29855"/>
                  <a:pt x="309640" y="40575"/>
                </a:cubicBezTo>
                <a:cubicBezTo>
                  <a:pt x="320387" y="51312"/>
                  <a:pt x="326303" y="65577"/>
                  <a:pt x="326311" y="80807"/>
                </a:cubicBezTo>
                <a:lnTo>
                  <a:pt x="326311" y="108219"/>
                </a:lnTo>
                <a:cubicBezTo>
                  <a:pt x="326311" y="114829"/>
                  <a:pt x="331676" y="120193"/>
                  <a:pt x="338287" y="120193"/>
                </a:cubicBezTo>
                <a:lnTo>
                  <a:pt x="641755" y="120193"/>
                </a:lnTo>
                <a:cubicBezTo>
                  <a:pt x="673132" y="120233"/>
                  <a:pt x="698649" y="145785"/>
                  <a:pt x="698641" y="177156"/>
                </a:cubicBezTo>
                <a:lnTo>
                  <a:pt x="698641" y="221093"/>
                </a:lnTo>
                <a:lnTo>
                  <a:pt x="23968" y="221093"/>
                </a:lnTo>
                <a:lnTo>
                  <a:pt x="23968" y="80807"/>
                </a:lnTo>
                <a:cubicBezTo>
                  <a:pt x="23960" y="49468"/>
                  <a:pt x="49444" y="23971"/>
                  <a:pt x="80837" y="23955"/>
                </a:cubicBezTo>
                <a:close/>
                <a:moveTo>
                  <a:pt x="641787" y="621888"/>
                </a:moveTo>
                <a:lnTo>
                  <a:pt x="80766" y="621888"/>
                </a:lnTo>
                <a:cubicBezTo>
                  <a:pt x="49477" y="621888"/>
                  <a:pt x="24000" y="596447"/>
                  <a:pt x="23968" y="565092"/>
                </a:cubicBezTo>
                <a:lnTo>
                  <a:pt x="23968" y="245032"/>
                </a:lnTo>
                <a:lnTo>
                  <a:pt x="698641" y="245032"/>
                </a:lnTo>
                <a:lnTo>
                  <a:pt x="698641" y="565092"/>
                </a:lnTo>
                <a:cubicBezTo>
                  <a:pt x="698641" y="596416"/>
                  <a:pt x="673140" y="621888"/>
                  <a:pt x="641787" y="621888"/>
                </a:cubicBezTo>
                <a:close/>
              </a:path>
            </a:pathLst>
          </a:custGeom>
          <a:solidFill>
            <a:srgbClr val="FFFFFF"/>
          </a:solidFill>
          <a:ln w="0" cap="flat">
            <a:noFill/>
            <a:prstDash val="solid"/>
            <a:miter/>
          </a:ln>
        </p:spPr>
        <p:txBody>
          <a:bodyPr rtlCol="0" anchor="ctr"/>
          <a:lstStyle/>
          <a:p>
            <a:endParaRPr lang="de-DE"/>
          </a:p>
        </p:txBody>
      </p:sp>
      <p:sp>
        <p:nvSpPr>
          <p:cNvPr id="387" name="Freihandform 386">
            <a:extLst>
              <a:ext uri="{FF2B5EF4-FFF2-40B4-BE49-F238E27FC236}">
                <a16:creationId xmlns:a16="http://schemas.microsoft.com/office/drawing/2014/main" id="{0D45D2FA-48B7-C3DE-928B-7CC80E02549C}"/>
              </a:ext>
            </a:extLst>
          </p:cNvPr>
          <p:cNvSpPr/>
          <p:nvPr/>
        </p:nvSpPr>
        <p:spPr>
          <a:xfrm>
            <a:off x="8360637" y="5229503"/>
            <a:ext cx="464505" cy="574120"/>
          </a:xfrm>
          <a:custGeom>
            <a:avLst/>
            <a:gdLst>
              <a:gd name="connsiteX0" fmla="*/ 545757 w 557733"/>
              <a:gd name="connsiteY0" fmla="*/ 0 h 689348"/>
              <a:gd name="connsiteX1" fmla="*/ 533781 w 557733"/>
              <a:gd name="connsiteY1" fmla="*/ 11974 h 689348"/>
              <a:gd name="connsiteX2" fmla="*/ 533781 w 557733"/>
              <a:gd name="connsiteY2" fmla="*/ 81574 h 689348"/>
              <a:gd name="connsiteX3" fmla="*/ 271589 w 557733"/>
              <a:gd name="connsiteY3" fmla="*/ 85277 h 689348"/>
              <a:gd name="connsiteX4" fmla="*/ 16598 w 557733"/>
              <a:gd name="connsiteY4" fmla="*/ 84663 h 689348"/>
              <a:gd name="connsiteX5" fmla="*/ 5342 w 557733"/>
              <a:gd name="connsiteY5" fmla="*/ 85740 h 689348"/>
              <a:gd name="connsiteX6" fmla="*/ 0 w 557733"/>
              <a:gd name="connsiteY6" fmla="*/ 95711 h 689348"/>
              <a:gd name="connsiteX7" fmla="*/ 0 w 557733"/>
              <a:gd name="connsiteY7" fmla="*/ 435400 h 689348"/>
              <a:gd name="connsiteX8" fmla="*/ 7353 w 557733"/>
              <a:gd name="connsiteY8" fmla="*/ 446447 h 689348"/>
              <a:gd name="connsiteX9" fmla="*/ 144836 w 557733"/>
              <a:gd name="connsiteY9" fmla="*/ 473859 h 689348"/>
              <a:gd name="connsiteX10" fmla="*/ 280730 w 557733"/>
              <a:gd name="connsiteY10" fmla="*/ 447094 h 689348"/>
              <a:gd name="connsiteX11" fmla="*/ 533781 w 557733"/>
              <a:gd name="connsiteY11" fmla="*/ 446918 h 689348"/>
              <a:gd name="connsiteX12" fmla="*/ 533781 w 557733"/>
              <a:gd name="connsiteY12" fmla="*/ 677374 h 689348"/>
              <a:gd name="connsiteX13" fmla="*/ 545757 w 557733"/>
              <a:gd name="connsiteY13" fmla="*/ 689348 h 689348"/>
              <a:gd name="connsiteX14" fmla="*/ 557733 w 557733"/>
              <a:gd name="connsiteY14" fmla="*/ 677374 h 689348"/>
              <a:gd name="connsiteX15" fmla="*/ 557733 w 557733"/>
              <a:gd name="connsiteY15" fmla="*/ 11990 h 689348"/>
              <a:gd name="connsiteX16" fmla="*/ 545757 w 557733"/>
              <a:gd name="connsiteY16" fmla="*/ 16 h 689348"/>
              <a:gd name="connsiteX17" fmla="*/ 271589 w 557733"/>
              <a:gd name="connsiteY17" fmla="*/ 424943 h 689348"/>
              <a:gd name="connsiteX18" fmla="*/ 23944 w 557733"/>
              <a:gd name="connsiteY18" fmla="*/ 427313 h 689348"/>
              <a:gd name="connsiteX19" fmla="*/ 23944 w 557733"/>
              <a:gd name="connsiteY19" fmla="*/ 113200 h 689348"/>
              <a:gd name="connsiteX20" fmla="*/ 280715 w 557733"/>
              <a:gd name="connsiteY20" fmla="*/ 107405 h 689348"/>
              <a:gd name="connsiteX21" fmla="*/ 533773 w 557733"/>
              <a:gd name="connsiteY21" fmla="*/ 107253 h 689348"/>
              <a:gd name="connsiteX22" fmla="*/ 533773 w 557733"/>
              <a:gd name="connsiteY22" fmla="*/ 421214 h 689348"/>
              <a:gd name="connsiteX23" fmla="*/ 271581 w 557733"/>
              <a:gd name="connsiteY23" fmla="*/ 424943 h 68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57733" h="689348">
                <a:moveTo>
                  <a:pt x="545757" y="0"/>
                </a:moveTo>
                <a:cubicBezTo>
                  <a:pt x="539146" y="0"/>
                  <a:pt x="533781" y="5364"/>
                  <a:pt x="533781" y="11974"/>
                </a:cubicBezTo>
                <a:lnTo>
                  <a:pt x="533781" y="81574"/>
                </a:lnTo>
                <a:cubicBezTo>
                  <a:pt x="449695" y="49811"/>
                  <a:pt x="354837" y="50960"/>
                  <a:pt x="271589" y="85277"/>
                </a:cubicBezTo>
                <a:cubicBezTo>
                  <a:pt x="190488" y="118764"/>
                  <a:pt x="97540" y="118533"/>
                  <a:pt x="16598" y="84663"/>
                </a:cubicBezTo>
                <a:cubicBezTo>
                  <a:pt x="12902" y="83122"/>
                  <a:pt x="8694" y="83521"/>
                  <a:pt x="5342" y="85740"/>
                </a:cubicBezTo>
                <a:cubicBezTo>
                  <a:pt x="2004" y="87959"/>
                  <a:pt x="0" y="91703"/>
                  <a:pt x="0" y="95711"/>
                </a:cubicBezTo>
                <a:lnTo>
                  <a:pt x="0" y="435400"/>
                </a:lnTo>
                <a:cubicBezTo>
                  <a:pt x="0" y="440221"/>
                  <a:pt x="2898" y="444579"/>
                  <a:pt x="7353" y="446447"/>
                </a:cubicBezTo>
                <a:cubicBezTo>
                  <a:pt x="51017" y="464719"/>
                  <a:pt x="97923" y="473867"/>
                  <a:pt x="144836" y="473859"/>
                </a:cubicBezTo>
                <a:cubicBezTo>
                  <a:pt x="191175" y="473859"/>
                  <a:pt x="237529" y="464943"/>
                  <a:pt x="280730" y="447094"/>
                </a:cubicBezTo>
                <a:cubicBezTo>
                  <a:pt x="361192" y="413903"/>
                  <a:pt x="453295" y="413879"/>
                  <a:pt x="533781" y="446918"/>
                </a:cubicBezTo>
                <a:lnTo>
                  <a:pt x="533781" y="677374"/>
                </a:lnTo>
                <a:cubicBezTo>
                  <a:pt x="533781" y="683984"/>
                  <a:pt x="539146" y="689348"/>
                  <a:pt x="545757" y="689348"/>
                </a:cubicBezTo>
                <a:cubicBezTo>
                  <a:pt x="552368" y="689348"/>
                  <a:pt x="557733" y="683984"/>
                  <a:pt x="557733" y="677374"/>
                </a:cubicBezTo>
                <a:lnTo>
                  <a:pt x="557733" y="11990"/>
                </a:lnTo>
                <a:cubicBezTo>
                  <a:pt x="557733" y="5380"/>
                  <a:pt x="552368" y="16"/>
                  <a:pt x="545757" y="16"/>
                </a:cubicBezTo>
                <a:close/>
                <a:moveTo>
                  <a:pt x="271589" y="424943"/>
                </a:moveTo>
                <a:cubicBezTo>
                  <a:pt x="192932" y="457432"/>
                  <a:pt x="103136" y="458206"/>
                  <a:pt x="23944" y="427313"/>
                </a:cubicBezTo>
                <a:lnTo>
                  <a:pt x="23944" y="113200"/>
                </a:lnTo>
                <a:cubicBezTo>
                  <a:pt x="106649" y="142943"/>
                  <a:pt x="199239" y="141035"/>
                  <a:pt x="280715" y="107405"/>
                </a:cubicBezTo>
                <a:cubicBezTo>
                  <a:pt x="361177" y="74221"/>
                  <a:pt x="453287" y="74238"/>
                  <a:pt x="533773" y="107253"/>
                </a:cubicBezTo>
                <a:lnTo>
                  <a:pt x="533773" y="421214"/>
                </a:lnTo>
                <a:cubicBezTo>
                  <a:pt x="449670" y="389420"/>
                  <a:pt x="354821" y="390578"/>
                  <a:pt x="271581" y="424943"/>
                </a:cubicBezTo>
                <a:close/>
              </a:path>
            </a:pathLst>
          </a:custGeom>
          <a:solidFill>
            <a:srgbClr val="FFFFFF"/>
          </a:solidFill>
          <a:ln w="0" cap="flat">
            <a:noFill/>
            <a:prstDash val="solid"/>
            <a:miter/>
          </a:ln>
        </p:spPr>
        <p:txBody>
          <a:bodyPr rtlCol="0" anchor="ctr"/>
          <a:lstStyle/>
          <a:p>
            <a:endParaRPr lang="de-DE"/>
          </a:p>
        </p:txBody>
      </p:sp>
      <p:sp>
        <p:nvSpPr>
          <p:cNvPr id="388" name="Freihandform 387">
            <a:extLst>
              <a:ext uri="{FF2B5EF4-FFF2-40B4-BE49-F238E27FC236}">
                <a16:creationId xmlns:a16="http://schemas.microsoft.com/office/drawing/2014/main" id="{7C003894-A5AD-9060-21F0-662F80AC6D00}"/>
              </a:ext>
            </a:extLst>
          </p:cNvPr>
          <p:cNvSpPr/>
          <p:nvPr/>
        </p:nvSpPr>
        <p:spPr>
          <a:xfrm>
            <a:off x="808612" y="2521086"/>
            <a:ext cx="587227" cy="482680"/>
          </a:xfrm>
          <a:custGeom>
            <a:avLst/>
            <a:gdLst>
              <a:gd name="connsiteX0" fmla="*/ 704916 w 705086"/>
              <a:gd name="connsiteY0" fmla="*/ 270528 h 579556"/>
              <a:gd name="connsiteX1" fmla="*/ 684797 w 705086"/>
              <a:gd name="connsiteY1" fmla="*/ 230815 h 579556"/>
              <a:gd name="connsiteX2" fmla="*/ 431698 w 705086"/>
              <a:gd name="connsiteY2" fmla="*/ 13914 h 579556"/>
              <a:gd name="connsiteX3" fmla="*/ 394022 w 705086"/>
              <a:gd name="connsiteY3" fmla="*/ 0 h 579556"/>
              <a:gd name="connsiteX4" fmla="*/ 393935 w 705086"/>
              <a:gd name="connsiteY4" fmla="*/ 0 h 579556"/>
              <a:gd name="connsiteX5" fmla="*/ 335732 w 705086"/>
              <a:gd name="connsiteY5" fmla="*/ 58121 h 579556"/>
              <a:gd name="connsiteX6" fmla="*/ 335732 w 705086"/>
              <a:gd name="connsiteY6" fmla="*/ 164432 h 579556"/>
              <a:gd name="connsiteX7" fmla="*/ 0 w 705086"/>
              <a:gd name="connsiteY7" fmla="*/ 512000 h 579556"/>
              <a:gd name="connsiteX8" fmla="*/ 3744 w 705086"/>
              <a:gd name="connsiteY8" fmla="*/ 569139 h 579556"/>
              <a:gd name="connsiteX9" fmla="*/ 14379 w 705086"/>
              <a:gd name="connsiteY9" fmla="*/ 579493 h 579556"/>
              <a:gd name="connsiteX10" fmla="*/ 15625 w 705086"/>
              <a:gd name="connsiteY10" fmla="*/ 579556 h 579556"/>
              <a:gd name="connsiteX11" fmla="*/ 26914 w 705086"/>
              <a:gd name="connsiteY11" fmla="*/ 571558 h 579556"/>
              <a:gd name="connsiteX12" fmla="*/ 335668 w 705086"/>
              <a:gd name="connsiteY12" fmla="*/ 385022 h 579556"/>
              <a:gd name="connsiteX13" fmla="*/ 335668 w 705086"/>
              <a:gd name="connsiteY13" fmla="*/ 491788 h 579556"/>
              <a:gd name="connsiteX14" fmla="*/ 369624 w 705086"/>
              <a:gd name="connsiteY14" fmla="*/ 544609 h 579556"/>
              <a:gd name="connsiteX15" fmla="*/ 393887 w 705086"/>
              <a:gd name="connsiteY15" fmla="*/ 549949 h 579556"/>
              <a:gd name="connsiteX16" fmla="*/ 431722 w 705086"/>
              <a:gd name="connsiteY16" fmla="*/ 535956 h 579556"/>
              <a:gd name="connsiteX17" fmla="*/ 684797 w 705086"/>
              <a:gd name="connsiteY17" fmla="*/ 319054 h 579556"/>
              <a:gd name="connsiteX18" fmla="*/ 691048 w 705086"/>
              <a:gd name="connsiteY18" fmla="*/ 312820 h 579556"/>
              <a:gd name="connsiteX19" fmla="*/ 704916 w 705086"/>
              <a:gd name="connsiteY19" fmla="*/ 270520 h 579556"/>
              <a:gd name="connsiteX20" fmla="*/ 672885 w 705086"/>
              <a:gd name="connsiteY20" fmla="*/ 297214 h 579556"/>
              <a:gd name="connsiteX21" fmla="*/ 669212 w 705086"/>
              <a:gd name="connsiteY21" fmla="*/ 300886 h 579556"/>
              <a:gd name="connsiteX22" fmla="*/ 416130 w 705086"/>
              <a:gd name="connsiteY22" fmla="*/ 517787 h 579556"/>
              <a:gd name="connsiteX23" fmla="*/ 393959 w 705086"/>
              <a:gd name="connsiteY23" fmla="*/ 526009 h 579556"/>
              <a:gd name="connsiteX24" fmla="*/ 379595 w 705086"/>
              <a:gd name="connsiteY24" fmla="*/ 522840 h 579556"/>
              <a:gd name="connsiteX25" fmla="*/ 359628 w 705086"/>
              <a:gd name="connsiteY25" fmla="*/ 491780 h 579556"/>
              <a:gd name="connsiteX26" fmla="*/ 359628 w 705086"/>
              <a:gd name="connsiteY26" fmla="*/ 373583 h 579556"/>
              <a:gd name="connsiteX27" fmla="*/ 348235 w 705086"/>
              <a:gd name="connsiteY27" fmla="*/ 361625 h 579556"/>
              <a:gd name="connsiteX28" fmla="*/ 289513 w 705086"/>
              <a:gd name="connsiteY28" fmla="*/ 360029 h 579556"/>
              <a:gd name="connsiteX29" fmla="*/ 23960 w 705086"/>
              <a:gd name="connsiteY29" fmla="*/ 514315 h 579556"/>
              <a:gd name="connsiteX30" fmla="*/ 23960 w 705086"/>
              <a:gd name="connsiteY30" fmla="*/ 512008 h 579556"/>
              <a:gd name="connsiteX31" fmla="*/ 347109 w 705086"/>
              <a:gd name="connsiteY31" fmla="*/ 188292 h 579556"/>
              <a:gd name="connsiteX32" fmla="*/ 359700 w 705086"/>
              <a:gd name="connsiteY32" fmla="*/ 176334 h 579556"/>
              <a:gd name="connsiteX33" fmla="*/ 359700 w 705086"/>
              <a:gd name="connsiteY33" fmla="*/ 58137 h 579556"/>
              <a:gd name="connsiteX34" fmla="*/ 393951 w 705086"/>
              <a:gd name="connsiteY34" fmla="*/ 23948 h 579556"/>
              <a:gd name="connsiteX35" fmla="*/ 394006 w 705086"/>
              <a:gd name="connsiteY35" fmla="*/ 23948 h 579556"/>
              <a:gd name="connsiteX36" fmla="*/ 416154 w 705086"/>
              <a:gd name="connsiteY36" fmla="*/ 32114 h 579556"/>
              <a:gd name="connsiteX37" fmla="*/ 669220 w 705086"/>
              <a:gd name="connsiteY37" fmla="*/ 248983 h 579556"/>
              <a:gd name="connsiteX38" fmla="*/ 681044 w 705086"/>
              <a:gd name="connsiteY38" fmla="*/ 272340 h 579556"/>
              <a:gd name="connsiteX39" fmla="*/ 672901 w 705086"/>
              <a:gd name="connsiteY39" fmla="*/ 297206 h 57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705086" h="579556">
                <a:moveTo>
                  <a:pt x="704916" y="270528"/>
                </a:moveTo>
                <a:cubicBezTo>
                  <a:pt x="703743" y="255042"/>
                  <a:pt x="696597" y="240937"/>
                  <a:pt x="684797" y="230815"/>
                </a:cubicBezTo>
                <a:lnTo>
                  <a:pt x="431698" y="13914"/>
                </a:lnTo>
                <a:cubicBezTo>
                  <a:pt x="421192" y="4957"/>
                  <a:pt x="407811" y="24"/>
                  <a:pt x="394022" y="0"/>
                </a:cubicBezTo>
                <a:lnTo>
                  <a:pt x="393935" y="0"/>
                </a:lnTo>
                <a:cubicBezTo>
                  <a:pt x="361879" y="0"/>
                  <a:pt x="335780" y="26047"/>
                  <a:pt x="335732" y="58121"/>
                </a:cubicBezTo>
                <a:lnTo>
                  <a:pt x="335732" y="164432"/>
                </a:lnTo>
                <a:cubicBezTo>
                  <a:pt x="103671" y="167961"/>
                  <a:pt x="0" y="275581"/>
                  <a:pt x="0" y="512000"/>
                </a:cubicBezTo>
                <a:cubicBezTo>
                  <a:pt x="0" y="531054"/>
                  <a:pt x="1261" y="550276"/>
                  <a:pt x="3744" y="569139"/>
                </a:cubicBezTo>
                <a:cubicBezTo>
                  <a:pt x="4471" y="574631"/>
                  <a:pt x="8870" y="578918"/>
                  <a:pt x="14379" y="579493"/>
                </a:cubicBezTo>
                <a:cubicBezTo>
                  <a:pt x="14794" y="579532"/>
                  <a:pt x="15209" y="579556"/>
                  <a:pt x="15625" y="579556"/>
                </a:cubicBezTo>
                <a:cubicBezTo>
                  <a:pt x="20654" y="579556"/>
                  <a:pt x="25213" y="576395"/>
                  <a:pt x="26914" y="571558"/>
                </a:cubicBezTo>
                <a:cubicBezTo>
                  <a:pt x="85404" y="405449"/>
                  <a:pt x="156213" y="377454"/>
                  <a:pt x="335668" y="385022"/>
                </a:cubicBezTo>
                <a:lnTo>
                  <a:pt x="335668" y="491788"/>
                </a:lnTo>
                <a:cubicBezTo>
                  <a:pt x="335700" y="514443"/>
                  <a:pt x="349025" y="535181"/>
                  <a:pt x="369624" y="544609"/>
                </a:cubicBezTo>
                <a:cubicBezTo>
                  <a:pt x="377272" y="548105"/>
                  <a:pt x="385408" y="549901"/>
                  <a:pt x="393887" y="549949"/>
                </a:cubicBezTo>
                <a:cubicBezTo>
                  <a:pt x="407763" y="549949"/>
                  <a:pt x="421200" y="544984"/>
                  <a:pt x="431722" y="535956"/>
                </a:cubicBezTo>
                <a:lnTo>
                  <a:pt x="684797" y="319054"/>
                </a:lnTo>
                <a:cubicBezTo>
                  <a:pt x="687008" y="317162"/>
                  <a:pt x="689108" y="315071"/>
                  <a:pt x="691048" y="312820"/>
                </a:cubicBezTo>
                <a:cubicBezTo>
                  <a:pt x="701172" y="301030"/>
                  <a:pt x="706090" y="286014"/>
                  <a:pt x="704916" y="270520"/>
                </a:cubicBezTo>
                <a:close/>
                <a:moveTo>
                  <a:pt x="672885" y="297214"/>
                </a:moveTo>
                <a:cubicBezTo>
                  <a:pt x="671751" y="298523"/>
                  <a:pt x="670529" y="299752"/>
                  <a:pt x="669212" y="300886"/>
                </a:cubicBezTo>
                <a:lnTo>
                  <a:pt x="416130" y="517787"/>
                </a:lnTo>
                <a:cubicBezTo>
                  <a:pt x="409942" y="523088"/>
                  <a:pt x="402046" y="526009"/>
                  <a:pt x="393959" y="526009"/>
                </a:cubicBezTo>
                <a:cubicBezTo>
                  <a:pt x="388969" y="525978"/>
                  <a:pt x="384130" y="524908"/>
                  <a:pt x="379595" y="522840"/>
                </a:cubicBezTo>
                <a:cubicBezTo>
                  <a:pt x="367476" y="517300"/>
                  <a:pt x="359636" y="505095"/>
                  <a:pt x="359628" y="491780"/>
                </a:cubicBezTo>
                <a:lnTo>
                  <a:pt x="359628" y="373583"/>
                </a:lnTo>
                <a:cubicBezTo>
                  <a:pt x="359628" y="367197"/>
                  <a:pt x="354614" y="361936"/>
                  <a:pt x="348235" y="361625"/>
                </a:cubicBezTo>
                <a:cubicBezTo>
                  <a:pt x="327492" y="360611"/>
                  <a:pt x="307964" y="360029"/>
                  <a:pt x="289513" y="360029"/>
                </a:cubicBezTo>
                <a:cubicBezTo>
                  <a:pt x="156006" y="360029"/>
                  <a:pt x="80007" y="390809"/>
                  <a:pt x="23960" y="514315"/>
                </a:cubicBezTo>
                <a:cubicBezTo>
                  <a:pt x="23960" y="513549"/>
                  <a:pt x="23960" y="512782"/>
                  <a:pt x="23960" y="512008"/>
                </a:cubicBezTo>
                <a:cubicBezTo>
                  <a:pt x="23960" y="285304"/>
                  <a:pt x="120597" y="188460"/>
                  <a:pt x="347109" y="188292"/>
                </a:cubicBezTo>
                <a:cubicBezTo>
                  <a:pt x="353775" y="188564"/>
                  <a:pt x="359700" y="183151"/>
                  <a:pt x="359700" y="176334"/>
                </a:cubicBezTo>
                <a:lnTo>
                  <a:pt x="359700" y="58137"/>
                </a:lnTo>
                <a:cubicBezTo>
                  <a:pt x="359723" y="39274"/>
                  <a:pt x="375085" y="23948"/>
                  <a:pt x="393951" y="23948"/>
                </a:cubicBezTo>
                <a:lnTo>
                  <a:pt x="394006" y="23948"/>
                </a:lnTo>
                <a:cubicBezTo>
                  <a:pt x="402118" y="23948"/>
                  <a:pt x="409998" y="26869"/>
                  <a:pt x="416154" y="32114"/>
                </a:cubicBezTo>
                <a:lnTo>
                  <a:pt x="669220" y="248983"/>
                </a:lnTo>
                <a:cubicBezTo>
                  <a:pt x="676150" y="254938"/>
                  <a:pt x="680358" y="263232"/>
                  <a:pt x="681044" y="272340"/>
                </a:cubicBezTo>
                <a:cubicBezTo>
                  <a:pt x="681739" y="281456"/>
                  <a:pt x="678841" y="290285"/>
                  <a:pt x="672901" y="297206"/>
                </a:cubicBezTo>
                <a:close/>
              </a:path>
            </a:pathLst>
          </a:custGeom>
          <a:solidFill>
            <a:srgbClr val="FFFFFF"/>
          </a:solidFill>
          <a:ln w="0" cap="flat">
            <a:noFill/>
            <a:prstDash val="solid"/>
            <a:miter/>
          </a:ln>
        </p:spPr>
        <p:txBody>
          <a:bodyPr rtlCol="0" anchor="ctr"/>
          <a:lstStyle/>
          <a:p>
            <a:endParaRPr lang="de-DE"/>
          </a:p>
        </p:txBody>
      </p:sp>
      <p:sp>
        <p:nvSpPr>
          <p:cNvPr id="389" name="Freihandform 388">
            <a:extLst>
              <a:ext uri="{FF2B5EF4-FFF2-40B4-BE49-F238E27FC236}">
                <a16:creationId xmlns:a16="http://schemas.microsoft.com/office/drawing/2014/main" id="{8726420F-6178-A2F2-D546-7CFBC8E2E8CD}"/>
              </a:ext>
            </a:extLst>
          </p:cNvPr>
          <p:cNvSpPr/>
          <p:nvPr/>
        </p:nvSpPr>
        <p:spPr>
          <a:xfrm>
            <a:off x="7043562" y="5254401"/>
            <a:ext cx="601767" cy="524324"/>
          </a:xfrm>
          <a:custGeom>
            <a:avLst/>
            <a:gdLst>
              <a:gd name="connsiteX0" fmla="*/ 710584 w 722544"/>
              <a:gd name="connsiteY0" fmla="*/ 8 h 629558"/>
              <a:gd name="connsiteX1" fmla="*/ 465366 w 722544"/>
              <a:gd name="connsiteY1" fmla="*/ 8 h 629558"/>
              <a:gd name="connsiteX2" fmla="*/ 361288 w 722544"/>
              <a:gd name="connsiteY2" fmla="*/ 38986 h 629558"/>
              <a:gd name="connsiteX3" fmla="*/ 257137 w 722544"/>
              <a:gd name="connsiteY3" fmla="*/ 8 h 629558"/>
              <a:gd name="connsiteX4" fmla="*/ 11976 w 722544"/>
              <a:gd name="connsiteY4" fmla="*/ 8 h 629558"/>
              <a:gd name="connsiteX5" fmla="*/ 0 w 722544"/>
              <a:gd name="connsiteY5" fmla="*/ 11982 h 629558"/>
              <a:gd name="connsiteX6" fmla="*/ 0 w 722544"/>
              <a:gd name="connsiteY6" fmla="*/ 574408 h 629558"/>
              <a:gd name="connsiteX7" fmla="*/ 11976 w 722544"/>
              <a:gd name="connsiteY7" fmla="*/ 586381 h 629558"/>
              <a:gd name="connsiteX8" fmla="*/ 257162 w 722544"/>
              <a:gd name="connsiteY8" fmla="*/ 586381 h 629558"/>
              <a:gd name="connsiteX9" fmla="*/ 352801 w 722544"/>
              <a:gd name="connsiteY9" fmla="*/ 626047 h 629558"/>
              <a:gd name="connsiteX10" fmla="*/ 353432 w 722544"/>
              <a:gd name="connsiteY10" fmla="*/ 626565 h 629558"/>
              <a:gd name="connsiteX11" fmla="*/ 353975 w 722544"/>
              <a:gd name="connsiteY11" fmla="*/ 627012 h 629558"/>
              <a:gd name="connsiteX12" fmla="*/ 361272 w 722544"/>
              <a:gd name="connsiteY12" fmla="*/ 629559 h 629558"/>
              <a:gd name="connsiteX13" fmla="*/ 361272 w 722544"/>
              <a:gd name="connsiteY13" fmla="*/ 629559 h 629558"/>
              <a:gd name="connsiteX14" fmla="*/ 361272 w 722544"/>
              <a:gd name="connsiteY14" fmla="*/ 629559 h 629558"/>
              <a:gd name="connsiteX15" fmla="*/ 368577 w 722544"/>
              <a:gd name="connsiteY15" fmla="*/ 626997 h 629558"/>
              <a:gd name="connsiteX16" fmla="*/ 369104 w 722544"/>
              <a:gd name="connsiteY16" fmla="*/ 626565 h 629558"/>
              <a:gd name="connsiteX17" fmla="*/ 369751 w 722544"/>
              <a:gd name="connsiteY17" fmla="*/ 626031 h 629558"/>
              <a:gd name="connsiteX18" fmla="*/ 465311 w 722544"/>
              <a:gd name="connsiteY18" fmla="*/ 586373 h 629558"/>
              <a:gd name="connsiteX19" fmla="*/ 710569 w 722544"/>
              <a:gd name="connsiteY19" fmla="*/ 586373 h 629558"/>
              <a:gd name="connsiteX20" fmla="*/ 722545 w 722544"/>
              <a:gd name="connsiteY20" fmla="*/ 574399 h 629558"/>
              <a:gd name="connsiteX21" fmla="*/ 722545 w 722544"/>
              <a:gd name="connsiteY21" fmla="*/ 11974 h 629558"/>
              <a:gd name="connsiteX22" fmla="*/ 710569 w 722544"/>
              <a:gd name="connsiteY22" fmla="*/ 0 h 629558"/>
              <a:gd name="connsiteX23" fmla="*/ 349296 w 722544"/>
              <a:gd name="connsiteY23" fmla="*/ 591881 h 629558"/>
              <a:gd name="connsiteX24" fmla="*/ 257170 w 722544"/>
              <a:gd name="connsiteY24" fmla="*/ 562442 h 629558"/>
              <a:gd name="connsiteX25" fmla="*/ 23952 w 722544"/>
              <a:gd name="connsiteY25" fmla="*/ 562442 h 629558"/>
              <a:gd name="connsiteX26" fmla="*/ 23952 w 722544"/>
              <a:gd name="connsiteY26" fmla="*/ 23964 h 629558"/>
              <a:gd name="connsiteX27" fmla="*/ 257137 w 722544"/>
              <a:gd name="connsiteY27" fmla="*/ 23964 h 629558"/>
              <a:gd name="connsiteX28" fmla="*/ 349296 w 722544"/>
              <a:gd name="connsiteY28" fmla="*/ 60213 h 629558"/>
              <a:gd name="connsiteX29" fmla="*/ 349296 w 722544"/>
              <a:gd name="connsiteY29" fmla="*/ 591881 h 629558"/>
              <a:gd name="connsiteX30" fmla="*/ 698609 w 722544"/>
              <a:gd name="connsiteY30" fmla="*/ 562434 h 629558"/>
              <a:gd name="connsiteX31" fmla="*/ 465311 w 722544"/>
              <a:gd name="connsiteY31" fmla="*/ 562434 h 629558"/>
              <a:gd name="connsiteX32" fmla="*/ 373264 w 722544"/>
              <a:gd name="connsiteY32" fmla="*/ 591865 h 629558"/>
              <a:gd name="connsiteX33" fmla="*/ 373264 w 722544"/>
              <a:gd name="connsiteY33" fmla="*/ 60204 h 629558"/>
              <a:gd name="connsiteX34" fmla="*/ 465366 w 722544"/>
              <a:gd name="connsiteY34" fmla="*/ 23955 h 629558"/>
              <a:gd name="connsiteX35" fmla="*/ 698609 w 722544"/>
              <a:gd name="connsiteY35" fmla="*/ 23955 h 629558"/>
              <a:gd name="connsiteX36" fmla="*/ 698609 w 722544"/>
              <a:gd name="connsiteY36" fmla="*/ 562434 h 629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722544" h="629558">
                <a:moveTo>
                  <a:pt x="710584" y="8"/>
                </a:moveTo>
                <a:lnTo>
                  <a:pt x="465366" y="8"/>
                </a:lnTo>
                <a:cubicBezTo>
                  <a:pt x="427275" y="8"/>
                  <a:pt x="390014" y="14169"/>
                  <a:pt x="361288" y="38986"/>
                </a:cubicBezTo>
                <a:cubicBezTo>
                  <a:pt x="332346" y="13850"/>
                  <a:pt x="295844" y="8"/>
                  <a:pt x="257137" y="8"/>
                </a:cubicBezTo>
                <a:lnTo>
                  <a:pt x="11976" y="8"/>
                </a:lnTo>
                <a:cubicBezTo>
                  <a:pt x="5365" y="8"/>
                  <a:pt x="0" y="5372"/>
                  <a:pt x="0" y="11982"/>
                </a:cubicBezTo>
                <a:lnTo>
                  <a:pt x="0" y="574408"/>
                </a:lnTo>
                <a:cubicBezTo>
                  <a:pt x="0" y="581017"/>
                  <a:pt x="5365" y="586381"/>
                  <a:pt x="11976" y="586381"/>
                </a:cubicBezTo>
                <a:lnTo>
                  <a:pt x="257162" y="586381"/>
                </a:lnTo>
                <a:cubicBezTo>
                  <a:pt x="292786" y="586381"/>
                  <a:pt x="327636" y="600838"/>
                  <a:pt x="352801" y="626047"/>
                </a:cubicBezTo>
                <a:cubicBezTo>
                  <a:pt x="353001" y="626246"/>
                  <a:pt x="353224" y="626382"/>
                  <a:pt x="353432" y="626565"/>
                </a:cubicBezTo>
                <a:cubicBezTo>
                  <a:pt x="353607" y="626725"/>
                  <a:pt x="353791" y="626869"/>
                  <a:pt x="353975" y="627012"/>
                </a:cubicBezTo>
                <a:cubicBezTo>
                  <a:pt x="356098" y="628657"/>
                  <a:pt x="358646" y="629559"/>
                  <a:pt x="361272" y="629559"/>
                </a:cubicBezTo>
                <a:cubicBezTo>
                  <a:pt x="361272" y="629559"/>
                  <a:pt x="361272" y="629559"/>
                  <a:pt x="361272" y="629559"/>
                </a:cubicBezTo>
                <a:cubicBezTo>
                  <a:pt x="361272" y="629559"/>
                  <a:pt x="361272" y="629559"/>
                  <a:pt x="361272" y="629559"/>
                </a:cubicBezTo>
                <a:cubicBezTo>
                  <a:pt x="363899" y="629559"/>
                  <a:pt x="366461" y="628641"/>
                  <a:pt x="368577" y="626997"/>
                </a:cubicBezTo>
                <a:cubicBezTo>
                  <a:pt x="368761" y="626853"/>
                  <a:pt x="368929" y="626717"/>
                  <a:pt x="369104" y="626565"/>
                </a:cubicBezTo>
                <a:cubicBezTo>
                  <a:pt x="369312" y="626382"/>
                  <a:pt x="369552" y="626238"/>
                  <a:pt x="369751" y="626031"/>
                </a:cubicBezTo>
                <a:cubicBezTo>
                  <a:pt x="394884" y="600830"/>
                  <a:pt x="429702" y="586373"/>
                  <a:pt x="465311" y="586373"/>
                </a:cubicBezTo>
                <a:lnTo>
                  <a:pt x="710569" y="586373"/>
                </a:lnTo>
                <a:cubicBezTo>
                  <a:pt x="717179" y="586373"/>
                  <a:pt x="722545" y="581009"/>
                  <a:pt x="722545" y="574399"/>
                </a:cubicBezTo>
                <a:lnTo>
                  <a:pt x="722545" y="11974"/>
                </a:lnTo>
                <a:cubicBezTo>
                  <a:pt x="722545" y="5364"/>
                  <a:pt x="717179" y="0"/>
                  <a:pt x="710569" y="0"/>
                </a:cubicBezTo>
                <a:close/>
                <a:moveTo>
                  <a:pt x="349296" y="591881"/>
                </a:moveTo>
                <a:cubicBezTo>
                  <a:pt x="322550" y="572963"/>
                  <a:pt x="290135" y="562442"/>
                  <a:pt x="257170" y="562442"/>
                </a:cubicBezTo>
                <a:lnTo>
                  <a:pt x="23952" y="562442"/>
                </a:lnTo>
                <a:lnTo>
                  <a:pt x="23952" y="23964"/>
                </a:lnTo>
                <a:lnTo>
                  <a:pt x="257137" y="23964"/>
                </a:lnTo>
                <a:cubicBezTo>
                  <a:pt x="291644" y="23964"/>
                  <a:pt x="324179" y="36792"/>
                  <a:pt x="349296" y="60213"/>
                </a:cubicBezTo>
                <a:lnTo>
                  <a:pt x="349296" y="591881"/>
                </a:lnTo>
                <a:close/>
                <a:moveTo>
                  <a:pt x="698609" y="562434"/>
                </a:moveTo>
                <a:lnTo>
                  <a:pt x="465311" y="562434"/>
                </a:lnTo>
                <a:cubicBezTo>
                  <a:pt x="432368" y="562434"/>
                  <a:pt x="399979" y="572947"/>
                  <a:pt x="373264" y="591865"/>
                </a:cubicBezTo>
                <a:lnTo>
                  <a:pt x="373264" y="60204"/>
                </a:lnTo>
                <a:cubicBezTo>
                  <a:pt x="398094" y="37103"/>
                  <a:pt x="431387" y="23955"/>
                  <a:pt x="465366" y="23955"/>
                </a:cubicBezTo>
                <a:lnTo>
                  <a:pt x="698609" y="23955"/>
                </a:lnTo>
                <a:lnTo>
                  <a:pt x="698609" y="562434"/>
                </a:lnTo>
                <a:close/>
              </a:path>
            </a:pathLst>
          </a:custGeom>
          <a:solidFill>
            <a:srgbClr val="FFFFFF"/>
          </a:solidFill>
          <a:ln w="0" cap="flat">
            <a:noFill/>
            <a:prstDash val="solid"/>
            <a:miter/>
          </a:ln>
        </p:spPr>
        <p:txBody>
          <a:bodyPr rtlCol="0" anchor="ctr"/>
          <a:lstStyle/>
          <a:p>
            <a:endParaRPr lang="de-DE"/>
          </a:p>
        </p:txBody>
      </p:sp>
      <p:sp>
        <p:nvSpPr>
          <p:cNvPr id="390" name="Freihandform 389">
            <a:extLst>
              <a:ext uri="{FF2B5EF4-FFF2-40B4-BE49-F238E27FC236}">
                <a16:creationId xmlns:a16="http://schemas.microsoft.com/office/drawing/2014/main" id="{E97463F4-D503-5F2C-85F5-6C8DE5AE8A26}"/>
              </a:ext>
            </a:extLst>
          </p:cNvPr>
          <p:cNvSpPr/>
          <p:nvPr/>
        </p:nvSpPr>
        <p:spPr>
          <a:xfrm>
            <a:off x="2080765" y="3410618"/>
            <a:ext cx="539809" cy="539709"/>
          </a:xfrm>
          <a:custGeom>
            <a:avLst/>
            <a:gdLst>
              <a:gd name="connsiteX0" fmla="*/ 565629 w 648150"/>
              <a:gd name="connsiteY0" fmla="*/ 0 h 648030"/>
              <a:gd name="connsiteX1" fmla="*/ 210009 w 648150"/>
              <a:gd name="connsiteY1" fmla="*/ 0 h 648030"/>
              <a:gd name="connsiteX2" fmla="*/ 209929 w 648150"/>
              <a:gd name="connsiteY2" fmla="*/ 0 h 648030"/>
              <a:gd name="connsiteX3" fmla="*/ 209849 w 648150"/>
              <a:gd name="connsiteY3" fmla="*/ 0 h 648030"/>
              <a:gd name="connsiteX4" fmla="*/ 82490 w 648150"/>
              <a:gd name="connsiteY4" fmla="*/ 0 h 648030"/>
              <a:gd name="connsiteX5" fmla="*/ 0 w 648150"/>
              <a:gd name="connsiteY5" fmla="*/ 82532 h 648030"/>
              <a:gd name="connsiteX6" fmla="*/ 0 w 648150"/>
              <a:gd name="connsiteY6" fmla="*/ 565579 h 648030"/>
              <a:gd name="connsiteX7" fmla="*/ 82498 w 648150"/>
              <a:gd name="connsiteY7" fmla="*/ 648030 h 648030"/>
              <a:gd name="connsiteX8" fmla="*/ 565653 w 648150"/>
              <a:gd name="connsiteY8" fmla="*/ 648030 h 648030"/>
              <a:gd name="connsiteX9" fmla="*/ 648151 w 648150"/>
              <a:gd name="connsiteY9" fmla="*/ 565579 h 648030"/>
              <a:gd name="connsiteX10" fmla="*/ 648151 w 648150"/>
              <a:gd name="connsiteY10" fmla="*/ 82532 h 648030"/>
              <a:gd name="connsiteX11" fmla="*/ 565629 w 648150"/>
              <a:gd name="connsiteY11" fmla="*/ 0 h 648030"/>
              <a:gd name="connsiteX12" fmla="*/ 197953 w 648150"/>
              <a:gd name="connsiteY12" fmla="*/ 624083 h 648030"/>
              <a:gd name="connsiteX13" fmla="*/ 82466 w 648150"/>
              <a:gd name="connsiteY13" fmla="*/ 624083 h 648030"/>
              <a:gd name="connsiteX14" fmla="*/ 23952 w 648150"/>
              <a:gd name="connsiteY14" fmla="*/ 565579 h 648030"/>
              <a:gd name="connsiteX15" fmla="*/ 23952 w 648150"/>
              <a:gd name="connsiteY15" fmla="*/ 82532 h 648030"/>
              <a:gd name="connsiteX16" fmla="*/ 82498 w 648150"/>
              <a:gd name="connsiteY16" fmla="*/ 23948 h 648030"/>
              <a:gd name="connsiteX17" fmla="*/ 197953 w 648150"/>
              <a:gd name="connsiteY17" fmla="*/ 23948 h 648030"/>
              <a:gd name="connsiteX18" fmla="*/ 197953 w 648150"/>
              <a:gd name="connsiteY18" fmla="*/ 624083 h 648030"/>
              <a:gd name="connsiteX19" fmla="*/ 624199 w 648150"/>
              <a:gd name="connsiteY19" fmla="*/ 565571 h 648030"/>
              <a:gd name="connsiteX20" fmla="*/ 565653 w 648150"/>
              <a:gd name="connsiteY20" fmla="*/ 624083 h 648030"/>
              <a:gd name="connsiteX21" fmla="*/ 221905 w 648150"/>
              <a:gd name="connsiteY21" fmla="*/ 624083 h 648030"/>
              <a:gd name="connsiteX22" fmla="*/ 221905 w 648150"/>
              <a:gd name="connsiteY22" fmla="*/ 23948 h 648030"/>
              <a:gd name="connsiteX23" fmla="*/ 565621 w 648150"/>
              <a:gd name="connsiteY23" fmla="*/ 23948 h 648030"/>
              <a:gd name="connsiteX24" fmla="*/ 624199 w 648150"/>
              <a:gd name="connsiteY24" fmla="*/ 82532 h 648030"/>
              <a:gd name="connsiteX25" fmla="*/ 624199 w 648150"/>
              <a:gd name="connsiteY25" fmla="*/ 565571 h 64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48150" h="648030">
                <a:moveTo>
                  <a:pt x="565629" y="0"/>
                </a:moveTo>
                <a:lnTo>
                  <a:pt x="210009" y="0"/>
                </a:lnTo>
                <a:cubicBezTo>
                  <a:pt x="210009" y="0"/>
                  <a:pt x="209961" y="0"/>
                  <a:pt x="209929" y="0"/>
                </a:cubicBezTo>
                <a:cubicBezTo>
                  <a:pt x="209897" y="0"/>
                  <a:pt x="209881" y="0"/>
                  <a:pt x="209849" y="0"/>
                </a:cubicBezTo>
                <a:lnTo>
                  <a:pt x="82490" y="0"/>
                </a:lnTo>
                <a:cubicBezTo>
                  <a:pt x="37006" y="32"/>
                  <a:pt x="0" y="37055"/>
                  <a:pt x="0" y="82532"/>
                </a:cubicBezTo>
                <a:lnTo>
                  <a:pt x="0" y="565579"/>
                </a:lnTo>
                <a:cubicBezTo>
                  <a:pt x="0" y="611040"/>
                  <a:pt x="36998" y="648030"/>
                  <a:pt x="82498" y="648030"/>
                </a:cubicBezTo>
                <a:lnTo>
                  <a:pt x="565653" y="648030"/>
                </a:lnTo>
                <a:cubicBezTo>
                  <a:pt x="611121" y="648030"/>
                  <a:pt x="648134" y="611047"/>
                  <a:pt x="648151" y="565579"/>
                </a:cubicBezTo>
                <a:lnTo>
                  <a:pt x="648151" y="82532"/>
                </a:lnTo>
                <a:cubicBezTo>
                  <a:pt x="648151" y="37047"/>
                  <a:pt x="611121" y="16"/>
                  <a:pt x="565629" y="0"/>
                </a:cubicBezTo>
                <a:close/>
                <a:moveTo>
                  <a:pt x="197953" y="624083"/>
                </a:moveTo>
                <a:lnTo>
                  <a:pt x="82466" y="624083"/>
                </a:lnTo>
                <a:cubicBezTo>
                  <a:pt x="50195" y="624083"/>
                  <a:pt x="23952" y="597836"/>
                  <a:pt x="23952" y="565579"/>
                </a:cubicBezTo>
                <a:lnTo>
                  <a:pt x="23952" y="82532"/>
                </a:lnTo>
                <a:cubicBezTo>
                  <a:pt x="23952" y="50250"/>
                  <a:pt x="50219" y="23964"/>
                  <a:pt x="82498" y="23948"/>
                </a:cubicBezTo>
                <a:lnTo>
                  <a:pt x="197953" y="23948"/>
                </a:lnTo>
                <a:lnTo>
                  <a:pt x="197953" y="624083"/>
                </a:lnTo>
                <a:close/>
                <a:moveTo>
                  <a:pt x="624199" y="565571"/>
                </a:moveTo>
                <a:cubicBezTo>
                  <a:pt x="624191" y="597844"/>
                  <a:pt x="597924" y="624083"/>
                  <a:pt x="565653" y="624083"/>
                </a:cubicBezTo>
                <a:lnTo>
                  <a:pt x="221905" y="624083"/>
                </a:lnTo>
                <a:lnTo>
                  <a:pt x="221905" y="23948"/>
                </a:lnTo>
                <a:lnTo>
                  <a:pt x="565621" y="23948"/>
                </a:lnTo>
                <a:cubicBezTo>
                  <a:pt x="597916" y="23964"/>
                  <a:pt x="624191" y="50242"/>
                  <a:pt x="624199" y="82532"/>
                </a:cubicBezTo>
                <a:lnTo>
                  <a:pt x="624199" y="565571"/>
                </a:lnTo>
                <a:close/>
              </a:path>
            </a:pathLst>
          </a:custGeom>
          <a:solidFill>
            <a:srgbClr val="FFFFFF"/>
          </a:solidFill>
          <a:ln w="0" cap="flat">
            <a:noFill/>
            <a:prstDash val="solid"/>
            <a:miter/>
          </a:ln>
        </p:spPr>
        <p:txBody>
          <a:bodyPr rtlCol="0" anchor="ctr"/>
          <a:lstStyle/>
          <a:p>
            <a:endParaRPr lang="de-DE"/>
          </a:p>
        </p:txBody>
      </p:sp>
      <p:grpSp>
        <p:nvGrpSpPr>
          <p:cNvPr id="391" name="Grafik 13">
            <a:extLst>
              <a:ext uri="{FF2B5EF4-FFF2-40B4-BE49-F238E27FC236}">
                <a16:creationId xmlns:a16="http://schemas.microsoft.com/office/drawing/2014/main" id="{C2668FF3-17DD-8B98-C883-93E501E7F70F}"/>
              </a:ext>
            </a:extLst>
          </p:cNvPr>
          <p:cNvGrpSpPr/>
          <p:nvPr/>
        </p:nvGrpSpPr>
        <p:grpSpPr>
          <a:xfrm>
            <a:off x="3329209" y="3410588"/>
            <a:ext cx="539809" cy="539769"/>
            <a:chOff x="5015345" y="3329037"/>
            <a:chExt cx="648150" cy="648102"/>
          </a:xfrm>
          <a:solidFill>
            <a:srgbClr val="FFFFFF"/>
          </a:solidFill>
        </p:grpSpPr>
        <p:sp>
          <p:nvSpPr>
            <p:cNvPr id="392" name="Freihandform 391">
              <a:extLst>
                <a:ext uri="{FF2B5EF4-FFF2-40B4-BE49-F238E27FC236}">
                  <a16:creationId xmlns:a16="http://schemas.microsoft.com/office/drawing/2014/main" id="{327D606D-7907-AA43-BA0B-3F38D8F4BC92}"/>
                </a:ext>
              </a:extLst>
            </p:cNvPr>
            <p:cNvSpPr/>
            <p:nvPr/>
          </p:nvSpPr>
          <p:spPr>
            <a:xfrm>
              <a:off x="5517294" y="3394893"/>
              <a:ext cx="74098" cy="74093"/>
            </a:xfrm>
            <a:custGeom>
              <a:avLst/>
              <a:gdLst>
                <a:gd name="connsiteX0" fmla="*/ 37053 w 74098"/>
                <a:gd name="connsiteY0" fmla="*/ 74094 h 74093"/>
                <a:gd name="connsiteX1" fmla="*/ 74099 w 74098"/>
                <a:gd name="connsiteY1" fmla="*/ 37047 h 74093"/>
                <a:gd name="connsiteX2" fmla="*/ 74099 w 74098"/>
                <a:gd name="connsiteY2" fmla="*/ 36895 h 74093"/>
                <a:gd name="connsiteX3" fmla="*/ 37141 w 74098"/>
                <a:gd name="connsiteY3" fmla="*/ 0 h 74093"/>
                <a:gd name="connsiteX4" fmla="*/ 37053 w 74098"/>
                <a:gd name="connsiteY4" fmla="*/ 0 h 74093"/>
                <a:gd name="connsiteX5" fmla="*/ 0 w 74098"/>
                <a:gd name="connsiteY5" fmla="*/ 37047 h 74093"/>
                <a:gd name="connsiteX6" fmla="*/ 37053 w 74098"/>
                <a:gd name="connsiteY6" fmla="*/ 74094 h 74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4098" h="74093">
                  <a:moveTo>
                    <a:pt x="37053" y="74094"/>
                  </a:moveTo>
                  <a:cubicBezTo>
                    <a:pt x="57484" y="74094"/>
                    <a:pt x="74099" y="57474"/>
                    <a:pt x="74099" y="37047"/>
                  </a:cubicBezTo>
                  <a:lnTo>
                    <a:pt x="74099" y="36895"/>
                  </a:lnTo>
                  <a:cubicBezTo>
                    <a:pt x="74051" y="16532"/>
                    <a:pt x="57468" y="0"/>
                    <a:pt x="37141" y="0"/>
                  </a:cubicBezTo>
                  <a:lnTo>
                    <a:pt x="37053" y="0"/>
                  </a:lnTo>
                  <a:cubicBezTo>
                    <a:pt x="16623" y="0"/>
                    <a:pt x="0" y="16620"/>
                    <a:pt x="0" y="37047"/>
                  </a:cubicBezTo>
                  <a:cubicBezTo>
                    <a:pt x="0" y="57474"/>
                    <a:pt x="16623" y="74094"/>
                    <a:pt x="37053" y="74094"/>
                  </a:cubicBezTo>
                  <a:close/>
                </a:path>
              </a:pathLst>
            </a:custGeom>
            <a:solidFill>
              <a:srgbClr val="FFFFFF"/>
            </a:solidFill>
            <a:ln w="0" cap="flat">
              <a:noFill/>
              <a:prstDash val="solid"/>
              <a:miter/>
            </a:ln>
          </p:spPr>
          <p:txBody>
            <a:bodyPr rtlCol="0" anchor="ctr"/>
            <a:lstStyle/>
            <a:p>
              <a:endParaRPr lang="de-DE"/>
            </a:p>
          </p:txBody>
        </p:sp>
        <p:sp>
          <p:nvSpPr>
            <p:cNvPr id="393" name="Freihandform 392">
              <a:extLst>
                <a:ext uri="{FF2B5EF4-FFF2-40B4-BE49-F238E27FC236}">
                  <a16:creationId xmlns:a16="http://schemas.microsoft.com/office/drawing/2014/main" id="{DD17B71B-3FCE-C20E-0C7B-1671D22E88F9}"/>
                </a:ext>
              </a:extLst>
            </p:cNvPr>
            <p:cNvSpPr/>
            <p:nvPr/>
          </p:nvSpPr>
          <p:spPr>
            <a:xfrm>
              <a:off x="5421543" y="3394901"/>
              <a:ext cx="74074" cy="74054"/>
            </a:xfrm>
            <a:custGeom>
              <a:avLst/>
              <a:gdLst>
                <a:gd name="connsiteX0" fmla="*/ 37014 w 74074"/>
                <a:gd name="connsiteY0" fmla="*/ 74054 h 74054"/>
                <a:gd name="connsiteX1" fmla="*/ 37037 w 74074"/>
                <a:gd name="connsiteY1" fmla="*/ 74054 h 74054"/>
                <a:gd name="connsiteX2" fmla="*/ 63209 w 74074"/>
                <a:gd name="connsiteY2" fmla="*/ 63230 h 74054"/>
                <a:gd name="connsiteX3" fmla="*/ 74075 w 74074"/>
                <a:gd name="connsiteY3" fmla="*/ 37055 h 74054"/>
                <a:gd name="connsiteX4" fmla="*/ 74075 w 74074"/>
                <a:gd name="connsiteY4" fmla="*/ 36919 h 74054"/>
                <a:gd name="connsiteX5" fmla="*/ 63193 w 74074"/>
                <a:gd name="connsiteY5" fmla="*/ 10793 h 74054"/>
                <a:gd name="connsiteX6" fmla="*/ 37101 w 74074"/>
                <a:gd name="connsiteY6" fmla="*/ 0 h 74054"/>
                <a:gd name="connsiteX7" fmla="*/ 37037 w 74074"/>
                <a:gd name="connsiteY7" fmla="*/ 0 h 74054"/>
                <a:gd name="connsiteX8" fmla="*/ 0 w 74074"/>
                <a:gd name="connsiteY8" fmla="*/ 37015 h 74054"/>
                <a:gd name="connsiteX9" fmla="*/ 10834 w 74074"/>
                <a:gd name="connsiteY9" fmla="*/ 63198 h 74054"/>
                <a:gd name="connsiteX10" fmla="*/ 37014 w 74074"/>
                <a:gd name="connsiteY10" fmla="*/ 74054 h 740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074" h="74054">
                  <a:moveTo>
                    <a:pt x="37014" y="74054"/>
                  </a:moveTo>
                  <a:lnTo>
                    <a:pt x="37037" y="74054"/>
                  </a:lnTo>
                  <a:cubicBezTo>
                    <a:pt x="46922" y="74054"/>
                    <a:pt x="56215" y="70215"/>
                    <a:pt x="63209" y="63230"/>
                  </a:cubicBezTo>
                  <a:cubicBezTo>
                    <a:pt x="70211" y="56237"/>
                    <a:pt x="74067" y="46945"/>
                    <a:pt x="74075" y="37055"/>
                  </a:cubicBezTo>
                  <a:lnTo>
                    <a:pt x="74075" y="36919"/>
                  </a:lnTo>
                  <a:cubicBezTo>
                    <a:pt x="74059" y="27045"/>
                    <a:pt x="70195" y="17761"/>
                    <a:pt x="63193" y="10793"/>
                  </a:cubicBezTo>
                  <a:cubicBezTo>
                    <a:pt x="56207" y="3832"/>
                    <a:pt x="46937" y="0"/>
                    <a:pt x="37101" y="0"/>
                  </a:cubicBezTo>
                  <a:lnTo>
                    <a:pt x="37037" y="0"/>
                  </a:lnTo>
                  <a:cubicBezTo>
                    <a:pt x="16631" y="0"/>
                    <a:pt x="16" y="16604"/>
                    <a:pt x="0" y="37015"/>
                  </a:cubicBezTo>
                  <a:cubicBezTo>
                    <a:pt x="0" y="46905"/>
                    <a:pt x="3840" y="56205"/>
                    <a:pt x="10834" y="63198"/>
                  </a:cubicBezTo>
                  <a:cubicBezTo>
                    <a:pt x="17820" y="70198"/>
                    <a:pt x="27121" y="74046"/>
                    <a:pt x="37014" y="74054"/>
                  </a:cubicBezTo>
                  <a:close/>
                </a:path>
              </a:pathLst>
            </a:custGeom>
            <a:solidFill>
              <a:srgbClr val="FFFFFF"/>
            </a:solidFill>
            <a:ln w="0" cap="flat">
              <a:noFill/>
              <a:prstDash val="solid"/>
              <a:miter/>
            </a:ln>
          </p:spPr>
          <p:txBody>
            <a:bodyPr rtlCol="0" anchor="ctr"/>
            <a:lstStyle/>
            <a:p>
              <a:endParaRPr lang="de-DE"/>
            </a:p>
          </p:txBody>
        </p:sp>
        <p:sp>
          <p:nvSpPr>
            <p:cNvPr id="394" name="Freihandform 393">
              <a:extLst>
                <a:ext uri="{FF2B5EF4-FFF2-40B4-BE49-F238E27FC236}">
                  <a16:creationId xmlns:a16="http://schemas.microsoft.com/office/drawing/2014/main" id="{29975B93-1354-639A-FE91-F6BC4CF024F4}"/>
                </a:ext>
              </a:extLst>
            </p:cNvPr>
            <p:cNvSpPr/>
            <p:nvPr/>
          </p:nvSpPr>
          <p:spPr>
            <a:xfrm>
              <a:off x="5015345" y="3329037"/>
              <a:ext cx="648150" cy="648102"/>
            </a:xfrm>
            <a:custGeom>
              <a:avLst/>
              <a:gdLst>
                <a:gd name="connsiteX0" fmla="*/ 648143 w 648150"/>
                <a:gd name="connsiteY0" fmla="*/ 193816 h 648102"/>
                <a:gd name="connsiteX1" fmla="*/ 648126 w 648150"/>
                <a:gd name="connsiteY1" fmla="*/ 193664 h 648102"/>
                <a:gd name="connsiteX2" fmla="*/ 648126 w 648150"/>
                <a:gd name="connsiteY2" fmla="*/ 82468 h 648102"/>
                <a:gd name="connsiteX3" fmla="*/ 565605 w 648150"/>
                <a:gd name="connsiteY3" fmla="*/ 0 h 648102"/>
                <a:gd name="connsiteX4" fmla="*/ 82506 w 648150"/>
                <a:gd name="connsiteY4" fmla="*/ 0 h 648102"/>
                <a:gd name="connsiteX5" fmla="*/ 0 w 648150"/>
                <a:gd name="connsiteY5" fmla="*/ 82476 h 648102"/>
                <a:gd name="connsiteX6" fmla="*/ 0 w 648150"/>
                <a:gd name="connsiteY6" fmla="*/ 565587 h 648102"/>
                <a:gd name="connsiteX7" fmla="*/ 82522 w 648150"/>
                <a:gd name="connsiteY7" fmla="*/ 648102 h 648102"/>
                <a:gd name="connsiteX8" fmla="*/ 565613 w 648150"/>
                <a:gd name="connsiteY8" fmla="*/ 648102 h 648102"/>
                <a:gd name="connsiteX9" fmla="*/ 648134 w 648150"/>
                <a:gd name="connsiteY9" fmla="*/ 565587 h 648102"/>
                <a:gd name="connsiteX10" fmla="*/ 648134 w 648150"/>
                <a:gd name="connsiteY10" fmla="*/ 193976 h 648102"/>
                <a:gd name="connsiteX11" fmla="*/ 648150 w 648150"/>
                <a:gd name="connsiteY11" fmla="*/ 193824 h 648102"/>
                <a:gd name="connsiteX12" fmla="*/ 82506 w 648150"/>
                <a:gd name="connsiteY12" fmla="*/ 23948 h 648102"/>
                <a:gd name="connsiteX13" fmla="*/ 565605 w 648150"/>
                <a:gd name="connsiteY13" fmla="*/ 23948 h 648102"/>
                <a:gd name="connsiteX14" fmla="*/ 624175 w 648150"/>
                <a:gd name="connsiteY14" fmla="*/ 82476 h 648102"/>
                <a:gd name="connsiteX15" fmla="*/ 624175 w 648150"/>
                <a:gd name="connsiteY15" fmla="*/ 181842 h 648102"/>
                <a:gd name="connsiteX16" fmla="*/ 23944 w 648150"/>
                <a:gd name="connsiteY16" fmla="*/ 181842 h 648102"/>
                <a:gd name="connsiteX17" fmla="*/ 23944 w 648150"/>
                <a:gd name="connsiteY17" fmla="*/ 82476 h 648102"/>
                <a:gd name="connsiteX18" fmla="*/ 82506 w 648150"/>
                <a:gd name="connsiteY18" fmla="*/ 23948 h 648102"/>
                <a:gd name="connsiteX19" fmla="*/ 565605 w 648150"/>
                <a:gd name="connsiteY19" fmla="*/ 624147 h 648102"/>
                <a:gd name="connsiteX20" fmla="*/ 82522 w 648150"/>
                <a:gd name="connsiteY20" fmla="*/ 624147 h 648102"/>
                <a:gd name="connsiteX21" fmla="*/ 23952 w 648150"/>
                <a:gd name="connsiteY21" fmla="*/ 565579 h 648102"/>
                <a:gd name="connsiteX22" fmla="*/ 23952 w 648150"/>
                <a:gd name="connsiteY22" fmla="*/ 205790 h 648102"/>
                <a:gd name="connsiteX23" fmla="*/ 624183 w 648150"/>
                <a:gd name="connsiteY23" fmla="*/ 205790 h 648102"/>
                <a:gd name="connsiteX24" fmla="*/ 624183 w 648150"/>
                <a:gd name="connsiteY24" fmla="*/ 565579 h 648102"/>
                <a:gd name="connsiteX25" fmla="*/ 565613 w 648150"/>
                <a:gd name="connsiteY25" fmla="*/ 624147 h 648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48150" h="648102">
                  <a:moveTo>
                    <a:pt x="648143" y="193816"/>
                  </a:moveTo>
                  <a:cubicBezTo>
                    <a:pt x="648143" y="193760"/>
                    <a:pt x="648126" y="193712"/>
                    <a:pt x="648126" y="193664"/>
                  </a:cubicBezTo>
                  <a:lnTo>
                    <a:pt x="648126" y="82468"/>
                  </a:lnTo>
                  <a:cubicBezTo>
                    <a:pt x="648111" y="36999"/>
                    <a:pt x="611089" y="0"/>
                    <a:pt x="565605" y="0"/>
                  </a:cubicBezTo>
                  <a:lnTo>
                    <a:pt x="82506" y="0"/>
                  </a:lnTo>
                  <a:cubicBezTo>
                    <a:pt x="37021" y="0"/>
                    <a:pt x="8" y="36999"/>
                    <a:pt x="0" y="82476"/>
                  </a:cubicBezTo>
                  <a:lnTo>
                    <a:pt x="0" y="565587"/>
                  </a:lnTo>
                  <a:cubicBezTo>
                    <a:pt x="0" y="611087"/>
                    <a:pt x="37021" y="648102"/>
                    <a:pt x="82522" y="648102"/>
                  </a:cubicBezTo>
                  <a:lnTo>
                    <a:pt x="565613" y="648102"/>
                  </a:lnTo>
                  <a:cubicBezTo>
                    <a:pt x="611105" y="648102"/>
                    <a:pt x="648126" y="611079"/>
                    <a:pt x="648134" y="565587"/>
                  </a:cubicBezTo>
                  <a:lnTo>
                    <a:pt x="648134" y="193976"/>
                  </a:lnTo>
                  <a:cubicBezTo>
                    <a:pt x="648134" y="193920"/>
                    <a:pt x="648150" y="193872"/>
                    <a:pt x="648150" y="193824"/>
                  </a:cubicBezTo>
                  <a:close/>
                  <a:moveTo>
                    <a:pt x="82506" y="23948"/>
                  </a:moveTo>
                  <a:lnTo>
                    <a:pt x="565605" y="23948"/>
                  </a:lnTo>
                  <a:cubicBezTo>
                    <a:pt x="597892" y="23948"/>
                    <a:pt x="624167" y="50202"/>
                    <a:pt x="624175" y="82476"/>
                  </a:cubicBezTo>
                  <a:lnTo>
                    <a:pt x="624175" y="181842"/>
                  </a:lnTo>
                  <a:lnTo>
                    <a:pt x="23944" y="181842"/>
                  </a:lnTo>
                  <a:lnTo>
                    <a:pt x="23944" y="82476"/>
                  </a:lnTo>
                  <a:cubicBezTo>
                    <a:pt x="23944" y="50202"/>
                    <a:pt x="50219" y="23948"/>
                    <a:pt x="82506" y="23948"/>
                  </a:cubicBezTo>
                  <a:close/>
                  <a:moveTo>
                    <a:pt x="565605" y="624147"/>
                  </a:moveTo>
                  <a:lnTo>
                    <a:pt x="82522" y="624147"/>
                  </a:lnTo>
                  <a:cubicBezTo>
                    <a:pt x="50227" y="624147"/>
                    <a:pt x="23952" y="597876"/>
                    <a:pt x="23952" y="565579"/>
                  </a:cubicBezTo>
                  <a:lnTo>
                    <a:pt x="23952" y="205790"/>
                  </a:lnTo>
                  <a:lnTo>
                    <a:pt x="624183" y="205790"/>
                  </a:lnTo>
                  <a:lnTo>
                    <a:pt x="624183" y="565579"/>
                  </a:lnTo>
                  <a:cubicBezTo>
                    <a:pt x="624183" y="597868"/>
                    <a:pt x="597900" y="624139"/>
                    <a:pt x="565613" y="624147"/>
                  </a:cubicBezTo>
                  <a:close/>
                </a:path>
              </a:pathLst>
            </a:custGeom>
            <a:solidFill>
              <a:srgbClr val="FFFFFF"/>
            </a:solidFill>
            <a:ln w="0" cap="flat">
              <a:noFill/>
              <a:prstDash val="solid"/>
              <a:miter/>
            </a:ln>
          </p:spPr>
          <p:txBody>
            <a:bodyPr rtlCol="0" anchor="ctr"/>
            <a:lstStyle/>
            <a:p>
              <a:endParaRPr lang="de-DE"/>
            </a:p>
          </p:txBody>
        </p:sp>
      </p:grpSp>
      <p:grpSp>
        <p:nvGrpSpPr>
          <p:cNvPr id="398" name="Grafik 13">
            <a:extLst>
              <a:ext uri="{FF2B5EF4-FFF2-40B4-BE49-F238E27FC236}">
                <a16:creationId xmlns:a16="http://schemas.microsoft.com/office/drawing/2014/main" id="{65A7C808-0360-80A9-689C-E18934192D3D}"/>
              </a:ext>
            </a:extLst>
          </p:cNvPr>
          <p:cNvGrpSpPr/>
          <p:nvPr/>
        </p:nvGrpSpPr>
        <p:grpSpPr>
          <a:xfrm>
            <a:off x="2109716" y="4289200"/>
            <a:ext cx="481906" cy="618636"/>
            <a:chOff x="3410290" y="4945948"/>
            <a:chExt cx="578626" cy="742798"/>
          </a:xfrm>
          <a:solidFill>
            <a:srgbClr val="FFFFFF"/>
          </a:solidFill>
        </p:grpSpPr>
        <p:sp>
          <p:nvSpPr>
            <p:cNvPr id="399" name="Freihandform 398">
              <a:extLst>
                <a:ext uri="{FF2B5EF4-FFF2-40B4-BE49-F238E27FC236}">
                  <a16:creationId xmlns:a16="http://schemas.microsoft.com/office/drawing/2014/main" id="{0B194138-2B7D-B746-419B-A76706CA3DA4}"/>
                </a:ext>
              </a:extLst>
            </p:cNvPr>
            <p:cNvSpPr/>
            <p:nvPr/>
          </p:nvSpPr>
          <p:spPr>
            <a:xfrm>
              <a:off x="3687619" y="5389275"/>
              <a:ext cx="23951" cy="109304"/>
            </a:xfrm>
            <a:custGeom>
              <a:avLst/>
              <a:gdLst>
                <a:gd name="connsiteX0" fmla="*/ 11976 w 23951"/>
                <a:gd name="connsiteY0" fmla="*/ 0 h 109304"/>
                <a:gd name="connsiteX1" fmla="*/ 0 w 23951"/>
                <a:gd name="connsiteY1" fmla="*/ 11974 h 109304"/>
                <a:gd name="connsiteX2" fmla="*/ 0 w 23951"/>
                <a:gd name="connsiteY2" fmla="*/ 97331 h 109304"/>
                <a:gd name="connsiteX3" fmla="*/ 11976 w 23951"/>
                <a:gd name="connsiteY3" fmla="*/ 109305 h 109304"/>
                <a:gd name="connsiteX4" fmla="*/ 23952 w 23951"/>
                <a:gd name="connsiteY4" fmla="*/ 97331 h 109304"/>
                <a:gd name="connsiteX5" fmla="*/ 23952 w 23951"/>
                <a:gd name="connsiteY5" fmla="*/ 11974 h 109304"/>
                <a:gd name="connsiteX6" fmla="*/ 11976 w 23951"/>
                <a:gd name="connsiteY6" fmla="*/ 0 h 109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951" h="109304">
                  <a:moveTo>
                    <a:pt x="11976" y="0"/>
                  </a:moveTo>
                  <a:cubicBezTo>
                    <a:pt x="5357" y="0"/>
                    <a:pt x="0" y="5364"/>
                    <a:pt x="0" y="11974"/>
                  </a:cubicBezTo>
                  <a:lnTo>
                    <a:pt x="0" y="97331"/>
                  </a:lnTo>
                  <a:cubicBezTo>
                    <a:pt x="0" y="103941"/>
                    <a:pt x="5357" y="109305"/>
                    <a:pt x="11976" y="109305"/>
                  </a:cubicBezTo>
                  <a:cubicBezTo>
                    <a:pt x="18595" y="109305"/>
                    <a:pt x="23952" y="103941"/>
                    <a:pt x="23952" y="97331"/>
                  </a:cubicBezTo>
                  <a:lnTo>
                    <a:pt x="23952" y="11974"/>
                  </a:lnTo>
                  <a:cubicBezTo>
                    <a:pt x="23952" y="5364"/>
                    <a:pt x="18595" y="0"/>
                    <a:pt x="11976" y="0"/>
                  </a:cubicBezTo>
                  <a:close/>
                </a:path>
              </a:pathLst>
            </a:custGeom>
            <a:solidFill>
              <a:srgbClr val="FFFFFF"/>
            </a:solidFill>
            <a:ln w="0" cap="flat">
              <a:noFill/>
              <a:prstDash val="solid"/>
              <a:miter/>
            </a:ln>
          </p:spPr>
          <p:txBody>
            <a:bodyPr rtlCol="0" anchor="ctr"/>
            <a:lstStyle/>
            <a:p>
              <a:endParaRPr lang="de-DE"/>
            </a:p>
          </p:txBody>
        </p:sp>
        <p:sp>
          <p:nvSpPr>
            <p:cNvPr id="400" name="Freihandform 399">
              <a:extLst>
                <a:ext uri="{FF2B5EF4-FFF2-40B4-BE49-F238E27FC236}">
                  <a16:creationId xmlns:a16="http://schemas.microsoft.com/office/drawing/2014/main" id="{928D1A12-84CF-9216-2EB7-53C58FF8211C}"/>
                </a:ext>
              </a:extLst>
            </p:cNvPr>
            <p:cNvSpPr/>
            <p:nvPr/>
          </p:nvSpPr>
          <p:spPr>
            <a:xfrm>
              <a:off x="3410290" y="4945948"/>
              <a:ext cx="578626" cy="742798"/>
            </a:xfrm>
            <a:custGeom>
              <a:avLst/>
              <a:gdLst>
                <a:gd name="connsiteX0" fmla="*/ 522092 w 578626"/>
                <a:gd name="connsiteY0" fmla="*/ 253246 h 742798"/>
                <a:gd name="connsiteX1" fmla="*/ 465095 w 578626"/>
                <a:gd name="connsiteY1" fmla="*/ 253246 h 742798"/>
                <a:gd name="connsiteX2" fmla="*/ 465095 w 578626"/>
                <a:gd name="connsiteY2" fmla="*/ 175664 h 742798"/>
                <a:gd name="connsiteX3" fmla="*/ 413559 w 578626"/>
                <a:gd name="connsiteY3" fmla="*/ 51415 h 742798"/>
                <a:gd name="connsiteX4" fmla="*/ 289321 w 578626"/>
                <a:gd name="connsiteY4" fmla="*/ 0 h 742798"/>
                <a:gd name="connsiteX5" fmla="*/ 289241 w 578626"/>
                <a:gd name="connsiteY5" fmla="*/ 0 h 742798"/>
                <a:gd name="connsiteX6" fmla="*/ 113539 w 578626"/>
                <a:gd name="connsiteY6" fmla="*/ 175680 h 742798"/>
                <a:gd name="connsiteX7" fmla="*/ 113539 w 578626"/>
                <a:gd name="connsiteY7" fmla="*/ 253254 h 742798"/>
                <a:gd name="connsiteX8" fmla="*/ 56542 w 578626"/>
                <a:gd name="connsiteY8" fmla="*/ 253254 h 742798"/>
                <a:gd name="connsiteX9" fmla="*/ 0 w 578626"/>
                <a:gd name="connsiteY9" fmla="*/ 309795 h 742798"/>
                <a:gd name="connsiteX10" fmla="*/ 0 w 578626"/>
                <a:gd name="connsiteY10" fmla="*/ 686282 h 742798"/>
                <a:gd name="connsiteX11" fmla="*/ 56534 w 578626"/>
                <a:gd name="connsiteY11" fmla="*/ 742799 h 742798"/>
                <a:gd name="connsiteX12" fmla="*/ 522108 w 578626"/>
                <a:gd name="connsiteY12" fmla="*/ 742799 h 742798"/>
                <a:gd name="connsiteX13" fmla="*/ 578627 w 578626"/>
                <a:gd name="connsiteY13" fmla="*/ 686291 h 742798"/>
                <a:gd name="connsiteX14" fmla="*/ 578627 w 578626"/>
                <a:gd name="connsiteY14" fmla="*/ 309778 h 742798"/>
                <a:gd name="connsiteX15" fmla="*/ 522092 w 578626"/>
                <a:gd name="connsiteY15" fmla="*/ 253254 h 742798"/>
                <a:gd name="connsiteX16" fmla="*/ 137491 w 578626"/>
                <a:gd name="connsiteY16" fmla="*/ 175680 h 742798"/>
                <a:gd name="connsiteX17" fmla="*/ 289249 w 578626"/>
                <a:gd name="connsiteY17" fmla="*/ 23939 h 742798"/>
                <a:gd name="connsiteX18" fmla="*/ 289321 w 578626"/>
                <a:gd name="connsiteY18" fmla="*/ 23939 h 742798"/>
                <a:gd name="connsiteX19" fmla="*/ 396625 w 578626"/>
                <a:gd name="connsiteY19" fmla="*/ 68354 h 742798"/>
                <a:gd name="connsiteX20" fmla="*/ 441143 w 578626"/>
                <a:gd name="connsiteY20" fmla="*/ 175664 h 742798"/>
                <a:gd name="connsiteX21" fmla="*/ 441143 w 578626"/>
                <a:gd name="connsiteY21" fmla="*/ 253238 h 742798"/>
                <a:gd name="connsiteX22" fmla="*/ 137491 w 578626"/>
                <a:gd name="connsiteY22" fmla="*/ 253238 h 742798"/>
                <a:gd name="connsiteX23" fmla="*/ 137491 w 578626"/>
                <a:gd name="connsiteY23" fmla="*/ 175672 h 742798"/>
                <a:gd name="connsiteX24" fmla="*/ 554675 w 578626"/>
                <a:gd name="connsiteY24" fmla="*/ 686282 h 742798"/>
                <a:gd name="connsiteX25" fmla="*/ 522108 w 578626"/>
                <a:gd name="connsiteY25" fmla="*/ 718844 h 742798"/>
                <a:gd name="connsiteX26" fmla="*/ 56534 w 578626"/>
                <a:gd name="connsiteY26" fmla="*/ 718844 h 742798"/>
                <a:gd name="connsiteX27" fmla="*/ 23952 w 578626"/>
                <a:gd name="connsiteY27" fmla="*/ 686275 h 742798"/>
                <a:gd name="connsiteX28" fmla="*/ 23952 w 578626"/>
                <a:gd name="connsiteY28" fmla="*/ 309786 h 742798"/>
                <a:gd name="connsiteX29" fmla="*/ 56542 w 578626"/>
                <a:gd name="connsiteY29" fmla="*/ 277193 h 742798"/>
                <a:gd name="connsiteX30" fmla="*/ 125363 w 578626"/>
                <a:gd name="connsiteY30" fmla="*/ 277193 h 742798"/>
                <a:gd name="connsiteX31" fmla="*/ 125515 w 578626"/>
                <a:gd name="connsiteY31" fmla="*/ 277210 h 742798"/>
                <a:gd name="connsiteX32" fmla="*/ 125667 w 578626"/>
                <a:gd name="connsiteY32" fmla="*/ 277193 h 742798"/>
                <a:gd name="connsiteX33" fmla="*/ 452960 w 578626"/>
                <a:gd name="connsiteY33" fmla="*/ 277193 h 742798"/>
                <a:gd name="connsiteX34" fmla="*/ 453111 w 578626"/>
                <a:gd name="connsiteY34" fmla="*/ 277210 h 742798"/>
                <a:gd name="connsiteX35" fmla="*/ 453263 w 578626"/>
                <a:gd name="connsiteY35" fmla="*/ 277193 h 742798"/>
                <a:gd name="connsiteX36" fmla="*/ 522084 w 578626"/>
                <a:gd name="connsiteY36" fmla="*/ 277193 h 742798"/>
                <a:gd name="connsiteX37" fmla="*/ 554667 w 578626"/>
                <a:gd name="connsiteY37" fmla="*/ 309770 h 742798"/>
                <a:gd name="connsiteX38" fmla="*/ 554667 w 578626"/>
                <a:gd name="connsiteY38" fmla="*/ 686282 h 742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578626" h="742798">
                  <a:moveTo>
                    <a:pt x="522092" y="253246"/>
                  </a:moveTo>
                  <a:lnTo>
                    <a:pt x="465095" y="253246"/>
                  </a:lnTo>
                  <a:lnTo>
                    <a:pt x="465095" y="175664"/>
                  </a:lnTo>
                  <a:cubicBezTo>
                    <a:pt x="465079" y="128718"/>
                    <a:pt x="446772" y="84599"/>
                    <a:pt x="413559" y="51415"/>
                  </a:cubicBezTo>
                  <a:cubicBezTo>
                    <a:pt x="380362" y="18256"/>
                    <a:pt x="336243" y="0"/>
                    <a:pt x="289321" y="0"/>
                  </a:cubicBezTo>
                  <a:lnTo>
                    <a:pt x="289241" y="0"/>
                  </a:lnTo>
                  <a:cubicBezTo>
                    <a:pt x="192397" y="40"/>
                    <a:pt x="113579" y="78851"/>
                    <a:pt x="113539" y="175680"/>
                  </a:cubicBezTo>
                  <a:lnTo>
                    <a:pt x="113539" y="253254"/>
                  </a:lnTo>
                  <a:lnTo>
                    <a:pt x="56542" y="253254"/>
                  </a:lnTo>
                  <a:cubicBezTo>
                    <a:pt x="25365" y="253254"/>
                    <a:pt x="0" y="278622"/>
                    <a:pt x="0" y="309795"/>
                  </a:cubicBezTo>
                  <a:lnTo>
                    <a:pt x="0" y="686282"/>
                  </a:lnTo>
                  <a:cubicBezTo>
                    <a:pt x="0" y="717447"/>
                    <a:pt x="25357" y="742799"/>
                    <a:pt x="56534" y="742799"/>
                  </a:cubicBezTo>
                  <a:lnTo>
                    <a:pt x="522108" y="742799"/>
                  </a:lnTo>
                  <a:cubicBezTo>
                    <a:pt x="553270" y="742799"/>
                    <a:pt x="578627" y="717447"/>
                    <a:pt x="578627" y="686291"/>
                  </a:cubicBezTo>
                  <a:lnTo>
                    <a:pt x="578627" y="309778"/>
                  </a:lnTo>
                  <a:cubicBezTo>
                    <a:pt x="578627" y="278615"/>
                    <a:pt x="553270" y="253254"/>
                    <a:pt x="522092" y="253254"/>
                  </a:cubicBezTo>
                  <a:close/>
                  <a:moveTo>
                    <a:pt x="137491" y="175680"/>
                  </a:moveTo>
                  <a:cubicBezTo>
                    <a:pt x="137523" y="92038"/>
                    <a:pt x="205610" y="23979"/>
                    <a:pt x="289249" y="23939"/>
                  </a:cubicBezTo>
                  <a:lnTo>
                    <a:pt x="289321" y="23939"/>
                  </a:lnTo>
                  <a:cubicBezTo>
                    <a:pt x="329848" y="23939"/>
                    <a:pt x="367955" y="39713"/>
                    <a:pt x="396625" y="68354"/>
                  </a:cubicBezTo>
                  <a:cubicBezTo>
                    <a:pt x="425311" y="97012"/>
                    <a:pt x="441128" y="135120"/>
                    <a:pt x="441143" y="175664"/>
                  </a:cubicBezTo>
                  <a:lnTo>
                    <a:pt x="441143" y="253238"/>
                  </a:lnTo>
                  <a:lnTo>
                    <a:pt x="137491" y="253238"/>
                  </a:lnTo>
                  <a:lnTo>
                    <a:pt x="137491" y="175672"/>
                  </a:lnTo>
                  <a:close/>
                  <a:moveTo>
                    <a:pt x="554675" y="686282"/>
                  </a:moveTo>
                  <a:cubicBezTo>
                    <a:pt x="554675" y="704235"/>
                    <a:pt x="540064" y="718844"/>
                    <a:pt x="522108" y="718844"/>
                  </a:cubicBezTo>
                  <a:lnTo>
                    <a:pt x="56534" y="718844"/>
                  </a:lnTo>
                  <a:cubicBezTo>
                    <a:pt x="38570" y="718844"/>
                    <a:pt x="23952" y="704235"/>
                    <a:pt x="23952" y="686275"/>
                  </a:cubicBezTo>
                  <a:lnTo>
                    <a:pt x="23952" y="309786"/>
                  </a:lnTo>
                  <a:cubicBezTo>
                    <a:pt x="23952" y="291818"/>
                    <a:pt x="38570" y="277193"/>
                    <a:pt x="56542" y="277193"/>
                  </a:cubicBezTo>
                  <a:lnTo>
                    <a:pt x="125363" y="277193"/>
                  </a:lnTo>
                  <a:cubicBezTo>
                    <a:pt x="125419" y="277193"/>
                    <a:pt x="125467" y="277210"/>
                    <a:pt x="125515" y="277210"/>
                  </a:cubicBezTo>
                  <a:cubicBezTo>
                    <a:pt x="125563" y="277210"/>
                    <a:pt x="125619" y="277193"/>
                    <a:pt x="125667" y="277193"/>
                  </a:cubicBezTo>
                  <a:lnTo>
                    <a:pt x="452960" y="277193"/>
                  </a:lnTo>
                  <a:cubicBezTo>
                    <a:pt x="453016" y="277193"/>
                    <a:pt x="453064" y="277210"/>
                    <a:pt x="453111" y="277210"/>
                  </a:cubicBezTo>
                  <a:cubicBezTo>
                    <a:pt x="453159" y="277210"/>
                    <a:pt x="453215" y="277193"/>
                    <a:pt x="453263" y="277193"/>
                  </a:cubicBezTo>
                  <a:lnTo>
                    <a:pt x="522084" y="277193"/>
                  </a:lnTo>
                  <a:cubicBezTo>
                    <a:pt x="540048" y="277193"/>
                    <a:pt x="554667" y="291809"/>
                    <a:pt x="554667" y="309770"/>
                  </a:cubicBezTo>
                  <a:lnTo>
                    <a:pt x="554667" y="686282"/>
                  </a:lnTo>
                  <a:close/>
                </a:path>
              </a:pathLst>
            </a:custGeom>
            <a:solidFill>
              <a:srgbClr val="FFFFFF"/>
            </a:solidFill>
            <a:ln w="0" cap="flat">
              <a:noFill/>
              <a:prstDash val="solid"/>
              <a:miter/>
            </a:ln>
          </p:spPr>
          <p:txBody>
            <a:bodyPr rtlCol="0" anchor="ctr"/>
            <a:lstStyle/>
            <a:p>
              <a:endParaRPr lang="de-DE"/>
            </a:p>
          </p:txBody>
        </p:sp>
      </p:grpSp>
      <p:grpSp>
        <p:nvGrpSpPr>
          <p:cNvPr id="401" name="Grafik 13">
            <a:extLst>
              <a:ext uri="{FF2B5EF4-FFF2-40B4-BE49-F238E27FC236}">
                <a16:creationId xmlns:a16="http://schemas.microsoft.com/office/drawing/2014/main" id="{27D18D40-3B75-3EC1-FE66-88F41DCED2D4}"/>
              </a:ext>
            </a:extLst>
          </p:cNvPr>
          <p:cNvGrpSpPr/>
          <p:nvPr/>
        </p:nvGrpSpPr>
        <p:grpSpPr>
          <a:xfrm>
            <a:off x="3358154" y="4289218"/>
            <a:ext cx="481919" cy="618600"/>
            <a:chOff x="5050107" y="4945984"/>
            <a:chExt cx="578642" cy="742755"/>
          </a:xfrm>
          <a:solidFill>
            <a:srgbClr val="FFFFFF"/>
          </a:solidFill>
        </p:grpSpPr>
        <p:sp>
          <p:nvSpPr>
            <p:cNvPr id="402" name="Freihandform 401">
              <a:extLst>
                <a:ext uri="{FF2B5EF4-FFF2-40B4-BE49-F238E27FC236}">
                  <a16:creationId xmlns:a16="http://schemas.microsoft.com/office/drawing/2014/main" id="{2B6380B8-432C-78D3-3C89-9558FDA3C480}"/>
                </a:ext>
              </a:extLst>
            </p:cNvPr>
            <p:cNvSpPr/>
            <p:nvPr/>
          </p:nvSpPr>
          <p:spPr>
            <a:xfrm>
              <a:off x="5327428" y="5389275"/>
              <a:ext cx="23951" cy="109304"/>
            </a:xfrm>
            <a:custGeom>
              <a:avLst/>
              <a:gdLst>
                <a:gd name="connsiteX0" fmla="*/ 11976 w 23951"/>
                <a:gd name="connsiteY0" fmla="*/ 0 h 109304"/>
                <a:gd name="connsiteX1" fmla="*/ 0 w 23951"/>
                <a:gd name="connsiteY1" fmla="*/ 11974 h 109304"/>
                <a:gd name="connsiteX2" fmla="*/ 0 w 23951"/>
                <a:gd name="connsiteY2" fmla="*/ 97331 h 109304"/>
                <a:gd name="connsiteX3" fmla="*/ 11976 w 23951"/>
                <a:gd name="connsiteY3" fmla="*/ 109305 h 109304"/>
                <a:gd name="connsiteX4" fmla="*/ 23952 w 23951"/>
                <a:gd name="connsiteY4" fmla="*/ 97331 h 109304"/>
                <a:gd name="connsiteX5" fmla="*/ 23952 w 23951"/>
                <a:gd name="connsiteY5" fmla="*/ 11974 h 109304"/>
                <a:gd name="connsiteX6" fmla="*/ 11976 w 23951"/>
                <a:gd name="connsiteY6" fmla="*/ 0 h 109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951" h="109304">
                  <a:moveTo>
                    <a:pt x="11976" y="0"/>
                  </a:moveTo>
                  <a:cubicBezTo>
                    <a:pt x="5357" y="0"/>
                    <a:pt x="0" y="5364"/>
                    <a:pt x="0" y="11974"/>
                  </a:cubicBezTo>
                  <a:lnTo>
                    <a:pt x="0" y="97331"/>
                  </a:lnTo>
                  <a:cubicBezTo>
                    <a:pt x="0" y="103941"/>
                    <a:pt x="5357" y="109305"/>
                    <a:pt x="11976" y="109305"/>
                  </a:cubicBezTo>
                  <a:cubicBezTo>
                    <a:pt x="18595" y="109305"/>
                    <a:pt x="23952" y="103941"/>
                    <a:pt x="23952" y="97331"/>
                  </a:cubicBezTo>
                  <a:lnTo>
                    <a:pt x="23952" y="11974"/>
                  </a:lnTo>
                  <a:cubicBezTo>
                    <a:pt x="23952" y="5364"/>
                    <a:pt x="18595" y="0"/>
                    <a:pt x="11976" y="0"/>
                  </a:cubicBezTo>
                  <a:close/>
                </a:path>
              </a:pathLst>
            </a:custGeom>
            <a:solidFill>
              <a:srgbClr val="FFFFFF"/>
            </a:solidFill>
            <a:ln w="0" cap="flat">
              <a:noFill/>
              <a:prstDash val="solid"/>
              <a:miter/>
            </a:ln>
          </p:spPr>
          <p:txBody>
            <a:bodyPr rtlCol="0" anchor="ctr"/>
            <a:lstStyle/>
            <a:p>
              <a:endParaRPr lang="de-DE"/>
            </a:p>
          </p:txBody>
        </p:sp>
        <p:sp>
          <p:nvSpPr>
            <p:cNvPr id="403" name="Freihandform 402">
              <a:extLst>
                <a:ext uri="{FF2B5EF4-FFF2-40B4-BE49-F238E27FC236}">
                  <a16:creationId xmlns:a16="http://schemas.microsoft.com/office/drawing/2014/main" id="{1AD05506-DA45-D744-23E8-3970D7C81590}"/>
                </a:ext>
              </a:extLst>
            </p:cNvPr>
            <p:cNvSpPr/>
            <p:nvPr/>
          </p:nvSpPr>
          <p:spPr>
            <a:xfrm>
              <a:off x="5050107" y="4945984"/>
              <a:ext cx="578642" cy="742755"/>
            </a:xfrm>
            <a:custGeom>
              <a:avLst/>
              <a:gdLst>
                <a:gd name="connsiteX0" fmla="*/ 522092 w 578642"/>
                <a:gd name="connsiteY0" fmla="*/ 253210 h 742755"/>
                <a:gd name="connsiteX1" fmla="*/ 137491 w 578642"/>
                <a:gd name="connsiteY1" fmla="*/ 253210 h 742755"/>
                <a:gd name="connsiteX2" fmla="*/ 137491 w 578642"/>
                <a:gd name="connsiteY2" fmla="*/ 175612 h 742755"/>
                <a:gd name="connsiteX3" fmla="*/ 181938 w 578642"/>
                <a:gd name="connsiteY3" fmla="*/ 68366 h 742755"/>
                <a:gd name="connsiteX4" fmla="*/ 396689 w 578642"/>
                <a:gd name="connsiteY4" fmla="*/ 68303 h 742755"/>
                <a:gd name="connsiteX5" fmla="*/ 413631 w 578642"/>
                <a:gd name="connsiteY5" fmla="*/ 68303 h 742755"/>
                <a:gd name="connsiteX6" fmla="*/ 413631 w 578642"/>
                <a:gd name="connsiteY6" fmla="*/ 51372 h 742755"/>
                <a:gd name="connsiteX7" fmla="*/ 165004 w 578642"/>
                <a:gd name="connsiteY7" fmla="*/ 51436 h 742755"/>
                <a:gd name="connsiteX8" fmla="*/ 113547 w 578642"/>
                <a:gd name="connsiteY8" fmla="*/ 175604 h 742755"/>
                <a:gd name="connsiteX9" fmla="*/ 113547 w 578642"/>
                <a:gd name="connsiteY9" fmla="*/ 253210 h 742755"/>
                <a:gd name="connsiteX10" fmla="*/ 56550 w 578642"/>
                <a:gd name="connsiteY10" fmla="*/ 253210 h 742755"/>
                <a:gd name="connsiteX11" fmla="*/ 0 w 578642"/>
                <a:gd name="connsiteY11" fmla="*/ 309750 h 742755"/>
                <a:gd name="connsiteX12" fmla="*/ 0 w 578642"/>
                <a:gd name="connsiteY12" fmla="*/ 686239 h 742755"/>
                <a:gd name="connsiteX13" fmla="*/ 56534 w 578642"/>
                <a:gd name="connsiteY13" fmla="*/ 742755 h 742755"/>
                <a:gd name="connsiteX14" fmla="*/ 522124 w 578642"/>
                <a:gd name="connsiteY14" fmla="*/ 742755 h 742755"/>
                <a:gd name="connsiteX15" fmla="*/ 578642 w 578642"/>
                <a:gd name="connsiteY15" fmla="*/ 686247 h 742755"/>
                <a:gd name="connsiteX16" fmla="*/ 578642 w 578642"/>
                <a:gd name="connsiteY16" fmla="*/ 309750 h 742755"/>
                <a:gd name="connsiteX17" fmla="*/ 522100 w 578642"/>
                <a:gd name="connsiteY17" fmla="*/ 253210 h 742755"/>
                <a:gd name="connsiteX18" fmla="*/ 554683 w 578642"/>
                <a:gd name="connsiteY18" fmla="*/ 686247 h 742755"/>
                <a:gd name="connsiteX19" fmla="*/ 522116 w 578642"/>
                <a:gd name="connsiteY19" fmla="*/ 718808 h 742755"/>
                <a:gd name="connsiteX20" fmla="*/ 56526 w 578642"/>
                <a:gd name="connsiteY20" fmla="*/ 718808 h 742755"/>
                <a:gd name="connsiteX21" fmla="*/ 23944 w 578642"/>
                <a:gd name="connsiteY21" fmla="*/ 686239 h 742755"/>
                <a:gd name="connsiteX22" fmla="*/ 23944 w 578642"/>
                <a:gd name="connsiteY22" fmla="*/ 309750 h 742755"/>
                <a:gd name="connsiteX23" fmla="*/ 56542 w 578642"/>
                <a:gd name="connsiteY23" fmla="*/ 277158 h 742755"/>
                <a:gd name="connsiteX24" fmla="*/ 522092 w 578642"/>
                <a:gd name="connsiteY24" fmla="*/ 277158 h 742755"/>
                <a:gd name="connsiteX25" fmla="*/ 554683 w 578642"/>
                <a:gd name="connsiteY25" fmla="*/ 309750 h 742755"/>
                <a:gd name="connsiteX26" fmla="*/ 554683 w 578642"/>
                <a:gd name="connsiteY26" fmla="*/ 686247 h 74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78642" h="742755">
                  <a:moveTo>
                    <a:pt x="522092" y="253210"/>
                  </a:moveTo>
                  <a:lnTo>
                    <a:pt x="137491" y="253210"/>
                  </a:lnTo>
                  <a:lnTo>
                    <a:pt x="137491" y="175612"/>
                  </a:lnTo>
                  <a:cubicBezTo>
                    <a:pt x="137515" y="135109"/>
                    <a:pt x="153299" y="97024"/>
                    <a:pt x="181938" y="68366"/>
                  </a:cubicBezTo>
                  <a:cubicBezTo>
                    <a:pt x="241122" y="9160"/>
                    <a:pt x="337464" y="9128"/>
                    <a:pt x="396689" y="68303"/>
                  </a:cubicBezTo>
                  <a:cubicBezTo>
                    <a:pt x="401367" y="72980"/>
                    <a:pt x="408952" y="72980"/>
                    <a:pt x="413631" y="68303"/>
                  </a:cubicBezTo>
                  <a:cubicBezTo>
                    <a:pt x="418301" y="63625"/>
                    <a:pt x="418301" y="56041"/>
                    <a:pt x="413631" y="51372"/>
                  </a:cubicBezTo>
                  <a:cubicBezTo>
                    <a:pt x="345057" y="-17158"/>
                    <a:pt x="233522" y="-17111"/>
                    <a:pt x="165004" y="51436"/>
                  </a:cubicBezTo>
                  <a:cubicBezTo>
                    <a:pt x="131846" y="84611"/>
                    <a:pt x="113571" y="128707"/>
                    <a:pt x="113547" y="175604"/>
                  </a:cubicBezTo>
                  <a:lnTo>
                    <a:pt x="113547" y="253210"/>
                  </a:lnTo>
                  <a:lnTo>
                    <a:pt x="56550" y="253210"/>
                  </a:lnTo>
                  <a:cubicBezTo>
                    <a:pt x="25373" y="253210"/>
                    <a:pt x="0" y="278579"/>
                    <a:pt x="0" y="309750"/>
                  </a:cubicBezTo>
                  <a:lnTo>
                    <a:pt x="0" y="686239"/>
                  </a:lnTo>
                  <a:cubicBezTo>
                    <a:pt x="0" y="717403"/>
                    <a:pt x="25357" y="742755"/>
                    <a:pt x="56534" y="742755"/>
                  </a:cubicBezTo>
                  <a:lnTo>
                    <a:pt x="522124" y="742755"/>
                  </a:lnTo>
                  <a:cubicBezTo>
                    <a:pt x="553285" y="742755"/>
                    <a:pt x="578642" y="717403"/>
                    <a:pt x="578642" y="686247"/>
                  </a:cubicBezTo>
                  <a:lnTo>
                    <a:pt x="578642" y="309750"/>
                  </a:lnTo>
                  <a:cubicBezTo>
                    <a:pt x="578642" y="278579"/>
                    <a:pt x="553277" y="253210"/>
                    <a:pt x="522100" y="253210"/>
                  </a:cubicBezTo>
                  <a:close/>
                  <a:moveTo>
                    <a:pt x="554683" y="686247"/>
                  </a:moveTo>
                  <a:cubicBezTo>
                    <a:pt x="554683" y="704200"/>
                    <a:pt x="540072" y="718808"/>
                    <a:pt x="522116" y="718808"/>
                  </a:cubicBezTo>
                  <a:lnTo>
                    <a:pt x="56526" y="718808"/>
                  </a:lnTo>
                  <a:cubicBezTo>
                    <a:pt x="38562" y="718808"/>
                    <a:pt x="23944" y="704200"/>
                    <a:pt x="23944" y="686239"/>
                  </a:cubicBezTo>
                  <a:lnTo>
                    <a:pt x="23944" y="309750"/>
                  </a:lnTo>
                  <a:cubicBezTo>
                    <a:pt x="23944" y="291782"/>
                    <a:pt x="38570" y="277158"/>
                    <a:pt x="56542" y="277158"/>
                  </a:cubicBezTo>
                  <a:lnTo>
                    <a:pt x="522092" y="277158"/>
                  </a:lnTo>
                  <a:cubicBezTo>
                    <a:pt x="540064" y="277158"/>
                    <a:pt x="554683" y="291782"/>
                    <a:pt x="554683" y="309750"/>
                  </a:cubicBezTo>
                  <a:lnTo>
                    <a:pt x="554683" y="686247"/>
                  </a:lnTo>
                  <a:close/>
                </a:path>
              </a:pathLst>
            </a:custGeom>
            <a:solidFill>
              <a:srgbClr val="FFFFFF"/>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88534228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9" name="Oval 598">
            <a:extLst>
              <a:ext uri="{FF2B5EF4-FFF2-40B4-BE49-F238E27FC236}">
                <a16:creationId xmlns:a16="http://schemas.microsoft.com/office/drawing/2014/main" id="{C175B2E0-FD39-2A76-8287-16ECE1E24A7F}"/>
              </a:ext>
            </a:extLst>
          </p:cNvPr>
          <p:cNvSpPr>
            <a:spLocks noChangeAspect="1"/>
          </p:cNvSpPr>
          <p:nvPr/>
        </p:nvSpPr>
        <p:spPr>
          <a:xfrm>
            <a:off x="1337485" y="3746289"/>
            <a:ext cx="1007999" cy="1007999"/>
          </a:xfrm>
          <a:prstGeom prst="ellipse">
            <a:avLst/>
          </a:prstGeom>
          <a:solidFill>
            <a:schemeClr val="bg1"/>
          </a:solidFill>
          <a:ln w="12700">
            <a:solidFill>
              <a:schemeClr val="accent4"/>
            </a:solidFill>
            <a:prstDash val="sysDash"/>
          </a:ln>
        </p:spPr>
        <p:txBody>
          <a:bodyPr vert="horz" lIns="251999" tIns="251999" rIns="251999" bIns="251999" rtlCol="0" anchor="ctr">
            <a:noAutofit/>
          </a:bodyPr>
          <a:lstStyle/>
          <a:p>
            <a:pPr algn="l"/>
            <a:endParaRPr lang="de-DE" sz="1400" dirty="0" err="1">
              <a:solidFill>
                <a:schemeClr val="bg1"/>
              </a:solidFill>
              <a:latin typeface="BarmeniaGothaer Offc" panose="020B0503020204020204" pitchFamily="34" charset="0"/>
            </a:endParaRPr>
          </a:p>
        </p:txBody>
      </p:sp>
      <p:sp>
        <p:nvSpPr>
          <p:cNvPr id="7" name="Titel 6">
            <a:extLst>
              <a:ext uri="{FF2B5EF4-FFF2-40B4-BE49-F238E27FC236}">
                <a16:creationId xmlns:a16="http://schemas.microsoft.com/office/drawing/2014/main" id="{E549ECD4-135F-0ADE-3E47-D4F250434173}"/>
              </a:ext>
            </a:extLst>
          </p:cNvPr>
          <p:cNvSpPr>
            <a:spLocks noGrp="1"/>
          </p:cNvSpPr>
          <p:nvPr>
            <p:ph type="title"/>
          </p:nvPr>
        </p:nvSpPr>
        <p:spPr/>
        <p:txBody>
          <a:bodyPr/>
          <a:lstStyle/>
          <a:p>
            <a:r>
              <a:rPr lang="de-DE" dirty="0"/>
              <a:t>Icons klein</a:t>
            </a:r>
          </a:p>
        </p:txBody>
      </p:sp>
      <p:sp>
        <p:nvSpPr>
          <p:cNvPr id="3" name="Datumsplatzhalter 2">
            <a:extLst>
              <a:ext uri="{FF2B5EF4-FFF2-40B4-BE49-F238E27FC236}">
                <a16:creationId xmlns:a16="http://schemas.microsoft.com/office/drawing/2014/main" id="{83520195-1703-889C-F15A-220FB005A2B6}"/>
              </a:ext>
            </a:extLst>
          </p:cNvPr>
          <p:cNvSpPr>
            <a:spLocks noGrp="1"/>
          </p:cNvSpPr>
          <p:nvPr>
            <p:ph type="dt" sz="half" idx="10"/>
          </p:nvPr>
        </p:nvSpPr>
        <p:spPr/>
        <p:txBody>
          <a:bodyPr/>
          <a:lstStyle/>
          <a:p>
            <a:fld id="{6AD0C3D8-42C6-5942-8EC4-711417AF2694}" type="datetime1">
              <a:rPr lang="de-DE"/>
              <a:t>22.06.2026</a:t>
            </a:fld>
            <a:endParaRPr lang="de-DE"/>
          </a:p>
        </p:txBody>
      </p:sp>
      <p:sp>
        <p:nvSpPr>
          <p:cNvPr id="4" name="Fußzeilenplatzhalter 3">
            <a:extLst>
              <a:ext uri="{FF2B5EF4-FFF2-40B4-BE49-F238E27FC236}">
                <a16:creationId xmlns:a16="http://schemas.microsoft.com/office/drawing/2014/main" id="{0F42379B-FF41-B65A-337B-0437006F11C9}"/>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C9EFB834-91F0-EF4E-D1BE-AC8A6A22612B}"/>
              </a:ext>
            </a:extLst>
          </p:cNvPr>
          <p:cNvSpPr>
            <a:spLocks noGrp="1"/>
          </p:cNvSpPr>
          <p:nvPr>
            <p:ph type="sldNum" sz="quarter" idx="12"/>
          </p:nvPr>
        </p:nvSpPr>
        <p:spPr/>
        <p:txBody>
          <a:bodyPr/>
          <a:lstStyle/>
          <a:p>
            <a:fld id="{D188B27D-4802-6948-A101-6CF6A7142FF4}" type="slidenum">
              <a:rPr lang="de-DE" smtClean="0"/>
              <a:pPr/>
              <a:t>62</a:t>
            </a:fld>
            <a:endParaRPr lang="de-DE"/>
          </a:p>
        </p:txBody>
      </p:sp>
      <p:grpSp>
        <p:nvGrpSpPr>
          <p:cNvPr id="468" name="Grafik 463">
            <a:extLst>
              <a:ext uri="{FF2B5EF4-FFF2-40B4-BE49-F238E27FC236}">
                <a16:creationId xmlns:a16="http://schemas.microsoft.com/office/drawing/2014/main" id="{EE29AD39-F44C-CF93-0786-A7353A84DB34}"/>
              </a:ext>
            </a:extLst>
          </p:cNvPr>
          <p:cNvGrpSpPr/>
          <p:nvPr/>
        </p:nvGrpSpPr>
        <p:grpSpPr>
          <a:xfrm>
            <a:off x="6971315" y="2124679"/>
            <a:ext cx="296080" cy="296323"/>
            <a:chOff x="6971315" y="2124679"/>
            <a:chExt cx="296080" cy="296323"/>
          </a:xfrm>
          <a:solidFill>
            <a:schemeClr val="tx1"/>
          </a:solidFill>
        </p:grpSpPr>
        <p:sp>
          <p:nvSpPr>
            <p:cNvPr id="469" name="Freihandform 468">
              <a:extLst>
                <a:ext uri="{FF2B5EF4-FFF2-40B4-BE49-F238E27FC236}">
                  <a16:creationId xmlns:a16="http://schemas.microsoft.com/office/drawing/2014/main" id="{753980E5-B899-DCB8-9073-4493865A1071}"/>
                </a:ext>
              </a:extLst>
            </p:cNvPr>
            <p:cNvSpPr/>
            <p:nvPr/>
          </p:nvSpPr>
          <p:spPr>
            <a:xfrm>
              <a:off x="6971315" y="2124679"/>
              <a:ext cx="117300" cy="116975"/>
            </a:xfrm>
            <a:custGeom>
              <a:avLst/>
              <a:gdLst>
                <a:gd name="connsiteX0" fmla="*/ 109428 w 117300"/>
                <a:gd name="connsiteY0" fmla="*/ 0 h 116975"/>
                <a:gd name="connsiteX1" fmla="*/ 39551 w 117300"/>
                <a:gd name="connsiteY1" fmla="*/ 0 h 116975"/>
                <a:gd name="connsiteX2" fmla="*/ 0 w 117300"/>
                <a:gd name="connsiteY2" fmla="*/ 39597 h 116975"/>
                <a:gd name="connsiteX3" fmla="*/ 0 w 117300"/>
                <a:gd name="connsiteY3" fmla="*/ 109098 h 116975"/>
                <a:gd name="connsiteX4" fmla="*/ 7872 w 117300"/>
                <a:gd name="connsiteY4" fmla="*/ 116975 h 116975"/>
                <a:gd name="connsiteX5" fmla="*/ 15745 w 117300"/>
                <a:gd name="connsiteY5" fmla="*/ 109098 h 116975"/>
                <a:gd name="connsiteX6" fmla="*/ 15745 w 117300"/>
                <a:gd name="connsiteY6" fmla="*/ 39597 h 116975"/>
                <a:gd name="connsiteX7" fmla="*/ 39551 w 117300"/>
                <a:gd name="connsiteY7" fmla="*/ 15756 h 116975"/>
                <a:gd name="connsiteX8" fmla="*/ 109428 w 117300"/>
                <a:gd name="connsiteY8" fmla="*/ 15756 h 116975"/>
                <a:gd name="connsiteX9" fmla="*/ 117300 w 117300"/>
                <a:gd name="connsiteY9" fmla="*/ 7878 h 116975"/>
                <a:gd name="connsiteX10" fmla="*/ 109428 w 117300"/>
                <a:gd name="connsiteY10" fmla="*/ 0 h 116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7300" h="116975">
                  <a:moveTo>
                    <a:pt x="109428" y="0"/>
                  </a:moveTo>
                  <a:lnTo>
                    <a:pt x="39551" y="0"/>
                  </a:lnTo>
                  <a:cubicBezTo>
                    <a:pt x="17729" y="0"/>
                    <a:pt x="-6" y="17772"/>
                    <a:pt x="0" y="39597"/>
                  </a:cubicBezTo>
                  <a:lnTo>
                    <a:pt x="0" y="109098"/>
                  </a:lnTo>
                  <a:cubicBezTo>
                    <a:pt x="0" y="113446"/>
                    <a:pt x="3527" y="116975"/>
                    <a:pt x="7872" y="116975"/>
                  </a:cubicBezTo>
                  <a:cubicBezTo>
                    <a:pt x="12218" y="116975"/>
                    <a:pt x="15745" y="113446"/>
                    <a:pt x="15745" y="109098"/>
                  </a:cubicBezTo>
                  <a:lnTo>
                    <a:pt x="15745" y="39597"/>
                  </a:lnTo>
                  <a:cubicBezTo>
                    <a:pt x="15745" y="26450"/>
                    <a:pt x="26420" y="15762"/>
                    <a:pt x="39551" y="15756"/>
                  </a:cubicBezTo>
                  <a:lnTo>
                    <a:pt x="109428" y="15756"/>
                  </a:lnTo>
                  <a:cubicBezTo>
                    <a:pt x="113773" y="15756"/>
                    <a:pt x="117300" y="12226"/>
                    <a:pt x="117300" y="7878"/>
                  </a:cubicBezTo>
                  <a:cubicBezTo>
                    <a:pt x="117300" y="3529"/>
                    <a:pt x="113773" y="0"/>
                    <a:pt x="109428" y="0"/>
                  </a:cubicBezTo>
                  <a:close/>
                </a:path>
              </a:pathLst>
            </a:custGeom>
            <a:grpFill/>
            <a:ln w="0" cap="flat">
              <a:noFill/>
              <a:prstDash val="solid"/>
              <a:miter/>
            </a:ln>
          </p:spPr>
          <p:txBody>
            <a:bodyPr rtlCol="0" anchor="ctr"/>
            <a:lstStyle/>
            <a:p>
              <a:endParaRPr lang="de-DE"/>
            </a:p>
          </p:txBody>
        </p:sp>
        <p:sp>
          <p:nvSpPr>
            <p:cNvPr id="470" name="Freihandform 469">
              <a:extLst>
                <a:ext uri="{FF2B5EF4-FFF2-40B4-BE49-F238E27FC236}">
                  <a16:creationId xmlns:a16="http://schemas.microsoft.com/office/drawing/2014/main" id="{F672CB18-D941-B774-5F17-B979352B96AF}"/>
                </a:ext>
              </a:extLst>
            </p:cNvPr>
            <p:cNvSpPr/>
            <p:nvPr/>
          </p:nvSpPr>
          <p:spPr>
            <a:xfrm>
              <a:off x="6971315" y="2304040"/>
              <a:ext cx="117287" cy="116962"/>
            </a:xfrm>
            <a:custGeom>
              <a:avLst/>
              <a:gdLst>
                <a:gd name="connsiteX0" fmla="*/ 109415 w 117287"/>
                <a:gd name="connsiteY0" fmla="*/ 101207 h 116962"/>
                <a:gd name="connsiteX1" fmla="*/ 39539 w 117287"/>
                <a:gd name="connsiteY1" fmla="*/ 101207 h 116962"/>
                <a:gd name="connsiteX2" fmla="*/ 15745 w 117287"/>
                <a:gd name="connsiteY2" fmla="*/ 77379 h 116962"/>
                <a:gd name="connsiteX3" fmla="*/ 15745 w 117287"/>
                <a:gd name="connsiteY3" fmla="*/ 7878 h 116962"/>
                <a:gd name="connsiteX4" fmla="*/ 7872 w 117287"/>
                <a:gd name="connsiteY4" fmla="*/ 0 h 116962"/>
                <a:gd name="connsiteX5" fmla="*/ 0 w 117287"/>
                <a:gd name="connsiteY5" fmla="*/ 7878 h 116962"/>
                <a:gd name="connsiteX6" fmla="*/ 0 w 117287"/>
                <a:gd name="connsiteY6" fmla="*/ 77379 h 116962"/>
                <a:gd name="connsiteX7" fmla="*/ 11582 w 117287"/>
                <a:gd name="connsiteY7" fmla="*/ 105367 h 116962"/>
                <a:gd name="connsiteX8" fmla="*/ 39551 w 117287"/>
                <a:gd name="connsiteY8" fmla="*/ 116963 h 116962"/>
                <a:gd name="connsiteX9" fmla="*/ 109415 w 117287"/>
                <a:gd name="connsiteY9" fmla="*/ 116963 h 116962"/>
                <a:gd name="connsiteX10" fmla="*/ 117287 w 117287"/>
                <a:gd name="connsiteY10" fmla="*/ 109085 h 116962"/>
                <a:gd name="connsiteX11" fmla="*/ 109415 w 117287"/>
                <a:gd name="connsiteY11" fmla="*/ 101207 h 116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287" h="116962">
                  <a:moveTo>
                    <a:pt x="109415" y="101207"/>
                  </a:moveTo>
                  <a:lnTo>
                    <a:pt x="39539" y="101207"/>
                  </a:lnTo>
                  <a:cubicBezTo>
                    <a:pt x="26414" y="101207"/>
                    <a:pt x="15739" y="90512"/>
                    <a:pt x="15745" y="77379"/>
                  </a:cubicBezTo>
                  <a:lnTo>
                    <a:pt x="15745" y="7878"/>
                  </a:lnTo>
                  <a:cubicBezTo>
                    <a:pt x="15745" y="3529"/>
                    <a:pt x="12218" y="0"/>
                    <a:pt x="7872" y="0"/>
                  </a:cubicBezTo>
                  <a:cubicBezTo>
                    <a:pt x="3527" y="0"/>
                    <a:pt x="0" y="3529"/>
                    <a:pt x="0" y="7878"/>
                  </a:cubicBezTo>
                  <a:lnTo>
                    <a:pt x="0" y="77379"/>
                  </a:lnTo>
                  <a:cubicBezTo>
                    <a:pt x="0" y="87954"/>
                    <a:pt x="4106" y="97892"/>
                    <a:pt x="11582" y="105367"/>
                  </a:cubicBezTo>
                  <a:cubicBezTo>
                    <a:pt x="19058" y="112841"/>
                    <a:pt x="28983" y="116956"/>
                    <a:pt x="39551" y="116963"/>
                  </a:cubicBezTo>
                  <a:lnTo>
                    <a:pt x="109415" y="116963"/>
                  </a:lnTo>
                  <a:cubicBezTo>
                    <a:pt x="113760" y="116963"/>
                    <a:pt x="117287" y="113433"/>
                    <a:pt x="117287" y="109085"/>
                  </a:cubicBezTo>
                  <a:cubicBezTo>
                    <a:pt x="117287" y="104736"/>
                    <a:pt x="113760" y="101207"/>
                    <a:pt x="109415" y="101207"/>
                  </a:cubicBezTo>
                  <a:close/>
                </a:path>
              </a:pathLst>
            </a:custGeom>
            <a:grpFill/>
            <a:ln w="0" cap="flat">
              <a:noFill/>
              <a:prstDash val="solid"/>
              <a:miter/>
            </a:ln>
          </p:spPr>
          <p:txBody>
            <a:bodyPr rtlCol="0" anchor="ctr"/>
            <a:lstStyle/>
            <a:p>
              <a:endParaRPr lang="de-DE"/>
            </a:p>
          </p:txBody>
        </p:sp>
        <p:sp>
          <p:nvSpPr>
            <p:cNvPr id="471" name="Freihandform 470">
              <a:extLst>
                <a:ext uri="{FF2B5EF4-FFF2-40B4-BE49-F238E27FC236}">
                  <a16:creationId xmlns:a16="http://schemas.microsoft.com/office/drawing/2014/main" id="{A0817977-EA8C-FB8E-A683-00CC808BF31A}"/>
                </a:ext>
              </a:extLst>
            </p:cNvPr>
            <p:cNvSpPr/>
            <p:nvPr/>
          </p:nvSpPr>
          <p:spPr>
            <a:xfrm>
              <a:off x="7150965" y="2124679"/>
              <a:ext cx="116430" cy="116975"/>
            </a:xfrm>
            <a:custGeom>
              <a:avLst/>
              <a:gdLst>
                <a:gd name="connsiteX0" fmla="*/ 104849 w 116430"/>
                <a:gd name="connsiteY0" fmla="*/ 11602 h 116975"/>
                <a:gd name="connsiteX1" fmla="*/ 76873 w 116430"/>
                <a:gd name="connsiteY1" fmla="*/ 0 h 116975"/>
                <a:gd name="connsiteX2" fmla="*/ 7872 w 116430"/>
                <a:gd name="connsiteY2" fmla="*/ 0 h 116975"/>
                <a:gd name="connsiteX3" fmla="*/ 0 w 116430"/>
                <a:gd name="connsiteY3" fmla="*/ 7878 h 116975"/>
                <a:gd name="connsiteX4" fmla="*/ 7872 w 116430"/>
                <a:gd name="connsiteY4" fmla="*/ 15756 h 116975"/>
                <a:gd name="connsiteX5" fmla="*/ 76873 w 116430"/>
                <a:gd name="connsiteY5" fmla="*/ 15756 h 116975"/>
                <a:gd name="connsiteX6" fmla="*/ 93714 w 116430"/>
                <a:gd name="connsiteY6" fmla="*/ 22738 h 116975"/>
                <a:gd name="connsiteX7" fmla="*/ 100686 w 116430"/>
                <a:gd name="connsiteY7" fmla="*/ 39597 h 116975"/>
                <a:gd name="connsiteX8" fmla="*/ 100686 w 116430"/>
                <a:gd name="connsiteY8" fmla="*/ 109098 h 116975"/>
                <a:gd name="connsiteX9" fmla="*/ 108558 w 116430"/>
                <a:gd name="connsiteY9" fmla="*/ 116975 h 116975"/>
                <a:gd name="connsiteX10" fmla="*/ 116431 w 116430"/>
                <a:gd name="connsiteY10" fmla="*/ 109098 h 116975"/>
                <a:gd name="connsiteX11" fmla="*/ 116431 w 116430"/>
                <a:gd name="connsiteY11" fmla="*/ 39597 h 116975"/>
                <a:gd name="connsiteX12" fmla="*/ 104849 w 116430"/>
                <a:gd name="connsiteY12" fmla="*/ 11602 h 116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6430" h="116975">
                  <a:moveTo>
                    <a:pt x="104849" y="11602"/>
                  </a:moveTo>
                  <a:cubicBezTo>
                    <a:pt x="97373" y="4122"/>
                    <a:pt x="87441" y="6"/>
                    <a:pt x="76873" y="0"/>
                  </a:cubicBezTo>
                  <a:lnTo>
                    <a:pt x="7872" y="0"/>
                  </a:lnTo>
                  <a:cubicBezTo>
                    <a:pt x="3527" y="0"/>
                    <a:pt x="0" y="3529"/>
                    <a:pt x="0" y="7878"/>
                  </a:cubicBezTo>
                  <a:cubicBezTo>
                    <a:pt x="0" y="12226"/>
                    <a:pt x="3527" y="15756"/>
                    <a:pt x="7872" y="15756"/>
                  </a:cubicBezTo>
                  <a:lnTo>
                    <a:pt x="76873" y="15756"/>
                  </a:lnTo>
                  <a:cubicBezTo>
                    <a:pt x="83234" y="15756"/>
                    <a:pt x="89217" y="18239"/>
                    <a:pt x="93714" y="22738"/>
                  </a:cubicBezTo>
                  <a:cubicBezTo>
                    <a:pt x="98217" y="27244"/>
                    <a:pt x="100686" y="33225"/>
                    <a:pt x="100686" y="39597"/>
                  </a:cubicBezTo>
                  <a:lnTo>
                    <a:pt x="100686" y="109098"/>
                  </a:lnTo>
                  <a:cubicBezTo>
                    <a:pt x="100686" y="113446"/>
                    <a:pt x="104213" y="116975"/>
                    <a:pt x="108558" y="116975"/>
                  </a:cubicBezTo>
                  <a:cubicBezTo>
                    <a:pt x="112904" y="116975"/>
                    <a:pt x="116431" y="113446"/>
                    <a:pt x="116431" y="109098"/>
                  </a:cubicBezTo>
                  <a:lnTo>
                    <a:pt x="116431" y="39597"/>
                  </a:lnTo>
                  <a:cubicBezTo>
                    <a:pt x="116431" y="29022"/>
                    <a:pt x="112324" y="19077"/>
                    <a:pt x="104849" y="11602"/>
                  </a:cubicBezTo>
                  <a:close/>
                </a:path>
              </a:pathLst>
            </a:custGeom>
            <a:grpFill/>
            <a:ln w="0" cap="flat">
              <a:noFill/>
              <a:prstDash val="solid"/>
              <a:miter/>
            </a:ln>
          </p:spPr>
          <p:txBody>
            <a:bodyPr rtlCol="0" anchor="ctr"/>
            <a:lstStyle/>
            <a:p>
              <a:endParaRPr lang="de-DE"/>
            </a:p>
          </p:txBody>
        </p:sp>
        <p:sp>
          <p:nvSpPr>
            <p:cNvPr id="472" name="Freihandform 471">
              <a:extLst>
                <a:ext uri="{FF2B5EF4-FFF2-40B4-BE49-F238E27FC236}">
                  <a16:creationId xmlns:a16="http://schemas.microsoft.com/office/drawing/2014/main" id="{96A34EDE-731A-8170-7F07-E86947925F60}"/>
                </a:ext>
              </a:extLst>
            </p:cNvPr>
            <p:cNvSpPr/>
            <p:nvPr/>
          </p:nvSpPr>
          <p:spPr>
            <a:xfrm>
              <a:off x="7150959" y="2304034"/>
              <a:ext cx="116430" cy="116962"/>
            </a:xfrm>
            <a:custGeom>
              <a:avLst/>
              <a:gdLst>
                <a:gd name="connsiteX0" fmla="*/ 108558 w 116430"/>
                <a:gd name="connsiteY0" fmla="*/ 0 h 116962"/>
                <a:gd name="connsiteX1" fmla="*/ 100686 w 116430"/>
                <a:gd name="connsiteY1" fmla="*/ 7878 h 116962"/>
                <a:gd name="connsiteX2" fmla="*/ 100686 w 116430"/>
                <a:gd name="connsiteY2" fmla="*/ 77379 h 116962"/>
                <a:gd name="connsiteX3" fmla="*/ 76873 w 116430"/>
                <a:gd name="connsiteY3" fmla="*/ 101207 h 116962"/>
                <a:gd name="connsiteX4" fmla="*/ 7872 w 116430"/>
                <a:gd name="connsiteY4" fmla="*/ 101207 h 116962"/>
                <a:gd name="connsiteX5" fmla="*/ 0 w 116430"/>
                <a:gd name="connsiteY5" fmla="*/ 109085 h 116962"/>
                <a:gd name="connsiteX6" fmla="*/ 7872 w 116430"/>
                <a:gd name="connsiteY6" fmla="*/ 116963 h 116962"/>
                <a:gd name="connsiteX7" fmla="*/ 76873 w 116430"/>
                <a:gd name="connsiteY7" fmla="*/ 116963 h 116962"/>
                <a:gd name="connsiteX8" fmla="*/ 116431 w 116430"/>
                <a:gd name="connsiteY8" fmla="*/ 77379 h 116962"/>
                <a:gd name="connsiteX9" fmla="*/ 116431 w 116430"/>
                <a:gd name="connsiteY9" fmla="*/ 7878 h 116962"/>
                <a:gd name="connsiteX10" fmla="*/ 108558 w 116430"/>
                <a:gd name="connsiteY10" fmla="*/ 0 h 116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430" h="116962">
                  <a:moveTo>
                    <a:pt x="108558" y="0"/>
                  </a:moveTo>
                  <a:cubicBezTo>
                    <a:pt x="104213" y="0"/>
                    <a:pt x="100686" y="3529"/>
                    <a:pt x="100686" y="7878"/>
                  </a:cubicBezTo>
                  <a:lnTo>
                    <a:pt x="100686" y="77379"/>
                  </a:lnTo>
                  <a:cubicBezTo>
                    <a:pt x="100686" y="90519"/>
                    <a:pt x="90005" y="101207"/>
                    <a:pt x="76873" y="101207"/>
                  </a:cubicBezTo>
                  <a:lnTo>
                    <a:pt x="7872" y="101207"/>
                  </a:lnTo>
                  <a:cubicBezTo>
                    <a:pt x="3527" y="101207"/>
                    <a:pt x="0" y="104736"/>
                    <a:pt x="0" y="109085"/>
                  </a:cubicBezTo>
                  <a:cubicBezTo>
                    <a:pt x="0" y="113433"/>
                    <a:pt x="3527" y="116963"/>
                    <a:pt x="7872" y="116963"/>
                  </a:cubicBezTo>
                  <a:lnTo>
                    <a:pt x="76873" y="116963"/>
                  </a:lnTo>
                  <a:cubicBezTo>
                    <a:pt x="98689" y="116963"/>
                    <a:pt x="116431" y="99209"/>
                    <a:pt x="116431" y="77379"/>
                  </a:cubicBezTo>
                  <a:lnTo>
                    <a:pt x="116431" y="7878"/>
                  </a:lnTo>
                  <a:cubicBezTo>
                    <a:pt x="116431" y="3529"/>
                    <a:pt x="112904" y="0"/>
                    <a:pt x="108558" y="0"/>
                  </a:cubicBezTo>
                  <a:close/>
                </a:path>
              </a:pathLst>
            </a:custGeom>
            <a:grpFill/>
            <a:ln w="0" cap="flat">
              <a:noFill/>
              <a:prstDash val="solid"/>
              <a:miter/>
            </a:ln>
          </p:spPr>
          <p:txBody>
            <a:bodyPr rtlCol="0" anchor="ctr"/>
            <a:lstStyle/>
            <a:p>
              <a:endParaRPr lang="de-DE"/>
            </a:p>
          </p:txBody>
        </p:sp>
      </p:grpSp>
      <p:grpSp>
        <p:nvGrpSpPr>
          <p:cNvPr id="473" name="Grafik 463">
            <a:extLst>
              <a:ext uri="{FF2B5EF4-FFF2-40B4-BE49-F238E27FC236}">
                <a16:creationId xmlns:a16="http://schemas.microsoft.com/office/drawing/2014/main" id="{19D473F5-D744-9CD9-00B4-75AFD1A9F5E5}"/>
              </a:ext>
            </a:extLst>
          </p:cNvPr>
          <p:cNvGrpSpPr/>
          <p:nvPr/>
        </p:nvGrpSpPr>
        <p:grpSpPr>
          <a:xfrm>
            <a:off x="9177227" y="2121282"/>
            <a:ext cx="302920" cy="303085"/>
            <a:chOff x="9177227" y="2121282"/>
            <a:chExt cx="302920" cy="303085"/>
          </a:xfrm>
          <a:solidFill>
            <a:schemeClr val="tx1"/>
          </a:solidFill>
        </p:grpSpPr>
        <p:sp>
          <p:nvSpPr>
            <p:cNvPr id="474" name="Freihandform 473">
              <a:extLst>
                <a:ext uri="{FF2B5EF4-FFF2-40B4-BE49-F238E27FC236}">
                  <a16:creationId xmlns:a16="http://schemas.microsoft.com/office/drawing/2014/main" id="{1AC4F61D-ECEF-D2E6-418F-463B25D32722}"/>
                </a:ext>
              </a:extLst>
            </p:cNvPr>
            <p:cNvSpPr/>
            <p:nvPr/>
          </p:nvSpPr>
          <p:spPr>
            <a:xfrm>
              <a:off x="9177227" y="2121282"/>
              <a:ext cx="236470" cy="236610"/>
            </a:xfrm>
            <a:custGeom>
              <a:avLst/>
              <a:gdLst>
                <a:gd name="connsiteX0" fmla="*/ 236470 w 236470"/>
                <a:gd name="connsiteY0" fmla="*/ 196257 h 236610"/>
                <a:gd name="connsiteX1" fmla="*/ 236470 w 236470"/>
                <a:gd name="connsiteY1" fmla="*/ 196257 h 236610"/>
                <a:gd name="connsiteX2" fmla="*/ 236470 w 236470"/>
                <a:gd name="connsiteY2" fmla="*/ 40359 h 236610"/>
                <a:gd name="connsiteX3" fmla="*/ 196138 w 236470"/>
                <a:gd name="connsiteY3" fmla="*/ 0 h 236610"/>
                <a:gd name="connsiteX4" fmla="*/ 40370 w 236470"/>
                <a:gd name="connsiteY4" fmla="*/ 0 h 236610"/>
                <a:gd name="connsiteX5" fmla="*/ 0 w 236470"/>
                <a:gd name="connsiteY5" fmla="*/ 40359 h 236610"/>
                <a:gd name="connsiteX6" fmla="*/ 0 w 236470"/>
                <a:gd name="connsiteY6" fmla="*/ 196257 h 236610"/>
                <a:gd name="connsiteX7" fmla="*/ 40370 w 236470"/>
                <a:gd name="connsiteY7" fmla="*/ 236610 h 236610"/>
                <a:gd name="connsiteX8" fmla="*/ 196144 w 236470"/>
                <a:gd name="connsiteY8" fmla="*/ 236610 h 236610"/>
                <a:gd name="connsiteX9" fmla="*/ 236470 w 236470"/>
                <a:gd name="connsiteY9" fmla="*/ 196257 h 236610"/>
                <a:gd name="connsiteX10" fmla="*/ 40370 w 236470"/>
                <a:gd name="connsiteY10" fmla="*/ 220855 h 236610"/>
                <a:gd name="connsiteX11" fmla="*/ 15745 w 236470"/>
                <a:gd name="connsiteY11" fmla="*/ 196251 h 236610"/>
                <a:gd name="connsiteX12" fmla="*/ 15745 w 236470"/>
                <a:gd name="connsiteY12" fmla="*/ 40366 h 236610"/>
                <a:gd name="connsiteX13" fmla="*/ 40370 w 236470"/>
                <a:gd name="connsiteY13" fmla="*/ 15756 h 236610"/>
                <a:gd name="connsiteX14" fmla="*/ 196138 w 236470"/>
                <a:gd name="connsiteY14" fmla="*/ 15756 h 236610"/>
                <a:gd name="connsiteX15" fmla="*/ 220725 w 236470"/>
                <a:gd name="connsiteY15" fmla="*/ 40359 h 236610"/>
                <a:gd name="connsiteX16" fmla="*/ 220725 w 236470"/>
                <a:gd name="connsiteY16" fmla="*/ 196245 h 236610"/>
                <a:gd name="connsiteX17" fmla="*/ 196138 w 236470"/>
                <a:gd name="connsiteY17" fmla="*/ 220855 h 236610"/>
                <a:gd name="connsiteX18" fmla="*/ 40370 w 236470"/>
                <a:gd name="connsiteY18" fmla="*/ 220855 h 236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6470" h="236610">
                  <a:moveTo>
                    <a:pt x="236470" y="196257"/>
                  </a:moveTo>
                  <a:lnTo>
                    <a:pt x="236470" y="196257"/>
                  </a:lnTo>
                  <a:lnTo>
                    <a:pt x="236470" y="40359"/>
                  </a:lnTo>
                  <a:cubicBezTo>
                    <a:pt x="236470" y="18106"/>
                    <a:pt x="218376" y="0"/>
                    <a:pt x="196138" y="0"/>
                  </a:cubicBezTo>
                  <a:lnTo>
                    <a:pt x="40370" y="0"/>
                  </a:lnTo>
                  <a:cubicBezTo>
                    <a:pt x="18132" y="0"/>
                    <a:pt x="25" y="18100"/>
                    <a:pt x="0" y="40359"/>
                  </a:cubicBezTo>
                  <a:lnTo>
                    <a:pt x="0" y="196257"/>
                  </a:lnTo>
                  <a:cubicBezTo>
                    <a:pt x="25" y="218510"/>
                    <a:pt x="18132" y="236610"/>
                    <a:pt x="40370" y="236610"/>
                  </a:cubicBezTo>
                  <a:lnTo>
                    <a:pt x="196144" y="236610"/>
                  </a:lnTo>
                  <a:cubicBezTo>
                    <a:pt x="218357" y="236585"/>
                    <a:pt x="236445" y="218485"/>
                    <a:pt x="236470" y="196257"/>
                  </a:cubicBezTo>
                  <a:close/>
                  <a:moveTo>
                    <a:pt x="40370" y="220855"/>
                  </a:moveTo>
                  <a:cubicBezTo>
                    <a:pt x="26804" y="220855"/>
                    <a:pt x="15758" y="209813"/>
                    <a:pt x="15745" y="196251"/>
                  </a:cubicBezTo>
                  <a:lnTo>
                    <a:pt x="15745" y="40366"/>
                  </a:lnTo>
                  <a:cubicBezTo>
                    <a:pt x="15758" y="26797"/>
                    <a:pt x="26804" y="15756"/>
                    <a:pt x="40370" y="15756"/>
                  </a:cubicBezTo>
                  <a:lnTo>
                    <a:pt x="196138" y="15756"/>
                  </a:lnTo>
                  <a:cubicBezTo>
                    <a:pt x="209698" y="15756"/>
                    <a:pt x="220725" y="26791"/>
                    <a:pt x="220725" y="40359"/>
                  </a:cubicBezTo>
                  <a:lnTo>
                    <a:pt x="220725" y="196245"/>
                  </a:lnTo>
                  <a:cubicBezTo>
                    <a:pt x="220713" y="209801"/>
                    <a:pt x="209679" y="220842"/>
                    <a:pt x="196138" y="220855"/>
                  </a:cubicBezTo>
                  <a:lnTo>
                    <a:pt x="40370" y="220855"/>
                  </a:lnTo>
                  <a:close/>
                </a:path>
              </a:pathLst>
            </a:custGeom>
            <a:grpFill/>
            <a:ln w="0" cap="flat">
              <a:noFill/>
              <a:prstDash val="solid"/>
              <a:miter/>
            </a:ln>
          </p:spPr>
          <p:txBody>
            <a:bodyPr rtlCol="0" anchor="ctr"/>
            <a:lstStyle/>
            <a:p>
              <a:endParaRPr lang="de-DE"/>
            </a:p>
          </p:txBody>
        </p:sp>
        <p:sp>
          <p:nvSpPr>
            <p:cNvPr id="475" name="Freihandform 474">
              <a:extLst>
                <a:ext uri="{FF2B5EF4-FFF2-40B4-BE49-F238E27FC236}">
                  <a16:creationId xmlns:a16="http://schemas.microsoft.com/office/drawing/2014/main" id="{9BE314EB-774B-B957-CD84-04C652721E63}"/>
                </a:ext>
              </a:extLst>
            </p:cNvPr>
            <p:cNvSpPr/>
            <p:nvPr/>
          </p:nvSpPr>
          <p:spPr>
            <a:xfrm>
              <a:off x="9266923" y="2211039"/>
              <a:ext cx="213224" cy="213329"/>
            </a:xfrm>
            <a:custGeom>
              <a:avLst/>
              <a:gdLst>
                <a:gd name="connsiteX0" fmla="*/ 205352 w 213224"/>
                <a:gd name="connsiteY0" fmla="*/ 0 h 213329"/>
                <a:gd name="connsiteX1" fmla="*/ 197480 w 213224"/>
                <a:gd name="connsiteY1" fmla="*/ 7878 h 213329"/>
                <a:gd name="connsiteX2" fmla="*/ 197480 w 213224"/>
                <a:gd name="connsiteY2" fmla="*/ 172996 h 213329"/>
                <a:gd name="connsiteX3" fmla="*/ 172892 w 213224"/>
                <a:gd name="connsiteY3" fmla="*/ 197574 h 213329"/>
                <a:gd name="connsiteX4" fmla="*/ 7872 w 213224"/>
                <a:gd name="connsiteY4" fmla="*/ 197574 h 213329"/>
                <a:gd name="connsiteX5" fmla="*/ 0 w 213224"/>
                <a:gd name="connsiteY5" fmla="*/ 205452 h 213329"/>
                <a:gd name="connsiteX6" fmla="*/ 7872 w 213224"/>
                <a:gd name="connsiteY6" fmla="*/ 213330 h 213329"/>
                <a:gd name="connsiteX7" fmla="*/ 172905 w 213224"/>
                <a:gd name="connsiteY7" fmla="*/ 213330 h 213329"/>
                <a:gd name="connsiteX8" fmla="*/ 213225 w 213224"/>
                <a:gd name="connsiteY8" fmla="*/ 172996 h 213329"/>
                <a:gd name="connsiteX9" fmla="*/ 213225 w 213224"/>
                <a:gd name="connsiteY9" fmla="*/ 7878 h 213329"/>
                <a:gd name="connsiteX10" fmla="*/ 205352 w 213224"/>
                <a:gd name="connsiteY10" fmla="*/ 0 h 213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3224" h="213329">
                  <a:moveTo>
                    <a:pt x="205352" y="0"/>
                  </a:moveTo>
                  <a:cubicBezTo>
                    <a:pt x="201006" y="0"/>
                    <a:pt x="197480" y="3529"/>
                    <a:pt x="197480" y="7878"/>
                  </a:cubicBezTo>
                  <a:lnTo>
                    <a:pt x="197480" y="172996"/>
                  </a:lnTo>
                  <a:cubicBezTo>
                    <a:pt x="197480" y="186545"/>
                    <a:pt x="186445" y="197574"/>
                    <a:pt x="172892" y="197574"/>
                  </a:cubicBezTo>
                  <a:lnTo>
                    <a:pt x="7872" y="197574"/>
                  </a:lnTo>
                  <a:cubicBezTo>
                    <a:pt x="3527" y="197574"/>
                    <a:pt x="0" y="201103"/>
                    <a:pt x="0" y="205452"/>
                  </a:cubicBezTo>
                  <a:cubicBezTo>
                    <a:pt x="0" y="209800"/>
                    <a:pt x="3527" y="213330"/>
                    <a:pt x="7872" y="213330"/>
                  </a:cubicBezTo>
                  <a:lnTo>
                    <a:pt x="172905" y="213330"/>
                  </a:lnTo>
                  <a:cubicBezTo>
                    <a:pt x="195130" y="213330"/>
                    <a:pt x="213218" y="195236"/>
                    <a:pt x="213225" y="172996"/>
                  </a:cubicBezTo>
                  <a:lnTo>
                    <a:pt x="213225" y="7878"/>
                  </a:lnTo>
                  <a:cubicBezTo>
                    <a:pt x="213225" y="3529"/>
                    <a:pt x="209698" y="0"/>
                    <a:pt x="205352" y="0"/>
                  </a:cubicBezTo>
                  <a:close/>
                </a:path>
              </a:pathLst>
            </a:custGeom>
            <a:grpFill/>
            <a:ln w="0" cap="flat">
              <a:noFill/>
              <a:prstDash val="solid"/>
              <a:miter/>
            </a:ln>
          </p:spPr>
          <p:txBody>
            <a:bodyPr rtlCol="0" anchor="ctr"/>
            <a:lstStyle/>
            <a:p>
              <a:endParaRPr lang="de-DE"/>
            </a:p>
          </p:txBody>
        </p:sp>
      </p:grpSp>
      <p:grpSp>
        <p:nvGrpSpPr>
          <p:cNvPr id="476" name="Grafik 463">
            <a:extLst>
              <a:ext uri="{FF2B5EF4-FFF2-40B4-BE49-F238E27FC236}">
                <a16:creationId xmlns:a16="http://schemas.microsoft.com/office/drawing/2014/main" id="{6CBFB777-6DB3-DC71-23FF-3E7B22A6B07A}"/>
              </a:ext>
            </a:extLst>
          </p:cNvPr>
          <p:cNvGrpSpPr/>
          <p:nvPr/>
        </p:nvGrpSpPr>
        <p:grpSpPr>
          <a:xfrm>
            <a:off x="9920770" y="2119571"/>
            <a:ext cx="286539" cy="320993"/>
            <a:chOff x="9920770" y="2119571"/>
            <a:chExt cx="286539" cy="320993"/>
          </a:xfrm>
          <a:solidFill>
            <a:schemeClr val="tx1"/>
          </a:solidFill>
        </p:grpSpPr>
        <p:sp>
          <p:nvSpPr>
            <p:cNvPr id="477" name="Freihandform 476">
              <a:extLst>
                <a:ext uri="{FF2B5EF4-FFF2-40B4-BE49-F238E27FC236}">
                  <a16:creationId xmlns:a16="http://schemas.microsoft.com/office/drawing/2014/main" id="{C836D64A-652E-D84E-B5CB-8CC386809F69}"/>
                </a:ext>
              </a:extLst>
            </p:cNvPr>
            <p:cNvSpPr/>
            <p:nvPr/>
          </p:nvSpPr>
          <p:spPr>
            <a:xfrm>
              <a:off x="9920770" y="2119571"/>
              <a:ext cx="286539" cy="156278"/>
            </a:xfrm>
            <a:custGeom>
              <a:avLst/>
              <a:gdLst>
                <a:gd name="connsiteX0" fmla="*/ 10748 w 286539"/>
                <a:gd name="connsiteY0" fmla="*/ 90358 h 156278"/>
                <a:gd name="connsiteX1" fmla="*/ 123519 w 286539"/>
                <a:gd name="connsiteY1" fmla="*/ 151616 h 156278"/>
                <a:gd name="connsiteX2" fmla="*/ 142237 w 286539"/>
                <a:gd name="connsiteY2" fmla="*/ 156242 h 156278"/>
                <a:gd name="connsiteX3" fmla="*/ 143188 w 286539"/>
                <a:gd name="connsiteY3" fmla="*/ 156273 h 156278"/>
                <a:gd name="connsiteX4" fmla="*/ 163279 w 286539"/>
                <a:gd name="connsiteY4" fmla="*/ 151490 h 156278"/>
                <a:gd name="connsiteX5" fmla="*/ 275824 w 286539"/>
                <a:gd name="connsiteY5" fmla="*/ 90371 h 156278"/>
                <a:gd name="connsiteX6" fmla="*/ 286536 w 286539"/>
                <a:gd name="connsiteY6" fmla="*/ 74597 h 156278"/>
                <a:gd name="connsiteX7" fmla="*/ 274891 w 286539"/>
                <a:gd name="connsiteY7" fmla="*/ 59068 h 156278"/>
                <a:gd name="connsiteX8" fmla="*/ 163172 w 286539"/>
                <a:gd name="connsiteY8" fmla="*/ 3917 h 156278"/>
                <a:gd name="connsiteX9" fmla="*/ 122927 w 286539"/>
                <a:gd name="connsiteY9" fmla="*/ 4138 h 156278"/>
                <a:gd name="connsiteX10" fmla="*/ 11667 w 286539"/>
                <a:gd name="connsiteY10" fmla="*/ 59043 h 156278"/>
                <a:gd name="connsiteX11" fmla="*/ 3 w 286539"/>
                <a:gd name="connsiteY11" fmla="*/ 74578 h 156278"/>
                <a:gd name="connsiteX12" fmla="*/ 10735 w 286539"/>
                <a:gd name="connsiteY12" fmla="*/ 90358 h 156278"/>
                <a:gd name="connsiteX13" fmla="*/ 18620 w 286539"/>
                <a:gd name="connsiteY13" fmla="*/ 73178 h 156278"/>
                <a:gd name="connsiteX14" fmla="*/ 129408 w 286539"/>
                <a:gd name="connsiteY14" fmla="*/ 18488 h 156278"/>
                <a:gd name="connsiteX15" fmla="*/ 156710 w 286539"/>
                <a:gd name="connsiteY15" fmla="*/ 18267 h 156278"/>
                <a:gd name="connsiteX16" fmla="*/ 267951 w 286539"/>
                <a:gd name="connsiteY16" fmla="*/ 73204 h 156278"/>
                <a:gd name="connsiteX17" fmla="*/ 270521 w 286539"/>
                <a:gd name="connsiteY17" fmla="*/ 74918 h 156278"/>
                <a:gd name="connsiteX18" fmla="*/ 268298 w 286539"/>
                <a:gd name="connsiteY18" fmla="*/ 76525 h 156278"/>
                <a:gd name="connsiteX19" fmla="*/ 156023 w 286539"/>
                <a:gd name="connsiteY19" fmla="*/ 137505 h 156278"/>
                <a:gd name="connsiteX20" fmla="*/ 143988 w 286539"/>
                <a:gd name="connsiteY20" fmla="*/ 140505 h 156278"/>
                <a:gd name="connsiteX21" fmla="*/ 143629 w 286539"/>
                <a:gd name="connsiteY21" fmla="*/ 140505 h 156278"/>
                <a:gd name="connsiteX22" fmla="*/ 143579 w 286539"/>
                <a:gd name="connsiteY22" fmla="*/ 140505 h 156278"/>
                <a:gd name="connsiteX23" fmla="*/ 130762 w 286539"/>
                <a:gd name="connsiteY23" fmla="*/ 137631 h 156278"/>
                <a:gd name="connsiteX24" fmla="*/ 18268 w 286539"/>
                <a:gd name="connsiteY24" fmla="*/ 76525 h 156278"/>
                <a:gd name="connsiteX25" fmla="*/ 16038 w 286539"/>
                <a:gd name="connsiteY25" fmla="*/ 74912 h 156278"/>
                <a:gd name="connsiteX26" fmla="*/ 18620 w 286539"/>
                <a:gd name="connsiteY26" fmla="*/ 73191 h 156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86539" h="156278">
                  <a:moveTo>
                    <a:pt x="10748" y="90358"/>
                  </a:moveTo>
                  <a:lnTo>
                    <a:pt x="123519" y="151616"/>
                  </a:lnTo>
                  <a:cubicBezTo>
                    <a:pt x="129320" y="154483"/>
                    <a:pt x="135763" y="156071"/>
                    <a:pt x="142237" y="156242"/>
                  </a:cubicBezTo>
                  <a:cubicBezTo>
                    <a:pt x="142552" y="156273"/>
                    <a:pt x="142886" y="156286"/>
                    <a:pt x="143188" y="156273"/>
                  </a:cubicBezTo>
                  <a:cubicBezTo>
                    <a:pt x="150034" y="156273"/>
                    <a:pt x="156892" y="154666"/>
                    <a:pt x="163279" y="151490"/>
                  </a:cubicBezTo>
                  <a:lnTo>
                    <a:pt x="275824" y="90371"/>
                  </a:lnTo>
                  <a:cubicBezTo>
                    <a:pt x="282770" y="86577"/>
                    <a:pt x="286669" y="80829"/>
                    <a:pt x="286536" y="74597"/>
                  </a:cubicBezTo>
                  <a:cubicBezTo>
                    <a:pt x="286404" y="68294"/>
                    <a:pt x="282153" y="62635"/>
                    <a:pt x="274891" y="59068"/>
                  </a:cubicBezTo>
                  <a:lnTo>
                    <a:pt x="163172" y="3917"/>
                  </a:lnTo>
                  <a:cubicBezTo>
                    <a:pt x="150361" y="-1345"/>
                    <a:pt x="136235" y="-1339"/>
                    <a:pt x="122927" y="4138"/>
                  </a:cubicBezTo>
                  <a:lnTo>
                    <a:pt x="11667" y="59043"/>
                  </a:lnTo>
                  <a:cubicBezTo>
                    <a:pt x="4393" y="62603"/>
                    <a:pt x="142" y="68269"/>
                    <a:pt x="3" y="74578"/>
                  </a:cubicBezTo>
                  <a:cubicBezTo>
                    <a:pt x="-129" y="80811"/>
                    <a:pt x="3776" y="86558"/>
                    <a:pt x="10735" y="90358"/>
                  </a:cubicBezTo>
                  <a:close/>
                  <a:moveTo>
                    <a:pt x="18620" y="73178"/>
                  </a:moveTo>
                  <a:lnTo>
                    <a:pt x="129408" y="18488"/>
                  </a:lnTo>
                  <a:cubicBezTo>
                    <a:pt x="138364" y="14807"/>
                    <a:pt x="148233" y="14801"/>
                    <a:pt x="156710" y="18267"/>
                  </a:cubicBezTo>
                  <a:lnTo>
                    <a:pt x="267951" y="73204"/>
                  </a:lnTo>
                  <a:cubicBezTo>
                    <a:pt x="269375" y="73897"/>
                    <a:pt x="270136" y="74527"/>
                    <a:pt x="270521" y="74918"/>
                  </a:cubicBezTo>
                  <a:cubicBezTo>
                    <a:pt x="270168" y="75296"/>
                    <a:pt x="269507" y="75863"/>
                    <a:pt x="268298" y="76525"/>
                  </a:cubicBezTo>
                  <a:lnTo>
                    <a:pt x="156023" y="137505"/>
                  </a:lnTo>
                  <a:cubicBezTo>
                    <a:pt x="152295" y="139358"/>
                    <a:pt x="148151" y="140385"/>
                    <a:pt x="143988" y="140505"/>
                  </a:cubicBezTo>
                  <a:cubicBezTo>
                    <a:pt x="143868" y="140505"/>
                    <a:pt x="143755" y="140505"/>
                    <a:pt x="143629" y="140505"/>
                  </a:cubicBezTo>
                  <a:lnTo>
                    <a:pt x="143579" y="140505"/>
                  </a:lnTo>
                  <a:cubicBezTo>
                    <a:pt x="139176" y="140682"/>
                    <a:pt x="134535" y="139497"/>
                    <a:pt x="130762" y="137631"/>
                  </a:cubicBezTo>
                  <a:lnTo>
                    <a:pt x="18268" y="76525"/>
                  </a:lnTo>
                  <a:cubicBezTo>
                    <a:pt x="17058" y="75863"/>
                    <a:pt x="16384" y="75290"/>
                    <a:pt x="16038" y="74912"/>
                  </a:cubicBezTo>
                  <a:cubicBezTo>
                    <a:pt x="16429" y="74515"/>
                    <a:pt x="17197" y="73891"/>
                    <a:pt x="18620" y="73191"/>
                  </a:cubicBezTo>
                  <a:close/>
                </a:path>
              </a:pathLst>
            </a:custGeom>
            <a:grpFill/>
            <a:ln w="0" cap="flat">
              <a:noFill/>
              <a:prstDash val="solid"/>
              <a:miter/>
            </a:ln>
          </p:spPr>
          <p:txBody>
            <a:bodyPr rtlCol="0" anchor="ctr"/>
            <a:lstStyle/>
            <a:p>
              <a:endParaRPr lang="de-DE"/>
            </a:p>
          </p:txBody>
        </p:sp>
        <p:sp>
          <p:nvSpPr>
            <p:cNvPr id="478" name="Freihandform 477">
              <a:extLst>
                <a:ext uri="{FF2B5EF4-FFF2-40B4-BE49-F238E27FC236}">
                  <a16:creationId xmlns:a16="http://schemas.microsoft.com/office/drawing/2014/main" id="{7060581D-4F41-B9D8-E55A-0C3E971D3356}"/>
                </a:ext>
              </a:extLst>
            </p:cNvPr>
            <p:cNvSpPr/>
            <p:nvPr/>
          </p:nvSpPr>
          <p:spPr>
            <a:xfrm>
              <a:off x="9920935" y="2273802"/>
              <a:ext cx="286310" cy="84411"/>
            </a:xfrm>
            <a:custGeom>
              <a:avLst/>
              <a:gdLst>
                <a:gd name="connsiteX0" fmla="*/ 274676 w 286310"/>
                <a:gd name="connsiteY0" fmla="*/ 958 h 84411"/>
                <a:gd name="connsiteX1" fmla="*/ 155928 w 286310"/>
                <a:gd name="connsiteY1" fmla="*/ 65631 h 84411"/>
                <a:gd name="connsiteX2" fmla="*/ 143174 w 286310"/>
                <a:gd name="connsiteY2" fmla="*/ 68650 h 84411"/>
                <a:gd name="connsiteX3" fmla="*/ 143073 w 286310"/>
                <a:gd name="connsiteY3" fmla="*/ 68650 h 84411"/>
                <a:gd name="connsiteX4" fmla="*/ 130641 w 286310"/>
                <a:gd name="connsiteY4" fmla="*/ 65782 h 84411"/>
                <a:gd name="connsiteX5" fmla="*/ 11635 w 286310"/>
                <a:gd name="connsiteY5" fmla="*/ 964 h 84411"/>
                <a:gd name="connsiteX6" fmla="*/ 959 w 286310"/>
                <a:gd name="connsiteY6" fmla="*/ 4115 h 84411"/>
                <a:gd name="connsiteX7" fmla="*/ 4108 w 286310"/>
                <a:gd name="connsiteY7" fmla="*/ 14798 h 84411"/>
                <a:gd name="connsiteX8" fmla="*/ 123398 w 286310"/>
                <a:gd name="connsiteY8" fmla="*/ 79767 h 84411"/>
                <a:gd name="connsiteX9" fmla="*/ 142481 w 286310"/>
                <a:gd name="connsiteY9" fmla="*/ 84399 h 84411"/>
                <a:gd name="connsiteX10" fmla="*/ 142991 w 286310"/>
                <a:gd name="connsiteY10" fmla="*/ 84399 h 84411"/>
                <a:gd name="connsiteX11" fmla="*/ 143275 w 286310"/>
                <a:gd name="connsiteY11" fmla="*/ 84399 h 84411"/>
                <a:gd name="connsiteX12" fmla="*/ 143873 w 286310"/>
                <a:gd name="connsiteY12" fmla="*/ 84399 h 84411"/>
                <a:gd name="connsiteX13" fmla="*/ 163170 w 286310"/>
                <a:gd name="connsiteY13" fmla="*/ 79616 h 84411"/>
                <a:gd name="connsiteX14" fmla="*/ 282202 w 286310"/>
                <a:gd name="connsiteY14" fmla="*/ 14798 h 84411"/>
                <a:gd name="connsiteX15" fmla="*/ 285351 w 286310"/>
                <a:gd name="connsiteY15" fmla="*/ 4115 h 84411"/>
                <a:gd name="connsiteX16" fmla="*/ 274676 w 286310"/>
                <a:gd name="connsiteY16" fmla="*/ 964 h 8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310" h="84411">
                  <a:moveTo>
                    <a:pt x="274676" y="958"/>
                  </a:moveTo>
                  <a:lnTo>
                    <a:pt x="155928" y="65631"/>
                  </a:lnTo>
                  <a:cubicBezTo>
                    <a:pt x="151972" y="67585"/>
                    <a:pt x="147576" y="68625"/>
                    <a:pt x="143174" y="68650"/>
                  </a:cubicBezTo>
                  <a:lnTo>
                    <a:pt x="143073" y="68650"/>
                  </a:lnTo>
                  <a:cubicBezTo>
                    <a:pt x="138690" y="68618"/>
                    <a:pt x="134306" y="67585"/>
                    <a:pt x="130641" y="65782"/>
                  </a:cubicBezTo>
                  <a:lnTo>
                    <a:pt x="11635" y="964"/>
                  </a:lnTo>
                  <a:cubicBezTo>
                    <a:pt x="7824" y="-1128"/>
                    <a:pt x="3031" y="303"/>
                    <a:pt x="959" y="4115"/>
                  </a:cubicBezTo>
                  <a:cubicBezTo>
                    <a:pt x="-1119" y="7935"/>
                    <a:pt x="292" y="12718"/>
                    <a:pt x="4108" y="14798"/>
                  </a:cubicBezTo>
                  <a:lnTo>
                    <a:pt x="123398" y="79767"/>
                  </a:lnTo>
                  <a:cubicBezTo>
                    <a:pt x="129312" y="82691"/>
                    <a:pt x="135887" y="84286"/>
                    <a:pt x="142481" y="84399"/>
                  </a:cubicBezTo>
                  <a:cubicBezTo>
                    <a:pt x="142651" y="84418"/>
                    <a:pt x="142840" y="84412"/>
                    <a:pt x="142991" y="84399"/>
                  </a:cubicBezTo>
                  <a:cubicBezTo>
                    <a:pt x="143092" y="84399"/>
                    <a:pt x="143187" y="84399"/>
                    <a:pt x="143275" y="84399"/>
                  </a:cubicBezTo>
                  <a:cubicBezTo>
                    <a:pt x="143483" y="84399"/>
                    <a:pt x="143671" y="84399"/>
                    <a:pt x="143873" y="84399"/>
                  </a:cubicBezTo>
                  <a:cubicBezTo>
                    <a:pt x="150442" y="84267"/>
                    <a:pt x="157004" y="82666"/>
                    <a:pt x="163170" y="79616"/>
                  </a:cubicBezTo>
                  <a:lnTo>
                    <a:pt x="282202" y="14798"/>
                  </a:lnTo>
                  <a:cubicBezTo>
                    <a:pt x="286018" y="12718"/>
                    <a:pt x="287429" y="7935"/>
                    <a:pt x="285351" y="4115"/>
                  </a:cubicBezTo>
                  <a:cubicBezTo>
                    <a:pt x="283273" y="303"/>
                    <a:pt x="278480" y="-1128"/>
                    <a:pt x="274676" y="964"/>
                  </a:cubicBezTo>
                  <a:close/>
                </a:path>
              </a:pathLst>
            </a:custGeom>
            <a:grpFill/>
            <a:ln w="0" cap="flat">
              <a:noFill/>
              <a:prstDash val="solid"/>
              <a:miter/>
            </a:ln>
          </p:spPr>
          <p:txBody>
            <a:bodyPr rtlCol="0" anchor="ctr"/>
            <a:lstStyle/>
            <a:p>
              <a:endParaRPr lang="de-DE"/>
            </a:p>
          </p:txBody>
        </p:sp>
        <p:sp>
          <p:nvSpPr>
            <p:cNvPr id="479" name="Freihandform 478">
              <a:extLst>
                <a:ext uri="{FF2B5EF4-FFF2-40B4-BE49-F238E27FC236}">
                  <a16:creationId xmlns:a16="http://schemas.microsoft.com/office/drawing/2014/main" id="{11D40D25-99B1-07A1-2DF8-A62ECBA1019F}"/>
                </a:ext>
              </a:extLst>
            </p:cNvPr>
            <p:cNvSpPr/>
            <p:nvPr/>
          </p:nvSpPr>
          <p:spPr>
            <a:xfrm>
              <a:off x="9920891" y="2356206"/>
              <a:ext cx="286399" cy="84358"/>
            </a:xfrm>
            <a:custGeom>
              <a:avLst/>
              <a:gdLst>
                <a:gd name="connsiteX0" fmla="*/ 274771 w 286399"/>
                <a:gd name="connsiteY0" fmla="*/ 949 h 84358"/>
                <a:gd name="connsiteX1" fmla="*/ 155972 w 286399"/>
                <a:gd name="connsiteY1" fmla="*/ 65585 h 84358"/>
                <a:gd name="connsiteX2" fmla="*/ 143275 w 286399"/>
                <a:gd name="connsiteY2" fmla="*/ 68597 h 84358"/>
                <a:gd name="connsiteX3" fmla="*/ 143049 w 286399"/>
                <a:gd name="connsiteY3" fmla="*/ 68597 h 84358"/>
                <a:gd name="connsiteX4" fmla="*/ 130679 w 286399"/>
                <a:gd name="connsiteY4" fmla="*/ 65730 h 84358"/>
                <a:gd name="connsiteX5" fmla="*/ 11629 w 286399"/>
                <a:gd name="connsiteY5" fmla="*/ 956 h 84358"/>
                <a:gd name="connsiteX6" fmla="*/ 954 w 286399"/>
                <a:gd name="connsiteY6" fmla="*/ 4119 h 84358"/>
                <a:gd name="connsiteX7" fmla="*/ 4115 w 286399"/>
                <a:gd name="connsiteY7" fmla="*/ 14801 h 84358"/>
                <a:gd name="connsiteX8" fmla="*/ 123443 w 286399"/>
                <a:gd name="connsiteY8" fmla="*/ 79721 h 84358"/>
                <a:gd name="connsiteX9" fmla="*/ 142570 w 286399"/>
                <a:gd name="connsiteY9" fmla="*/ 84346 h 84358"/>
                <a:gd name="connsiteX10" fmla="*/ 143080 w 286399"/>
                <a:gd name="connsiteY10" fmla="*/ 84346 h 84358"/>
                <a:gd name="connsiteX11" fmla="*/ 143282 w 286399"/>
                <a:gd name="connsiteY11" fmla="*/ 84346 h 84358"/>
                <a:gd name="connsiteX12" fmla="*/ 143874 w 286399"/>
                <a:gd name="connsiteY12" fmla="*/ 84346 h 84358"/>
                <a:gd name="connsiteX13" fmla="*/ 163209 w 286399"/>
                <a:gd name="connsiteY13" fmla="*/ 79576 h 84358"/>
                <a:gd name="connsiteX14" fmla="*/ 282284 w 286399"/>
                <a:gd name="connsiteY14" fmla="*/ 14801 h 84358"/>
                <a:gd name="connsiteX15" fmla="*/ 285446 w 286399"/>
                <a:gd name="connsiteY15" fmla="*/ 4119 h 84358"/>
                <a:gd name="connsiteX16" fmla="*/ 274771 w 286399"/>
                <a:gd name="connsiteY16" fmla="*/ 956 h 84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399" h="84358">
                  <a:moveTo>
                    <a:pt x="274771" y="949"/>
                  </a:moveTo>
                  <a:lnTo>
                    <a:pt x="155972" y="65585"/>
                  </a:lnTo>
                  <a:cubicBezTo>
                    <a:pt x="152036" y="67526"/>
                    <a:pt x="147659" y="68566"/>
                    <a:pt x="143275" y="68597"/>
                  </a:cubicBezTo>
                  <a:lnTo>
                    <a:pt x="143049" y="68597"/>
                  </a:lnTo>
                  <a:cubicBezTo>
                    <a:pt x="138691" y="68559"/>
                    <a:pt x="134332" y="67526"/>
                    <a:pt x="130679" y="65730"/>
                  </a:cubicBezTo>
                  <a:lnTo>
                    <a:pt x="11629" y="956"/>
                  </a:lnTo>
                  <a:cubicBezTo>
                    <a:pt x="7818" y="-1118"/>
                    <a:pt x="3038" y="294"/>
                    <a:pt x="954" y="4119"/>
                  </a:cubicBezTo>
                  <a:cubicBezTo>
                    <a:pt x="-1119" y="7938"/>
                    <a:pt x="299" y="12722"/>
                    <a:pt x="4115" y="14801"/>
                  </a:cubicBezTo>
                  <a:lnTo>
                    <a:pt x="123443" y="79721"/>
                  </a:lnTo>
                  <a:cubicBezTo>
                    <a:pt x="129370" y="82651"/>
                    <a:pt x="135964" y="84245"/>
                    <a:pt x="142570" y="84346"/>
                  </a:cubicBezTo>
                  <a:cubicBezTo>
                    <a:pt x="142728" y="84365"/>
                    <a:pt x="142904" y="84359"/>
                    <a:pt x="143080" y="84346"/>
                  </a:cubicBezTo>
                  <a:lnTo>
                    <a:pt x="143282" y="84346"/>
                  </a:lnTo>
                  <a:cubicBezTo>
                    <a:pt x="143471" y="84346"/>
                    <a:pt x="143672" y="84346"/>
                    <a:pt x="143874" y="84346"/>
                  </a:cubicBezTo>
                  <a:cubicBezTo>
                    <a:pt x="150455" y="84220"/>
                    <a:pt x="157036" y="82632"/>
                    <a:pt x="163209" y="79576"/>
                  </a:cubicBezTo>
                  <a:lnTo>
                    <a:pt x="282284" y="14801"/>
                  </a:lnTo>
                  <a:cubicBezTo>
                    <a:pt x="286101" y="12722"/>
                    <a:pt x="287518" y="7938"/>
                    <a:pt x="285446" y="4119"/>
                  </a:cubicBezTo>
                  <a:cubicBezTo>
                    <a:pt x="283368" y="294"/>
                    <a:pt x="278575" y="-1118"/>
                    <a:pt x="274771" y="956"/>
                  </a:cubicBezTo>
                  <a:close/>
                </a:path>
              </a:pathLst>
            </a:custGeom>
            <a:grpFill/>
            <a:ln w="0" cap="flat">
              <a:noFill/>
              <a:prstDash val="solid"/>
              <a:miter/>
            </a:ln>
          </p:spPr>
          <p:txBody>
            <a:bodyPr rtlCol="0" anchor="ctr"/>
            <a:lstStyle/>
            <a:p>
              <a:endParaRPr lang="de-DE"/>
            </a:p>
          </p:txBody>
        </p:sp>
      </p:grpSp>
      <p:sp>
        <p:nvSpPr>
          <p:cNvPr id="480" name="Freihandform 479">
            <a:extLst>
              <a:ext uri="{FF2B5EF4-FFF2-40B4-BE49-F238E27FC236}">
                <a16:creationId xmlns:a16="http://schemas.microsoft.com/office/drawing/2014/main" id="{AF9F4743-5A7A-5E83-E72D-08C4EC262D12}"/>
              </a:ext>
            </a:extLst>
          </p:cNvPr>
          <p:cNvSpPr/>
          <p:nvPr/>
        </p:nvSpPr>
        <p:spPr>
          <a:xfrm>
            <a:off x="10652448" y="2106488"/>
            <a:ext cx="298203" cy="332658"/>
          </a:xfrm>
          <a:custGeom>
            <a:avLst/>
            <a:gdLst>
              <a:gd name="connsiteX0" fmla="*/ 298165 w 298203"/>
              <a:gd name="connsiteY0" fmla="*/ 77615 h 332658"/>
              <a:gd name="connsiteX1" fmla="*/ 298190 w 298203"/>
              <a:gd name="connsiteY1" fmla="*/ 77161 h 332658"/>
              <a:gd name="connsiteX2" fmla="*/ 286268 w 298203"/>
              <a:gd name="connsiteY2" fmla="*/ 61273 h 332658"/>
              <a:gd name="connsiteX3" fmla="*/ 170537 w 298203"/>
              <a:gd name="connsiteY3" fmla="*/ 4200 h 332658"/>
              <a:gd name="connsiteX4" fmla="*/ 149495 w 298203"/>
              <a:gd name="connsiteY4" fmla="*/ 35 h 332658"/>
              <a:gd name="connsiteX5" fmla="*/ 149168 w 298203"/>
              <a:gd name="connsiteY5" fmla="*/ 54 h 332658"/>
              <a:gd name="connsiteX6" fmla="*/ 148765 w 298203"/>
              <a:gd name="connsiteY6" fmla="*/ 28 h 332658"/>
              <a:gd name="connsiteX7" fmla="*/ 127478 w 298203"/>
              <a:gd name="connsiteY7" fmla="*/ 4301 h 332658"/>
              <a:gd name="connsiteX8" fmla="*/ 11954 w 298203"/>
              <a:gd name="connsiteY8" fmla="*/ 61261 h 332658"/>
              <a:gd name="connsiteX9" fmla="*/ 13 w 298203"/>
              <a:gd name="connsiteY9" fmla="*/ 77180 h 332658"/>
              <a:gd name="connsiteX10" fmla="*/ 44 w 298203"/>
              <a:gd name="connsiteY10" fmla="*/ 77659 h 332658"/>
              <a:gd name="connsiteX11" fmla="*/ 0 w 298203"/>
              <a:gd name="connsiteY11" fmla="*/ 77867 h 332658"/>
              <a:gd name="connsiteX12" fmla="*/ 0 w 298203"/>
              <a:gd name="connsiteY12" fmla="*/ 248525 h 332658"/>
              <a:gd name="connsiteX13" fmla="*/ 69 w 298203"/>
              <a:gd name="connsiteY13" fmla="*/ 249577 h 332658"/>
              <a:gd name="connsiteX14" fmla="*/ 11393 w 298203"/>
              <a:gd name="connsiteY14" fmla="*/ 264450 h 332658"/>
              <a:gd name="connsiteX15" fmla="*/ 128076 w 298203"/>
              <a:gd name="connsiteY15" fmla="*/ 327832 h 332658"/>
              <a:gd name="connsiteX16" fmla="*/ 148431 w 298203"/>
              <a:gd name="connsiteY16" fmla="*/ 332634 h 332658"/>
              <a:gd name="connsiteX17" fmla="*/ 148500 w 298203"/>
              <a:gd name="connsiteY17" fmla="*/ 332634 h 332658"/>
              <a:gd name="connsiteX18" fmla="*/ 148620 w 298203"/>
              <a:gd name="connsiteY18" fmla="*/ 332659 h 332658"/>
              <a:gd name="connsiteX19" fmla="*/ 149099 w 298203"/>
              <a:gd name="connsiteY19" fmla="*/ 332564 h 332658"/>
              <a:gd name="connsiteX20" fmla="*/ 149577 w 298203"/>
              <a:gd name="connsiteY20" fmla="*/ 332659 h 332658"/>
              <a:gd name="connsiteX21" fmla="*/ 149697 w 298203"/>
              <a:gd name="connsiteY21" fmla="*/ 332634 h 332658"/>
              <a:gd name="connsiteX22" fmla="*/ 149772 w 298203"/>
              <a:gd name="connsiteY22" fmla="*/ 332634 h 332658"/>
              <a:gd name="connsiteX23" fmla="*/ 170417 w 298203"/>
              <a:gd name="connsiteY23" fmla="*/ 327712 h 332658"/>
              <a:gd name="connsiteX24" fmla="*/ 286798 w 298203"/>
              <a:gd name="connsiteY24" fmla="*/ 264456 h 332658"/>
              <a:gd name="connsiteX25" fmla="*/ 298134 w 298203"/>
              <a:gd name="connsiteY25" fmla="*/ 249558 h 332658"/>
              <a:gd name="connsiteX26" fmla="*/ 298203 w 298203"/>
              <a:gd name="connsiteY26" fmla="*/ 248531 h 332658"/>
              <a:gd name="connsiteX27" fmla="*/ 298203 w 298203"/>
              <a:gd name="connsiteY27" fmla="*/ 77873 h 332658"/>
              <a:gd name="connsiteX28" fmla="*/ 298153 w 298203"/>
              <a:gd name="connsiteY28" fmla="*/ 77615 h 332658"/>
              <a:gd name="connsiteX29" fmla="*/ 18919 w 298203"/>
              <a:gd name="connsiteY29" fmla="*/ 75397 h 332658"/>
              <a:gd name="connsiteX30" fmla="*/ 134229 w 298203"/>
              <a:gd name="connsiteY30" fmla="*/ 18538 h 332658"/>
              <a:gd name="connsiteX31" fmla="*/ 148198 w 298203"/>
              <a:gd name="connsiteY31" fmla="*/ 15778 h 332658"/>
              <a:gd name="connsiteX32" fmla="*/ 149105 w 298203"/>
              <a:gd name="connsiteY32" fmla="*/ 15759 h 332658"/>
              <a:gd name="connsiteX33" fmla="*/ 150087 w 298203"/>
              <a:gd name="connsiteY33" fmla="*/ 15784 h 332658"/>
              <a:gd name="connsiteX34" fmla="*/ 163811 w 298203"/>
              <a:gd name="connsiteY34" fmla="*/ 18443 h 332658"/>
              <a:gd name="connsiteX35" fmla="*/ 279335 w 298203"/>
              <a:gd name="connsiteY35" fmla="*/ 75415 h 332658"/>
              <a:gd name="connsiteX36" fmla="*/ 282282 w 298203"/>
              <a:gd name="connsiteY36" fmla="*/ 77470 h 332658"/>
              <a:gd name="connsiteX37" fmla="*/ 279687 w 298203"/>
              <a:gd name="connsiteY37" fmla="*/ 79417 h 332658"/>
              <a:gd name="connsiteX38" fmla="*/ 163143 w 298203"/>
              <a:gd name="connsiteY38" fmla="*/ 142729 h 332658"/>
              <a:gd name="connsiteX39" fmla="*/ 149458 w 298203"/>
              <a:gd name="connsiteY39" fmla="*/ 145887 h 332658"/>
              <a:gd name="connsiteX40" fmla="*/ 148733 w 298203"/>
              <a:gd name="connsiteY40" fmla="*/ 145887 h 332658"/>
              <a:gd name="connsiteX41" fmla="*/ 135337 w 298203"/>
              <a:gd name="connsiteY41" fmla="*/ 142855 h 332658"/>
              <a:gd name="connsiteX42" fmla="*/ 18522 w 298203"/>
              <a:gd name="connsiteY42" fmla="*/ 79411 h 332658"/>
              <a:gd name="connsiteX43" fmla="*/ 15959 w 298203"/>
              <a:gd name="connsiteY43" fmla="*/ 77489 h 332658"/>
              <a:gd name="connsiteX44" fmla="*/ 18932 w 298203"/>
              <a:gd name="connsiteY44" fmla="*/ 75409 h 332658"/>
              <a:gd name="connsiteX45" fmla="*/ 18548 w 298203"/>
              <a:gd name="connsiteY45" fmla="*/ 250409 h 332658"/>
              <a:gd name="connsiteX46" fmla="*/ 17666 w 298203"/>
              <a:gd name="connsiteY46" fmla="*/ 250006 h 332658"/>
              <a:gd name="connsiteX47" fmla="*/ 15751 w 298203"/>
              <a:gd name="connsiteY47" fmla="*/ 247844 h 332658"/>
              <a:gd name="connsiteX48" fmla="*/ 15751 w 298203"/>
              <a:gd name="connsiteY48" fmla="*/ 95835 h 332658"/>
              <a:gd name="connsiteX49" fmla="*/ 128025 w 298203"/>
              <a:gd name="connsiteY49" fmla="*/ 156815 h 332658"/>
              <a:gd name="connsiteX50" fmla="*/ 140754 w 298203"/>
              <a:gd name="connsiteY50" fmla="*/ 160918 h 332658"/>
              <a:gd name="connsiteX51" fmla="*/ 140754 w 298203"/>
              <a:gd name="connsiteY51" fmla="*/ 315851 h 332658"/>
              <a:gd name="connsiteX52" fmla="*/ 135350 w 298203"/>
              <a:gd name="connsiteY52" fmla="*/ 313872 h 332658"/>
              <a:gd name="connsiteX53" fmla="*/ 18541 w 298203"/>
              <a:gd name="connsiteY53" fmla="*/ 250415 h 332658"/>
              <a:gd name="connsiteX54" fmla="*/ 280588 w 298203"/>
              <a:gd name="connsiteY54" fmla="*/ 249993 h 332658"/>
              <a:gd name="connsiteX55" fmla="*/ 279681 w 298203"/>
              <a:gd name="connsiteY55" fmla="*/ 250409 h 332658"/>
              <a:gd name="connsiteX56" fmla="*/ 163168 w 298203"/>
              <a:gd name="connsiteY56" fmla="*/ 313740 h 332658"/>
              <a:gd name="connsiteX57" fmla="*/ 157462 w 298203"/>
              <a:gd name="connsiteY57" fmla="*/ 315851 h 332658"/>
              <a:gd name="connsiteX58" fmla="*/ 157462 w 298203"/>
              <a:gd name="connsiteY58" fmla="*/ 160829 h 332658"/>
              <a:gd name="connsiteX59" fmla="*/ 170411 w 298203"/>
              <a:gd name="connsiteY59" fmla="*/ 156695 h 332658"/>
              <a:gd name="connsiteX60" fmla="*/ 282477 w 298203"/>
              <a:gd name="connsiteY60" fmla="*/ 95822 h 332658"/>
              <a:gd name="connsiteX61" fmla="*/ 282477 w 298203"/>
              <a:gd name="connsiteY61" fmla="*/ 247856 h 332658"/>
              <a:gd name="connsiteX62" fmla="*/ 280588 w 298203"/>
              <a:gd name="connsiteY62" fmla="*/ 249993 h 332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298203" h="332658">
                <a:moveTo>
                  <a:pt x="298165" y="77615"/>
                </a:moveTo>
                <a:cubicBezTo>
                  <a:pt x="298165" y="77464"/>
                  <a:pt x="298197" y="77312"/>
                  <a:pt x="298190" y="77161"/>
                </a:cubicBezTo>
                <a:cubicBezTo>
                  <a:pt x="298058" y="70727"/>
                  <a:pt x="293713" y="64929"/>
                  <a:pt x="286268" y="61273"/>
                </a:cubicBezTo>
                <a:lnTo>
                  <a:pt x="170537" y="4200"/>
                </a:lnTo>
                <a:cubicBezTo>
                  <a:pt x="163968" y="1207"/>
                  <a:pt x="156599" y="-180"/>
                  <a:pt x="149495" y="35"/>
                </a:cubicBezTo>
                <a:cubicBezTo>
                  <a:pt x="149382" y="35"/>
                  <a:pt x="149275" y="47"/>
                  <a:pt x="149168" y="54"/>
                </a:cubicBezTo>
                <a:cubicBezTo>
                  <a:pt x="149035" y="41"/>
                  <a:pt x="148897" y="35"/>
                  <a:pt x="148765" y="28"/>
                </a:cubicBezTo>
                <a:cubicBezTo>
                  <a:pt x="141598" y="-224"/>
                  <a:pt x="134279" y="1201"/>
                  <a:pt x="127478" y="4301"/>
                </a:cubicBezTo>
                <a:lnTo>
                  <a:pt x="11954" y="61261"/>
                </a:lnTo>
                <a:cubicBezTo>
                  <a:pt x="4497" y="64929"/>
                  <a:pt x="145" y="70733"/>
                  <a:pt x="13" y="77180"/>
                </a:cubicBezTo>
                <a:cubicBezTo>
                  <a:pt x="13" y="77344"/>
                  <a:pt x="38" y="77501"/>
                  <a:pt x="44" y="77659"/>
                </a:cubicBezTo>
                <a:cubicBezTo>
                  <a:pt x="44" y="77735"/>
                  <a:pt x="0" y="77791"/>
                  <a:pt x="0" y="77867"/>
                </a:cubicBezTo>
                <a:lnTo>
                  <a:pt x="0" y="248525"/>
                </a:lnTo>
                <a:cubicBezTo>
                  <a:pt x="0" y="248877"/>
                  <a:pt x="25" y="249224"/>
                  <a:pt x="69" y="249577"/>
                </a:cubicBezTo>
                <a:cubicBezTo>
                  <a:pt x="964" y="256188"/>
                  <a:pt x="5278" y="261841"/>
                  <a:pt x="11393" y="264450"/>
                </a:cubicBezTo>
                <a:lnTo>
                  <a:pt x="128076" y="327832"/>
                </a:lnTo>
                <a:cubicBezTo>
                  <a:pt x="134368" y="330976"/>
                  <a:pt x="141402" y="332634"/>
                  <a:pt x="148431" y="332634"/>
                </a:cubicBezTo>
                <a:lnTo>
                  <a:pt x="148500" y="332634"/>
                </a:lnTo>
                <a:cubicBezTo>
                  <a:pt x="148544" y="332634"/>
                  <a:pt x="148576" y="332659"/>
                  <a:pt x="148620" y="332659"/>
                </a:cubicBezTo>
                <a:cubicBezTo>
                  <a:pt x="148790" y="332659"/>
                  <a:pt x="148928" y="332571"/>
                  <a:pt x="149099" y="332564"/>
                </a:cubicBezTo>
                <a:cubicBezTo>
                  <a:pt x="149262" y="332577"/>
                  <a:pt x="149407" y="332659"/>
                  <a:pt x="149577" y="332659"/>
                </a:cubicBezTo>
                <a:cubicBezTo>
                  <a:pt x="149621" y="332659"/>
                  <a:pt x="149653" y="332634"/>
                  <a:pt x="149697" y="332634"/>
                </a:cubicBezTo>
                <a:lnTo>
                  <a:pt x="149772" y="332634"/>
                </a:lnTo>
                <a:cubicBezTo>
                  <a:pt x="156820" y="332634"/>
                  <a:pt x="163867" y="330976"/>
                  <a:pt x="170417" y="327712"/>
                </a:cubicBezTo>
                <a:lnTo>
                  <a:pt x="286798" y="264456"/>
                </a:lnTo>
                <a:cubicBezTo>
                  <a:pt x="292938" y="261854"/>
                  <a:pt x="297258" y="256194"/>
                  <a:pt x="298134" y="249558"/>
                </a:cubicBezTo>
                <a:cubicBezTo>
                  <a:pt x="298178" y="249218"/>
                  <a:pt x="298203" y="248877"/>
                  <a:pt x="298203" y="248531"/>
                </a:cubicBezTo>
                <a:lnTo>
                  <a:pt x="298203" y="77873"/>
                </a:lnTo>
                <a:cubicBezTo>
                  <a:pt x="298203" y="77779"/>
                  <a:pt x="298153" y="77703"/>
                  <a:pt x="298153" y="77615"/>
                </a:cubicBezTo>
                <a:close/>
                <a:moveTo>
                  <a:pt x="18919" y="75397"/>
                </a:moveTo>
                <a:lnTo>
                  <a:pt x="134229" y="18538"/>
                </a:lnTo>
                <a:cubicBezTo>
                  <a:pt x="138593" y="16559"/>
                  <a:pt x="143456" y="15639"/>
                  <a:pt x="148198" y="15778"/>
                </a:cubicBezTo>
                <a:cubicBezTo>
                  <a:pt x="148500" y="15803"/>
                  <a:pt x="148815" y="15790"/>
                  <a:pt x="149105" y="15759"/>
                </a:cubicBezTo>
                <a:cubicBezTo>
                  <a:pt x="149432" y="15784"/>
                  <a:pt x="149760" y="15809"/>
                  <a:pt x="150087" y="15784"/>
                </a:cubicBezTo>
                <a:cubicBezTo>
                  <a:pt x="154861" y="15595"/>
                  <a:pt x="159666" y="16565"/>
                  <a:pt x="163811" y="18443"/>
                </a:cubicBezTo>
                <a:lnTo>
                  <a:pt x="279335" y="75415"/>
                </a:lnTo>
                <a:cubicBezTo>
                  <a:pt x="281104" y="76285"/>
                  <a:pt x="281929" y="77054"/>
                  <a:pt x="282282" y="77470"/>
                </a:cubicBezTo>
                <a:cubicBezTo>
                  <a:pt x="281954" y="77867"/>
                  <a:pt x="281224" y="78585"/>
                  <a:pt x="279687" y="79417"/>
                </a:cubicBezTo>
                <a:lnTo>
                  <a:pt x="163143" y="142729"/>
                </a:lnTo>
                <a:cubicBezTo>
                  <a:pt x="158936" y="144834"/>
                  <a:pt x="154332" y="145874"/>
                  <a:pt x="149458" y="145887"/>
                </a:cubicBezTo>
                <a:lnTo>
                  <a:pt x="148733" y="145887"/>
                </a:lnTo>
                <a:cubicBezTo>
                  <a:pt x="143984" y="145969"/>
                  <a:pt x="139318" y="144853"/>
                  <a:pt x="135337" y="142855"/>
                </a:cubicBezTo>
                <a:lnTo>
                  <a:pt x="18522" y="79411"/>
                </a:lnTo>
                <a:cubicBezTo>
                  <a:pt x="17005" y="78585"/>
                  <a:pt x="16280" y="77886"/>
                  <a:pt x="15959" y="77489"/>
                </a:cubicBezTo>
                <a:cubicBezTo>
                  <a:pt x="16312" y="77073"/>
                  <a:pt x="17143" y="76291"/>
                  <a:pt x="18932" y="75409"/>
                </a:cubicBezTo>
                <a:close/>
                <a:moveTo>
                  <a:pt x="18548" y="250409"/>
                </a:moveTo>
                <a:cubicBezTo>
                  <a:pt x="18264" y="250258"/>
                  <a:pt x="17968" y="250119"/>
                  <a:pt x="17666" y="250006"/>
                </a:cubicBezTo>
                <a:cubicBezTo>
                  <a:pt x="16715" y="249627"/>
                  <a:pt x="16003" y="248821"/>
                  <a:pt x="15751" y="247844"/>
                </a:cubicBezTo>
                <a:lnTo>
                  <a:pt x="15751" y="95835"/>
                </a:lnTo>
                <a:lnTo>
                  <a:pt x="128025" y="156815"/>
                </a:lnTo>
                <a:cubicBezTo>
                  <a:pt x="132037" y="158831"/>
                  <a:pt x="136358" y="160161"/>
                  <a:pt x="140754" y="160918"/>
                </a:cubicBezTo>
                <a:lnTo>
                  <a:pt x="140754" y="315851"/>
                </a:lnTo>
                <a:cubicBezTo>
                  <a:pt x="138858" y="315353"/>
                  <a:pt x="137025" y="314710"/>
                  <a:pt x="135350" y="313872"/>
                </a:cubicBezTo>
                <a:lnTo>
                  <a:pt x="18541" y="250415"/>
                </a:lnTo>
                <a:close/>
                <a:moveTo>
                  <a:pt x="280588" y="249993"/>
                </a:moveTo>
                <a:cubicBezTo>
                  <a:pt x="280279" y="250119"/>
                  <a:pt x="279977" y="250251"/>
                  <a:pt x="279681" y="250409"/>
                </a:cubicBezTo>
                <a:lnTo>
                  <a:pt x="163168" y="313740"/>
                </a:lnTo>
                <a:cubicBezTo>
                  <a:pt x="161348" y="314647"/>
                  <a:pt x="159427" y="315328"/>
                  <a:pt x="157462" y="315851"/>
                </a:cubicBezTo>
                <a:lnTo>
                  <a:pt x="157462" y="160829"/>
                </a:lnTo>
                <a:cubicBezTo>
                  <a:pt x="161890" y="160067"/>
                  <a:pt x="166254" y="158768"/>
                  <a:pt x="170411" y="156695"/>
                </a:cubicBezTo>
                <a:lnTo>
                  <a:pt x="282477" y="95822"/>
                </a:lnTo>
                <a:lnTo>
                  <a:pt x="282477" y="247856"/>
                </a:lnTo>
                <a:cubicBezTo>
                  <a:pt x="282231" y="248821"/>
                  <a:pt x="281539" y="249621"/>
                  <a:pt x="280588" y="249993"/>
                </a:cubicBezTo>
                <a:close/>
              </a:path>
            </a:pathLst>
          </a:custGeom>
          <a:solidFill>
            <a:schemeClr val="tx1"/>
          </a:solidFill>
          <a:ln w="0" cap="flat">
            <a:noFill/>
            <a:prstDash val="solid"/>
            <a:miter/>
          </a:ln>
        </p:spPr>
        <p:txBody>
          <a:bodyPr rtlCol="0" anchor="ctr"/>
          <a:lstStyle/>
          <a:p>
            <a:endParaRPr lang="de-DE"/>
          </a:p>
        </p:txBody>
      </p:sp>
      <p:grpSp>
        <p:nvGrpSpPr>
          <p:cNvPr id="481" name="Grafik 463">
            <a:extLst>
              <a:ext uri="{FF2B5EF4-FFF2-40B4-BE49-F238E27FC236}">
                <a16:creationId xmlns:a16="http://schemas.microsoft.com/office/drawing/2014/main" id="{0153EF0F-83A8-BF9F-414C-71FE79BDED6E}"/>
              </a:ext>
            </a:extLst>
          </p:cNvPr>
          <p:cNvGrpSpPr/>
          <p:nvPr/>
        </p:nvGrpSpPr>
        <p:grpSpPr>
          <a:xfrm>
            <a:off x="7715699" y="2846635"/>
            <a:ext cx="319257" cy="319458"/>
            <a:chOff x="7715699" y="2846635"/>
            <a:chExt cx="319257" cy="319458"/>
          </a:xfrm>
          <a:solidFill>
            <a:schemeClr val="tx1"/>
          </a:solidFill>
        </p:grpSpPr>
        <p:sp>
          <p:nvSpPr>
            <p:cNvPr id="482" name="Freihandform 481">
              <a:extLst>
                <a:ext uri="{FF2B5EF4-FFF2-40B4-BE49-F238E27FC236}">
                  <a16:creationId xmlns:a16="http://schemas.microsoft.com/office/drawing/2014/main" id="{AC4E617F-60F8-774A-212D-7644C28A4F7A}"/>
                </a:ext>
              </a:extLst>
            </p:cNvPr>
            <p:cNvSpPr/>
            <p:nvPr/>
          </p:nvSpPr>
          <p:spPr>
            <a:xfrm>
              <a:off x="7898252" y="2846635"/>
              <a:ext cx="136703" cy="136783"/>
            </a:xfrm>
            <a:custGeom>
              <a:avLst/>
              <a:gdLst>
                <a:gd name="connsiteX0" fmla="*/ 116695 w 136703"/>
                <a:gd name="connsiteY0" fmla="*/ 20041 h 136783"/>
                <a:gd name="connsiteX1" fmla="*/ 68371 w 136703"/>
                <a:gd name="connsiteY1" fmla="*/ 0 h 136783"/>
                <a:gd name="connsiteX2" fmla="*/ 68346 w 136703"/>
                <a:gd name="connsiteY2" fmla="*/ 0 h 136783"/>
                <a:gd name="connsiteX3" fmla="*/ 20040 w 136703"/>
                <a:gd name="connsiteY3" fmla="*/ 20016 h 136783"/>
                <a:gd name="connsiteX4" fmla="*/ 0 w 136703"/>
                <a:gd name="connsiteY4" fmla="*/ 68373 h 136783"/>
                <a:gd name="connsiteX5" fmla="*/ 68333 w 136703"/>
                <a:gd name="connsiteY5" fmla="*/ 136783 h 136783"/>
                <a:gd name="connsiteX6" fmla="*/ 68358 w 136703"/>
                <a:gd name="connsiteY6" fmla="*/ 136783 h 136783"/>
                <a:gd name="connsiteX7" fmla="*/ 116664 w 136703"/>
                <a:gd name="connsiteY7" fmla="*/ 116767 h 136783"/>
                <a:gd name="connsiteX8" fmla="*/ 136704 w 136703"/>
                <a:gd name="connsiteY8" fmla="*/ 68404 h 136783"/>
                <a:gd name="connsiteX9" fmla="*/ 136704 w 136703"/>
                <a:gd name="connsiteY9" fmla="*/ 68385 h 136783"/>
                <a:gd name="connsiteX10" fmla="*/ 116695 w 136703"/>
                <a:gd name="connsiteY10" fmla="*/ 20035 h 136783"/>
                <a:gd name="connsiteX11" fmla="*/ 120953 w 136703"/>
                <a:gd name="connsiteY11" fmla="*/ 68404 h 136783"/>
                <a:gd name="connsiteX12" fmla="*/ 105535 w 136703"/>
                <a:gd name="connsiteY12" fmla="*/ 105619 h 136783"/>
                <a:gd name="connsiteX13" fmla="*/ 68358 w 136703"/>
                <a:gd name="connsiteY13" fmla="*/ 121021 h 136783"/>
                <a:gd name="connsiteX14" fmla="*/ 68333 w 136703"/>
                <a:gd name="connsiteY14" fmla="*/ 121021 h 136783"/>
                <a:gd name="connsiteX15" fmla="*/ 15745 w 136703"/>
                <a:gd name="connsiteY15" fmla="*/ 68366 h 136783"/>
                <a:gd name="connsiteX16" fmla="*/ 68358 w 136703"/>
                <a:gd name="connsiteY16" fmla="*/ 15749 h 136783"/>
                <a:gd name="connsiteX17" fmla="*/ 68377 w 136703"/>
                <a:gd name="connsiteY17" fmla="*/ 15749 h 136783"/>
                <a:gd name="connsiteX18" fmla="*/ 105560 w 136703"/>
                <a:gd name="connsiteY18" fmla="*/ 31164 h 136783"/>
                <a:gd name="connsiteX19" fmla="*/ 120953 w 136703"/>
                <a:gd name="connsiteY19" fmla="*/ 68379 h 136783"/>
                <a:gd name="connsiteX20" fmla="*/ 120953 w 136703"/>
                <a:gd name="connsiteY20" fmla="*/ 68398 h 1367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36703" h="136783">
                  <a:moveTo>
                    <a:pt x="116695" y="20041"/>
                  </a:moveTo>
                  <a:cubicBezTo>
                    <a:pt x="103784" y="7122"/>
                    <a:pt x="86629" y="6"/>
                    <a:pt x="68371" y="0"/>
                  </a:cubicBezTo>
                  <a:lnTo>
                    <a:pt x="68346" y="0"/>
                  </a:lnTo>
                  <a:cubicBezTo>
                    <a:pt x="50107" y="0"/>
                    <a:pt x="32945" y="7109"/>
                    <a:pt x="20040" y="20016"/>
                  </a:cubicBezTo>
                  <a:cubicBezTo>
                    <a:pt x="7123" y="32929"/>
                    <a:pt x="6" y="50096"/>
                    <a:pt x="0" y="68373"/>
                  </a:cubicBezTo>
                  <a:cubicBezTo>
                    <a:pt x="0" y="106079"/>
                    <a:pt x="30646" y="136777"/>
                    <a:pt x="68333" y="136783"/>
                  </a:cubicBezTo>
                  <a:lnTo>
                    <a:pt x="68358" y="136783"/>
                  </a:lnTo>
                  <a:cubicBezTo>
                    <a:pt x="86597" y="136783"/>
                    <a:pt x="103759" y="129674"/>
                    <a:pt x="116664" y="116767"/>
                  </a:cubicBezTo>
                  <a:cubicBezTo>
                    <a:pt x="129581" y="103848"/>
                    <a:pt x="136698" y="86681"/>
                    <a:pt x="136704" y="68404"/>
                  </a:cubicBezTo>
                  <a:lnTo>
                    <a:pt x="136704" y="68385"/>
                  </a:lnTo>
                  <a:cubicBezTo>
                    <a:pt x="136704" y="50128"/>
                    <a:pt x="129600" y="32948"/>
                    <a:pt x="116695" y="20035"/>
                  </a:cubicBezTo>
                  <a:close/>
                  <a:moveTo>
                    <a:pt x="120953" y="68404"/>
                  </a:moveTo>
                  <a:cubicBezTo>
                    <a:pt x="120953" y="82458"/>
                    <a:pt x="115473" y="95680"/>
                    <a:pt x="105535" y="105619"/>
                  </a:cubicBezTo>
                  <a:cubicBezTo>
                    <a:pt x="95597" y="115551"/>
                    <a:pt x="82397" y="121021"/>
                    <a:pt x="68358" y="121021"/>
                  </a:cubicBezTo>
                  <a:lnTo>
                    <a:pt x="68333" y="121021"/>
                  </a:lnTo>
                  <a:cubicBezTo>
                    <a:pt x="39337" y="121009"/>
                    <a:pt x="15739" y="97388"/>
                    <a:pt x="15745" y="68366"/>
                  </a:cubicBezTo>
                  <a:cubicBezTo>
                    <a:pt x="15757" y="39351"/>
                    <a:pt x="39350" y="15749"/>
                    <a:pt x="68358" y="15749"/>
                  </a:cubicBezTo>
                  <a:lnTo>
                    <a:pt x="68377" y="15749"/>
                  </a:lnTo>
                  <a:cubicBezTo>
                    <a:pt x="82422" y="15749"/>
                    <a:pt x="95629" y="21226"/>
                    <a:pt x="105560" y="31164"/>
                  </a:cubicBezTo>
                  <a:cubicBezTo>
                    <a:pt x="115486" y="41109"/>
                    <a:pt x="120953" y="54325"/>
                    <a:pt x="120953" y="68379"/>
                  </a:cubicBezTo>
                  <a:lnTo>
                    <a:pt x="120953" y="68398"/>
                  </a:lnTo>
                  <a:close/>
                </a:path>
              </a:pathLst>
            </a:custGeom>
            <a:grpFill/>
            <a:ln w="0" cap="flat">
              <a:noFill/>
              <a:prstDash val="solid"/>
              <a:miter/>
            </a:ln>
          </p:spPr>
          <p:txBody>
            <a:bodyPr rtlCol="0" anchor="ctr"/>
            <a:lstStyle/>
            <a:p>
              <a:endParaRPr lang="de-DE"/>
            </a:p>
          </p:txBody>
        </p:sp>
        <p:sp>
          <p:nvSpPr>
            <p:cNvPr id="483" name="Freihandform 482">
              <a:extLst>
                <a:ext uri="{FF2B5EF4-FFF2-40B4-BE49-F238E27FC236}">
                  <a16:creationId xmlns:a16="http://schemas.microsoft.com/office/drawing/2014/main" id="{EAE5FE10-0E57-12ED-2A1C-44A54B282B53}"/>
                </a:ext>
              </a:extLst>
            </p:cNvPr>
            <p:cNvSpPr/>
            <p:nvPr/>
          </p:nvSpPr>
          <p:spPr>
            <a:xfrm>
              <a:off x="7715699" y="2869796"/>
              <a:ext cx="296105" cy="296298"/>
            </a:xfrm>
            <a:custGeom>
              <a:avLst/>
              <a:gdLst>
                <a:gd name="connsiteX0" fmla="*/ 288233 w 296105"/>
                <a:gd name="connsiteY0" fmla="*/ 148253 h 296298"/>
                <a:gd name="connsiteX1" fmla="*/ 280361 w 296105"/>
                <a:gd name="connsiteY1" fmla="*/ 156131 h 296298"/>
                <a:gd name="connsiteX2" fmla="*/ 280361 w 296105"/>
                <a:gd name="connsiteY2" fmla="*/ 256702 h 296298"/>
                <a:gd name="connsiteX3" fmla="*/ 256548 w 296105"/>
                <a:gd name="connsiteY3" fmla="*/ 280543 h 296298"/>
                <a:gd name="connsiteX4" fmla="*/ 39583 w 296105"/>
                <a:gd name="connsiteY4" fmla="*/ 280543 h 296298"/>
                <a:gd name="connsiteX5" fmla="*/ 15745 w 296105"/>
                <a:gd name="connsiteY5" fmla="*/ 256702 h 296298"/>
                <a:gd name="connsiteX6" fmla="*/ 15745 w 296105"/>
                <a:gd name="connsiteY6" fmla="*/ 39584 h 296298"/>
                <a:gd name="connsiteX7" fmla="*/ 39570 w 296105"/>
                <a:gd name="connsiteY7" fmla="*/ 15756 h 296298"/>
                <a:gd name="connsiteX8" fmla="*/ 140080 w 296105"/>
                <a:gd name="connsiteY8" fmla="*/ 15756 h 296298"/>
                <a:gd name="connsiteX9" fmla="*/ 147952 w 296105"/>
                <a:gd name="connsiteY9" fmla="*/ 7878 h 296298"/>
                <a:gd name="connsiteX10" fmla="*/ 140080 w 296105"/>
                <a:gd name="connsiteY10" fmla="*/ 0 h 296298"/>
                <a:gd name="connsiteX11" fmla="*/ 39564 w 296105"/>
                <a:gd name="connsiteY11" fmla="*/ 0 h 296298"/>
                <a:gd name="connsiteX12" fmla="*/ 11595 w 296105"/>
                <a:gd name="connsiteY12" fmla="*/ 11590 h 296298"/>
                <a:gd name="connsiteX13" fmla="*/ 0 w 296105"/>
                <a:gd name="connsiteY13" fmla="*/ 39597 h 296298"/>
                <a:gd name="connsiteX14" fmla="*/ 0 w 296105"/>
                <a:gd name="connsiteY14" fmla="*/ 256708 h 296298"/>
                <a:gd name="connsiteX15" fmla="*/ 39576 w 296105"/>
                <a:gd name="connsiteY15" fmla="*/ 296298 h 296298"/>
                <a:gd name="connsiteX16" fmla="*/ 256555 w 296105"/>
                <a:gd name="connsiteY16" fmla="*/ 296298 h 296298"/>
                <a:gd name="connsiteX17" fmla="*/ 296106 w 296105"/>
                <a:gd name="connsiteY17" fmla="*/ 256702 h 296298"/>
                <a:gd name="connsiteX18" fmla="*/ 296106 w 296105"/>
                <a:gd name="connsiteY18" fmla="*/ 156131 h 296298"/>
                <a:gd name="connsiteX19" fmla="*/ 288233 w 296105"/>
                <a:gd name="connsiteY19" fmla="*/ 148253 h 29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96105" h="296298">
                  <a:moveTo>
                    <a:pt x="288233" y="148253"/>
                  </a:moveTo>
                  <a:cubicBezTo>
                    <a:pt x="283888" y="148253"/>
                    <a:pt x="280361" y="151782"/>
                    <a:pt x="280361" y="156131"/>
                  </a:cubicBezTo>
                  <a:lnTo>
                    <a:pt x="280361" y="256702"/>
                  </a:lnTo>
                  <a:cubicBezTo>
                    <a:pt x="280361" y="269835"/>
                    <a:pt x="269673" y="280530"/>
                    <a:pt x="256548" y="280543"/>
                  </a:cubicBezTo>
                  <a:lnTo>
                    <a:pt x="39583" y="280543"/>
                  </a:lnTo>
                  <a:cubicBezTo>
                    <a:pt x="26445" y="280530"/>
                    <a:pt x="15751" y="269835"/>
                    <a:pt x="15745" y="256702"/>
                  </a:cubicBezTo>
                  <a:lnTo>
                    <a:pt x="15745" y="39584"/>
                  </a:lnTo>
                  <a:cubicBezTo>
                    <a:pt x="15745" y="26444"/>
                    <a:pt x="26433" y="15756"/>
                    <a:pt x="39570" y="15756"/>
                  </a:cubicBezTo>
                  <a:lnTo>
                    <a:pt x="140080" y="15756"/>
                  </a:lnTo>
                  <a:cubicBezTo>
                    <a:pt x="144425" y="15756"/>
                    <a:pt x="147952" y="12226"/>
                    <a:pt x="147952" y="7878"/>
                  </a:cubicBezTo>
                  <a:cubicBezTo>
                    <a:pt x="147952" y="3529"/>
                    <a:pt x="144425" y="0"/>
                    <a:pt x="140080" y="0"/>
                  </a:cubicBezTo>
                  <a:lnTo>
                    <a:pt x="39564" y="0"/>
                  </a:lnTo>
                  <a:cubicBezTo>
                    <a:pt x="28996" y="0"/>
                    <a:pt x="19064" y="4115"/>
                    <a:pt x="11595" y="11590"/>
                  </a:cubicBezTo>
                  <a:cubicBezTo>
                    <a:pt x="4119" y="19070"/>
                    <a:pt x="6" y="29015"/>
                    <a:pt x="0" y="39597"/>
                  </a:cubicBezTo>
                  <a:lnTo>
                    <a:pt x="0" y="256708"/>
                  </a:lnTo>
                  <a:cubicBezTo>
                    <a:pt x="12" y="278526"/>
                    <a:pt x="17767" y="296286"/>
                    <a:pt x="39576" y="296298"/>
                  </a:cubicBezTo>
                  <a:lnTo>
                    <a:pt x="256555" y="296298"/>
                  </a:lnTo>
                  <a:cubicBezTo>
                    <a:pt x="278358" y="296286"/>
                    <a:pt x="296100" y="278520"/>
                    <a:pt x="296106" y="256702"/>
                  </a:cubicBezTo>
                  <a:lnTo>
                    <a:pt x="296106" y="156131"/>
                  </a:lnTo>
                  <a:cubicBezTo>
                    <a:pt x="296106" y="151782"/>
                    <a:pt x="292579" y="148253"/>
                    <a:pt x="288233" y="148253"/>
                  </a:cubicBezTo>
                  <a:close/>
                </a:path>
              </a:pathLst>
            </a:custGeom>
            <a:grpFill/>
            <a:ln w="0" cap="flat">
              <a:noFill/>
              <a:prstDash val="solid"/>
              <a:miter/>
            </a:ln>
          </p:spPr>
          <p:txBody>
            <a:bodyPr rtlCol="0" anchor="ctr"/>
            <a:lstStyle/>
            <a:p>
              <a:endParaRPr lang="de-DE"/>
            </a:p>
          </p:txBody>
        </p:sp>
      </p:grpSp>
      <p:grpSp>
        <p:nvGrpSpPr>
          <p:cNvPr id="484" name="Grafik 463">
            <a:extLst>
              <a:ext uri="{FF2B5EF4-FFF2-40B4-BE49-F238E27FC236}">
                <a16:creationId xmlns:a16="http://schemas.microsoft.com/office/drawing/2014/main" id="{D3258D34-3055-678B-99D7-943AEA7DF0DD}"/>
              </a:ext>
            </a:extLst>
          </p:cNvPr>
          <p:cNvGrpSpPr/>
          <p:nvPr/>
        </p:nvGrpSpPr>
        <p:grpSpPr>
          <a:xfrm>
            <a:off x="6234861" y="2124686"/>
            <a:ext cx="296099" cy="296279"/>
            <a:chOff x="6234861" y="2124686"/>
            <a:chExt cx="296099" cy="296279"/>
          </a:xfrm>
          <a:solidFill>
            <a:schemeClr val="tx1"/>
          </a:solidFill>
        </p:grpSpPr>
        <p:sp>
          <p:nvSpPr>
            <p:cNvPr id="485" name="Freihandform 484">
              <a:extLst>
                <a:ext uri="{FF2B5EF4-FFF2-40B4-BE49-F238E27FC236}">
                  <a16:creationId xmlns:a16="http://schemas.microsoft.com/office/drawing/2014/main" id="{66407D2F-511F-C9C4-4DAA-FF82C5FA7ABE}"/>
                </a:ext>
              </a:extLst>
            </p:cNvPr>
            <p:cNvSpPr/>
            <p:nvPr/>
          </p:nvSpPr>
          <p:spPr>
            <a:xfrm>
              <a:off x="6234861" y="2124686"/>
              <a:ext cx="296099" cy="296279"/>
            </a:xfrm>
            <a:custGeom>
              <a:avLst/>
              <a:gdLst>
                <a:gd name="connsiteX0" fmla="*/ 288227 w 296099"/>
                <a:gd name="connsiteY0" fmla="*/ 163731 h 296279"/>
                <a:gd name="connsiteX1" fmla="*/ 280355 w 296099"/>
                <a:gd name="connsiteY1" fmla="*/ 171609 h 296279"/>
                <a:gd name="connsiteX2" fmla="*/ 280355 w 296099"/>
                <a:gd name="connsiteY2" fmla="*/ 256702 h 296279"/>
                <a:gd name="connsiteX3" fmla="*/ 273370 w 296099"/>
                <a:gd name="connsiteY3" fmla="*/ 273560 h 296279"/>
                <a:gd name="connsiteX4" fmla="*/ 256542 w 296099"/>
                <a:gd name="connsiteY4" fmla="*/ 280524 h 296279"/>
                <a:gd name="connsiteX5" fmla="*/ 39520 w 296099"/>
                <a:gd name="connsiteY5" fmla="*/ 280524 h 296279"/>
                <a:gd name="connsiteX6" fmla="*/ 22704 w 296099"/>
                <a:gd name="connsiteY6" fmla="*/ 273547 h 296279"/>
                <a:gd name="connsiteX7" fmla="*/ 15745 w 296099"/>
                <a:gd name="connsiteY7" fmla="*/ 256702 h 296279"/>
                <a:gd name="connsiteX8" fmla="*/ 15745 w 296099"/>
                <a:gd name="connsiteY8" fmla="*/ 39565 h 296279"/>
                <a:gd name="connsiteX9" fmla="*/ 39551 w 296099"/>
                <a:gd name="connsiteY9" fmla="*/ 15756 h 296279"/>
                <a:gd name="connsiteX10" fmla="*/ 124574 w 296099"/>
                <a:gd name="connsiteY10" fmla="*/ 15756 h 296279"/>
                <a:gd name="connsiteX11" fmla="*/ 132447 w 296099"/>
                <a:gd name="connsiteY11" fmla="*/ 7878 h 296279"/>
                <a:gd name="connsiteX12" fmla="*/ 124574 w 296099"/>
                <a:gd name="connsiteY12" fmla="*/ 0 h 296279"/>
                <a:gd name="connsiteX13" fmla="*/ 39545 w 296099"/>
                <a:gd name="connsiteY13" fmla="*/ 0 h 296279"/>
                <a:gd name="connsiteX14" fmla="*/ 0 w 296099"/>
                <a:gd name="connsiteY14" fmla="*/ 39597 h 296279"/>
                <a:gd name="connsiteX15" fmla="*/ 0 w 296099"/>
                <a:gd name="connsiteY15" fmla="*/ 256702 h 296279"/>
                <a:gd name="connsiteX16" fmla="*/ 11563 w 296099"/>
                <a:gd name="connsiteY16" fmla="*/ 284677 h 296279"/>
                <a:gd name="connsiteX17" fmla="*/ 39558 w 296099"/>
                <a:gd name="connsiteY17" fmla="*/ 296279 h 296279"/>
                <a:gd name="connsiteX18" fmla="*/ 256548 w 296099"/>
                <a:gd name="connsiteY18" fmla="*/ 296279 h 296279"/>
                <a:gd name="connsiteX19" fmla="*/ 284499 w 296099"/>
                <a:gd name="connsiteY19" fmla="*/ 284696 h 296279"/>
                <a:gd name="connsiteX20" fmla="*/ 296100 w 296099"/>
                <a:gd name="connsiteY20" fmla="*/ 256702 h 296279"/>
                <a:gd name="connsiteX21" fmla="*/ 296100 w 296099"/>
                <a:gd name="connsiteY21" fmla="*/ 171609 h 296279"/>
                <a:gd name="connsiteX22" fmla="*/ 288227 w 296099"/>
                <a:gd name="connsiteY22" fmla="*/ 163731 h 296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96099" h="296279">
                  <a:moveTo>
                    <a:pt x="288227" y="163731"/>
                  </a:moveTo>
                  <a:cubicBezTo>
                    <a:pt x="283882" y="163731"/>
                    <a:pt x="280355" y="167261"/>
                    <a:pt x="280355" y="171609"/>
                  </a:cubicBezTo>
                  <a:lnTo>
                    <a:pt x="280355" y="256702"/>
                  </a:lnTo>
                  <a:cubicBezTo>
                    <a:pt x="280355" y="263073"/>
                    <a:pt x="277867" y="269054"/>
                    <a:pt x="273370" y="273560"/>
                  </a:cubicBezTo>
                  <a:cubicBezTo>
                    <a:pt x="268873" y="278053"/>
                    <a:pt x="262903" y="280524"/>
                    <a:pt x="256542" y="280524"/>
                  </a:cubicBezTo>
                  <a:lnTo>
                    <a:pt x="39520" y="280524"/>
                  </a:lnTo>
                  <a:cubicBezTo>
                    <a:pt x="33165" y="280524"/>
                    <a:pt x="27195" y="278041"/>
                    <a:pt x="22704" y="273547"/>
                  </a:cubicBezTo>
                  <a:cubicBezTo>
                    <a:pt x="18214" y="269054"/>
                    <a:pt x="15745" y="263067"/>
                    <a:pt x="15745" y="256702"/>
                  </a:cubicBezTo>
                  <a:lnTo>
                    <a:pt x="15745" y="39565"/>
                  </a:lnTo>
                  <a:cubicBezTo>
                    <a:pt x="15745" y="26431"/>
                    <a:pt x="26426" y="15756"/>
                    <a:pt x="39551" y="15756"/>
                  </a:cubicBezTo>
                  <a:lnTo>
                    <a:pt x="124574" y="15756"/>
                  </a:lnTo>
                  <a:cubicBezTo>
                    <a:pt x="128920" y="15756"/>
                    <a:pt x="132447" y="12226"/>
                    <a:pt x="132447" y="7878"/>
                  </a:cubicBezTo>
                  <a:cubicBezTo>
                    <a:pt x="132447" y="3529"/>
                    <a:pt x="128920" y="0"/>
                    <a:pt x="124574" y="0"/>
                  </a:cubicBezTo>
                  <a:lnTo>
                    <a:pt x="39545" y="0"/>
                  </a:lnTo>
                  <a:cubicBezTo>
                    <a:pt x="17748" y="0"/>
                    <a:pt x="6" y="17741"/>
                    <a:pt x="0" y="39597"/>
                  </a:cubicBezTo>
                  <a:lnTo>
                    <a:pt x="0" y="256702"/>
                  </a:lnTo>
                  <a:cubicBezTo>
                    <a:pt x="0" y="267270"/>
                    <a:pt x="4100" y="277203"/>
                    <a:pt x="11563" y="284677"/>
                  </a:cubicBezTo>
                  <a:cubicBezTo>
                    <a:pt x="19033" y="292158"/>
                    <a:pt x="28958" y="296273"/>
                    <a:pt x="39558" y="296279"/>
                  </a:cubicBezTo>
                  <a:lnTo>
                    <a:pt x="256548" y="296279"/>
                  </a:lnTo>
                  <a:cubicBezTo>
                    <a:pt x="267104" y="296279"/>
                    <a:pt x="277029" y="292170"/>
                    <a:pt x="284499" y="284696"/>
                  </a:cubicBezTo>
                  <a:cubicBezTo>
                    <a:pt x="291968" y="277222"/>
                    <a:pt x="296093" y="267283"/>
                    <a:pt x="296100" y="256702"/>
                  </a:cubicBezTo>
                  <a:lnTo>
                    <a:pt x="296100" y="171609"/>
                  </a:lnTo>
                  <a:cubicBezTo>
                    <a:pt x="296100" y="167261"/>
                    <a:pt x="292573" y="163731"/>
                    <a:pt x="288227" y="163731"/>
                  </a:cubicBezTo>
                  <a:close/>
                </a:path>
              </a:pathLst>
            </a:custGeom>
            <a:grpFill/>
            <a:ln w="0" cap="flat">
              <a:noFill/>
              <a:prstDash val="solid"/>
              <a:miter/>
            </a:ln>
          </p:spPr>
          <p:txBody>
            <a:bodyPr rtlCol="0" anchor="ctr"/>
            <a:lstStyle/>
            <a:p>
              <a:endParaRPr lang="de-DE"/>
            </a:p>
          </p:txBody>
        </p:sp>
        <p:sp>
          <p:nvSpPr>
            <p:cNvPr id="486" name="Freihandform 485">
              <a:extLst>
                <a:ext uri="{FF2B5EF4-FFF2-40B4-BE49-F238E27FC236}">
                  <a16:creationId xmlns:a16="http://schemas.microsoft.com/office/drawing/2014/main" id="{84F24471-6FD6-E3F3-3D6F-FD47F3029DFB}"/>
                </a:ext>
              </a:extLst>
            </p:cNvPr>
            <p:cNvSpPr/>
            <p:nvPr/>
          </p:nvSpPr>
          <p:spPr>
            <a:xfrm>
              <a:off x="6393412" y="2124704"/>
              <a:ext cx="137541" cy="137584"/>
            </a:xfrm>
            <a:custGeom>
              <a:avLst/>
              <a:gdLst>
                <a:gd name="connsiteX0" fmla="*/ 7872 w 137541"/>
                <a:gd name="connsiteY0" fmla="*/ 137578 h 137584"/>
                <a:gd name="connsiteX1" fmla="*/ 13440 w 137541"/>
                <a:gd name="connsiteY1" fmla="*/ 135271 h 137584"/>
                <a:gd name="connsiteX2" fmla="*/ 121797 w 137541"/>
                <a:gd name="connsiteY2" fmla="*/ 26867 h 137584"/>
                <a:gd name="connsiteX3" fmla="*/ 121797 w 137541"/>
                <a:gd name="connsiteY3" fmla="*/ 81841 h 137584"/>
                <a:gd name="connsiteX4" fmla="*/ 129669 w 137541"/>
                <a:gd name="connsiteY4" fmla="*/ 89719 h 137584"/>
                <a:gd name="connsiteX5" fmla="*/ 137542 w 137541"/>
                <a:gd name="connsiteY5" fmla="*/ 81841 h 137584"/>
                <a:gd name="connsiteX6" fmla="*/ 137542 w 137541"/>
                <a:gd name="connsiteY6" fmla="*/ 7872 h 137584"/>
                <a:gd name="connsiteX7" fmla="*/ 137542 w 137541"/>
                <a:gd name="connsiteY7" fmla="*/ 7866 h 137584"/>
                <a:gd name="connsiteX8" fmla="*/ 136931 w 137541"/>
                <a:gd name="connsiteY8" fmla="*/ 4841 h 137584"/>
                <a:gd name="connsiteX9" fmla="*/ 135980 w 137541"/>
                <a:gd name="connsiteY9" fmla="*/ 3404 h 137584"/>
                <a:gd name="connsiteX10" fmla="*/ 135237 w 137541"/>
                <a:gd name="connsiteY10" fmla="*/ 2288 h 137584"/>
                <a:gd name="connsiteX11" fmla="*/ 133517 w 137541"/>
                <a:gd name="connsiteY11" fmla="*/ 1148 h 137584"/>
                <a:gd name="connsiteX12" fmla="*/ 132717 w 137541"/>
                <a:gd name="connsiteY12" fmla="*/ 618 h 137584"/>
                <a:gd name="connsiteX13" fmla="*/ 129575 w 137541"/>
                <a:gd name="connsiteY13" fmla="*/ 1 h 137584"/>
                <a:gd name="connsiteX14" fmla="*/ 55750 w 137541"/>
                <a:gd name="connsiteY14" fmla="*/ 1 h 137584"/>
                <a:gd name="connsiteX15" fmla="*/ 47877 w 137541"/>
                <a:gd name="connsiteY15" fmla="*/ 7878 h 137584"/>
                <a:gd name="connsiteX16" fmla="*/ 55750 w 137541"/>
                <a:gd name="connsiteY16" fmla="*/ 15756 h 137584"/>
                <a:gd name="connsiteX17" fmla="*/ 110643 w 137541"/>
                <a:gd name="connsiteY17" fmla="*/ 15756 h 137584"/>
                <a:gd name="connsiteX18" fmla="*/ 2305 w 137541"/>
                <a:gd name="connsiteY18" fmla="*/ 124135 h 137584"/>
                <a:gd name="connsiteX19" fmla="*/ 2305 w 137541"/>
                <a:gd name="connsiteY19" fmla="*/ 135277 h 137584"/>
                <a:gd name="connsiteX20" fmla="*/ 7872 w 137541"/>
                <a:gd name="connsiteY20" fmla="*/ 137584 h 13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37541" h="137584">
                  <a:moveTo>
                    <a:pt x="7872" y="137578"/>
                  </a:moveTo>
                  <a:cubicBezTo>
                    <a:pt x="9888" y="137578"/>
                    <a:pt x="11903" y="136809"/>
                    <a:pt x="13440" y="135271"/>
                  </a:cubicBezTo>
                  <a:lnTo>
                    <a:pt x="121797" y="26867"/>
                  </a:lnTo>
                  <a:lnTo>
                    <a:pt x="121797" y="81841"/>
                  </a:lnTo>
                  <a:cubicBezTo>
                    <a:pt x="121797" y="86190"/>
                    <a:pt x="125324" y="89719"/>
                    <a:pt x="129669" y="89719"/>
                  </a:cubicBezTo>
                  <a:cubicBezTo>
                    <a:pt x="134015" y="89719"/>
                    <a:pt x="137542" y="86190"/>
                    <a:pt x="137542" y="81841"/>
                  </a:cubicBezTo>
                  <a:lnTo>
                    <a:pt x="137542" y="7872"/>
                  </a:lnTo>
                  <a:cubicBezTo>
                    <a:pt x="137542" y="7872"/>
                    <a:pt x="137542" y="7872"/>
                    <a:pt x="137542" y="7866"/>
                  </a:cubicBezTo>
                  <a:cubicBezTo>
                    <a:pt x="137542" y="6832"/>
                    <a:pt x="137334" y="5805"/>
                    <a:pt x="136931" y="4841"/>
                  </a:cubicBezTo>
                  <a:cubicBezTo>
                    <a:pt x="136704" y="4299"/>
                    <a:pt x="136313" y="3876"/>
                    <a:pt x="135980" y="3404"/>
                  </a:cubicBezTo>
                  <a:cubicBezTo>
                    <a:pt x="135722" y="3032"/>
                    <a:pt x="135570" y="2616"/>
                    <a:pt x="135237" y="2288"/>
                  </a:cubicBezTo>
                  <a:cubicBezTo>
                    <a:pt x="134726" y="1778"/>
                    <a:pt x="134109" y="1488"/>
                    <a:pt x="133517" y="1148"/>
                  </a:cubicBezTo>
                  <a:cubicBezTo>
                    <a:pt x="133240" y="984"/>
                    <a:pt x="133020" y="744"/>
                    <a:pt x="132717" y="618"/>
                  </a:cubicBezTo>
                  <a:cubicBezTo>
                    <a:pt x="131710" y="196"/>
                    <a:pt x="130645" y="-12"/>
                    <a:pt x="129575" y="1"/>
                  </a:cubicBezTo>
                  <a:lnTo>
                    <a:pt x="55750" y="1"/>
                  </a:lnTo>
                  <a:cubicBezTo>
                    <a:pt x="51404" y="1"/>
                    <a:pt x="47877" y="3530"/>
                    <a:pt x="47877" y="7878"/>
                  </a:cubicBezTo>
                  <a:cubicBezTo>
                    <a:pt x="47877" y="12227"/>
                    <a:pt x="51404" y="15756"/>
                    <a:pt x="55750" y="15756"/>
                  </a:cubicBezTo>
                  <a:lnTo>
                    <a:pt x="110643" y="15756"/>
                  </a:lnTo>
                  <a:lnTo>
                    <a:pt x="2305" y="124135"/>
                  </a:lnTo>
                  <a:cubicBezTo>
                    <a:pt x="-768" y="127211"/>
                    <a:pt x="-768" y="132196"/>
                    <a:pt x="2305" y="135277"/>
                  </a:cubicBezTo>
                  <a:cubicBezTo>
                    <a:pt x="3842" y="136815"/>
                    <a:pt x="5851" y="137584"/>
                    <a:pt x="7872" y="137584"/>
                  </a:cubicBezTo>
                  <a:close/>
                </a:path>
              </a:pathLst>
            </a:custGeom>
            <a:grpFill/>
            <a:ln w="0" cap="flat">
              <a:noFill/>
              <a:prstDash val="solid"/>
              <a:miter/>
            </a:ln>
          </p:spPr>
          <p:txBody>
            <a:bodyPr rtlCol="0" anchor="ctr"/>
            <a:lstStyle/>
            <a:p>
              <a:endParaRPr lang="de-DE"/>
            </a:p>
          </p:txBody>
        </p:sp>
      </p:grpSp>
      <p:grpSp>
        <p:nvGrpSpPr>
          <p:cNvPr id="487" name="Grafik 463">
            <a:extLst>
              <a:ext uri="{FF2B5EF4-FFF2-40B4-BE49-F238E27FC236}">
                <a16:creationId xmlns:a16="http://schemas.microsoft.com/office/drawing/2014/main" id="{BA378786-20F9-D4AA-E1DA-C181EC3072C9}"/>
              </a:ext>
            </a:extLst>
          </p:cNvPr>
          <p:cNvGrpSpPr/>
          <p:nvPr/>
        </p:nvGrpSpPr>
        <p:grpSpPr>
          <a:xfrm>
            <a:off x="7708551" y="2124686"/>
            <a:ext cx="294537" cy="296285"/>
            <a:chOff x="7708551" y="2124686"/>
            <a:chExt cx="294537" cy="296285"/>
          </a:xfrm>
          <a:solidFill>
            <a:schemeClr val="tx1"/>
          </a:solidFill>
        </p:grpSpPr>
        <p:sp>
          <p:nvSpPr>
            <p:cNvPr id="488" name="Freihandform 487">
              <a:extLst>
                <a:ext uri="{FF2B5EF4-FFF2-40B4-BE49-F238E27FC236}">
                  <a16:creationId xmlns:a16="http://schemas.microsoft.com/office/drawing/2014/main" id="{2E5FB850-2171-6B86-D5F8-AB85CD826335}"/>
                </a:ext>
              </a:extLst>
            </p:cNvPr>
            <p:cNvSpPr/>
            <p:nvPr/>
          </p:nvSpPr>
          <p:spPr>
            <a:xfrm>
              <a:off x="7893207" y="2124686"/>
              <a:ext cx="109880" cy="109916"/>
            </a:xfrm>
            <a:custGeom>
              <a:avLst/>
              <a:gdLst>
                <a:gd name="connsiteX0" fmla="*/ 109862 w 109880"/>
                <a:gd name="connsiteY0" fmla="*/ 7815 h 109916"/>
                <a:gd name="connsiteX1" fmla="*/ 109270 w 109880"/>
                <a:gd name="connsiteY1" fmla="*/ 4865 h 109916"/>
                <a:gd name="connsiteX2" fmla="*/ 105012 w 109880"/>
                <a:gd name="connsiteY2" fmla="*/ 605 h 109916"/>
                <a:gd name="connsiteX3" fmla="*/ 102002 w 109880"/>
                <a:gd name="connsiteY3" fmla="*/ 0 h 109916"/>
                <a:gd name="connsiteX4" fmla="*/ 28045 w 109880"/>
                <a:gd name="connsiteY4" fmla="*/ 0 h 109916"/>
                <a:gd name="connsiteX5" fmla="*/ 20173 w 109880"/>
                <a:gd name="connsiteY5" fmla="*/ 7878 h 109916"/>
                <a:gd name="connsiteX6" fmla="*/ 28045 w 109880"/>
                <a:gd name="connsiteY6" fmla="*/ 15756 h 109916"/>
                <a:gd name="connsiteX7" fmla="*/ 82995 w 109880"/>
                <a:gd name="connsiteY7" fmla="*/ 15756 h 109916"/>
                <a:gd name="connsiteX8" fmla="*/ 2305 w 109880"/>
                <a:gd name="connsiteY8" fmla="*/ 96468 h 109916"/>
                <a:gd name="connsiteX9" fmla="*/ 2305 w 109880"/>
                <a:gd name="connsiteY9" fmla="*/ 107610 h 109916"/>
                <a:gd name="connsiteX10" fmla="*/ 7873 w 109880"/>
                <a:gd name="connsiteY10" fmla="*/ 109917 h 109916"/>
                <a:gd name="connsiteX11" fmla="*/ 13440 w 109880"/>
                <a:gd name="connsiteY11" fmla="*/ 107610 h 109916"/>
                <a:gd name="connsiteX12" fmla="*/ 94136 w 109880"/>
                <a:gd name="connsiteY12" fmla="*/ 26892 h 109916"/>
                <a:gd name="connsiteX13" fmla="*/ 94136 w 109880"/>
                <a:gd name="connsiteY13" fmla="*/ 81872 h 109916"/>
                <a:gd name="connsiteX14" fmla="*/ 102008 w 109880"/>
                <a:gd name="connsiteY14" fmla="*/ 89750 h 109916"/>
                <a:gd name="connsiteX15" fmla="*/ 109881 w 109880"/>
                <a:gd name="connsiteY15" fmla="*/ 81872 h 109916"/>
                <a:gd name="connsiteX16" fmla="*/ 109881 w 109880"/>
                <a:gd name="connsiteY16" fmla="*/ 7884 h 109916"/>
                <a:gd name="connsiteX17" fmla="*/ 109868 w 109880"/>
                <a:gd name="connsiteY17" fmla="*/ 7821 h 109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9880" h="109916">
                  <a:moveTo>
                    <a:pt x="109862" y="7815"/>
                  </a:moveTo>
                  <a:cubicBezTo>
                    <a:pt x="109856" y="6813"/>
                    <a:pt x="109654" y="5811"/>
                    <a:pt x="109270" y="4865"/>
                  </a:cubicBezTo>
                  <a:cubicBezTo>
                    <a:pt x="108470" y="2937"/>
                    <a:pt x="106940" y="1405"/>
                    <a:pt x="105012" y="605"/>
                  </a:cubicBezTo>
                  <a:cubicBezTo>
                    <a:pt x="104049" y="208"/>
                    <a:pt x="103029" y="0"/>
                    <a:pt x="102002" y="0"/>
                  </a:cubicBezTo>
                  <a:lnTo>
                    <a:pt x="28045" y="0"/>
                  </a:lnTo>
                  <a:cubicBezTo>
                    <a:pt x="23699" y="0"/>
                    <a:pt x="20173" y="3529"/>
                    <a:pt x="20173" y="7878"/>
                  </a:cubicBezTo>
                  <a:cubicBezTo>
                    <a:pt x="20173" y="12226"/>
                    <a:pt x="23699" y="15756"/>
                    <a:pt x="28045" y="15756"/>
                  </a:cubicBezTo>
                  <a:lnTo>
                    <a:pt x="82995" y="15756"/>
                  </a:lnTo>
                  <a:lnTo>
                    <a:pt x="2305" y="96468"/>
                  </a:lnTo>
                  <a:cubicBezTo>
                    <a:pt x="-768" y="99537"/>
                    <a:pt x="-768" y="104528"/>
                    <a:pt x="2305" y="107610"/>
                  </a:cubicBezTo>
                  <a:cubicBezTo>
                    <a:pt x="3842" y="109148"/>
                    <a:pt x="5851" y="109917"/>
                    <a:pt x="7873" y="109917"/>
                  </a:cubicBezTo>
                  <a:cubicBezTo>
                    <a:pt x="9894" y="109917"/>
                    <a:pt x="11903" y="109148"/>
                    <a:pt x="13440" y="107610"/>
                  </a:cubicBezTo>
                  <a:lnTo>
                    <a:pt x="94136" y="26892"/>
                  </a:lnTo>
                  <a:lnTo>
                    <a:pt x="94136" y="81872"/>
                  </a:lnTo>
                  <a:cubicBezTo>
                    <a:pt x="94136" y="86221"/>
                    <a:pt x="97663" y="89750"/>
                    <a:pt x="102008" y="89750"/>
                  </a:cubicBezTo>
                  <a:cubicBezTo>
                    <a:pt x="106354" y="89750"/>
                    <a:pt x="109881" y="86221"/>
                    <a:pt x="109881" y="81872"/>
                  </a:cubicBezTo>
                  <a:lnTo>
                    <a:pt x="109881" y="7884"/>
                  </a:lnTo>
                  <a:cubicBezTo>
                    <a:pt x="109881" y="7884"/>
                    <a:pt x="109868" y="7846"/>
                    <a:pt x="109868" y="7821"/>
                  </a:cubicBezTo>
                  <a:close/>
                </a:path>
              </a:pathLst>
            </a:custGeom>
            <a:grpFill/>
            <a:ln w="0" cap="flat">
              <a:noFill/>
              <a:prstDash val="solid"/>
              <a:miter/>
            </a:ln>
          </p:spPr>
          <p:txBody>
            <a:bodyPr rtlCol="0" anchor="ctr"/>
            <a:lstStyle/>
            <a:p>
              <a:endParaRPr lang="de-DE"/>
            </a:p>
          </p:txBody>
        </p:sp>
        <p:sp>
          <p:nvSpPr>
            <p:cNvPr id="489" name="Freihandform 488">
              <a:extLst>
                <a:ext uri="{FF2B5EF4-FFF2-40B4-BE49-F238E27FC236}">
                  <a16:creationId xmlns:a16="http://schemas.microsoft.com/office/drawing/2014/main" id="{4B484BAD-D4BB-F209-3EAD-971B4C510FE1}"/>
                </a:ext>
              </a:extLst>
            </p:cNvPr>
            <p:cNvSpPr/>
            <p:nvPr/>
          </p:nvSpPr>
          <p:spPr>
            <a:xfrm>
              <a:off x="7708551" y="2124686"/>
              <a:ext cx="109874" cy="109910"/>
            </a:xfrm>
            <a:custGeom>
              <a:avLst/>
              <a:gdLst>
                <a:gd name="connsiteX0" fmla="*/ 26886 w 109874"/>
                <a:gd name="connsiteY0" fmla="*/ 15756 h 109910"/>
                <a:gd name="connsiteX1" fmla="*/ 81786 w 109874"/>
                <a:gd name="connsiteY1" fmla="*/ 15756 h 109910"/>
                <a:gd name="connsiteX2" fmla="*/ 89658 w 109874"/>
                <a:gd name="connsiteY2" fmla="*/ 7878 h 109910"/>
                <a:gd name="connsiteX3" fmla="*/ 81786 w 109874"/>
                <a:gd name="connsiteY3" fmla="*/ 0 h 109910"/>
                <a:gd name="connsiteX4" fmla="*/ 7872 w 109874"/>
                <a:gd name="connsiteY4" fmla="*/ 0 h 109910"/>
                <a:gd name="connsiteX5" fmla="*/ 7702 w 109874"/>
                <a:gd name="connsiteY5" fmla="*/ 32 h 109910"/>
                <a:gd name="connsiteX6" fmla="*/ 4875 w 109874"/>
                <a:gd name="connsiteY6" fmla="*/ 605 h 109910"/>
                <a:gd name="connsiteX7" fmla="*/ 605 w 109874"/>
                <a:gd name="connsiteY7" fmla="*/ 4878 h 109910"/>
                <a:gd name="connsiteX8" fmla="*/ 176 w 109874"/>
                <a:gd name="connsiteY8" fmla="*/ 7014 h 109910"/>
                <a:gd name="connsiteX9" fmla="*/ 0 w 109874"/>
                <a:gd name="connsiteY9" fmla="*/ 7878 h 109910"/>
                <a:gd name="connsiteX10" fmla="*/ 0 w 109874"/>
                <a:gd name="connsiteY10" fmla="*/ 81866 h 109910"/>
                <a:gd name="connsiteX11" fmla="*/ 7872 w 109874"/>
                <a:gd name="connsiteY11" fmla="*/ 89743 h 109910"/>
                <a:gd name="connsiteX12" fmla="*/ 15745 w 109874"/>
                <a:gd name="connsiteY12" fmla="*/ 81866 h 109910"/>
                <a:gd name="connsiteX13" fmla="*/ 15745 w 109874"/>
                <a:gd name="connsiteY13" fmla="*/ 26885 h 109910"/>
                <a:gd name="connsiteX14" fmla="*/ 96435 w 109874"/>
                <a:gd name="connsiteY14" fmla="*/ 107604 h 109910"/>
                <a:gd name="connsiteX15" fmla="*/ 102002 w 109874"/>
                <a:gd name="connsiteY15" fmla="*/ 109910 h 109910"/>
                <a:gd name="connsiteX16" fmla="*/ 107569 w 109874"/>
                <a:gd name="connsiteY16" fmla="*/ 107604 h 109910"/>
                <a:gd name="connsiteX17" fmla="*/ 107569 w 109874"/>
                <a:gd name="connsiteY17" fmla="*/ 96462 h 109910"/>
                <a:gd name="connsiteX18" fmla="*/ 26886 w 109874"/>
                <a:gd name="connsiteY18" fmla="*/ 15749 h 10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9874" h="109910">
                  <a:moveTo>
                    <a:pt x="26886" y="15756"/>
                  </a:moveTo>
                  <a:lnTo>
                    <a:pt x="81786" y="15756"/>
                  </a:lnTo>
                  <a:cubicBezTo>
                    <a:pt x="86131" y="15756"/>
                    <a:pt x="89658" y="12226"/>
                    <a:pt x="89658" y="7878"/>
                  </a:cubicBezTo>
                  <a:cubicBezTo>
                    <a:pt x="89658" y="3529"/>
                    <a:pt x="86131" y="0"/>
                    <a:pt x="81786" y="0"/>
                  </a:cubicBezTo>
                  <a:lnTo>
                    <a:pt x="7872" y="0"/>
                  </a:lnTo>
                  <a:cubicBezTo>
                    <a:pt x="7816" y="0"/>
                    <a:pt x="7765" y="32"/>
                    <a:pt x="7702" y="32"/>
                  </a:cubicBezTo>
                  <a:cubicBezTo>
                    <a:pt x="6739" y="50"/>
                    <a:pt x="5775" y="227"/>
                    <a:pt x="4875" y="605"/>
                  </a:cubicBezTo>
                  <a:cubicBezTo>
                    <a:pt x="2941" y="1405"/>
                    <a:pt x="1404" y="2943"/>
                    <a:pt x="605" y="4878"/>
                  </a:cubicBezTo>
                  <a:cubicBezTo>
                    <a:pt x="321" y="5559"/>
                    <a:pt x="252" y="6290"/>
                    <a:pt x="176" y="7014"/>
                  </a:cubicBezTo>
                  <a:cubicBezTo>
                    <a:pt x="145" y="7311"/>
                    <a:pt x="0" y="7569"/>
                    <a:pt x="0" y="7878"/>
                  </a:cubicBezTo>
                  <a:lnTo>
                    <a:pt x="0" y="81866"/>
                  </a:lnTo>
                  <a:cubicBezTo>
                    <a:pt x="0" y="86214"/>
                    <a:pt x="3527" y="89743"/>
                    <a:pt x="7872" y="89743"/>
                  </a:cubicBezTo>
                  <a:cubicBezTo>
                    <a:pt x="12218" y="89743"/>
                    <a:pt x="15745" y="86214"/>
                    <a:pt x="15745" y="81866"/>
                  </a:cubicBezTo>
                  <a:lnTo>
                    <a:pt x="15745" y="26885"/>
                  </a:lnTo>
                  <a:lnTo>
                    <a:pt x="96435" y="107604"/>
                  </a:lnTo>
                  <a:cubicBezTo>
                    <a:pt x="97971" y="109142"/>
                    <a:pt x="99980" y="109910"/>
                    <a:pt x="102002" y="109910"/>
                  </a:cubicBezTo>
                  <a:cubicBezTo>
                    <a:pt x="104024" y="109910"/>
                    <a:pt x="106033" y="109142"/>
                    <a:pt x="107569" y="107604"/>
                  </a:cubicBezTo>
                  <a:cubicBezTo>
                    <a:pt x="110643" y="104528"/>
                    <a:pt x="110643" y="99543"/>
                    <a:pt x="107569" y="96462"/>
                  </a:cubicBezTo>
                  <a:lnTo>
                    <a:pt x="26886" y="15749"/>
                  </a:lnTo>
                  <a:close/>
                </a:path>
              </a:pathLst>
            </a:custGeom>
            <a:grpFill/>
            <a:ln w="0" cap="flat">
              <a:noFill/>
              <a:prstDash val="solid"/>
              <a:miter/>
            </a:ln>
          </p:spPr>
          <p:txBody>
            <a:bodyPr rtlCol="0" anchor="ctr"/>
            <a:lstStyle/>
            <a:p>
              <a:endParaRPr lang="de-DE"/>
            </a:p>
          </p:txBody>
        </p:sp>
        <p:sp>
          <p:nvSpPr>
            <p:cNvPr id="490" name="Freihandform 489">
              <a:extLst>
                <a:ext uri="{FF2B5EF4-FFF2-40B4-BE49-F238E27FC236}">
                  <a16:creationId xmlns:a16="http://schemas.microsoft.com/office/drawing/2014/main" id="{63EBA538-C0B7-D36F-4080-72333CB040F3}"/>
                </a:ext>
              </a:extLst>
            </p:cNvPr>
            <p:cNvSpPr/>
            <p:nvPr/>
          </p:nvSpPr>
          <p:spPr>
            <a:xfrm>
              <a:off x="7708551" y="2311050"/>
              <a:ext cx="109887" cy="109921"/>
            </a:xfrm>
            <a:custGeom>
              <a:avLst/>
              <a:gdLst>
                <a:gd name="connsiteX0" fmla="*/ 96435 w 109887"/>
                <a:gd name="connsiteY0" fmla="*/ 2311 h 109921"/>
                <a:gd name="connsiteX1" fmla="*/ 15745 w 109887"/>
                <a:gd name="connsiteY1" fmla="*/ 83030 h 109921"/>
                <a:gd name="connsiteX2" fmla="*/ 15745 w 109887"/>
                <a:gd name="connsiteY2" fmla="*/ 28056 h 109921"/>
                <a:gd name="connsiteX3" fmla="*/ 7872 w 109887"/>
                <a:gd name="connsiteY3" fmla="*/ 20178 h 109921"/>
                <a:gd name="connsiteX4" fmla="*/ 0 w 109887"/>
                <a:gd name="connsiteY4" fmla="*/ 28056 h 109921"/>
                <a:gd name="connsiteX5" fmla="*/ 0 w 109887"/>
                <a:gd name="connsiteY5" fmla="*/ 102025 h 109921"/>
                <a:gd name="connsiteX6" fmla="*/ 107 w 109887"/>
                <a:gd name="connsiteY6" fmla="*/ 102548 h 109921"/>
                <a:gd name="connsiteX7" fmla="*/ 611 w 109887"/>
                <a:gd name="connsiteY7" fmla="*/ 105037 h 109921"/>
                <a:gd name="connsiteX8" fmla="*/ 2261 w 109887"/>
                <a:gd name="connsiteY8" fmla="*/ 107520 h 109921"/>
                <a:gd name="connsiteX9" fmla="*/ 2318 w 109887"/>
                <a:gd name="connsiteY9" fmla="*/ 107609 h 109921"/>
                <a:gd name="connsiteX10" fmla="*/ 3029 w 109887"/>
                <a:gd name="connsiteY10" fmla="*/ 108081 h 109921"/>
                <a:gd name="connsiteX11" fmla="*/ 4856 w 109887"/>
                <a:gd name="connsiteY11" fmla="*/ 109298 h 109921"/>
                <a:gd name="connsiteX12" fmla="*/ 7891 w 109887"/>
                <a:gd name="connsiteY12" fmla="*/ 109922 h 109921"/>
                <a:gd name="connsiteX13" fmla="*/ 7954 w 109887"/>
                <a:gd name="connsiteY13" fmla="*/ 109909 h 109921"/>
                <a:gd name="connsiteX14" fmla="*/ 81798 w 109887"/>
                <a:gd name="connsiteY14" fmla="*/ 109909 h 109921"/>
                <a:gd name="connsiteX15" fmla="*/ 89671 w 109887"/>
                <a:gd name="connsiteY15" fmla="*/ 102031 h 109921"/>
                <a:gd name="connsiteX16" fmla="*/ 81798 w 109887"/>
                <a:gd name="connsiteY16" fmla="*/ 94153 h 109921"/>
                <a:gd name="connsiteX17" fmla="*/ 26911 w 109887"/>
                <a:gd name="connsiteY17" fmla="*/ 94153 h 109921"/>
                <a:gd name="connsiteX18" fmla="*/ 107582 w 109887"/>
                <a:gd name="connsiteY18" fmla="*/ 13454 h 109921"/>
                <a:gd name="connsiteX19" fmla="*/ 107582 w 109887"/>
                <a:gd name="connsiteY19" fmla="*/ 2311 h 109921"/>
                <a:gd name="connsiteX20" fmla="*/ 96447 w 109887"/>
                <a:gd name="connsiteY20" fmla="*/ 2311 h 109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09887" h="109921">
                  <a:moveTo>
                    <a:pt x="96435" y="2311"/>
                  </a:moveTo>
                  <a:lnTo>
                    <a:pt x="15745" y="83030"/>
                  </a:lnTo>
                  <a:lnTo>
                    <a:pt x="15745" y="28056"/>
                  </a:lnTo>
                  <a:cubicBezTo>
                    <a:pt x="15745" y="23707"/>
                    <a:pt x="12218" y="20178"/>
                    <a:pt x="7872" y="20178"/>
                  </a:cubicBezTo>
                  <a:cubicBezTo>
                    <a:pt x="3527" y="20178"/>
                    <a:pt x="0" y="23707"/>
                    <a:pt x="0" y="28056"/>
                  </a:cubicBezTo>
                  <a:lnTo>
                    <a:pt x="0" y="102025"/>
                  </a:lnTo>
                  <a:cubicBezTo>
                    <a:pt x="0" y="102214"/>
                    <a:pt x="95" y="102365"/>
                    <a:pt x="107" y="102548"/>
                  </a:cubicBezTo>
                  <a:cubicBezTo>
                    <a:pt x="164" y="103392"/>
                    <a:pt x="283" y="104243"/>
                    <a:pt x="611" y="105037"/>
                  </a:cubicBezTo>
                  <a:cubicBezTo>
                    <a:pt x="1001" y="105970"/>
                    <a:pt x="1562" y="106808"/>
                    <a:pt x="2261" y="107520"/>
                  </a:cubicBezTo>
                  <a:cubicBezTo>
                    <a:pt x="2286" y="107546"/>
                    <a:pt x="2293" y="107583"/>
                    <a:pt x="2318" y="107609"/>
                  </a:cubicBezTo>
                  <a:cubicBezTo>
                    <a:pt x="2525" y="107817"/>
                    <a:pt x="2803" y="107899"/>
                    <a:pt x="3029" y="108081"/>
                  </a:cubicBezTo>
                  <a:cubicBezTo>
                    <a:pt x="3602" y="108541"/>
                    <a:pt x="4169" y="109008"/>
                    <a:pt x="4856" y="109298"/>
                  </a:cubicBezTo>
                  <a:cubicBezTo>
                    <a:pt x="5826" y="109701"/>
                    <a:pt x="6852" y="109922"/>
                    <a:pt x="7891" y="109922"/>
                  </a:cubicBezTo>
                  <a:cubicBezTo>
                    <a:pt x="7910" y="109922"/>
                    <a:pt x="7936" y="109909"/>
                    <a:pt x="7954" y="109909"/>
                  </a:cubicBezTo>
                  <a:lnTo>
                    <a:pt x="81798" y="109909"/>
                  </a:lnTo>
                  <a:cubicBezTo>
                    <a:pt x="86144" y="109909"/>
                    <a:pt x="89671" y="106380"/>
                    <a:pt x="89671" y="102031"/>
                  </a:cubicBezTo>
                  <a:cubicBezTo>
                    <a:pt x="89671" y="97683"/>
                    <a:pt x="86144" y="94153"/>
                    <a:pt x="81798" y="94153"/>
                  </a:cubicBezTo>
                  <a:lnTo>
                    <a:pt x="26911" y="94153"/>
                  </a:lnTo>
                  <a:lnTo>
                    <a:pt x="107582" y="13454"/>
                  </a:lnTo>
                  <a:cubicBezTo>
                    <a:pt x="110656" y="10378"/>
                    <a:pt x="110656" y="5393"/>
                    <a:pt x="107582" y="2311"/>
                  </a:cubicBezTo>
                  <a:cubicBezTo>
                    <a:pt x="104509" y="-770"/>
                    <a:pt x="99533" y="-770"/>
                    <a:pt x="96447" y="2311"/>
                  </a:cubicBezTo>
                  <a:close/>
                </a:path>
              </a:pathLst>
            </a:custGeom>
            <a:grpFill/>
            <a:ln w="0" cap="flat">
              <a:noFill/>
              <a:prstDash val="solid"/>
              <a:miter/>
            </a:ln>
          </p:spPr>
          <p:txBody>
            <a:bodyPr rtlCol="0" anchor="ctr"/>
            <a:lstStyle/>
            <a:p>
              <a:endParaRPr lang="de-DE"/>
            </a:p>
          </p:txBody>
        </p:sp>
        <p:sp>
          <p:nvSpPr>
            <p:cNvPr id="491" name="Freihandform 490">
              <a:extLst>
                <a:ext uri="{FF2B5EF4-FFF2-40B4-BE49-F238E27FC236}">
                  <a16:creationId xmlns:a16="http://schemas.microsoft.com/office/drawing/2014/main" id="{BB2661DF-4958-500A-51C3-59BD6BF00C9A}"/>
                </a:ext>
              </a:extLst>
            </p:cNvPr>
            <p:cNvSpPr/>
            <p:nvPr/>
          </p:nvSpPr>
          <p:spPr>
            <a:xfrm>
              <a:off x="7893199" y="2311055"/>
              <a:ext cx="109883" cy="109916"/>
            </a:xfrm>
            <a:custGeom>
              <a:avLst/>
              <a:gdLst>
                <a:gd name="connsiteX0" fmla="*/ 102011 w 109883"/>
                <a:gd name="connsiteY0" fmla="*/ 20173 h 109916"/>
                <a:gd name="connsiteX1" fmla="*/ 94138 w 109883"/>
                <a:gd name="connsiteY1" fmla="*/ 28051 h 109916"/>
                <a:gd name="connsiteX2" fmla="*/ 94138 w 109883"/>
                <a:gd name="connsiteY2" fmla="*/ 83025 h 109916"/>
                <a:gd name="connsiteX3" fmla="*/ 13442 w 109883"/>
                <a:gd name="connsiteY3" fmla="*/ 2307 h 109916"/>
                <a:gd name="connsiteX4" fmla="*/ 2307 w 109883"/>
                <a:gd name="connsiteY4" fmla="*/ 2307 h 109916"/>
                <a:gd name="connsiteX5" fmla="*/ 2307 w 109883"/>
                <a:gd name="connsiteY5" fmla="*/ 13449 h 109916"/>
                <a:gd name="connsiteX6" fmla="*/ 82991 w 109883"/>
                <a:gd name="connsiteY6" fmla="*/ 94149 h 109916"/>
                <a:gd name="connsiteX7" fmla="*/ 28054 w 109883"/>
                <a:gd name="connsiteY7" fmla="*/ 94149 h 109916"/>
                <a:gd name="connsiteX8" fmla="*/ 20181 w 109883"/>
                <a:gd name="connsiteY8" fmla="*/ 102026 h 109916"/>
                <a:gd name="connsiteX9" fmla="*/ 28054 w 109883"/>
                <a:gd name="connsiteY9" fmla="*/ 109904 h 109916"/>
                <a:gd name="connsiteX10" fmla="*/ 101948 w 109883"/>
                <a:gd name="connsiteY10" fmla="*/ 109904 h 109916"/>
                <a:gd name="connsiteX11" fmla="*/ 102011 w 109883"/>
                <a:gd name="connsiteY11" fmla="*/ 109917 h 109916"/>
                <a:gd name="connsiteX12" fmla="*/ 105046 w 109883"/>
                <a:gd name="connsiteY12" fmla="*/ 109293 h 109916"/>
                <a:gd name="connsiteX13" fmla="*/ 106438 w 109883"/>
                <a:gd name="connsiteY13" fmla="*/ 108366 h 109916"/>
                <a:gd name="connsiteX14" fmla="*/ 107572 w 109883"/>
                <a:gd name="connsiteY14" fmla="*/ 107610 h 109916"/>
                <a:gd name="connsiteX15" fmla="*/ 108032 w 109883"/>
                <a:gd name="connsiteY15" fmla="*/ 106923 h 109916"/>
                <a:gd name="connsiteX16" fmla="*/ 109272 w 109883"/>
                <a:gd name="connsiteY16" fmla="*/ 105058 h 109916"/>
                <a:gd name="connsiteX17" fmla="*/ 109883 w 109883"/>
                <a:gd name="connsiteY17" fmla="*/ 102039 h 109916"/>
                <a:gd name="connsiteX18" fmla="*/ 109883 w 109883"/>
                <a:gd name="connsiteY18" fmla="*/ 102039 h 109916"/>
                <a:gd name="connsiteX19" fmla="*/ 109883 w 109883"/>
                <a:gd name="connsiteY19" fmla="*/ 28070 h 109916"/>
                <a:gd name="connsiteX20" fmla="*/ 102011 w 109883"/>
                <a:gd name="connsiteY20" fmla="*/ 20192 h 109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09883" h="109916">
                  <a:moveTo>
                    <a:pt x="102011" y="20173"/>
                  </a:moveTo>
                  <a:cubicBezTo>
                    <a:pt x="97665" y="20173"/>
                    <a:pt x="94138" y="23703"/>
                    <a:pt x="94138" y="28051"/>
                  </a:cubicBezTo>
                  <a:lnTo>
                    <a:pt x="94138" y="83025"/>
                  </a:lnTo>
                  <a:lnTo>
                    <a:pt x="13442" y="2307"/>
                  </a:lnTo>
                  <a:cubicBezTo>
                    <a:pt x="10369" y="-769"/>
                    <a:pt x="5387" y="-769"/>
                    <a:pt x="2307" y="2307"/>
                  </a:cubicBezTo>
                  <a:cubicBezTo>
                    <a:pt x="-772" y="5382"/>
                    <a:pt x="-766" y="10373"/>
                    <a:pt x="2307" y="13449"/>
                  </a:cubicBezTo>
                  <a:lnTo>
                    <a:pt x="82991" y="94149"/>
                  </a:lnTo>
                  <a:lnTo>
                    <a:pt x="28054" y="94149"/>
                  </a:lnTo>
                  <a:cubicBezTo>
                    <a:pt x="23708" y="94149"/>
                    <a:pt x="20181" y="97678"/>
                    <a:pt x="20181" y="102026"/>
                  </a:cubicBezTo>
                  <a:cubicBezTo>
                    <a:pt x="20181" y="106375"/>
                    <a:pt x="23708" y="109904"/>
                    <a:pt x="28054" y="109904"/>
                  </a:cubicBezTo>
                  <a:lnTo>
                    <a:pt x="101948" y="109904"/>
                  </a:lnTo>
                  <a:cubicBezTo>
                    <a:pt x="101948" y="109904"/>
                    <a:pt x="101992" y="109917"/>
                    <a:pt x="102011" y="109917"/>
                  </a:cubicBezTo>
                  <a:cubicBezTo>
                    <a:pt x="103050" y="109917"/>
                    <a:pt x="104076" y="109696"/>
                    <a:pt x="105046" y="109293"/>
                  </a:cubicBezTo>
                  <a:cubicBezTo>
                    <a:pt x="105569" y="109072"/>
                    <a:pt x="105978" y="108688"/>
                    <a:pt x="106438" y="108366"/>
                  </a:cubicBezTo>
                  <a:cubicBezTo>
                    <a:pt x="106816" y="108102"/>
                    <a:pt x="107238" y="107944"/>
                    <a:pt x="107572" y="107610"/>
                  </a:cubicBezTo>
                  <a:cubicBezTo>
                    <a:pt x="107773" y="107409"/>
                    <a:pt x="107855" y="107138"/>
                    <a:pt x="108032" y="106923"/>
                  </a:cubicBezTo>
                  <a:cubicBezTo>
                    <a:pt x="108504" y="106343"/>
                    <a:pt x="108976" y="105757"/>
                    <a:pt x="109272" y="105058"/>
                  </a:cubicBezTo>
                  <a:cubicBezTo>
                    <a:pt x="109669" y="104094"/>
                    <a:pt x="109883" y="103066"/>
                    <a:pt x="109883" y="102039"/>
                  </a:cubicBezTo>
                  <a:cubicBezTo>
                    <a:pt x="109883" y="102039"/>
                    <a:pt x="109883" y="102039"/>
                    <a:pt x="109883" y="102039"/>
                  </a:cubicBezTo>
                  <a:lnTo>
                    <a:pt x="109883" y="28070"/>
                  </a:lnTo>
                  <a:cubicBezTo>
                    <a:pt x="109883" y="23722"/>
                    <a:pt x="106356" y="20192"/>
                    <a:pt x="102011" y="20192"/>
                  </a:cubicBezTo>
                  <a:close/>
                </a:path>
              </a:pathLst>
            </a:custGeom>
            <a:grpFill/>
            <a:ln w="0" cap="flat">
              <a:noFill/>
              <a:prstDash val="solid"/>
              <a:miter/>
            </a:ln>
          </p:spPr>
          <p:txBody>
            <a:bodyPr rtlCol="0" anchor="ctr"/>
            <a:lstStyle/>
            <a:p>
              <a:endParaRPr lang="de-DE"/>
            </a:p>
          </p:txBody>
        </p:sp>
      </p:grpSp>
      <p:grpSp>
        <p:nvGrpSpPr>
          <p:cNvPr id="492" name="Grafik 463">
            <a:extLst>
              <a:ext uri="{FF2B5EF4-FFF2-40B4-BE49-F238E27FC236}">
                <a16:creationId xmlns:a16="http://schemas.microsoft.com/office/drawing/2014/main" id="{8205768C-7120-9173-3784-4591F5F264C8}"/>
              </a:ext>
            </a:extLst>
          </p:cNvPr>
          <p:cNvGrpSpPr/>
          <p:nvPr/>
        </p:nvGrpSpPr>
        <p:grpSpPr>
          <a:xfrm>
            <a:off x="8444751" y="2124658"/>
            <a:ext cx="294527" cy="296325"/>
            <a:chOff x="8444751" y="2124658"/>
            <a:chExt cx="294527" cy="296325"/>
          </a:xfrm>
          <a:solidFill>
            <a:schemeClr val="tx1"/>
          </a:solidFill>
        </p:grpSpPr>
        <p:sp>
          <p:nvSpPr>
            <p:cNvPr id="493" name="Freihandform 492">
              <a:extLst>
                <a:ext uri="{FF2B5EF4-FFF2-40B4-BE49-F238E27FC236}">
                  <a16:creationId xmlns:a16="http://schemas.microsoft.com/office/drawing/2014/main" id="{3434353D-93B7-469A-5E8A-C9FFDE558C72}"/>
                </a:ext>
              </a:extLst>
            </p:cNvPr>
            <p:cNvSpPr/>
            <p:nvPr/>
          </p:nvSpPr>
          <p:spPr>
            <a:xfrm>
              <a:off x="8629391" y="2124658"/>
              <a:ext cx="109880" cy="109931"/>
            </a:xfrm>
            <a:custGeom>
              <a:avLst/>
              <a:gdLst>
                <a:gd name="connsiteX0" fmla="*/ 617 w 109880"/>
                <a:gd name="connsiteY0" fmla="*/ 105073 h 109931"/>
                <a:gd name="connsiteX1" fmla="*/ 1845 w 109880"/>
                <a:gd name="connsiteY1" fmla="*/ 106926 h 109931"/>
                <a:gd name="connsiteX2" fmla="*/ 2311 w 109880"/>
                <a:gd name="connsiteY2" fmla="*/ 107625 h 109931"/>
                <a:gd name="connsiteX3" fmla="*/ 3445 w 109880"/>
                <a:gd name="connsiteY3" fmla="*/ 108381 h 109931"/>
                <a:gd name="connsiteX4" fmla="*/ 4837 w 109880"/>
                <a:gd name="connsiteY4" fmla="*/ 109308 h 109931"/>
                <a:gd name="connsiteX5" fmla="*/ 7872 w 109880"/>
                <a:gd name="connsiteY5" fmla="*/ 109932 h 109931"/>
                <a:gd name="connsiteX6" fmla="*/ 7936 w 109880"/>
                <a:gd name="connsiteY6" fmla="*/ 109919 h 109931"/>
                <a:gd name="connsiteX7" fmla="*/ 81842 w 109880"/>
                <a:gd name="connsiteY7" fmla="*/ 109919 h 109931"/>
                <a:gd name="connsiteX8" fmla="*/ 89715 w 109880"/>
                <a:gd name="connsiteY8" fmla="*/ 102041 h 109931"/>
                <a:gd name="connsiteX9" fmla="*/ 81842 w 109880"/>
                <a:gd name="connsiteY9" fmla="*/ 94164 h 109931"/>
                <a:gd name="connsiteX10" fmla="*/ 26892 w 109880"/>
                <a:gd name="connsiteY10" fmla="*/ 94164 h 109931"/>
                <a:gd name="connsiteX11" fmla="*/ 107576 w 109880"/>
                <a:gd name="connsiteY11" fmla="*/ 13451 h 109931"/>
                <a:gd name="connsiteX12" fmla="*/ 107576 w 109880"/>
                <a:gd name="connsiteY12" fmla="*/ 2309 h 109931"/>
                <a:gd name="connsiteX13" fmla="*/ 96441 w 109880"/>
                <a:gd name="connsiteY13" fmla="*/ 2309 h 109931"/>
                <a:gd name="connsiteX14" fmla="*/ 15745 w 109880"/>
                <a:gd name="connsiteY14" fmla="*/ 83034 h 109931"/>
                <a:gd name="connsiteX15" fmla="*/ 15745 w 109880"/>
                <a:gd name="connsiteY15" fmla="*/ 28066 h 109931"/>
                <a:gd name="connsiteX16" fmla="*/ 7872 w 109880"/>
                <a:gd name="connsiteY16" fmla="*/ 20188 h 109931"/>
                <a:gd name="connsiteX17" fmla="*/ 0 w 109880"/>
                <a:gd name="connsiteY17" fmla="*/ 28066 h 109931"/>
                <a:gd name="connsiteX18" fmla="*/ 0 w 109880"/>
                <a:gd name="connsiteY18" fmla="*/ 102035 h 109931"/>
                <a:gd name="connsiteX19" fmla="*/ 0 w 109880"/>
                <a:gd name="connsiteY19" fmla="*/ 102035 h 109931"/>
                <a:gd name="connsiteX20" fmla="*/ 611 w 109880"/>
                <a:gd name="connsiteY20" fmla="*/ 105054 h 109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09880" h="109931">
                  <a:moveTo>
                    <a:pt x="617" y="105073"/>
                  </a:moveTo>
                  <a:cubicBezTo>
                    <a:pt x="907" y="105772"/>
                    <a:pt x="1379" y="106346"/>
                    <a:pt x="1845" y="106926"/>
                  </a:cubicBezTo>
                  <a:cubicBezTo>
                    <a:pt x="2022" y="107146"/>
                    <a:pt x="2103" y="107417"/>
                    <a:pt x="2311" y="107625"/>
                  </a:cubicBezTo>
                  <a:cubicBezTo>
                    <a:pt x="2645" y="107959"/>
                    <a:pt x="3073" y="108117"/>
                    <a:pt x="3445" y="108381"/>
                  </a:cubicBezTo>
                  <a:cubicBezTo>
                    <a:pt x="3905" y="108703"/>
                    <a:pt x="4314" y="109087"/>
                    <a:pt x="4837" y="109308"/>
                  </a:cubicBezTo>
                  <a:cubicBezTo>
                    <a:pt x="5807" y="109718"/>
                    <a:pt x="6840" y="109932"/>
                    <a:pt x="7872" y="109932"/>
                  </a:cubicBezTo>
                  <a:cubicBezTo>
                    <a:pt x="7891" y="109932"/>
                    <a:pt x="7916" y="109919"/>
                    <a:pt x="7936" y="109919"/>
                  </a:cubicBezTo>
                  <a:lnTo>
                    <a:pt x="81842" y="109919"/>
                  </a:lnTo>
                  <a:cubicBezTo>
                    <a:pt x="86188" y="109919"/>
                    <a:pt x="89715" y="106390"/>
                    <a:pt x="89715" y="102041"/>
                  </a:cubicBezTo>
                  <a:cubicBezTo>
                    <a:pt x="89715" y="97693"/>
                    <a:pt x="86188" y="94164"/>
                    <a:pt x="81842" y="94164"/>
                  </a:cubicBezTo>
                  <a:lnTo>
                    <a:pt x="26892" y="94164"/>
                  </a:lnTo>
                  <a:lnTo>
                    <a:pt x="107576" y="13451"/>
                  </a:lnTo>
                  <a:cubicBezTo>
                    <a:pt x="110649" y="10376"/>
                    <a:pt x="110649" y="5391"/>
                    <a:pt x="107576" y="2309"/>
                  </a:cubicBezTo>
                  <a:cubicBezTo>
                    <a:pt x="104502" y="-773"/>
                    <a:pt x="99521" y="-767"/>
                    <a:pt x="96441" y="2309"/>
                  </a:cubicBezTo>
                  <a:lnTo>
                    <a:pt x="15745" y="83034"/>
                  </a:lnTo>
                  <a:lnTo>
                    <a:pt x="15745" y="28066"/>
                  </a:lnTo>
                  <a:cubicBezTo>
                    <a:pt x="15745" y="23718"/>
                    <a:pt x="12218" y="20188"/>
                    <a:pt x="7872" y="20188"/>
                  </a:cubicBezTo>
                  <a:cubicBezTo>
                    <a:pt x="3527" y="20188"/>
                    <a:pt x="0" y="23718"/>
                    <a:pt x="0" y="28066"/>
                  </a:cubicBezTo>
                  <a:lnTo>
                    <a:pt x="0" y="102035"/>
                  </a:lnTo>
                  <a:cubicBezTo>
                    <a:pt x="0" y="102035"/>
                    <a:pt x="0" y="102035"/>
                    <a:pt x="0" y="102035"/>
                  </a:cubicBezTo>
                  <a:cubicBezTo>
                    <a:pt x="0" y="103062"/>
                    <a:pt x="208" y="104090"/>
                    <a:pt x="611" y="105054"/>
                  </a:cubicBezTo>
                  <a:close/>
                </a:path>
              </a:pathLst>
            </a:custGeom>
            <a:grpFill/>
            <a:ln w="0" cap="flat">
              <a:noFill/>
              <a:prstDash val="solid"/>
              <a:miter/>
            </a:ln>
          </p:spPr>
          <p:txBody>
            <a:bodyPr rtlCol="0" anchor="ctr"/>
            <a:lstStyle/>
            <a:p>
              <a:endParaRPr lang="de-DE"/>
            </a:p>
          </p:txBody>
        </p:sp>
        <p:sp>
          <p:nvSpPr>
            <p:cNvPr id="494" name="Freihandform 493">
              <a:extLst>
                <a:ext uri="{FF2B5EF4-FFF2-40B4-BE49-F238E27FC236}">
                  <a16:creationId xmlns:a16="http://schemas.microsoft.com/office/drawing/2014/main" id="{2DC86CFA-A389-C5ED-B8AA-1870422CF9B4}"/>
                </a:ext>
              </a:extLst>
            </p:cNvPr>
            <p:cNvSpPr/>
            <p:nvPr/>
          </p:nvSpPr>
          <p:spPr>
            <a:xfrm>
              <a:off x="8444751" y="2124667"/>
              <a:ext cx="109858" cy="109929"/>
            </a:xfrm>
            <a:custGeom>
              <a:avLst/>
              <a:gdLst>
                <a:gd name="connsiteX0" fmla="*/ 109858 w 109858"/>
                <a:gd name="connsiteY0" fmla="*/ 28064 h 109929"/>
                <a:gd name="connsiteX1" fmla="*/ 101986 w 109858"/>
                <a:gd name="connsiteY1" fmla="*/ 20186 h 109929"/>
                <a:gd name="connsiteX2" fmla="*/ 94113 w 109858"/>
                <a:gd name="connsiteY2" fmla="*/ 28064 h 109929"/>
                <a:gd name="connsiteX3" fmla="*/ 94113 w 109858"/>
                <a:gd name="connsiteY3" fmla="*/ 83025 h 109929"/>
                <a:gd name="connsiteX4" fmla="*/ 13442 w 109858"/>
                <a:gd name="connsiteY4" fmla="*/ 2307 h 109929"/>
                <a:gd name="connsiteX5" fmla="*/ 2307 w 109858"/>
                <a:gd name="connsiteY5" fmla="*/ 2307 h 109929"/>
                <a:gd name="connsiteX6" fmla="*/ 2307 w 109858"/>
                <a:gd name="connsiteY6" fmla="*/ 13449 h 109929"/>
                <a:gd name="connsiteX7" fmla="*/ 82966 w 109858"/>
                <a:gd name="connsiteY7" fmla="*/ 94161 h 109929"/>
                <a:gd name="connsiteX8" fmla="*/ 28054 w 109858"/>
                <a:gd name="connsiteY8" fmla="*/ 94161 h 109929"/>
                <a:gd name="connsiteX9" fmla="*/ 20181 w 109858"/>
                <a:gd name="connsiteY9" fmla="*/ 102039 h 109929"/>
                <a:gd name="connsiteX10" fmla="*/ 28054 w 109858"/>
                <a:gd name="connsiteY10" fmla="*/ 109917 h 109929"/>
                <a:gd name="connsiteX11" fmla="*/ 101916 w 109858"/>
                <a:gd name="connsiteY11" fmla="*/ 109917 h 109929"/>
                <a:gd name="connsiteX12" fmla="*/ 101979 w 109858"/>
                <a:gd name="connsiteY12" fmla="*/ 109929 h 109929"/>
                <a:gd name="connsiteX13" fmla="*/ 105015 w 109858"/>
                <a:gd name="connsiteY13" fmla="*/ 109299 h 109929"/>
                <a:gd name="connsiteX14" fmla="*/ 105979 w 109858"/>
                <a:gd name="connsiteY14" fmla="*/ 108656 h 109929"/>
                <a:gd name="connsiteX15" fmla="*/ 107540 w 109858"/>
                <a:gd name="connsiteY15" fmla="*/ 107617 h 109929"/>
                <a:gd name="connsiteX16" fmla="*/ 108416 w 109858"/>
                <a:gd name="connsiteY16" fmla="*/ 106299 h 109929"/>
                <a:gd name="connsiteX17" fmla="*/ 109228 w 109858"/>
                <a:gd name="connsiteY17" fmla="*/ 105077 h 109929"/>
                <a:gd name="connsiteX18" fmla="*/ 109839 w 109858"/>
                <a:gd name="connsiteY18" fmla="*/ 102014 h 109929"/>
                <a:gd name="connsiteX19" fmla="*/ 109839 w 109858"/>
                <a:gd name="connsiteY19" fmla="*/ 28064 h 109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9858" h="109929">
                  <a:moveTo>
                    <a:pt x="109858" y="28064"/>
                  </a:moveTo>
                  <a:cubicBezTo>
                    <a:pt x="109858" y="23715"/>
                    <a:pt x="106331" y="20186"/>
                    <a:pt x="101986" y="20186"/>
                  </a:cubicBezTo>
                  <a:cubicBezTo>
                    <a:pt x="97640" y="20186"/>
                    <a:pt x="94113" y="23715"/>
                    <a:pt x="94113" y="28064"/>
                  </a:cubicBezTo>
                  <a:lnTo>
                    <a:pt x="94113" y="83025"/>
                  </a:lnTo>
                  <a:lnTo>
                    <a:pt x="13442" y="2307"/>
                  </a:lnTo>
                  <a:cubicBezTo>
                    <a:pt x="10369" y="-769"/>
                    <a:pt x="5387" y="-769"/>
                    <a:pt x="2307" y="2307"/>
                  </a:cubicBezTo>
                  <a:cubicBezTo>
                    <a:pt x="-772" y="5382"/>
                    <a:pt x="-766" y="10367"/>
                    <a:pt x="2307" y="13449"/>
                  </a:cubicBezTo>
                  <a:lnTo>
                    <a:pt x="82966" y="94161"/>
                  </a:lnTo>
                  <a:lnTo>
                    <a:pt x="28054" y="94161"/>
                  </a:lnTo>
                  <a:cubicBezTo>
                    <a:pt x="23708" y="94161"/>
                    <a:pt x="20181" y="97691"/>
                    <a:pt x="20181" y="102039"/>
                  </a:cubicBezTo>
                  <a:cubicBezTo>
                    <a:pt x="20181" y="106388"/>
                    <a:pt x="23708" y="109917"/>
                    <a:pt x="28054" y="109917"/>
                  </a:cubicBezTo>
                  <a:lnTo>
                    <a:pt x="101916" y="109917"/>
                  </a:lnTo>
                  <a:cubicBezTo>
                    <a:pt x="101916" y="109917"/>
                    <a:pt x="101960" y="109929"/>
                    <a:pt x="101979" y="109929"/>
                  </a:cubicBezTo>
                  <a:cubicBezTo>
                    <a:pt x="103019" y="109929"/>
                    <a:pt x="104045" y="109709"/>
                    <a:pt x="105015" y="109299"/>
                  </a:cubicBezTo>
                  <a:cubicBezTo>
                    <a:pt x="105374" y="109148"/>
                    <a:pt x="105645" y="108858"/>
                    <a:pt x="105979" y="108656"/>
                  </a:cubicBezTo>
                  <a:cubicBezTo>
                    <a:pt x="106514" y="108335"/>
                    <a:pt x="107081" y="108077"/>
                    <a:pt x="107540" y="107617"/>
                  </a:cubicBezTo>
                  <a:cubicBezTo>
                    <a:pt x="107931" y="107226"/>
                    <a:pt x="108126" y="106740"/>
                    <a:pt x="108416" y="106299"/>
                  </a:cubicBezTo>
                  <a:cubicBezTo>
                    <a:pt x="108687" y="105890"/>
                    <a:pt x="109033" y="105537"/>
                    <a:pt x="109228" y="105077"/>
                  </a:cubicBezTo>
                  <a:cubicBezTo>
                    <a:pt x="109638" y="104100"/>
                    <a:pt x="109845" y="103060"/>
                    <a:pt x="109839" y="102014"/>
                  </a:cubicBezTo>
                  <a:lnTo>
                    <a:pt x="109839" y="28064"/>
                  </a:lnTo>
                  <a:close/>
                </a:path>
              </a:pathLst>
            </a:custGeom>
            <a:grpFill/>
            <a:ln w="0" cap="flat">
              <a:noFill/>
              <a:prstDash val="solid"/>
              <a:miter/>
            </a:ln>
          </p:spPr>
          <p:txBody>
            <a:bodyPr rtlCol="0" anchor="ctr"/>
            <a:lstStyle/>
            <a:p>
              <a:endParaRPr lang="de-DE"/>
            </a:p>
          </p:txBody>
        </p:sp>
        <p:sp>
          <p:nvSpPr>
            <p:cNvPr id="495" name="Freihandform 494">
              <a:extLst>
                <a:ext uri="{FF2B5EF4-FFF2-40B4-BE49-F238E27FC236}">
                  <a16:creationId xmlns:a16="http://schemas.microsoft.com/office/drawing/2014/main" id="{C3CF37FB-051C-C896-006E-0810FE8C7AE3}"/>
                </a:ext>
              </a:extLst>
            </p:cNvPr>
            <p:cNvSpPr/>
            <p:nvPr/>
          </p:nvSpPr>
          <p:spPr>
            <a:xfrm>
              <a:off x="8444772" y="2311055"/>
              <a:ext cx="109855" cy="109929"/>
            </a:xfrm>
            <a:custGeom>
              <a:avLst/>
              <a:gdLst>
                <a:gd name="connsiteX0" fmla="*/ 109226 w 109855"/>
                <a:gd name="connsiteY0" fmla="*/ 4853 h 109929"/>
                <a:gd name="connsiteX1" fmla="*/ 107859 w 109855"/>
                <a:gd name="connsiteY1" fmla="*/ 2792 h 109929"/>
                <a:gd name="connsiteX2" fmla="*/ 107538 w 109855"/>
                <a:gd name="connsiteY2" fmla="*/ 2307 h 109929"/>
                <a:gd name="connsiteX3" fmla="*/ 107255 w 109855"/>
                <a:gd name="connsiteY3" fmla="*/ 2118 h 109929"/>
                <a:gd name="connsiteX4" fmla="*/ 104987 w 109855"/>
                <a:gd name="connsiteY4" fmla="*/ 611 h 109929"/>
                <a:gd name="connsiteX5" fmla="*/ 101971 w 109855"/>
                <a:gd name="connsiteY5" fmla="*/ 0 h 109929"/>
                <a:gd name="connsiteX6" fmla="*/ 101971 w 109855"/>
                <a:gd name="connsiteY6" fmla="*/ 0 h 109929"/>
                <a:gd name="connsiteX7" fmla="*/ 28051 w 109855"/>
                <a:gd name="connsiteY7" fmla="*/ 0 h 109929"/>
                <a:gd name="connsiteX8" fmla="*/ 20179 w 109855"/>
                <a:gd name="connsiteY8" fmla="*/ 7878 h 109929"/>
                <a:gd name="connsiteX9" fmla="*/ 28051 w 109855"/>
                <a:gd name="connsiteY9" fmla="*/ 15756 h 109929"/>
                <a:gd name="connsiteX10" fmla="*/ 82976 w 109855"/>
                <a:gd name="connsiteY10" fmla="*/ 15756 h 109929"/>
                <a:gd name="connsiteX11" fmla="*/ 2305 w 109855"/>
                <a:gd name="connsiteY11" fmla="*/ 96481 h 109929"/>
                <a:gd name="connsiteX12" fmla="*/ 2305 w 109855"/>
                <a:gd name="connsiteY12" fmla="*/ 107623 h 109929"/>
                <a:gd name="connsiteX13" fmla="*/ 7873 w 109855"/>
                <a:gd name="connsiteY13" fmla="*/ 109929 h 109929"/>
                <a:gd name="connsiteX14" fmla="*/ 13440 w 109855"/>
                <a:gd name="connsiteY14" fmla="*/ 107623 h 109929"/>
                <a:gd name="connsiteX15" fmla="*/ 94111 w 109855"/>
                <a:gd name="connsiteY15" fmla="*/ 26904 h 109929"/>
                <a:gd name="connsiteX16" fmla="*/ 94111 w 109855"/>
                <a:gd name="connsiteY16" fmla="*/ 81847 h 109929"/>
                <a:gd name="connsiteX17" fmla="*/ 101983 w 109855"/>
                <a:gd name="connsiteY17" fmla="*/ 89725 h 109929"/>
                <a:gd name="connsiteX18" fmla="*/ 109856 w 109855"/>
                <a:gd name="connsiteY18" fmla="*/ 81847 h 109929"/>
                <a:gd name="connsiteX19" fmla="*/ 109856 w 109855"/>
                <a:gd name="connsiteY19" fmla="*/ 7916 h 109929"/>
                <a:gd name="connsiteX20" fmla="*/ 109245 w 109855"/>
                <a:gd name="connsiteY20" fmla="*/ 4859 h 109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09855" h="109929">
                  <a:moveTo>
                    <a:pt x="109226" y="4853"/>
                  </a:moveTo>
                  <a:cubicBezTo>
                    <a:pt x="108905" y="4078"/>
                    <a:pt x="108401" y="3422"/>
                    <a:pt x="107859" y="2792"/>
                  </a:cubicBezTo>
                  <a:cubicBezTo>
                    <a:pt x="107727" y="2641"/>
                    <a:pt x="107683" y="2445"/>
                    <a:pt x="107538" y="2307"/>
                  </a:cubicBezTo>
                  <a:cubicBezTo>
                    <a:pt x="107456" y="2225"/>
                    <a:pt x="107337" y="2193"/>
                    <a:pt x="107255" y="2118"/>
                  </a:cubicBezTo>
                  <a:cubicBezTo>
                    <a:pt x="106587" y="1500"/>
                    <a:pt x="105838" y="964"/>
                    <a:pt x="104987" y="611"/>
                  </a:cubicBezTo>
                  <a:cubicBezTo>
                    <a:pt x="104024" y="214"/>
                    <a:pt x="103003" y="0"/>
                    <a:pt x="101971" y="0"/>
                  </a:cubicBezTo>
                  <a:cubicBezTo>
                    <a:pt x="101971" y="0"/>
                    <a:pt x="101971" y="0"/>
                    <a:pt x="101971" y="0"/>
                  </a:cubicBezTo>
                  <a:lnTo>
                    <a:pt x="28051" y="0"/>
                  </a:lnTo>
                  <a:cubicBezTo>
                    <a:pt x="23706" y="0"/>
                    <a:pt x="20179" y="3529"/>
                    <a:pt x="20179" y="7878"/>
                  </a:cubicBezTo>
                  <a:cubicBezTo>
                    <a:pt x="20179" y="12226"/>
                    <a:pt x="23706" y="15756"/>
                    <a:pt x="28051" y="15756"/>
                  </a:cubicBezTo>
                  <a:lnTo>
                    <a:pt x="82976" y="15756"/>
                  </a:lnTo>
                  <a:lnTo>
                    <a:pt x="2305" y="96481"/>
                  </a:lnTo>
                  <a:cubicBezTo>
                    <a:pt x="-768" y="99556"/>
                    <a:pt x="-768" y="104541"/>
                    <a:pt x="2305" y="107623"/>
                  </a:cubicBezTo>
                  <a:cubicBezTo>
                    <a:pt x="3842" y="109161"/>
                    <a:pt x="5851" y="109929"/>
                    <a:pt x="7873" y="109929"/>
                  </a:cubicBezTo>
                  <a:cubicBezTo>
                    <a:pt x="9894" y="109929"/>
                    <a:pt x="11903" y="109161"/>
                    <a:pt x="13440" y="107623"/>
                  </a:cubicBezTo>
                  <a:lnTo>
                    <a:pt x="94111" y="26904"/>
                  </a:lnTo>
                  <a:lnTo>
                    <a:pt x="94111" y="81847"/>
                  </a:lnTo>
                  <a:cubicBezTo>
                    <a:pt x="94111" y="86195"/>
                    <a:pt x="97638" y="89725"/>
                    <a:pt x="101983" y="89725"/>
                  </a:cubicBezTo>
                  <a:cubicBezTo>
                    <a:pt x="106329" y="89725"/>
                    <a:pt x="109856" y="86195"/>
                    <a:pt x="109856" y="81847"/>
                  </a:cubicBezTo>
                  <a:lnTo>
                    <a:pt x="109856" y="7916"/>
                  </a:lnTo>
                  <a:cubicBezTo>
                    <a:pt x="109856" y="6876"/>
                    <a:pt x="109654" y="5836"/>
                    <a:pt x="109245" y="4859"/>
                  </a:cubicBezTo>
                  <a:close/>
                </a:path>
              </a:pathLst>
            </a:custGeom>
            <a:grpFill/>
            <a:ln w="0" cap="flat">
              <a:noFill/>
              <a:prstDash val="solid"/>
              <a:miter/>
            </a:ln>
          </p:spPr>
          <p:txBody>
            <a:bodyPr rtlCol="0" anchor="ctr"/>
            <a:lstStyle/>
            <a:p>
              <a:endParaRPr lang="de-DE"/>
            </a:p>
          </p:txBody>
        </p:sp>
        <p:sp>
          <p:nvSpPr>
            <p:cNvPr id="496" name="Freihandform 495">
              <a:extLst>
                <a:ext uri="{FF2B5EF4-FFF2-40B4-BE49-F238E27FC236}">
                  <a16:creationId xmlns:a16="http://schemas.microsoft.com/office/drawing/2014/main" id="{CC353EAA-2438-F7A8-4C24-D2864AAC5135}"/>
                </a:ext>
              </a:extLst>
            </p:cNvPr>
            <p:cNvSpPr/>
            <p:nvPr/>
          </p:nvSpPr>
          <p:spPr>
            <a:xfrm>
              <a:off x="8629398" y="2311055"/>
              <a:ext cx="109880" cy="109923"/>
            </a:xfrm>
            <a:custGeom>
              <a:avLst/>
              <a:gdLst>
                <a:gd name="connsiteX0" fmla="*/ 26880 w 109880"/>
                <a:gd name="connsiteY0" fmla="*/ 15756 h 109923"/>
                <a:gd name="connsiteX1" fmla="*/ 81842 w 109880"/>
                <a:gd name="connsiteY1" fmla="*/ 15756 h 109923"/>
                <a:gd name="connsiteX2" fmla="*/ 89715 w 109880"/>
                <a:gd name="connsiteY2" fmla="*/ 7878 h 109923"/>
                <a:gd name="connsiteX3" fmla="*/ 81842 w 109880"/>
                <a:gd name="connsiteY3" fmla="*/ 0 h 109923"/>
                <a:gd name="connsiteX4" fmla="*/ 7872 w 109880"/>
                <a:gd name="connsiteY4" fmla="*/ 0 h 109923"/>
                <a:gd name="connsiteX5" fmla="*/ 4862 w 109880"/>
                <a:gd name="connsiteY5" fmla="*/ 605 h 109923"/>
                <a:gd name="connsiteX6" fmla="*/ 604 w 109880"/>
                <a:gd name="connsiteY6" fmla="*/ 4865 h 109923"/>
                <a:gd name="connsiteX7" fmla="*/ 0 w 109880"/>
                <a:gd name="connsiteY7" fmla="*/ 7878 h 109923"/>
                <a:gd name="connsiteX8" fmla="*/ 0 w 109880"/>
                <a:gd name="connsiteY8" fmla="*/ 81841 h 109923"/>
                <a:gd name="connsiteX9" fmla="*/ 7872 w 109880"/>
                <a:gd name="connsiteY9" fmla="*/ 89718 h 109923"/>
                <a:gd name="connsiteX10" fmla="*/ 15745 w 109880"/>
                <a:gd name="connsiteY10" fmla="*/ 81841 h 109923"/>
                <a:gd name="connsiteX11" fmla="*/ 15745 w 109880"/>
                <a:gd name="connsiteY11" fmla="*/ 26892 h 109923"/>
                <a:gd name="connsiteX12" fmla="*/ 96441 w 109880"/>
                <a:gd name="connsiteY12" fmla="*/ 107617 h 109923"/>
                <a:gd name="connsiteX13" fmla="*/ 102008 w 109880"/>
                <a:gd name="connsiteY13" fmla="*/ 109923 h 109923"/>
                <a:gd name="connsiteX14" fmla="*/ 107576 w 109880"/>
                <a:gd name="connsiteY14" fmla="*/ 107617 h 109923"/>
                <a:gd name="connsiteX15" fmla="*/ 107576 w 109880"/>
                <a:gd name="connsiteY15" fmla="*/ 96474 h 109923"/>
                <a:gd name="connsiteX16" fmla="*/ 26880 w 109880"/>
                <a:gd name="connsiteY16" fmla="*/ 15749 h 109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880" h="109923">
                  <a:moveTo>
                    <a:pt x="26880" y="15756"/>
                  </a:moveTo>
                  <a:lnTo>
                    <a:pt x="81842" y="15756"/>
                  </a:lnTo>
                  <a:cubicBezTo>
                    <a:pt x="86188" y="15756"/>
                    <a:pt x="89715" y="12226"/>
                    <a:pt x="89715" y="7878"/>
                  </a:cubicBezTo>
                  <a:cubicBezTo>
                    <a:pt x="89715" y="3529"/>
                    <a:pt x="86188" y="0"/>
                    <a:pt x="81842" y="0"/>
                  </a:cubicBezTo>
                  <a:lnTo>
                    <a:pt x="7872" y="0"/>
                  </a:lnTo>
                  <a:cubicBezTo>
                    <a:pt x="6846" y="0"/>
                    <a:pt x="5826" y="208"/>
                    <a:pt x="4862" y="605"/>
                  </a:cubicBezTo>
                  <a:cubicBezTo>
                    <a:pt x="2935" y="1405"/>
                    <a:pt x="1404" y="2937"/>
                    <a:pt x="604" y="4865"/>
                  </a:cubicBezTo>
                  <a:cubicBezTo>
                    <a:pt x="208" y="5830"/>
                    <a:pt x="0" y="6851"/>
                    <a:pt x="0" y="7878"/>
                  </a:cubicBezTo>
                  <a:lnTo>
                    <a:pt x="0" y="81841"/>
                  </a:lnTo>
                  <a:cubicBezTo>
                    <a:pt x="0" y="86189"/>
                    <a:pt x="3527" y="89718"/>
                    <a:pt x="7872" y="89718"/>
                  </a:cubicBezTo>
                  <a:cubicBezTo>
                    <a:pt x="12218" y="89718"/>
                    <a:pt x="15745" y="86189"/>
                    <a:pt x="15745" y="81841"/>
                  </a:cubicBezTo>
                  <a:lnTo>
                    <a:pt x="15745" y="26892"/>
                  </a:lnTo>
                  <a:lnTo>
                    <a:pt x="96441" y="107617"/>
                  </a:lnTo>
                  <a:cubicBezTo>
                    <a:pt x="97978" y="109154"/>
                    <a:pt x="99987" y="109923"/>
                    <a:pt x="102008" y="109923"/>
                  </a:cubicBezTo>
                  <a:cubicBezTo>
                    <a:pt x="104030" y="109923"/>
                    <a:pt x="106039" y="109154"/>
                    <a:pt x="107576" y="107617"/>
                  </a:cubicBezTo>
                  <a:cubicBezTo>
                    <a:pt x="110649" y="104541"/>
                    <a:pt x="110649" y="99556"/>
                    <a:pt x="107576" y="96474"/>
                  </a:cubicBezTo>
                  <a:lnTo>
                    <a:pt x="26880" y="15749"/>
                  </a:lnTo>
                  <a:close/>
                </a:path>
              </a:pathLst>
            </a:custGeom>
            <a:grpFill/>
            <a:ln w="0" cap="flat">
              <a:noFill/>
              <a:prstDash val="solid"/>
              <a:miter/>
            </a:ln>
          </p:spPr>
          <p:txBody>
            <a:bodyPr rtlCol="0" anchor="ctr"/>
            <a:lstStyle/>
            <a:p>
              <a:endParaRPr lang="de-DE"/>
            </a:p>
          </p:txBody>
        </p:sp>
      </p:grpSp>
      <p:sp>
        <p:nvSpPr>
          <p:cNvPr id="497" name="Freihandform 496">
            <a:extLst>
              <a:ext uri="{FF2B5EF4-FFF2-40B4-BE49-F238E27FC236}">
                <a16:creationId xmlns:a16="http://schemas.microsoft.com/office/drawing/2014/main" id="{B93DCC18-65C9-7D06-4328-A74FC5877385}"/>
              </a:ext>
            </a:extLst>
          </p:cNvPr>
          <p:cNvSpPr/>
          <p:nvPr/>
        </p:nvSpPr>
        <p:spPr>
          <a:xfrm>
            <a:off x="11389967" y="2872707"/>
            <a:ext cx="296093" cy="296260"/>
          </a:xfrm>
          <a:custGeom>
            <a:avLst/>
            <a:gdLst>
              <a:gd name="connsiteX0" fmla="*/ 293782 w 296093"/>
              <a:gd name="connsiteY0" fmla="*/ 64144 h 296260"/>
              <a:gd name="connsiteX1" fmla="*/ 231986 w 296093"/>
              <a:gd name="connsiteY1" fmla="*/ 2307 h 296260"/>
              <a:gd name="connsiteX2" fmla="*/ 226419 w 296093"/>
              <a:gd name="connsiteY2" fmla="*/ 0 h 296260"/>
              <a:gd name="connsiteX3" fmla="*/ 39558 w 296093"/>
              <a:gd name="connsiteY3" fmla="*/ 0 h 296260"/>
              <a:gd name="connsiteX4" fmla="*/ 0 w 296093"/>
              <a:gd name="connsiteY4" fmla="*/ 39584 h 296260"/>
              <a:gd name="connsiteX5" fmla="*/ 0 w 296093"/>
              <a:gd name="connsiteY5" fmla="*/ 256695 h 296260"/>
              <a:gd name="connsiteX6" fmla="*/ 39558 w 296093"/>
              <a:gd name="connsiteY6" fmla="*/ 296261 h 296260"/>
              <a:gd name="connsiteX7" fmla="*/ 256561 w 296093"/>
              <a:gd name="connsiteY7" fmla="*/ 296261 h 296260"/>
              <a:gd name="connsiteX8" fmla="*/ 284492 w 296093"/>
              <a:gd name="connsiteY8" fmla="*/ 284696 h 296260"/>
              <a:gd name="connsiteX9" fmla="*/ 296093 w 296093"/>
              <a:gd name="connsiteY9" fmla="*/ 256695 h 296260"/>
              <a:gd name="connsiteX10" fmla="*/ 296093 w 296093"/>
              <a:gd name="connsiteY10" fmla="*/ 69709 h 296260"/>
              <a:gd name="connsiteX11" fmla="*/ 293788 w 296093"/>
              <a:gd name="connsiteY11" fmla="*/ 64137 h 296260"/>
              <a:gd name="connsiteX12" fmla="*/ 206410 w 296093"/>
              <a:gd name="connsiteY12" fmla="*/ 15762 h 296260"/>
              <a:gd name="connsiteX13" fmla="*/ 206410 w 296093"/>
              <a:gd name="connsiteY13" fmla="*/ 87405 h 296260"/>
              <a:gd name="connsiteX14" fmla="*/ 89690 w 296093"/>
              <a:gd name="connsiteY14" fmla="*/ 87405 h 296260"/>
              <a:gd name="connsiteX15" fmla="*/ 89690 w 296093"/>
              <a:gd name="connsiteY15" fmla="*/ 15762 h 296260"/>
              <a:gd name="connsiteX16" fmla="*/ 206410 w 296093"/>
              <a:gd name="connsiteY16" fmla="*/ 15762 h 296260"/>
              <a:gd name="connsiteX17" fmla="*/ 280342 w 296093"/>
              <a:gd name="connsiteY17" fmla="*/ 256720 h 296260"/>
              <a:gd name="connsiteX18" fmla="*/ 273364 w 296093"/>
              <a:gd name="connsiteY18" fmla="*/ 273554 h 296260"/>
              <a:gd name="connsiteX19" fmla="*/ 256548 w 296093"/>
              <a:gd name="connsiteY19" fmla="*/ 280511 h 296260"/>
              <a:gd name="connsiteX20" fmla="*/ 39539 w 296093"/>
              <a:gd name="connsiteY20" fmla="*/ 280511 h 296260"/>
              <a:gd name="connsiteX21" fmla="*/ 15745 w 296093"/>
              <a:gd name="connsiteY21" fmla="*/ 256702 h 296260"/>
              <a:gd name="connsiteX22" fmla="*/ 15745 w 296093"/>
              <a:gd name="connsiteY22" fmla="*/ 39590 h 296260"/>
              <a:gd name="connsiteX23" fmla="*/ 39558 w 296093"/>
              <a:gd name="connsiteY23" fmla="*/ 15762 h 296260"/>
              <a:gd name="connsiteX24" fmla="*/ 73945 w 296093"/>
              <a:gd name="connsiteY24" fmla="*/ 15762 h 296260"/>
              <a:gd name="connsiteX25" fmla="*/ 73945 w 296093"/>
              <a:gd name="connsiteY25" fmla="*/ 95283 h 296260"/>
              <a:gd name="connsiteX26" fmla="*/ 81817 w 296093"/>
              <a:gd name="connsiteY26" fmla="*/ 103161 h 296260"/>
              <a:gd name="connsiteX27" fmla="*/ 214282 w 296093"/>
              <a:gd name="connsiteY27" fmla="*/ 103161 h 296260"/>
              <a:gd name="connsiteX28" fmla="*/ 222155 w 296093"/>
              <a:gd name="connsiteY28" fmla="*/ 95283 h 296260"/>
              <a:gd name="connsiteX29" fmla="*/ 222155 w 296093"/>
              <a:gd name="connsiteY29" fmla="*/ 15762 h 296260"/>
              <a:gd name="connsiteX30" fmla="*/ 223156 w 296093"/>
              <a:gd name="connsiteY30" fmla="*/ 15762 h 296260"/>
              <a:gd name="connsiteX31" fmla="*/ 280342 w 296093"/>
              <a:gd name="connsiteY31" fmla="*/ 72979 h 296260"/>
              <a:gd name="connsiteX32" fmla="*/ 280342 w 296093"/>
              <a:gd name="connsiteY32" fmla="*/ 256720 h 296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96093" h="296260">
                <a:moveTo>
                  <a:pt x="293782" y="64144"/>
                </a:moveTo>
                <a:lnTo>
                  <a:pt x="231986" y="2307"/>
                </a:lnTo>
                <a:cubicBezTo>
                  <a:pt x="230513" y="832"/>
                  <a:pt x="228503" y="0"/>
                  <a:pt x="226419" y="0"/>
                </a:cubicBezTo>
                <a:lnTo>
                  <a:pt x="39558" y="0"/>
                </a:lnTo>
                <a:cubicBezTo>
                  <a:pt x="17742" y="0"/>
                  <a:pt x="0" y="17753"/>
                  <a:pt x="0" y="39584"/>
                </a:cubicBezTo>
                <a:lnTo>
                  <a:pt x="0" y="256695"/>
                </a:lnTo>
                <a:cubicBezTo>
                  <a:pt x="0" y="278513"/>
                  <a:pt x="17735" y="296261"/>
                  <a:pt x="39558" y="296261"/>
                </a:cubicBezTo>
                <a:lnTo>
                  <a:pt x="256561" y="296261"/>
                </a:lnTo>
                <a:cubicBezTo>
                  <a:pt x="267104" y="296261"/>
                  <a:pt x="277023" y="292158"/>
                  <a:pt x="284492" y="284696"/>
                </a:cubicBezTo>
                <a:cubicBezTo>
                  <a:pt x="291968" y="277222"/>
                  <a:pt x="296087" y="267289"/>
                  <a:pt x="296093" y="256695"/>
                </a:cubicBezTo>
                <a:lnTo>
                  <a:pt x="296093" y="69709"/>
                </a:lnTo>
                <a:cubicBezTo>
                  <a:pt x="296093" y="67623"/>
                  <a:pt x="295262" y="65619"/>
                  <a:pt x="293788" y="64137"/>
                </a:cubicBezTo>
                <a:close/>
                <a:moveTo>
                  <a:pt x="206410" y="15762"/>
                </a:moveTo>
                <a:lnTo>
                  <a:pt x="206410" y="87405"/>
                </a:lnTo>
                <a:lnTo>
                  <a:pt x="89690" y="87405"/>
                </a:lnTo>
                <a:lnTo>
                  <a:pt x="89690" y="15762"/>
                </a:lnTo>
                <a:lnTo>
                  <a:pt x="206410" y="15762"/>
                </a:lnTo>
                <a:close/>
                <a:moveTo>
                  <a:pt x="280342" y="256720"/>
                </a:moveTo>
                <a:cubicBezTo>
                  <a:pt x="280342" y="263086"/>
                  <a:pt x="277854" y="269060"/>
                  <a:pt x="273364" y="273554"/>
                </a:cubicBezTo>
                <a:cubicBezTo>
                  <a:pt x="268874" y="278047"/>
                  <a:pt x="262903" y="280511"/>
                  <a:pt x="256548" y="280511"/>
                </a:cubicBezTo>
                <a:lnTo>
                  <a:pt x="39539" y="280511"/>
                </a:lnTo>
                <a:cubicBezTo>
                  <a:pt x="26420" y="280511"/>
                  <a:pt x="15745" y="269829"/>
                  <a:pt x="15745" y="256702"/>
                </a:cubicBezTo>
                <a:lnTo>
                  <a:pt x="15745" y="39590"/>
                </a:lnTo>
                <a:cubicBezTo>
                  <a:pt x="15745" y="26450"/>
                  <a:pt x="26426" y="15762"/>
                  <a:pt x="39558" y="15762"/>
                </a:cubicBezTo>
                <a:lnTo>
                  <a:pt x="73945" y="15762"/>
                </a:lnTo>
                <a:lnTo>
                  <a:pt x="73945" y="95283"/>
                </a:lnTo>
                <a:cubicBezTo>
                  <a:pt x="73945" y="99632"/>
                  <a:pt x="77472" y="103161"/>
                  <a:pt x="81817" y="103161"/>
                </a:cubicBezTo>
                <a:lnTo>
                  <a:pt x="214282" y="103161"/>
                </a:lnTo>
                <a:cubicBezTo>
                  <a:pt x="218628" y="103161"/>
                  <a:pt x="222155" y="99632"/>
                  <a:pt x="222155" y="95283"/>
                </a:cubicBezTo>
                <a:lnTo>
                  <a:pt x="222155" y="15762"/>
                </a:lnTo>
                <a:lnTo>
                  <a:pt x="223156" y="15762"/>
                </a:lnTo>
                <a:lnTo>
                  <a:pt x="280342" y="72979"/>
                </a:lnTo>
                <a:lnTo>
                  <a:pt x="280342" y="256720"/>
                </a:lnTo>
                <a:close/>
              </a:path>
            </a:pathLst>
          </a:custGeom>
          <a:solidFill>
            <a:schemeClr val="tx1"/>
          </a:solidFill>
          <a:ln w="0" cap="flat">
            <a:noFill/>
            <a:prstDash val="solid"/>
            <a:miter/>
          </a:ln>
        </p:spPr>
        <p:txBody>
          <a:bodyPr rtlCol="0" anchor="ctr"/>
          <a:lstStyle/>
          <a:p>
            <a:endParaRPr lang="de-DE"/>
          </a:p>
        </p:txBody>
      </p:sp>
      <p:sp>
        <p:nvSpPr>
          <p:cNvPr id="498" name="Freihandform 497">
            <a:extLst>
              <a:ext uri="{FF2B5EF4-FFF2-40B4-BE49-F238E27FC236}">
                <a16:creationId xmlns:a16="http://schemas.microsoft.com/office/drawing/2014/main" id="{DB731B7E-75A4-4628-C65B-5073CA8BE42A}"/>
              </a:ext>
            </a:extLst>
          </p:cNvPr>
          <p:cNvSpPr/>
          <p:nvPr/>
        </p:nvSpPr>
        <p:spPr>
          <a:xfrm>
            <a:off x="7707707" y="1384151"/>
            <a:ext cx="296205" cy="281280"/>
          </a:xfrm>
          <a:custGeom>
            <a:avLst/>
            <a:gdLst>
              <a:gd name="connsiteX0" fmla="*/ 295596 w 296205"/>
              <a:gd name="connsiteY0" fmla="*/ 143678 h 281280"/>
              <a:gd name="connsiteX1" fmla="*/ 295596 w 296205"/>
              <a:gd name="connsiteY1" fmla="*/ 137602 h 281280"/>
              <a:gd name="connsiteX2" fmla="*/ 294645 w 296205"/>
              <a:gd name="connsiteY2" fmla="*/ 136172 h 281280"/>
              <a:gd name="connsiteX3" fmla="*/ 293914 w 296205"/>
              <a:gd name="connsiteY3" fmla="*/ 135069 h 281280"/>
              <a:gd name="connsiteX4" fmla="*/ 161254 w 296205"/>
              <a:gd name="connsiteY4" fmla="*/ 2307 h 281280"/>
              <a:gd name="connsiteX5" fmla="*/ 150119 w 296205"/>
              <a:gd name="connsiteY5" fmla="*/ 2307 h 281280"/>
              <a:gd name="connsiteX6" fmla="*/ 150119 w 296205"/>
              <a:gd name="connsiteY6" fmla="*/ 13449 h 281280"/>
              <a:gd name="connsiteX7" fmla="*/ 269346 w 296205"/>
              <a:gd name="connsiteY7" fmla="*/ 132769 h 281280"/>
              <a:gd name="connsiteX8" fmla="*/ 7872 w 296205"/>
              <a:gd name="connsiteY8" fmla="*/ 132769 h 281280"/>
              <a:gd name="connsiteX9" fmla="*/ 0 w 296205"/>
              <a:gd name="connsiteY9" fmla="*/ 140646 h 281280"/>
              <a:gd name="connsiteX10" fmla="*/ 7872 w 296205"/>
              <a:gd name="connsiteY10" fmla="*/ 148524 h 281280"/>
              <a:gd name="connsiteX11" fmla="*/ 269346 w 296205"/>
              <a:gd name="connsiteY11" fmla="*/ 148524 h 281280"/>
              <a:gd name="connsiteX12" fmla="*/ 150125 w 296205"/>
              <a:gd name="connsiteY12" fmla="*/ 267831 h 281280"/>
              <a:gd name="connsiteX13" fmla="*/ 150125 w 296205"/>
              <a:gd name="connsiteY13" fmla="*/ 278974 h 281280"/>
              <a:gd name="connsiteX14" fmla="*/ 155692 w 296205"/>
              <a:gd name="connsiteY14" fmla="*/ 281280 h 281280"/>
              <a:gd name="connsiteX15" fmla="*/ 161260 w 296205"/>
              <a:gd name="connsiteY15" fmla="*/ 278974 h 281280"/>
              <a:gd name="connsiteX16" fmla="*/ 293914 w 296205"/>
              <a:gd name="connsiteY16" fmla="*/ 146224 h 281280"/>
              <a:gd name="connsiteX17" fmla="*/ 294645 w 296205"/>
              <a:gd name="connsiteY17" fmla="*/ 145121 h 281280"/>
              <a:gd name="connsiteX18" fmla="*/ 295596 w 296205"/>
              <a:gd name="connsiteY18" fmla="*/ 143690 h 2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96205" h="281280">
                <a:moveTo>
                  <a:pt x="295596" y="143678"/>
                </a:moveTo>
                <a:cubicBezTo>
                  <a:pt x="296408" y="141737"/>
                  <a:pt x="296408" y="139550"/>
                  <a:pt x="295596" y="137602"/>
                </a:cubicBezTo>
                <a:cubicBezTo>
                  <a:pt x="295369" y="137067"/>
                  <a:pt x="294979" y="136644"/>
                  <a:pt x="294645" y="136172"/>
                </a:cubicBezTo>
                <a:cubicBezTo>
                  <a:pt x="294387" y="135806"/>
                  <a:pt x="294235" y="135397"/>
                  <a:pt x="293914" y="135069"/>
                </a:cubicBezTo>
                <a:lnTo>
                  <a:pt x="161254" y="2307"/>
                </a:lnTo>
                <a:cubicBezTo>
                  <a:pt x="158180" y="-769"/>
                  <a:pt x="153198" y="-769"/>
                  <a:pt x="150119" y="2307"/>
                </a:cubicBezTo>
                <a:cubicBezTo>
                  <a:pt x="147039" y="5382"/>
                  <a:pt x="147045" y="10367"/>
                  <a:pt x="150119" y="13449"/>
                </a:cubicBezTo>
                <a:lnTo>
                  <a:pt x="269346" y="132769"/>
                </a:lnTo>
                <a:lnTo>
                  <a:pt x="7872" y="132769"/>
                </a:lnTo>
                <a:cubicBezTo>
                  <a:pt x="3527" y="132769"/>
                  <a:pt x="0" y="136298"/>
                  <a:pt x="0" y="140646"/>
                </a:cubicBezTo>
                <a:cubicBezTo>
                  <a:pt x="0" y="144995"/>
                  <a:pt x="3527" y="148524"/>
                  <a:pt x="7872" y="148524"/>
                </a:cubicBezTo>
                <a:lnTo>
                  <a:pt x="269346" y="148524"/>
                </a:lnTo>
                <a:lnTo>
                  <a:pt x="150125" y="267831"/>
                </a:lnTo>
                <a:cubicBezTo>
                  <a:pt x="147052" y="270907"/>
                  <a:pt x="147052" y="275892"/>
                  <a:pt x="150125" y="278974"/>
                </a:cubicBezTo>
                <a:cubicBezTo>
                  <a:pt x="151662" y="280511"/>
                  <a:pt x="153671" y="281280"/>
                  <a:pt x="155692" y="281280"/>
                </a:cubicBezTo>
                <a:cubicBezTo>
                  <a:pt x="157714" y="281280"/>
                  <a:pt x="159723" y="280511"/>
                  <a:pt x="161260" y="278974"/>
                </a:cubicBezTo>
                <a:lnTo>
                  <a:pt x="293914" y="146224"/>
                </a:lnTo>
                <a:cubicBezTo>
                  <a:pt x="294242" y="145896"/>
                  <a:pt x="294393" y="145486"/>
                  <a:pt x="294645" y="145121"/>
                </a:cubicBezTo>
                <a:cubicBezTo>
                  <a:pt x="294979" y="144655"/>
                  <a:pt x="295369" y="144226"/>
                  <a:pt x="295596" y="143690"/>
                </a:cubicBezTo>
                <a:close/>
              </a:path>
            </a:pathLst>
          </a:custGeom>
          <a:solidFill>
            <a:schemeClr val="tx1"/>
          </a:solidFill>
          <a:ln w="0" cap="flat">
            <a:noFill/>
            <a:prstDash val="solid"/>
            <a:miter/>
          </a:ln>
        </p:spPr>
        <p:txBody>
          <a:bodyPr rtlCol="0" anchor="ctr"/>
          <a:lstStyle/>
          <a:p>
            <a:endParaRPr lang="de-DE"/>
          </a:p>
        </p:txBody>
      </p:sp>
      <p:sp>
        <p:nvSpPr>
          <p:cNvPr id="499" name="Freihandform 498">
            <a:extLst>
              <a:ext uri="{FF2B5EF4-FFF2-40B4-BE49-F238E27FC236}">
                <a16:creationId xmlns:a16="http://schemas.microsoft.com/office/drawing/2014/main" id="{2BC37099-5C00-8965-816E-FB4C459304F0}"/>
              </a:ext>
            </a:extLst>
          </p:cNvPr>
          <p:cNvSpPr/>
          <p:nvPr/>
        </p:nvSpPr>
        <p:spPr>
          <a:xfrm>
            <a:off x="8454015" y="1439831"/>
            <a:ext cx="276446" cy="169945"/>
          </a:xfrm>
          <a:custGeom>
            <a:avLst/>
            <a:gdLst>
              <a:gd name="connsiteX0" fmla="*/ 274147 w 276446"/>
              <a:gd name="connsiteY0" fmla="*/ 2307 h 169945"/>
              <a:gd name="connsiteX1" fmla="*/ 263012 w 276446"/>
              <a:gd name="connsiteY1" fmla="*/ 2307 h 169945"/>
              <a:gd name="connsiteX2" fmla="*/ 114512 w 276446"/>
              <a:gd name="connsiteY2" fmla="*/ 150932 h 169945"/>
              <a:gd name="connsiteX3" fmla="*/ 13442 w 276446"/>
              <a:gd name="connsiteY3" fmla="*/ 49787 h 169945"/>
              <a:gd name="connsiteX4" fmla="*/ 2307 w 276446"/>
              <a:gd name="connsiteY4" fmla="*/ 49787 h 169945"/>
              <a:gd name="connsiteX5" fmla="*/ 2307 w 276446"/>
              <a:gd name="connsiteY5" fmla="*/ 60930 h 169945"/>
              <a:gd name="connsiteX6" fmla="*/ 108939 w 276446"/>
              <a:gd name="connsiteY6" fmla="*/ 167639 h 169945"/>
              <a:gd name="connsiteX7" fmla="*/ 108939 w 276446"/>
              <a:gd name="connsiteY7" fmla="*/ 167639 h 169945"/>
              <a:gd name="connsiteX8" fmla="*/ 108939 w 276446"/>
              <a:gd name="connsiteY8" fmla="*/ 167639 h 169945"/>
              <a:gd name="connsiteX9" fmla="*/ 114506 w 276446"/>
              <a:gd name="connsiteY9" fmla="*/ 169945 h 169945"/>
              <a:gd name="connsiteX10" fmla="*/ 120073 w 276446"/>
              <a:gd name="connsiteY10" fmla="*/ 167639 h 169945"/>
              <a:gd name="connsiteX11" fmla="*/ 274141 w 276446"/>
              <a:gd name="connsiteY11" fmla="*/ 13443 h 169945"/>
              <a:gd name="connsiteX12" fmla="*/ 274141 w 276446"/>
              <a:gd name="connsiteY12" fmla="*/ 2300 h 1699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6446" h="169945">
                <a:moveTo>
                  <a:pt x="274147" y="2307"/>
                </a:moveTo>
                <a:cubicBezTo>
                  <a:pt x="271074" y="-769"/>
                  <a:pt x="266092" y="-769"/>
                  <a:pt x="263012" y="2307"/>
                </a:cubicBezTo>
                <a:lnTo>
                  <a:pt x="114512" y="150932"/>
                </a:lnTo>
                <a:lnTo>
                  <a:pt x="13442" y="49787"/>
                </a:lnTo>
                <a:cubicBezTo>
                  <a:pt x="10369" y="46712"/>
                  <a:pt x="5387" y="46712"/>
                  <a:pt x="2307" y="49787"/>
                </a:cubicBezTo>
                <a:cubicBezTo>
                  <a:pt x="-772" y="52863"/>
                  <a:pt x="-766" y="57848"/>
                  <a:pt x="2307" y="60930"/>
                </a:cubicBezTo>
                <a:lnTo>
                  <a:pt x="108939" y="167639"/>
                </a:lnTo>
                <a:cubicBezTo>
                  <a:pt x="108939" y="167639"/>
                  <a:pt x="108939" y="167639"/>
                  <a:pt x="108939" y="167639"/>
                </a:cubicBezTo>
                <a:cubicBezTo>
                  <a:pt x="108939" y="167639"/>
                  <a:pt x="108939" y="167639"/>
                  <a:pt x="108939" y="167639"/>
                </a:cubicBezTo>
                <a:cubicBezTo>
                  <a:pt x="110475" y="169176"/>
                  <a:pt x="112484" y="169945"/>
                  <a:pt x="114506" y="169945"/>
                </a:cubicBezTo>
                <a:cubicBezTo>
                  <a:pt x="116528" y="169945"/>
                  <a:pt x="118537" y="169176"/>
                  <a:pt x="120073" y="167639"/>
                </a:cubicBezTo>
                <a:lnTo>
                  <a:pt x="274141" y="13443"/>
                </a:lnTo>
                <a:cubicBezTo>
                  <a:pt x="277214" y="10367"/>
                  <a:pt x="277214" y="5382"/>
                  <a:pt x="274141" y="2300"/>
                </a:cubicBezTo>
                <a:close/>
              </a:path>
            </a:pathLst>
          </a:custGeom>
          <a:solidFill>
            <a:schemeClr val="tx1"/>
          </a:solidFill>
          <a:ln w="0" cap="flat">
            <a:noFill/>
            <a:prstDash val="solid"/>
            <a:miter/>
          </a:ln>
        </p:spPr>
        <p:txBody>
          <a:bodyPr rtlCol="0" anchor="ctr"/>
          <a:lstStyle/>
          <a:p>
            <a:endParaRPr lang="de-DE"/>
          </a:p>
        </p:txBody>
      </p:sp>
      <p:sp>
        <p:nvSpPr>
          <p:cNvPr id="500" name="Freihandform 499">
            <a:extLst>
              <a:ext uri="{FF2B5EF4-FFF2-40B4-BE49-F238E27FC236}">
                <a16:creationId xmlns:a16="http://schemas.microsoft.com/office/drawing/2014/main" id="{FAD09DFC-99B7-0EDD-5CD4-9782FF7801E0}"/>
              </a:ext>
            </a:extLst>
          </p:cNvPr>
          <p:cNvSpPr/>
          <p:nvPr/>
        </p:nvSpPr>
        <p:spPr>
          <a:xfrm>
            <a:off x="9199522" y="1395549"/>
            <a:ext cx="258286" cy="258481"/>
          </a:xfrm>
          <a:custGeom>
            <a:avLst/>
            <a:gdLst>
              <a:gd name="connsiteX0" fmla="*/ 140281 w 258286"/>
              <a:gd name="connsiteY0" fmla="*/ 129229 h 258481"/>
              <a:gd name="connsiteX1" fmla="*/ 255975 w 258286"/>
              <a:gd name="connsiteY1" fmla="*/ 13451 h 258481"/>
              <a:gd name="connsiteX2" fmla="*/ 255975 w 258286"/>
              <a:gd name="connsiteY2" fmla="*/ 2309 h 258481"/>
              <a:gd name="connsiteX3" fmla="*/ 244840 w 258286"/>
              <a:gd name="connsiteY3" fmla="*/ 2309 h 258481"/>
              <a:gd name="connsiteX4" fmla="*/ 129146 w 258286"/>
              <a:gd name="connsiteY4" fmla="*/ 118087 h 258481"/>
              <a:gd name="connsiteX5" fmla="*/ 13477 w 258286"/>
              <a:gd name="connsiteY5" fmla="*/ 2309 h 258481"/>
              <a:gd name="connsiteX6" fmla="*/ 2343 w 258286"/>
              <a:gd name="connsiteY6" fmla="*/ 2309 h 258481"/>
              <a:gd name="connsiteX7" fmla="*/ 2343 w 258286"/>
              <a:gd name="connsiteY7" fmla="*/ 13451 h 258481"/>
              <a:gd name="connsiteX8" fmla="*/ 118018 w 258286"/>
              <a:gd name="connsiteY8" fmla="*/ 129229 h 258481"/>
              <a:gd name="connsiteX9" fmla="*/ 2305 w 258286"/>
              <a:gd name="connsiteY9" fmla="*/ 245032 h 258481"/>
              <a:gd name="connsiteX10" fmla="*/ 2305 w 258286"/>
              <a:gd name="connsiteY10" fmla="*/ 256175 h 258481"/>
              <a:gd name="connsiteX11" fmla="*/ 7872 w 258286"/>
              <a:gd name="connsiteY11" fmla="*/ 258481 h 258481"/>
              <a:gd name="connsiteX12" fmla="*/ 13440 w 258286"/>
              <a:gd name="connsiteY12" fmla="*/ 256175 h 258481"/>
              <a:gd name="connsiteX13" fmla="*/ 129153 w 258286"/>
              <a:gd name="connsiteY13" fmla="*/ 140371 h 258481"/>
              <a:gd name="connsiteX14" fmla="*/ 244846 w 258286"/>
              <a:gd name="connsiteY14" fmla="*/ 256175 h 258481"/>
              <a:gd name="connsiteX15" fmla="*/ 250414 w 258286"/>
              <a:gd name="connsiteY15" fmla="*/ 258481 h 258481"/>
              <a:gd name="connsiteX16" fmla="*/ 255981 w 258286"/>
              <a:gd name="connsiteY16" fmla="*/ 256175 h 258481"/>
              <a:gd name="connsiteX17" fmla="*/ 255981 w 258286"/>
              <a:gd name="connsiteY17" fmla="*/ 245032 h 258481"/>
              <a:gd name="connsiteX18" fmla="*/ 140287 w 258286"/>
              <a:gd name="connsiteY18" fmla="*/ 129229 h 258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58286" h="258481">
                <a:moveTo>
                  <a:pt x="140281" y="129229"/>
                </a:moveTo>
                <a:lnTo>
                  <a:pt x="255975" y="13451"/>
                </a:lnTo>
                <a:cubicBezTo>
                  <a:pt x="259048" y="10376"/>
                  <a:pt x="259048" y="5391"/>
                  <a:pt x="255975" y="2309"/>
                </a:cubicBezTo>
                <a:cubicBezTo>
                  <a:pt x="252902" y="-773"/>
                  <a:pt x="247920" y="-767"/>
                  <a:pt x="244840" y="2309"/>
                </a:cubicBezTo>
                <a:lnTo>
                  <a:pt x="129146" y="118087"/>
                </a:lnTo>
                <a:lnTo>
                  <a:pt x="13477" y="2309"/>
                </a:lnTo>
                <a:cubicBezTo>
                  <a:pt x="10404" y="-767"/>
                  <a:pt x="5422" y="-767"/>
                  <a:pt x="2343" y="2309"/>
                </a:cubicBezTo>
                <a:cubicBezTo>
                  <a:pt x="-737" y="5384"/>
                  <a:pt x="-731" y="10369"/>
                  <a:pt x="2343" y="13451"/>
                </a:cubicBezTo>
                <a:lnTo>
                  <a:pt x="118018" y="129229"/>
                </a:lnTo>
                <a:lnTo>
                  <a:pt x="2305" y="245032"/>
                </a:lnTo>
                <a:cubicBezTo>
                  <a:pt x="-768" y="248108"/>
                  <a:pt x="-768" y="253093"/>
                  <a:pt x="2305" y="256175"/>
                </a:cubicBezTo>
                <a:cubicBezTo>
                  <a:pt x="3842" y="257712"/>
                  <a:pt x="5851" y="258481"/>
                  <a:pt x="7872" y="258481"/>
                </a:cubicBezTo>
                <a:cubicBezTo>
                  <a:pt x="9894" y="258481"/>
                  <a:pt x="11903" y="257712"/>
                  <a:pt x="13440" y="256175"/>
                </a:cubicBezTo>
                <a:lnTo>
                  <a:pt x="129153" y="140371"/>
                </a:lnTo>
                <a:lnTo>
                  <a:pt x="244846" y="256175"/>
                </a:lnTo>
                <a:cubicBezTo>
                  <a:pt x="246383" y="257712"/>
                  <a:pt x="248392" y="258481"/>
                  <a:pt x="250414" y="258481"/>
                </a:cubicBezTo>
                <a:cubicBezTo>
                  <a:pt x="252436" y="258481"/>
                  <a:pt x="254444" y="257712"/>
                  <a:pt x="255981" y="256175"/>
                </a:cubicBezTo>
                <a:cubicBezTo>
                  <a:pt x="259055" y="253099"/>
                  <a:pt x="259055" y="248114"/>
                  <a:pt x="255981" y="245032"/>
                </a:cubicBezTo>
                <a:lnTo>
                  <a:pt x="140287" y="129229"/>
                </a:lnTo>
                <a:close/>
              </a:path>
            </a:pathLst>
          </a:custGeom>
          <a:solidFill>
            <a:schemeClr val="tx1"/>
          </a:solidFill>
          <a:ln w="0" cap="flat">
            <a:noFill/>
            <a:prstDash val="solid"/>
            <a:miter/>
          </a:ln>
        </p:spPr>
        <p:txBody>
          <a:bodyPr rtlCol="0" anchor="ctr"/>
          <a:lstStyle/>
          <a:p>
            <a:endParaRPr lang="de-DE"/>
          </a:p>
        </p:txBody>
      </p:sp>
      <p:grpSp>
        <p:nvGrpSpPr>
          <p:cNvPr id="501" name="Grafik 463">
            <a:extLst>
              <a:ext uri="{FF2B5EF4-FFF2-40B4-BE49-F238E27FC236}">
                <a16:creationId xmlns:a16="http://schemas.microsoft.com/office/drawing/2014/main" id="{223B03E7-5E5F-FA21-AE21-2381D3276578}"/>
              </a:ext>
            </a:extLst>
          </p:cNvPr>
          <p:cNvGrpSpPr/>
          <p:nvPr/>
        </p:nvGrpSpPr>
        <p:grpSpPr>
          <a:xfrm>
            <a:off x="10653764" y="2871718"/>
            <a:ext cx="296093" cy="298226"/>
            <a:chOff x="10653764" y="2871718"/>
            <a:chExt cx="296093" cy="298226"/>
          </a:xfrm>
          <a:solidFill>
            <a:schemeClr val="tx1"/>
          </a:solidFill>
        </p:grpSpPr>
        <p:sp>
          <p:nvSpPr>
            <p:cNvPr id="502" name="Freihandform 501">
              <a:extLst>
                <a:ext uri="{FF2B5EF4-FFF2-40B4-BE49-F238E27FC236}">
                  <a16:creationId xmlns:a16="http://schemas.microsoft.com/office/drawing/2014/main" id="{18E8EF2D-EB01-C144-DB7A-239D318255D6}"/>
                </a:ext>
              </a:extLst>
            </p:cNvPr>
            <p:cNvSpPr/>
            <p:nvPr/>
          </p:nvSpPr>
          <p:spPr>
            <a:xfrm>
              <a:off x="10700827" y="2871718"/>
              <a:ext cx="201915" cy="212737"/>
            </a:xfrm>
            <a:custGeom>
              <a:avLst/>
              <a:gdLst>
                <a:gd name="connsiteX0" fmla="*/ 95373 w 201915"/>
                <a:gd name="connsiteY0" fmla="*/ 210393 h 212737"/>
                <a:gd name="connsiteX1" fmla="*/ 97955 w 201915"/>
                <a:gd name="connsiteY1" fmla="*/ 212132 h 212737"/>
                <a:gd name="connsiteX2" fmla="*/ 100059 w 201915"/>
                <a:gd name="connsiteY2" fmla="*/ 212555 h 212737"/>
                <a:gd name="connsiteX3" fmla="*/ 100965 w 201915"/>
                <a:gd name="connsiteY3" fmla="*/ 212737 h 212737"/>
                <a:gd name="connsiteX4" fmla="*/ 100965 w 201915"/>
                <a:gd name="connsiteY4" fmla="*/ 212737 h 212737"/>
                <a:gd name="connsiteX5" fmla="*/ 100965 w 201915"/>
                <a:gd name="connsiteY5" fmla="*/ 212737 h 212737"/>
                <a:gd name="connsiteX6" fmla="*/ 104001 w 201915"/>
                <a:gd name="connsiteY6" fmla="*/ 212120 h 212737"/>
                <a:gd name="connsiteX7" fmla="*/ 105261 w 201915"/>
                <a:gd name="connsiteY7" fmla="*/ 211275 h 212737"/>
                <a:gd name="connsiteX8" fmla="*/ 106533 w 201915"/>
                <a:gd name="connsiteY8" fmla="*/ 210424 h 212737"/>
                <a:gd name="connsiteX9" fmla="*/ 199610 w 201915"/>
                <a:gd name="connsiteY9" fmla="*/ 117272 h 212737"/>
                <a:gd name="connsiteX10" fmla="*/ 199610 w 201915"/>
                <a:gd name="connsiteY10" fmla="*/ 106129 h 212737"/>
                <a:gd name="connsiteX11" fmla="*/ 188476 w 201915"/>
                <a:gd name="connsiteY11" fmla="*/ 106129 h 212737"/>
                <a:gd name="connsiteX12" fmla="*/ 108825 w 201915"/>
                <a:gd name="connsiteY12" fmla="*/ 185846 h 212737"/>
                <a:gd name="connsiteX13" fmla="*/ 108825 w 201915"/>
                <a:gd name="connsiteY13" fmla="*/ 7878 h 212737"/>
                <a:gd name="connsiteX14" fmla="*/ 100953 w 201915"/>
                <a:gd name="connsiteY14" fmla="*/ 0 h 212737"/>
                <a:gd name="connsiteX15" fmla="*/ 93080 w 201915"/>
                <a:gd name="connsiteY15" fmla="*/ 7878 h 212737"/>
                <a:gd name="connsiteX16" fmla="*/ 93080 w 201915"/>
                <a:gd name="connsiteY16" fmla="*/ 185821 h 212737"/>
                <a:gd name="connsiteX17" fmla="*/ 13442 w 201915"/>
                <a:gd name="connsiteY17" fmla="*/ 106129 h 212737"/>
                <a:gd name="connsiteX18" fmla="*/ 2307 w 201915"/>
                <a:gd name="connsiteY18" fmla="*/ 106129 h 212737"/>
                <a:gd name="connsiteX19" fmla="*/ 2307 w 201915"/>
                <a:gd name="connsiteY19" fmla="*/ 117272 h 212737"/>
                <a:gd name="connsiteX20" fmla="*/ 95354 w 201915"/>
                <a:gd name="connsiteY20" fmla="*/ 210387 h 212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01915" h="212737">
                  <a:moveTo>
                    <a:pt x="95373" y="210393"/>
                  </a:moveTo>
                  <a:cubicBezTo>
                    <a:pt x="96103" y="211137"/>
                    <a:pt x="96979" y="211729"/>
                    <a:pt x="97955" y="212132"/>
                  </a:cubicBezTo>
                  <a:cubicBezTo>
                    <a:pt x="98616" y="212410"/>
                    <a:pt x="99341" y="212473"/>
                    <a:pt x="100059" y="212555"/>
                  </a:cubicBezTo>
                  <a:cubicBezTo>
                    <a:pt x="100367" y="212592"/>
                    <a:pt x="100644" y="212737"/>
                    <a:pt x="100965" y="212737"/>
                  </a:cubicBezTo>
                  <a:cubicBezTo>
                    <a:pt x="100965" y="212737"/>
                    <a:pt x="100965" y="212737"/>
                    <a:pt x="100965" y="212737"/>
                  </a:cubicBezTo>
                  <a:cubicBezTo>
                    <a:pt x="100965" y="212737"/>
                    <a:pt x="100965" y="212737"/>
                    <a:pt x="100965" y="212737"/>
                  </a:cubicBezTo>
                  <a:cubicBezTo>
                    <a:pt x="102017" y="212737"/>
                    <a:pt x="103050" y="212523"/>
                    <a:pt x="104001" y="212120"/>
                  </a:cubicBezTo>
                  <a:cubicBezTo>
                    <a:pt x="104473" y="211918"/>
                    <a:pt x="104839" y="211559"/>
                    <a:pt x="105261" y="211275"/>
                  </a:cubicBezTo>
                  <a:cubicBezTo>
                    <a:pt x="105689" y="210992"/>
                    <a:pt x="106161" y="210796"/>
                    <a:pt x="106533" y="210424"/>
                  </a:cubicBezTo>
                  <a:lnTo>
                    <a:pt x="199610" y="117272"/>
                  </a:lnTo>
                  <a:cubicBezTo>
                    <a:pt x="202684" y="114196"/>
                    <a:pt x="202684" y="109211"/>
                    <a:pt x="199610" y="106129"/>
                  </a:cubicBezTo>
                  <a:cubicBezTo>
                    <a:pt x="196537" y="103047"/>
                    <a:pt x="191555" y="103054"/>
                    <a:pt x="188476" y="106129"/>
                  </a:cubicBezTo>
                  <a:lnTo>
                    <a:pt x="108825" y="185846"/>
                  </a:lnTo>
                  <a:lnTo>
                    <a:pt x="108825" y="7878"/>
                  </a:lnTo>
                  <a:cubicBezTo>
                    <a:pt x="108825" y="3529"/>
                    <a:pt x="105298" y="0"/>
                    <a:pt x="100953" y="0"/>
                  </a:cubicBezTo>
                  <a:cubicBezTo>
                    <a:pt x="96607" y="0"/>
                    <a:pt x="93080" y="3529"/>
                    <a:pt x="93080" y="7878"/>
                  </a:cubicBezTo>
                  <a:lnTo>
                    <a:pt x="93080" y="185821"/>
                  </a:lnTo>
                  <a:lnTo>
                    <a:pt x="13442" y="106129"/>
                  </a:lnTo>
                  <a:cubicBezTo>
                    <a:pt x="10369" y="103054"/>
                    <a:pt x="5387" y="103054"/>
                    <a:pt x="2307" y="106129"/>
                  </a:cubicBezTo>
                  <a:cubicBezTo>
                    <a:pt x="-772" y="109205"/>
                    <a:pt x="-766" y="114190"/>
                    <a:pt x="2307" y="117272"/>
                  </a:cubicBezTo>
                  <a:lnTo>
                    <a:pt x="95354" y="210387"/>
                  </a:lnTo>
                  <a:close/>
                </a:path>
              </a:pathLst>
            </a:custGeom>
            <a:grpFill/>
            <a:ln w="0" cap="flat">
              <a:noFill/>
              <a:prstDash val="solid"/>
              <a:miter/>
            </a:ln>
          </p:spPr>
          <p:txBody>
            <a:bodyPr rtlCol="0" anchor="ctr"/>
            <a:lstStyle/>
            <a:p>
              <a:endParaRPr lang="de-DE"/>
            </a:p>
          </p:txBody>
        </p:sp>
        <p:sp>
          <p:nvSpPr>
            <p:cNvPr id="503" name="Freihandform 502">
              <a:extLst>
                <a:ext uri="{FF2B5EF4-FFF2-40B4-BE49-F238E27FC236}">
                  <a16:creationId xmlns:a16="http://schemas.microsoft.com/office/drawing/2014/main" id="{E53255C8-BA54-CD94-B467-B2DC819DBA18}"/>
                </a:ext>
              </a:extLst>
            </p:cNvPr>
            <p:cNvSpPr/>
            <p:nvPr/>
          </p:nvSpPr>
          <p:spPr>
            <a:xfrm>
              <a:off x="10653764" y="3094659"/>
              <a:ext cx="296093" cy="75286"/>
            </a:xfrm>
            <a:custGeom>
              <a:avLst/>
              <a:gdLst>
                <a:gd name="connsiteX0" fmla="*/ 288221 w 296093"/>
                <a:gd name="connsiteY0" fmla="*/ 0 h 75286"/>
                <a:gd name="connsiteX1" fmla="*/ 280349 w 296093"/>
                <a:gd name="connsiteY1" fmla="*/ 7878 h 75286"/>
                <a:gd name="connsiteX2" fmla="*/ 280349 w 296093"/>
                <a:gd name="connsiteY2" fmla="*/ 37000 h 75286"/>
                <a:gd name="connsiteX3" fmla="*/ 257827 w 296093"/>
                <a:gd name="connsiteY3" fmla="*/ 59531 h 75286"/>
                <a:gd name="connsiteX4" fmla="*/ 38248 w 296093"/>
                <a:gd name="connsiteY4" fmla="*/ 59531 h 75286"/>
                <a:gd name="connsiteX5" fmla="*/ 15745 w 296093"/>
                <a:gd name="connsiteY5" fmla="*/ 36994 h 75286"/>
                <a:gd name="connsiteX6" fmla="*/ 15745 w 296093"/>
                <a:gd name="connsiteY6" fmla="*/ 7878 h 75286"/>
                <a:gd name="connsiteX7" fmla="*/ 7872 w 296093"/>
                <a:gd name="connsiteY7" fmla="*/ 0 h 75286"/>
                <a:gd name="connsiteX8" fmla="*/ 0 w 296093"/>
                <a:gd name="connsiteY8" fmla="*/ 7878 h 75286"/>
                <a:gd name="connsiteX9" fmla="*/ 0 w 296093"/>
                <a:gd name="connsiteY9" fmla="*/ 37013 h 75286"/>
                <a:gd name="connsiteX10" fmla="*/ 38248 w 296093"/>
                <a:gd name="connsiteY10" fmla="*/ 75286 h 75286"/>
                <a:gd name="connsiteX11" fmla="*/ 257902 w 296093"/>
                <a:gd name="connsiteY11" fmla="*/ 75286 h 75286"/>
                <a:gd name="connsiteX12" fmla="*/ 296094 w 296093"/>
                <a:gd name="connsiteY12" fmla="*/ 36994 h 75286"/>
                <a:gd name="connsiteX13" fmla="*/ 296094 w 296093"/>
                <a:gd name="connsiteY13" fmla="*/ 7878 h 75286"/>
                <a:gd name="connsiteX14" fmla="*/ 288221 w 296093"/>
                <a:gd name="connsiteY14" fmla="*/ 0 h 7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96093" h="75286">
                  <a:moveTo>
                    <a:pt x="288221" y="0"/>
                  </a:moveTo>
                  <a:cubicBezTo>
                    <a:pt x="283875" y="0"/>
                    <a:pt x="280349" y="3529"/>
                    <a:pt x="280349" y="7878"/>
                  </a:cubicBezTo>
                  <a:lnTo>
                    <a:pt x="280349" y="37000"/>
                  </a:lnTo>
                  <a:cubicBezTo>
                    <a:pt x="280361" y="49416"/>
                    <a:pt x="270284" y="59518"/>
                    <a:pt x="257827" y="59531"/>
                  </a:cubicBezTo>
                  <a:lnTo>
                    <a:pt x="38248" y="59531"/>
                  </a:lnTo>
                  <a:cubicBezTo>
                    <a:pt x="25834" y="59531"/>
                    <a:pt x="15745" y="49428"/>
                    <a:pt x="15745" y="36994"/>
                  </a:cubicBezTo>
                  <a:lnTo>
                    <a:pt x="15745" y="7878"/>
                  </a:lnTo>
                  <a:cubicBezTo>
                    <a:pt x="15745" y="3529"/>
                    <a:pt x="12218" y="0"/>
                    <a:pt x="7872" y="0"/>
                  </a:cubicBezTo>
                  <a:cubicBezTo>
                    <a:pt x="3527" y="0"/>
                    <a:pt x="0" y="3529"/>
                    <a:pt x="0" y="7878"/>
                  </a:cubicBezTo>
                  <a:lnTo>
                    <a:pt x="0" y="37013"/>
                  </a:lnTo>
                  <a:cubicBezTo>
                    <a:pt x="0" y="58119"/>
                    <a:pt x="17162" y="75286"/>
                    <a:pt x="38248" y="75286"/>
                  </a:cubicBezTo>
                  <a:lnTo>
                    <a:pt x="257902" y="75286"/>
                  </a:lnTo>
                  <a:cubicBezTo>
                    <a:pt x="278988" y="75261"/>
                    <a:pt x="296119" y="58081"/>
                    <a:pt x="296094" y="36994"/>
                  </a:cubicBezTo>
                  <a:lnTo>
                    <a:pt x="296094" y="7878"/>
                  </a:lnTo>
                  <a:cubicBezTo>
                    <a:pt x="296094" y="3529"/>
                    <a:pt x="292567" y="0"/>
                    <a:pt x="288221" y="0"/>
                  </a:cubicBezTo>
                  <a:close/>
                </a:path>
              </a:pathLst>
            </a:custGeom>
            <a:grpFill/>
            <a:ln w="0" cap="flat">
              <a:noFill/>
              <a:prstDash val="solid"/>
              <a:miter/>
            </a:ln>
          </p:spPr>
          <p:txBody>
            <a:bodyPr rtlCol="0" anchor="ctr"/>
            <a:lstStyle/>
            <a:p>
              <a:endParaRPr lang="de-DE"/>
            </a:p>
          </p:txBody>
        </p:sp>
      </p:grpSp>
      <p:grpSp>
        <p:nvGrpSpPr>
          <p:cNvPr id="504" name="Grafik 463">
            <a:extLst>
              <a:ext uri="{FF2B5EF4-FFF2-40B4-BE49-F238E27FC236}">
                <a16:creationId xmlns:a16="http://schemas.microsoft.com/office/drawing/2014/main" id="{C18FABD1-D964-E8F3-79A9-FE5897B8C3D8}"/>
              </a:ext>
            </a:extLst>
          </p:cNvPr>
          <p:cNvGrpSpPr/>
          <p:nvPr/>
        </p:nvGrpSpPr>
        <p:grpSpPr>
          <a:xfrm>
            <a:off x="9917291" y="2871731"/>
            <a:ext cx="296087" cy="298214"/>
            <a:chOff x="9917291" y="2871731"/>
            <a:chExt cx="296087" cy="298214"/>
          </a:xfrm>
          <a:solidFill>
            <a:schemeClr val="tx1"/>
          </a:solidFill>
        </p:grpSpPr>
        <p:sp>
          <p:nvSpPr>
            <p:cNvPr id="505" name="Freihandform 504">
              <a:extLst>
                <a:ext uri="{FF2B5EF4-FFF2-40B4-BE49-F238E27FC236}">
                  <a16:creationId xmlns:a16="http://schemas.microsoft.com/office/drawing/2014/main" id="{0F0423B5-52E7-9EEE-6A2E-9307180E3BA7}"/>
                </a:ext>
              </a:extLst>
            </p:cNvPr>
            <p:cNvSpPr/>
            <p:nvPr/>
          </p:nvSpPr>
          <p:spPr>
            <a:xfrm>
              <a:off x="9964355" y="2871731"/>
              <a:ext cx="201944" cy="212737"/>
            </a:xfrm>
            <a:custGeom>
              <a:avLst/>
              <a:gdLst>
                <a:gd name="connsiteX0" fmla="*/ 13434 w 201944"/>
                <a:gd name="connsiteY0" fmla="*/ 106570 h 212737"/>
                <a:gd name="connsiteX1" fmla="*/ 93103 w 201944"/>
                <a:gd name="connsiteY1" fmla="*/ 26873 h 212737"/>
                <a:gd name="connsiteX2" fmla="*/ 93103 w 201944"/>
                <a:gd name="connsiteY2" fmla="*/ 204859 h 212737"/>
                <a:gd name="connsiteX3" fmla="*/ 100975 w 201944"/>
                <a:gd name="connsiteY3" fmla="*/ 212737 h 212737"/>
                <a:gd name="connsiteX4" fmla="*/ 108848 w 201944"/>
                <a:gd name="connsiteY4" fmla="*/ 204859 h 212737"/>
                <a:gd name="connsiteX5" fmla="*/ 108848 w 201944"/>
                <a:gd name="connsiteY5" fmla="*/ 26879 h 212737"/>
                <a:gd name="connsiteX6" fmla="*/ 188505 w 201944"/>
                <a:gd name="connsiteY6" fmla="*/ 106595 h 212737"/>
                <a:gd name="connsiteX7" fmla="*/ 194072 w 201944"/>
                <a:gd name="connsiteY7" fmla="*/ 108902 h 212737"/>
                <a:gd name="connsiteX8" fmla="*/ 199640 w 201944"/>
                <a:gd name="connsiteY8" fmla="*/ 106595 h 212737"/>
                <a:gd name="connsiteX9" fmla="*/ 199640 w 201944"/>
                <a:gd name="connsiteY9" fmla="*/ 95453 h 212737"/>
                <a:gd name="connsiteX10" fmla="*/ 106543 w 201944"/>
                <a:gd name="connsiteY10" fmla="*/ 2288 h 212737"/>
                <a:gd name="connsiteX11" fmla="*/ 104137 w 201944"/>
                <a:gd name="connsiteY11" fmla="*/ 687 h 212737"/>
                <a:gd name="connsiteX12" fmla="*/ 104036 w 201944"/>
                <a:gd name="connsiteY12" fmla="*/ 624 h 212737"/>
                <a:gd name="connsiteX13" fmla="*/ 97915 w 201944"/>
                <a:gd name="connsiteY13" fmla="*/ 624 h 212737"/>
                <a:gd name="connsiteX14" fmla="*/ 97713 w 201944"/>
                <a:gd name="connsiteY14" fmla="*/ 763 h 212737"/>
                <a:gd name="connsiteX15" fmla="*/ 95414 w 201944"/>
                <a:gd name="connsiteY15" fmla="*/ 2294 h 212737"/>
                <a:gd name="connsiteX16" fmla="*/ 2305 w 201944"/>
                <a:gd name="connsiteY16" fmla="*/ 95434 h 212737"/>
                <a:gd name="connsiteX17" fmla="*/ 2305 w 201944"/>
                <a:gd name="connsiteY17" fmla="*/ 106577 h 212737"/>
                <a:gd name="connsiteX18" fmla="*/ 13440 w 201944"/>
                <a:gd name="connsiteY18" fmla="*/ 106577 h 212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1944" h="212737">
                  <a:moveTo>
                    <a:pt x="13434" y="106570"/>
                  </a:moveTo>
                  <a:lnTo>
                    <a:pt x="93103" y="26873"/>
                  </a:lnTo>
                  <a:lnTo>
                    <a:pt x="93103" y="204859"/>
                  </a:lnTo>
                  <a:cubicBezTo>
                    <a:pt x="93103" y="209208"/>
                    <a:pt x="96630" y="212737"/>
                    <a:pt x="100975" y="212737"/>
                  </a:cubicBezTo>
                  <a:cubicBezTo>
                    <a:pt x="105321" y="212737"/>
                    <a:pt x="108848" y="209208"/>
                    <a:pt x="108848" y="204859"/>
                  </a:cubicBezTo>
                  <a:lnTo>
                    <a:pt x="108848" y="26879"/>
                  </a:lnTo>
                  <a:lnTo>
                    <a:pt x="188505" y="106595"/>
                  </a:lnTo>
                  <a:cubicBezTo>
                    <a:pt x="190042" y="108133"/>
                    <a:pt x="192050" y="108902"/>
                    <a:pt x="194072" y="108902"/>
                  </a:cubicBezTo>
                  <a:cubicBezTo>
                    <a:pt x="196094" y="108902"/>
                    <a:pt x="198103" y="108133"/>
                    <a:pt x="199640" y="106595"/>
                  </a:cubicBezTo>
                  <a:cubicBezTo>
                    <a:pt x="202713" y="103520"/>
                    <a:pt x="202713" y="98535"/>
                    <a:pt x="199640" y="95453"/>
                  </a:cubicBezTo>
                  <a:lnTo>
                    <a:pt x="106543" y="2288"/>
                  </a:lnTo>
                  <a:cubicBezTo>
                    <a:pt x="105831" y="1575"/>
                    <a:pt x="105006" y="1071"/>
                    <a:pt x="104137" y="687"/>
                  </a:cubicBezTo>
                  <a:cubicBezTo>
                    <a:pt x="104099" y="668"/>
                    <a:pt x="104074" y="637"/>
                    <a:pt x="104036" y="624"/>
                  </a:cubicBezTo>
                  <a:cubicBezTo>
                    <a:pt x="102078" y="-208"/>
                    <a:pt x="99873" y="-208"/>
                    <a:pt x="97915" y="624"/>
                  </a:cubicBezTo>
                  <a:cubicBezTo>
                    <a:pt x="97839" y="655"/>
                    <a:pt x="97783" y="725"/>
                    <a:pt x="97713" y="763"/>
                  </a:cubicBezTo>
                  <a:cubicBezTo>
                    <a:pt x="96888" y="1141"/>
                    <a:pt x="96088" y="1613"/>
                    <a:pt x="95414" y="2294"/>
                  </a:cubicBezTo>
                  <a:lnTo>
                    <a:pt x="2305" y="95434"/>
                  </a:lnTo>
                  <a:cubicBezTo>
                    <a:pt x="-768" y="98510"/>
                    <a:pt x="-768" y="103495"/>
                    <a:pt x="2305" y="106577"/>
                  </a:cubicBezTo>
                  <a:cubicBezTo>
                    <a:pt x="5379" y="109658"/>
                    <a:pt x="10354" y="109658"/>
                    <a:pt x="13440" y="106577"/>
                  </a:cubicBezTo>
                  <a:close/>
                </a:path>
              </a:pathLst>
            </a:custGeom>
            <a:grpFill/>
            <a:ln w="0" cap="flat">
              <a:noFill/>
              <a:prstDash val="solid"/>
              <a:miter/>
            </a:ln>
          </p:spPr>
          <p:txBody>
            <a:bodyPr rtlCol="0" anchor="ctr"/>
            <a:lstStyle/>
            <a:p>
              <a:endParaRPr lang="de-DE"/>
            </a:p>
          </p:txBody>
        </p:sp>
        <p:sp>
          <p:nvSpPr>
            <p:cNvPr id="506" name="Freihandform 505">
              <a:extLst>
                <a:ext uri="{FF2B5EF4-FFF2-40B4-BE49-F238E27FC236}">
                  <a16:creationId xmlns:a16="http://schemas.microsoft.com/office/drawing/2014/main" id="{10B31572-4FA1-FFC1-93C7-4BDA8026D4D0}"/>
                </a:ext>
              </a:extLst>
            </p:cNvPr>
            <p:cNvSpPr/>
            <p:nvPr/>
          </p:nvSpPr>
          <p:spPr>
            <a:xfrm>
              <a:off x="9917291" y="3094659"/>
              <a:ext cx="296087" cy="75286"/>
            </a:xfrm>
            <a:custGeom>
              <a:avLst/>
              <a:gdLst>
                <a:gd name="connsiteX0" fmla="*/ 288215 w 296087"/>
                <a:gd name="connsiteY0" fmla="*/ 0 h 75286"/>
                <a:gd name="connsiteX1" fmla="*/ 280342 w 296087"/>
                <a:gd name="connsiteY1" fmla="*/ 7878 h 75286"/>
                <a:gd name="connsiteX2" fmla="*/ 280342 w 296087"/>
                <a:gd name="connsiteY2" fmla="*/ 36994 h 75286"/>
                <a:gd name="connsiteX3" fmla="*/ 257839 w 296087"/>
                <a:gd name="connsiteY3" fmla="*/ 59531 h 75286"/>
                <a:gd name="connsiteX4" fmla="*/ 38260 w 296087"/>
                <a:gd name="connsiteY4" fmla="*/ 59531 h 75286"/>
                <a:gd name="connsiteX5" fmla="*/ 15745 w 296087"/>
                <a:gd name="connsiteY5" fmla="*/ 36994 h 75286"/>
                <a:gd name="connsiteX6" fmla="*/ 15745 w 296087"/>
                <a:gd name="connsiteY6" fmla="*/ 7878 h 75286"/>
                <a:gd name="connsiteX7" fmla="*/ 7872 w 296087"/>
                <a:gd name="connsiteY7" fmla="*/ 0 h 75286"/>
                <a:gd name="connsiteX8" fmla="*/ 0 w 296087"/>
                <a:gd name="connsiteY8" fmla="*/ 7878 h 75286"/>
                <a:gd name="connsiteX9" fmla="*/ 0 w 296087"/>
                <a:gd name="connsiteY9" fmla="*/ 37038 h 75286"/>
                <a:gd name="connsiteX10" fmla="*/ 38254 w 296087"/>
                <a:gd name="connsiteY10" fmla="*/ 75286 h 75286"/>
                <a:gd name="connsiteX11" fmla="*/ 257865 w 296087"/>
                <a:gd name="connsiteY11" fmla="*/ 75286 h 75286"/>
                <a:gd name="connsiteX12" fmla="*/ 296087 w 296087"/>
                <a:gd name="connsiteY12" fmla="*/ 36994 h 75286"/>
                <a:gd name="connsiteX13" fmla="*/ 296087 w 296087"/>
                <a:gd name="connsiteY13" fmla="*/ 7878 h 75286"/>
                <a:gd name="connsiteX14" fmla="*/ 288215 w 296087"/>
                <a:gd name="connsiteY14" fmla="*/ 0 h 7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96087" h="75286">
                  <a:moveTo>
                    <a:pt x="288215" y="0"/>
                  </a:moveTo>
                  <a:cubicBezTo>
                    <a:pt x="283869" y="0"/>
                    <a:pt x="280342" y="3529"/>
                    <a:pt x="280342" y="7878"/>
                  </a:cubicBezTo>
                  <a:lnTo>
                    <a:pt x="280342" y="36994"/>
                  </a:lnTo>
                  <a:cubicBezTo>
                    <a:pt x="280342" y="49416"/>
                    <a:pt x="270253" y="59524"/>
                    <a:pt x="257839" y="59531"/>
                  </a:cubicBezTo>
                  <a:lnTo>
                    <a:pt x="38260" y="59531"/>
                  </a:lnTo>
                  <a:cubicBezTo>
                    <a:pt x="25860" y="59531"/>
                    <a:pt x="15758" y="49434"/>
                    <a:pt x="15745" y="36994"/>
                  </a:cubicBezTo>
                  <a:lnTo>
                    <a:pt x="15745" y="7878"/>
                  </a:lnTo>
                  <a:cubicBezTo>
                    <a:pt x="15745" y="3529"/>
                    <a:pt x="12218" y="0"/>
                    <a:pt x="7872" y="0"/>
                  </a:cubicBezTo>
                  <a:cubicBezTo>
                    <a:pt x="3527" y="0"/>
                    <a:pt x="0" y="3529"/>
                    <a:pt x="0" y="7878"/>
                  </a:cubicBezTo>
                  <a:lnTo>
                    <a:pt x="0" y="37038"/>
                  </a:lnTo>
                  <a:cubicBezTo>
                    <a:pt x="25" y="58138"/>
                    <a:pt x="17187" y="75286"/>
                    <a:pt x="38254" y="75286"/>
                  </a:cubicBezTo>
                  <a:lnTo>
                    <a:pt x="257865" y="75286"/>
                  </a:lnTo>
                  <a:cubicBezTo>
                    <a:pt x="278950" y="75267"/>
                    <a:pt x="296093" y="58088"/>
                    <a:pt x="296087" y="36994"/>
                  </a:cubicBezTo>
                  <a:lnTo>
                    <a:pt x="296087" y="7878"/>
                  </a:lnTo>
                  <a:cubicBezTo>
                    <a:pt x="296087" y="3529"/>
                    <a:pt x="292560" y="0"/>
                    <a:pt x="288215" y="0"/>
                  </a:cubicBezTo>
                  <a:close/>
                </a:path>
              </a:pathLst>
            </a:custGeom>
            <a:grpFill/>
            <a:ln w="0" cap="flat">
              <a:noFill/>
              <a:prstDash val="solid"/>
              <a:miter/>
            </a:ln>
          </p:spPr>
          <p:txBody>
            <a:bodyPr rtlCol="0" anchor="ctr"/>
            <a:lstStyle/>
            <a:p>
              <a:endParaRPr lang="de-DE"/>
            </a:p>
          </p:txBody>
        </p:sp>
      </p:grpSp>
      <p:sp>
        <p:nvSpPr>
          <p:cNvPr id="507" name="Freihandform 506">
            <a:extLst>
              <a:ext uri="{FF2B5EF4-FFF2-40B4-BE49-F238E27FC236}">
                <a16:creationId xmlns:a16="http://schemas.microsoft.com/office/drawing/2014/main" id="{A84588F7-A26C-766C-3778-0C7272382A29}"/>
              </a:ext>
            </a:extLst>
          </p:cNvPr>
          <p:cNvSpPr/>
          <p:nvPr/>
        </p:nvSpPr>
        <p:spPr>
          <a:xfrm>
            <a:off x="9922575" y="1379355"/>
            <a:ext cx="304532" cy="290758"/>
          </a:xfrm>
          <a:custGeom>
            <a:avLst/>
            <a:gdLst>
              <a:gd name="connsiteX0" fmla="*/ 298134 w 304532"/>
              <a:gd name="connsiteY0" fmla="*/ 50745 h 290758"/>
              <a:gd name="connsiteX1" fmla="*/ 243726 w 304532"/>
              <a:gd name="connsiteY1" fmla="*/ 40271 h 290758"/>
              <a:gd name="connsiteX2" fmla="*/ 243058 w 304532"/>
              <a:gd name="connsiteY2" fmla="*/ 40271 h 290758"/>
              <a:gd name="connsiteX3" fmla="*/ 241351 w 304532"/>
              <a:gd name="connsiteY3" fmla="*/ 40284 h 290758"/>
              <a:gd name="connsiteX4" fmla="*/ 240073 w 304532"/>
              <a:gd name="connsiteY4" fmla="*/ 40536 h 290758"/>
              <a:gd name="connsiteX5" fmla="*/ 238555 w 304532"/>
              <a:gd name="connsiteY5" fmla="*/ 41172 h 290758"/>
              <a:gd name="connsiteX6" fmla="*/ 237825 w 304532"/>
              <a:gd name="connsiteY6" fmla="*/ 41475 h 290758"/>
              <a:gd name="connsiteX7" fmla="*/ 237302 w 304532"/>
              <a:gd name="connsiteY7" fmla="*/ 42004 h 290758"/>
              <a:gd name="connsiteX8" fmla="*/ 236672 w 304532"/>
              <a:gd name="connsiteY8" fmla="*/ 42426 h 290758"/>
              <a:gd name="connsiteX9" fmla="*/ 236231 w 304532"/>
              <a:gd name="connsiteY9" fmla="*/ 43095 h 290758"/>
              <a:gd name="connsiteX10" fmla="*/ 235375 w 304532"/>
              <a:gd name="connsiteY10" fmla="*/ 44386 h 290758"/>
              <a:gd name="connsiteX11" fmla="*/ 234802 w 304532"/>
              <a:gd name="connsiteY11" fmla="*/ 45798 h 290758"/>
              <a:gd name="connsiteX12" fmla="*/ 234512 w 304532"/>
              <a:gd name="connsiteY12" fmla="*/ 46504 h 290758"/>
              <a:gd name="connsiteX13" fmla="*/ 224051 w 304532"/>
              <a:gd name="connsiteY13" fmla="*/ 100968 h 290758"/>
              <a:gd name="connsiteX14" fmla="*/ 230292 w 304532"/>
              <a:gd name="connsiteY14" fmla="*/ 110194 h 290758"/>
              <a:gd name="connsiteX15" fmla="*/ 231785 w 304532"/>
              <a:gd name="connsiteY15" fmla="*/ 110333 h 290758"/>
              <a:gd name="connsiteX16" fmla="*/ 239512 w 304532"/>
              <a:gd name="connsiteY16" fmla="*/ 103942 h 290758"/>
              <a:gd name="connsiteX17" fmla="*/ 246950 w 304532"/>
              <a:gd name="connsiteY17" fmla="*/ 65222 h 290758"/>
              <a:gd name="connsiteX18" fmla="*/ 237025 w 304532"/>
              <a:gd name="connsiteY18" fmla="*/ 236925 h 290758"/>
              <a:gd name="connsiteX19" fmla="*/ 53785 w 304532"/>
              <a:gd name="connsiteY19" fmla="*/ 237253 h 290758"/>
              <a:gd name="connsiteX20" fmla="*/ 53458 w 304532"/>
              <a:gd name="connsiteY20" fmla="*/ 53890 h 290758"/>
              <a:gd name="connsiteX21" fmla="*/ 145250 w 304532"/>
              <a:gd name="connsiteY21" fmla="*/ 15749 h 290758"/>
              <a:gd name="connsiteX22" fmla="*/ 170442 w 304532"/>
              <a:gd name="connsiteY22" fmla="*/ 18226 h 290758"/>
              <a:gd name="connsiteX23" fmla="*/ 179713 w 304532"/>
              <a:gd name="connsiteY23" fmla="*/ 12056 h 290758"/>
              <a:gd name="connsiteX24" fmla="*/ 173547 w 304532"/>
              <a:gd name="connsiteY24" fmla="*/ 2779 h 290758"/>
              <a:gd name="connsiteX25" fmla="*/ 145527 w 304532"/>
              <a:gd name="connsiteY25" fmla="*/ 0 h 290758"/>
              <a:gd name="connsiteX26" fmla="*/ 145238 w 304532"/>
              <a:gd name="connsiteY26" fmla="*/ 0 h 290758"/>
              <a:gd name="connsiteX27" fmla="*/ 42304 w 304532"/>
              <a:gd name="connsiteY27" fmla="*/ 42779 h 290758"/>
              <a:gd name="connsiteX28" fmla="*/ 42682 w 304532"/>
              <a:gd name="connsiteY28" fmla="*/ 248420 h 290758"/>
              <a:gd name="connsiteX29" fmla="*/ 145238 w 304532"/>
              <a:gd name="connsiteY29" fmla="*/ 290759 h 290758"/>
              <a:gd name="connsiteX30" fmla="*/ 248185 w 304532"/>
              <a:gd name="connsiteY30" fmla="*/ 248049 h 290758"/>
              <a:gd name="connsiteX31" fmla="*/ 262594 w 304532"/>
              <a:gd name="connsiteY31" fmla="*/ 59940 h 290758"/>
              <a:gd name="connsiteX32" fmla="*/ 295168 w 304532"/>
              <a:gd name="connsiteY32" fmla="*/ 66211 h 290758"/>
              <a:gd name="connsiteX33" fmla="*/ 304388 w 304532"/>
              <a:gd name="connsiteY33" fmla="*/ 59966 h 290758"/>
              <a:gd name="connsiteX34" fmla="*/ 298147 w 304532"/>
              <a:gd name="connsiteY34" fmla="*/ 50739 h 2907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04532" h="290758">
                <a:moveTo>
                  <a:pt x="298134" y="50745"/>
                </a:moveTo>
                <a:lnTo>
                  <a:pt x="243726" y="40271"/>
                </a:lnTo>
                <a:cubicBezTo>
                  <a:pt x="243505" y="40227"/>
                  <a:pt x="243278" y="40296"/>
                  <a:pt x="243058" y="40271"/>
                </a:cubicBezTo>
                <a:cubicBezTo>
                  <a:pt x="242479" y="40208"/>
                  <a:pt x="241931" y="40221"/>
                  <a:pt x="241351" y="40284"/>
                </a:cubicBezTo>
                <a:cubicBezTo>
                  <a:pt x="240911" y="40334"/>
                  <a:pt x="240501" y="40410"/>
                  <a:pt x="240073" y="40536"/>
                </a:cubicBezTo>
                <a:cubicBezTo>
                  <a:pt x="239537" y="40687"/>
                  <a:pt x="239053" y="40901"/>
                  <a:pt x="238555" y="41172"/>
                </a:cubicBezTo>
                <a:cubicBezTo>
                  <a:pt x="238322" y="41298"/>
                  <a:pt x="238051" y="41330"/>
                  <a:pt x="237825" y="41475"/>
                </a:cubicBezTo>
                <a:cubicBezTo>
                  <a:pt x="237617" y="41620"/>
                  <a:pt x="237497" y="41847"/>
                  <a:pt x="237302" y="42004"/>
                </a:cubicBezTo>
                <a:cubicBezTo>
                  <a:pt x="237100" y="42168"/>
                  <a:pt x="236855" y="42237"/>
                  <a:pt x="236672" y="42426"/>
                </a:cubicBezTo>
                <a:cubicBezTo>
                  <a:pt x="236477" y="42622"/>
                  <a:pt x="236401" y="42880"/>
                  <a:pt x="236231" y="43095"/>
                </a:cubicBezTo>
                <a:cubicBezTo>
                  <a:pt x="235897" y="43504"/>
                  <a:pt x="235620" y="43920"/>
                  <a:pt x="235375" y="44386"/>
                </a:cubicBezTo>
                <a:cubicBezTo>
                  <a:pt x="235135" y="44853"/>
                  <a:pt x="234940" y="45307"/>
                  <a:pt x="234802" y="45798"/>
                </a:cubicBezTo>
                <a:cubicBezTo>
                  <a:pt x="234726" y="46044"/>
                  <a:pt x="234562" y="46252"/>
                  <a:pt x="234512" y="46504"/>
                </a:cubicBezTo>
                <a:lnTo>
                  <a:pt x="224051" y="100968"/>
                </a:lnTo>
                <a:cubicBezTo>
                  <a:pt x="223232" y="105247"/>
                  <a:pt x="226022" y="109375"/>
                  <a:pt x="230292" y="110194"/>
                </a:cubicBezTo>
                <a:cubicBezTo>
                  <a:pt x="230796" y="110295"/>
                  <a:pt x="231294" y="110333"/>
                  <a:pt x="231785" y="110333"/>
                </a:cubicBezTo>
                <a:cubicBezTo>
                  <a:pt x="235488" y="110333"/>
                  <a:pt x="238782" y="107711"/>
                  <a:pt x="239512" y="103942"/>
                </a:cubicBezTo>
                <a:lnTo>
                  <a:pt x="246950" y="65222"/>
                </a:lnTo>
                <a:cubicBezTo>
                  <a:pt x="286968" y="115986"/>
                  <a:pt x="283743" y="189999"/>
                  <a:pt x="237025" y="236925"/>
                </a:cubicBezTo>
                <a:cubicBezTo>
                  <a:pt x="186603" y="287563"/>
                  <a:pt x="104402" y="287721"/>
                  <a:pt x="53785" y="237253"/>
                </a:cubicBezTo>
                <a:cubicBezTo>
                  <a:pt x="3181" y="186791"/>
                  <a:pt x="3029" y="104535"/>
                  <a:pt x="53458" y="53890"/>
                </a:cubicBezTo>
                <a:cubicBezTo>
                  <a:pt x="77585" y="29658"/>
                  <a:pt x="111040" y="15756"/>
                  <a:pt x="145250" y="15749"/>
                </a:cubicBezTo>
                <a:cubicBezTo>
                  <a:pt x="153879" y="15907"/>
                  <a:pt x="162180" y="16562"/>
                  <a:pt x="170442" y="18226"/>
                </a:cubicBezTo>
                <a:cubicBezTo>
                  <a:pt x="174731" y="19083"/>
                  <a:pt x="178857" y="16310"/>
                  <a:pt x="179713" y="12056"/>
                </a:cubicBezTo>
                <a:cubicBezTo>
                  <a:pt x="180570" y="7783"/>
                  <a:pt x="177805" y="3636"/>
                  <a:pt x="173547" y="2779"/>
                </a:cubicBezTo>
                <a:cubicBezTo>
                  <a:pt x="164340" y="933"/>
                  <a:pt x="154912" y="0"/>
                  <a:pt x="145527" y="0"/>
                </a:cubicBezTo>
                <a:lnTo>
                  <a:pt x="145238" y="0"/>
                </a:lnTo>
                <a:cubicBezTo>
                  <a:pt x="106890" y="0"/>
                  <a:pt x="69372" y="15598"/>
                  <a:pt x="42304" y="42779"/>
                </a:cubicBezTo>
                <a:cubicBezTo>
                  <a:pt x="-14246" y="99575"/>
                  <a:pt x="-14082" y="191820"/>
                  <a:pt x="42682" y="248420"/>
                </a:cubicBezTo>
                <a:cubicBezTo>
                  <a:pt x="70991" y="276648"/>
                  <a:pt x="108117" y="290759"/>
                  <a:pt x="145238" y="290759"/>
                </a:cubicBezTo>
                <a:cubicBezTo>
                  <a:pt x="182541" y="290759"/>
                  <a:pt x="219837" y="276516"/>
                  <a:pt x="248185" y="248049"/>
                </a:cubicBezTo>
                <a:cubicBezTo>
                  <a:pt x="299243" y="196774"/>
                  <a:pt x="303903" y="116692"/>
                  <a:pt x="262594" y="59940"/>
                </a:cubicBezTo>
                <a:lnTo>
                  <a:pt x="295168" y="66211"/>
                </a:lnTo>
                <a:cubicBezTo>
                  <a:pt x="299469" y="67049"/>
                  <a:pt x="303563" y="64232"/>
                  <a:pt x="304388" y="59966"/>
                </a:cubicBezTo>
                <a:cubicBezTo>
                  <a:pt x="305213" y="55693"/>
                  <a:pt x="302417" y="51565"/>
                  <a:pt x="298147" y="50739"/>
                </a:cubicBezTo>
                <a:close/>
              </a:path>
            </a:pathLst>
          </a:custGeom>
          <a:solidFill>
            <a:schemeClr val="tx1"/>
          </a:solidFill>
          <a:ln w="0" cap="flat">
            <a:noFill/>
            <a:prstDash val="solid"/>
            <a:miter/>
          </a:ln>
        </p:spPr>
        <p:txBody>
          <a:bodyPr rtlCol="0" anchor="ctr"/>
          <a:lstStyle/>
          <a:p>
            <a:endParaRPr lang="de-DE"/>
          </a:p>
        </p:txBody>
      </p:sp>
      <p:grpSp>
        <p:nvGrpSpPr>
          <p:cNvPr id="508" name="Grafik 463">
            <a:extLst>
              <a:ext uri="{FF2B5EF4-FFF2-40B4-BE49-F238E27FC236}">
                <a16:creationId xmlns:a16="http://schemas.microsoft.com/office/drawing/2014/main" id="{BC9FAEC7-D288-5C0E-D615-10876C051B58}"/>
              </a:ext>
            </a:extLst>
          </p:cNvPr>
          <p:cNvGrpSpPr/>
          <p:nvPr/>
        </p:nvGrpSpPr>
        <p:grpSpPr>
          <a:xfrm>
            <a:off x="10641584" y="1379358"/>
            <a:ext cx="318721" cy="290850"/>
            <a:chOff x="10641584" y="1379358"/>
            <a:chExt cx="318721" cy="290850"/>
          </a:xfrm>
          <a:solidFill>
            <a:schemeClr val="tx1"/>
          </a:solidFill>
        </p:grpSpPr>
        <p:sp>
          <p:nvSpPr>
            <p:cNvPr id="509" name="Freihandform 508">
              <a:extLst>
                <a:ext uri="{FF2B5EF4-FFF2-40B4-BE49-F238E27FC236}">
                  <a16:creationId xmlns:a16="http://schemas.microsoft.com/office/drawing/2014/main" id="{FB2761E8-A38E-BF71-AD61-C1C2FEE54D55}"/>
                </a:ext>
              </a:extLst>
            </p:cNvPr>
            <p:cNvSpPr/>
            <p:nvPr/>
          </p:nvSpPr>
          <p:spPr>
            <a:xfrm>
              <a:off x="10766162" y="1419581"/>
              <a:ext cx="194143" cy="250627"/>
            </a:xfrm>
            <a:custGeom>
              <a:avLst/>
              <a:gdLst>
                <a:gd name="connsiteX0" fmla="*/ 187757 w 194143"/>
                <a:gd name="connsiteY0" fmla="*/ 10513 h 250627"/>
                <a:gd name="connsiteX1" fmla="*/ 133362 w 194143"/>
                <a:gd name="connsiteY1" fmla="*/ 39 h 250627"/>
                <a:gd name="connsiteX2" fmla="*/ 132619 w 194143"/>
                <a:gd name="connsiteY2" fmla="*/ 39 h 250627"/>
                <a:gd name="connsiteX3" fmla="*/ 130988 w 194143"/>
                <a:gd name="connsiteY3" fmla="*/ 51 h 250627"/>
                <a:gd name="connsiteX4" fmla="*/ 129608 w 194143"/>
                <a:gd name="connsiteY4" fmla="*/ 322 h 250627"/>
                <a:gd name="connsiteX5" fmla="*/ 128153 w 194143"/>
                <a:gd name="connsiteY5" fmla="*/ 946 h 250627"/>
                <a:gd name="connsiteX6" fmla="*/ 126951 w 194143"/>
                <a:gd name="connsiteY6" fmla="*/ 1747 h 250627"/>
                <a:gd name="connsiteX7" fmla="*/ 126264 w 194143"/>
                <a:gd name="connsiteY7" fmla="*/ 2201 h 250627"/>
                <a:gd name="connsiteX8" fmla="*/ 125798 w 194143"/>
                <a:gd name="connsiteY8" fmla="*/ 2906 h 250627"/>
                <a:gd name="connsiteX9" fmla="*/ 125067 w 194143"/>
                <a:gd name="connsiteY9" fmla="*/ 4016 h 250627"/>
                <a:gd name="connsiteX10" fmla="*/ 124362 w 194143"/>
                <a:gd name="connsiteY10" fmla="*/ 5736 h 250627"/>
                <a:gd name="connsiteX11" fmla="*/ 124135 w 194143"/>
                <a:gd name="connsiteY11" fmla="*/ 6291 h 250627"/>
                <a:gd name="connsiteX12" fmla="*/ 113706 w 194143"/>
                <a:gd name="connsiteY12" fmla="*/ 60761 h 250627"/>
                <a:gd name="connsiteX13" fmla="*/ 119953 w 194143"/>
                <a:gd name="connsiteY13" fmla="*/ 69981 h 250627"/>
                <a:gd name="connsiteX14" fmla="*/ 121440 w 194143"/>
                <a:gd name="connsiteY14" fmla="*/ 70119 h 250627"/>
                <a:gd name="connsiteX15" fmla="*/ 129167 w 194143"/>
                <a:gd name="connsiteY15" fmla="*/ 63723 h 250627"/>
                <a:gd name="connsiteX16" fmla="*/ 136574 w 194143"/>
                <a:gd name="connsiteY16" fmla="*/ 25065 h 250627"/>
                <a:gd name="connsiteX17" fmla="*/ 126453 w 194143"/>
                <a:gd name="connsiteY17" fmla="*/ 196781 h 250627"/>
                <a:gd name="connsiteX18" fmla="*/ 9411 w 194143"/>
                <a:gd name="connsiteY18" fmla="*/ 232363 h 250627"/>
                <a:gd name="connsiteX19" fmla="*/ 153 w 194143"/>
                <a:gd name="connsiteY19" fmla="*/ 238546 h 250627"/>
                <a:gd name="connsiteX20" fmla="*/ 6331 w 194143"/>
                <a:gd name="connsiteY20" fmla="*/ 247810 h 250627"/>
                <a:gd name="connsiteX21" fmla="*/ 34824 w 194143"/>
                <a:gd name="connsiteY21" fmla="*/ 250627 h 250627"/>
                <a:gd name="connsiteX22" fmla="*/ 137588 w 194143"/>
                <a:gd name="connsiteY22" fmla="*/ 207905 h 250627"/>
                <a:gd name="connsiteX23" fmla="*/ 152143 w 194143"/>
                <a:gd name="connsiteY23" fmla="*/ 19695 h 250627"/>
                <a:gd name="connsiteX24" fmla="*/ 184779 w 194143"/>
                <a:gd name="connsiteY24" fmla="*/ 25979 h 250627"/>
                <a:gd name="connsiteX25" fmla="*/ 186271 w 194143"/>
                <a:gd name="connsiteY25" fmla="*/ 26117 h 250627"/>
                <a:gd name="connsiteX26" fmla="*/ 193999 w 194143"/>
                <a:gd name="connsiteY26" fmla="*/ 19727 h 250627"/>
                <a:gd name="connsiteX27" fmla="*/ 187757 w 194143"/>
                <a:gd name="connsiteY27" fmla="*/ 10501 h 250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94143" h="250627">
                  <a:moveTo>
                    <a:pt x="187757" y="10513"/>
                  </a:moveTo>
                  <a:lnTo>
                    <a:pt x="133362" y="39"/>
                  </a:lnTo>
                  <a:cubicBezTo>
                    <a:pt x="133110" y="-12"/>
                    <a:pt x="132871" y="70"/>
                    <a:pt x="132619" y="39"/>
                  </a:cubicBezTo>
                  <a:cubicBezTo>
                    <a:pt x="132065" y="-18"/>
                    <a:pt x="131535" y="-12"/>
                    <a:pt x="130988" y="51"/>
                  </a:cubicBezTo>
                  <a:cubicBezTo>
                    <a:pt x="130509" y="108"/>
                    <a:pt x="130062" y="184"/>
                    <a:pt x="129608" y="322"/>
                  </a:cubicBezTo>
                  <a:cubicBezTo>
                    <a:pt x="129098" y="474"/>
                    <a:pt x="128632" y="688"/>
                    <a:pt x="128153" y="946"/>
                  </a:cubicBezTo>
                  <a:cubicBezTo>
                    <a:pt x="127725" y="1180"/>
                    <a:pt x="127335" y="1438"/>
                    <a:pt x="126951" y="1747"/>
                  </a:cubicBezTo>
                  <a:cubicBezTo>
                    <a:pt x="126730" y="1923"/>
                    <a:pt x="126466" y="1999"/>
                    <a:pt x="126264" y="2201"/>
                  </a:cubicBezTo>
                  <a:cubicBezTo>
                    <a:pt x="126056" y="2409"/>
                    <a:pt x="125974" y="2680"/>
                    <a:pt x="125798" y="2906"/>
                  </a:cubicBezTo>
                  <a:cubicBezTo>
                    <a:pt x="125521" y="3253"/>
                    <a:pt x="125282" y="3619"/>
                    <a:pt x="125067" y="4016"/>
                  </a:cubicBezTo>
                  <a:cubicBezTo>
                    <a:pt x="124759" y="4576"/>
                    <a:pt x="124526" y="5131"/>
                    <a:pt x="124362" y="5736"/>
                  </a:cubicBezTo>
                  <a:cubicBezTo>
                    <a:pt x="124306" y="5931"/>
                    <a:pt x="124173" y="6089"/>
                    <a:pt x="124135" y="6291"/>
                  </a:cubicBezTo>
                  <a:lnTo>
                    <a:pt x="113706" y="60761"/>
                  </a:lnTo>
                  <a:cubicBezTo>
                    <a:pt x="112887" y="65034"/>
                    <a:pt x="115684" y="69162"/>
                    <a:pt x="119953" y="69981"/>
                  </a:cubicBezTo>
                  <a:cubicBezTo>
                    <a:pt x="120451" y="70082"/>
                    <a:pt x="120949" y="70119"/>
                    <a:pt x="121440" y="70119"/>
                  </a:cubicBezTo>
                  <a:cubicBezTo>
                    <a:pt x="125143" y="70119"/>
                    <a:pt x="128443" y="67498"/>
                    <a:pt x="129167" y="63723"/>
                  </a:cubicBezTo>
                  <a:lnTo>
                    <a:pt x="136574" y="25065"/>
                  </a:lnTo>
                  <a:cubicBezTo>
                    <a:pt x="176522" y="75886"/>
                    <a:pt x="173222" y="149893"/>
                    <a:pt x="126453" y="196781"/>
                  </a:cubicBezTo>
                  <a:cubicBezTo>
                    <a:pt x="95763" y="227549"/>
                    <a:pt x="51998" y="240827"/>
                    <a:pt x="9411" y="232363"/>
                  </a:cubicBezTo>
                  <a:cubicBezTo>
                    <a:pt x="5078" y="231500"/>
                    <a:pt x="1004" y="234292"/>
                    <a:pt x="153" y="238546"/>
                  </a:cubicBezTo>
                  <a:cubicBezTo>
                    <a:pt x="-697" y="242813"/>
                    <a:pt x="2074" y="246959"/>
                    <a:pt x="6331" y="247810"/>
                  </a:cubicBezTo>
                  <a:cubicBezTo>
                    <a:pt x="15823" y="249707"/>
                    <a:pt x="25358" y="250627"/>
                    <a:pt x="34824" y="250627"/>
                  </a:cubicBezTo>
                  <a:cubicBezTo>
                    <a:pt x="73008" y="250627"/>
                    <a:pt x="110009" y="235552"/>
                    <a:pt x="137588" y="207905"/>
                  </a:cubicBezTo>
                  <a:cubicBezTo>
                    <a:pt x="188721" y="156642"/>
                    <a:pt x="193445" y="76497"/>
                    <a:pt x="152143" y="19695"/>
                  </a:cubicBezTo>
                  <a:lnTo>
                    <a:pt x="184779" y="25979"/>
                  </a:lnTo>
                  <a:cubicBezTo>
                    <a:pt x="185282" y="26080"/>
                    <a:pt x="185780" y="26117"/>
                    <a:pt x="186271" y="26117"/>
                  </a:cubicBezTo>
                  <a:cubicBezTo>
                    <a:pt x="189975" y="26117"/>
                    <a:pt x="193268" y="23496"/>
                    <a:pt x="193999" y="19727"/>
                  </a:cubicBezTo>
                  <a:cubicBezTo>
                    <a:pt x="194824" y="15454"/>
                    <a:pt x="192028" y="11326"/>
                    <a:pt x="187757" y="10501"/>
                  </a:cubicBezTo>
                  <a:close/>
                </a:path>
              </a:pathLst>
            </a:custGeom>
            <a:grpFill/>
            <a:ln w="0" cap="flat">
              <a:noFill/>
              <a:prstDash val="solid"/>
              <a:miter/>
            </a:ln>
          </p:spPr>
          <p:txBody>
            <a:bodyPr rtlCol="0" anchor="ctr"/>
            <a:lstStyle/>
            <a:p>
              <a:endParaRPr lang="de-DE"/>
            </a:p>
          </p:txBody>
        </p:sp>
        <p:sp>
          <p:nvSpPr>
            <p:cNvPr id="510" name="Freihandform 509">
              <a:extLst>
                <a:ext uri="{FF2B5EF4-FFF2-40B4-BE49-F238E27FC236}">
                  <a16:creationId xmlns:a16="http://schemas.microsoft.com/office/drawing/2014/main" id="{98BF8C56-34B9-E2B4-BB4A-15959257E5B1}"/>
                </a:ext>
              </a:extLst>
            </p:cNvPr>
            <p:cNvSpPr/>
            <p:nvPr/>
          </p:nvSpPr>
          <p:spPr>
            <a:xfrm>
              <a:off x="10641584" y="1379358"/>
              <a:ext cx="194115" cy="250560"/>
            </a:xfrm>
            <a:custGeom>
              <a:avLst/>
              <a:gdLst>
                <a:gd name="connsiteX0" fmla="*/ 74227 w 194115"/>
                <a:gd name="connsiteY0" fmla="*/ 180493 h 250560"/>
                <a:gd name="connsiteX1" fmla="*/ 65007 w 194115"/>
                <a:gd name="connsiteY1" fmla="*/ 186738 h 250560"/>
                <a:gd name="connsiteX2" fmla="*/ 57557 w 194115"/>
                <a:gd name="connsiteY2" fmla="*/ 225383 h 250560"/>
                <a:gd name="connsiteX3" fmla="*/ 67892 w 194115"/>
                <a:gd name="connsiteY3" fmla="*/ 53724 h 250560"/>
                <a:gd name="connsiteX4" fmla="*/ 184707 w 194115"/>
                <a:gd name="connsiteY4" fmla="*/ 18249 h 250560"/>
                <a:gd name="connsiteX5" fmla="*/ 193965 w 194115"/>
                <a:gd name="connsiteY5" fmla="*/ 12053 h 250560"/>
                <a:gd name="connsiteX6" fmla="*/ 187774 w 194115"/>
                <a:gd name="connsiteY6" fmla="*/ 2789 h 250560"/>
                <a:gd name="connsiteX7" fmla="*/ 56763 w 194115"/>
                <a:gd name="connsiteY7" fmla="*/ 42581 h 250560"/>
                <a:gd name="connsiteX8" fmla="*/ 42001 w 194115"/>
                <a:gd name="connsiteY8" fmla="*/ 230759 h 250560"/>
                <a:gd name="connsiteX9" fmla="*/ 9365 w 194115"/>
                <a:gd name="connsiteY9" fmla="*/ 224469 h 250560"/>
                <a:gd name="connsiteX10" fmla="*/ 144 w 194115"/>
                <a:gd name="connsiteY10" fmla="*/ 230715 h 250560"/>
                <a:gd name="connsiteX11" fmla="*/ 6386 w 194115"/>
                <a:gd name="connsiteY11" fmla="*/ 239941 h 250560"/>
                <a:gd name="connsiteX12" fmla="*/ 60719 w 194115"/>
                <a:gd name="connsiteY12" fmla="*/ 250409 h 250560"/>
                <a:gd name="connsiteX13" fmla="*/ 60744 w 194115"/>
                <a:gd name="connsiteY13" fmla="*/ 250422 h 250560"/>
                <a:gd name="connsiteX14" fmla="*/ 62236 w 194115"/>
                <a:gd name="connsiteY14" fmla="*/ 250561 h 250560"/>
                <a:gd name="connsiteX15" fmla="*/ 62243 w 194115"/>
                <a:gd name="connsiteY15" fmla="*/ 250561 h 250560"/>
                <a:gd name="connsiteX16" fmla="*/ 62249 w 194115"/>
                <a:gd name="connsiteY16" fmla="*/ 250561 h 250560"/>
                <a:gd name="connsiteX17" fmla="*/ 62413 w 194115"/>
                <a:gd name="connsiteY17" fmla="*/ 250529 h 250560"/>
                <a:gd name="connsiteX18" fmla="*/ 65026 w 194115"/>
                <a:gd name="connsiteY18" fmla="*/ 250019 h 250560"/>
                <a:gd name="connsiteX19" fmla="*/ 65908 w 194115"/>
                <a:gd name="connsiteY19" fmla="*/ 249521 h 250560"/>
                <a:gd name="connsiteX20" fmla="*/ 67464 w 194115"/>
                <a:gd name="connsiteY20" fmla="*/ 248487 h 250560"/>
                <a:gd name="connsiteX21" fmla="*/ 67810 w 194115"/>
                <a:gd name="connsiteY21" fmla="*/ 248254 h 250560"/>
                <a:gd name="connsiteX22" fmla="*/ 68288 w 194115"/>
                <a:gd name="connsiteY22" fmla="*/ 247535 h 250560"/>
                <a:gd name="connsiteX23" fmla="*/ 69170 w 194115"/>
                <a:gd name="connsiteY23" fmla="*/ 246206 h 250560"/>
                <a:gd name="connsiteX24" fmla="*/ 69699 w 194115"/>
                <a:gd name="connsiteY24" fmla="*/ 244826 h 250560"/>
                <a:gd name="connsiteX25" fmla="*/ 69951 w 194115"/>
                <a:gd name="connsiteY25" fmla="*/ 244170 h 250560"/>
                <a:gd name="connsiteX26" fmla="*/ 80450 w 194115"/>
                <a:gd name="connsiteY26" fmla="*/ 189700 h 250560"/>
                <a:gd name="connsiteX27" fmla="*/ 74209 w 194115"/>
                <a:gd name="connsiteY27" fmla="*/ 180474 h 250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94115" h="250560">
                  <a:moveTo>
                    <a:pt x="74227" y="180493"/>
                  </a:moveTo>
                  <a:cubicBezTo>
                    <a:pt x="69970" y="179642"/>
                    <a:pt x="65833" y="182465"/>
                    <a:pt x="65007" y="186738"/>
                  </a:cubicBezTo>
                  <a:lnTo>
                    <a:pt x="57557" y="225383"/>
                  </a:lnTo>
                  <a:cubicBezTo>
                    <a:pt x="17691" y="174524"/>
                    <a:pt x="21079" y="100543"/>
                    <a:pt x="67892" y="53724"/>
                  </a:cubicBezTo>
                  <a:cubicBezTo>
                    <a:pt x="98538" y="23082"/>
                    <a:pt x="142233" y="9797"/>
                    <a:pt x="184707" y="18249"/>
                  </a:cubicBezTo>
                  <a:cubicBezTo>
                    <a:pt x="188990" y="19062"/>
                    <a:pt x="193115" y="16307"/>
                    <a:pt x="193965" y="12053"/>
                  </a:cubicBezTo>
                  <a:cubicBezTo>
                    <a:pt x="194809" y="7781"/>
                    <a:pt x="192031" y="3640"/>
                    <a:pt x="187774" y="2789"/>
                  </a:cubicBezTo>
                  <a:cubicBezTo>
                    <a:pt x="140060" y="-6658"/>
                    <a:pt x="91125" y="8209"/>
                    <a:pt x="56763" y="42581"/>
                  </a:cubicBezTo>
                  <a:cubicBezTo>
                    <a:pt x="5573" y="93774"/>
                    <a:pt x="749" y="173913"/>
                    <a:pt x="42001" y="230759"/>
                  </a:cubicBezTo>
                  <a:lnTo>
                    <a:pt x="9365" y="224469"/>
                  </a:lnTo>
                  <a:cubicBezTo>
                    <a:pt x="5057" y="223631"/>
                    <a:pt x="963" y="226448"/>
                    <a:pt x="144" y="230715"/>
                  </a:cubicBezTo>
                  <a:cubicBezTo>
                    <a:pt x="-681" y="234988"/>
                    <a:pt x="2116" y="239116"/>
                    <a:pt x="6386" y="239941"/>
                  </a:cubicBezTo>
                  <a:lnTo>
                    <a:pt x="60719" y="250409"/>
                  </a:lnTo>
                  <a:cubicBezTo>
                    <a:pt x="60719" y="250409"/>
                    <a:pt x="60737" y="250422"/>
                    <a:pt x="60744" y="250422"/>
                  </a:cubicBezTo>
                  <a:cubicBezTo>
                    <a:pt x="61241" y="250523"/>
                    <a:pt x="61745" y="250561"/>
                    <a:pt x="62236" y="250561"/>
                  </a:cubicBezTo>
                  <a:cubicBezTo>
                    <a:pt x="62236" y="250561"/>
                    <a:pt x="62236" y="250561"/>
                    <a:pt x="62243" y="250561"/>
                  </a:cubicBezTo>
                  <a:cubicBezTo>
                    <a:pt x="62249" y="250561"/>
                    <a:pt x="62243" y="250561"/>
                    <a:pt x="62249" y="250561"/>
                  </a:cubicBezTo>
                  <a:cubicBezTo>
                    <a:pt x="62306" y="250561"/>
                    <a:pt x="62356" y="250529"/>
                    <a:pt x="62413" y="250529"/>
                  </a:cubicBezTo>
                  <a:cubicBezTo>
                    <a:pt x="63326" y="250504"/>
                    <a:pt x="64201" y="250334"/>
                    <a:pt x="65026" y="250019"/>
                  </a:cubicBezTo>
                  <a:cubicBezTo>
                    <a:pt x="65341" y="249899"/>
                    <a:pt x="65606" y="249678"/>
                    <a:pt x="65908" y="249521"/>
                  </a:cubicBezTo>
                  <a:cubicBezTo>
                    <a:pt x="66462" y="249218"/>
                    <a:pt x="66998" y="248909"/>
                    <a:pt x="67464" y="248487"/>
                  </a:cubicBezTo>
                  <a:cubicBezTo>
                    <a:pt x="67571" y="248393"/>
                    <a:pt x="67709" y="248361"/>
                    <a:pt x="67810" y="248254"/>
                  </a:cubicBezTo>
                  <a:cubicBezTo>
                    <a:pt x="68024" y="248040"/>
                    <a:pt x="68106" y="247762"/>
                    <a:pt x="68288" y="247535"/>
                  </a:cubicBezTo>
                  <a:cubicBezTo>
                    <a:pt x="68623" y="247120"/>
                    <a:pt x="68925" y="246691"/>
                    <a:pt x="69170" y="246206"/>
                  </a:cubicBezTo>
                  <a:cubicBezTo>
                    <a:pt x="69397" y="245752"/>
                    <a:pt x="69561" y="245305"/>
                    <a:pt x="69699" y="244826"/>
                  </a:cubicBezTo>
                  <a:cubicBezTo>
                    <a:pt x="69762" y="244599"/>
                    <a:pt x="69901" y="244410"/>
                    <a:pt x="69951" y="244170"/>
                  </a:cubicBezTo>
                  <a:lnTo>
                    <a:pt x="80450" y="189700"/>
                  </a:lnTo>
                  <a:cubicBezTo>
                    <a:pt x="81275" y="185427"/>
                    <a:pt x="78485" y="181299"/>
                    <a:pt x="74209" y="180474"/>
                  </a:cubicBezTo>
                  <a:close/>
                </a:path>
              </a:pathLst>
            </a:custGeom>
            <a:grpFill/>
            <a:ln w="0" cap="flat">
              <a:noFill/>
              <a:prstDash val="solid"/>
              <a:miter/>
            </a:ln>
          </p:spPr>
          <p:txBody>
            <a:bodyPr rtlCol="0" anchor="ctr"/>
            <a:lstStyle/>
            <a:p>
              <a:endParaRPr lang="de-DE"/>
            </a:p>
          </p:txBody>
        </p:sp>
      </p:grpSp>
      <p:sp>
        <p:nvSpPr>
          <p:cNvPr id="511" name="Freihandform 510">
            <a:extLst>
              <a:ext uri="{FF2B5EF4-FFF2-40B4-BE49-F238E27FC236}">
                <a16:creationId xmlns:a16="http://schemas.microsoft.com/office/drawing/2014/main" id="{EDFC4746-4545-65D3-BB96-46E24EC75841}"/>
              </a:ext>
            </a:extLst>
          </p:cNvPr>
          <p:cNvSpPr/>
          <p:nvPr/>
        </p:nvSpPr>
        <p:spPr>
          <a:xfrm>
            <a:off x="5506638" y="3605724"/>
            <a:ext cx="276682" cy="326258"/>
          </a:xfrm>
          <a:custGeom>
            <a:avLst/>
            <a:gdLst>
              <a:gd name="connsiteX0" fmla="*/ 208904 w 276682"/>
              <a:gd name="connsiteY0" fmla="*/ 98837 h 326258"/>
              <a:gd name="connsiteX1" fmla="*/ 208879 w 276682"/>
              <a:gd name="connsiteY1" fmla="*/ 98837 h 326258"/>
              <a:gd name="connsiteX2" fmla="*/ 158300 w 276682"/>
              <a:gd name="connsiteY2" fmla="*/ 121658 h 326258"/>
              <a:gd name="connsiteX3" fmla="*/ 127402 w 276682"/>
              <a:gd name="connsiteY3" fmla="*/ 100029 h 326258"/>
              <a:gd name="connsiteX4" fmla="*/ 135545 w 276682"/>
              <a:gd name="connsiteY4" fmla="*/ 67824 h 326258"/>
              <a:gd name="connsiteX5" fmla="*/ 67773 w 276682"/>
              <a:gd name="connsiteY5" fmla="*/ 0 h 326258"/>
              <a:gd name="connsiteX6" fmla="*/ 0 w 276682"/>
              <a:gd name="connsiteY6" fmla="*/ 67824 h 326258"/>
              <a:gd name="connsiteX7" fmla="*/ 67773 w 276682"/>
              <a:gd name="connsiteY7" fmla="*/ 135642 h 326258"/>
              <a:gd name="connsiteX8" fmla="*/ 118289 w 276682"/>
              <a:gd name="connsiteY8" fmla="*/ 112879 h 326258"/>
              <a:gd name="connsiteX9" fmla="*/ 149199 w 276682"/>
              <a:gd name="connsiteY9" fmla="*/ 134514 h 326258"/>
              <a:gd name="connsiteX10" fmla="*/ 141069 w 276682"/>
              <a:gd name="connsiteY10" fmla="*/ 166668 h 326258"/>
              <a:gd name="connsiteX11" fmla="*/ 148192 w 276682"/>
              <a:gd name="connsiteY11" fmla="*/ 196767 h 326258"/>
              <a:gd name="connsiteX12" fmla="*/ 119901 w 276682"/>
              <a:gd name="connsiteY12" fmla="*/ 215170 h 326258"/>
              <a:gd name="connsiteX13" fmla="*/ 67773 w 276682"/>
              <a:gd name="connsiteY13" fmla="*/ 190629 h 326258"/>
              <a:gd name="connsiteX14" fmla="*/ 0 w 276682"/>
              <a:gd name="connsiteY14" fmla="*/ 258391 h 326258"/>
              <a:gd name="connsiteX15" fmla="*/ 19813 w 276682"/>
              <a:gd name="connsiteY15" fmla="*/ 306357 h 326258"/>
              <a:gd name="connsiteX16" fmla="*/ 67716 w 276682"/>
              <a:gd name="connsiteY16" fmla="*/ 326259 h 326258"/>
              <a:gd name="connsiteX17" fmla="*/ 67779 w 276682"/>
              <a:gd name="connsiteY17" fmla="*/ 326259 h 326258"/>
              <a:gd name="connsiteX18" fmla="*/ 115656 w 276682"/>
              <a:gd name="connsiteY18" fmla="*/ 306432 h 326258"/>
              <a:gd name="connsiteX19" fmla="*/ 135545 w 276682"/>
              <a:gd name="connsiteY19" fmla="*/ 258498 h 326258"/>
              <a:gd name="connsiteX20" fmla="*/ 135545 w 276682"/>
              <a:gd name="connsiteY20" fmla="*/ 258441 h 326258"/>
              <a:gd name="connsiteX21" fmla="*/ 128441 w 276682"/>
              <a:gd name="connsiteY21" fmla="*/ 228398 h 326258"/>
              <a:gd name="connsiteX22" fmla="*/ 156738 w 276682"/>
              <a:gd name="connsiteY22" fmla="*/ 209989 h 326258"/>
              <a:gd name="connsiteX23" fmla="*/ 208854 w 276682"/>
              <a:gd name="connsiteY23" fmla="*/ 234530 h 326258"/>
              <a:gd name="connsiteX24" fmla="*/ 208879 w 276682"/>
              <a:gd name="connsiteY24" fmla="*/ 234530 h 326258"/>
              <a:gd name="connsiteX25" fmla="*/ 276683 w 276682"/>
              <a:gd name="connsiteY25" fmla="*/ 166700 h 326258"/>
              <a:gd name="connsiteX26" fmla="*/ 276683 w 276682"/>
              <a:gd name="connsiteY26" fmla="*/ 166643 h 326258"/>
              <a:gd name="connsiteX27" fmla="*/ 208898 w 276682"/>
              <a:gd name="connsiteY27" fmla="*/ 98825 h 326258"/>
              <a:gd name="connsiteX28" fmla="*/ 67779 w 276682"/>
              <a:gd name="connsiteY28" fmla="*/ 119887 h 326258"/>
              <a:gd name="connsiteX29" fmla="*/ 15751 w 276682"/>
              <a:gd name="connsiteY29" fmla="*/ 67824 h 326258"/>
              <a:gd name="connsiteX30" fmla="*/ 67779 w 276682"/>
              <a:gd name="connsiteY30" fmla="*/ 15756 h 326258"/>
              <a:gd name="connsiteX31" fmla="*/ 119807 w 276682"/>
              <a:gd name="connsiteY31" fmla="*/ 67824 h 326258"/>
              <a:gd name="connsiteX32" fmla="*/ 67779 w 276682"/>
              <a:gd name="connsiteY32" fmla="*/ 119887 h 326258"/>
              <a:gd name="connsiteX33" fmla="*/ 119807 w 276682"/>
              <a:gd name="connsiteY33" fmla="*/ 258491 h 326258"/>
              <a:gd name="connsiteX34" fmla="*/ 104540 w 276682"/>
              <a:gd name="connsiteY34" fmla="*/ 295296 h 326258"/>
              <a:gd name="connsiteX35" fmla="*/ 67785 w 276682"/>
              <a:gd name="connsiteY35" fmla="*/ 310510 h 326258"/>
              <a:gd name="connsiteX36" fmla="*/ 67735 w 276682"/>
              <a:gd name="connsiteY36" fmla="*/ 310510 h 326258"/>
              <a:gd name="connsiteX37" fmla="*/ 30961 w 276682"/>
              <a:gd name="connsiteY37" fmla="*/ 295233 h 326258"/>
              <a:gd name="connsiteX38" fmla="*/ 15751 w 276682"/>
              <a:gd name="connsiteY38" fmla="*/ 258403 h 326258"/>
              <a:gd name="connsiteX39" fmla="*/ 67779 w 276682"/>
              <a:gd name="connsiteY39" fmla="*/ 206385 h 326258"/>
              <a:gd name="connsiteX40" fmla="*/ 111342 w 276682"/>
              <a:gd name="connsiteY40" fmla="*/ 230068 h 326258"/>
              <a:gd name="connsiteX41" fmla="*/ 111361 w 276682"/>
              <a:gd name="connsiteY41" fmla="*/ 230125 h 326258"/>
              <a:gd name="connsiteX42" fmla="*/ 111399 w 276682"/>
              <a:gd name="connsiteY42" fmla="*/ 230175 h 326258"/>
              <a:gd name="connsiteX43" fmla="*/ 119800 w 276682"/>
              <a:gd name="connsiteY43" fmla="*/ 258453 h 326258"/>
              <a:gd name="connsiteX44" fmla="*/ 119800 w 276682"/>
              <a:gd name="connsiteY44" fmla="*/ 258498 h 326258"/>
              <a:gd name="connsiteX45" fmla="*/ 260944 w 276682"/>
              <a:gd name="connsiteY45" fmla="*/ 166706 h 326258"/>
              <a:gd name="connsiteX46" fmla="*/ 208885 w 276682"/>
              <a:gd name="connsiteY46" fmla="*/ 218781 h 326258"/>
              <a:gd name="connsiteX47" fmla="*/ 208866 w 276682"/>
              <a:gd name="connsiteY47" fmla="*/ 218781 h 326258"/>
              <a:gd name="connsiteX48" fmla="*/ 156820 w 276682"/>
              <a:gd name="connsiteY48" fmla="*/ 166662 h 326258"/>
              <a:gd name="connsiteX49" fmla="*/ 208898 w 276682"/>
              <a:gd name="connsiteY49" fmla="*/ 114587 h 326258"/>
              <a:gd name="connsiteX50" fmla="*/ 208917 w 276682"/>
              <a:gd name="connsiteY50" fmla="*/ 114587 h 326258"/>
              <a:gd name="connsiteX51" fmla="*/ 260944 w 276682"/>
              <a:gd name="connsiteY51" fmla="*/ 166649 h 326258"/>
              <a:gd name="connsiteX52" fmla="*/ 260944 w 276682"/>
              <a:gd name="connsiteY52" fmla="*/ 166706 h 326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276682" h="326258">
                <a:moveTo>
                  <a:pt x="208904" y="98837"/>
                </a:moveTo>
                <a:lnTo>
                  <a:pt x="208879" y="98837"/>
                </a:lnTo>
                <a:cubicBezTo>
                  <a:pt x="188769" y="98837"/>
                  <a:pt x="170732" y="107692"/>
                  <a:pt x="158300" y="121658"/>
                </a:cubicBezTo>
                <a:lnTo>
                  <a:pt x="127402" y="100029"/>
                </a:lnTo>
                <a:cubicBezTo>
                  <a:pt x="132591" y="90443"/>
                  <a:pt x="135545" y="79471"/>
                  <a:pt x="135545" y="67824"/>
                </a:cubicBezTo>
                <a:cubicBezTo>
                  <a:pt x="135545" y="30427"/>
                  <a:pt x="105145" y="0"/>
                  <a:pt x="67773" y="0"/>
                </a:cubicBezTo>
                <a:cubicBezTo>
                  <a:pt x="30400" y="0"/>
                  <a:pt x="0" y="30427"/>
                  <a:pt x="0" y="67824"/>
                </a:cubicBezTo>
                <a:cubicBezTo>
                  <a:pt x="0" y="105222"/>
                  <a:pt x="30407" y="135642"/>
                  <a:pt x="67773" y="135642"/>
                </a:cubicBezTo>
                <a:cubicBezTo>
                  <a:pt x="87851" y="135642"/>
                  <a:pt x="105869" y="126807"/>
                  <a:pt x="118289" y="112879"/>
                </a:cubicBezTo>
                <a:lnTo>
                  <a:pt x="149199" y="134514"/>
                </a:lnTo>
                <a:cubicBezTo>
                  <a:pt x="144022" y="144087"/>
                  <a:pt x="141075" y="155034"/>
                  <a:pt x="141069" y="166668"/>
                </a:cubicBezTo>
                <a:cubicBezTo>
                  <a:pt x="141069" y="177483"/>
                  <a:pt x="143670" y="187680"/>
                  <a:pt x="148192" y="196767"/>
                </a:cubicBezTo>
                <a:lnTo>
                  <a:pt x="119901" y="215170"/>
                </a:lnTo>
                <a:cubicBezTo>
                  <a:pt x="107462" y="200190"/>
                  <a:pt x="88713" y="190629"/>
                  <a:pt x="67773" y="190629"/>
                </a:cubicBezTo>
                <a:cubicBezTo>
                  <a:pt x="30432" y="190629"/>
                  <a:pt x="32" y="221025"/>
                  <a:pt x="0" y="258391"/>
                </a:cubicBezTo>
                <a:cubicBezTo>
                  <a:pt x="-13" y="276503"/>
                  <a:pt x="7022" y="293544"/>
                  <a:pt x="19813" y="306357"/>
                </a:cubicBezTo>
                <a:cubicBezTo>
                  <a:pt x="32605" y="319175"/>
                  <a:pt x="49616" y="326246"/>
                  <a:pt x="67716" y="326259"/>
                </a:cubicBezTo>
                <a:lnTo>
                  <a:pt x="67779" y="326259"/>
                </a:lnTo>
                <a:cubicBezTo>
                  <a:pt x="85854" y="326259"/>
                  <a:pt x="102859" y="319219"/>
                  <a:pt x="115656" y="306432"/>
                </a:cubicBezTo>
                <a:cubicBezTo>
                  <a:pt x="128466" y="293639"/>
                  <a:pt x="135533" y="276617"/>
                  <a:pt x="135545" y="258498"/>
                </a:cubicBezTo>
                <a:lnTo>
                  <a:pt x="135545" y="258441"/>
                </a:lnTo>
                <a:cubicBezTo>
                  <a:pt x="135545" y="247645"/>
                  <a:pt x="132944" y="237467"/>
                  <a:pt x="128441" y="228398"/>
                </a:cubicBezTo>
                <a:lnTo>
                  <a:pt x="156738" y="209989"/>
                </a:lnTo>
                <a:cubicBezTo>
                  <a:pt x="169183" y="224964"/>
                  <a:pt x="187919" y="234524"/>
                  <a:pt x="208854" y="234530"/>
                </a:cubicBezTo>
                <a:lnTo>
                  <a:pt x="208879" y="234530"/>
                </a:lnTo>
                <a:cubicBezTo>
                  <a:pt x="246257" y="234530"/>
                  <a:pt x="276670" y="204110"/>
                  <a:pt x="276683" y="166700"/>
                </a:cubicBezTo>
                <a:lnTo>
                  <a:pt x="276683" y="166643"/>
                </a:lnTo>
                <a:cubicBezTo>
                  <a:pt x="276683" y="129246"/>
                  <a:pt x="246276" y="98825"/>
                  <a:pt x="208898" y="98825"/>
                </a:cubicBezTo>
                <a:close/>
                <a:moveTo>
                  <a:pt x="67779" y="119887"/>
                </a:moveTo>
                <a:cubicBezTo>
                  <a:pt x="39092" y="119887"/>
                  <a:pt x="15751" y="96531"/>
                  <a:pt x="15751" y="67824"/>
                </a:cubicBezTo>
                <a:cubicBezTo>
                  <a:pt x="15751" y="39118"/>
                  <a:pt x="39092" y="15756"/>
                  <a:pt x="67779" y="15756"/>
                </a:cubicBezTo>
                <a:cubicBezTo>
                  <a:pt x="96466" y="15756"/>
                  <a:pt x="119807" y="39111"/>
                  <a:pt x="119807" y="67824"/>
                </a:cubicBezTo>
                <a:cubicBezTo>
                  <a:pt x="119807" y="96537"/>
                  <a:pt x="96466" y="119887"/>
                  <a:pt x="67779" y="119887"/>
                </a:cubicBezTo>
                <a:close/>
                <a:moveTo>
                  <a:pt x="119807" y="258491"/>
                </a:moveTo>
                <a:cubicBezTo>
                  <a:pt x="119794" y="272400"/>
                  <a:pt x="114371" y="285465"/>
                  <a:pt x="104540" y="295296"/>
                </a:cubicBezTo>
                <a:cubicBezTo>
                  <a:pt x="94715" y="305109"/>
                  <a:pt x="81666" y="310510"/>
                  <a:pt x="67785" y="310510"/>
                </a:cubicBezTo>
                <a:lnTo>
                  <a:pt x="67735" y="310510"/>
                </a:lnTo>
                <a:cubicBezTo>
                  <a:pt x="53835" y="310497"/>
                  <a:pt x="40779" y="305077"/>
                  <a:pt x="30961" y="295233"/>
                </a:cubicBezTo>
                <a:cubicBezTo>
                  <a:pt x="21142" y="285389"/>
                  <a:pt x="15739" y="272312"/>
                  <a:pt x="15751" y="258403"/>
                </a:cubicBezTo>
                <a:cubicBezTo>
                  <a:pt x="15776" y="229722"/>
                  <a:pt x="39117" y="206385"/>
                  <a:pt x="67779" y="206385"/>
                </a:cubicBezTo>
                <a:cubicBezTo>
                  <a:pt x="86005" y="206385"/>
                  <a:pt x="102046" y="215832"/>
                  <a:pt x="111342" y="230068"/>
                </a:cubicBezTo>
                <a:cubicBezTo>
                  <a:pt x="111355" y="230087"/>
                  <a:pt x="111355" y="230106"/>
                  <a:pt x="111361" y="230125"/>
                </a:cubicBezTo>
                <a:cubicBezTo>
                  <a:pt x="111374" y="230144"/>
                  <a:pt x="111392" y="230157"/>
                  <a:pt x="111399" y="230175"/>
                </a:cubicBezTo>
                <a:cubicBezTo>
                  <a:pt x="116695" y="238324"/>
                  <a:pt x="119800" y="248023"/>
                  <a:pt x="119800" y="258453"/>
                </a:cubicBezTo>
                <a:lnTo>
                  <a:pt x="119800" y="258498"/>
                </a:lnTo>
                <a:close/>
                <a:moveTo>
                  <a:pt x="260944" y="166706"/>
                </a:moveTo>
                <a:cubicBezTo>
                  <a:pt x="260938" y="195425"/>
                  <a:pt x="237585" y="218781"/>
                  <a:pt x="208885" y="218781"/>
                </a:cubicBezTo>
                <a:lnTo>
                  <a:pt x="208866" y="218781"/>
                </a:lnTo>
                <a:cubicBezTo>
                  <a:pt x="180160" y="218768"/>
                  <a:pt x="156813" y="195394"/>
                  <a:pt x="156820" y="166662"/>
                </a:cubicBezTo>
                <a:cubicBezTo>
                  <a:pt x="156826" y="137943"/>
                  <a:pt x="180185" y="114587"/>
                  <a:pt x="208898" y="114587"/>
                </a:cubicBezTo>
                <a:lnTo>
                  <a:pt x="208917" y="114587"/>
                </a:lnTo>
                <a:cubicBezTo>
                  <a:pt x="237604" y="114587"/>
                  <a:pt x="260944" y="137943"/>
                  <a:pt x="260944" y="166649"/>
                </a:cubicBezTo>
                <a:lnTo>
                  <a:pt x="260944" y="166706"/>
                </a:lnTo>
                <a:close/>
              </a:path>
            </a:pathLst>
          </a:custGeom>
          <a:solidFill>
            <a:schemeClr val="tx1"/>
          </a:solidFill>
          <a:ln w="0" cap="flat">
            <a:noFill/>
            <a:prstDash val="solid"/>
            <a:miter/>
          </a:ln>
        </p:spPr>
        <p:txBody>
          <a:bodyPr rtlCol="0" anchor="ctr"/>
          <a:lstStyle/>
          <a:p>
            <a:endParaRPr lang="de-DE"/>
          </a:p>
        </p:txBody>
      </p:sp>
      <p:sp>
        <p:nvSpPr>
          <p:cNvPr id="512" name="Freihandform 511">
            <a:extLst>
              <a:ext uri="{FF2B5EF4-FFF2-40B4-BE49-F238E27FC236}">
                <a16:creationId xmlns:a16="http://schemas.microsoft.com/office/drawing/2014/main" id="{25758481-48FB-7A2F-D9AC-6605A9D9B958}"/>
              </a:ext>
            </a:extLst>
          </p:cNvPr>
          <p:cNvSpPr/>
          <p:nvPr/>
        </p:nvSpPr>
        <p:spPr>
          <a:xfrm>
            <a:off x="11389652" y="1376362"/>
            <a:ext cx="296710" cy="296859"/>
          </a:xfrm>
          <a:custGeom>
            <a:avLst/>
            <a:gdLst>
              <a:gd name="connsiteX0" fmla="*/ 294405 w 296710"/>
              <a:gd name="connsiteY0" fmla="*/ 283417 h 296859"/>
              <a:gd name="connsiteX1" fmla="*/ 213653 w 296710"/>
              <a:gd name="connsiteY1" fmla="*/ 202648 h 296859"/>
              <a:gd name="connsiteX2" fmla="*/ 244097 w 296710"/>
              <a:gd name="connsiteY2" fmla="*/ 122149 h 296859"/>
              <a:gd name="connsiteX3" fmla="*/ 236225 w 296710"/>
              <a:gd name="connsiteY3" fmla="*/ 122149 h 296859"/>
              <a:gd name="connsiteX4" fmla="*/ 244097 w 296710"/>
              <a:gd name="connsiteY4" fmla="*/ 122118 h 296859"/>
              <a:gd name="connsiteX5" fmla="*/ 208375 w 296710"/>
              <a:gd name="connsiteY5" fmla="*/ 35778 h 296859"/>
              <a:gd name="connsiteX6" fmla="*/ 122067 w 296710"/>
              <a:gd name="connsiteY6" fmla="*/ 0 h 296859"/>
              <a:gd name="connsiteX7" fmla="*/ 122055 w 296710"/>
              <a:gd name="connsiteY7" fmla="*/ 0 h 296859"/>
              <a:gd name="connsiteX8" fmla="*/ 0 w 296710"/>
              <a:gd name="connsiteY8" fmla="*/ 122112 h 296859"/>
              <a:gd name="connsiteX9" fmla="*/ 122030 w 296710"/>
              <a:gd name="connsiteY9" fmla="*/ 244261 h 296859"/>
              <a:gd name="connsiteX10" fmla="*/ 122055 w 296710"/>
              <a:gd name="connsiteY10" fmla="*/ 244261 h 296859"/>
              <a:gd name="connsiteX11" fmla="*/ 202518 w 296710"/>
              <a:gd name="connsiteY11" fmla="*/ 213784 h 296859"/>
              <a:gd name="connsiteX12" fmla="*/ 283270 w 296710"/>
              <a:gd name="connsiteY12" fmla="*/ 294553 h 296859"/>
              <a:gd name="connsiteX13" fmla="*/ 288838 w 296710"/>
              <a:gd name="connsiteY13" fmla="*/ 296859 h 296859"/>
              <a:gd name="connsiteX14" fmla="*/ 294405 w 296710"/>
              <a:gd name="connsiteY14" fmla="*/ 294553 h 296859"/>
              <a:gd name="connsiteX15" fmla="*/ 294405 w 296710"/>
              <a:gd name="connsiteY15" fmla="*/ 283410 h 296859"/>
              <a:gd name="connsiteX16" fmla="*/ 122036 w 296710"/>
              <a:gd name="connsiteY16" fmla="*/ 228505 h 296859"/>
              <a:gd name="connsiteX17" fmla="*/ 15751 w 296710"/>
              <a:gd name="connsiteY17" fmla="*/ 122112 h 296859"/>
              <a:gd name="connsiteX18" fmla="*/ 122105 w 296710"/>
              <a:gd name="connsiteY18" fmla="*/ 15756 h 296859"/>
              <a:gd name="connsiteX19" fmla="*/ 197246 w 296710"/>
              <a:gd name="connsiteY19" fmla="*/ 46914 h 296859"/>
              <a:gd name="connsiteX20" fmla="*/ 228358 w 296710"/>
              <a:gd name="connsiteY20" fmla="*/ 122118 h 296859"/>
              <a:gd name="connsiteX21" fmla="*/ 228358 w 296710"/>
              <a:gd name="connsiteY21" fmla="*/ 122149 h 296859"/>
              <a:gd name="connsiteX22" fmla="*/ 197284 w 296710"/>
              <a:gd name="connsiteY22" fmla="*/ 197284 h 296859"/>
              <a:gd name="connsiteX23" fmla="*/ 197215 w 296710"/>
              <a:gd name="connsiteY23" fmla="*/ 197328 h 296859"/>
              <a:gd name="connsiteX24" fmla="*/ 197164 w 296710"/>
              <a:gd name="connsiteY24" fmla="*/ 197404 h 296859"/>
              <a:gd name="connsiteX25" fmla="*/ 122067 w 296710"/>
              <a:gd name="connsiteY25" fmla="*/ 228499 h 296859"/>
              <a:gd name="connsiteX26" fmla="*/ 122042 w 296710"/>
              <a:gd name="connsiteY26" fmla="*/ 228499 h 296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96710" h="296859">
                <a:moveTo>
                  <a:pt x="294405" y="283417"/>
                </a:moveTo>
                <a:lnTo>
                  <a:pt x="213653" y="202648"/>
                </a:lnTo>
                <a:cubicBezTo>
                  <a:pt x="233264" y="180363"/>
                  <a:pt x="244091" y="152123"/>
                  <a:pt x="244097" y="122149"/>
                </a:cubicBezTo>
                <a:lnTo>
                  <a:pt x="236225" y="122149"/>
                </a:lnTo>
                <a:lnTo>
                  <a:pt x="244097" y="122118"/>
                </a:lnTo>
                <a:cubicBezTo>
                  <a:pt x="244097" y="89504"/>
                  <a:pt x="231413" y="58844"/>
                  <a:pt x="208375" y="35778"/>
                </a:cubicBezTo>
                <a:cubicBezTo>
                  <a:pt x="185331" y="12712"/>
                  <a:pt x="154697" y="6"/>
                  <a:pt x="122067" y="0"/>
                </a:cubicBezTo>
                <a:lnTo>
                  <a:pt x="122055" y="0"/>
                </a:lnTo>
                <a:cubicBezTo>
                  <a:pt x="54761" y="0"/>
                  <a:pt x="13" y="54772"/>
                  <a:pt x="0" y="122112"/>
                </a:cubicBezTo>
                <a:cubicBezTo>
                  <a:pt x="0" y="189451"/>
                  <a:pt x="54729" y="244248"/>
                  <a:pt x="122030" y="244261"/>
                </a:cubicBezTo>
                <a:lnTo>
                  <a:pt x="122055" y="244261"/>
                </a:lnTo>
                <a:cubicBezTo>
                  <a:pt x="152008" y="244261"/>
                  <a:pt x="180236" y="233421"/>
                  <a:pt x="202518" y="213784"/>
                </a:cubicBezTo>
                <a:lnTo>
                  <a:pt x="283270" y="294553"/>
                </a:lnTo>
                <a:cubicBezTo>
                  <a:pt x="284807" y="296090"/>
                  <a:pt x="286823" y="296859"/>
                  <a:pt x="288838" y="296859"/>
                </a:cubicBezTo>
                <a:cubicBezTo>
                  <a:pt x="290853" y="296859"/>
                  <a:pt x="292869" y="296090"/>
                  <a:pt x="294405" y="294553"/>
                </a:cubicBezTo>
                <a:cubicBezTo>
                  <a:pt x="297479" y="291477"/>
                  <a:pt x="297479" y="286486"/>
                  <a:pt x="294405" y="283410"/>
                </a:cubicBezTo>
                <a:close/>
                <a:moveTo>
                  <a:pt x="122036" y="228505"/>
                </a:moveTo>
                <a:cubicBezTo>
                  <a:pt x="63421" y="228493"/>
                  <a:pt x="15745" y="180766"/>
                  <a:pt x="15751" y="122112"/>
                </a:cubicBezTo>
                <a:cubicBezTo>
                  <a:pt x="15764" y="63457"/>
                  <a:pt x="63458" y="15749"/>
                  <a:pt x="122105" y="15756"/>
                </a:cubicBezTo>
                <a:cubicBezTo>
                  <a:pt x="150490" y="15756"/>
                  <a:pt x="177175" y="26829"/>
                  <a:pt x="197246" y="46914"/>
                </a:cubicBezTo>
                <a:cubicBezTo>
                  <a:pt x="217318" y="66999"/>
                  <a:pt x="228365" y="93708"/>
                  <a:pt x="228358" y="122118"/>
                </a:cubicBezTo>
                <a:lnTo>
                  <a:pt x="228358" y="122149"/>
                </a:lnTo>
                <a:cubicBezTo>
                  <a:pt x="228358" y="150528"/>
                  <a:pt x="217318" y="177205"/>
                  <a:pt x="197284" y="197284"/>
                </a:cubicBezTo>
                <a:cubicBezTo>
                  <a:pt x="197265" y="197303"/>
                  <a:pt x="197234" y="197310"/>
                  <a:pt x="197215" y="197328"/>
                </a:cubicBezTo>
                <a:cubicBezTo>
                  <a:pt x="197190" y="197354"/>
                  <a:pt x="197183" y="197385"/>
                  <a:pt x="197164" y="197404"/>
                </a:cubicBezTo>
                <a:cubicBezTo>
                  <a:pt x="177093" y="217458"/>
                  <a:pt x="150427" y="228499"/>
                  <a:pt x="122067" y="228499"/>
                </a:cubicBezTo>
                <a:lnTo>
                  <a:pt x="122042" y="228499"/>
                </a:lnTo>
                <a:close/>
              </a:path>
            </a:pathLst>
          </a:custGeom>
          <a:solidFill>
            <a:schemeClr val="tx1"/>
          </a:solidFill>
          <a:ln w="0" cap="flat">
            <a:noFill/>
            <a:prstDash val="solid"/>
            <a:miter/>
          </a:ln>
        </p:spPr>
        <p:txBody>
          <a:bodyPr rtlCol="0" anchor="ctr"/>
          <a:lstStyle/>
          <a:p>
            <a:endParaRPr lang="de-DE"/>
          </a:p>
        </p:txBody>
      </p:sp>
      <p:grpSp>
        <p:nvGrpSpPr>
          <p:cNvPr id="513" name="Grafik 463">
            <a:extLst>
              <a:ext uri="{FF2B5EF4-FFF2-40B4-BE49-F238E27FC236}">
                <a16:creationId xmlns:a16="http://schemas.microsoft.com/office/drawing/2014/main" id="{172A7BA9-5F0F-6824-DF66-30E1F9F7765F}"/>
              </a:ext>
            </a:extLst>
          </p:cNvPr>
          <p:cNvGrpSpPr/>
          <p:nvPr/>
        </p:nvGrpSpPr>
        <p:grpSpPr>
          <a:xfrm>
            <a:off x="9916209" y="3619626"/>
            <a:ext cx="297761" cy="317883"/>
            <a:chOff x="9916209" y="3619626"/>
            <a:chExt cx="297761" cy="317883"/>
          </a:xfrm>
          <a:solidFill>
            <a:schemeClr val="tx1"/>
          </a:solidFill>
        </p:grpSpPr>
        <p:sp>
          <p:nvSpPr>
            <p:cNvPr id="514" name="Freihandform 513">
              <a:extLst>
                <a:ext uri="{FF2B5EF4-FFF2-40B4-BE49-F238E27FC236}">
                  <a16:creationId xmlns:a16="http://schemas.microsoft.com/office/drawing/2014/main" id="{C9EDA411-EDF5-CC2E-E852-AD94AD963FA8}"/>
                </a:ext>
              </a:extLst>
            </p:cNvPr>
            <p:cNvSpPr/>
            <p:nvPr/>
          </p:nvSpPr>
          <p:spPr>
            <a:xfrm>
              <a:off x="10057238" y="3619626"/>
              <a:ext cx="15744" cy="158777"/>
            </a:xfrm>
            <a:custGeom>
              <a:avLst/>
              <a:gdLst>
                <a:gd name="connsiteX0" fmla="*/ 7872 w 15744"/>
                <a:gd name="connsiteY0" fmla="*/ 158778 h 158777"/>
                <a:gd name="connsiteX1" fmla="*/ 15745 w 15744"/>
                <a:gd name="connsiteY1" fmla="*/ 150900 h 158777"/>
                <a:gd name="connsiteX2" fmla="*/ 15745 w 15744"/>
                <a:gd name="connsiteY2" fmla="*/ 7878 h 158777"/>
                <a:gd name="connsiteX3" fmla="*/ 7872 w 15744"/>
                <a:gd name="connsiteY3" fmla="*/ 0 h 158777"/>
                <a:gd name="connsiteX4" fmla="*/ 0 w 15744"/>
                <a:gd name="connsiteY4" fmla="*/ 7878 h 158777"/>
                <a:gd name="connsiteX5" fmla="*/ 0 w 15744"/>
                <a:gd name="connsiteY5" fmla="*/ 150900 h 158777"/>
                <a:gd name="connsiteX6" fmla="*/ 7872 w 15744"/>
                <a:gd name="connsiteY6" fmla="*/ 158778 h 158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744" h="158777">
                  <a:moveTo>
                    <a:pt x="7872" y="158778"/>
                  </a:moveTo>
                  <a:cubicBezTo>
                    <a:pt x="12218" y="158778"/>
                    <a:pt x="15745" y="155249"/>
                    <a:pt x="15745" y="150900"/>
                  </a:cubicBezTo>
                  <a:lnTo>
                    <a:pt x="15745" y="7878"/>
                  </a:lnTo>
                  <a:cubicBezTo>
                    <a:pt x="15745" y="3529"/>
                    <a:pt x="12218" y="0"/>
                    <a:pt x="7872" y="0"/>
                  </a:cubicBezTo>
                  <a:cubicBezTo>
                    <a:pt x="3527" y="0"/>
                    <a:pt x="0" y="3529"/>
                    <a:pt x="0" y="7878"/>
                  </a:cubicBezTo>
                  <a:lnTo>
                    <a:pt x="0" y="150900"/>
                  </a:lnTo>
                  <a:cubicBezTo>
                    <a:pt x="0" y="155249"/>
                    <a:pt x="3527" y="158778"/>
                    <a:pt x="7872" y="158778"/>
                  </a:cubicBezTo>
                  <a:close/>
                </a:path>
              </a:pathLst>
            </a:custGeom>
            <a:grpFill/>
            <a:ln w="0" cap="flat">
              <a:noFill/>
              <a:prstDash val="solid"/>
              <a:miter/>
            </a:ln>
          </p:spPr>
          <p:txBody>
            <a:bodyPr rtlCol="0" anchor="ctr"/>
            <a:lstStyle/>
            <a:p>
              <a:endParaRPr lang="de-DE"/>
            </a:p>
          </p:txBody>
        </p:sp>
        <p:sp>
          <p:nvSpPr>
            <p:cNvPr id="515" name="Freihandform 514">
              <a:extLst>
                <a:ext uri="{FF2B5EF4-FFF2-40B4-BE49-F238E27FC236}">
                  <a16:creationId xmlns:a16="http://schemas.microsoft.com/office/drawing/2014/main" id="{A892882A-A0C5-5E72-2D98-379E11372392}"/>
                </a:ext>
              </a:extLst>
            </p:cNvPr>
            <p:cNvSpPr/>
            <p:nvPr/>
          </p:nvSpPr>
          <p:spPr>
            <a:xfrm>
              <a:off x="9916209" y="3656396"/>
              <a:ext cx="297761" cy="281113"/>
            </a:xfrm>
            <a:custGeom>
              <a:avLst/>
              <a:gdLst>
                <a:gd name="connsiteX0" fmla="*/ 291368 w 297761"/>
                <a:gd name="connsiteY0" fmla="*/ 89186 h 281113"/>
                <a:gd name="connsiteX1" fmla="*/ 219294 w 297761"/>
                <a:gd name="connsiteY1" fmla="*/ 937 h 281113"/>
                <a:gd name="connsiteX2" fmla="*/ 208632 w 297761"/>
                <a:gd name="connsiteY2" fmla="*/ 4151 h 281113"/>
                <a:gd name="connsiteX3" fmla="*/ 211844 w 297761"/>
                <a:gd name="connsiteY3" fmla="*/ 14820 h 281113"/>
                <a:gd name="connsiteX4" fmla="*/ 276298 w 297761"/>
                <a:gd name="connsiteY4" fmla="*/ 93730 h 281113"/>
                <a:gd name="connsiteX5" fmla="*/ 266114 w 297761"/>
                <a:gd name="connsiteY5" fmla="*/ 195133 h 281113"/>
                <a:gd name="connsiteX6" fmla="*/ 187257 w 297761"/>
                <a:gd name="connsiteY6" fmla="*/ 259630 h 281113"/>
                <a:gd name="connsiteX7" fmla="*/ 85922 w 297761"/>
                <a:gd name="connsiteY7" fmla="*/ 249439 h 281113"/>
                <a:gd name="connsiteX8" fmla="*/ 21468 w 297761"/>
                <a:gd name="connsiteY8" fmla="*/ 170529 h 281113"/>
                <a:gd name="connsiteX9" fmla="*/ 31658 w 297761"/>
                <a:gd name="connsiteY9" fmla="*/ 69126 h 281113"/>
                <a:gd name="connsiteX10" fmla="*/ 85922 w 297761"/>
                <a:gd name="connsiteY10" fmla="*/ 14820 h 281113"/>
                <a:gd name="connsiteX11" fmla="*/ 89134 w 297761"/>
                <a:gd name="connsiteY11" fmla="*/ 4151 h 281113"/>
                <a:gd name="connsiteX12" fmla="*/ 78472 w 297761"/>
                <a:gd name="connsiteY12" fmla="*/ 937 h 281113"/>
                <a:gd name="connsiteX13" fmla="*/ 17784 w 297761"/>
                <a:gd name="connsiteY13" fmla="*/ 61671 h 281113"/>
                <a:gd name="connsiteX14" fmla="*/ 6391 w 297761"/>
                <a:gd name="connsiteY14" fmla="*/ 175073 h 281113"/>
                <a:gd name="connsiteX15" fmla="*/ 78465 w 297761"/>
                <a:gd name="connsiteY15" fmla="*/ 263323 h 281113"/>
                <a:gd name="connsiteX16" fmla="*/ 148682 w 297761"/>
                <a:gd name="connsiteY16" fmla="*/ 281114 h 281113"/>
                <a:gd name="connsiteX17" fmla="*/ 191791 w 297761"/>
                <a:gd name="connsiteY17" fmla="*/ 274711 h 281113"/>
                <a:gd name="connsiteX18" fmla="*/ 279982 w 297761"/>
                <a:gd name="connsiteY18" fmla="*/ 202588 h 281113"/>
                <a:gd name="connsiteX19" fmla="*/ 291368 w 297761"/>
                <a:gd name="connsiteY19" fmla="*/ 89186 h 281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97761" h="281113">
                  <a:moveTo>
                    <a:pt x="291368" y="89186"/>
                  </a:moveTo>
                  <a:cubicBezTo>
                    <a:pt x="279912" y="51096"/>
                    <a:pt x="254305" y="19755"/>
                    <a:pt x="219294" y="937"/>
                  </a:cubicBezTo>
                  <a:cubicBezTo>
                    <a:pt x="215459" y="-1112"/>
                    <a:pt x="210691" y="306"/>
                    <a:pt x="208632" y="4151"/>
                  </a:cubicBezTo>
                  <a:cubicBezTo>
                    <a:pt x="206579" y="7982"/>
                    <a:pt x="208015" y="12760"/>
                    <a:pt x="211844" y="14820"/>
                  </a:cubicBezTo>
                  <a:cubicBezTo>
                    <a:pt x="243164" y="31647"/>
                    <a:pt x="266051" y="59667"/>
                    <a:pt x="276298" y="93730"/>
                  </a:cubicBezTo>
                  <a:cubicBezTo>
                    <a:pt x="286551" y="127781"/>
                    <a:pt x="282935" y="163798"/>
                    <a:pt x="266114" y="195133"/>
                  </a:cubicBezTo>
                  <a:cubicBezTo>
                    <a:pt x="249298" y="226474"/>
                    <a:pt x="221297" y="249376"/>
                    <a:pt x="187257" y="259630"/>
                  </a:cubicBezTo>
                  <a:cubicBezTo>
                    <a:pt x="153235" y="269890"/>
                    <a:pt x="117242" y="266278"/>
                    <a:pt x="85922" y="249439"/>
                  </a:cubicBezTo>
                  <a:cubicBezTo>
                    <a:pt x="54609" y="232612"/>
                    <a:pt x="31721" y="204592"/>
                    <a:pt x="21468" y="170529"/>
                  </a:cubicBezTo>
                  <a:cubicBezTo>
                    <a:pt x="11221" y="136472"/>
                    <a:pt x="14837" y="100461"/>
                    <a:pt x="31658" y="69126"/>
                  </a:cubicBezTo>
                  <a:cubicBezTo>
                    <a:pt x="44059" y="46010"/>
                    <a:pt x="62821" y="27236"/>
                    <a:pt x="85922" y="14820"/>
                  </a:cubicBezTo>
                  <a:cubicBezTo>
                    <a:pt x="89751" y="12760"/>
                    <a:pt x="91187" y="7982"/>
                    <a:pt x="89134" y="4151"/>
                  </a:cubicBezTo>
                  <a:cubicBezTo>
                    <a:pt x="87074" y="313"/>
                    <a:pt x="82294" y="-1105"/>
                    <a:pt x="78472" y="937"/>
                  </a:cubicBezTo>
                  <a:cubicBezTo>
                    <a:pt x="52637" y="14826"/>
                    <a:pt x="31652" y="35825"/>
                    <a:pt x="17784" y="61671"/>
                  </a:cubicBezTo>
                  <a:cubicBezTo>
                    <a:pt x="-1022" y="96718"/>
                    <a:pt x="-5071" y="136989"/>
                    <a:pt x="6391" y="175073"/>
                  </a:cubicBezTo>
                  <a:cubicBezTo>
                    <a:pt x="17853" y="213163"/>
                    <a:pt x="43455" y="244504"/>
                    <a:pt x="78465" y="263323"/>
                  </a:cubicBezTo>
                  <a:cubicBezTo>
                    <a:pt x="100426" y="275120"/>
                    <a:pt x="124441" y="281114"/>
                    <a:pt x="148682" y="281114"/>
                  </a:cubicBezTo>
                  <a:cubicBezTo>
                    <a:pt x="163098" y="281114"/>
                    <a:pt x="177602" y="278990"/>
                    <a:pt x="191791" y="274711"/>
                  </a:cubicBezTo>
                  <a:cubicBezTo>
                    <a:pt x="229856" y="263247"/>
                    <a:pt x="261176" y="237622"/>
                    <a:pt x="279982" y="202588"/>
                  </a:cubicBezTo>
                  <a:cubicBezTo>
                    <a:pt x="298788" y="167542"/>
                    <a:pt x="302831" y="127271"/>
                    <a:pt x="291368" y="89186"/>
                  </a:cubicBezTo>
                  <a:close/>
                </a:path>
              </a:pathLst>
            </a:custGeom>
            <a:grpFill/>
            <a:ln w="0" cap="flat">
              <a:noFill/>
              <a:prstDash val="solid"/>
              <a:miter/>
            </a:ln>
          </p:spPr>
          <p:txBody>
            <a:bodyPr rtlCol="0" anchor="ctr"/>
            <a:lstStyle/>
            <a:p>
              <a:endParaRPr lang="de-DE"/>
            </a:p>
          </p:txBody>
        </p:sp>
      </p:grpSp>
      <p:sp>
        <p:nvSpPr>
          <p:cNvPr id="516" name="Freihandform 515">
            <a:extLst>
              <a:ext uri="{FF2B5EF4-FFF2-40B4-BE49-F238E27FC236}">
                <a16:creationId xmlns:a16="http://schemas.microsoft.com/office/drawing/2014/main" id="{9119880B-1725-545D-A39A-3D9B4F66514D}"/>
              </a:ext>
            </a:extLst>
          </p:cNvPr>
          <p:cNvSpPr/>
          <p:nvPr/>
        </p:nvSpPr>
        <p:spPr>
          <a:xfrm>
            <a:off x="9172907" y="3612820"/>
            <a:ext cx="311378" cy="312123"/>
          </a:xfrm>
          <a:custGeom>
            <a:avLst/>
            <a:gdLst>
              <a:gd name="connsiteX0" fmla="*/ 303500 w 311378"/>
              <a:gd name="connsiteY0" fmla="*/ 0 h 312123"/>
              <a:gd name="connsiteX1" fmla="*/ 7872 w 311378"/>
              <a:gd name="connsiteY1" fmla="*/ 0 h 312123"/>
              <a:gd name="connsiteX2" fmla="*/ 0 w 311378"/>
              <a:gd name="connsiteY2" fmla="*/ 7878 h 312123"/>
              <a:gd name="connsiteX3" fmla="*/ 0 w 311378"/>
              <a:gd name="connsiteY3" fmla="*/ 70295 h 312123"/>
              <a:gd name="connsiteX4" fmla="*/ 7872 w 311378"/>
              <a:gd name="connsiteY4" fmla="*/ 78173 h 312123"/>
              <a:gd name="connsiteX5" fmla="*/ 19423 w 311378"/>
              <a:gd name="connsiteY5" fmla="*/ 78173 h 312123"/>
              <a:gd name="connsiteX6" fmla="*/ 41831 w 311378"/>
              <a:gd name="connsiteY6" fmla="*/ 277278 h 312123"/>
              <a:gd name="connsiteX7" fmla="*/ 81426 w 311378"/>
              <a:gd name="connsiteY7" fmla="*/ 312123 h 312123"/>
              <a:gd name="connsiteX8" fmla="*/ 230229 w 311378"/>
              <a:gd name="connsiteY8" fmla="*/ 312123 h 312123"/>
              <a:gd name="connsiteX9" fmla="*/ 269604 w 311378"/>
              <a:gd name="connsiteY9" fmla="*/ 276938 h 312123"/>
              <a:gd name="connsiteX10" fmla="*/ 291987 w 311378"/>
              <a:gd name="connsiteY10" fmla="*/ 78173 h 312123"/>
              <a:gd name="connsiteX11" fmla="*/ 303506 w 311378"/>
              <a:gd name="connsiteY11" fmla="*/ 78173 h 312123"/>
              <a:gd name="connsiteX12" fmla="*/ 311378 w 311378"/>
              <a:gd name="connsiteY12" fmla="*/ 70295 h 312123"/>
              <a:gd name="connsiteX13" fmla="*/ 311378 w 311378"/>
              <a:gd name="connsiteY13" fmla="*/ 7878 h 312123"/>
              <a:gd name="connsiteX14" fmla="*/ 303506 w 311378"/>
              <a:gd name="connsiteY14" fmla="*/ 0 h 312123"/>
              <a:gd name="connsiteX15" fmla="*/ 254004 w 311378"/>
              <a:gd name="connsiteY15" fmla="*/ 274833 h 312123"/>
              <a:gd name="connsiteX16" fmla="*/ 229952 w 311378"/>
              <a:gd name="connsiteY16" fmla="*/ 296374 h 312123"/>
              <a:gd name="connsiteX17" fmla="*/ 81697 w 311378"/>
              <a:gd name="connsiteY17" fmla="*/ 296374 h 312123"/>
              <a:gd name="connsiteX18" fmla="*/ 57431 w 311378"/>
              <a:gd name="connsiteY18" fmla="*/ 275186 h 312123"/>
              <a:gd name="connsiteX19" fmla="*/ 35269 w 311378"/>
              <a:gd name="connsiteY19" fmla="*/ 78179 h 312123"/>
              <a:gd name="connsiteX20" fmla="*/ 276141 w 311378"/>
              <a:gd name="connsiteY20" fmla="*/ 78179 h 312123"/>
              <a:gd name="connsiteX21" fmla="*/ 254010 w 311378"/>
              <a:gd name="connsiteY21" fmla="*/ 274833 h 312123"/>
              <a:gd name="connsiteX22" fmla="*/ 295627 w 311378"/>
              <a:gd name="connsiteY22" fmla="*/ 62417 h 312123"/>
              <a:gd name="connsiteX23" fmla="*/ 15745 w 311378"/>
              <a:gd name="connsiteY23" fmla="*/ 62417 h 312123"/>
              <a:gd name="connsiteX24" fmla="*/ 15745 w 311378"/>
              <a:gd name="connsiteY24" fmla="*/ 15756 h 312123"/>
              <a:gd name="connsiteX25" fmla="*/ 295627 w 311378"/>
              <a:gd name="connsiteY25" fmla="*/ 15756 h 312123"/>
              <a:gd name="connsiteX26" fmla="*/ 295627 w 311378"/>
              <a:gd name="connsiteY26" fmla="*/ 62417 h 312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11378" h="312123">
                <a:moveTo>
                  <a:pt x="303500" y="0"/>
                </a:moveTo>
                <a:lnTo>
                  <a:pt x="7872" y="0"/>
                </a:lnTo>
                <a:cubicBezTo>
                  <a:pt x="3527" y="0"/>
                  <a:pt x="0" y="3529"/>
                  <a:pt x="0" y="7878"/>
                </a:cubicBezTo>
                <a:lnTo>
                  <a:pt x="0" y="70295"/>
                </a:lnTo>
                <a:cubicBezTo>
                  <a:pt x="0" y="74644"/>
                  <a:pt x="3527" y="78173"/>
                  <a:pt x="7872" y="78173"/>
                </a:cubicBezTo>
                <a:lnTo>
                  <a:pt x="19423" y="78173"/>
                </a:lnTo>
                <a:lnTo>
                  <a:pt x="41831" y="277278"/>
                </a:lnTo>
                <a:cubicBezTo>
                  <a:pt x="44892" y="296796"/>
                  <a:pt x="61430" y="311443"/>
                  <a:pt x="81426" y="312123"/>
                </a:cubicBezTo>
                <a:lnTo>
                  <a:pt x="230229" y="312123"/>
                </a:lnTo>
                <a:cubicBezTo>
                  <a:pt x="249929" y="311424"/>
                  <a:pt x="266474" y="296771"/>
                  <a:pt x="269604" y="276938"/>
                </a:cubicBezTo>
                <a:lnTo>
                  <a:pt x="291987" y="78173"/>
                </a:lnTo>
                <a:lnTo>
                  <a:pt x="303506" y="78173"/>
                </a:lnTo>
                <a:cubicBezTo>
                  <a:pt x="307852" y="78173"/>
                  <a:pt x="311378" y="74644"/>
                  <a:pt x="311378" y="70295"/>
                </a:cubicBezTo>
                <a:lnTo>
                  <a:pt x="311378" y="7878"/>
                </a:lnTo>
                <a:cubicBezTo>
                  <a:pt x="311378" y="3529"/>
                  <a:pt x="307852" y="0"/>
                  <a:pt x="303506" y="0"/>
                </a:cubicBezTo>
                <a:close/>
                <a:moveTo>
                  <a:pt x="254004" y="274833"/>
                </a:moveTo>
                <a:cubicBezTo>
                  <a:pt x="252089" y="286883"/>
                  <a:pt x="241861" y="295952"/>
                  <a:pt x="229952" y="296374"/>
                </a:cubicBezTo>
                <a:lnTo>
                  <a:pt x="81697" y="296374"/>
                </a:lnTo>
                <a:cubicBezTo>
                  <a:pt x="69498" y="295964"/>
                  <a:pt x="59277" y="286902"/>
                  <a:pt x="57431" y="275186"/>
                </a:cubicBezTo>
                <a:lnTo>
                  <a:pt x="35269" y="78179"/>
                </a:lnTo>
                <a:lnTo>
                  <a:pt x="276141" y="78179"/>
                </a:lnTo>
                <a:lnTo>
                  <a:pt x="254010" y="274833"/>
                </a:lnTo>
                <a:close/>
                <a:moveTo>
                  <a:pt x="295627" y="62417"/>
                </a:moveTo>
                <a:lnTo>
                  <a:pt x="15745" y="62417"/>
                </a:lnTo>
                <a:lnTo>
                  <a:pt x="15745" y="15756"/>
                </a:lnTo>
                <a:lnTo>
                  <a:pt x="295627" y="15756"/>
                </a:lnTo>
                <a:lnTo>
                  <a:pt x="295627" y="62417"/>
                </a:lnTo>
                <a:close/>
              </a:path>
            </a:pathLst>
          </a:custGeom>
          <a:solidFill>
            <a:schemeClr val="tx1"/>
          </a:solidFill>
          <a:ln w="0" cap="flat">
            <a:noFill/>
            <a:prstDash val="solid"/>
            <a:miter/>
          </a:ln>
        </p:spPr>
        <p:txBody>
          <a:bodyPr rtlCol="0" anchor="ctr"/>
          <a:lstStyle/>
          <a:p>
            <a:endParaRPr lang="de-DE"/>
          </a:p>
        </p:txBody>
      </p:sp>
      <p:sp>
        <p:nvSpPr>
          <p:cNvPr id="517" name="Freihandform 516">
            <a:extLst>
              <a:ext uri="{FF2B5EF4-FFF2-40B4-BE49-F238E27FC236}">
                <a16:creationId xmlns:a16="http://schemas.microsoft.com/office/drawing/2014/main" id="{DB32CF87-685E-1CBB-1BD2-5855C4E326E0}"/>
              </a:ext>
            </a:extLst>
          </p:cNvPr>
          <p:cNvSpPr/>
          <p:nvPr/>
        </p:nvSpPr>
        <p:spPr>
          <a:xfrm>
            <a:off x="8444212" y="3600852"/>
            <a:ext cx="296055" cy="336065"/>
          </a:xfrm>
          <a:custGeom>
            <a:avLst/>
            <a:gdLst>
              <a:gd name="connsiteX0" fmla="*/ 256479 w 296055"/>
              <a:gd name="connsiteY0" fmla="*/ 66318 h 336065"/>
              <a:gd name="connsiteX1" fmla="*/ 245326 w 296055"/>
              <a:gd name="connsiteY1" fmla="*/ 66318 h 336065"/>
              <a:gd name="connsiteX2" fmla="*/ 254054 w 296055"/>
              <a:gd name="connsiteY2" fmla="*/ 41046 h 336065"/>
              <a:gd name="connsiteX3" fmla="*/ 242038 w 296055"/>
              <a:gd name="connsiteY3" fmla="*/ 12018 h 336065"/>
              <a:gd name="connsiteX4" fmla="*/ 183926 w 296055"/>
              <a:gd name="connsiteY4" fmla="*/ 12113 h 336065"/>
              <a:gd name="connsiteX5" fmla="*/ 179052 w 296055"/>
              <a:gd name="connsiteY5" fmla="*/ 18050 h 336065"/>
              <a:gd name="connsiteX6" fmla="*/ 148815 w 296055"/>
              <a:gd name="connsiteY6" fmla="*/ 60627 h 336065"/>
              <a:gd name="connsiteX7" fmla="*/ 118660 w 296055"/>
              <a:gd name="connsiteY7" fmla="*/ 18188 h 336065"/>
              <a:gd name="connsiteX8" fmla="*/ 113553 w 296055"/>
              <a:gd name="connsiteY8" fmla="*/ 12006 h 336065"/>
              <a:gd name="connsiteX9" fmla="*/ 84557 w 296055"/>
              <a:gd name="connsiteY9" fmla="*/ 0 h 336065"/>
              <a:gd name="connsiteX10" fmla="*/ 84538 w 296055"/>
              <a:gd name="connsiteY10" fmla="*/ 0 h 336065"/>
              <a:gd name="connsiteX11" fmla="*/ 55542 w 296055"/>
              <a:gd name="connsiteY11" fmla="*/ 12031 h 336065"/>
              <a:gd name="connsiteX12" fmla="*/ 43544 w 296055"/>
              <a:gd name="connsiteY12" fmla="*/ 41059 h 336065"/>
              <a:gd name="connsiteX13" fmla="*/ 52280 w 296055"/>
              <a:gd name="connsiteY13" fmla="*/ 66318 h 336065"/>
              <a:gd name="connsiteX14" fmla="*/ 39520 w 296055"/>
              <a:gd name="connsiteY14" fmla="*/ 66318 h 336065"/>
              <a:gd name="connsiteX15" fmla="*/ 0 w 296055"/>
              <a:gd name="connsiteY15" fmla="*/ 105921 h 336065"/>
              <a:gd name="connsiteX16" fmla="*/ 0 w 296055"/>
              <a:gd name="connsiteY16" fmla="*/ 296468 h 336065"/>
              <a:gd name="connsiteX17" fmla="*/ 39526 w 296055"/>
              <a:gd name="connsiteY17" fmla="*/ 336065 h 336065"/>
              <a:gd name="connsiteX18" fmla="*/ 256479 w 296055"/>
              <a:gd name="connsiteY18" fmla="*/ 336065 h 336065"/>
              <a:gd name="connsiteX19" fmla="*/ 296056 w 296055"/>
              <a:gd name="connsiteY19" fmla="*/ 296468 h 336065"/>
              <a:gd name="connsiteX20" fmla="*/ 296056 w 296055"/>
              <a:gd name="connsiteY20" fmla="*/ 105921 h 336065"/>
              <a:gd name="connsiteX21" fmla="*/ 256479 w 296055"/>
              <a:gd name="connsiteY21" fmla="*/ 66318 h 336065"/>
              <a:gd name="connsiteX22" fmla="*/ 191931 w 296055"/>
              <a:gd name="connsiteY22" fmla="*/ 27099 h 336065"/>
              <a:gd name="connsiteX23" fmla="*/ 195149 w 296055"/>
              <a:gd name="connsiteY23" fmla="*/ 23161 h 336065"/>
              <a:gd name="connsiteX24" fmla="*/ 230903 w 296055"/>
              <a:gd name="connsiteY24" fmla="*/ 23161 h 336065"/>
              <a:gd name="connsiteX25" fmla="*/ 238309 w 296055"/>
              <a:gd name="connsiteY25" fmla="*/ 41053 h 336065"/>
              <a:gd name="connsiteX26" fmla="*/ 230897 w 296055"/>
              <a:gd name="connsiteY26" fmla="*/ 58945 h 336065"/>
              <a:gd name="connsiteX27" fmla="*/ 223534 w 296055"/>
              <a:gd name="connsiteY27" fmla="*/ 66324 h 336065"/>
              <a:gd name="connsiteX28" fmla="*/ 164075 w 296055"/>
              <a:gd name="connsiteY28" fmla="*/ 66324 h 336065"/>
              <a:gd name="connsiteX29" fmla="*/ 191931 w 296055"/>
              <a:gd name="connsiteY29" fmla="*/ 27099 h 336065"/>
              <a:gd name="connsiteX30" fmla="*/ 66696 w 296055"/>
              <a:gd name="connsiteY30" fmla="*/ 58926 h 336065"/>
              <a:gd name="connsiteX31" fmla="*/ 59283 w 296055"/>
              <a:gd name="connsiteY31" fmla="*/ 41053 h 336065"/>
              <a:gd name="connsiteX32" fmla="*/ 66683 w 296055"/>
              <a:gd name="connsiteY32" fmla="*/ 23167 h 336065"/>
              <a:gd name="connsiteX33" fmla="*/ 84544 w 296055"/>
              <a:gd name="connsiteY33" fmla="*/ 15749 h 336065"/>
              <a:gd name="connsiteX34" fmla="*/ 84557 w 296055"/>
              <a:gd name="connsiteY34" fmla="*/ 15749 h 336065"/>
              <a:gd name="connsiteX35" fmla="*/ 102418 w 296055"/>
              <a:gd name="connsiteY35" fmla="*/ 23148 h 336065"/>
              <a:gd name="connsiteX36" fmla="*/ 105712 w 296055"/>
              <a:gd name="connsiteY36" fmla="*/ 27169 h 336065"/>
              <a:gd name="connsiteX37" fmla="*/ 133536 w 296055"/>
              <a:gd name="connsiteY37" fmla="*/ 66318 h 336065"/>
              <a:gd name="connsiteX38" fmla="*/ 74064 w 296055"/>
              <a:gd name="connsiteY38" fmla="*/ 66318 h 336065"/>
              <a:gd name="connsiteX39" fmla="*/ 66696 w 296055"/>
              <a:gd name="connsiteY39" fmla="*/ 58926 h 336065"/>
              <a:gd name="connsiteX40" fmla="*/ 15739 w 296055"/>
              <a:gd name="connsiteY40" fmla="*/ 296475 h 336065"/>
              <a:gd name="connsiteX41" fmla="*/ 15739 w 296055"/>
              <a:gd name="connsiteY41" fmla="*/ 105921 h 336065"/>
              <a:gd name="connsiteX42" fmla="*/ 39520 w 296055"/>
              <a:gd name="connsiteY42" fmla="*/ 82080 h 336065"/>
              <a:gd name="connsiteX43" fmla="*/ 70739 w 296055"/>
              <a:gd name="connsiteY43" fmla="*/ 82080 h 336065"/>
              <a:gd name="connsiteX44" fmla="*/ 70865 w 296055"/>
              <a:gd name="connsiteY44" fmla="*/ 82080 h 336065"/>
              <a:gd name="connsiteX45" fmla="*/ 140930 w 296055"/>
              <a:gd name="connsiteY45" fmla="*/ 82080 h 336065"/>
              <a:gd name="connsiteX46" fmla="*/ 140930 w 296055"/>
              <a:gd name="connsiteY46" fmla="*/ 320322 h 336065"/>
              <a:gd name="connsiteX47" fmla="*/ 39526 w 296055"/>
              <a:gd name="connsiteY47" fmla="*/ 320322 h 336065"/>
              <a:gd name="connsiteX48" fmla="*/ 15739 w 296055"/>
              <a:gd name="connsiteY48" fmla="*/ 296481 h 336065"/>
              <a:gd name="connsiteX49" fmla="*/ 280311 w 296055"/>
              <a:gd name="connsiteY49" fmla="*/ 296475 h 336065"/>
              <a:gd name="connsiteX50" fmla="*/ 256479 w 296055"/>
              <a:gd name="connsiteY50" fmla="*/ 320316 h 336065"/>
              <a:gd name="connsiteX51" fmla="*/ 156675 w 296055"/>
              <a:gd name="connsiteY51" fmla="*/ 320316 h 336065"/>
              <a:gd name="connsiteX52" fmla="*/ 156675 w 296055"/>
              <a:gd name="connsiteY52" fmla="*/ 82074 h 336065"/>
              <a:gd name="connsiteX53" fmla="*/ 226740 w 296055"/>
              <a:gd name="connsiteY53" fmla="*/ 82074 h 336065"/>
              <a:gd name="connsiteX54" fmla="*/ 226866 w 296055"/>
              <a:gd name="connsiteY54" fmla="*/ 82074 h 336065"/>
              <a:gd name="connsiteX55" fmla="*/ 256479 w 296055"/>
              <a:gd name="connsiteY55" fmla="*/ 82074 h 336065"/>
              <a:gd name="connsiteX56" fmla="*/ 280311 w 296055"/>
              <a:gd name="connsiteY56" fmla="*/ 105921 h 336065"/>
              <a:gd name="connsiteX57" fmla="*/ 280311 w 296055"/>
              <a:gd name="connsiteY57" fmla="*/ 296468 h 336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296055" h="336065">
                <a:moveTo>
                  <a:pt x="256479" y="66318"/>
                </a:moveTo>
                <a:lnTo>
                  <a:pt x="245326" y="66318"/>
                </a:lnTo>
                <a:cubicBezTo>
                  <a:pt x="250968" y="59127"/>
                  <a:pt x="254054" y="50336"/>
                  <a:pt x="254054" y="41046"/>
                </a:cubicBezTo>
                <a:cubicBezTo>
                  <a:pt x="254054" y="30087"/>
                  <a:pt x="249784" y="19770"/>
                  <a:pt x="242038" y="12018"/>
                </a:cubicBezTo>
                <a:cubicBezTo>
                  <a:pt x="226047" y="-3983"/>
                  <a:pt x="200030" y="-3989"/>
                  <a:pt x="183926" y="12113"/>
                </a:cubicBezTo>
                <a:cubicBezTo>
                  <a:pt x="182131" y="13966"/>
                  <a:pt x="180469" y="15989"/>
                  <a:pt x="179052" y="18050"/>
                </a:cubicBezTo>
                <a:lnTo>
                  <a:pt x="148815" y="60627"/>
                </a:lnTo>
                <a:lnTo>
                  <a:pt x="118660" y="18188"/>
                </a:lnTo>
                <a:cubicBezTo>
                  <a:pt x="117174" y="15982"/>
                  <a:pt x="115455" y="13903"/>
                  <a:pt x="113553" y="12006"/>
                </a:cubicBezTo>
                <a:cubicBezTo>
                  <a:pt x="105806" y="4260"/>
                  <a:pt x="95509" y="0"/>
                  <a:pt x="84557" y="0"/>
                </a:cubicBezTo>
                <a:lnTo>
                  <a:pt x="84538" y="0"/>
                </a:lnTo>
                <a:cubicBezTo>
                  <a:pt x="73586" y="0"/>
                  <a:pt x="63282" y="4279"/>
                  <a:pt x="55542" y="12031"/>
                </a:cubicBezTo>
                <a:cubicBezTo>
                  <a:pt x="47802" y="19789"/>
                  <a:pt x="43538" y="30099"/>
                  <a:pt x="43544" y="41059"/>
                </a:cubicBezTo>
                <a:cubicBezTo>
                  <a:pt x="43544" y="50342"/>
                  <a:pt x="46643" y="59134"/>
                  <a:pt x="52280" y="66318"/>
                </a:cubicBezTo>
                <a:lnTo>
                  <a:pt x="39520" y="66318"/>
                </a:lnTo>
                <a:cubicBezTo>
                  <a:pt x="17710" y="66343"/>
                  <a:pt x="-12" y="84109"/>
                  <a:pt x="0" y="105921"/>
                </a:cubicBezTo>
                <a:lnTo>
                  <a:pt x="0" y="296468"/>
                </a:lnTo>
                <a:cubicBezTo>
                  <a:pt x="0" y="318280"/>
                  <a:pt x="17716" y="336040"/>
                  <a:pt x="39526" y="336065"/>
                </a:cubicBezTo>
                <a:lnTo>
                  <a:pt x="256479" y="336065"/>
                </a:lnTo>
                <a:cubicBezTo>
                  <a:pt x="278295" y="336065"/>
                  <a:pt x="296049" y="318299"/>
                  <a:pt x="296056" y="296468"/>
                </a:cubicBezTo>
                <a:lnTo>
                  <a:pt x="296056" y="105921"/>
                </a:lnTo>
                <a:cubicBezTo>
                  <a:pt x="296056" y="84084"/>
                  <a:pt x="278302" y="66318"/>
                  <a:pt x="256479" y="66318"/>
                </a:cubicBezTo>
                <a:close/>
                <a:moveTo>
                  <a:pt x="191931" y="27099"/>
                </a:moveTo>
                <a:cubicBezTo>
                  <a:pt x="192920" y="25669"/>
                  <a:pt x="194035" y="24314"/>
                  <a:pt x="195149" y="23161"/>
                </a:cubicBezTo>
                <a:cubicBezTo>
                  <a:pt x="204993" y="13304"/>
                  <a:pt x="221040" y="13304"/>
                  <a:pt x="230903" y="23161"/>
                </a:cubicBezTo>
                <a:cubicBezTo>
                  <a:pt x="235677" y="27944"/>
                  <a:pt x="238309" y="34297"/>
                  <a:pt x="238309" y="41053"/>
                </a:cubicBezTo>
                <a:cubicBezTo>
                  <a:pt x="238309" y="47809"/>
                  <a:pt x="235677" y="54161"/>
                  <a:pt x="230897" y="58945"/>
                </a:cubicBezTo>
                <a:lnTo>
                  <a:pt x="223534" y="66324"/>
                </a:lnTo>
                <a:lnTo>
                  <a:pt x="164075" y="66324"/>
                </a:lnTo>
                <a:lnTo>
                  <a:pt x="191931" y="27099"/>
                </a:lnTo>
                <a:close/>
                <a:moveTo>
                  <a:pt x="66696" y="58926"/>
                </a:moveTo>
                <a:cubicBezTo>
                  <a:pt x="61916" y="54155"/>
                  <a:pt x="59289" y="47802"/>
                  <a:pt x="59283" y="41053"/>
                </a:cubicBezTo>
                <a:cubicBezTo>
                  <a:pt x="59283" y="34297"/>
                  <a:pt x="61909" y="27944"/>
                  <a:pt x="66683" y="23167"/>
                </a:cubicBezTo>
                <a:cubicBezTo>
                  <a:pt x="71451" y="18383"/>
                  <a:pt x="77799" y="15756"/>
                  <a:pt x="84544" y="15749"/>
                </a:cubicBezTo>
                <a:lnTo>
                  <a:pt x="84557" y="15749"/>
                </a:lnTo>
                <a:cubicBezTo>
                  <a:pt x="91302" y="15749"/>
                  <a:pt x="97644" y="18377"/>
                  <a:pt x="102418" y="23148"/>
                </a:cubicBezTo>
                <a:cubicBezTo>
                  <a:pt x="103602" y="24333"/>
                  <a:pt x="104679" y="25644"/>
                  <a:pt x="105712" y="27169"/>
                </a:cubicBezTo>
                <a:lnTo>
                  <a:pt x="133536" y="66318"/>
                </a:lnTo>
                <a:lnTo>
                  <a:pt x="74064" y="66318"/>
                </a:lnTo>
                <a:lnTo>
                  <a:pt x="66696" y="58926"/>
                </a:lnTo>
                <a:close/>
                <a:moveTo>
                  <a:pt x="15739" y="296475"/>
                </a:moveTo>
                <a:lnTo>
                  <a:pt x="15739" y="105921"/>
                </a:lnTo>
                <a:cubicBezTo>
                  <a:pt x="15739" y="92787"/>
                  <a:pt x="26401" y="82093"/>
                  <a:pt x="39520" y="82080"/>
                </a:cubicBezTo>
                <a:lnTo>
                  <a:pt x="70739" y="82080"/>
                </a:lnTo>
                <a:cubicBezTo>
                  <a:pt x="70783" y="82080"/>
                  <a:pt x="70821" y="82080"/>
                  <a:pt x="70865" y="82080"/>
                </a:cubicBezTo>
                <a:lnTo>
                  <a:pt x="140930" y="82080"/>
                </a:lnTo>
                <a:lnTo>
                  <a:pt x="140930" y="320322"/>
                </a:lnTo>
                <a:lnTo>
                  <a:pt x="39526" y="320322"/>
                </a:lnTo>
                <a:cubicBezTo>
                  <a:pt x="26408" y="320310"/>
                  <a:pt x="15732" y="309615"/>
                  <a:pt x="15739" y="296481"/>
                </a:cubicBezTo>
                <a:close/>
                <a:moveTo>
                  <a:pt x="280311" y="296475"/>
                </a:moveTo>
                <a:cubicBezTo>
                  <a:pt x="280311" y="309615"/>
                  <a:pt x="269617" y="320310"/>
                  <a:pt x="256479" y="320316"/>
                </a:cubicBezTo>
                <a:lnTo>
                  <a:pt x="156675" y="320316"/>
                </a:lnTo>
                <a:lnTo>
                  <a:pt x="156675" y="82074"/>
                </a:lnTo>
                <a:lnTo>
                  <a:pt x="226740" y="82074"/>
                </a:lnTo>
                <a:cubicBezTo>
                  <a:pt x="226784" y="82074"/>
                  <a:pt x="226822" y="82074"/>
                  <a:pt x="226866" y="82074"/>
                </a:cubicBezTo>
                <a:lnTo>
                  <a:pt x="256479" y="82074"/>
                </a:lnTo>
                <a:cubicBezTo>
                  <a:pt x="269623" y="82074"/>
                  <a:pt x="280311" y="92769"/>
                  <a:pt x="280311" y="105921"/>
                </a:cubicBezTo>
                <a:lnTo>
                  <a:pt x="280311" y="296468"/>
                </a:lnTo>
                <a:close/>
              </a:path>
            </a:pathLst>
          </a:custGeom>
          <a:solidFill>
            <a:schemeClr val="tx1"/>
          </a:solidFill>
          <a:ln w="0" cap="flat">
            <a:noFill/>
            <a:prstDash val="solid"/>
            <a:miter/>
          </a:ln>
        </p:spPr>
        <p:txBody>
          <a:bodyPr rtlCol="0" anchor="ctr"/>
          <a:lstStyle/>
          <a:p>
            <a:endParaRPr lang="de-DE"/>
          </a:p>
        </p:txBody>
      </p:sp>
      <p:grpSp>
        <p:nvGrpSpPr>
          <p:cNvPr id="518" name="Grafik 463">
            <a:extLst>
              <a:ext uri="{FF2B5EF4-FFF2-40B4-BE49-F238E27FC236}">
                <a16:creationId xmlns:a16="http://schemas.microsoft.com/office/drawing/2014/main" id="{196082E1-BC1F-7B21-3986-68446B25AF7A}"/>
              </a:ext>
            </a:extLst>
          </p:cNvPr>
          <p:cNvGrpSpPr/>
          <p:nvPr/>
        </p:nvGrpSpPr>
        <p:grpSpPr>
          <a:xfrm>
            <a:off x="7707757" y="3599056"/>
            <a:ext cx="296068" cy="321507"/>
            <a:chOff x="7707757" y="3599056"/>
            <a:chExt cx="296068" cy="321507"/>
          </a:xfrm>
          <a:solidFill>
            <a:schemeClr val="tx1"/>
          </a:solidFill>
        </p:grpSpPr>
        <p:sp>
          <p:nvSpPr>
            <p:cNvPr id="519" name="Freihandform 518">
              <a:extLst>
                <a:ext uri="{FF2B5EF4-FFF2-40B4-BE49-F238E27FC236}">
                  <a16:creationId xmlns:a16="http://schemas.microsoft.com/office/drawing/2014/main" id="{8318AD8D-3F83-0075-6644-3A71CB10A5F7}"/>
                </a:ext>
              </a:extLst>
            </p:cNvPr>
            <p:cNvSpPr/>
            <p:nvPr/>
          </p:nvSpPr>
          <p:spPr>
            <a:xfrm>
              <a:off x="7707757" y="3599056"/>
              <a:ext cx="296068" cy="321507"/>
            </a:xfrm>
            <a:custGeom>
              <a:avLst/>
              <a:gdLst>
                <a:gd name="connsiteX0" fmla="*/ 295930 w 296068"/>
                <a:gd name="connsiteY0" fmla="*/ 68240 h 321507"/>
                <a:gd name="connsiteX1" fmla="*/ 295457 w 296068"/>
                <a:gd name="connsiteY1" fmla="*/ 65909 h 321507"/>
                <a:gd name="connsiteX2" fmla="*/ 294097 w 296068"/>
                <a:gd name="connsiteY2" fmla="*/ 63835 h 321507"/>
                <a:gd name="connsiteX3" fmla="*/ 293782 w 296068"/>
                <a:gd name="connsiteY3" fmla="*/ 63356 h 321507"/>
                <a:gd name="connsiteX4" fmla="*/ 293757 w 296068"/>
                <a:gd name="connsiteY4" fmla="*/ 63331 h 321507"/>
                <a:gd name="connsiteX5" fmla="*/ 293757 w 296068"/>
                <a:gd name="connsiteY5" fmla="*/ 63331 h 321507"/>
                <a:gd name="connsiteX6" fmla="*/ 233498 w 296068"/>
                <a:gd name="connsiteY6" fmla="*/ 2338 h 321507"/>
                <a:gd name="connsiteX7" fmla="*/ 227899 w 296068"/>
                <a:gd name="connsiteY7" fmla="*/ 0 h 321507"/>
                <a:gd name="connsiteX8" fmla="*/ 68169 w 296068"/>
                <a:gd name="connsiteY8" fmla="*/ 0 h 321507"/>
                <a:gd name="connsiteX9" fmla="*/ 62570 w 296068"/>
                <a:gd name="connsiteY9" fmla="*/ 2338 h 321507"/>
                <a:gd name="connsiteX10" fmla="*/ 2299 w 296068"/>
                <a:gd name="connsiteY10" fmla="*/ 63331 h 321507"/>
                <a:gd name="connsiteX11" fmla="*/ 2299 w 296068"/>
                <a:gd name="connsiteY11" fmla="*/ 63331 h 321507"/>
                <a:gd name="connsiteX12" fmla="*/ 2274 w 296068"/>
                <a:gd name="connsiteY12" fmla="*/ 63356 h 321507"/>
                <a:gd name="connsiteX13" fmla="*/ 1959 w 296068"/>
                <a:gd name="connsiteY13" fmla="*/ 63835 h 321507"/>
                <a:gd name="connsiteX14" fmla="*/ 598 w 296068"/>
                <a:gd name="connsiteY14" fmla="*/ 65915 h 321507"/>
                <a:gd name="connsiteX15" fmla="*/ 132 w 296068"/>
                <a:gd name="connsiteY15" fmla="*/ 68234 h 321507"/>
                <a:gd name="connsiteX16" fmla="*/ 0 w 296068"/>
                <a:gd name="connsiteY16" fmla="*/ 68896 h 321507"/>
                <a:gd name="connsiteX17" fmla="*/ 0 w 296068"/>
                <a:gd name="connsiteY17" fmla="*/ 281917 h 321507"/>
                <a:gd name="connsiteX18" fmla="*/ 39545 w 296068"/>
                <a:gd name="connsiteY18" fmla="*/ 321507 h 321507"/>
                <a:gd name="connsiteX19" fmla="*/ 256529 w 296068"/>
                <a:gd name="connsiteY19" fmla="*/ 321507 h 321507"/>
                <a:gd name="connsiteX20" fmla="*/ 284492 w 296068"/>
                <a:gd name="connsiteY20" fmla="*/ 309905 h 321507"/>
                <a:gd name="connsiteX21" fmla="*/ 296068 w 296068"/>
                <a:gd name="connsiteY21" fmla="*/ 281917 h 321507"/>
                <a:gd name="connsiteX22" fmla="*/ 296068 w 296068"/>
                <a:gd name="connsiteY22" fmla="*/ 68896 h 321507"/>
                <a:gd name="connsiteX23" fmla="*/ 295936 w 296068"/>
                <a:gd name="connsiteY23" fmla="*/ 68240 h 321507"/>
                <a:gd name="connsiteX24" fmla="*/ 71451 w 296068"/>
                <a:gd name="connsiteY24" fmla="*/ 15749 h 321507"/>
                <a:gd name="connsiteX25" fmla="*/ 224611 w 296068"/>
                <a:gd name="connsiteY25" fmla="*/ 15749 h 321507"/>
                <a:gd name="connsiteX26" fmla="*/ 269340 w 296068"/>
                <a:gd name="connsiteY26" fmla="*/ 61024 h 321507"/>
                <a:gd name="connsiteX27" fmla="*/ 26716 w 296068"/>
                <a:gd name="connsiteY27" fmla="*/ 61024 h 321507"/>
                <a:gd name="connsiteX28" fmla="*/ 71451 w 296068"/>
                <a:gd name="connsiteY28" fmla="*/ 15749 h 321507"/>
                <a:gd name="connsiteX29" fmla="*/ 280317 w 296068"/>
                <a:gd name="connsiteY29" fmla="*/ 281917 h 321507"/>
                <a:gd name="connsiteX30" fmla="*/ 273351 w 296068"/>
                <a:gd name="connsiteY30" fmla="*/ 298769 h 321507"/>
                <a:gd name="connsiteX31" fmla="*/ 256523 w 296068"/>
                <a:gd name="connsiteY31" fmla="*/ 305752 h 321507"/>
                <a:gd name="connsiteX32" fmla="*/ 39539 w 296068"/>
                <a:gd name="connsiteY32" fmla="*/ 305752 h 321507"/>
                <a:gd name="connsiteX33" fmla="*/ 15739 w 296068"/>
                <a:gd name="connsiteY33" fmla="*/ 281917 h 321507"/>
                <a:gd name="connsiteX34" fmla="*/ 15739 w 296068"/>
                <a:gd name="connsiteY34" fmla="*/ 76774 h 321507"/>
                <a:gd name="connsiteX35" fmla="*/ 280323 w 296068"/>
                <a:gd name="connsiteY35" fmla="*/ 76774 h 321507"/>
                <a:gd name="connsiteX36" fmla="*/ 280323 w 296068"/>
                <a:gd name="connsiteY36" fmla="*/ 281917 h 321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96068" h="321507">
                  <a:moveTo>
                    <a:pt x="295930" y="68240"/>
                  </a:moveTo>
                  <a:cubicBezTo>
                    <a:pt x="295860" y="67446"/>
                    <a:pt x="295766" y="66658"/>
                    <a:pt x="295457" y="65909"/>
                  </a:cubicBezTo>
                  <a:cubicBezTo>
                    <a:pt x="295136" y="65127"/>
                    <a:pt x="294639" y="64465"/>
                    <a:pt x="294097" y="63835"/>
                  </a:cubicBezTo>
                  <a:cubicBezTo>
                    <a:pt x="293971" y="63684"/>
                    <a:pt x="293921" y="63495"/>
                    <a:pt x="293782" y="63356"/>
                  </a:cubicBezTo>
                  <a:lnTo>
                    <a:pt x="293757" y="63331"/>
                  </a:lnTo>
                  <a:cubicBezTo>
                    <a:pt x="293757" y="63331"/>
                    <a:pt x="293757" y="63331"/>
                    <a:pt x="293757" y="63331"/>
                  </a:cubicBezTo>
                  <a:lnTo>
                    <a:pt x="233498" y="2338"/>
                  </a:lnTo>
                  <a:cubicBezTo>
                    <a:pt x="232024" y="845"/>
                    <a:pt x="230002" y="0"/>
                    <a:pt x="227899" y="0"/>
                  </a:cubicBezTo>
                  <a:lnTo>
                    <a:pt x="68169" y="0"/>
                  </a:lnTo>
                  <a:cubicBezTo>
                    <a:pt x="66066" y="0"/>
                    <a:pt x="64051" y="845"/>
                    <a:pt x="62570" y="2338"/>
                  </a:cubicBezTo>
                  <a:lnTo>
                    <a:pt x="2299" y="63331"/>
                  </a:lnTo>
                  <a:cubicBezTo>
                    <a:pt x="2299" y="63331"/>
                    <a:pt x="2299" y="63331"/>
                    <a:pt x="2299" y="63331"/>
                  </a:cubicBezTo>
                  <a:lnTo>
                    <a:pt x="2274" y="63356"/>
                  </a:lnTo>
                  <a:cubicBezTo>
                    <a:pt x="2135" y="63495"/>
                    <a:pt x="2085" y="63684"/>
                    <a:pt x="1959" y="63835"/>
                  </a:cubicBezTo>
                  <a:cubicBezTo>
                    <a:pt x="1417" y="64465"/>
                    <a:pt x="919" y="65133"/>
                    <a:pt x="598" y="65915"/>
                  </a:cubicBezTo>
                  <a:cubicBezTo>
                    <a:pt x="296" y="66658"/>
                    <a:pt x="195" y="67446"/>
                    <a:pt x="132" y="68234"/>
                  </a:cubicBezTo>
                  <a:cubicBezTo>
                    <a:pt x="113" y="68467"/>
                    <a:pt x="0" y="68662"/>
                    <a:pt x="0" y="68896"/>
                  </a:cubicBezTo>
                  <a:lnTo>
                    <a:pt x="0" y="281917"/>
                  </a:lnTo>
                  <a:cubicBezTo>
                    <a:pt x="0" y="303741"/>
                    <a:pt x="17735" y="321501"/>
                    <a:pt x="39545" y="321507"/>
                  </a:cubicBezTo>
                  <a:lnTo>
                    <a:pt x="256529" y="321507"/>
                  </a:lnTo>
                  <a:cubicBezTo>
                    <a:pt x="267097" y="321507"/>
                    <a:pt x="277029" y="317385"/>
                    <a:pt x="284492" y="309905"/>
                  </a:cubicBezTo>
                  <a:cubicBezTo>
                    <a:pt x="291956" y="302424"/>
                    <a:pt x="296075" y="292479"/>
                    <a:pt x="296068" y="281917"/>
                  </a:cubicBezTo>
                  <a:lnTo>
                    <a:pt x="296068" y="68896"/>
                  </a:lnTo>
                  <a:cubicBezTo>
                    <a:pt x="296068" y="68662"/>
                    <a:pt x="295955" y="68467"/>
                    <a:pt x="295936" y="68240"/>
                  </a:cubicBezTo>
                  <a:close/>
                  <a:moveTo>
                    <a:pt x="71451" y="15749"/>
                  </a:moveTo>
                  <a:lnTo>
                    <a:pt x="224611" y="15749"/>
                  </a:lnTo>
                  <a:lnTo>
                    <a:pt x="269340" y="61024"/>
                  </a:lnTo>
                  <a:lnTo>
                    <a:pt x="26716" y="61024"/>
                  </a:lnTo>
                  <a:lnTo>
                    <a:pt x="71451" y="15749"/>
                  </a:lnTo>
                  <a:close/>
                  <a:moveTo>
                    <a:pt x="280317" y="281917"/>
                  </a:moveTo>
                  <a:cubicBezTo>
                    <a:pt x="280317" y="288288"/>
                    <a:pt x="277842" y="294269"/>
                    <a:pt x="273351" y="298769"/>
                  </a:cubicBezTo>
                  <a:cubicBezTo>
                    <a:pt x="268861" y="303275"/>
                    <a:pt x="262884" y="305752"/>
                    <a:pt x="256523" y="305752"/>
                  </a:cubicBezTo>
                  <a:lnTo>
                    <a:pt x="39539" y="305752"/>
                  </a:lnTo>
                  <a:cubicBezTo>
                    <a:pt x="26414" y="305752"/>
                    <a:pt x="15739" y="295057"/>
                    <a:pt x="15739" y="281917"/>
                  </a:cubicBezTo>
                  <a:lnTo>
                    <a:pt x="15739" y="76774"/>
                  </a:lnTo>
                  <a:lnTo>
                    <a:pt x="280323" y="76774"/>
                  </a:lnTo>
                  <a:lnTo>
                    <a:pt x="280323" y="281917"/>
                  </a:lnTo>
                  <a:close/>
                </a:path>
              </a:pathLst>
            </a:custGeom>
            <a:grpFill/>
            <a:ln w="0" cap="flat">
              <a:noFill/>
              <a:prstDash val="solid"/>
              <a:miter/>
            </a:ln>
          </p:spPr>
          <p:txBody>
            <a:bodyPr rtlCol="0" anchor="ctr"/>
            <a:lstStyle/>
            <a:p>
              <a:endParaRPr lang="de-DE"/>
            </a:p>
          </p:txBody>
        </p:sp>
        <p:sp>
          <p:nvSpPr>
            <p:cNvPr id="520" name="Freihandform 519">
              <a:extLst>
                <a:ext uri="{FF2B5EF4-FFF2-40B4-BE49-F238E27FC236}">
                  <a16:creationId xmlns:a16="http://schemas.microsoft.com/office/drawing/2014/main" id="{B1F40015-6A6D-3540-676E-01ABD067632E}"/>
                </a:ext>
              </a:extLst>
            </p:cNvPr>
            <p:cNvSpPr/>
            <p:nvPr/>
          </p:nvSpPr>
          <p:spPr>
            <a:xfrm>
              <a:off x="7784391" y="3719592"/>
              <a:ext cx="142775" cy="79313"/>
            </a:xfrm>
            <a:custGeom>
              <a:avLst/>
              <a:gdLst>
                <a:gd name="connsiteX0" fmla="*/ 71388 w 142775"/>
                <a:gd name="connsiteY0" fmla="*/ 79313 h 79313"/>
                <a:gd name="connsiteX1" fmla="*/ 142775 w 142775"/>
                <a:gd name="connsiteY1" fmla="*/ 7878 h 79313"/>
                <a:gd name="connsiteX2" fmla="*/ 134903 w 142775"/>
                <a:gd name="connsiteY2" fmla="*/ 0 h 79313"/>
                <a:gd name="connsiteX3" fmla="*/ 127030 w 142775"/>
                <a:gd name="connsiteY3" fmla="*/ 7878 h 79313"/>
                <a:gd name="connsiteX4" fmla="*/ 71388 w 142775"/>
                <a:gd name="connsiteY4" fmla="*/ 63558 h 79313"/>
                <a:gd name="connsiteX5" fmla="*/ 15745 w 142775"/>
                <a:gd name="connsiteY5" fmla="*/ 7878 h 79313"/>
                <a:gd name="connsiteX6" fmla="*/ 7872 w 142775"/>
                <a:gd name="connsiteY6" fmla="*/ 0 h 79313"/>
                <a:gd name="connsiteX7" fmla="*/ 0 w 142775"/>
                <a:gd name="connsiteY7" fmla="*/ 7878 h 79313"/>
                <a:gd name="connsiteX8" fmla="*/ 71388 w 142775"/>
                <a:gd name="connsiteY8" fmla="*/ 79313 h 79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2775" h="79313">
                  <a:moveTo>
                    <a:pt x="71388" y="79313"/>
                  </a:moveTo>
                  <a:cubicBezTo>
                    <a:pt x="110750" y="79313"/>
                    <a:pt x="142775" y="47267"/>
                    <a:pt x="142775" y="7878"/>
                  </a:cubicBezTo>
                  <a:cubicBezTo>
                    <a:pt x="142775" y="3529"/>
                    <a:pt x="139248" y="0"/>
                    <a:pt x="134903" y="0"/>
                  </a:cubicBezTo>
                  <a:cubicBezTo>
                    <a:pt x="130557" y="0"/>
                    <a:pt x="127030" y="3529"/>
                    <a:pt x="127030" y="7878"/>
                  </a:cubicBezTo>
                  <a:cubicBezTo>
                    <a:pt x="127030" y="38582"/>
                    <a:pt x="102071" y="63558"/>
                    <a:pt x="71388" y="63558"/>
                  </a:cubicBezTo>
                  <a:cubicBezTo>
                    <a:pt x="40704" y="63558"/>
                    <a:pt x="15745" y="38582"/>
                    <a:pt x="15745" y="7878"/>
                  </a:cubicBezTo>
                  <a:cubicBezTo>
                    <a:pt x="15745" y="3529"/>
                    <a:pt x="12218" y="0"/>
                    <a:pt x="7872" y="0"/>
                  </a:cubicBezTo>
                  <a:cubicBezTo>
                    <a:pt x="3527" y="0"/>
                    <a:pt x="0" y="3529"/>
                    <a:pt x="0" y="7878"/>
                  </a:cubicBezTo>
                  <a:cubicBezTo>
                    <a:pt x="0" y="47267"/>
                    <a:pt x="32025" y="79313"/>
                    <a:pt x="71388" y="79313"/>
                  </a:cubicBezTo>
                  <a:close/>
                </a:path>
              </a:pathLst>
            </a:custGeom>
            <a:grpFill/>
            <a:ln w="0" cap="flat">
              <a:noFill/>
              <a:prstDash val="solid"/>
              <a:miter/>
            </a:ln>
          </p:spPr>
          <p:txBody>
            <a:bodyPr rtlCol="0" anchor="ctr"/>
            <a:lstStyle/>
            <a:p>
              <a:endParaRPr lang="de-DE"/>
            </a:p>
          </p:txBody>
        </p:sp>
      </p:grpSp>
      <p:grpSp>
        <p:nvGrpSpPr>
          <p:cNvPr id="521" name="Grafik 463">
            <a:extLst>
              <a:ext uri="{FF2B5EF4-FFF2-40B4-BE49-F238E27FC236}">
                <a16:creationId xmlns:a16="http://schemas.microsoft.com/office/drawing/2014/main" id="{E0793033-9B56-E162-8D4B-649B8AA9FF82}"/>
              </a:ext>
            </a:extLst>
          </p:cNvPr>
          <p:cNvGrpSpPr/>
          <p:nvPr/>
        </p:nvGrpSpPr>
        <p:grpSpPr>
          <a:xfrm>
            <a:off x="5517042" y="1406896"/>
            <a:ext cx="258828" cy="235797"/>
            <a:chOff x="5517042" y="1406896"/>
            <a:chExt cx="258828" cy="235797"/>
          </a:xfrm>
          <a:solidFill>
            <a:schemeClr val="tx1"/>
          </a:solidFill>
        </p:grpSpPr>
        <p:sp>
          <p:nvSpPr>
            <p:cNvPr id="522" name="Freihandform 521">
              <a:extLst>
                <a:ext uri="{FF2B5EF4-FFF2-40B4-BE49-F238E27FC236}">
                  <a16:creationId xmlns:a16="http://schemas.microsoft.com/office/drawing/2014/main" id="{BAA9A66D-36ED-9D37-5149-87CFBC8BA471}"/>
                </a:ext>
              </a:extLst>
            </p:cNvPr>
            <p:cNvSpPr/>
            <p:nvPr/>
          </p:nvSpPr>
          <p:spPr>
            <a:xfrm>
              <a:off x="5517042" y="1406896"/>
              <a:ext cx="258828" cy="15755"/>
            </a:xfrm>
            <a:custGeom>
              <a:avLst/>
              <a:gdLst>
                <a:gd name="connsiteX0" fmla="*/ 7872 w 258828"/>
                <a:gd name="connsiteY0" fmla="*/ 15756 h 15755"/>
                <a:gd name="connsiteX1" fmla="*/ 250956 w 258828"/>
                <a:gd name="connsiteY1" fmla="*/ 15756 h 15755"/>
                <a:gd name="connsiteX2" fmla="*/ 258828 w 258828"/>
                <a:gd name="connsiteY2" fmla="*/ 7878 h 15755"/>
                <a:gd name="connsiteX3" fmla="*/ 250956 w 258828"/>
                <a:gd name="connsiteY3" fmla="*/ 0 h 15755"/>
                <a:gd name="connsiteX4" fmla="*/ 7872 w 258828"/>
                <a:gd name="connsiteY4" fmla="*/ 0 h 15755"/>
                <a:gd name="connsiteX5" fmla="*/ 0 w 258828"/>
                <a:gd name="connsiteY5" fmla="*/ 7878 h 15755"/>
                <a:gd name="connsiteX6" fmla="*/ 7872 w 258828"/>
                <a:gd name="connsiteY6" fmla="*/ 15756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8828" h="15755">
                  <a:moveTo>
                    <a:pt x="7872" y="15756"/>
                  </a:moveTo>
                  <a:lnTo>
                    <a:pt x="250956" y="15756"/>
                  </a:lnTo>
                  <a:cubicBezTo>
                    <a:pt x="255301" y="15756"/>
                    <a:pt x="258828" y="12226"/>
                    <a:pt x="258828" y="7878"/>
                  </a:cubicBezTo>
                  <a:cubicBezTo>
                    <a:pt x="258828" y="3529"/>
                    <a:pt x="255301" y="0"/>
                    <a:pt x="250956" y="0"/>
                  </a:cubicBezTo>
                  <a:lnTo>
                    <a:pt x="7872" y="0"/>
                  </a:lnTo>
                  <a:cubicBezTo>
                    <a:pt x="3527" y="0"/>
                    <a:pt x="0" y="3529"/>
                    <a:pt x="0" y="7878"/>
                  </a:cubicBezTo>
                  <a:cubicBezTo>
                    <a:pt x="0" y="12226"/>
                    <a:pt x="3527" y="15756"/>
                    <a:pt x="7872" y="15756"/>
                  </a:cubicBezTo>
                  <a:close/>
                </a:path>
              </a:pathLst>
            </a:custGeom>
            <a:grpFill/>
            <a:ln w="0" cap="flat">
              <a:noFill/>
              <a:prstDash val="solid"/>
              <a:miter/>
            </a:ln>
          </p:spPr>
          <p:txBody>
            <a:bodyPr rtlCol="0" anchor="ctr"/>
            <a:lstStyle/>
            <a:p>
              <a:endParaRPr lang="de-DE"/>
            </a:p>
          </p:txBody>
        </p:sp>
        <p:sp>
          <p:nvSpPr>
            <p:cNvPr id="523" name="Freihandform 522">
              <a:extLst>
                <a:ext uri="{FF2B5EF4-FFF2-40B4-BE49-F238E27FC236}">
                  <a16:creationId xmlns:a16="http://schemas.microsoft.com/office/drawing/2014/main" id="{3F15994D-6250-B35B-2041-F7D7FF4436FB}"/>
                </a:ext>
              </a:extLst>
            </p:cNvPr>
            <p:cNvSpPr/>
            <p:nvPr/>
          </p:nvSpPr>
          <p:spPr>
            <a:xfrm>
              <a:off x="5517042" y="1516913"/>
              <a:ext cx="258828" cy="15755"/>
            </a:xfrm>
            <a:custGeom>
              <a:avLst/>
              <a:gdLst>
                <a:gd name="connsiteX0" fmla="*/ 250956 w 258828"/>
                <a:gd name="connsiteY0" fmla="*/ 0 h 15755"/>
                <a:gd name="connsiteX1" fmla="*/ 7872 w 258828"/>
                <a:gd name="connsiteY1" fmla="*/ 0 h 15755"/>
                <a:gd name="connsiteX2" fmla="*/ 0 w 258828"/>
                <a:gd name="connsiteY2" fmla="*/ 7878 h 15755"/>
                <a:gd name="connsiteX3" fmla="*/ 7872 w 258828"/>
                <a:gd name="connsiteY3" fmla="*/ 15756 h 15755"/>
                <a:gd name="connsiteX4" fmla="*/ 250956 w 258828"/>
                <a:gd name="connsiteY4" fmla="*/ 15756 h 15755"/>
                <a:gd name="connsiteX5" fmla="*/ 258828 w 258828"/>
                <a:gd name="connsiteY5" fmla="*/ 7878 h 15755"/>
                <a:gd name="connsiteX6" fmla="*/ 250956 w 258828"/>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8828" h="15755">
                  <a:moveTo>
                    <a:pt x="250956" y="0"/>
                  </a:moveTo>
                  <a:lnTo>
                    <a:pt x="7872" y="0"/>
                  </a:lnTo>
                  <a:cubicBezTo>
                    <a:pt x="3527" y="0"/>
                    <a:pt x="0" y="3529"/>
                    <a:pt x="0" y="7878"/>
                  </a:cubicBezTo>
                  <a:cubicBezTo>
                    <a:pt x="0" y="12226"/>
                    <a:pt x="3527" y="15756"/>
                    <a:pt x="7872" y="15756"/>
                  </a:cubicBezTo>
                  <a:lnTo>
                    <a:pt x="250956" y="15756"/>
                  </a:lnTo>
                  <a:cubicBezTo>
                    <a:pt x="255301" y="15756"/>
                    <a:pt x="258828" y="12226"/>
                    <a:pt x="258828" y="7878"/>
                  </a:cubicBezTo>
                  <a:cubicBezTo>
                    <a:pt x="258828" y="3529"/>
                    <a:pt x="255301" y="0"/>
                    <a:pt x="250956" y="0"/>
                  </a:cubicBezTo>
                  <a:close/>
                </a:path>
              </a:pathLst>
            </a:custGeom>
            <a:grpFill/>
            <a:ln w="0" cap="flat">
              <a:noFill/>
              <a:prstDash val="solid"/>
              <a:miter/>
            </a:ln>
          </p:spPr>
          <p:txBody>
            <a:bodyPr rtlCol="0" anchor="ctr"/>
            <a:lstStyle/>
            <a:p>
              <a:endParaRPr lang="de-DE"/>
            </a:p>
          </p:txBody>
        </p:sp>
        <p:sp>
          <p:nvSpPr>
            <p:cNvPr id="524" name="Freihandform 523">
              <a:extLst>
                <a:ext uri="{FF2B5EF4-FFF2-40B4-BE49-F238E27FC236}">
                  <a16:creationId xmlns:a16="http://schemas.microsoft.com/office/drawing/2014/main" id="{2F933251-62BD-66C1-15E2-4661203C6EB2}"/>
                </a:ext>
              </a:extLst>
            </p:cNvPr>
            <p:cNvSpPr/>
            <p:nvPr/>
          </p:nvSpPr>
          <p:spPr>
            <a:xfrm>
              <a:off x="5517042" y="1626937"/>
              <a:ext cx="258828" cy="15755"/>
            </a:xfrm>
            <a:custGeom>
              <a:avLst/>
              <a:gdLst>
                <a:gd name="connsiteX0" fmla="*/ 250956 w 258828"/>
                <a:gd name="connsiteY0" fmla="*/ 0 h 15755"/>
                <a:gd name="connsiteX1" fmla="*/ 7872 w 258828"/>
                <a:gd name="connsiteY1" fmla="*/ 0 h 15755"/>
                <a:gd name="connsiteX2" fmla="*/ 0 w 258828"/>
                <a:gd name="connsiteY2" fmla="*/ 7878 h 15755"/>
                <a:gd name="connsiteX3" fmla="*/ 7872 w 258828"/>
                <a:gd name="connsiteY3" fmla="*/ 15756 h 15755"/>
                <a:gd name="connsiteX4" fmla="*/ 250956 w 258828"/>
                <a:gd name="connsiteY4" fmla="*/ 15756 h 15755"/>
                <a:gd name="connsiteX5" fmla="*/ 258828 w 258828"/>
                <a:gd name="connsiteY5" fmla="*/ 7878 h 15755"/>
                <a:gd name="connsiteX6" fmla="*/ 250956 w 258828"/>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8828" h="15755">
                  <a:moveTo>
                    <a:pt x="250956" y="0"/>
                  </a:moveTo>
                  <a:lnTo>
                    <a:pt x="7872" y="0"/>
                  </a:lnTo>
                  <a:cubicBezTo>
                    <a:pt x="3527" y="0"/>
                    <a:pt x="0" y="3529"/>
                    <a:pt x="0" y="7878"/>
                  </a:cubicBezTo>
                  <a:cubicBezTo>
                    <a:pt x="0" y="12226"/>
                    <a:pt x="3527" y="15756"/>
                    <a:pt x="7872" y="15756"/>
                  </a:cubicBezTo>
                  <a:lnTo>
                    <a:pt x="250956" y="15756"/>
                  </a:lnTo>
                  <a:cubicBezTo>
                    <a:pt x="255301" y="15756"/>
                    <a:pt x="258828" y="12226"/>
                    <a:pt x="258828" y="7878"/>
                  </a:cubicBezTo>
                  <a:cubicBezTo>
                    <a:pt x="258828" y="3529"/>
                    <a:pt x="255301" y="0"/>
                    <a:pt x="250956" y="0"/>
                  </a:cubicBezTo>
                  <a:close/>
                </a:path>
              </a:pathLst>
            </a:custGeom>
            <a:grpFill/>
            <a:ln w="0" cap="flat">
              <a:noFill/>
              <a:prstDash val="solid"/>
              <a:miter/>
            </a:ln>
          </p:spPr>
          <p:txBody>
            <a:bodyPr rtlCol="0" anchor="ctr"/>
            <a:lstStyle/>
            <a:p>
              <a:endParaRPr lang="de-DE"/>
            </a:p>
          </p:txBody>
        </p:sp>
      </p:grpSp>
      <p:grpSp>
        <p:nvGrpSpPr>
          <p:cNvPr id="525" name="Grafik 463">
            <a:extLst>
              <a:ext uri="{FF2B5EF4-FFF2-40B4-BE49-F238E27FC236}">
                <a16:creationId xmlns:a16="http://schemas.microsoft.com/office/drawing/2014/main" id="{95983616-24F6-735A-4B6B-CEF16458988C}"/>
              </a:ext>
            </a:extLst>
          </p:cNvPr>
          <p:cNvGrpSpPr/>
          <p:nvPr/>
        </p:nvGrpSpPr>
        <p:grpSpPr>
          <a:xfrm>
            <a:off x="6253496" y="1404967"/>
            <a:ext cx="258815" cy="239647"/>
            <a:chOff x="6253496" y="1404967"/>
            <a:chExt cx="258815" cy="239647"/>
          </a:xfrm>
          <a:solidFill>
            <a:schemeClr val="tx1"/>
          </a:solidFill>
        </p:grpSpPr>
        <p:sp>
          <p:nvSpPr>
            <p:cNvPr id="526" name="Freihandform 525">
              <a:extLst>
                <a:ext uri="{FF2B5EF4-FFF2-40B4-BE49-F238E27FC236}">
                  <a16:creationId xmlns:a16="http://schemas.microsoft.com/office/drawing/2014/main" id="{AB062694-5D34-CD99-3878-D8235A5CCF6E}"/>
                </a:ext>
              </a:extLst>
            </p:cNvPr>
            <p:cNvSpPr/>
            <p:nvPr/>
          </p:nvSpPr>
          <p:spPr>
            <a:xfrm>
              <a:off x="6345667" y="1404967"/>
              <a:ext cx="166644" cy="15755"/>
            </a:xfrm>
            <a:custGeom>
              <a:avLst/>
              <a:gdLst>
                <a:gd name="connsiteX0" fmla="*/ 7872 w 166644"/>
                <a:gd name="connsiteY0" fmla="*/ 15756 h 15755"/>
                <a:gd name="connsiteX1" fmla="*/ 158772 w 166644"/>
                <a:gd name="connsiteY1" fmla="*/ 15756 h 15755"/>
                <a:gd name="connsiteX2" fmla="*/ 166645 w 166644"/>
                <a:gd name="connsiteY2" fmla="*/ 7878 h 15755"/>
                <a:gd name="connsiteX3" fmla="*/ 158772 w 166644"/>
                <a:gd name="connsiteY3" fmla="*/ 0 h 15755"/>
                <a:gd name="connsiteX4" fmla="*/ 7872 w 166644"/>
                <a:gd name="connsiteY4" fmla="*/ 0 h 15755"/>
                <a:gd name="connsiteX5" fmla="*/ 0 w 166644"/>
                <a:gd name="connsiteY5" fmla="*/ 7878 h 15755"/>
                <a:gd name="connsiteX6" fmla="*/ 7872 w 166644"/>
                <a:gd name="connsiteY6" fmla="*/ 15756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644" h="15755">
                  <a:moveTo>
                    <a:pt x="7872" y="15756"/>
                  </a:moveTo>
                  <a:lnTo>
                    <a:pt x="158772" y="15756"/>
                  </a:lnTo>
                  <a:cubicBezTo>
                    <a:pt x="163118" y="15756"/>
                    <a:pt x="166645" y="12226"/>
                    <a:pt x="166645" y="7878"/>
                  </a:cubicBezTo>
                  <a:cubicBezTo>
                    <a:pt x="166645" y="3529"/>
                    <a:pt x="163118" y="0"/>
                    <a:pt x="158772" y="0"/>
                  </a:cubicBezTo>
                  <a:lnTo>
                    <a:pt x="7872" y="0"/>
                  </a:lnTo>
                  <a:cubicBezTo>
                    <a:pt x="3527" y="0"/>
                    <a:pt x="0" y="3529"/>
                    <a:pt x="0" y="7878"/>
                  </a:cubicBezTo>
                  <a:cubicBezTo>
                    <a:pt x="0" y="12226"/>
                    <a:pt x="3527" y="15756"/>
                    <a:pt x="7872" y="15756"/>
                  </a:cubicBezTo>
                  <a:close/>
                </a:path>
              </a:pathLst>
            </a:custGeom>
            <a:grpFill/>
            <a:ln w="0" cap="flat">
              <a:noFill/>
              <a:prstDash val="solid"/>
              <a:miter/>
            </a:ln>
          </p:spPr>
          <p:txBody>
            <a:bodyPr rtlCol="0" anchor="ctr"/>
            <a:lstStyle/>
            <a:p>
              <a:endParaRPr lang="de-DE"/>
            </a:p>
          </p:txBody>
        </p:sp>
        <p:sp>
          <p:nvSpPr>
            <p:cNvPr id="527" name="Freihandform 526">
              <a:extLst>
                <a:ext uri="{FF2B5EF4-FFF2-40B4-BE49-F238E27FC236}">
                  <a16:creationId xmlns:a16="http://schemas.microsoft.com/office/drawing/2014/main" id="{BD3A2CCB-F610-D93B-FE6F-C803D80D25B0}"/>
                </a:ext>
              </a:extLst>
            </p:cNvPr>
            <p:cNvSpPr/>
            <p:nvPr/>
          </p:nvSpPr>
          <p:spPr>
            <a:xfrm>
              <a:off x="6253496" y="1404967"/>
              <a:ext cx="52606" cy="15755"/>
            </a:xfrm>
            <a:custGeom>
              <a:avLst/>
              <a:gdLst>
                <a:gd name="connsiteX0" fmla="*/ 44734 w 52606"/>
                <a:gd name="connsiteY0" fmla="*/ 0 h 15755"/>
                <a:gd name="connsiteX1" fmla="*/ 7872 w 52606"/>
                <a:gd name="connsiteY1" fmla="*/ 0 h 15755"/>
                <a:gd name="connsiteX2" fmla="*/ 0 w 52606"/>
                <a:gd name="connsiteY2" fmla="*/ 7878 h 15755"/>
                <a:gd name="connsiteX3" fmla="*/ 7872 w 52606"/>
                <a:gd name="connsiteY3" fmla="*/ 15756 h 15755"/>
                <a:gd name="connsiteX4" fmla="*/ 44734 w 52606"/>
                <a:gd name="connsiteY4" fmla="*/ 15756 h 15755"/>
                <a:gd name="connsiteX5" fmla="*/ 52607 w 52606"/>
                <a:gd name="connsiteY5" fmla="*/ 7878 h 15755"/>
                <a:gd name="connsiteX6" fmla="*/ 44734 w 52606"/>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606" h="15755">
                  <a:moveTo>
                    <a:pt x="44734" y="0"/>
                  </a:moveTo>
                  <a:lnTo>
                    <a:pt x="7872" y="0"/>
                  </a:lnTo>
                  <a:cubicBezTo>
                    <a:pt x="3527" y="0"/>
                    <a:pt x="0" y="3529"/>
                    <a:pt x="0" y="7878"/>
                  </a:cubicBezTo>
                  <a:cubicBezTo>
                    <a:pt x="0" y="12226"/>
                    <a:pt x="3527" y="15756"/>
                    <a:pt x="7872" y="15756"/>
                  </a:cubicBezTo>
                  <a:lnTo>
                    <a:pt x="44734" y="15756"/>
                  </a:lnTo>
                  <a:cubicBezTo>
                    <a:pt x="49080" y="15756"/>
                    <a:pt x="52607" y="12226"/>
                    <a:pt x="52607" y="7878"/>
                  </a:cubicBezTo>
                  <a:cubicBezTo>
                    <a:pt x="52607" y="3529"/>
                    <a:pt x="49080" y="0"/>
                    <a:pt x="44734" y="0"/>
                  </a:cubicBezTo>
                  <a:close/>
                </a:path>
              </a:pathLst>
            </a:custGeom>
            <a:grpFill/>
            <a:ln w="0" cap="flat">
              <a:noFill/>
              <a:prstDash val="solid"/>
              <a:miter/>
            </a:ln>
          </p:spPr>
          <p:txBody>
            <a:bodyPr rtlCol="0" anchor="ctr"/>
            <a:lstStyle/>
            <a:p>
              <a:endParaRPr lang="de-DE"/>
            </a:p>
          </p:txBody>
        </p:sp>
        <p:sp>
          <p:nvSpPr>
            <p:cNvPr id="528" name="Freihandform 527">
              <a:extLst>
                <a:ext uri="{FF2B5EF4-FFF2-40B4-BE49-F238E27FC236}">
                  <a16:creationId xmlns:a16="http://schemas.microsoft.com/office/drawing/2014/main" id="{475F6594-EAB9-0853-9B75-0BA9CA8AFEE2}"/>
                </a:ext>
              </a:extLst>
            </p:cNvPr>
            <p:cNvSpPr/>
            <p:nvPr/>
          </p:nvSpPr>
          <p:spPr>
            <a:xfrm>
              <a:off x="6345667" y="1516913"/>
              <a:ext cx="166644" cy="15755"/>
            </a:xfrm>
            <a:custGeom>
              <a:avLst/>
              <a:gdLst>
                <a:gd name="connsiteX0" fmla="*/ 158772 w 166644"/>
                <a:gd name="connsiteY0" fmla="*/ 0 h 15755"/>
                <a:gd name="connsiteX1" fmla="*/ 7872 w 166644"/>
                <a:gd name="connsiteY1" fmla="*/ 0 h 15755"/>
                <a:gd name="connsiteX2" fmla="*/ 0 w 166644"/>
                <a:gd name="connsiteY2" fmla="*/ 7878 h 15755"/>
                <a:gd name="connsiteX3" fmla="*/ 7872 w 166644"/>
                <a:gd name="connsiteY3" fmla="*/ 15756 h 15755"/>
                <a:gd name="connsiteX4" fmla="*/ 158772 w 166644"/>
                <a:gd name="connsiteY4" fmla="*/ 15756 h 15755"/>
                <a:gd name="connsiteX5" fmla="*/ 166645 w 166644"/>
                <a:gd name="connsiteY5" fmla="*/ 7878 h 15755"/>
                <a:gd name="connsiteX6" fmla="*/ 158772 w 166644"/>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644" h="15755">
                  <a:moveTo>
                    <a:pt x="158772" y="0"/>
                  </a:moveTo>
                  <a:lnTo>
                    <a:pt x="7872" y="0"/>
                  </a:lnTo>
                  <a:cubicBezTo>
                    <a:pt x="3527" y="0"/>
                    <a:pt x="0" y="3529"/>
                    <a:pt x="0" y="7878"/>
                  </a:cubicBezTo>
                  <a:cubicBezTo>
                    <a:pt x="0" y="12226"/>
                    <a:pt x="3527" y="15756"/>
                    <a:pt x="7872" y="15756"/>
                  </a:cubicBezTo>
                  <a:lnTo>
                    <a:pt x="158772" y="15756"/>
                  </a:lnTo>
                  <a:cubicBezTo>
                    <a:pt x="163118" y="15756"/>
                    <a:pt x="166645" y="12226"/>
                    <a:pt x="166645" y="7878"/>
                  </a:cubicBezTo>
                  <a:cubicBezTo>
                    <a:pt x="166645" y="3529"/>
                    <a:pt x="163118" y="0"/>
                    <a:pt x="158772" y="0"/>
                  </a:cubicBezTo>
                  <a:close/>
                </a:path>
              </a:pathLst>
            </a:custGeom>
            <a:grpFill/>
            <a:ln w="0" cap="flat">
              <a:noFill/>
              <a:prstDash val="solid"/>
              <a:miter/>
            </a:ln>
          </p:spPr>
          <p:txBody>
            <a:bodyPr rtlCol="0" anchor="ctr"/>
            <a:lstStyle/>
            <a:p>
              <a:endParaRPr lang="de-DE"/>
            </a:p>
          </p:txBody>
        </p:sp>
        <p:sp>
          <p:nvSpPr>
            <p:cNvPr id="529" name="Freihandform 528">
              <a:extLst>
                <a:ext uri="{FF2B5EF4-FFF2-40B4-BE49-F238E27FC236}">
                  <a16:creationId xmlns:a16="http://schemas.microsoft.com/office/drawing/2014/main" id="{0122DB3F-4DAA-30F9-BDF9-4055A508FF32}"/>
                </a:ext>
              </a:extLst>
            </p:cNvPr>
            <p:cNvSpPr/>
            <p:nvPr/>
          </p:nvSpPr>
          <p:spPr>
            <a:xfrm>
              <a:off x="6253496" y="1516913"/>
              <a:ext cx="52606" cy="15755"/>
            </a:xfrm>
            <a:custGeom>
              <a:avLst/>
              <a:gdLst>
                <a:gd name="connsiteX0" fmla="*/ 44734 w 52606"/>
                <a:gd name="connsiteY0" fmla="*/ 0 h 15755"/>
                <a:gd name="connsiteX1" fmla="*/ 7872 w 52606"/>
                <a:gd name="connsiteY1" fmla="*/ 0 h 15755"/>
                <a:gd name="connsiteX2" fmla="*/ 0 w 52606"/>
                <a:gd name="connsiteY2" fmla="*/ 7878 h 15755"/>
                <a:gd name="connsiteX3" fmla="*/ 7872 w 52606"/>
                <a:gd name="connsiteY3" fmla="*/ 15756 h 15755"/>
                <a:gd name="connsiteX4" fmla="*/ 44734 w 52606"/>
                <a:gd name="connsiteY4" fmla="*/ 15756 h 15755"/>
                <a:gd name="connsiteX5" fmla="*/ 52607 w 52606"/>
                <a:gd name="connsiteY5" fmla="*/ 7878 h 15755"/>
                <a:gd name="connsiteX6" fmla="*/ 44734 w 52606"/>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606" h="15755">
                  <a:moveTo>
                    <a:pt x="44734" y="0"/>
                  </a:moveTo>
                  <a:lnTo>
                    <a:pt x="7872" y="0"/>
                  </a:lnTo>
                  <a:cubicBezTo>
                    <a:pt x="3527" y="0"/>
                    <a:pt x="0" y="3529"/>
                    <a:pt x="0" y="7878"/>
                  </a:cubicBezTo>
                  <a:cubicBezTo>
                    <a:pt x="0" y="12226"/>
                    <a:pt x="3527" y="15756"/>
                    <a:pt x="7872" y="15756"/>
                  </a:cubicBezTo>
                  <a:lnTo>
                    <a:pt x="44734" y="15756"/>
                  </a:lnTo>
                  <a:cubicBezTo>
                    <a:pt x="49080" y="15756"/>
                    <a:pt x="52607" y="12226"/>
                    <a:pt x="52607" y="7878"/>
                  </a:cubicBezTo>
                  <a:cubicBezTo>
                    <a:pt x="52607" y="3529"/>
                    <a:pt x="49080" y="0"/>
                    <a:pt x="44734" y="0"/>
                  </a:cubicBezTo>
                  <a:close/>
                </a:path>
              </a:pathLst>
            </a:custGeom>
            <a:grpFill/>
            <a:ln w="0" cap="flat">
              <a:noFill/>
              <a:prstDash val="solid"/>
              <a:miter/>
            </a:ln>
          </p:spPr>
          <p:txBody>
            <a:bodyPr rtlCol="0" anchor="ctr"/>
            <a:lstStyle/>
            <a:p>
              <a:endParaRPr lang="de-DE"/>
            </a:p>
          </p:txBody>
        </p:sp>
        <p:sp>
          <p:nvSpPr>
            <p:cNvPr id="530" name="Freihandform 529">
              <a:extLst>
                <a:ext uri="{FF2B5EF4-FFF2-40B4-BE49-F238E27FC236}">
                  <a16:creationId xmlns:a16="http://schemas.microsoft.com/office/drawing/2014/main" id="{E15D9019-46B5-14C9-3B0D-A18D87197FD7}"/>
                </a:ext>
              </a:extLst>
            </p:cNvPr>
            <p:cNvSpPr/>
            <p:nvPr/>
          </p:nvSpPr>
          <p:spPr>
            <a:xfrm>
              <a:off x="6345667" y="1628859"/>
              <a:ext cx="166644" cy="15755"/>
            </a:xfrm>
            <a:custGeom>
              <a:avLst/>
              <a:gdLst>
                <a:gd name="connsiteX0" fmla="*/ 158772 w 166644"/>
                <a:gd name="connsiteY0" fmla="*/ 0 h 15755"/>
                <a:gd name="connsiteX1" fmla="*/ 7872 w 166644"/>
                <a:gd name="connsiteY1" fmla="*/ 0 h 15755"/>
                <a:gd name="connsiteX2" fmla="*/ 0 w 166644"/>
                <a:gd name="connsiteY2" fmla="*/ 7878 h 15755"/>
                <a:gd name="connsiteX3" fmla="*/ 7872 w 166644"/>
                <a:gd name="connsiteY3" fmla="*/ 15756 h 15755"/>
                <a:gd name="connsiteX4" fmla="*/ 158772 w 166644"/>
                <a:gd name="connsiteY4" fmla="*/ 15756 h 15755"/>
                <a:gd name="connsiteX5" fmla="*/ 166645 w 166644"/>
                <a:gd name="connsiteY5" fmla="*/ 7878 h 15755"/>
                <a:gd name="connsiteX6" fmla="*/ 158772 w 166644"/>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644" h="15755">
                  <a:moveTo>
                    <a:pt x="158772" y="0"/>
                  </a:moveTo>
                  <a:lnTo>
                    <a:pt x="7872" y="0"/>
                  </a:lnTo>
                  <a:cubicBezTo>
                    <a:pt x="3527" y="0"/>
                    <a:pt x="0" y="3529"/>
                    <a:pt x="0" y="7878"/>
                  </a:cubicBezTo>
                  <a:cubicBezTo>
                    <a:pt x="0" y="12226"/>
                    <a:pt x="3527" y="15756"/>
                    <a:pt x="7872" y="15756"/>
                  </a:cubicBezTo>
                  <a:lnTo>
                    <a:pt x="158772" y="15756"/>
                  </a:lnTo>
                  <a:cubicBezTo>
                    <a:pt x="163118" y="15756"/>
                    <a:pt x="166645" y="12226"/>
                    <a:pt x="166645" y="7878"/>
                  </a:cubicBezTo>
                  <a:cubicBezTo>
                    <a:pt x="166645" y="3529"/>
                    <a:pt x="163118" y="0"/>
                    <a:pt x="158772" y="0"/>
                  </a:cubicBezTo>
                  <a:close/>
                </a:path>
              </a:pathLst>
            </a:custGeom>
            <a:grpFill/>
            <a:ln w="0" cap="flat">
              <a:noFill/>
              <a:prstDash val="solid"/>
              <a:miter/>
            </a:ln>
          </p:spPr>
          <p:txBody>
            <a:bodyPr rtlCol="0" anchor="ctr"/>
            <a:lstStyle/>
            <a:p>
              <a:endParaRPr lang="de-DE"/>
            </a:p>
          </p:txBody>
        </p:sp>
        <p:sp>
          <p:nvSpPr>
            <p:cNvPr id="531" name="Freihandform 530">
              <a:extLst>
                <a:ext uri="{FF2B5EF4-FFF2-40B4-BE49-F238E27FC236}">
                  <a16:creationId xmlns:a16="http://schemas.microsoft.com/office/drawing/2014/main" id="{B4EC0FE9-7BFF-E2EE-7209-AB52D31440B8}"/>
                </a:ext>
              </a:extLst>
            </p:cNvPr>
            <p:cNvSpPr/>
            <p:nvPr/>
          </p:nvSpPr>
          <p:spPr>
            <a:xfrm>
              <a:off x="6253496" y="1628859"/>
              <a:ext cx="52606" cy="15755"/>
            </a:xfrm>
            <a:custGeom>
              <a:avLst/>
              <a:gdLst>
                <a:gd name="connsiteX0" fmla="*/ 44734 w 52606"/>
                <a:gd name="connsiteY0" fmla="*/ 0 h 15755"/>
                <a:gd name="connsiteX1" fmla="*/ 7872 w 52606"/>
                <a:gd name="connsiteY1" fmla="*/ 0 h 15755"/>
                <a:gd name="connsiteX2" fmla="*/ 0 w 52606"/>
                <a:gd name="connsiteY2" fmla="*/ 7878 h 15755"/>
                <a:gd name="connsiteX3" fmla="*/ 7872 w 52606"/>
                <a:gd name="connsiteY3" fmla="*/ 15756 h 15755"/>
                <a:gd name="connsiteX4" fmla="*/ 44734 w 52606"/>
                <a:gd name="connsiteY4" fmla="*/ 15756 h 15755"/>
                <a:gd name="connsiteX5" fmla="*/ 52607 w 52606"/>
                <a:gd name="connsiteY5" fmla="*/ 7878 h 15755"/>
                <a:gd name="connsiteX6" fmla="*/ 44734 w 52606"/>
                <a:gd name="connsiteY6" fmla="*/ 0 h 15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606" h="15755">
                  <a:moveTo>
                    <a:pt x="44734" y="0"/>
                  </a:moveTo>
                  <a:lnTo>
                    <a:pt x="7872" y="0"/>
                  </a:lnTo>
                  <a:cubicBezTo>
                    <a:pt x="3527" y="0"/>
                    <a:pt x="0" y="3529"/>
                    <a:pt x="0" y="7878"/>
                  </a:cubicBezTo>
                  <a:cubicBezTo>
                    <a:pt x="0" y="12226"/>
                    <a:pt x="3527" y="15756"/>
                    <a:pt x="7872" y="15756"/>
                  </a:cubicBezTo>
                  <a:lnTo>
                    <a:pt x="44734" y="15756"/>
                  </a:lnTo>
                  <a:cubicBezTo>
                    <a:pt x="49080" y="15756"/>
                    <a:pt x="52607" y="12226"/>
                    <a:pt x="52607" y="7878"/>
                  </a:cubicBezTo>
                  <a:cubicBezTo>
                    <a:pt x="52607" y="3529"/>
                    <a:pt x="49080" y="0"/>
                    <a:pt x="44734" y="0"/>
                  </a:cubicBezTo>
                  <a:close/>
                </a:path>
              </a:pathLst>
            </a:custGeom>
            <a:grpFill/>
            <a:ln w="0" cap="flat">
              <a:noFill/>
              <a:prstDash val="solid"/>
              <a:miter/>
            </a:ln>
          </p:spPr>
          <p:txBody>
            <a:bodyPr rtlCol="0" anchor="ctr"/>
            <a:lstStyle/>
            <a:p>
              <a:endParaRPr lang="de-DE"/>
            </a:p>
          </p:txBody>
        </p:sp>
      </p:grpSp>
      <p:grpSp>
        <p:nvGrpSpPr>
          <p:cNvPr id="532" name="Grafik 463">
            <a:extLst>
              <a:ext uri="{FF2B5EF4-FFF2-40B4-BE49-F238E27FC236}">
                <a16:creationId xmlns:a16="http://schemas.microsoft.com/office/drawing/2014/main" id="{1528D89D-1F8F-231A-F803-ED5CB01BA090}"/>
              </a:ext>
            </a:extLst>
          </p:cNvPr>
          <p:cNvGrpSpPr/>
          <p:nvPr/>
        </p:nvGrpSpPr>
        <p:grpSpPr>
          <a:xfrm>
            <a:off x="5500623" y="2896082"/>
            <a:ext cx="292106" cy="249523"/>
            <a:chOff x="5500623" y="2896082"/>
            <a:chExt cx="292106" cy="249523"/>
          </a:xfrm>
          <a:solidFill>
            <a:schemeClr val="tx1"/>
          </a:solidFill>
        </p:grpSpPr>
        <p:sp>
          <p:nvSpPr>
            <p:cNvPr id="533" name="Freihandform 532">
              <a:extLst>
                <a:ext uri="{FF2B5EF4-FFF2-40B4-BE49-F238E27FC236}">
                  <a16:creationId xmlns:a16="http://schemas.microsoft.com/office/drawing/2014/main" id="{CEE3BAFC-214D-27AC-02C4-6EB2C9A106B1}"/>
                </a:ext>
              </a:extLst>
            </p:cNvPr>
            <p:cNvSpPr/>
            <p:nvPr/>
          </p:nvSpPr>
          <p:spPr>
            <a:xfrm>
              <a:off x="5500623" y="2896082"/>
              <a:ext cx="292087" cy="109355"/>
            </a:xfrm>
            <a:custGeom>
              <a:avLst/>
              <a:gdLst>
                <a:gd name="connsiteX0" fmla="*/ 7872 w 292087"/>
                <a:gd name="connsiteY0" fmla="*/ 62549 h 109355"/>
                <a:gd name="connsiteX1" fmla="*/ 137516 w 292087"/>
                <a:gd name="connsiteY1" fmla="*/ 62549 h 109355"/>
                <a:gd name="connsiteX2" fmla="*/ 191522 w 292087"/>
                <a:gd name="connsiteY2" fmla="*/ 109356 h 109355"/>
                <a:gd name="connsiteX3" fmla="*/ 245527 w 292087"/>
                <a:gd name="connsiteY3" fmla="*/ 62549 h 109355"/>
                <a:gd name="connsiteX4" fmla="*/ 284215 w 292087"/>
                <a:gd name="connsiteY4" fmla="*/ 62549 h 109355"/>
                <a:gd name="connsiteX5" fmla="*/ 292088 w 292087"/>
                <a:gd name="connsiteY5" fmla="*/ 54672 h 109355"/>
                <a:gd name="connsiteX6" fmla="*/ 284215 w 292087"/>
                <a:gd name="connsiteY6" fmla="*/ 46794 h 109355"/>
                <a:gd name="connsiteX7" fmla="*/ 245521 w 292087"/>
                <a:gd name="connsiteY7" fmla="*/ 46794 h 109355"/>
                <a:gd name="connsiteX8" fmla="*/ 191515 w 292087"/>
                <a:gd name="connsiteY8" fmla="*/ 0 h 109355"/>
                <a:gd name="connsiteX9" fmla="*/ 137510 w 292087"/>
                <a:gd name="connsiteY9" fmla="*/ 46794 h 109355"/>
                <a:gd name="connsiteX10" fmla="*/ 7872 w 292087"/>
                <a:gd name="connsiteY10" fmla="*/ 46794 h 109355"/>
                <a:gd name="connsiteX11" fmla="*/ 0 w 292087"/>
                <a:gd name="connsiteY11" fmla="*/ 54672 h 109355"/>
                <a:gd name="connsiteX12" fmla="*/ 7872 w 292087"/>
                <a:gd name="connsiteY12" fmla="*/ 62549 h 109355"/>
                <a:gd name="connsiteX13" fmla="*/ 191522 w 292087"/>
                <a:gd name="connsiteY13" fmla="*/ 15762 h 109355"/>
                <a:gd name="connsiteX14" fmla="*/ 230418 w 292087"/>
                <a:gd name="connsiteY14" fmla="*/ 54684 h 109355"/>
                <a:gd name="connsiteX15" fmla="*/ 191522 w 292087"/>
                <a:gd name="connsiteY15" fmla="*/ 93607 h 109355"/>
                <a:gd name="connsiteX16" fmla="*/ 152625 w 292087"/>
                <a:gd name="connsiteY16" fmla="*/ 54703 h 109355"/>
                <a:gd name="connsiteX17" fmla="*/ 152625 w 292087"/>
                <a:gd name="connsiteY17" fmla="*/ 54678 h 109355"/>
                <a:gd name="connsiteX18" fmla="*/ 152625 w 292087"/>
                <a:gd name="connsiteY18" fmla="*/ 54653 h 109355"/>
                <a:gd name="connsiteX19" fmla="*/ 191522 w 292087"/>
                <a:gd name="connsiteY19" fmla="*/ 15762 h 109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92087" h="109355">
                  <a:moveTo>
                    <a:pt x="7872" y="62549"/>
                  </a:moveTo>
                  <a:lnTo>
                    <a:pt x="137516" y="62549"/>
                  </a:lnTo>
                  <a:cubicBezTo>
                    <a:pt x="141352" y="88975"/>
                    <a:pt x="164075" y="109356"/>
                    <a:pt x="191522" y="109356"/>
                  </a:cubicBezTo>
                  <a:cubicBezTo>
                    <a:pt x="218968" y="109356"/>
                    <a:pt x="241698" y="88975"/>
                    <a:pt x="245527" y="62549"/>
                  </a:cubicBezTo>
                  <a:lnTo>
                    <a:pt x="284215" y="62549"/>
                  </a:lnTo>
                  <a:cubicBezTo>
                    <a:pt x="288561" y="62549"/>
                    <a:pt x="292088" y="59020"/>
                    <a:pt x="292088" y="54672"/>
                  </a:cubicBezTo>
                  <a:cubicBezTo>
                    <a:pt x="292088" y="50323"/>
                    <a:pt x="288561" y="46794"/>
                    <a:pt x="284215" y="46794"/>
                  </a:cubicBezTo>
                  <a:lnTo>
                    <a:pt x="245521" y="46794"/>
                  </a:lnTo>
                  <a:cubicBezTo>
                    <a:pt x="241679" y="20375"/>
                    <a:pt x="218962" y="0"/>
                    <a:pt x="191515" y="0"/>
                  </a:cubicBezTo>
                  <a:cubicBezTo>
                    <a:pt x="164069" y="0"/>
                    <a:pt x="141352" y="20375"/>
                    <a:pt x="137510" y="46794"/>
                  </a:cubicBezTo>
                  <a:lnTo>
                    <a:pt x="7872" y="46794"/>
                  </a:lnTo>
                  <a:cubicBezTo>
                    <a:pt x="3527" y="46794"/>
                    <a:pt x="0" y="50323"/>
                    <a:pt x="0" y="54672"/>
                  </a:cubicBezTo>
                  <a:cubicBezTo>
                    <a:pt x="0" y="59020"/>
                    <a:pt x="3527" y="62549"/>
                    <a:pt x="7872" y="62549"/>
                  </a:cubicBezTo>
                  <a:close/>
                  <a:moveTo>
                    <a:pt x="191522" y="15762"/>
                  </a:moveTo>
                  <a:cubicBezTo>
                    <a:pt x="212966" y="15762"/>
                    <a:pt x="230418" y="33225"/>
                    <a:pt x="230418" y="54684"/>
                  </a:cubicBezTo>
                  <a:cubicBezTo>
                    <a:pt x="230418" y="76143"/>
                    <a:pt x="212966" y="93607"/>
                    <a:pt x="191522" y="93607"/>
                  </a:cubicBezTo>
                  <a:cubicBezTo>
                    <a:pt x="170077" y="93607"/>
                    <a:pt x="152638" y="76156"/>
                    <a:pt x="152625" y="54703"/>
                  </a:cubicBezTo>
                  <a:cubicBezTo>
                    <a:pt x="152625" y="54697"/>
                    <a:pt x="152625" y="54684"/>
                    <a:pt x="152625" y="54678"/>
                  </a:cubicBezTo>
                  <a:cubicBezTo>
                    <a:pt x="152625" y="54672"/>
                    <a:pt x="152625" y="54665"/>
                    <a:pt x="152625" y="54653"/>
                  </a:cubicBezTo>
                  <a:cubicBezTo>
                    <a:pt x="152644" y="33206"/>
                    <a:pt x="170083" y="15762"/>
                    <a:pt x="191522" y="15762"/>
                  </a:cubicBezTo>
                  <a:close/>
                </a:path>
              </a:pathLst>
            </a:custGeom>
            <a:grpFill/>
            <a:ln w="0" cap="flat">
              <a:noFill/>
              <a:prstDash val="solid"/>
              <a:miter/>
            </a:ln>
          </p:spPr>
          <p:txBody>
            <a:bodyPr rtlCol="0" anchor="ctr"/>
            <a:lstStyle/>
            <a:p>
              <a:endParaRPr lang="de-DE"/>
            </a:p>
          </p:txBody>
        </p:sp>
        <p:sp>
          <p:nvSpPr>
            <p:cNvPr id="534" name="Freihandform 533">
              <a:extLst>
                <a:ext uri="{FF2B5EF4-FFF2-40B4-BE49-F238E27FC236}">
                  <a16:creationId xmlns:a16="http://schemas.microsoft.com/office/drawing/2014/main" id="{C65368DF-614C-A719-ACE0-27765A45CBE1}"/>
                </a:ext>
              </a:extLst>
            </p:cNvPr>
            <p:cNvSpPr/>
            <p:nvPr/>
          </p:nvSpPr>
          <p:spPr>
            <a:xfrm>
              <a:off x="5500623" y="3036262"/>
              <a:ext cx="292106" cy="109343"/>
            </a:xfrm>
            <a:custGeom>
              <a:avLst/>
              <a:gdLst>
                <a:gd name="connsiteX0" fmla="*/ 284228 w 292106"/>
                <a:gd name="connsiteY0" fmla="*/ 46794 h 109343"/>
                <a:gd name="connsiteX1" fmla="*/ 154445 w 292106"/>
                <a:gd name="connsiteY1" fmla="*/ 46794 h 109343"/>
                <a:gd name="connsiteX2" fmla="*/ 100447 w 292106"/>
                <a:gd name="connsiteY2" fmla="*/ 0 h 109343"/>
                <a:gd name="connsiteX3" fmla="*/ 100447 w 292106"/>
                <a:gd name="connsiteY3" fmla="*/ 0 h 109343"/>
                <a:gd name="connsiteX4" fmla="*/ 46454 w 292106"/>
                <a:gd name="connsiteY4" fmla="*/ 46794 h 109343"/>
                <a:gd name="connsiteX5" fmla="*/ 7872 w 292106"/>
                <a:gd name="connsiteY5" fmla="*/ 46794 h 109343"/>
                <a:gd name="connsiteX6" fmla="*/ 0 w 292106"/>
                <a:gd name="connsiteY6" fmla="*/ 54672 h 109343"/>
                <a:gd name="connsiteX7" fmla="*/ 7872 w 292106"/>
                <a:gd name="connsiteY7" fmla="*/ 62549 h 109343"/>
                <a:gd name="connsiteX8" fmla="*/ 46454 w 292106"/>
                <a:gd name="connsiteY8" fmla="*/ 62549 h 109343"/>
                <a:gd name="connsiteX9" fmla="*/ 100453 w 292106"/>
                <a:gd name="connsiteY9" fmla="*/ 109343 h 109343"/>
                <a:gd name="connsiteX10" fmla="*/ 154452 w 292106"/>
                <a:gd name="connsiteY10" fmla="*/ 62549 h 109343"/>
                <a:gd name="connsiteX11" fmla="*/ 284234 w 292106"/>
                <a:gd name="connsiteY11" fmla="*/ 62549 h 109343"/>
                <a:gd name="connsiteX12" fmla="*/ 292107 w 292106"/>
                <a:gd name="connsiteY12" fmla="*/ 54672 h 109343"/>
                <a:gd name="connsiteX13" fmla="*/ 284234 w 292106"/>
                <a:gd name="connsiteY13" fmla="*/ 46794 h 109343"/>
                <a:gd name="connsiteX14" fmla="*/ 100447 w 292106"/>
                <a:gd name="connsiteY14" fmla="*/ 93581 h 109343"/>
                <a:gd name="connsiteX15" fmla="*/ 61556 w 292106"/>
                <a:gd name="connsiteY15" fmla="*/ 54672 h 109343"/>
                <a:gd name="connsiteX16" fmla="*/ 100447 w 292106"/>
                <a:gd name="connsiteY16" fmla="*/ 15749 h 109343"/>
                <a:gd name="connsiteX17" fmla="*/ 139337 w 292106"/>
                <a:gd name="connsiteY17" fmla="*/ 54665 h 109343"/>
                <a:gd name="connsiteX18" fmla="*/ 100447 w 292106"/>
                <a:gd name="connsiteY18" fmla="*/ 93581 h 1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92106" h="109343">
                  <a:moveTo>
                    <a:pt x="284228" y="46794"/>
                  </a:moveTo>
                  <a:lnTo>
                    <a:pt x="154445" y="46794"/>
                  </a:lnTo>
                  <a:cubicBezTo>
                    <a:pt x="150610" y="20375"/>
                    <a:pt x="127893" y="0"/>
                    <a:pt x="100447" y="0"/>
                  </a:cubicBezTo>
                  <a:lnTo>
                    <a:pt x="100447" y="0"/>
                  </a:lnTo>
                  <a:cubicBezTo>
                    <a:pt x="73019" y="19"/>
                    <a:pt x="50308" y="20394"/>
                    <a:pt x="46454" y="46794"/>
                  </a:cubicBezTo>
                  <a:lnTo>
                    <a:pt x="7872" y="46794"/>
                  </a:lnTo>
                  <a:cubicBezTo>
                    <a:pt x="3527" y="46794"/>
                    <a:pt x="0" y="50323"/>
                    <a:pt x="0" y="54672"/>
                  </a:cubicBezTo>
                  <a:cubicBezTo>
                    <a:pt x="0" y="59020"/>
                    <a:pt x="3527" y="62549"/>
                    <a:pt x="7872" y="62549"/>
                  </a:cubicBezTo>
                  <a:lnTo>
                    <a:pt x="46454" y="62549"/>
                  </a:lnTo>
                  <a:cubicBezTo>
                    <a:pt x="50289" y="88968"/>
                    <a:pt x="73006" y="109343"/>
                    <a:pt x="100453" y="109343"/>
                  </a:cubicBezTo>
                  <a:cubicBezTo>
                    <a:pt x="127899" y="109343"/>
                    <a:pt x="150616" y="88968"/>
                    <a:pt x="154452" y="62549"/>
                  </a:cubicBezTo>
                  <a:lnTo>
                    <a:pt x="284234" y="62549"/>
                  </a:lnTo>
                  <a:cubicBezTo>
                    <a:pt x="288580" y="62549"/>
                    <a:pt x="292107" y="59020"/>
                    <a:pt x="292107" y="54672"/>
                  </a:cubicBezTo>
                  <a:cubicBezTo>
                    <a:pt x="292107" y="50323"/>
                    <a:pt x="288580" y="46794"/>
                    <a:pt x="284234" y="46794"/>
                  </a:cubicBezTo>
                  <a:close/>
                  <a:moveTo>
                    <a:pt x="100447" y="93581"/>
                  </a:moveTo>
                  <a:cubicBezTo>
                    <a:pt x="79002" y="93581"/>
                    <a:pt x="61556" y="76124"/>
                    <a:pt x="61556" y="54672"/>
                  </a:cubicBezTo>
                  <a:cubicBezTo>
                    <a:pt x="61563" y="33225"/>
                    <a:pt x="79008" y="15768"/>
                    <a:pt x="100447" y="15749"/>
                  </a:cubicBezTo>
                  <a:cubicBezTo>
                    <a:pt x="121891" y="15749"/>
                    <a:pt x="139337" y="33206"/>
                    <a:pt x="139337" y="54665"/>
                  </a:cubicBezTo>
                  <a:cubicBezTo>
                    <a:pt x="139337" y="76124"/>
                    <a:pt x="121891" y="93581"/>
                    <a:pt x="100447" y="93581"/>
                  </a:cubicBezTo>
                  <a:close/>
                </a:path>
              </a:pathLst>
            </a:custGeom>
            <a:grpFill/>
            <a:ln w="0" cap="flat">
              <a:noFill/>
              <a:prstDash val="solid"/>
              <a:miter/>
            </a:ln>
          </p:spPr>
          <p:txBody>
            <a:bodyPr rtlCol="0" anchor="ctr"/>
            <a:lstStyle/>
            <a:p>
              <a:endParaRPr lang="de-DE"/>
            </a:p>
          </p:txBody>
        </p:sp>
      </p:grpSp>
      <p:sp>
        <p:nvSpPr>
          <p:cNvPr id="535" name="Freihandform 534">
            <a:extLst>
              <a:ext uri="{FF2B5EF4-FFF2-40B4-BE49-F238E27FC236}">
                <a16:creationId xmlns:a16="http://schemas.microsoft.com/office/drawing/2014/main" id="{3BB99BA5-255B-3350-6D3F-58841830EF20}"/>
              </a:ext>
            </a:extLst>
          </p:cNvPr>
          <p:cNvSpPr/>
          <p:nvPr/>
        </p:nvSpPr>
        <p:spPr>
          <a:xfrm>
            <a:off x="6971247" y="1384136"/>
            <a:ext cx="296198" cy="281269"/>
          </a:xfrm>
          <a:custGeom>
            <a:avLst/>
            <a:gdLst>
              <a:gd name="connsiteX0" fmla="*/ 288333 w 296198"/>
              <a:gd name="connsiteY0" fmla="*/ 132777 h 281269"/>
              <a:gd name="connsiteX1" fmla="*/ 26878 w 296198"/>
              <a:gd name="connsiteY1" fmla="*/ 132777 h 281269"/>
              <a:gd name="connsiteX2" fmla="*/ 146080 w 296198"/>
              <a:gd name="connsiteY2" fmla="*/ 13451 h 281269"/>
              <a:gd name="connsiteX3" fmla="*/ 146080 w 296198"/>
              <a:gd name="connsiteY3" fmla="*/ 2309 h 281269"/>
              <a:gd name="connsiteX4" fmla="*/ 134945 w 296198"/>
              <a:gd name="connsiteY4" fmla="*/ 2309 h 281269"/>
              <a:gd name="connsiteX5" fmla="*/ 2297 w 296198"/>
              <a:gd name="connsiteY5" fmla="*/ 135084 h 281269"/>
              <a:gd name="connsiteX6" fmla="*/ 1837 w 296198"/>
              <a:gd name="connsiteY6" fmla="*/ 135771 h 281269"/>
              <a:gd name="connsiteX7" fmla="*/ 609 w 296198"/>
              <a:gd name="connsiteY7" fmla="*/ 137617 h 281269"/>
              <a:gd name="connsiteX8" fmla="*/ 609 w 296198"/>
              <a:gd name="connsiteY8" fmla="*/ 143693 h 281269"/>
              <a:gd name="connsiteX9" fmla="*/ 1283 w 296198"/>
              <a:gd name="connsiteY9" fmla="*/ 144707 h 281269"/>
              <a:gd name="connsiteX10" fmla="*/ 2291 w 296198"/>
              <a:gd name="connsiteY10" fmla="*/ 146226 h 281269"/>
              <a:gd name="connsiteX11" fmla="*/ 134939 w 296198"/>
              <a:gd name="connsiteY11" fmla="*/ 278963 h 281269"/>
              <a:gd name="connsiteX12" fmla="*/ 140506 w 296198"/>
              <a:gd name="connsiteY12" fmla="*/ 281270 h 281269"/>
              <a:gd name="connsiteX13" fmla="*/ 146074 w 296198"/>
              <a:gd name="connsiteY13" fmla="*/ 278963 h 281269"/>
              <a:gd name="connsiteX14" fmla="*/ 146074 w 296198"/>
              <a:gd name="connsiteY14" fmla="*/ 267821 h 281269"/>
              <a:gd name="connsiteX15" fmla="*/ 26859 w 296198"/>
              <a:gd name="connsiteY15" fmla="*/ 148520 h 281269"/>
              <a:gd name="connsiteX16" fmla="*/ 288326 w 296198"/>
              <a:gd name="connsiteY16" fmla="*/ 148520 h 281269"/>
              <a:gd name="connsiteX17" fmla="*/ 296199 w 296198"/>
              <a:gd name="connsiteY17" fmla="*/ 140642 h 281269"/>
              <a:gd name="connsiteX18" fmla="*/ 288326 w 296198"/>
              <a:gd name="connsiteY18" fmla="*/ 132765 h 2812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96198" h="281269">
                <a:moveTo>
                  <a:pt x="288333" y="132777"/>
                </a:moveTo>
                <a:lnTo>
                  <a:pt x="26878" y="132777"/>
                </a:lnTo>
                <a:lnTo>
                  <a:pt x="146080" y="13451"/>
                </a:lnTo>
                <a:cubicBezTo>
                  <a:pt x="149154" y="10376"/>
                  <a:pt x="149154" y="5391"/>
                  <a:pt x="146080" y="2309"/>
                </a:cubicBezTo>
                <a:cubicBezTo>
                  <a:pt x="143007" y="-773"/>
                  <a:pt x="138025" y="-767"/>
                  <a:pt x="134945" y="2309"/>
                </a:cubicBezTo>
                <a:lnTo>
                  <a:pt x="2297" y="135084"/>
                </a:lnTo>
                <a:cubicBezTo>
                  <a:pt x="2096" y="135286"/>
                  <a:pt x="2014" y="135557"/>
                  <a:pt x="1837" y="135771"/>
                </a:cubicBezTo>
                <a:cubicBezTo>
                  <a:pt x="1371" y="136351"/>
                  <a:pt x="899" y="136924"/>
                  <a:pt x="609" y="137617"/>
                </a:cubicBezTo>
                <a:cubicBezTo>
                  <a:pt x="-203" y="139558"/>
                  <a:pt x="-203" y="141745"/>
                  <a:pt x="609" y="143693"/>
                </a:cubicBezTo>
                <a:cubicBezTo>
                  <a:pt x="767" y="144071"/>
                  <a:pt x="1069" y="144361"/>
                  <a:pt x="1283" y="144707"/>
                </a:cubicBezTo>
                <a:cubicBezTo>
                  <a:pt x="1604" y="145224"/>
                  <a:pt x="1844" y="145779"/>
                  <a:pt x="2291" y="146226"/>
                </a:cubicBezTo>
                <a:lnTo>
                  <a:pt x="134939" y="278963"/>
                </a:lnTo>
                <a:cubicBezTo>
                  <a:pt x="136476" y="280501"/>
                  <a:pt x="138485" y="281270"/>
                  <a:pt x="140506" y="281270"/>
                </a:cubicBezTo>
                <a:cubicBezTo>
                  <a:pt x="142528" y="281270"/>
                  <a:pt x="144537" y="280501"/>
                  <a:pt x="146074" y="278963"/>
                </a:cubicBezTo>
                <a:cubicBezTo>
                  <a:pt x="149147" y="275888"/>
                  <a:pt x="149147" y="270903"/>
                  <a:pt x="146074" y="267821"/>
                </a:cubicBezTo>
                <a:lnTo>
                  <a:pt x="26859" y="148520"/>
                </a:lnTo>
                <a:lnTo>
                  <a:pt x="288326" y="148520"/>
                </a:lnTo>
                <a:cubicBezTo>
                  <a:pt x="292672" y="148520"/>
                  <a:pt x="296199" y="144991"/>
                  <a:pt x="296199" y="140642"/>
                </a:cubicBezTo>
                <a:cubicBezTo>
                  <a:pt x="296199" y="136294"/>
                  <a:pt x="292672" y="132765"/>
                  <a:pt x="288326" y="132765"/>
                </a:cubicBezTo>
                <a:close/>
              </a:path>
            </a:pathLst>
          </a:custGeom>
          <a:solidFill>
            <a:schemeClr val="tx1"/>
          </a:solidFill>
          <a:ln w="0" cap="flat">
            <a:noFill/>
            <a:prstDash val="solid"/>
            <a:miter/>
          </a:ln>
        </p:spPr>
        <p:txBody>
          <a:bodyPr rtlCol="0" anchor="ctr"/>
          <a:lstStyle/>
          <a:p>
            <a:endParaRPr lang="de-DE"/>
          </a:p>
        </p:txBody>
      </p:sp>
      <p:sp>
        <p:nvSpPr>
          <p:cNvPr id="536" name="Freihandform 535">
            <a:extLst>
              <a:ext uri="{FF2B5EF4-FFF2-40B4-BE49-F238E27FC236}">
                <a16:creationId xmlns:a16="http://schemas.microsoft.com/office/drawing/2014/main" id="{056AE9EE-5EDD-4561-AD20-85E331EBF08D}"/>
              </a:ext>
            </a:extLst>
          </p:cNvPr>
          <p:cNvSpPr/>
          <p:nvPr/>
        </p:nvSpPr>
        <p:spPr>
          <a:xfrm>
            <a:off x="10647913" y="5841835"/>
            <a:ext cx="308109" cy="342279"/>
          </a:xfrm>
          <a:custGeom>
            <a:avLst/>
            <a:gdLst>
              <a:gd name="connsiteX0" fmla="*/ 300231 w 308109"/>
              <a:gd name="connsiteY0" fmla="*/ 262764 h 342279"/>
              <a:gd name="connsiteX1" fmla="*/ 288725 w 308109"/>
              <a:gd name="connsiteY1" fmla="*/ 262764 h 342279"/>
              <a:gd name="connsiteX2" fmla="*/ 278238 w 308109"/>
              <a:gd name="connsiteY2" fmla="*/ 154203 h 342279"/>
              <a:gd name="connsiteX3" fmla="*/ 161864 w 308109"/>
              <a:gd name="connsiteY3" fmla="*/ 30251 h 342279"/>
              <a:gd name="connsiteX4" fmla="*/ 161864 w 308109"/>
              <a:gd name="connsiteY4" fmla="*/ 7878 h 342279"/>
              <a:gd name="connsiteX5" fmla="*/ 153992 w 308109"/>
              <a:gd name="connsiteY5" fmla="*/ 0 h 342279"/>
              <a:gd name="connsiteX6" fmla="*/ 146119 w 308109"/>
              <a:gd name="connsiteY6" fmla="*/ 7878 h 342279"/>
              <a:gd name="connsiteX7" fmla="*/ 146119 w 308109"/>
              <a:gd name="connsiteY7" fmla="*/ 30244 h 342279"/>
              <a:gd name="connsiteX8" fmla="*/ 29695 w 308109"/>
              <a:gd name="connsiteY8" fmla="*/ 154196 h 342279"/>
              <a:gd name="connsiteX9" fmla="*/ 19234 w 308109"/>
              <a:gd name="connsiteY9" fmla="*/ 262758 h 342279"/>
              <a:gd name="connsiteX10" fmla="*/ 7872 w 308109"/>
              <a:gd name="connsiteY10" fmla="*/ 262758 h 342279"/>
              <a:gd name="connsiteX11" fmla="*/ 0 w 308109"/>
              <a:gd name="connsiteY11" fmla="*/ 270636 h 342279"/>
              <a:gd name="connsiteX12" fmla="*/ 7872 w 308109"/>
              <a:gd name="connsiteY12" fmla="*/ 278513 h 342279"/>
              <a:gd name="connsiteX13" fmla="*/ 82825 w 308109"/>
              <a:gd name="connsiteY13" fmla="*/ 278513 h 342279"/>
              <a:gd name="connsiteX14" fmla="*/ 153967 w 308109"/>
              <a:gd name="connsiteY14" fmla="*/ 342279 h 342279"/>
              <a:gd name="connsiteX15" fmla="*/ 225109 w 308109"/>
              <a:gd name="connsiteY15" fmla="*/ 278513 h 342279"/>
              <a:gd name="connsiteX16" fmla="*/ 300237 w 308109"/>
              <a:gd name="connsiteY16" fmla="*/ 278513 h 342279"/>
              <a:gd name="connsiteX17" fmla="*/ 308110 w 308109"/>
              <a:gd name="connsiteY17" fmla="*/ 270636 h 342279"/>
              <a:gd name="connsiteX18" fmla="*/ 300237 w 308109"/>
              <a:gd name="connsiteY18" fmla="*/ 262758 h 342279"/>
              <a:gd name="connsiteX19" fmla="*/ 153960 w 308109"/>
              <a:gd name="connsiteY19" fmla="*/ 326530 h 342279"/>
              <a:gd name="connsiteX20" fmla="*/ 98727 w 308109"/>
              <a:gd name="connsiteY20" fmla="*/ 278520 h 342279"/>
              <a:gd name="connsiteX21" fmla="*/ 209187 w 308109"/>
              <a:gd name="connsiteY21" fmla="*/ 278520 h 342279"/>
              <a:gd name="connsiteX22" fmla="*/ 153954 w 308109"/>
              <a:gd name="connsiteY22" fmla="*/ 326530 h 342279"/>
              <a:gd name="connsiteX23" fmla="*/ 35861 w 308109"/>
              <a:gd name="connsiteY23" fmla="*/ 262764 h 342279"/>
              <a:gd name="connsiteX24" fmla="*/ 45440 w 308109"/>
              <a:gd name="connsiteY24" fmla="*/ 154203 h 342279"/>
              <a:gd name="connsiteX25" fmla="*/ 153967 w 308109"/>
              <a:gd name="connsiteY25" fmla="*/ 45609 h 342279"/>
              <a:gd name="connsiteX26" fmla="*/ 262487 w 308109"/>
              <a:gd name="connsiteY26" fmla="*/ 154203 h 342279"/>
              <a:gd name="connsiteX27" fmla="*/ 272079 w 308109"/>
              <a:gd name="connsiteY27" fmla="*/ 262764 h 342279"/>
              <a:gd name="connsiteX28" fmla="*/ 35848 w 308109"/>
              <a:gd name="connsiteY28" fmla="*/ 262764 h 342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08109" h="342279">
                <a:moveTo>
                  <a:pt x="300231" y="262764"/>
                </a:moveTo>
                <a:lnTo>
                  <a:pt x="288725" y="262764"/>
                </a:lnTo>
                <a:cubicBezTo>
                  <a:pt x="282427" y="253185"/>
                  <a:pt x="278238" y="199988"/>
                  <a:pt x="278238" y="154203"/>
                </a:cubicBezTo>
                <a:cubicBezTo>
                  <a:pt x="278238" y="88300"/>
                  <a:pt x="226708" y="34359"/>
                  <a:pt x="161864" y="30251"/>
                </a:cubicBezTo>
                <a:lnTo>
                  <a:pt x="161864" y="7878"/>
                </a:lnTo>
                <a:cubicBezTo>
                  <a:pt x="161864" y="3529"/>
                  <a:pt x="158338" y="0"/>
                  <a:pt x="153992" y="0"/>
                </a:cubicBezTo>
                <a:cubicBezTo>
                  <a:pt x="149646" y="0"/>
                  <a:pt x="146119" y="3529"/>
                  <a:pt x="146119" y="7878"/>
                </a:cubicBezTo>
                <a:lnTo>
                  <a:pt x="146119" y="30244"/>
                </a:lnTo>
                <a:cubicBezTo>
                  <a:pt x="81250" y="34328"/>
                  <a:pt x="29695" y="88281"/>
                  <a:pt x="29695" y="154196"/>
                </a:cubicBezTo>
                <a:cubicBezTo>
                  <a:pt x="29695" y="199963"/>
                  <a:pt x="25513" y="253147"/>
                  <a:pt x="19234" y="262758"/>
                </a:cubicBezTo>
                <a:lnTo>
                  <a:pt x="7872" y="262758"/>
                </a:lnTo>
                <a:cubicBezTo>
                  <a:pt x="3527" y="262758"/>
                  <a:pt x="0" y="266287"/>
                  <a:pt x="0" y="270636"/>
                </a:cubicBezTo>
                <a:cubicBezTo>
                  <a:pt x="0" y="274984"/>
                  <a:pt x="3527" y="278513"/>
                  <a:pt x="7872" y="278513"/>
                </a:cubicBezTo>
                <a:lnTo>
                  <a:pt x="82825" y="278513"/>
                </a:lnTo>
                <a:cubicBezTo>
                  <a:pt x="86761" y="314323"/>
                  <a:pt x="117148" y="342279"/>
                  <a:pt x="153967" y="342279"/>
                </a:cubicBezTo>
                <a:cubicBezTo>
                  <a:pt x="190785" y="342279"/>
                  <a:pt x="221172" y="314323"/>
                  <a:pt x="225109" y="278513"/>
                </a:cubicBezTo>
                <a:lnTo>
                  <a:pt x="300237" y="278513"/>
                </a:lnTo>
                <a:cubicBezTo>
                  <a:pt x="304583" y="278513"/>
                  <a:pt x="308110" y="274984"/>
                  <a:pt x="308110" y="270636"/>
                </a:cubicBezTo>
                <a:cubicBezTo>
                  <a:pt x="308110" y="266287"/>
                  <a:pt x="304583" y="262758"/>
                  <a:pt x="300237" y="262758"/>
                </a:cubicBezTo>
                <a:close/>
                <a:moveTo>
                  <a:pt x="153960" y="326530"/>
                </a:moveTo>
                <a:cubicBezTo>
                  <a:pt x="125846" y="326530"/>
                  <a:pt x="102575" y="305607"/>
                  <a:pt x="98727" y="278520"/>
                </a:cubicBezTo>
                <a:lnTo>
                  <a:pt x="209187" y="278520"/>
                </a:lnTo>
                <a:cubicBezTo>
                  <a:pt x="205339" y="305607"/>
                  <a:pt x="182074" y="326530"/>
                  <a:pt x="153954" y="326530"/>
                </a:cubicBezTo>
                <a:close/>
                <a:moveTo>
                  <a:pt x="35861" y="262764"/>
                </a:moveTo>
                <a:cubicBezTo>
                  <a:pt x="41069" y="247147"/>
                  <a:pt x="45440" y="216078"/>
                  <a:pt x="45440" y="154203"/>
                </a:cubicBezTo>
                <a:cubicBezTo>
                  <a:pt x="45440" y="94325"/>
                  <a:pt x="94123" y="45609"/>
                  <a:pt x="153967" y="45609"/>
                </a:cubicBezTo>
                <a:cubicBezTo>
                  <a:pt x="213810" y="45609"/>
                  <a:pt x="262487" y="94325"/>
                  <a:pt x="262487" y="154203"/>
                </a:cubicBezTo>
                <a:cubicBezTo>
                  <a:pt x="262487" y="216071"/>
                  <a:pt x="266864" y="247147"/>
                  <a:pt x="272079" y="262764"/>
                </a:cubicBezTo>
                <a:lnTo>
                  <a:pt x="35848" y="262764"/>
                </a:lnTo>
                <a:close/>
              </a:path>
            </a:pathLst>
          </a:custGeom>
          <a:solidFill>
            <a:schemeClr val="tx1"/>
          </a:solidFill>
          <a:ln w="0" cap="flat">
            <a:noFill/>
            <a:prstDash val="solid"/>
            <a:miter/>
          </a:ln>
        </p:spPr>
        <p:txBody>
          <a:bodyPr rtlCol="0" anchor="ctr"/>
          <a:lstStyle/>
          <a:p>
            <a:endParaRPr lang="de-DE"/>
          </a:p>
        </p:txBody>
      </p:sp>
      <p:grpSp>
        <p:nvGrpSpPr>
          <p:cNvPr id="537" name="Grafik 463">
            <a:extLst>
              <a:ext uri="{FF2B5EF4-FFF2-40B4-BE49-F238E27FC236}">
                <a16:creationId xmlns:a16="http://schemas.microsoft.com/office/drawing/2014/main" id="{97FF5033-416C-4F6D-B1B7-9F425D8A1A9C}"/>
              </a:ext>
            </a:extLst>
          </p:cNvPr>
          <p:cNvGrpSpPr/>
          <p:nvPr/>
        </p:nvGrpSpPr>
        <p:grpSpPr>
          <a:xfrm>
            <a:off x="11364926" y="4345634"/>
            <a:ext cx="342389" cy="342613"/>
            <a:chOff x="11364926" y="4345634"/>
            <a:chExt cx="342389" cy="342613"/>
          </a:xfrm>
          <a:solidFill>
            <a:schemeClr val="tx1"/>
          </a:solidFill>
        </p:grpSpPr>
        <p:sp>
          <p:nvSpPr>
            <p:cNvPr id="538" name="Freihandform 537">
              <a:extLst>
                <a:ext uri="{FF2B5EF4-FFF2-40B4-BE49-F238E27FC236}">
                  <a16:creationId xmlns:a16="http://schemas.microsoft.com/office/drawing/2014/main" id="{6D0327BA-75EB-F70F-BB00-4821BA4CCABB}"/>
                </a:ext>
              </a:extLst>
            </p:cNvPr>
            <p:cNvSpPr/>
            <p:nvPr/>
          </p:nvSpPr>
          <p:spPr>
            <a:xfrm>
              <a:off x="11364926" y="4345634"/>
              <a:ext cx="342389" cy="342613"/>
            </a:xfrm>
            <a:custGeom>
              <a:avLst/>
              <a:gdLst>
                <a:gd name="connsiteX0" fmla="*/ 171192 w 342389"/>
                <a:gd name="connsiteY0" fmla="*/ 0 h 342613"/>
                <a:gd name="connsiteX1" fmla="*/ 0 w 342389"/>
                <a:gd name="connsiteY1" fmla="*/ 171313 h 342613"/>
                <a:gd name="connsiteX2" fmla="*/ 171204 w 342389"/>
                <a:gd name="connsiteY2" fmla="*/ 342613 h 342613"/>
                <a:gd name="connsiteX3" fmla="*/ 342390 w 342389"/>
                <a:gd name="connsiteY3" fmla="*/ 171300 h 342613"/>
                <a:gd name="connsiteX4" fmla="*/ 171192 w 342389"/>
                <a:gd name="connsiteY4" fmla="*/ 0 h 342613"/>
                <a:gd name="connsiteX5" fmla="*/ 171204 w 342389"/>
                <a:gd name="connsiteY5" fmla="*/ 326858 h 342613"/>
                <a:gd name="connsiteX6" fmla="*/ 171192 w 342389"/>
                <a:gd name="connsiteY6" fmla="*/ 326858 h 342613"/>
                <a:gd name="connsiteX7" fmla="*/ 61286 w 342389"/>
                <a:gd name="connsiteY7" fmla="*/ 281299 h 342613"/>
                <a:gd name="connsiteX8" fmla="*/ 15751 w 342389"/>
                <a:gd name="connsiteY8" fmla="*/ 171313 h 342613"/>
                <a:gd name="connsiteX9" fmla="*/ 171211 w 342389"/>
                <a:gd name="connsiteY9" fmla="*/ 15756 h 342613"/>
                <a:gd name="connsiteX10" fmla="*/ 326651 w 342389"/>
                <a:gd name="connsiteY10" fmla="*/ 171300 h 342613"/>
                <a:gd name="connsiteX11" fmla="*/ 171211 w 342389"/>
                <a:gd name="connsiteY11" fmla="*/ 326858 h 342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42389" h="342613">
                  <a:moveTo>
                    <a:pt x="171192" y="0"/>
                  </a:moveTo>
                  <a:cubicBezTo>
                    <a:pt x="76798" y="0"/>
                    <a:pt x="0" y="76849"/>
                    <a:pt x="0" y="171313"/>
                  </a:cubicBezTo>
                  <a:cubicBezTo>
                    <a:pt x="0" y="265770"/>
                    <a:pt x="76804" y="342619"/>
                    <a:pt x="171204" y="342613"/>
                  </a:cubicBezTo>
                  <a:cubicBezTo>
                    <a:pt x="265592" y="342613"/>
                    <a:pt x="342390" y="265764"/>
                    <a:pt x="342390" y="171300"/>
                  </a:cubicBezTo>
                  <a:cubicBezTo>
                    <a:pt x="342390" y="76849"/>
                    <a:pt x="265586" y="0"/>
                    <a:pt x="171192" y="0"/>
                  </a:cubicBezTo>
                  <a:close/>
                  <a:moveTo>
                    <a:pt x="171204" y="326858"/>
                  </a:moveTo>
                  <a:lnTo>
                    <a:pt x="171192" y="326858"/>
                  </a:lnTo>
                  <a:cubicBezTo>
                    <a:pt x="129676" y="326858"/>
                    <a:pt x="90641" y="310680"/>
                    <a:pt x="61286" y="281299"/>
                  </a:cubicBezTo>
                  <a:cubicBezTo>
                    <a:pt x="31925" y="251924"/>
                    <a:pt x="15751" y="212863"/>
                    <a:pt x="15751" y="171313"/>
                  </a:cubicBezTo>
                  <a:cubicBezTo>
                    <a:pt x="15751" y="85540"/>
                    <a:pt x="85489" y="15756"/>
                    <a:pt x="171211" y="15756"/>
                  </a:cubicBezTo>
                  <a:cubicBezTo>
                    <a:pt x="256933" y="15756"/>
                    <a:pt x="326645" y="85527"/>
                    <a:pt x="326651" y="171300"/>
                  </a:cubicBezTo>
                  <a:cubicBezTo>
                    <a:pt x="326651" y="257067"/>
                    <a:pt x="256920" y="326858"/>
                    <a:pt x="171211" y="326858"/>
                  </a:cubicBezTo>
                  <a:close/>
                </a:path>
              </a:pathLst>
            </a:custGeom>
            <a:grpFill/>
            <a:ln w="0" cap="flat">
              <a:noFill/>
              <a:prstDash val="solid"/>
              <a:miter/>
            </a:ln>
          </p:spPr>
          <p:txBody>
            <a:bodyPr rtlCol="0" anchor="ctr"/>
            <a:lstStyle/>
            <a:p>
              <a:endParaRPr lang="de-DE"/>
            </a:p>
          </p:txBody>
        </p:sp>
        <p:sp>
          <p:nvSpPr>
            <p:cNvPr id="539" name="Freihandform 538">
              <a:extLst>
                <a:ext uri="{FF2B5EF4-FFF2-40B4-BE49-F238E27FC236}">
                  <a16:creationId xmlns:a16="http://schemas.microsoft.com/office/drawing/2014/main" id="{EAEAF8F2-02A3-BADE-D214-E4FF645E33F7}"/>
                </a:ext>
              </a:extLst>
            </p:cNvPr>
            <p:cNvSpPr/>
            <p:nvPr/>
          </p:nvSpPr>
          <p:spPr>
            <a:xfrm>
              <a:off x="11464617" y="4445398"/>
              <a:ext cx="142992" cy="143066"/>
            </a:xfrm>
            <a:custGeom>
              <a:avLst/>
              <a:gdLst>
                <a:gd name="connsiteX0" fmla="*/ 133000 w 142992"/>
                <a:gd name="connsiteY0" fmla="*/ 297 h 143066"/>
                <a:gd name="connsiteX1" fmla="*/ 33681 w 142992"/>
                <a:gd name="connsiteY1" fmla="*/ 28209 h 143066"/>
                <a:gd name="connsiteX2" fmla="*/ 28233 w 142992"/>
                <a:gd name="connsiteY2" fmla="*/ 33654 h 143066"/>
                <a:gd name="connsiteX3" fmla="*/ 296 w 142992"/>
                <a:gd name="connsiteY3" fmla="*/ 133053 h 143066"/>
                <a:gd name="connsiteX4" fmla="*/ 2305 w 142992"/>
                <a:gd name="connsiteY4" fmla="*/ 140760 h 143066"/>
                <a:gd name="connsiteX5" fmla="*/ 7872 w 142992"/>
                <a:gd name="connsiteY5" fmla="*/ 143067 h 143066"/>
                <a:gd name="connsiteX6" fmla="*/ 10001 w 142992"/>
                <a:gd name="connsiteY6" fmla="*/ 142771 h 143066"/>
                <a:gd name="connsiteX7" fmla="*/ 109358 w 142992"/>
                <a:gd name="connsiteY7" fmla="*/ 114814 h 143066"/>
                <a:gd name="connsiteX8" fmla="*/ 114805 w 142992"/>
                <a:gd name="connsiteY8" fmla="*/ 109363 h 143066"/>
                <a:gd name="connsiteX9" fmla="*/ 142699 w 142992"/>
                <a:gd name="connsiteY9" fmla="*/ 10002 h 143066"/>
                <a:gd name="connsiteX10" fmla="*/ 140690 w 142992"/>
                <a:gd name="connsiteY10" fmla="*/ 2301 h 143066"/>
                <a:gd name="connsiteX11" fmla="*/ 132994 w 142992"/>
                <a:gd name="connsiteY11" fmla="*/ 290 h 143066"/>
                <a:gd name="connsiteX12" fmla="*/ 100855 w 142992"/>
                <a:gd name="connsiteY12" fmla="*/ 100849 h 143066"/>
                <a:gd name="connsiteX13" fmla="*/ 19259 w 142992"/>
                <a:gd name="connsiteY13" fmla="*/ 123807 h 143066"/>
                <a:gd name="connsiteX14" fmla="*/ 42202 w 142992"/>
                <a:gd name="connsiteY14" fmla="*/ 42181 h 143066"/>
                <a:gd name="connsiteX15" fmla="*/ 123761 w 142992"/>
                <a:gd name="connsiteY15" fmla="*/ 19260 h 143066"/>
                <a:gd name="connsiteX16" fmla="*/ 100855 w 142992"/>
                <a:gd name="connsiteY16" fmla="*/ 100849 h 143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2992" h="143066">
                  <a:moveTo>
                    <a:pt x="133000" y="297"/>
                  </a:moveTo>
                  <a:lnTo>
                    <a:pt x="33681" y="28209"/>
                  </a:lnTo>
                  <a:cubicBezTo>
                    <a:pt x="31036" y="28947"/>
                    <a:pt x="28976" y="31014"/>
                    <a:pt x="28233" y="33654"/>
                  </a:cubicBezTo>
                  <a:lnTo>
                    <a:pt x="296" y="133053"/>
                  </a:lnTo>
                  <a:cubicBezTo>
                    <a:pt x="-479" y="135801"/>
                    <a:pt x="296" y="138744"/>
                    <a:pt x="2305" y="140760"/>
                  </a:cubicBezTo>
                  <a:cubicBezTo>
                    <a:pt x="3797" y="142254"/>
                    <a:pt x="5813" y="143067"/>
                    <a:pt x="7872" y="143067"/>
                  </a:cubicBezTo>
                  <a:cubicBezTo>
                    <a:pt x="8584" y="143067"/>
                    <a:pt x="9302" y="142966"/>
                    <a:pt x="10001" y="142771"/>
                  </a:cubicBezTo>
                  <a:lnTo>
                    <a:pt x="109358" y="114814"/>
                  </a:lnTo>
                  <a:cubicBezTo>
                    <a:pt x="112003" y="114071"/>
                    <a:pt x="114069" y="112010"/>
                    <a:pt x="114805" y="109363"/>
                  </a:cubicBezTo>
                  <a:lnTo>
                    <a:pt x="142699" y="10002"/>
                  </a:lnTo>
                  <a:cubicBezTo>
                    <a:pt x="143468" y="7261"/>
                    <a:pt x="142699" y="4318"/>
                    <a:pt x="140690" y="2301"/>
                  </a:cubicBezTo>
                  <a:cubicBezTo>
                    <a:pt x="138675" y="290"/>
                    <a:pt x="135721" y="-472"/>
                    <a:pt x="132994" y="290"/>
                  </a:cubicBezTo>
                  <a:close/>
                  <a:moveTo>
                    <a:pt x="100855" y="100849"/>
                  </a:moveTo>
                  <a:lnTo>
                    <a:pt x="19259" y="123807"/>
                  </a:lnTo>
                  <a:lnTo>
                    <a:pt x="42202" y="42181"/>
                  </a:lnTo>
                  <a:lnTo>
                    <a:pt x="123761" y="19260"/>
                  </a:lnTo>
                  <a:lnTo>
                    <a:pt x="100855" y="100849"/>
                  </a:lnTo>
                  <a:close/>
                </a:path>
              </a:pathLst>
            </a:custGeom>
            <a:grpFill/>
            <a:ln w="0" cap="flat">
              <a:noFill/>
              <a:prstDash val="solid"/>
              <a:miter/>
            </a:ln>
          </p:spPr>
          <p:txBody>
            <a:bodyPr rtlCol="0" anchor="ctr"/>
            <a:lstStyle/>
            <a:p>
              <a:endParaRPr lang="de-DE"/>
            </a:p>
          </p:txBody>
        </p:sp>
      </p:grpSp>
      <p:grpSp>
        <p:nvGrpSpPr>
          <p:cNvPr id="540" name="Grafik 463">
            <a:extLst>
              <a:ext uri="{FF2B5EF4-FFF2-40B4-BE49-F238E27FC236}">
                <a16:creationId xmlns:a16="http://schemas.microsoft.com/office/drawing/2014/main" id="{96E664EB-3FC1-EA98-476A-9D855FD546D0}"/>
              </a:ext>
            </a:extLst>
          </p:cNvPr>
          <p:cNvGrpSpPr/>
          <p:nvPr/>
        </p:nvGrpSpPr>
        <p:grpSpPr>
          <a:xfrm>
            <a:off x="6946866" y="5863571"/>
            <a:ext cx="344959" cy="298775"/>
            <a:chOff x="6946866" y="5863571"/>
            <a:chExt cx="344959" cy="298775"/>
          </a:xfrm>
          <a:solidFill>
            <a:schemeClr val="tx1"/>
          </a:solidFill>
        </p:grpSpPr>
        <p:sp>
          <p:nvSpPr>
            <p:cNvPr id="541" name="Freihandform 540">
              <a:extLst>
                <a:ext uri="{FF2B5EF4-FFF2-40B4-BE49-F238E27FC236}">
                  <a16:creationId xmlns:a16="http://schemas.microsoft.com/office/drawing/2014/main" id="{61D7697A-022C-A1C1-0621-23B73259C86F}"/>
                </a:ext>
              </a:extLst>
            </p:cNvPr>
            <p:cNvSpPr/>
            <p:nvPr/>
          </p:nvSpPr>
          <p:spPr>
            <a:xfrm>
              <a:off x="6946866" y="5863571"/>
              <a:ext cx="344959" cy="298775"/>
            </a:xfrm>
            <a:custGeom>
              <a:avLst/>
              <a:gdLst>
                <a:gd name="connsiteX0" fmla="*/ 333673 w 344959"/>
                <a:gd name="connsiteY0" fmla="*/ 42565 h 298775"/>
                <a:gd name="connsiteX1" fmla="*/ 306384 w 344959"/>
                <a:gd name="connsiteY1" fmla="*/ 31246 h 298775"/>
                <a:gd name="connsiteX2" fmla="*/ 240476 w 344959"/>
                <a:gd name="connsiteY2" fmla="*/ 31246 h 298775"/>
                <a:gd name="connsiteX3" fmla="*/ 222331 w 344959"/>
                <a:gd name="connsiteY3" fmla="*/ 3555 h 298775"/>
                <a:gd name="connsiteX4" fmla="*/ 215750 w 344959"/>
                <a:gd name="connsiteY4" fmla="*/ 0 h 298775"/>
                <a:gd name="connsiteX5" fmla="*/ 129190 w 344959"/>
                <a:gd name="connsiteY5" fmla="*/ 32 h 298775"/>
                <a:gd name="connsiteX6" fmla="*/ 122603 w 344959"/>
                <a:gd name="connsiteY6" fmla="*/ 3592 h 298775"/>
                <a:gd name="connsiteX7" fmla="*/ 104477 w 344959"/>
                <a:gd name="connsiteY7" fmla="*/ 31278 h 298775"/>
                <a:gd name="connsiteX8" fmla="*/ 38581 w 344959"/>
                <a:gd name="connsiteY8" fmla="*/ 31278 h 298775"/>
                <a:gd name="connsiteX9" fmla="*/ 0 w 344959"/>
                <a:gd name="connsiteY9" fmla="*/ 69904 h 298775"/>
                <a:gd name="connsiteX10" fmla="*/ 0 w 344959"/>
                <a:gd name="connsiteY10" fmla="*/ 260168 h 298775"/>
                <a:gd name="connsiteX11" fmla="*/ 38581 w 344959"/>
                <a:gd name="connsiteY11" fmla="*/ 298775 h 298775"/>
                <a:gd name="connsiteX12" fmla="*/ 306378 w 344959"/>
                <a:gd name="connsiteY12" fmla="*/ 298775 h 298775"/>
                <a:gd name="connsiteX13" fmla="*/ 344959 w 344959"/>
                <a:gd name="connsiteY13" fmla="*/ 260168 h 298775"/>
                <a:gd name="connsiteX14" fmla="*/ 344959 w 344959"/>
                <a:gd name="connsiteY14" fmla="*/ 69873 h 298775"/>
                <a:gd name="connsiteX15" fmla="*/ 333667 w 344959"/>
                <a:gd name="connsiteY15" fmla="*/ 42565 h 298775"/>
                <a:gd name="connsiteX16" fmla="*/ 329221 w 344959"/>
                <a:gd name="connsiteY16" fmla="*/ 260168 h 298775"/>
                <a:gd name="connsiteX17" fmla="*/ 306384 w 344959"/>
                <a:gd name="connsiteY17" fmla="*/ 283020 h 298775"/>
                <a:gd name="connsiteX18" fmla="*/ 38563 w 344959"/>
                <a:gd name="connsiteY18" fmla="*/ 283020 h 298775"/>
                <a:gd name="connsiteX19" fmla="*/ 15751 w 344959"/>
                <a:gd name="connsiteY19" fmla="*/ 260168 h 298775"/>
                <a:gd name="connsiteX20" fmla="*/ 15751 w 344959"/>
                <a:gd name="connsiteY20" fmla="*/ 69885 h 298775"/>
                <a:gd name="connsiteX21" fmla="*/ 38588 w 344959"/>
                <a:gd name="connsiteY21" fmla="*/ 47033 h 298775"/>
                <a:gd name="connsiteX22" fmla="*/ 108741 w 344959"/>
                <a:gd name="connsiteY22" fmla="*/ 47033 h 298775"/>
                <a:gd name="connsiteX23" fmla="*/ 115329 w 344959"/>
                <a:gd name="connsiteY23" fmla="*/ 43473 h 298775"/>
                <a:gd name="connsiteX24" fmla="*/ 133454 w 344959"/>
                <a:gd name="connsiteY24" fmla="*/ 15787 h 298775"/>
                <a:gd name="connsiteX25" fmla="*/ 211511 w 344959"/>
                <a:gd name="connsiteY25" fmla="*/ 15756 h 298775"/>
                <a:gd name="connsiteX26" fmla="*/ 229656 w 344959"/>
                <a:gd name="connsiteY26" fmla="*/ 43448 h 298775"/>
                <a:gd name="connsiteX27" fmla="*/ 236237 w 344959"/>
                <a:gd name="connsiteY27" fmla="*/ 47002 h 298775"/>
                <a:gd name="connsiteX28" fmla="*/ 306397 w 344959"/>
                <a:gd name="connsiteY28" fmla="*/ 47002 h 298775"/>
                <a:gd name="connsiteX29" fmla="*/ 322545 w 344959"/>
                <a:gd name="connsiteY29" fmla="*/ 53701 h 298775"/>
                <a:gd name="connsiteX30" fmla="*/ 329233 w 344959"/>
                <a:gd name="connsiteY30" fmla="*/ 69866 h 298775"/>
                <a:gd name="connsiteX31" fmla="*/ 329233 w 344959"/>
                <a:gd name="connsiteY31" fmla="*/ 260161 h 29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44959" h="298775">
                  <a:moveTo>
                    <a:pt x="333673" y="42565"/>
                  </a:moveTo>
                  <a:cubicBezTo>
                    <a:pt x="326387" y="35274"/>
                    <a:pt x="316700" y="31253"/>
                    <a:pt x="306384" y="31246"/>
                  </a:cubicBezTo>
                  <a:lnTo>
                    <a:pt x="240476" y="31246"/>
                  </a:lnTo>
                  <a:lnTo>
                    <a:pt x="222331" y="3555"/>
                  </a:lnTo>
                  <a:cubicBezTo>
                    <a:pt x="220883" y="1330"/>
                    <a:pt x="218401" y="0"/>
                    <a:pt x="215750" y="0"/>
                  </a:cubicBezTo>
                  <a:lnTo>
                    <a:pt x="129190" y="32"/>
                  </a:lnTo>
                  <a:cubicBezTo>
                    <a:pt x="126533" y="32"/>
                    <a:pt x="124064" y="1374"/>
                    <a:pt x="122603" y="3592"/>
                  </a:cubicBezTo>
                  <a:lnTo>
                    <a:pt x="104477" y="31278"/>
                  </a:lnTo>
                  <a:lnTo>
                    <a:pt x="38581" y="31278"/>
                  </a:lnTo>
                  <a:cubicBezTo>
                    <a:pt x="17307" y="31278"/>
                    <a:pt x="0" y="48596"/>
                    <a:pt x="0" y="69904"/>
                  </a:cubicBezTo>
                  <a:lnTo>
                    <a:pt x="0" y="260168"/>
                  </a:lnTo>
                  <a:cubicBezTo>
                    <a:pt x="0" y="281444"/>
                    <a:pt x="17288" y="298769"/>
                    <a:pt x="38581" y="298775"/>
                  </a:cubicBezTo>
                  <a:lnTo>
                    <a:pt x="306378" y="298775"/>
                  </a:lnTo>
                  <a:cubicBezTo>
                    <a:pt x="327653" y="298775"/>
                    <a:pt x="344959" y="281457"/>
                    <a:pt x="344959" y="260168"/>
                  </a:cubicBezTo>
                  <a:lnTo>
                    <a:pt x="344959" y="69873"/>
                  </a:lnTo>
                  <a:cubicBezTo>
                    <a:pt x="344959" y="59562"/>
                    <a:pt x="340954" y="49863"/>
                    <a:pt x="333667" y="42565"/>
                  </a:cubicBezTo>
                  <a:close/>
                  <a:moveTo>
                    <a:pt x="329221" y="260168"/>
                  </a:moveTo>
                  <a:cubicBezTo>
                    <a:pt x="329221" y="272766"/>
                    <a:pt x="318974" y="283020"/>
                    <a:pt x="306384" y="283020"/>
                  </a:cubicBezTo>
                  <a:lnTo>
                    <a:pt x="38563" y="283020"/>
                  </a:lnTo>
                  <a:cubicBezTo>
                    <a:pt x="25979" y="283020"/>
                    <a:pt x="15745" y="272766"/>
                    <a:pt x="15751" y="260168"/>
                  </a:cubicBezTo>
                  <a:lnTo>
                    <a:pt x="15751" y="69885"/>
                  </a:lnTo>
                  <a:cubicBezTo>
                    <a:pt x="15751" y="57287"/>
                    <a:pt x="25998" y="47033"/>
                    <a:pt x="38588" y="47033"/>
                  </a:cubicBezTo>
                  <a:lnTo>
                    <a:pt x="108741" y="47033"/>
                  </a:lnTo>
                  <a:cubicBezTo>
                    <a:pt x="111399" y="47033"/>
                    <a:pt x="113868" y="45691"/>
                    <a:pt x="115329" y="43473"/>
                  </a:cubicBezTo>
                  <a:lnTo>
                    <a:pt x="133454" y="15787"/>
                  </a:lnTo>
                  <a:lnTo>
                    <a:pt x="211511" y="15756"/>
                  </a:lnTo>
                  <a:lnTo>
                    <a:pt x="229656" y="43448"/>
                  </a:lnTo>
                  <a:cubicBezTo>
                    <a:pt x="231104" y="45672"/>
                    <a:pt x="233586" y="47002"/>
                    <a:pt x="236237" y="47002"/>
                  </a:cubicBezTo>
                  <a:lnTo>
                    <a:pt x="306397" y="47002"/>
                  </a:lnTo>
                  <a:cubicBezTo>
                    <a:pt x="312500" y="47002"/>
                    <a:pt x="318237" y="49384"/>
                    <a:pt x="322545" y="53701"/>
                  </a:cubicBezTo>
                  <a:cubicBezTo>
                    <a:pt x="326853" y="58018"/>
                    <a:pt x="329233" y="63759"/>
                    <a:pt x="329233" y="69866"/>
                  </a:cubicBezTo>
                  <a:lnTo>
                    <a:pt x="329233" y="260161"/>
                  </a:lnTo>
                  <a:close/>
                </a:path>
              </a:pathLst>
            </a:custGeom>
            <a:grpFill/>
            <a:ln w="0" cap="flat">
              <a:noFill/>
              <a:prstDash val="solid"/>
              <a:miter/>
            </a:ln>
          </p:spPr>
          <p:txBody>
            <a:bodyPr rtlCol="0" anchor="ctr"/>
            <a:lstStyle/>
            <a:p>
              <a:endParaRPr lang="de-DE"/>
            </a:p>
          </p:txBody>
        </p:sp>
        <p:sp>
          <p:nvSpPr>
            <p:cNvPr id="542" name="Freihandform 541">
              <a:extLst>
                <a:ext uri="{FF2B5EF4-FFF2-40B4-BE49-F238E27FC236}">
                  <a16:creationId xmlns:a16="http://schemas.microsoft.com/office/drawing/2014/main" id="{207A05E5-5C2D-DD92-F355-63BC9FC05A65}"/>
                </a:ext>
              </a:extLst>
            </p:cNvPr>
            <p:cNvSpPr/>
            <p:nvPr/>
          </p:nvSpPr>
          <p:spPr>
            <a:xfrm>
              <a:off x="7038181" y="5947410"/>
              <a:ext cx="162311" cy="162420"/>
            </a:xfrm>
            <a:custGeom>
              <a:avLst/>
              <a:gdLst>
                <a:gd name="connsiteX0" fmla="*/ 81156 w 162311"/>
                <a:gd name="connsiteY0" fmla="*/ 0 h 162420"/>
                <a:gd name="connsiteX1" fmla="*/ 0 w 162311"/>
                <a:gd name="connsiteY1" fmla="*/ 81210 h 162420"/>
                <a:gd name="connsiteX2" fmla="*/ 81156 w 162311"/>
                <a:gd name="connsiteY2" fmla="*/ 162420 h 162420"/>
                <a:gd name="connsiteX3" fmla="*/ 162312 w 162311"/>
                <a:gd name="connsiteY3" fmla="*/ 81210 h 162420"/>
                <a:gd name="connsiteX4" fmla="*/ 81156 w 162311"/>
                <a:gd name="connsiteY4" fmla="*/ 0 h 162420"/>
                <a:gd name="connsiteX5" fmla="*/ 81156 w 162311"/>
                <a:gd name="connsiteY5" fmla="*/ 146659 h 162420"/>
                <a:gd name="connsiteX6" fmla="*/ 15745 w 162311"/>
                <a:gd name="connsiteY6" fmla="*/ 81204 h 162420"/>
                <a:gd name="connsiteX7" fmla="*/ 81156 w 162311"/>
                <a:gd name="connsiteY7" fmla="*/ 15749 h 162420"/>
                <a:gd name="connsiteX8" fmla="*/ 146567 w 162311"/>
                <a:gd name="connsiteY8" fmla="*/ 81204 h 162420"/>
                <a:gd name="connsiteX9" fmla="*/ 81156 w 162311"/>
                <a:gd name="connsiteY9" fmla="*/ 146659 h 1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2311" h="162420">
                  <a:moveTo>
                    <a:pt x="81156" y="0"/>
                  </a:moveTo>
                  <a:cubicBezTo>
                    <a:pt x="36409" y="0"/>
                    <a:pt x="0" y="36427"/>
                    <a:pt x="0" y="81210"/>
                  </a:cubicBezTo>
                  <a:cubicBezTo>
                    <a:pt x="0" y="125994"/>
                    <a:pt x="36402" y="162420"/>
                    <a:pt x="81156" y="162420"/>
                  </a:cubicBezTo>
                  <a:cubicBezTo>
                    <a:pt x="125909" y="162420"/>
                    <a:pt x="162312" y="125994"/>
                    <a:pt x="162312" y="81210"/>
                  </a:cubicBezTo>
                  <a:cubicBezTo>
                    <a:pt x="162312" y="36427"/>
                    <a:pt x="125909" y="0"/>
                    <a:pt x="81156" y="0"/>
                  </a:cubicBezTo>
                  <a:close/>
                  <a:moveTo>
                    <a:pt x="81156" y="146659"/>
                  </a:moveTo>
                  <a:cubicBezTo>
                    <a:pt x="45087" y="146659"/>
                    <a:pt x="15745" y="117297"/>
                    <a:pt x="15745" y="81204"/>
                  </a:cubicBezTo>
                  <a:cubicBezTo>
                    <a:pt x="15745" y="45111"/>
                    <a:pt x="45087" y="15749"/>
                    <a:pt x="81156" y="15749"/>
                  </a:cubicBezTo>
                  <a:cubicBezTo>
                    <a:pt x="117224" y="15749"/>
                    <a:pt x="146567" y="45111"/>
                    <a:pt x="146567" y="81204"/>
                  </a:cubicBezTo>
                  <a:cubicBezTo>
                    <a:pt x="146567" y="117297"/>
                    <a:pt x="117224" y="146659"/>
                    <a:pt x="81156" y="146659"/>
                  </a:cubicBezTo>
                  <a:close/>
                </a:path>
              </a:pathLst>
            </a:custGeom>
            <a:grpFill/>
            <a:ln w="0" cap="flat">
              <a:noFill/>
              <a:prstDash val="solid"/>
              <a:miter/>
            </a:ln>
          </p:spPr>
          <p:txBody>
            <a:bodyPr rtlCol="0" anchor="ctr"/>
            <a:lstStyle/>
            <a:p>
              <a:endParaRPr lang="de-DE"/>
            </a:p>
          </p:txBody>
        </p:sp>
      </p:grpSp>
      <p:sp>
        <p:nvSpPr>
          <p:cNvPr id="543" name="Freihandform 542">
            <a:extLst>
              <a:ext uri="{FF2B5EF4-FFF2-40B4-BE49-F238E27FC236}">
                <a16:creationId xmlns:a16="http://schemas.microsoft.com/office/drawing/2014/main" id="{0E679FED-3D10-13A2-AFB1-87652D4D6E5F}"/>
              </a:ext>
            </a:extLst>
          </p:cNvPr>
          <p:cNvSpPr/>
          <p:nvPr/>
        </p:nvSpPr>
        <p:spPr>
          <a:xfrm>
            <a:off x="6958455" y="5130240"/>
            <a:ext cx="341476" cy="308070"/>
          </a:xfrm>
          <a:custGeom>
            <a:avLst/>
            <a:gdLst>
              <a:gd name="connsiteX0" fmla="*/ 243826 w 341476"/>
              <a:gd name="connsiteY0" fmla="*/ 0 h 308070"/>
              <a:gd name="connsiteX1" fmla="*/ 170745 w 341476"/>
              <a:gd name="connsiteY1" fmla="*/ 36118 h 308070"/>
              <a:gd name="connsiteX2" fmla="*/ 97688 w 341476"/>
              <a:gd name="connsiteY2" fmla="*/ 0 h 308070"/>
              <a:gd name="connsiteX3" fmla="*/ 0 w 341476"/>
              <a:gd name="connsiteY3" fmla="*/ 104226 h 308070"/>
              <a:gd name="connsiteX4" fmla="*/ 84280 w 341476"/>
              <a:gd name="connsiteY4" fmla="*/ 253569 h 308070"/>
              <a:gd name="connsiteX5" fmla="*/ 167451 w 341476"/>
              <a:gd name="connsiteY5" fmla="*/ 307346 h 308070"/>
              <a:gd name="connsiteX6" fmla="*/ 170745 w 341476"/>
              <a:gd name="connsiteY6" fmla="*/ 308071 h 308070"/>
              <a:gd name="connsiteX7" fmla="*/ 174038 w 341476"/>
              <a:gd name="connsiteY7" fmla="*/ 307346 h 308070"/>
              <a:gd name="connsiteX8" fmla="*/ 257210 w 341476"/>
              <a:gd name="connsiteY8" fmla="*/ 253569 h 308070"/>
              <a:gd name="connsiteX9" fmla="*/ 341477 w 341476"/>
              <a:gd name="connsiteY9" fmla="*/ 104226 h 308070"/>
              <a:gd name="connsiteX10" fmla="*/ 243814 w 341476"/>
              <a:gd name="connsiteY10" fmla="*/ 0 h 308070"/>
              <a:gd name="connsiteX11" fmla="*/ 170751 w 341476"/>
              <a:gd name="connsiteY11" fmla="*/ 291433 h 308070"/>
              <a:gd name="connsiteX12" fmla="*/ 15751 w 341476"/>
              <a:gd name="connsiteY12" fmla="*/ 104238 h 308070"/>
              <a:gd name="connsiteX13" fmla="*/ 97694 w 341476"/>
              <a:gd name="connsiteY13" fmla="*/ 15756 h 308070"/>
              <a:gd name="connsiteX14" fmla="*/ 163326 w 341476"/>
              <a:gd name="connsiteY14" fmla="*/ 55289 h 308070"/>
              <a:gd name="connsiteX15" fmla="*/ 170719 w 341476"/>
              <a:gd name="connsiteY15" fmla="*/ 60520 h 308070"/>
              <a:gd name="connsiteX16" fmla="*/ 170757 w 341476"/>
              <a:gd name="connsiteY16" fmla="*/ 60520 h 308070"/>
              <a:gd name="connsiteX17" fmla="*/ 178157 w 341476"/>
              <a:gd name="connsiteY17" fmla="*/ 55327 h 308070"/>
              <a:gd name="connsiteX18" fmla="*/ 243833 w 341476"/>
              <a:gd name="connsiteY18" fmla="*/ 15756 h 308070"/>
              <a:gd name="connsiteX19" fmla="*/ 325751 w 341476"/>
              <a:gd name="connsiteY19" fmla="*/ 104226 h 308070"/>
              <a:gd name="connsiteX20" fmla="*/ 170763 w 341476"/>
              <a:gd name="connsiteY20" fmla="*/ 291433 h 308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41476" h="308070">
                <a:moveTo>
                  <a:pt x="243826" y="0"/>
                </a:moveTo>
                <a:cubicBezTo>
                  <a:pt x="202486" y="0"/>
                  <a:pt x="180821" y="21301"/>
                  <a:pt x="170745" y="36118"/>
                </a:cubicBezTo>
                <a:cubicBezTo>
                  <a:pt x="160680" y="21295"/>
                  <a:pt x="139028" y="0"/>
                  <a:pt x="97688" y="0"/>
                </a:cubicBezTo>
                <a:cubicBezTo>
                  <a:pt x="1121" y="0"/>
                  <a:pt x="0" y="103186"/>
                  <a:pt x="0" y="104226"/>
                </a:cubicBezTo>
                <a:cubicBezTo>
                  <a:pt x="0" y="156043"/>
                  <a:pt x="29147" y="207683"/>
                  <a:pt x="84280" y="253569"/>
                </a:cubicBezTo>
                <a:cubicBezTo>
                  <a:pt x="125324" y="287734"/>
                  <a:pt x="165750" y="306565"/>
                  <a:pt x="167451" y="307346"/>
                </a:cubicBezTo>
                <a:cubicBezTo>
                  <a:pt x="168496" y="307831"/>
                  <a:pt x="169624" y="308071"/>
                  <a:pt x="170745" y="308071"/>
                </a:cubicBezTo>
                <a:cubicBezTo>
                  <a:pt x="171866" y="308071"/>
                  <a:pt x="172993" y="307831"/>
                  <a:pt x="174038" y="307346"/>
                </a:cubicBezTo>
                <a:cubicBezTo>
                  <a:pt x="175745" y="306565"/>
                  <a:pt x="216166" y="287734"/>
                  <a:pt x="257210" y="253569"/>
                </a:cubicBezTo>
                <a:cubicBezTo>
                  <a:pt x="312336" y="207683"/>
                  <a:pt x="341477" y="156036"/>
                  <a:pt x="341477" y="104226"/>
                </a:cubicBezTo>
                <a:cubicBezTo>
                  <a:pt x="341477" y="103186"/>
                  <a:pt x="340356" y="0"/>
                  <a:pt x="243814" y="0"/>
                </a:cubicBezTo>
                <a:close/>
                <a:moveTo>
                  <a:pt x="170751" y="291433"/>
                </a:moveTo>
                <a:cubicBezTo>
                  <a:pt x="148009" y="280039"/>
                  <a:pt x="15758" y="209240"/>
                  <a:pt x="15751" y="104238"/>
                </a:cubicBezTo>
                <a:cubicBezTo>
                  <a:pt x="15764" y="100627"/>
                  <a:pt x="16948" y="15756"/>
                  <a:pt x="97694" y="15756"/>
                </a:cubicBezTo>
                <a:cubicBezTo>
                  <a:pt x="148330" y="15756"/>
                  <a:pt x="162752" y="53707"/>
                  <a:pt x="163326" y="55289"/>
                </a:cubicBezTo>
                <a:cubicBezTo>
                  <a:pt x="164440" y="58421"/>
                  <a:pt x="167394" y="60507"/>
                  <a:pt x="170719" y="60520"/>
                </a:cubicBezTo>
                <a:lnTo>
                  <a:pt x="170757" y="60520"/>
                </a:lnTo>
                <a:cubicBezTo>
                  <a:pt x="174057" y="60520"/>
                  <a:pt x="177024" y="58434"/>
                  <a:pt x="178157" y="55327"/>
                </a:cubicBezTo>
                <a:cubicBezTo>
                  <a:pt x="178749" y="53714"/>
                  <a:pt x="193184" y="15756"/>
                  <a:pt x="243833" y="15756"/>
                </a:cubicBezTo>
                <a:cubicBezTo>
                  <a:pt x="324548" y="15756"/>
                  <a:pt x="325738" y="100627"/>
                  <a:pt x="325751" y="104226"/>
                </a:cubicBezTo>
                <a:cubicBezTo>
                  <a:pt x="325751" y="209240"/>
                  <a:pt x="193505" y="280039"/>
                  <a:pt x="170763" y="291433"/>
                </a:cubicBezTo>
                <a:close/>
              </a:path>
            </a:pathLst>
          </a:custGeom>
          <a:solidFill>
            <a:schemeClr val="tx1"/>
          </a:solidFill>
          <a:ln w="0" cap="flat">
            <a:noFill/>
            <a:prstDash val="solid"/>
            <a:miter/>
          </a:ln>
        </p:spPr>
        <p:txBody>
          <a:bodyPr rtlCol="0" anchor="ctr"/>
          <a:lstStyle/>
          <a:p>
            <a:endParaRPr lang="de-DE"/>
          </a:p>
        </p:txBody>
      </p:sp>
      <p:sp>
        <p:nvSpPr>
          <p:cNvPr id="544" name="Freihandform 543">
            <a:extLst>
              <a:ext uri="{FF2B5EF4-FFF2-40B4-BE49-F238E27FC236}">
                <a16:creationId xmlns:a16="http://schemas.microsoft.com/office/drawing/2014/main" id="{FBC55D44-2156-7C07-FDDE-4911CA7D724D}"/>
              </a:ext>
            </a:extLst>
          </p:cNvPr>
          <p:cNvSpPr/>
          <p:nvPr/>
        </p:nvSpPr>
        <p:spPr>
          <a:xfrm>
            <a:off x="5452380" y="4352157"/>
            <a:ext cx="385109" cy="329611"/>
          </a:xfrm>
          <a:custGeom>
            <a:avLst/>
            <a:gdLst>
              <a:gd name="connsiteX0" fmla="*/ 382445 w 385109"/>
              <a:gd name="connsiteY0" fmla="*/ 165061 h 329611"/>
              <a:gd name="connsiteX1" fmla="*/ 197776 w 385109"/>
              <a:gd name="connsiteY1" fmla="*/ 1897 h 329611"/>
              <a:gd name="connsiteX2" fmla="*/ 196888 w 385109"/>
              <a:gd name="connsiteY2" fmla="*/ 1386 h 329611"/>
              <a:gd name="connsiteX3" fmla="*/ 195465 w 385109"/>
              <a:gd name="connsiteY3" fmla="*/ 561 h 329611"/>
              <a:gd name="connsiteX4" fmla="*/ 194085 w 385109"/>
              <a:gd name="connsiteY4" fmla="*/ 202 h 329611"/>
              <a:gd name="connsiteX5" fmla="*/ 192555 w 385109"/>
              <a:gd name="connsiteY5" fmla="*/ 0 h 329611"/>
              <a:gd name="connsiteX6" fmla="*/ 191100 w 385109"/>
              <a:gd name="connsiteY6" fmla="*/ 189 h 329611"/>
              <a:gd name="connsiteX7" fmla="*/ 189651 w 385109"/>
              <a:gd name="connsiteY7" fmla="*/ 567 h 329611"/>
              <a:gd name="connsiteX8" fmla="*/ 188285 w 385109"/>
              <a:gd name="connsiteY8" fmla="*/ 1361 h 329611"/>
              <a:gd name="connsiteX9" fmla="*/ 187365 w 385109"/>
              <a:gd name="connsiteY9" fmla="*/ 1891 h 329611"/>
              <a:gd name="connsiteX10" fmla="*/ 2664 w 385109"/>
              <a:gd name="connsiteY10" fmla="*/ 165061 h 329611"/>
              <a:gd name="connsiteX11" fmla="*/ 1972 w 385109"/>
              <a:gd name="connsiteY11" fmla="*/ 176184 h 329611"/>
              <a:gd name="connsiteX12" fmla="*/ 7879 w 385109"/>
              <a:gd name="connsiteY12" fmla="*/ 178850 h 329611"/>
              <a:gd name="connsiteX13" fmla="*/ 13088 w 385109"/>
              <a:gd name="connsiteY13" fmla="*/ 176884 h 329611"/>
              <a:gd name="connsiteX14" fmla="*/ 48791 w 385109"/>
              <a:gd name="connsiteY14" fmla="*/ 145341 h 329611"/>
              <a:gd name="connsiteX15" fmla="*/ 48791 w 385109"/>
              <a:gd name="connsiteY15" fmla="*/ 285881 h 329611"/>
              <a:gd name="connsiteX16" fmla="*/ 92524 w 385109"/>
              <a:gd name="connsiteY16" fmla="*/ 329612 h 329611"/>
              <a:gd name="connsiteX17" fmla="*/ 292592 w 385109"/>
              <a:gd name="connsiteY17" fmla="*/ 329612 h 329611"/>
              <a:gd name="connsiteX18" fmla="*/ 336300 w 385109"/>
              <a:gd name="connsiteY18" fmla="*/ 285824 h 329611"/>
              <a:gd name="connsiteX19" fmla="*/ 336300 w 385109"/>
              <a:gd name="connsiteY19" fmla="*/ 145316 h 329611"/>
              <a:gd name="connsiteX20" fmla="*/ 372022 w 385109"/>
              <a:gd name="connsiteY20" fmla="*/ 176878 h 329611"/>
              <a:gd name="connsiteX21" fmla="*/ 377231 w 385109"/>
              <a:gd name="connsiteY21" fmla="*/ 178850 h 329611"/>
              <a:gd name="connsiteX22" fmla="*/ 383138 w 385109"/>
              <a:gd name="connsiteY22" fmla="*/ 176184 h 329611"/>
              <a:gd name="connsiteX23" fmla="*/ 382445 w 385109"/>
              <a:gd name="connsiteY23" fmla="*/ 165061 h 329611"/>
              <a:gd name="connsiteX24" fmla="*/ 320555 w 385109"/>
              <a:gd name="connsiteY24" fmla="*/ 285824 h 329611"/>
              <a:gd name="connsiteX25" fmla="*/ 292567 w 385109"/>
              <a:gd name="connsiteY25" fmla="*/ 313850 h 329611"/>
              <a:gd name="connsiteX26" fmla="*/ 92530 w 385109"/>
              <a:gd name="connsiteY26" fmla="*/ 313850 h 329611"/>
              <a:gd name="connsiteX27" fmla="*/ 64536 w 385109"/>
              <a:gd name="connsiteY27" fmla="*/ 285818 h 329611"/>
              <a:gd name="connsiteX28" fmla="*/ 64536 w 385109"/>
              <a:gd name="connsiteY28" fmla="*/ 131426 h 329611"/>
              <a:gd name="connsiteX29" fmla="*/ 192574 w 385109"/>
              <a:gd name="connsiteY29" fmla="*/ 18314 h 329611"/>
              <a:gd name="connsiteX30" fmla="*/ 320561 w 385109"/>
              <a:gd name="connsiteY30" fmla="*/ 131395 h 329611"/>
              <a:gd name="connsiteX31" fmla="*/ 320561 w 385109"/>
              <a:gd name="connsiteY31" fmla="*/ 285824 h 329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85109" h="329611">
                <a:moveTo>
                  <a:pt x="382445" y="165061"/>
                </a:moveTo>
                <a:lnTo>
                  <a:pt x="197776" y="1897"/>
                </a:lnTo>
                <a:cubicBezTo>
                  <a:pt x="197511" y="1664"/>
                  <a:pt x="197178" y="1576"/>
                  <a:pt x="196888" y="1386"/>
                </a:cubicBezTo>
                <a:cubicBezTo>
                  <a:pt x="196422" y="1071"/>
                  <a:pt x="195975" y="762"/>
                  <a:pt x="195465" y="561"/>
                </a:cubicBezTo>
                <a:cubicBezTo>
                  <a:pt x="195011" y="378"/>
                  <a:pt x="194558" y="296"/>
                  <a:pt x="194085" y="202"/>
                </a:cubicBezTo>
                <a:cubicBezTo>
                  <a:pt x="193569" y="101"/>
                  <a:pt x="193078" y="0"/>
                  <a:pt x="192555" y="0"/>
                </a:cubicBezTo>
                <a:cubicBezTo>
                  <a:pt x="192057" y="0"/>
                  <a:pt x="191585" y="101"/>
                  <a:pt x="191100" y="189"/>
                </a:cubicBezTo>
                <a:cubicBezTo>
                  <a:pt x="190602" y="283"/>
                  <a:pt x="190124" y="372"/>
                  <a:pt x="189651" y="567"/>
                </a:cubicBezTo>
                <a:cubicBezTo>
                  <a:pt x="189160" y="762"/>
                  <a:pt x="188732" y="1059"/>
                  <a:pt x="188285" y="1361"/>
                </a:cubicBezTo>
                <a:cubicBezTo>
                  <a:pt x="187989" y="1563"/>
                  <a:pt x="187642" y="1651"/>
                  <a:pt x="187365" y="1891"/>
                </a:cubicBezTo>
                <a:lnTo>
                  <a:pt x="2664" y="165061"/>
                </a:lnTo>
                <a:cubicBezTo>
                  <a:pt x="-598" y="167941"/>
                  <a:pt x="-907" y="172920"/>
                  <a:pt x="1972" y="176184"/>
                </a:cubicBezTo>
                <a:cubicBezTo>
                  <a:pt x="3527" y="177949"/>
                  <a:pt x="5694" y="178850"/>
                  <a:pt x="7879" y="178850"/>
                </a:cubicBezTo>
                <a:cubicBezTo>
                  <a:pt x="9731" y="178850"/>
                  <a:pt x="11589" y="178195"/>
                  <a:pt x="13088" y="176884"/>
                </a:cubicBezTo>
                <a:lnTo>
                  <a:pt x="48791" y="145341"/>
                </a:lnTo>
                <a:lnTo>
                  <a:pt x="48791" y="285881"/>
                </a:lnTo>
                <a:cubicBezTo>
                  <a:pt x="48810" y="309999"/>
                  <a:pt x="68428" y="329612"/>
                  <a:pt x="92524" y="329612"/>
                </a:cubicBezTo>
                <a:lnTo>
                  <a:pt x="292592" y="329612"/>
                </a:lnTo>
                <a:cubicBezTo>
                  <a:pt x="316707" y="329599"/>
                  <a:pt x="336319" y="309949"/>
                  <a:pt x="336300" y="285824"/>
                </a:cubicBezTo>
                <a:lnTo>
                  <a:pt x="336300" y="145316"/>
                </a:lnTo>
                <a:lnTo>
                  <a:pt x="372022" y="176878"/>
                </a:lnTo>
                <a:cubicBezTo>
                  <a:pt x="373515" y="178201"/>
                  <a:pt x="375379" y="178850"/>
                  <a:pt x="377231" y="178850"/>
                </a:cubicBezTo>
                <a:cubicBezTo>
                  <a:pt x="379410" y="178850"/>
                  <a:pt x="381576" y="177949"/>
                  <a:pt x="383138" y="176184"/>
                </a:cubicBezTo>
                <a:cubicBezTo>
                  <a:pt x="386016" y="172920"/>
                  <a:pt x="385708" y="167941"/>
                  <a:pt x="382445" y="165061"/>
                </a:cubicBezTo>
                <a:close/>
                <a:moveTo>
                  <a:pt x="320555" y="285824"/>
                </a:moveTo>
                <a:cubicBezTo>
                  <a:pt x="320561" y="301265"/>
                  <a:pt x="308016" y="313837"/>
                  <a:pt x="292567" y="313850"/>
                </a:cubicBezTo>
                <a:lnTo>
                  <a:pt x="92530" y="313850"/>
                </a:lnTo>
                <a:cubicBezTo>
                  <a:pt x="77107" y="313850"/>
                  <a:pt x="64548" y="301296"/>
                  <a:pt x="64536" y="285818"/>
                </a:cubicBezTo>
                <a:lnTo>
                  <a:pt x="64536" y="131426"/>
                </a:lnTo>
                <a:lnTo>
                  <a:pt x="192574" y="18314"/>
                </a:lnTo>
                <a:lnTo>
                  <a:pt x="320561" y="131395"/>
                </a:lnTo>
                <a:lnTo>
                  <a:pt x="320561" y="285824"/>
                </a:lnTo>
                <a:close/>
              </a:path>
            </a:pathLst>
          </a:custGeom>
          <a:solidFill>
            <a:schemeClr val="tx1"/>
          </a:solidFill>
          <a:ln w="0" cap="flat">
            <a:noFill/>
            <a:prstDash val="solid"/>
            <a:miter/>
          </a:ln>
        </p:spPr>
        <p:txBody>
          <a:bodyPr rtlCol="0" anchor="ctr"/>
          <a:lstStyle/>
          <a:p>
            <a:endParaRPr lang="de-DE"/>
          </a:p>
        </p:txBody>
      </p:sp>
      <p:sp>
        <p:nvSpPr>
          <p:cNvPr id="545" name="Freihandform 544">
            <a:extLst>
              <a:ext uri="{FF2B5EF4-FFF2-40B4-BE49-F238E27FC236}">
                <a16:creationId xmlns:a16="http://schemas.microsoft.com/office/drawing/2014/main" id="{5F852091-69FD-C744-22A4-BEC97F54FDDF}"/>
              </a:ext>
            </a:extLst>
          </p:cNvPr>
          <p:cNvSpPr/>
          <p:nvPr/>
        </p:nvSpPr>
        <p:spPr>
          <a:xfrm>
            <a:off x="6935020" y="4359411"/>
            <a:ext cx="368702" cy="315042"/>
          </a:xfrm>
          <a:custGeom>
            <a:avLst/>
            <a:gdLst>
              <a:gd name="connsiteX0" fmla="*/ 184348 w 368702"/>
              <a:gd name="connsiteY0" fmla="*/ 0 h 315042"/>
              <a:gd name="connsiteX1" fmla="*/ 0 w 368702"/>
              <a:gd name="connsiteY1" fmla="*/ 157536 h 315042"/>
              <a:gd name="connsiteX2" fmla="*/ 17616 w 368702"/>
              <a:gd name="connsiteY2" fmla="*/ 224844 h 315042"/>
              <a:gd name="connsiteX3" fmla="*/ 17616 w 368702"/>
              <a:gd name="connsiteY3" fmla="*/ 307157 h 315042"/>
              <a:gd name="connsiteX4" fmla="*/ 20374 w 368702"/>
              <a:gd name="connsiteY4" fmla="*/ 313150 h 315042"/>
              <a:gd name="connsiteX5" fmla="*/ 26722 w 368702"/>
              <a:gd name="connsiteY5" fmla="*/ 314934 h 315042"/>
              <a:gd name="connsiteX6" fmla="*/ 110038 w 368702"/>
              <a:gd name="connsiteY6" fmla="*/ 301674 h 315042"/>
              <a:gd name="connsiteX7" fmla="*/ 183618 w 368702"/>
              <a:gd name="connsiteY7" fmla="*/ 315028 h 315042"/>
              <a:gd name="connsiteX8" fmla="*/ 184348 w 368702"/>
              <a:gd name="connsiteY8" fmla="*/ 315028 h 315042"/>
              <a:gd name="connsiteX9" fmla="*/ 368703 w 368702"/>
              <a:gd name="connsiteY9" fmla="*/ 157517 h 315042"/>
              <a:gd name="connsiteX10" fmla="*/ 184348 w 368702"/>
              <a:gd name="connsiteY10" fmla="*/ 0 h 315042"/>
              <a:gd name="connsiteX11" fmla="*/ 184323 w 368702"/>
              <a:gd name="connsiteY11" fmla="*/ 299273 h 315042"/>
              <a:gd name="connsiteX12" fmla="*/ 113723 w 368702"/>
              <a:gd name="connsiteY12" fmla="*/ 286215 h 315042"/>
              <a:gd name="connsiteX13" fmla="*/ 110882 w 368702"/>
              <a:gd name="connsiteY13" fmla="*/ 285685 h 315042"/>
              <a:gd name="connsiteX14" fmla="*/ 109648 w 368702"/>
              <a:gd name="connsiteY14" fmla="*/ 285786 h 315042"/>
              <a:gd name="connsiteX15" fmla="*/ 33367 w 368702"/>
              <a:gd name="connsiteY15" fmla="*/ 297924 h 315042"/>
              <a:gd name="connsiteX16" fmla="*/ 33367 w 368702"/>
              <a:gd name="connsiteY16" fmla="*/ 222758 h 315042"/>
              <a:gd name="connsiteX17" fmla="*/ 32302 w 368702"/>
              <a:gd name="connsiteY17" fmla="*/ 218806 h 315042"/>
              <a:gd name="connsiteX18" fmla="*/ 15751 w 368702"/>
              <a:gd name="connsiteY18" fmla="*/ 157517 h 315042"/>
              <a:gd name="connsiteX19" fmla="*/ 184355 w 368702"/>
              <a:gd name="connsiteY19" fmla="*/ 15756 h 315042"/>
              <a:gd name="connsiteX20" fmla="*/ 352964 w 368702"/>
              <a:gd name="connsiteY20" fmla="*/ 157517 h 315042"/>
              <a:gd name="connsiteX21" fmla="*/ 184329 w 368702"/>
              <a:gd name="connsiteY21" fmla="*/ 299273 h 315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68702" h="315042">
                <a:moveTo>
                  <a:pt x="184348" y="0"/>
                </a:moveTo>
                <a:cubicBezTo>
                  <a:pt x="82699" y="0"/>
                  <a:pt x="0" y="70660"/>
                  <a:pt x="0" y="157536"/>
                </a:cubicBezTo>
                <a:cubicBezTo>
                  <a:pt x="57" y="181088"/>
                  <a:pt x="6147" y="204311"/>
                  <a:pt x="17616" y="224844"/>
                </a:cubicBezTo>
                <a:lnTo>
                  <a:pt x="17616" y="307157"/>
                </a:lnTo>
                <a:cubicBezTo>
                  <a:pt x="17616" y="309463"/>
                  <a:pt x="18623" y="311650"/>
                  <a:pt x="20374" y="313150"/>
                </a:cubicBezTo>
                <a:cubicBezTo>
                  <a:pt x="22125" y="314644"/>
                  <a:pt x="24449" y="315324"/>
                  <a:pt x="26722" y="314934"/>
                </a:cubicBezTo>
                <a:lnTo>
                  <a:pt x="110038" y="301674"/>
                </a:lnTo>
                <a:cubicBezTo>
                  <a:pt x="133643" y="310535"/>
                  <a:pt x="158388" y="315028"/>
                  <a:pt x="183618" y="315028"/>
                </a:cubicBezTo>
                <a:lnTo>
                  <a:pt x="184348" y="315028"/>
                </a:lnTo>
                <a:cubicBezTo>
                  <a:pt x="286004" y="315028"/>
                  <a:pt x="368703" y="244368"/>
                  <a:pt x="368703" y="157517"/>
                </a:cubicBezTo>
                <a:cubicBezTo>
                  <a:pt x="368703" y="70667"/>
                  <a:pt x="285998" y="0"/>
                  <a:pt x="184348" y="0"/>
                </a:cubicBezTo>
                <a:close/>
                <a:moveTo>
                  <a:pt x="184323" y="299273"/>
                </a:moveTo>
                <a:cubicBezTo>
                  <a:pt x="160271" y="299569"/>
                  <a:pt x="136320" y="294956"/>
                  <a:pt x="113723" y="286215"/>
                </a:cubicBezTo>
                <a:cubicBezTo>
                  <a:pt x="112809" y="285862"/>
                  <a:pt x="111846" y="285685"/>
                  <a:pt x="110882" y="285685"/>
                </a:cubicBezTo>
                <a:cubicBezTo>
                  <a:pt x="110473" y="285685"/>
                  <a:pt x="110057" y="285717"/>
                  <a:pt x="109648" y="285786"/>
                </a:cubicBezTo>
                <a:lnTo>
                  <a:pt x="33367" y="297924"/>
                </a:lnTo>
                <a:lnTo>
                  <a:pt x="33367" y="222758"/>
                </a:lnTo>
                <a:cubicBezTo>
                  <a:pt x="33367" y="221365"/>
                  <a:pt x="32995" y="220004"/>
                  <a:pt x="32302" y="218806"/>
                </a:cubicBezTo>
                <a:cubicBezTo>
                  <a:pt x="21526" y="200215"/>
                  <a:pt x="15802" y="179014"/>
                  <a:pt x="15751" y="157517"/>
                </a:cubicBezTo>
                <a:cubicBezTo>
                  <a:pt x="15751" y="79351"/>
                  <a:pt x="91384" y="15756"/>
                  <a:pt x="184355" y="15756"/>
                </a:cubicBezTo>
                <a:cubicBezTo>
                  <a:pt x="277325" y="15756"/>
                  <a:pt x="352964" y="79351"/>
                  <a:pt x="352964" y="157517"/>
                </a:cubicBezTo>
                <a:cubicBezTo>
                  <a:pt x="352964" y="235684"/>
                  <a:pt x="277325" y="299273"/>
                  <a:pt x="184329" y="299273"/>
                </a:cubicBezTo>
                <a:close/>
              </a:path>
            </a:pathLst>
          </a:custGeom>
          <a:solidFill>
            <a:schemeClr val="tx1"/>
          </a:solidFill>
          <a:ln w="0" cap="flat">
            <a:noFill/>
            <a:prstDash val="solid"/>
            <a:miter/>
          </a:ln>
        </p:spPr>
        <p:txBody>
          <a:bodyPr rtlCol="0" anchor="ctr"/>
          <a:lstStyle/>
          <a:p>
            <a:endParaRPr lang="de-DE"/>
          </a:p>
        </p:txBody>
      </p:sp>
      <p:sp>
        <p:nvSpPr>
          <p:cNvPr id="546" name="Freihandform 545">
            <a:extLst>
              <a:ext uri="{FF2B5EF4-FFF2-40B4-BE49-F238E27FC236}">
                <a16:creationId xmlns:a16="http://schemas.microsoft.com/office/drawing/2014/main" id="{5B98D924-0B48-CF06-9FF6-E95383FB78A9}"/>
              </a:ext>
            </a:extLst>
          </p:cNvPr>
          <p:cNvSpPr/>
          <p:nvPr/>
        </p:nvSpPr>
        <p:spPr>
          <a:xfrm>
            <a:off x="9902667" y="5098893"/>
            <a:ext cx="324919" cy="333033"/>
          </a:xfrm>
          <a:custGeom>
            <a:avLst/>
            <a:gdLst>
              <a:gd name="connsiteX0" fmla="*/ 163496 w 324919"/>
              <a:gd name="connsiteY0" fmla="*/ 6 h 333033"/>
              <a:gd name="connsiteX1" fmla="*/ 162425 w 324919"/>
              <a:gd name="connsiteY1" fmla="*/ 6 h 333033"/>
              <a:gd name="connsiteX2" fmla="*/ 48312 w 324919"/>
              <a:gd name="connsiteY2" fmla="*/ 46895 h 333033"/>
              <a:gd name="connsiteX3" fmla="*/ 0 w 324919"/>
              <a:gd name="connsiteY3" fmla="*/ 161595 h 333033"/>
              <a:gd name="connsiteX4" fmla="*/ 0 w 324919"/>
              <a:gd name="connsiteY4" fmla="*/ 287066 h 333033"/>
              <a:gd name="connsiteX5" fmla="*/ 13490 w 324919"/>
              <a:gd name="connsiteY5" fmla="*/ 319585 h 333033"/>
              <a:gd name="connsiteX6" fmla="*/ 45963 w 324919"/>
              <a:gd name="connsiteY6" fmla="*/ 333034 h 333033"/>
              <a:gd name="connsiteX7" fmla="*/ 83669 w 324919"/>
              <a:gd name="connsiteY7" fmla="*/ 333034 h 333033"/>
              <a:gd name="connsiteX8" fmla="*/ 91541 w 324919"/>
              <a:gd name="connsiteY8" fmla="*/ 325156 h 333033"/>
              <a:gd name="connsiteX9" fmla="*/ 91541 w 324919"/>
              <a:gd name="connsiteY9" fmla="*/ 161608 h 333033"/>
              <a:gd name="connsiteX10" fmla="*/ 83669 w 324919"/>
              <a:gd name="connsiteY10" fmla="*/ 153730 h 333033"/>
              <a:gd name="connsiteX11" fmla="*/ 46007 w 324919"/>
              <a:gd name="connsiteY11" fmla="*/ 153730 h 333033"/>
              <a:gd name="connsiteX12" fmla="*/ 15745 w 324919"/>
              <a:gd name="connsiteY12" fmla="*/ 165181 h 333033"/>
              <a:gd name="connsiteX13" fmla="*/ 15745 w 324919"/>
              <a:gd name="connsiteY13" fmla="*/ 161645 h 333033"/>
              <a:gd name="connsiteX14" fmla="*/ 59378 w 324919"/>
              <a:gd name="connsiteY14" fmla="*/ 58100 h 333033"/>
              <a:gd name="connsiteX15" fmla="*/ 162431 w 324919"/>
              <a:gd name="connsiteY15" fmla="*/ 15756 h 333033"/>
              <a:gd name="connsiteX16" fmla="*/ 163395 w 324919"/>
              <a:gd name="connsiteY16" fmla="*/ 15756 h 333033"/>
              <a:gd name="connsiteX17" fmla="*/ 309174 w 324919"/>
              <a:gd name="connsiteY17" fmla="*/ 161588 h 333033"/>
              <a:gd name="connsiteX18" fmla="*/ 309174 w 324919"/>
              <a:gd name="connsiteY18" fmla="*/ 165181 h 333033"/>
              <a:gd name="connsiteX19" fmla="*/ 278913 w 324919"/>
              <a:gd name="connsiteY19" fmla="*/ 153723 h 333033"/>
              <a:gd name="connsiteX20" fmla="*/ 241219 w 324919"/>
              <a:gd name="connsiteY20" fmla="*/ 153723 h 333033"/>
              <a:gd name="connsiteX21" fmla="*/ 233347 w 324919"/>
              <a:gd name="connsiteY21" fmla="*/ 161601 h 333033"/>
              <a:gd name="connsiteX22" fmla="*/ 233347 w 324919"/>
              <a:gd name="connsiteY22" fmla="*/ 325150 h 333033"/>
              <a:gd name="connsiteX23" fmla="*/ 241219 w 324919"/>
              <a:gd name="connsiteY23" fmla="*/ 333027 h 333033"/>
              <a:gd name="connsiteX24" fmla="*/ 278931 w 324919"/>
              <a:gd name="connsiteY24" fmla="*/ 333027 h 333033"/>
              <a:gd name="connsiteX25" fmla="*/ 311429 w 324919"/>
              <a:gd name="connsiteY25" fmla="*/ 319572 h 333033"/>
              <a:gd name="connsiteX26" fmla="*/ 324919 w 324919"/>
              <a:gd name="connsiteY26" fmla="*/ 286996 h 333033"/>
              <a:gd name="connsiteX27" fmla="*/ 324919 w 324919"/>
              <a:gd name="connsiteY27" fmla="*/ 161538 h 333033"/>
              <a:gd name="connsiteX28" fmla="*/ 163490 w 324919"/>
              <a:gd name="connsiteY28" fmla="*/ 0 h 333033"/>
              <a:gd name="connsiteX29" fmla="*/ 46007 w 324919"/>
              <a:gd name="connsiteY29" fmla="*/ 169479 h 333033"/>
              <a:gd name="connsiteX30" fmla="*/ 75796 w 324919"/>
              <a:gd name="connsiteY30" fmla="*/ 169479 h 333033"/>
              <a:gd name="connsiteX31" fmla="*/ 75796 w 324919"/>
              <a:gd name="connsiteY31" fmla="*/ 317272 h 333033"/>
              <a:gd name="connsiteX32" fmla="*/ 45969 w 324919"/>
              <a:gd name="connsiteY32" fmla="*/ 317272 h 333033"/>
              <a:gd name="connsiteX33" fmla="*/ 24613 w 324919"/>
              <a:gd name="connsiteY33" fmla="*/ 308436 h 333033"/>
              <a:gd name="connsiteX34" fmla="*/ 15745 w 324919"/>
              <a:gd name="connsiteY34" fmla="*/ 287015 h 333033"/>
              <a:gd name="connsiteX35" fmla="*/ 15745 w 324919"/>
              <a:gd name="connsiteY35" fmla="*/ 199749 h 333033"/>
              <a:gd name="connsiteX36" fmla="*/ 46007 w 324919"/>
              <a:gd name="connsiteY36" fmla="*/ 169479 h 333033"/>
              <a:gd name="connsiteX37" fmla="*/ 309181 w 324919"/>
              <a:gd name="connsiteY37" fmla="*/ 287034 h 333033"/>
              <a:gd name="connsiteX38" fmla="*/ 300313 w 324919"/>
              <a:gd name="connsiteY38" fmla="*/ 308430 h 333033"/>
              <a:gd name="connsiteX39" fmla="*/ 278931 w 324919"/>
              <a:gd name="connsiteY39" fmla="*/ 317278 h 333033"/>
              <a:gd name="connsiteX40" fmla="*/ 249098 w 324919"/>
              <a:gd name="connsiteY40" fmla="*/ 317278 h 333033"/>
              <a:gd name="connsiteX41" fmla="*/ 249098 w 324919"/>
              <a:gd name="connsiteY41" fmla="*/ 169485 h 333033"/>
              <a:gd name="connsiteX42" fmla="*/ 278919 w 324919"/>
              <a:gd name="connsiteY42" fmla="*/ 169485 h 333033"/>
              <a:gd name="connsiteX43" fmla="*/ 309181 w 324919"/>
              <a:gd name="connsiteY43" fmla="*/ 199755 h 333033"/>
              <a:gd name="connsiteX44" fmla="*/ 309181 w 324919"/>
              <a:gd name="connsiteY44" fmla="*/ 287040 h 33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324919" h="333033">
                <a:moveTo>
                  <a:pt x="163496" y="6"/>
                </a:moveTo>
                <a:cubicBezTo>
                  <a:pt x="163137" y="6"/>
                  <a:pt x="162784" y="6"/>
                  <a:pt x="162425" y="6"/>
                </a:cubicBezTo>
                <a:cubicBezTo>
                  <a:pt x="119429" y="6"/>
                  <a:pt x="78939" y="16638"/>
                  <a:pt x="48312" y="46895"/>
                </a:cubicBezTo>
                <a:cubicBezTo>
                  <a:pt x="17439" y="77404"/>
                  <a:pt x="277" y="118122"/>
                  <a:pt x="0" y="161595"/>
                </a:cubicBezTo>
                <a:lnTo>
                  <a:pt x="0" y="287066"/>
                </a:lnTo>
                <a:cubicBezTo>
                  <a:pt x="0" y="299355"/>
                  <a:pt x="4799" y="310900"/>
                  <a:pt x="13490" y="319585"/>
                </a:cubicBezTo>
                <a:cubicBezTo>
                  <a:pt x="22176" y="328257"/>
                  <a:pt x="33707" y="333034"/>
                  <a:pt x="45963" y="333034"/>
                </a:cubicBezTo>
                <a:lnTo>
                  <a:pt x="83669" y="333034"/>
                </a:lnTo>
                <a:cubicBezTo>
                  <a:pt x="88015" y="333034"/>
                  <a:pt x="91541" y="329505"/>
                  <a:pt x="91541" y="325156"/>
                </a:cubicBezTo>
                <a:lnTo>
                  <a:pt x="91541" y="161608"/>
                </a:lnTo>
                <a:cubicBezTo>
                  <a:pt x="91541" y="157259"/>
                  <a:pt x="88015" y="153730"/>
                  <a:pt x="83669" y="153730"/>
                </a:cubicBezTo>
                <a:lnTo>
                  <a:pt x="46007" y="153730"/>
                </a:lnTo>
                <a:cubicBezTo>
                  <a:pt x="34419" y="153730"/>
                  <a:pt x="23844" y="158072"/>
                  <a:pt x="15745" y="165181"/>
                </a:cubicBezTo>
                <a:lnTo>
                  <a:pt x="15745" y="161645"/>
                </a:lnTo>
                <a:cubicBezTo>
                  <a:pt x="15991" y="122426"/>
                  <a:pt x="31490" y="85653"/>
                  <a:pt x="59378" y="58100"/>
                </a:cubicBezTo>
                <a:cubicBezTo>
                  <a:pt x="87038" y="30774"/>
                  <a:pt x="123598" y="15756"/>
                  <a:pt x="162431" y="15756"/>
                </a:cubicBezTo>
                <a:cubicBezTo>
                  <a:pt x="162753" y="15756"/>
                  <a:pt x="163080" y="15756"/>
                  <a:pt x="163395" y="15756"/>
                </a:cubicBezTo>
                <a:cubicBezTo>
                  <a:pt x="243279" y="16266"/>
                  <a:pt x="308671" y="81708"/>
                  <a:pt x="309174" y="161588"/>
                </a:cubicBezTo>
                <a:lnTo>
                  <a:pt x="309174" y="165181"/>
                </a:lnTo>
                <a:cubicBezTo>
                  <a:pt x="301075" y="158072"/>
                  <a:pt x="290501" y="153730"/>
                  <a:pt x="278913" y="153723"/>
                </a:cubicBezTo>
                <a:lnTo>
                  <a:pt x="241219" y="153723"/>
                </a:lnTo>
                <a:cubicBezTo>
                  <a:pt x="236874" y="153723"/>
                  <a:pt x="233347" y="157252"/>
                  <a:pt x="233347" y="161601"/>
                </a:cubicBezTo>
                <a:lnTo>
                  <a:pt x="233347" y="325150"/>
                </a:lnTo>
                <a:cubicBezTo>
                  <a:pt x="233347" y="329498"/>
                  <a:pt x="236874" y="333027"/>
                  <a:pt x="241219" y="333027"/>
                </a:cubicBezTo>
                <a:lnTo>
                  <a:pt x="278931" y="333027"/>
                </a:lnTo>
                <a:cubicBezTo>
                  <a:pt x="291200" y="333027"/>
                  <a:pt x="302744" y="328250"/>
                  <a:pt x="311429" y="319572"/>
                </a:cubicBezTo>
                <a:cubicBezTo>
                  <a:pt x="320120" y="310882"/>
                  <a:pt x="324913" y="299330"/>
                  <a:pt x="324919" y="286996"/>
                </a:cubicBezTo>
                <a:lnTo>
                  <a:pt x="324919" y="161538"/>
                </a:lnTo>
                <a:cubicBezTo>
                  <a:pt x="324359" y="73030"/>
                  <a:pt x="251945" y="567"/>
                  <a:pt x="163490" y="0"/>
                </a:cubicBezTo>
                <a:close/>
                <a:moveTo>
                  <a:pt x="46007" y="169479"/>
                </a:moveTo>
                <a:lnTo>
                  <a:pt x="75796" y="169479"/>
                </a:lnTo>
                <a:lnTo>
                  <a:pt x="75796" y="317272"/>
                </a:lnTo>
                <a:lnTo>
                  <a:pt x="45969" y="317272"/>
                </a:lnTo>
                <a:cubicBezTo>
                  <a:pt x="37908" y="317272"/>
                  <a:pt x="30325" y="314133"/>
                  <a:pt x="24613" y="308436"/>
                </a:cubicBezTo>
                <a:cubicBezTo>
                  <a:pt x="18900" y="302726"/>
                  <a:pt x="15751" y="295132"/>
                  <a:pt x="15745" y="287015"/>
                </a:cubicBezTo>
                <a:lnTo>
                  <a:pt x="15745" y="199749"/>
                </a:lnTo>
                <a:cubicBezTo>
                  <a:pt x="15745" y="183060"/>
                  <a:pt x="29323" y="169479"/>
                  <a:pt x="46007" y="169479"/>
                </a:cubicBezTo>
                <a:close/>
                <a:moveTo>
                  <a:pt x="309181" y="287034"/>
                </a:moveTo>
                <a:cubicBezTo>
                  <a:pt x="309181" y="295120"/>
                  <a:pt x="306025" y="302714"/>
                  <a:pt x="300313" y="308430"/>
                </a:cubicBezTo>
                <a:cubicBezTo>
                  <a:pt x="294601" y="314133"/>
                  <a:pt x="287012" y="317278"/>
                  <a:pt x="278931" y="317278"/>
                </a:cubicBezTo>
                <a:lnTo>
                  <a:pt x="249098" y="317278"/>
                </a:lnTo>
                <a:lnTo>
                  <a:pt x="249098" y="169485"/>
                </a:lnTo>
                <a:lnTo>
                  <a:pt x="278919" y="169485"/>
                </a:lnTo>
                <a:cubicBezTo>
                  <a:pt x="295590" y="169485"/>
                  <a:pt x="309168" y="183066"/>
                  <a:pt x="309181" y="199755"/>
                </a:cubicBezTo>
                <a:lnTo>
                  <a:pt x="309181" y="287040"/>
                </a:lnTo>
                <a:close/>
              </a:path>
            </a:pathLst>
          </a:custGeom>
          <a:solidFill>
            <a:schemeClr val="tx1"/>
          </a:solidFill>
          <a:ln w="0" cap="flat">
            <a:noFill/>
            <a:prstDash val="solid"/>
            <a:miter/>
          </a:ln>
        </p:spPr>
        <p:txBody>
          <a:bodyPr rtlCol="0" anchor="ctr"/>
          <a:lstStyle/>
          <a:p>
            <a:endParaRPr lang="de-DE"/>
          </a:p>
        </p:txBody>
      </p:sp>
      <p:sp>
        <p:nvSpPr>
          <p:cNvPr id="547" name="Freihandform 546">
            <a:extLst>
              <a:ext uri="{FF2B5EF4-FFF2-40B4-BE49-F238E27FC236}">
                <a16:creationId xmlns:a16="http://schemas.microsoft.com/office/drawing/2014/main" id="{A0AE0FC6-0AE5-43AF-CEB0-3062F89C3FA3}"/>
              </a:ext>
            </a:extLst>
          </p:cNvPr>
          <p:cNvSpPr/>
          <p:nvPr/>
        </p:nvSpPr>
        <p:spPr>
          <a:xfrm>
            <a:off x="8414193" y="5091230"/>
            <a:ext cx="356069" cy="341182"/>
          </a:xfrm>
          <a:custGeom>
            <a:avLst/>
            <a:gdLst>
              <a:gd name="connsiteX0" fmla="*/ 337719 w 356069"/>
              <a:gd name="connsiteY0" fmla="*/ 112923 h 341182"/>
              <a:gd name="connsiteX1" fmla="*/ 246323 w 356069"/>
              <a:gd name="connsiteY1" fmla="*/ 92094 h 341182"/>
              <a:gd name="connsiteX2" fmla="*/ 198263 w 356069"/>
              <a:gd name="connsiteY2" fmla="*/ 11508 h 341182"/>
              <a:gd name="connsiteX3" fmla="*/ 190038 w 356069"/>
              <a:gd name="connsiteY3" fmla="*/ 3290 h 341182"/>
              <a:gd name="connsiteX4" fmla="*/ 157817 w 356069"/>
              <a:gd name="connsiteY4" fmla="*/ 11502 h 341182"/>
              <a:gd name="connsiteX5" fmla="*/ 109751 w 356069"/>
              <a:gd name="connsiteY5" fmla="*/ 92094 h 341182"/>
              <a:gd name="connsiteX6" fmla="*/ 18399 w 356069"/>
              <a:gd name="connsiteY6" fmla="*/ 112917 h 341182"/>
              <a:gd name="connsiteX7" fmla="*/ 8026 w 356069"/>
              <a:gd name="connsiteY7" fmla="*/ 118185 h 341182"/>
              <a:gd name="connsiteX8" fmla="*/ 53 w 356069"/>
              <a:gd name="connsiteY8" fmla="*/ 134344 h 341182"/>
              <a:gd name="connsiteX9" fmla="*/ 5828 w 356069"/>
              <a:gd name="connsiteY9" fmla="*/ 151404 h 341182"/>
              <a:gd name="connsiteX10" fmla="*/ 67554 w 356069"/>
              <a:gd name="connsiteY10" fmla="*/ 222027 h 341182"/>
              <a:gd name="connsiteX11" fmla="*/ 59399 w 356069"/>
              <a:gd name="connsiteY11" fmla="*/ 312331 h 341182"/>
              <a:gd name="connsiteX12" fmla="*/ 58813 w 356069"/>
              <a:gd name="connsiteY12" fmla="*/ 317568 h 341182"/>
              <a:gd name="connsiteX13" fmla="*/ 82361 w 356069"/>
              <a:gd name="connsiteY13" fmla="*/ 341183 h 341182"/>
              <a:gd name="connsiteX14" fmla="*/ 82361 w 356069"/>
              <a:gd name="connsiteY14" fmla="*/ 341183 h 341182"/>
              <a:gd name="connsiteX15" fmla="*/ 82896 w 356069"/>
              <a:gd name="connsiteY15" fmla="*/ 341158 h 341182"/>
              <a:gd name="connsiteX16" fmla="*/ 91839 w 356069"/>
              <a:gd name="connsiteY16" fmla="*/ 339248 h 341182"/>
              <a:gd name="connsiteX17" fmla="*/ 178015 w 356069"/>
              <a:gd name="connsiteY17" fmla="*/ 302348 h 341182"/>
              <a:gd name="connsiteX18" fmla="*/ 264221 w 356069"/>
              <a:gd name="connsiteY18" fmla="*/ 339248 h 341182"/>
              <a:gd name="connsiteX19" fmla="*/ 287348 w 356069"/>
              <a:gd name="connsiteY19" fmla="*/ 336664 h 341182"/>
              <a:gd name="connsiteX20" fmla="*/ 296933 w 356069"/>
              <a:gd name="connsiteY20" fmla="*/ 315457 h 341182"/>
              <a:gd name="connsiteX21" fmla="*/ 288506 w 356069"/>
              <a:gd name="connsiteY21" fmla="*/ 222027 h 341182"/>
              <a:gd name="connsiteX22" fmla="*/ 350220 w 356069"/>
              <a:gd name="connsiteY22" fmla="*/ 151417 h 341182"/>
              <a:gd name="connsiteX23" fmla="*/ 355498 w 356069"/>
              <a:gd name="connsiteY23" fmla="*/ 141037 h 341182"/>
              <a:gd name="connsiteX24" fmla="*/ 337713 w 356069"/>
              <a:gd name="connsiteY24" fmla="*/ 112923 h 341182"/>
              <a:gd name="connsiteX25" fmla="*/ 340144 w 356069"/>
              <a:gd name="connsiteY25" fmla="*/ 137577 h 341182"/>
              <a:gd name="connsiteX26" fmla="*/ 338386 w 356069"/>
              <a:gd name="connsiteY26" fmla="*/ 141031 h 341182"/>
              <a:gd name="connsiteX27" fmla="*/ 274449 w 356069"/>
              <a:gd name="connsiteY27" fmla="*/ 214193 h 341182"/>
              <a:gd name="connsiteX28" fmla="*/ 272535 w 356069"/>
              <a:gd name="connsiteY28" fmla="*/ 220092 h 341182"/>
              <a:gd name="connsiteX29" fmla="*/ 281270 w 356069"/>
              <a:gd name="connsiteY29" fmla="*/ 316925 h 341182"/>
              <a:gd name="connsiteX30" fmla="*/ 278121 w 356069"/>
              <a:gd name="connsiteY30" fmla="*/ 323902 h 341182"/>
              <a:gd name="connsiteX31" fmla="*/ 270412 w 356069"/>
              <a:gd name="connsiteY31" fmla="*/ 324765 h 341182"/>
              <a:gd name="connsiteX32" fmla="*/ 181120 w 356069"/>
              <a:gd name="connsiteY32" fmla="*/ 286543 h 341182"/>
              <a:gd name="connsiteX33" fmla="*/ 174929 w 356069"/>
              <a:gd name="connsiteY33" fmla="*/ 286543 h 341182"/>
              <a:gd name="connsiteX34" fmla="*/ 85667 w 356069"/>
              <a:gd name="connsiteY34" fmla="*/ 324759 h 341182"/>
              <a:gd name="connsiteX35" fmla="*/ 82128 w 356069"/>
              <a:gd name="connsiteY35" fmla="*/ 325421 h 341182"/>
              <a:gd name="connsiteX36" fmla="*/ 74564 w 356069"/>
              <a:gd name="connsiteY36" fmla="*/ 317575 h 341182"/>
              <a:gd name="connsiteX37" fmla="*/ 74816 w 356069"/>
              <a:gd name="connsiteY37" fmla="*/ 315577 h 341182"/>
              <a:gd name="connsiteX38" fmla="*/ 75030 w 356069"/>
              <a:gd name="connsiteY38" fmla="*/ 314323 h 341182"/>
              <a:gd name="connsiteX39" fmla="*/ 83545 w 356069"/>
              <a:gd name="connsiteY39" fmla="*/ 220092 h 341182"/>
              <a:gd name="connsiteX40" fmla="*/ 81630 w 356069"/>
              <a:gd name="connsiteY40" fmla="*/ 214193 h 341182"/>
              <a:gd name="connsiteX41" fmla="*/ 17681 w 356069"/>
              <a:gd name="connsiteY41" fmla="*/ 141024 h 341182"/>
              <a:gd name="connsiteX42" fmla="*/ 15766 w 356069"/>
              <a:gd name="connsiteY42" fmla="*/ 135384 h 341182"/>
              <a:gd name="connsiteX43" fmla="*/ 18418 w 356069"/>
              <a:gd name="connsiteY43" fmla="*/ 130027 h 341182"/>
              <a:gd name="connsiteX44" fmla="*/ 21869 w 356069"/>
              <a:gd name="connsiteY44" fmla="*/ 128281 h 341182"/>
              <a:gd name="connsiteX45" fmla="*/ 116534 w 356069"/>
              <a:gd name="connsiteY45" fmla="*/ 106703 h 341182"/>
              <a:gd name="connsiteX46" fmla="*/ 121547 w 356069"/>
              <a:gd name="connsiteY46" fmla="*/ 103060 h 341182"/>
              <a:gd name="connsiteX47" fmla="*/ 171345 w 356069"/>
              <a:gd name="connsiteY47" fmla="*/ 19562 h 341182"/>
              <a:gd name="connsiteX48" fmla="*/ 178046 w 356069"/>
              <a:gd name="connsiteY48" fmla="*/ 15756 h 341182"/>
              <a:gd name="connsiteX49" fmla="*/ 182020 w 356069"/>
              <a:gd name="connsiteY49" fmla="*/ 16852 h 341182"/>
              <a:gd name="connsiteX50" fmla="*/ 184741 w 356069"/>
              <a:gd name="connsiteY50" fmla="*/ 19581 h 341182"/>
              <a:gd name="connsiteX51" fmla="*/ 234533 w 356069"/>
              <a:gd name="connsiteY51" fmla="*/ 103066 h 341182"/>
              <a:gd name="connsiteX52" fmla="*/ 239546 w 356069"/>
              <a:gd name="connsiteY52" fmla="*/ 106709 h 341182"/>
              <a:gd name="connsiteX53" fmla="*/ 334249 w 356069"/>
              <a:gd name="connsiteY53" fmla="*/ 128294 h 341182"/>
              <a:gd name="connsiteX54" fmla="*/ 340144 w 356069"/>
              <a:gd name="connsiteY54" fmla="*/ 137584 h 341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356069" h="341182">
                <a:moveTo>
                  <a:pt x="337719" y="112923"/>
                </a:moveTo>
                <a:lnTo>
                  <a:pt x="246323" y="92094"/>
                </a:lnTo>
                <a:lnTo>
                  <a:pt x="198263" y="11508"/>
                </a:lnTo>
                <a:cubicBezTo>
                  <a:pt x="196247" y="8124"/>
                  <a:pt x="193401" y="5281"/>
                  <a:pt x="190038" y="3290"/>
                </a:cubicBezTo>
                <a:cubicBezTo>
                  <a:pt x="178896" y="-3334"/>
                  <a:pt x="164430" y="366"/>
                  <a:pt x="157817" y="11502"/>
                </a:cubicBezTo>
                <a:lnTo>
                  <a:pt x="109751" y="92094"/>
                </a:lnTo>
                <a:lnTo>
                  <a:pt x="18399" y="112917"/>
                </a:lnTo>
                <a:cubicBezTo>
                  <a:pt x="14563" y="113774"/>
                  <a:pt x="10967" y="115601"/>
                  <a:pt x="8026" y="118185"/>
                </a:cubicBezTo>
                <a:cubicBezTo>
                  <a:pt x="3302" y="122332"/>
                  <a:pt x="468" y="128067"/>
                  <a:pt x="53" y="134344"/>
                </a:cubicBezTo>
                <a:cubicBezTo>
                  <a:pt x="-363" y="140621"/>
                  <a:pt x="1696" y="146684"/>
                  <a:pt x="5828" y="151404"/>
                </a:cubicBezTo>
                <a:lnTo>
                  <a:pt x="67554" y="222027"/>
                </a:lnTo>
                <a:lnTo>
                  <a:pt x="59399" y="312331"/>
                </a:lnTo>
                <a:cubicBezTo>
                  <a:pt x="59008" y="314045"/>
                  <a:pt x="58813" y="315804"/>
                  <a:pt x="58813" y="317568"/>
                </a:cubicBezTo>
                <a:cubicBezTo>
                  <a:pt x="58813" y="330570"/>
                  <a:pt x="69368" y="341164"/>
                  <a:pt x="82361" y="341183"/>
                </a:cubicBezTo>
                <a:lnTo>
                  <a:pt x="82361" y="341183"/>
                </a:lnTo>
                <a:cubicBezTo>
                  <a:pt x="82493" y="341183"/>
                  <a:pt x="82707" y="341170"/>
                  <a:pt x="82896" y="341158"/>
                </a:cubicBezTo>
                <a:cubicBezTo>
                  <a:pt x="85976" y="341107"/>
                  <a:pt x="88980" y="340471"/>
                  <a:pt x="91839" y="339248"/>
                </a:cubicBezTo>
                <a:lnTo>
                  <a:pt x="178015" y="302348"/>
                </a:lnTo>
                <a:lnTo>
                  <a:pt x="264221" y="339248"/>
                </a:lnTo>
                <a:cubicBezTo>
                  <a:pt x="271786" y="342487"/>
                  <a:pt x="280647" y="341504"/>
                  <a:pt x="287348" y="336664"/>
                </a:cubicBezTo>
                <a:cubicBezTo>
                  <a:pt x="294049" y="331799"/>
                  <a:pt x="297720" y="323656"/>
                  <a:pt x="296933" y="315457"/>
                </a:cubicBezTo>
                <a:lnTo>
                  <a:pt x="288506" y="222027"/>
                </a:lnTo>
                <a:lnTo>
                  <a:pt x="350220" y="151417"/>
                </a:lnTo>
                <a:cubicBezTo>
                  <a:pt x="352802" y="148467"/>
                  <a:pt x="354629" y="144888"/>
                  <a:pt x="355498" y="141037"/>
                </a:cubicBezTo>
                <a:cubicBezTo>
                  <a:pt x="358332" y="128370"/>
                  <a:pt x="350347" y="115759"/>
                  <a:pt x="337713" y="112923"/>
                </a:cubicBezTo>
                <a:close/>
                <a:moveTo>
                  <a:pt x="340144" y="137577"/>
                </a:moveTo>
                <a:cubicBezTo>
                  <a:pt x="339860" y="138856"/>
                  <a:pt x="339249" y="140048"/>
                  <a:pt x="338386" y="141031"/>
                </a:cubicBezTo>
                <a:lnTo>
                  <a:pt x="274449" y="214193"/>
                </a:lnTo>
                <a:cubicBezTo>
                  <a:pt x="273033" y="215819"/>
                  <a:pt x="272346" y="217949"/>
                  <a:pt x="272535" y="220092"/>
                </a:cubicBezTo>
                <a:lnTo>
                  <a:pt x="281270" y="316925"/>
                </a:lnTo>
                <a:cubicBezTo>
                  <a:pt x="281528" y="319635"/>
                  <a:pt x="280325" y="322307"/>
                  <a:pt x="278121" y="323902"/>
                </a:cubicBezTo>
                <a:cubicBezTo>
                  <a:pt x="275892" y="325522"/>
                  <a:pt x="272944" y="325843"/>
                  <a:pt x="270412" y="324765"/>
                </a:cubicBezTo>
                <a:lnTo>
                  <a:pt x="181120" y="286543"/>
                </a:lnTo>
                <a:cubicBezTo>
                  <a:pt x="179155" y="285692"/>
                  <a:pt x="176906" y="285692"/>
                  <a:pt x="174929" y="286543"/>
                </a:cubicBezTo>
                <a:lnTo>
                  <a:pt x="85667" y="324759"/>
                </a:lnTo>
                <a:cubicBezTo>
                  <a:pt x="84534" y="325238"/>
                  <a:pt x="83299" y="325352"/>
                  <a:pt x="82128" y="325421"/>
                </a:cubicBezTo>
                <a:cubicBezTo>
                  <a:pt x="77927" y="325276"/>
                  <a:pt x="74564" y="321816"/>
                  <a:pt x="74564" y="317575"/>
                </a:cubicBezTo>
                <a:cubicBezTo>
                  <a:pt x="74564" y="316894"/>
                  <a:pt x="74652" y="316220"/>
                  <a:pt x="74816" y="315577"/>
                </a:cubicBezTo>
                <a:cubicBezTo>
                  <a:pt x="74923" y="315167"/>
                  <a:pt x="74992" y="314745"/>
                  <a:pt x="75030" y="314323"/>
                </a:cubicBezTo>
                <a:lnTo>
                  <a:pt x="83545" y="220092"/>
                </a:lnTo>
                <a:cubicBezTo>
                  <a:pt x="83734" y="217949"/>
                  <a:pt x="83047" y="215819"/>
                  <a:pt x="81630" y="214193"/>
                </a:cubicBezTo>
                <a:lnTo>
                  <a:pt x="17681" y="141024"/>
                </a:lnTo>
                <a:cubicBezTo>
                  <a:pt x="16314" y="139461"/>
                  <a:pt x="15634" y="137464"/>
                  <a:pt x="15766" y="135384"/>
                </a:cubicBezTo>
                <a:cubicBezTo>
                  <a:pt x="15905" y="133304"/>
                  <a:pt x="16843" y="131408"/>
                  <a:pt x="18418" y="130027"/>
                </a:cubicBezTo>
                <a:cubicBezTo>
                  <a:pt x="19387" y="129170"/>
                  <a:pt x="20571" y="128571"/>
                  <a:pt x="21869" y="128281"/>
                </a:cubicBezTo>
                <a:lnTo>
                  <a:pt x="116534" y="106703"/>
                </a:lnTo>
                <a:cubicBezTo>
                  <a:pt x="118631" y="106224"/>
                  <a:pt x="120445" y="104907"/>
                  <a:pt x="121547" y="103060"/>
                </a:cubicBezTo>
                <a:lnTo>
                  <a:pt x="171345" y="19562"/>
                </a:lnTo>
                <a:cubicBezTo>
                  <a:pt x="172800" y="17110"/>
                  <a:pt x="175395" y="15756"/>
                  <a:pt x="178046" y="15756"/>
                </a:cubicBezTo>
                <a:cubicBezTo>
                  <a:pt x="179400" y="15756"/>
                  <a:pt x="180773" y="16115"/>
                  <a:pt x="182020" y="16852"/>
                </a:cubicBezTo>
                <a:cubicBezTo>
                  <a:pt x="183129" y="17507"/>
                  <a:pt x="184061" y="18447"/>
                  <a:pt x="184741" y="19581"/>
                </a:cubicBezTo>
                <a:lnTo>
                  <a:pt x="234533" y="103066"/>
                </a:lnTo>
                <a:cubicBezTo>
                  <a:pt x="235635" y="104913"/>
                  <a:pt x="237449" y="106230"/>
                  <a:pt x="239546" y="106709"/>
                </a:cubicBezTo>
                <a:lnTo>
                  <a:pt x="334249" y="128294"/>
                </a:lnTo>
                <a:cubicBezTo>
                  <a:pt x="338431" y="129233"/>
                  <a:pt x="341076" y="133412"/>
                  <a:pt x="340144" y="137584"/>
                </a:cubicBezTo>
                <a:close/>
              </a:path>
            </a:pathLst>
          </a:custGeom>
          <a:solidFill>
            <a:schemeClr val="tx1"/>
          </a:solidFill>
          <a:ln w="0" cap="flat">
            <a:noFill/>
            <a:prstDash val="solid"/>
            <a:miter/>
          </a:ln>
        </p:spPr>
        <p:txBody>
          <a:bodyPr rtlCol="0" anchor="ctr"/>
          <a:lstStyle/>
          <a:p>
            <a:endParaRPr lang="de-DE"/>
          </a:p>
        </p:txBody>
      </p:sp>
      <p:sp>
        <p:nvSpPr>
          <p:cNvPr id="548" name="Freihandform 547">
            <a:extLst>
              <a:ext uri="{FF2B5EF4-FFF2-40B4-BE49-F238E27FC236}">
                <a16:creationId xmlns:a16="http://schemas.microsoft.com/office/drawing/2014/main" id="{8E29EAAB-D8D3-198E-7157-C9CDCCE9F075}"/>
              </a:ext>
            </a:extLst>
          </p:cNvPr>
          <p:cNvSpPr/>
          <p:nvPr/>
        </p:nvSpPr>
        <p:spPr>
          <a:xfrm>
            <a:off x="5474675" y="5840619"/>
            <a:ext cx="342351" cy="342587"/>
          </a:xfrm>
          <a:custGeom>
            <a:avLst/>
            <a:gdLst>
              <a:gd name="connsiteX0" fmla="*/ 292195 w 342351"/>
              <a:gd name="connsiteY0" fmla="*/ 50134 h 342587"/>
              <a:gd name="connsiteX1" fmla="*/ 171185 w 342351"/>
              <a:gd name="connsiteY1" fmla="*/ 0 h 342587"/>
              <a:gd name="connsiteX2" fmla="*/ 171154 w 342351"/>
              <a:gd name="connsiteY2" fmla="*/ 0 h 342587"/>
              <a:gd name="connsiteX3" fmla="*/ 6 w 342351"/>
              <a:gd name="connsiteY3" fmla="*/ 171218 h 342587"/>
              <a:gd name="connsiteX4" fmla="*/ 0 w 342351"/>
              <a:gd name="connsiteY4" fmla="*/ 171262 h 342587"/>
              <a:gd name="connsiteX5" fmla="*/ 6 w 342351"/>
              <a:gd name="connsiteY5" fmla="*/ 171294 h 342587"/>
              <a:gd name="connsiteX6" fmla="*/ 6 w 342351"/>
              <a:gd name="connsiteY6" fmla="*/ 171307 h 342587"/>
              <a:gd name="connsiteX7" fmla="*/ 50157 w 342351"/>
              <a:gd name="connsiteY7" fmla="*/ 292422 h 342587"/>
              <a:gd name="connsiteX8" fmla="*/ 170757 w 342351"/>
              <a:gd name="connsiteY8" fmla="*/ 342563 h 342587"/>
              <a:gd name="connsiteX9" fmla="*/ 171179 w 342351"/>
              <a:gd name="connsiteY9" fmla="*/ 342588 h 342587"/>
              <a:gd name="connsiteX10" fmla="*/ 171589 w 342351"/>
              <a:gd name="connsiteY10" fmla="*/ 342569 h 342587"/>
              <a:gd name="connsiteX11" fmla="*/ 292233 w 342351"/>
              <a:gd name="connsiteY11" fmla="*/ 292403 h 342587"/>
              <a:gd name="connsiteX12" fmla="*/ 342352 w 342351"/>
              <a:gd name="connsiteY12" fmla="*/ 171275 h 342587"/>
              <a:gd name="connsiteX13" fmla="*/ 342352 w 342351"/>
              <a:gd name="connsiteY13" fmla="*/ 171218 h 342587"/>
              <a:gd name="connsiteX14" fmla="*/ 292207 w 342351"/>
              <a:gd name="connsiteY14" fmla="*/ 50140 h 342587"/>
              <a:gd name="connsiteX15" fmla="*/ 326399 w 342351"/>
              <a:gd name="connsiteY15" fmla="*/ 163385 h 342587"/>
              <a:gd name="connsiteX16" fmla="*/ 249564 w 342351"/>
              <a:gd name="connsiteY16" fmla="*/ 163385 h 342587"/>
              <a:gd name="connsiteX17" fmla="*/ 208822 w 342351"/>
              <a:gd name="connsiteY17" fmla="*/ 20324 h 342587"/>
              <a:gd name="connsiteX18" fmla="*/ 281066 w 342351"/>
              <a:gd name="connsiteY18" fmla="*/ 61276 h 342587"/>
              <a:gd name="connsiteX19" fmla="*/ 326399 w 342351"/>
              <a:gd name="connsiteY19" fmla="*/ 163385 h 342587"/>
              <a:gd name="connsiteX20" fmla="*/ 171469 w 342351"/>
              <a:gd name="connsiteY20" fmla="*/ 326814 h 342587"/>
              <a:gd name="connsiteX21" fmla="*/ 171192 w 342351"/>
              <a:gd name="connsiteY21" fmla="*/ 326820 h 342587"/>
              <a:gd name="connsiteX22" fmla="*/ 171173 w 342351"/>
              <a:gd name="connsiteY22" fmla="*/ 326820 h 342587"/>
              <a:gd name="connsiteX23" fmla="*/ 170871 w 342351"/>
              <a:gd name="connsiteY23" fmla="*/ 326814 h 342587"/>
              <a:gd name="connsiteX24" fmla="*/ 108514 w 342351"/>
              <a:gd name="connsiteY24" fmla="*/ 179146 h 342587"/>
              <a:gd name="connsiteX25" fmla="*/ 233838 w 342351"/>
              <a:gd name="connsiteY25" fmla="*/ 179146 h 342587"/>
              <a:gd name="connsiteX26" fmla="*/ 171481 w 342351"/>
              <a:gd name="connsiteY26" fmla="*/ 326820 h 342587"/>
              <a:gd name="connsiteX27" fmla="*/ 108502 w 342351"/>
              <a:gd name="connsiteY27" fmla="*/ 163385 h 342587"/>
              <a:gd name="connsiteX28" fmla="*/ 171160 w 342351"/>
              <a:gd name="connsiteY28" fmla="*/ 15756 h 342587"/>
              <a:gd name="connsiteX29" fmla="*/ 171173 w 342351"/>
              <a:gd name="connsiteY29" fmla="*/ 15756 h 342587"/>
              <a:gd name="connsiteX30" fmla="*/ 233825 w 342351"/>
              <a:gd name="connsiteY30" fmla="*/ 163385 h 342587"/>
              <a:gd name="connsiteX31" fmla="*/ 108508 w 342351"/>
              <a:gd name="connsiteY31" fmla="*/ 163385 h 342587"/>
              <a:gd name="connsiteX32" fmla="*/ 61254 w 342351"/>
              <a:gd name="connsiteY32" fmla="*/ 61327 h 342587"/>
              <a:gd name="connsiteX33" fmla="*/ 133492 w 342351"/>
              <a:gd name="connsiteY33" fmla="*/ 20343 h 342587"/>
              <a:gd name="connsiteX34" fmla="*/ 92757 w 342351"/>
              <a:gd name="connsiteY34" fmla="*/ 163385 h 342587"/>
              <a:gd name="connsiteX35" fmla="*/ 15940 w 342351"/>
              <a:gd name="connsiteY35" fmla="*/ 163385 h 342587"/>
              <a:gd name="connsiteX36" fmla="*/ 61248 w 342351"/>
              <a:gd name="connsiteY36" fmla="*/ 61327 h 342587"/>
              <a:gd name="connsiteX37" fmla="*/ 15940 w 342351"/>
              <a:gd name="connsiteY37" fmla="*/ 179140 h 342587"/>
              <a:gd name="connsiteX38" fmla="*/ 92763 w 342351"/>
              <a:gd name="connsiteY38" fmla="*/ 179140 h 342587"/>
              <a:gd name="connsiteX39" fmla="*/ 133492 w 342351"/>
              <a:gd name="connsiteY39" fmla="*/ 322238 h 342587"/>
              <a:gd name="connsiteX40" fmla="*/ 61279 w 342351"/>
              <a:gd name="connsiteY40" fmla="*/ 281286 h 342587"/>
              <a:gd name="connsiteX41" fmla="*/ 15940 w 342351"/>
              <a:gd name="connsiteY41" fmla="*/ 179146 h 342587"/>
              <a:gd name="connsiteX42" fmla="*/ 281085 w 342351"/>
              <a:gd name="connsiteY42" fmla="*/ 281255 h 342587"/>
              <a:gd name="connsiteX43" fmla="*/ 208841 w 342351"/>
              <a:gd name="connsiteY43" fmla="*/ 322238 h 342587"/>
              <a:gd name="connsiteX44" fmla="*/ 249570 w 342351"/>
              <a:gd name="connsiteY44" fmla="*/ 179140 h 342587"/>
              <a:gd name="connsiteX45" fmla="*/ 326406 w 342351"/>
              <a:gd name="connsiteY45" fmla="*/ 179140 h 342587"/>
              <a:gd name="connsiteX46" fmla="*/ 281092 w 342351"/>
              <a:gd name="connsiteY46" fmla="*/ 281255 h 34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342351" h="342587">
                <a:moveTo>
                  <a:pt x="292195" y="50134"/>
                </a:moveTo>
                <a:cubicBezTo>
                  <a:pt x="259874" y="17804"/>
                  <a:pt x="216909" y="0"/>
                  <a:pt x="171185" y="0"/>
                </a:cubicBezTo>
                <a:lnTo>
                  <a:pt x="171154" y="0"/>
                </a:lnTo>
                <a:cubicBezTo>
                  <a:pt x="76798" y="13"/>
                  <a:pt x="38" y="76811"/>
                  <a:pt x="6" y="171218"/>
                </a:cubicBezTo>
                <a:cubicBezTo>
                  <a:pt x="6" y="171231"/>
                  <a:pt x="0" y="171244"/>
                  <a:pt x="0" y="171262"/>
                </a:cubicBezTo>
                <a:cubicBezTo>
                  <a:pt x="0" y="171275"/>
                  <a:pt x="6" y="171281"/>
                  <a:pt x="6" y="171294"/>
                </a:cubicBezTo>
                <a:cubicBezTo>
                  <a:pt x="6" y="171294"/>
                  <a:pt x="6" y="171300"/>
                  <a:pt x="6" y="171307"/>
                </a:cubicBezTo>
                <a:cubicBezTo>
                  <a:pt x="6" y="217061"/>
                  <a:pt x="17823" y="260073"/>
                  <a:pt x="50157" y="292422"/>
                </a:cubicBezTo>
                <a:cubicBezTo>
                  <a:pt x="82390" y="324665"/>
                  <a:pt x="125204" y="342456"/>
                  <a:pt x="170757" y="342563"/>
                </a:cubicBezTo>
                <a:cubicBezTo>
                  <a:pt x="170896" y="342563"/>
                  <a:pt x="171034" y="342588"/>
                  <a:pt x="171179" y="342588"/>
                </a:cubicBezTo>
                <a:cubicBezTo>
                  <a:pt x="171318" y="342588"/>
                  <a:pt x="171450" y="342569"/>
                  <a:pt x="171589" y="342569"/>
                </a:cubicBezTo>
                <a:cubicBezTo>
                  <a:pt x="217161" y="342462"/>
                  <a:pt x="259993" y="324665"/>
                  <a:pt x="292233" y="292403"/>
                </a:cubicBezTo>
                <a:cubicBezTo>
                  <a:pt x="324560" y="260041"/>
                  <a:pt x="342358" y="217029"/>
                  <a:pt x="342352" y="171275"/>
                </a:cubicBezTo>
                <a:lnTo>
                  <a:pt x="342352" y="171218"/>
                </a:lnTo>
                <a:cubicBezTo>
                  <a:pt x="342346" y="125477"/>
                  <a:pt x="324535" y="82477"/>
                  <a:pt x="292207" y="50140"/>
                </a:cubicBezTo>
                <a:close/>
                <a:moveTo>
                  <a:pt x="326399" y="163385"/>
                </a:moveTo>
                <a:lnTo>
                  <a:pt x="249564" y="163385"/>
                </a:lnTo>
                <a:cubicBezTo>
                  <a:pt x="248323" y="100747"/>
                  <a:pt x="232351" y="47834"/>
                  <a:pt x="208822" y="20324"/>
                </a:cubicBezTo>
                <a:cubicBezTo>
                  <a:pt x="235935" y="27036"/>
                  <a:pt x="260806" y="41008"/>
                  <a:pt x="281066" y="61276"/>
                </a:cubicBezTo>
                <a:cubicBezTo>
                  <a:pt x="308570" y="88786"/>
                  <a:pt x="324497" y="124796"/>
                  <a:pt x="326399" y="163385"/>
                </a:cubicBezTo>
                <a:close/>
                <a:moveTo>
                  <a:pt x="171469" y="326814"/>
                </a:moveTo>
                <a:cubicBezTo>
                  <a:pt x="171374" y="326814"/>
                  <a:pt x="171280" y="326820"/>
                  <a:pt x="171192" y="326820"/>
                </a:cubicBezTo>
                <a:lnTo>
                  <a:pt x="171173" y="326820"/>
                </a:lnTo>
                <a:cubicBezTo>
                  <a:pt x="171072" y="326820"/>
                  <a:pt x="170971" y="326814"/>
                  <a:pt x="170871" y="326814"/>
                </a:cubicBezTo>
                <a:cubicBezTo>
                  <a:pt x="141516" y="326404"/>
                  <a:pt x="110278" y="267516"/>
                  <a:pt x="108514" y="179146"/>
                </a:cubicBezTo>
                <a:lnTo>
                  <a:pt x="233838" y="179146"/>
                </a:lnTo>
                <a:cubicBezTo>
                  <a:pt x="232074" y="267529"/>
                  <a:pt x="200830" y="326423"/>
                  <a:pt x="171481" y="326820"/>
                </a:cubicBezTo>
                <a:close/>
                <a:moveTo>
                  <a:pt x="108502" y="163385"/>
                </a:moveTo>
                <a:cubicBezTo>
                  <a:pt x="110271" y="74744"/>
                  <a:pt x="141717" y="15768"/>
                  <a:pt x="171160" y="15756"/>
                </a:cubicBezTo>
                <a:cubicBezTo>
                  <a:pt x="171160" y="15756"/>
                  <a:pt x="171167" y="15756"/>
                  <a:pt x="171173" y="15756"/>
                </a:cubicBezTo>
                <a:cubicBezTo>
                  <a:pt x="200603" y="15756"/>
                  <a:pt x="232049" y="74738"/>
                  <a:pt x="233825" y="163385"/>
                </a:cubicBezTo>
                <a:lnTo>
                  <a:pt x="108508" y="163385"/>
                </a:lnTo>
                <a:close/>
                <a:moveTo>
                  <a:pt x="61254" y="61327"/>
                </a:moveTo>
                <a:cubicBezTo>
                  <a:pt x="81508" y="41052"/>
                  <a:pt x="106373" y="27068"/>
                  <a:pt x="133492" y="20343"/>
                </a:cubicBezTo>
                <a:cubicBezTo>
                  <a:pt x="109963" y="47852"/>
                  <a:pt x="94004" y="100760"/>
                  <a:pt x="92757" y="163385"/>
                </a:cubicBezTo>
                <a:lnTo>
                  <a:pt x="15940" y="163385"/>
                </a:lnTo>
                <a:cubicBezTo>
                  <a:pt x="17855" y="124815"/>
                  <a:pt x="33770" y="88823"/>
                  <a:pt x="61248" y="61327"/>
                </a:cubicBezTo>
                <a:close/>
                <a:moveTo>
                  <a:pt x="15940" y="179140"/>
                </a:moveTo>
                <a:lnTo>
                  <a:pt x="92763" y="179140"/>
                </a:lnTo>
                <a:cubicBezTo>
                  <a:pt x="94004" y="241790"/>
                  <a:pt x="109963" y="294710"/>
                  <a:pt x="133492" y="322238"/>
                </a:cubicBezTo>
                <a:cubicBezTo>
                  <a:pt x="106392" y="315514"/>
                  <a:pt x="81534" y="301542"/>
                  <a:pt x="61279" y="281286"/>
                </a:cubicBezTo>
                <a:cubicBezTo>
                  <a:pt x="33776" y="253765"/>
                  <a:pt x="17842" y="217747"/>
                  <a:pt x="15940" y="179146"/>
                </a:cubicBezTo>
                <a:close/>
                <a:moveTo>
                  <a:pt x="281085" y="281255"/>
                </a:moveTo>
                <a:cubicBezTo>
                  <a:pt x="260825" y="301529"/>
                  <a:pt x="235954" y="315514"/>
                  <a:pt x="208841" y="322238"/>
                </a:cubicBezTo>
                <a:cubicBezTo>
                  <a:pt x="232364" y="294716"/>
                  <a:pt x="248329" y="241790"/>
                  <a:pt x="249570" y="179140"/>
                </a:cubicBezTo>
                <a:lnTo>
                  <a:pt x="326406" y="179140"/>
                </a:lnTo>
                <a:cubicBezTo>
                  <a:pt x="324504" y="217729"/>
                  <a:pt x="308582" y="253739"/>
                  <a:pt x="281092" y="281255"/>
                </a:cubicBezTo>
                <a:close/>
              </a:path>
            </a:pathLst>
          </a:custGeom>
          <a:solidFill>
            <a:schemeClr val="tx1"/>
          </a:solidFill>
          <a:ln w="0" cap="flat">
            <a:noFill/>
            <a:prstDash val="solid"/>
            <a:miter/>
          </a:ln>
        </p:spPr>
        <p:txBody>
          <a:bodyPr rtlCol="0" anchor="ctr"/>
          <a:lstStyle/>
          <a:p>
            <a:endParaRPr lang="de-DE"/>
          </a:p>
        </p:txBody>
      </p:sp>
      <p:grpSp>
        <p:nvGrpSpPr>
          <p:cNvPr id="549" name="Grafik 463">
            <a:extLst>
              <a:ext uri="{FF2B5EF4-FFF2-40B4-BE49-F238E27FC236}">
                <a16:creationId xmlns:a16="http://schemas.microsoft.com/office/drawing/2014/main" id="{0E19C3AC-12CB-798A-F8B0-8B1FB215B1B8}"/>
              </a:ext>
            </a:extLst>
          </p:cNvPr>
          <p:cNvGrpSpPr/>
          <p:nvPr/>
        </p:nvGrpSpPr>
        <p:grpSpPr>
          <a:xfrm>
            <a:off x="8452355" y="2847060"/>
            <a:ext cx="318879" cy="319090"/>
            <a:chOff x="8452355" y="2847060"/>
            <a:chExt cx="318879" cy="319090"/>
          </a:xfrm>
          <a:solidFill>
            <a:schemeClr val="tx1"/>
          </a:solidFill>
        </p:grpSpPr>
        <p:sp>
          <p:nvSpPr>
            <p:cNvPr id="550" name="Freihandform 549">
              <a:extLst>
                <a:ext uri="{FF2B5EF4-FFF2-40B4-BE49-F238E27FC236}">
                  <a16:creationId xmlns:a16="http://schemas.microsoft.com/office/drawing/2014/main" id="{DCC595DF-632E-EBB6-CC1F-94EF565ABF29}"/>
                </a:ext>
              </a:extLst>
            </p:cNvPr>
            <p:cNvSpPr/>
            <p:nvPr/>
          </p:nvSpPr>
          <p:spPr>
            <a:xfrm>
              <a:off x="8452355" y="2869853"/>
              <a:ext cx="296087" cy="296298"/>
            </a:xfrm>
            <a:custGeom>
              <a:avLst/>
              <a:gdLst>
                <a:gd name="connsiteX0" fmla="*/ 288221 w 296087"/>
                <a:gd name="connsiteY0" fmla="*/ 132775 h 296298"/>
                <a:gd name="connsiteX1" fmla="*/ 280349 w 296087"/>
                <a:gd name="connsiteY1" fmla="*/ 140653 h 296298"/>
                <a:gd name="connsiteX2" fmla="*/ 280349 w 296087"/>
                <a:gd name="connsiteY2" fmla="*/ 256708 h 296298"/>
                <a:gd name="connsiteX3" fmla="*/ 256517 w 296087"/>
                <a:gd name="connsiteY3" fmla="*/ 280543 h 296298"/>
                <a:gd name="connsiteX4" fmla="*/ 39526 w 296087"/>
                <a:gd name="connsiteY4" fmla="*/ 280543 h 296298"/>
                <a:gd name="connsiteX5" fmla="*/ 22704 w 296087"/>
                <a:gd name="connsiteY5" fmla="*/ 273560 h 296298"/>
                <a:gd name="connsiteX6" fmla="*/ 15751 w 296087"/>
                <a:gd name="connsiteY6" fmla="*/ 256708 h 296298"/>
                <a:gd name="connsiteX7" fmla="*/ 15751 w 296087"/>
                <a:gd name="connsiteY7" fmla="*/ 39540 h 296298"/>
                <a:gd name="connsiteX8" fmla="*/ 22717 w 296087"/>
                <a:gd name="connsiteY8" fmla="*/ 22719 h 296298"/>
                <a:gd name="connsiteX9" fmla="*/ 39526 w 296087"/>
                <a:gd name="connsiteY9" fmla="*/ 15756 h 296298"/>
                <a:gd name="connsiteX10" fmla="*/ 155510 w 296087"/>
                <a:gd name="connsiteY10" fmla="*/ 15756 h 296298"/>
                <a:gd name="connsiteX11" fmla="*/ 163382 w 296087"/>
                <a:gd name="connsiteY11" fmla="*/ 7878 h 296298"/>
                <a:gd name="connsiteX12" fmla="*/ 155510 w 296087"/>
                <a:gd name="connsiteY12" fmla="*/ 0 h 296298"/>
                <a:gd name="connsiteX13" fmla="*/ 39520 w 296087"/>
                <a:gd name="connsiteY13" fmla="*/ 0 h 296298"/>
                <a:gd name="connsiteX14" fmla="*/ 11582 w 296087"/>
                <a:gd name="connsiteY14" fmla="*/ 11577 h 296298"/>
                <a:gd name="connsiteX15" fmla="*/ 0 w 296087"/>
                <a:gd name="connsiteY15" fmla="*/ 39597 h 296298"/>
                <a:gd name="connsiteX16" fmla="*/ 0 w 296087"/>
                <a:gd name="connsiteY16" fmla="*/ 256702 h 296298"/>
                <a:gd name="connsiteX17" fmla="*/ 11557 w 296087"/>
                <a:gd name="connsiteY17" fmla="*/ 284690 h 296298"/>
                <a:gd name="connsiteX18" fmla="*/ 39526 w 296087"/>
                <a:gd name="connsiteY18" fmla="*/ 296298 h 296298"/>
                <a:gd name="connsiteX19" fmla="*/ 256511 w 296087"/>
                <a:gd name="connsiteY19" fmla="*/ 296298 h 296298"/>
                <a:gd name="connsiteX20" fmla="*/ 296087 w 296087"/>
                <a:gd name="connsiteY20" fmla="*/ 256708 h 296298"/>
                <a:gd name="connsiteX21" fmla="*/ 296087 w 296087"/>
                <a:gd name="connsiteY21" fmla="*/ 140653 h 296298"/>
                <a:gd name="connsiteX22" fmla="*/ 288215 w 296087"/>
                <a:gd name="connsiteY22" fmla="*/ 132775 h 29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96087" h="296298">
                  <a:moveTo>
                    <a:pt x="288221" y="132775"/>
                  </a:moveTo>
                  <a:cubicBezTo>
                    <a:pt x="283876" y="132775"/>
                    <a:pt x="280349" y="136304"/>
                    <a:pt x="280349" y="140653"/>
                  </a:cubicBezTo>
                  <a:lnTo>
                    <a:pt x="280349" y="256708"/>
                  </a:lnTo>
                  <a:cubicBezTo>
                    <a:pt x="280349" y="269848"/>
                    <a:pt x="269655" y="280543"/>
                    <a:pt x="256517" y="280543"/>
                  </a:cubicBezTo>
                  <a:lnTo>
                    <a:pt x="39526" y="280543"/>
                  </a:lnTo>
                  <a:cubicBezTo>
                    <a:pt x="33165" y="280543"/>
                    <a:pt x="27195" y="278053"/>
                    <a:pt x="22704" y="273560"/>
                  </a:cubicBezTo>
                  <a:cubicBezTo>
                    <a:pt x="18208" y="269060"/>
                    <a:pt x="15745" y="263079"/>
                    <a:pt x="15751" y="256708"/>
                  </a:cubicBezTo>
                  <a:lnTo>
                    <a:pt x="15751" y="39540"/>
                  </a:lnTo>
                  <a:cubicBezTo>
                    <a:pt x="15751" y="33181"/>
                    <a:pt x="18226" y="27213"/>
                    <a:pt x="22717" y="22719"/>
                  </a:cubicBezTo>
                  <a:cubicBezTo>
                    <a:pt x="27207" y="18226"/>
                    <a:pt x="33171" y="15756"/>
                    <a:pt x="39526" y="15756"/>
                  </a:cubicBezTo>
                  <a:lnTo>
                    <a:pt x="155510" y="15756"/>
                  </a:lnTo>
                  <a:cubicBezTo>
                    <a:pt x="159856" y="15756"/>
                    <a:pt x="163382" y="12226"/>
                    <a:pt x="163382" y="7878"/>
                  </a:cubicBezTo>
                  <a:cubicBezTo>
                    <a:pt x="163382" y="3529"/>
                    <a:pt x="159856" y="0"/>
                    <a:pt x="155510" y="0"/>
                  </a:cubicBezTo>
                  <a:lnTo>
                    <a:pt x="39520" y="0"/>
                  </a:lnTo>
                  <a:cubicBezTo>
                    <a:pt x="28971" y="0"/>
                    <a:pt x="19045" y="4109"/>
                    <a:pt x="11582" y="11577"/>
                  </a:cubicBezTo>
                  <a:cubicBezTo>
                    <a:pt x="4119" y="19045"/>
                    <a:pt x="0" y="28978"/>
                    <a:pt x="0" y="39597"/>
                  </a:cubicBezTo>
                  <a:lnTo>
                    <a:pt x="0" y="256702"/>
                  </a:lnTo>
                  <a:cubicBezTo>
                    <a:pt x="-12" y="267270"/>
                    <a:pt x="4094" y="277215"/>
                    <a:pt x="11557" y="284690"/>
                  </a:cubicBezTo>
                  <a:cubicBezTo>
                    <a:pt x="19026" y="292170"/>
                    <a:pt x="28958" y="296292"/>
                    <a:pt x="39526" y="296298"/>
                  </a:cubicBezTo>
                  <a:lnTo>
                    <a:pt x="256511" y="296298"/>
                  </a:lnTo>
                  <a:cubicBezTo>
                    <a:pt x="278327" y="296298"/>
                    <a:pt x="296081" y="278539"/>
                    <a:pt x="296087" y="256708"/>
                  </a:cubicBezTo>
                  <a:lnTo>
                    <a:pt x="296087" y="140653"/>
                  </a:lnTo>
                  <a:cubicBezTo>
                    <a:pt x="296087" y="136304"/>
                    <a:pt x="292560" y="132775"/>
                    <a:pt x="288215" y="132775"/>
                  </a:cubicBezTo>
                  <a:close/>
                </a:path>
              </a:pathLst>
            </a:custGeom>
            <a:grpFill/>
            <a:ln w="0" cap="flat">
              <a:noFill/>
              <a:prstDash val="solid"/>
              <a:miter/>
            </a:ln>
          </p:spPr>
          <p:txBody>
            <a:bodyPr rtlCol="0" anchor="ctr"/>
            <a:lstStyle/>
            <a:p>
              <a:endParaRPr lang="de-DE"/>
            </a:p>
          </p:txBody>
        </p:sp>
        <p:sp>
          <p:nvSpPr>
            <p:cNvPr id="551" name="Freihandform 550">
              <a:extLst>
                <a:ext uri="{FF2B5EF4-FFF2-40B4-BE49-F238E27FC236}">
                  <a16:creationId xmlns:a16="http://schemas.microsoft.com/office/drawing/2014/main" id="{F647AA2D-3D71-F1DD-039A-8074B5E070D9}"/>
                </a:ext>
              </a:extLst>
            </p:cNvPr>
            <p:cNvSpPr/>
            <p:nvPr/>
          </p:nvSpPr>
          <p:spPr>
            <a:xfrm>
              <a:off x="8573415" y="2847060"/>
              <a:ext cx="197819" cy="197918"/>
            </a:xfrm>
            <a:custGeom>
              <a:avLst/>
              <a:gdLst>
                <a:gd name="connsiteX0" fmla="*/ 190186 w 197819"/>
                <a:gd name="connsiteY0" fmla="*/ 42695 h 197918"/>
                <a:gd name="connsiteX1" fmla="*/ 155132 w 197819"/>
                <a:gd name="connsiteY1" fmla="*/ 7617 h 197918"/>
                <a:gd name="connsiteX2" fmla="*/ 118245 w 197819"/>
                <a:gd name="connsiteY2" fmla="*/ 7617 h 197918"/>
                <a:gd name="connsiteX3" fmla="*/ 10140 w 197819"/>
                <a:gd name="connsiteY3" fmla="*/ 115807 h 197918"/>
                <a:gd name="connsiteX4" fmla="*/ 7885 w 197819"/>
                <a:gd name="connsiteY4" fmla="*/ 120483 h 197918"/>
                <a:gd name="connsiteX5" fmla="*/ 50 w 197819"/>
                <a:gd name="connsiteY5" fmla="*/ 189152 h 197918"/>
                <a:gd name="connsiteX6" fmla="*/ 2305 w 197819"/>
                <a:gd name="connsiteY6" fmla="*/ 195612 h 197918"/>
                <a:gd name="connsiteX7" fmla="*/ 7872 w 197819"/>
                <a:gd name="connsiteY7" fmla="*/ 197918 h 197918"/>
                <a:gd name="connsiteX8" fmla="*/ 8767 w 197819"/>
                <a:gd name="connsiteY8" fmla="*/ 197868 h 197918"/>
                <a:gd name="connsiteX9" fmla="*/ 77371 w 197819"/>
                <a:gd name="connsiteY9" fmla="*/ 190028 h 197918"/>
                <a:gd name="connsiteX10" fmla="*/ 82044 w 197819"/>
                <a:gd name="connsiteY10" fmla="*/ 187772 h 197918"/>
                <a:gd name="connsiteX11" fmla="*/ 176469 w 197819"/>
                <a:gd name="connsiteY11" fmla="*/ 93365 h 197918"/>
                <a:gd name="connsiteX12" fmla="*/ 190205 w 197819"/>
                <a:gd name="connsiteY12" fmla="*/ 79632 h 197918"/>
                <a:gd name="connsiteX13" fmla="*/ 190205 w 197819"/>
                <a:gd name="connsiteY13" fmla="*/ 42689 h 197918"/>
                <a:gd name="connsiteX14" fmla="*/ 72843 w 197819"/>
                <a:gd name="connsiteY14" fmla="*/ 174695 h 197918"/>
                <a:gd name="connsiteX15" fmla="*/ 16809 w 197819"/>
                <a:gd name="connsiteY15" fmla="*/ 181104 h 197918"/>
                <a:gd name="connsiteX16" fmla="*/ 23214 w 197819"/>
                <a:gd name="connsiteY16" fmla="*/ 125008 h 197918"/>
                <a:gd name="connsiteX17" fmla="*/ 98910 w 197819"/>
                <a:gd name="connsiteY17" fmla="*/ 49249 h 197918"/>
                <a:gd name="connsiteX18" fmla="*/ 148588 w 197819"/>
                <a:gd name="connsiteY18" fmla="*/ 98974 h 197918"/>
                <a:gd name="connsiteX19" fmla="*/ 72849 w 197819"/>
                <a:gd name="connsiteY19" fmla="*/ 174695 h 197918"/>
                <a:gd name="connsiteX20" fmla="*/ 179114 w 197819"/>
                <a:gd name="connsiteY20" fmla="*/ 68446 h 197918"/>
                <a:gd name="connsiteX21" fmla="*/ 159717 w 197819"/>
                <a:gd name="connsiteY21" fmla="*/ 87838 h 197918"/>
                <a:gd name="connsiteX22" fmla="*/ 110038 w 197819"/>
                <a:gd name="connsiteY22" fmla="*/ 38107 h 197918"/>
                <a:gd name="connsiteX23" fmla="*/ 129367 w 197819"/>
                <a:gd name="connsiteY23" fmla="*/ 18766 h 197918"/>
                <a:gd name="connsiteX24" fmla="*/ 144003 w 197819"/>
                <a:gd name="connsiteY24" fmla="*/ 18766 h 197918"/>
                <a:gd name="connsiteX25" fmla="*/ 179045 w 197819"/>
                <a:gd name="connsiteY25" fmla="*/ 53831 h 197918"/>
                <a:gd name="connsiteX26" fmla="*/ 179114 w 197819"/>
                <a:gd name="connsiteY26" fmla="*/ 68446 h 197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97819" h="197918">
                  <a:moveTo>
                    <a:pt x="190186" y="42695"/>
                  </a:moveTo>
                  <a:lnTo>
                    <a:pt x="155132" y="7617"/>
                  </a:lnTo>
                  <a:cubicBezTo>
                    <a:pt x="144973" y="-2536"/>
                    <a:pt x="128428" y="-2542"/>
                    <a:pt x="118245" y="7617"/>
                  </a:cubicBezTo>
                  <a:lnTo>
                    <a:pt x="10140" y="115807"/>
                  </a:lnTo>
                  <a:cubicBezTo>
                    <a:pt x="8880" y="117067"/>
                    <a:pt x="8087" y="118712"/>
                    <a:pt x="7885" y="120483"/>
                  </a:cubicBezTo>
                  <a:lnTo>
                    <a:pt x="50" y="189152"/>
                  </a:lnTo>
                  <a:cubicBezTo>
                    <a:pt x="-220" y="191534"/>
                    <a:pt x="611" y="193917"/>
                    <a:pt x="2305" y="195612"/>
                  </a:cubicBezTo>
                  <a:cubicBezTo>
                    <a:pt x="3785" y="197099"/>
                    <a:pt x="5794" y="197918"/>
                    <a:pt x="7872" y="197918"/>
                  </a:cubicBezTo>
                  <a:cubicBezTo>
                    <a:pt x="8168" y="197918"/>
                    <a:pt x="8471" y="197900"/>
                    <a:pt x="8767" y="197868"/>
                  </a:cubicBezTo>
                  <a:lnTo>
                    <a:pt x="77371" y="190028"/>
                  </a:lnTo>
                  <a:cubicBezTo>
                    <a:pt x="79141" y="189826"/>
                    <a:pt x="80784" y="189032"/>
                    <a:pt x="82044" y="187772"/>
                  </a:cubicBezTo>
                  <a:lnTo>
                    <a:pt x="176469" y="93365"/>
                  </a:lnTo>
                  <a:lnTo>
                    <a:pt x="190205" y="79632"/>
                  </a:lnTo>
                  <a:cubicBezTo>
                    <a:pt x="200358" y="69448"/>
                    <a:pt x="200358" y="52879"/>
                    <a:pt x="190205" y="42689"/>
                  </a:cubicBezTo>
                  <a:close/>
                  <a:moveTo>
                    <a:pt x="72843" y="174695"/>
                  </a:moveTo>
                  <a:lnTo>
                    <a:pt x="16809" y="181104"/>
                  </a:lnTo>
                  <a:lnTo>
                    <a:pt x="23214" y="125008"/>
                  </a:lnTo>
                  <a:lnTo>
                    <a:pt x="98910" y="49249"/>
                  </a:lnTo>
                  <a:lnTo>
                    <a:pt x="148588" y="98974"/>
                  </a:lnTo>
                  <a:lnTo>
                    <a:pt x="72849" y="174695"/>
                  </a:lnTo>
                  <a:close/>
                  <a:moveTo>
                    <a:pt x="179114" y="68446"/>
                  </a:moveTo>
                  <a:lnTo>
                    <a:pt x="159717" y="87838"/>
                  </a:lnTo>
                  <a:lnTo>
                    <a:pt x="110038" y="38107"/>
                  </a:lnTo>
                  <a:lnTo>
                    <a:pt x="129367" y="18766"/>
                  </a:lnTo>
                  <a:cubicBezTo>
                    <a:pt x="133416" y="14739"/>
                    <a:pt x="139985" y="14732"/>
                    <a:pt x="144003" y="18766"/>
                  </a:cubicBezTo>
                  <a:lnTo>
                    <a:pt x="179045" y="53831"/>
                  </a:lnTo>
                  <a:cubicBezTo>
                    <a:pt x="183082" y="57883"/>
                    <a:pt x="183082" y="64469"/>
                    <a:pt x="179114" y="68446"/>
                  </a:cubicBezTo>
                  <a:close/>
                </a:path>
              </a:pathLst>
            </a:custGeom>
            <a:grpFill/>
            <a:ln w="0" cap="flat">
              <a:noFill/>
              <a:prstDash val="solid"/>
              <a:miter/>
            </a:ln>
          </p:spPr>
          <p:txBody>
            <a:bodyPr rtlCol="0" anchor="ctr"/>
            <a:lstStyle/>
            <a:p>
              <a:endParaRPr lang="de-DE"/>
            </a:p>
          </p:txBody>
        </p:sp>
      </p:grpSp>
      <p:sp>
        <p:nvSpPr>
          <p:cNvPr id="552" name="Freihandform 551">
            <a:extLst>
              <a:ext uri="{FF2B5EF4-FFF2-40B4-BE49-F238E27FC236}">
                <a16:creationId xmlns:a16="http://schemas.microsoft.com/office/drawing/2014/main" id="{1B220B24-2516-6D2A-59C5-284475F97C1A}"/>
              </a:ext>
            </a:extLst>
          </p:cNvPr>
          <p:cNvSpPr/>
          <p:nvPr/>
        </p:nvSpPr>
        <p:spPr>
          <a:xfrm>
            <a:off x="7699923" y="5094431"/>
            <a:ext cx="331403" cy="341043"/>
          </a:xfrm>
          <a:custGeom>
            <a:avLst/>
            <a:gdLst>
              <a:gd name="connsiteX0" fmla="*/ 328949 w 331403"/>
              <a:gd name="connsiteY0" fmla="*/ 127702 h 341043"/>
              <a:gd name="connsiteX1" fmla="*/ 328949 w 331403"/>
              <a:gd name="connsiteY1" fmla="*/ 127702 h 341043"/>
              <a:gd name="connsiteX2" fmla="*/ 306371 w 331403"/>
              <a:gd name="connsiteY2" fmla="*/ 113496 h 341043"/>
              <a:gd name="connsiteX3" fmla="*/ 190828 w 331403"/>
              <a:gd name="connsiteY3" fmla="*/ 113496 h 341043"/>
              <a:gd name="connsiteX4" fmla="*/ 190828 w 331403"/>
              <a:gd name="connsiteY4" fmla="*/ 25133 h 341043"/>
              <a:gd name="connsiteX5" fmla="*/ 165775 w 331403"/>
              <a:gd name="connsiteY5" fmla="*/ 0 h 341043"/>
              <a:gd name="connsiteX6" fmla="*/ 165750 w 331403"/>
              <a:gd name="connsiteY6" fmla="*/ 0 h 341043"/>
              <a:gd name="connsiteX7" fmla="*/ 146075 w 331403"/>
              <a:gd name="connsiteY7" fmla="*/ 9529 h 341043"/>
              <a:gd name="connsiteX8" fmla="*/ 5466 w 331403"/>
              <a:gd name="connsiteY8" fmla="*/ 186860 h 341043"/>
              <a:gd name="connsiteX9" fmla="*/ 163 w 331403"/>
              <a:gd name="connsiteY9" fmla="*/ 205320 h 341043"/>
              <a:gd name="connsiteX10" fmla="*/ 9459 w 331403"/>
              <a:gd name="connsiteY10" fmla="*/ 222121 h 341043"/>
              <a:gd name="connsiteX11" fmla="*/ 25047 w 331403"/>
              <a:gd name="connsiteY11" fmla="*/ 227585 h 341043"/>
              <a:gd name="connsiteX12" fmla="*/ 140627 w 331403"/>
              <a:gd name="connsiteY12" fmla="*/ 227585 h 341043"/>
              <a:gd name="connsiteX13" fmla="*/ 140627 w 331403"/>
              <a:gd name="connsiteY13" fmla="*/ 315936 h 341043"/>
              <a:gd name="connsiteX14" fmla="*/ 157430 w 331403"/>
              <a:gd name="connsiteY14" fmla="*/ 339607 h 341043"/>
              <a:gd name="connsiteX15" fmla="*/ 165750 w 331403"/>
              <a:gd name="connsiteY15" fmla="*/ 341044 h 341043"/>
              <a:gd name="connsiteX16" fmla="*/ 185412 w 331403"/>
              <a:gd name="connsiteY16" fmla="*/ 331559 h 341043"/>
              <a:gd name="connsiteX17" fmla="*/ 326015 w 331403"/>
              <a:gd name="connsiteY17" fmla="*/ 154177 h 341043"/>
              <a:gd name="connsiteX18" fmla="*/ 328956 w 331403"/>
              <a:gd name="connsiteY18" fmla="*/ 127714 h 341043"/>
              <a:gd name="connsiteX19" fmla="*/ 313664 w 331403"/>
              <a:gd name="connsiteY19" fmla="*/ 144377 h 341043"/>
              <a:gd name="connsiteX20" fmla="*/ 173093 w 331403"/>
              <a:gd name="connsiteY20" fmla="*/ 321728 h 341043"/>
              <a:gd name="connsiteX21" fmla="*/ 162632 w 331403"/>
              <a:gd name="connsiteY21" fmla="*/ 324734 h 341043"/>
              <a:gd name="connsiteX22" fmla="*/ 156366 w 331403"/>
              <a:gd name="connsiteY22" fmla="*/ 315923 h 341043"/>
              <a:gd name="connsiteX23" fmla="*/ 156366 w 331403"/>
              <a:gd name="connsiteY23" fmla="*/ 219701 h 341043"/>
              <a:gd name="connsiteX24" fmla="*/ 148493 w 331403"/>
              <a:gd name="connsiteY24" fmla="*/ 211823 h 341043"/>
              <a:gd name="connsiteX25" fmla="*/ 25065 w 331403"/>
              <a:gd name="connsiteY25" fmla="*/ 211823 h 341043"/>
              <a:gd name="connsiteX26" fmla="*/ 19265 w 331403"/>
              <a:gd name="connsiteY26" fmla="*/ 209788 h 341043"/>
              <a:gd name="connsiteX27" fmla="*/ 15801 w 331403"/>
              <a:gd name="connsiteY27" fmla="*/ 203542 h 341043"/>
              <a:gd name="connsiteX28" fmla="*/ 17785 w 331403"/>
              <a:gd name="connsiteY28" fmla="*/ 196661 h 341043"/>
              <a:gd name="connsiteX29" fmla="*/ 158419 w 331403"/>
              <a:gd name="connsiteY29" fmla="*/ 19304 h 341043"/>
              <a:gd name="connsiteX30" fmla="*/ 165737 w 331403"/>
              <a:gd name="connsiteY30" fmla="*/ 15756 h 341043"/>
              <a:gd name="connsiteX31" fmla="*/ 165750 w 331403"/>
              <a:gd name="connsiteY31" fmla="*/ 15756 h 341043"/>
              <a:gd name="connsiteX32" fmla="*/ 175071 w 331403"/>
              <a:gd name="connsiteY32" fmla="*/ 25120 h 341043"/>
              <a:gd name="connsiteX33" fmla="*/ 175071 w 331403"/>
              <a:gd name="connsiteY33" fmla="*/ 121368 h 341043"/>
              <a:gd name="connsiteX34" fmla="*/ 182943 w 331403"/>
              <a:gd name="connsiteY34" fmla="*/ 129246 h 341043"/>
              <a:gd name="connsiteX35" fmla="*/ 306352 w 331403"/>
              <a:gd name="connsiteY35" fmla="*/ 129246 h 341043"/>
              <a:gd name="connsiteX36" fmla="*/ 314754 w 331403"/>
              <a:gd name="connsiteY36" fmla="*/ 134533 h 341043"/>
              <a:gd name="connsiteX37" fmla="*/ 313658 w 331403"/>
              <a:gd name="connsiteY37" fmla="*/ 144377 h 341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31403" h="341043">
                <a:moveTo>
                  <a:pt x="328949" y="127702"/>
                </a:moveTo>
                <a:cubicBezTo>
                  <a:pt x="328949" y="127702"/>
                  <a:pt x="328949" y="127702"/>
                  <a:pt x="328949" y="127702"/>
                </a:cubicBezTo>
                <a:cubicBezTo>
                  <a:pt x="324793" y="119074"/>
                  <a:pt x="315932" y="113496"/>
                  <a:pt x="306371" y="113496"/>
                </a:cubicBezTo>
                <a:lnTo>
                  <a:pt x="190828" y="113496"/>
                </a:lnTo>
                <a:lnTo>
                  <a:pt x="190828" y="25133"/>
                </a:lnTo>
                <a:cubicBezTo>
                  <a:pt x="190847" y="11300"/>
                  <a:pt x="179612" y="25"/>
                  <a:pt x="165775" y="0"/>
                </a:cubicBezTo>
                <a:lnTo>
                  <a:pt x="165750" y="0"/>
                </a:lnTo>
                <a:cubicBezTo>
                  <a:pt x="158016" y="0"/>
                  <a:pt x="150849" y="3479"/>
                  <a:pt x="146075" y="9529"/>
                </a:cubicBezTo>
                <a:lnTo>
                  <a:pt x="5466" y="186860"/>
                </a:lnTo>
                <a:cubicBezTo>
                  <a:pt x="1291" y="192104"/>
                  <a:pt x="-592" y="198658"/>
                  <a:pt x="163" y="205320"/>
                </a:cubicBezTo>
                <a:cubicBezTo>
                  <a:pt x="919" y="211987"/>
                  <a:pt x="4225" y="217949"/>
                  <a:pt x="9459" y="222121"/>
                </a:cubicBezTo>
                <a:cubicBezTo>
                  <a:pt x="13880" y="225651"/>
                  <a:pt x="19422" y="227585"/>
                  <a:pt x="25047" y="227585"/>
                </a:cubicBezTo>
                <a:lnTo>
                  <a:pt x="140627" y="227585"/>
                </a:lnTo>
                <a:lnTo>
                  <a:pt x="140627" y="315936"/>
                </a:lnTo>
                <a:cubicBezTo>
                  <a:pt x="140627" y="326612"/>
                  <a:pt x="147410" y="336135"/>
                  <a:pt x="157430" y="339607"/>
                </a:cubicBezTo>
                <a:cubicBezTo>
                  <a:pt x="160107" y="340559"/>
                  <a:pt x="162903" y="341044"/>
                  <a:pt x="165750" y="341044"/>
                </a:cubicBezTo>
                <a:cubicBezTo>
                  <a:pt x="173433" y="341044"/>
                  <a:pt x="180588" y="337591"/>
                  <a:pt x="185412" y="331559"/>
                </a:cubicBezTo>
                <a:lnTo>
                  <a:pt x="326015" y="154177"/>
                </a:lnTo>
                <a:cubicBezTo>
                  <a:pt x="331922" y="146690"/>
                  <a:pt x="333081" y="136310"/>
                  <a:pt x="328956" y="127714"/>
                </a:cubicBezTo>
                <a:close/>
                <a:moveTo>
                  <a:pt x="313664" y="144377"/>
                </a:moveTo>
                <a:lnTo>
                  <a:pt x="173093" y="321728"/>
                </a:lnTo>
                <a:cubicBezTo>
                  <a:pt x="170637" y="324797"/>
                  <a:pt x="166543" y="326101"/>
                  <a:pt x="162632" y="324734"/>
                </a:cubicBezTo>
                <a:cubicBezTo>
                  <a:pt x="158885" y="323429"/>
                  <a:pt x="156372" y="319887"/>
                  <a:pt x="156366" y="315923"/>
                </a:cubicBezTo>
                <a:lnTo>
                  <a:pt x="156366" y="219701"/>
                </a:lnTo>
                <a:cubicBezTo>
                  <a:pt x="156366" y="215353"/>
                  <a:pt x="152839" y="211823"/>
                  <a:pt x="148493" y="211823"/>
                </a:cubicBezTo>
                <a:lnTo>
                  <a:pt x="25065" y="211823"/>
                </a:lnTo>
                <a:cubicBezTo>
                  <a:pt x="22975" y="211823"/>
                  <a:pt x="20915" y="211105"/>
                  <a:pt x="19265" y="209788"/>
                </a:cubicBezTo>
                <a:cubicBezTo>
                  <a:pt x="17313" y="208238"/>
                  <a:pt x="16085" y="206013"/>
                  <a:pt x="15801" y="203542"/>
                </a:cubicBezTo>
                <a:cubicBezTo>
                  <a:pt x="15524" y="201059"/>
                  <a:pt x="16223" y="198626"/>
                  <a:pt x="17785" y="196661"/>
                </a:cubicBezTo>
                <a:lnTo>
                  <a:pt x="158419" y="19304"/>
                </a:lnTo>
                <a:cubicBezTo>
                  <a:pt x="160195" y="17048"/>
                  <a:pt x="162865" y="15756"/>
                  <a:pt x="165737" y="15756"/>
                </a:cubicBezTo>
                <a:lnTo>
                  <a:pt x="165750" y="15756"/>
                </a:lnTo>
                <a:cubicBezTo>
                  <a:pt x="170895" y="15768"/>
                  <a:pt x="175077" y="19965"/>
                  <a:pt x="175071" y="25120"/>
                </a:cubicBezTo>
                <a:lnTo>
                  <a:pt x="175071" y="121368"/>
                </a:lnTo>
                <a:cubicBezTo>
                  <a:pt x="175071" y="125716"/>
                  <a:pt x="178598" y="129246"/>
                  <a:pt x="182943" y="129246"/>
                </a:cubicBezTo>
                <a:lnTo>
                  <a:pt x="306352" y="129246"/>
                </a:lnTo>
                <a:cubicBezTo>
                  <a:pt x="309904" y="129246"/>
                  <a:pt x="313204" y="131319"/>
                  <a:pt x="314754" y="134533"/>
                </a:cubicBezTo>
                <a:cubicBezTo>
                  <a:pt x="316284" y="137735"/>
                  <a:pt x="315856" y="141598"/>
                  <a:pt x="313658" y="144377"/>
                </a:cubicBezTo>
                <a:close/>
              </a:path>
            </a:pathLst>
          </a:custGeom>
          <a:solidFill>
            <a:schemeClr val="tx1"/>
          </a:solidFill>
          <a:ln w="0" cap="flat">
            <a:noFill/>
            <a:prstDash val="solid"/>
            <a:miter/>
          </a:ln>
        </p:spPr>
        <p:txBody>
          <a:bodyPr rtlCol="0" anchor="ctr"/>
          <a:lstStyle/>
          <a:p>
            <a:endParaRPr lang="de-DE"/>
          </a:p>
        </p:txBody>
      </p:sp>
      <p:sp>
        <p:nvSpPr>
          <p:cNvPr id="553" name="Freihandform 552">
            <a:extLst>
              <a:ext uri="{FF2B5EF4-FFF2-40B4-BE49-F238E27FC236}">
                <a16:creationId xmlns:a16="http://schemas.microsoft.com/office/drawing/2014/main" id="{5FB404BC-17FE-87F9-7C4F-F5EFC2B09FFB}"/>
              </a:ext>
            </a:extLst>
          </p:cNvPr>
          <p:cNvSpPr/>
          <p:nvPr/>
        </p:nvSpPr>
        <p:spPr>
          <a:xfrm>
            <a:off x="6222844" y="4355762"/>
            <a:ext cx="320094" cy="322351"/>
          </a:xfrm>
          <a:custGeom>
            <a:avLst/>
            <a:gdLst>
              <a:gd name="connsiteX0" fmla="*/ 200843 w 320094"/>
              <a:gd name="connsiteY0" fmla="*/ 159610 h 322351"/>
              <a:gd name="connsiteX1" fmla="*/ 245048 w 320094"/>
              <a:gd name="connsiteY1" fmla="*/ 85036 h 322351"/>
              <a:gd name="connsiteX2" fmla="*/ 160070 w 320094"/>
              <a:gd name="connsiteY2" fmla="*/ 0 h 322351"/>
              <a:gd name="connsiteX3" fmla="*/ 75097 w 320094"/>
              <a:gd name="connsiteY3" fmla="*/ 85036 h 322351"/>
              <a:gd name="connsiteX4" fmla="*/ 119284 w 320094"/>
              <a:gd name="connsiteY4" fmla="*/ 159597 h 322351"/>
              <a:gd name="connsiteX5" fmla="*/ 0 w 320094"/>
              <a:gd name="connsiteY5" fmla="*/ 314474 h 322351"/>
              <a:gd name="connsiteX6" fmla="*/ 7872 w 320094"/>
              <a:gd name="connsiteY6" fmla="*/ 322352 h 322351"/>
              <a:gd name="connsiteX7" fmla="*/ 312222 w 320094"/>
              <a:gd name="connsiteY7" fmla="*/ 322352 h 322351"/>
              <a:gd name="connsiteX8" fmla="*/ 320095 w 320094"/>
              <a:gd name="connsiteY8" fmla="*/ 314474 h 322351"/>
              <a:gd name="connsiteX9" fmla="*/ 200849 w 320094"/>
              <a:gd name="connsiteY9" fmla="*/ 159610 h 322351"/>
              <a:gd name="connsiteX10" fmla="*/ 90836 w 320094"/>
              <a:gd name="connsiteY10" fmla="*/ 85036 h 322351"/>
              <a:gd name="connsiteX11" fmla="*/ 160063 w 320094"/>
              <a:gd name="connsiteY11" fmla="*/ 15756 h 322351"/>
              <a:gd name="connsiteX12" fmla="*/ 229297 w 320094"/>
              <a:gd name="connsiteY12" fmla="*/ 85036 h 322351"/>
              <a:gd name="connsiteX13" fmla="*/ 160063 w 320094"/>
              <a:gd name="connsiteY13" fmla="*/ 154316 h 322351"/>
              <a:gd name="connsiteX14" fmla="*/ 90836 w 320094"/>
              <a:gd name="connsiteY14" fmla="*/ 85036 h 322351"/>
              <a:gd name="connsiteX15" fmla="*/ 15940 w 320094"/>
              <a:gd name="connsiteY15" fmla="*/ 306596 h 322351"/>
              <a:gd name="connsiteX16" fmla="*/ 160038 w 320094"/>
              <a:gd name="connsiteY16" fmla="*/ 170071 h 322351"/>
              <a:gd name="connsiteX17" fmla="*/ 304130 w 320094"/>
              <a:gd name="connsiteY17" fmla="*/ 306596 h 322351"/>
              <a:gd name="connsiteX18" fmla="*/ 15940 w 320094"/>
              <a:gd name="connsiteY18" fmla="*/ 306596 h 322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20094" h="322351">
                <a:moveTo>
                  <a:pt x="200843" y="159610"/>
                </a:moveTo>
                <a:cubicBezTo>
                  <a:pt x="227162" y="145140"/>
                  <a:pt x="245048" y="117145"/>
                  <a:pt x="245048" y="85036"/>
                </a:cubicBezTo>
                <a:cubicBezTo>
                  <a:pt x="245048" y="38147"/>
                  <a:pt x="206926" y="0"/>
                  <a:pt x="160070" y="0"/>
                </a:cubicBezTo>
                <a:cubicBezTo>
                  <a:pt x="113213" y="0"/>
                  <a:pt x="75097" y="38147"/>
                  <a:pt x="75097" y="85036"/>
                </a:cubicBezTo>
                <a:cubicBezTo>
                  <a:pt x="75097" y="117139"/>
                  <a:pt x="92977" y="145127"/>
                  <a:pt x="119284" y="159597"/>
                </a:cubicBezTo>
                <a:cubicBezTo>
                  <a:pt x="50718" y="177684"/>
                  <a:pt x="0" y="240259"/>
                  <a:pt x="0" y="314474"/>
                </a:cubicBezTo>
                <a:cubicBezTo>
                  <a:pt x="0" y="318822"/>
                  <a:pt x="3527" y="322352"/>
                  <a:pt x="7872" y="322352"/>
                </a:cubicBezTo>
                <a:lnTo>
                  <a:pt x="312222" y="322352"/>
                </a:lnTo>
                <a:cubicBezTo>
                  <a:pt x="316568" y="322352"/>
                  <a:pt x="320095" y="318822"/>
                  <a:pt x="320095" y="314474"/>
                </a:cubicBezTo>
                <a:cubicBezTo>
                  <a:pt x="320095" y="240272"/>
                  <a:pt x="269402" y="177710"/>
                  <a:pt x="200849" y="159610"/>
                </a:cubicBezTo>
                <a:close/>
                <a:moveTo>
                  <a:pt x="90836" y="85036"/>
                </a:moveTo>
                <a:cubicBezTo>
                  <a:pt x="90836" y="46832"/>
                  <a:pt x="121891" y="15756"/>
                  <a:pt x="160063" y="15756"/>
                </a:cubicBezTo>
                <a:cubicBezTo>
                  <a:pt x="198235" y="15756"/>
                  <a:pt x="229297" y="46838"/>
                  <a:pt x="229297" y="85036"/>
                </a:cubicBezTo>
                <a:cubicBezTo>
                  <a:pt x="229297" y="123233"/>
                  <a:pt x="198235" y="154316"/>
                  <a:pt x="160063" y="154316"/>
                </a:cubicBezTo>
                <a:cubicBezTo>
                  <a:pt x="121891" y="154316"/>
                  <a:pt x="90836" y="123233"/>
                  <a:pt x="90836" y="85036"/>
                </a:cubicBezTo>
                <a:close/>
                <a:moveTo>
                  <a:pt x="15940" y="306596"/>
                </a:moveTo>
                <a:cubicBezTo>
                  <a:pt x="20046" y="230623"/>
                  <a:pt x="83108" y="170071"/>
                  <a:pt x="160038" y="170071"/>
                </a:cubicBezTo>
                <a:cubicBezTo>
                  <a:pt x="236968" y="170071"/>
                  <a:pt x="300023" y="230623"/>
                  <a:pt x="304130" y="306596"/>
                </a:cubicBezTo>
                <a:lnTo>
                  <a:pt x="15940" y="306596"/>
                </a:lnTo>
                <a:close/>
              </a:path>
            </a:pathLst>
          </a:custGeom>
          <a:solidFill>
            <a:schemeClr val="tx1"/>
          </a:solidFill>
          <a:ln w="0" cap="flat">
            <a:noFill/>
            <a:prstDash val="solid"/>
            <a:miter/>
          </a:ln>
        </p:spPr>
        <p:txBody>
          <a:bodyPr rtlCol="0" anchor="ctr"/>
          <a:lstStyle/>
          <a:p>
            <a:endParaRPr lang="de-DE"/>
          </a:p>
        </p:txBody>
      </p:sp>
      <p:sp>
        <p:nvSpPr>
          <p:cNvPr id="554" name="Freihandform 553">
            <a:extLst>
              <a:ext uri="{FF2B5EF4-FFF2-40B4-BE49-F238E27FC236}">
                <a16:creationId xmlns:a16="http://schemas.microsoft.com/office/drawing/2014/main" id="{A4D87FE1-971A-9F8D-54BE-8D5061876211}"/>
              </a:ext>
            </a:extLst>
          </p:cNvPr>
          <p:cNvSpPr/>
          <p:nvPr/>
        </p:nvSpPr>
        <p:spPr>
          <a:xfrm>
            <a:off x="5492137" y="5106251"/>
            <a:ext cx="309358" cy="309580"/>
          </a:xfrm>
          <a:custGeom>
            <a:avLst/>
            <a:gdLst>
              <a:gd name="connsiteX0" fmla="*/ 289010 w 309358"/>
              <a:gd name="connsiteY0" fmla="*/ 213913 h 309580"/>
              <a:gd name="connsiteX1" fmla="*/ 238217 w 309358"/>
              <a:gd name="connsiteY1" fmla="*/ 179225 h 309580"/>
              <a:gd name="connsiteX2" fmla="*/ 190806 w 309358"/>
              <a:gd name="connsiteY2" fmla="*/ 187418 h 309580"/>
              <a:gd name="connsiteX3" fmla="*/ 156457 w 309358"/>
              <a:gd name="connsiteY3" fmla="*/ 187935 h 309580"/>
              <a:gd name="connsiteX4" fmla="*/ 139011 w 309358"/>
              <a:gd name="connsiteY4" fmla="*/ 170490 h 309580"/>
              <a:gd name="connsiteX5" fmla="*/ 138999 w 309358"/>
              <a:gd name="connsiteY5" fmla="*/ 170472 h 309580"/>
              <a:gd name="connsiteX6" fmla="*/ 121623 w 309358"/>
              <a:gd name="connsiteY6" fmla="*/ 153096 h 309580"/>
              <a:gd name="connsiteX7" fmla="*/ 122152 w 309358"/>
              <a:gd name="connsiteY7" fmla="*/ 118560 h 309580"/>
              <a:gd name="connsiteX8" fmla="*/ 129942 w 309358"/>
              <a:gd name="connsiteY8" fmla="*/ 70644 h 309580"/>
              <a:gd name="connsiteX9" fmla="*/ 95555 w 309358"/>
              <a:gd name="connsiteY9" fmla="*/ 20278 h 309580"/>
              <a:gd name="connsiteX10" fmla="*/ 48541 w 309358"/>
              <a:gd name="connsiteY10" fmla="*/ 1579 h 309580"/>
              <a:gd name="connsiteX11" fmla="*/ 613 w 309358"/>
              <a:gd name="connsiteY11" fmla="*/ 55356 h 309580"/>
              <a:gd name="connsiteX12" fmla="*/ 80793 w 309358"/>
              <a:gd name="connsiteY12" fmla="*/ 228717 h 309580"/>
              <a:gd name="connsiteX13" fmla="*/ 240642 w 309358"/>
              <a:gd name="connsiteY13" fmla="*/ 309580 h 309580"/>
              <a:gd name="connsiteX14" fmla="*/ 254044 w 309358"/>
              <a:gd name="connsiteY14" fmla="*/ 308962 h 309580"/>
              <a:gd name="connsiteX15" fmla="*/ 307778 w 309358"/>
              <a:gd name="connsiteY15" fmla="*/ 261022 h 309580"/>
              <a:gd name="connsiteX16" fmla="*/ 289017 w 309358"/>
              <a:gd name="connsiteY16" fmla="*/ 213907 h 309580"/>
              <a:gd name="connsiteX17" fmla="*/ 292613 w 309358"/>
              <a:gd name="connsiteY17" fmla="*/ 256774 h 309580"/>
              <a:gd name="connsiteX18" fmla="*/ 252583 w 309358"/>
              <a:gd name="connsiteY18" fmla="*/ 293277 h 309580"/>
              <a:gd name="connsiteX19" fmla="*/ 91921 w 309358"/>
              <a:gd name="connsiteY19" fmla="*/ 217580 h 309580"/>
              <a:gd name="connsiteX20" fmla="*/ 16283 w 309358"/>
              <a:gd name="connsiteY20" fmla="*/ 56805 h 309580"/>
              <a:gd name="connsiteX21" fmla="*/ 52773 w 309358"/>
              <a:gd name="connsiteY21" fmla="*/ 16761 h 309580"/>
              <a:gd name="connsiteX22" fmla="*/ 59676 w 309358"/>
              <a:gd name="connsiteY22" fmla="*/ 15752 h 309580"/>
              <a:gd name="connsiteX23" fmla="*/ 83312 w 309358"/>
              <a:gd name="connsiteY23" fmla="*/ 30197 h 309580"/>
              <a:gd name="connsiteX24" fmla="*/ 116043 w 309358"/>
              <a:gd name="connsiteY24" fmla="*/ 78037 h 309580"/>
              <a:gd name="connsiteX25" fmla="*/ 111105 w 309358"/>
              <a:gd name="connsiteY25" fmla="*/ 107330 h 309580"/>
              <a:gd name="connsiteX26" fmla="*/ 110400 w 309358"/>
              <a:gd name="connsiteY26" fmla="*/ 164151 h 309580"/>
              <a:gd name="connsiteX27" fmla="*/ 127851 w 309358"/>
              <a:gd name="connsiteY27" fmla="*/ 181614 h 309580"/>
              <a:gd name="connsiteX28" fmla="*/ 145410 w 309358"/>
              <a:gd name="connsiteY28" fmla="*/ 199165 h 309580"/>
              <a:gd name="connsiteX29" fmla="*/ 202016 w 309358"/>
              <a:gd name="connsiteY29" fmla="*/ 198485 h 309580"/>
              <a:gd name="connsiteX30" fmla="*/ 230861 w 309358"/>
              <a:gd name="connsiteY30" fmla="*/ 193153 h 309580"/>
              <a:gd name="connsiteX31" fmla="*/ 279091 w 309358"/>
              <a:gd name="connsiteY31" fmla="*/ 226152 h 309580"/>
              <a:gd name="connsiteX32" fmla="*/ 292613 w 309358"/>
              <a:gd name="connsiteY32" fmla="*/ 256774 h 309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309358" h="309580">
                <a:moveTo>
                  <a:pt x="289010" y="213913"/>
                </a:moveTo>
                <a:cubicBezTo>
                  <a:pt x="273215" y="201220"/>
                  <a:pt x="256305" y="189643"/>
                  <a:pt x="238217" y="179225"/>
                </a:cubicBezTo>
                <a:cubicBezTo>
                  <a:pt x="222315" y="171568"/>
                  <a:pt x="203276" y="174845"/>
                  <a:pt x="190806" y="187418"/>
                </a:cubicBezTo>
                <a:cubicBezTo>
                  <a:pt x="181441" y="197010"/>
                  <a:pt x="165998" y="197212"/>
                  <a:pt x="156457" y="187935"/>
                </a:cubicBezTo>
                <a:cubicBezTo>
                  <a:pt x="141852" y="173352"/>
                  <a:pt x="139024" y="170503"/>
                  <a:pt x="139011" y="170490"/>
                </a:cubicBezTo>
                <a:cubicBezTo>
                  <a:pt x="139011" y="170490"/>
                  <a:pt x="139005" y="170478"/>
                  <a:pt x="138999" y="170472"/>
                </a:cubicBezTo>
                <a:lnTo>
                  <a:pt x="121623" y="153096"/>
                </a:lnTo>
                <a:cubicBezTo>
                  <a:pt x="112295" y="143454"/>
                  <a:pt x="112509" y="127982"/>
                  <a:pt x="122152" y="118560"/>
                </a:cubicBezTo>
                <a:cubicBezTo>
                  <a:pt x="134697" y="106094"/>
                  <a:pt x="137934" y="87043"/>
                  <a:pt x="129942" y="70644"/>
                </a:cubicBezTo>
                <a:cubicBezTo>
                  <a:pt x="119821" y="53087"/>
                  <a:pt x="108265" y="36159"/>
                  <a:pt x="95555" y="20278"/>
                </a:cubicBezTo>
                <a:cubicBezTo>
                  <a:pt x="90309" y="13862"/>
                  <a:pt x="74363" y="-5638"/>
                  <a:pt x="48541" y="1579"/>
                </a:cubicBezTo>
                <a:cubicBezTo>
                  <a:pt x="25188" y="8114"/>
                  <a:pt x="2282" y="37104"/>
                  <a:pt x="613" y="55356"/>
                </a:cubicBezTo>
                <a:cubicBezTo>
                  <a:pt x="-5893" y="125732"/>
                  <a:pt x="40624" y="188477"/>
                  <a:pt x="80793" y="228717"/>
                </a:cubicBezTo>
                <a:cubicBezTo>
                  <a:pt x="118379" y="266372"/>
                  <a:pt x="175678" y="309586"/>
                  <a:pt x="240642" y="309580"/>
                </a:cubicBezTo>
                <a:cubicBezTo>
                  <a:pt x="245069" y="309580"/>
                  <a:pt x="249547" y="309379"/>
                  <a:pt x="254044" y="308962"/>
                </a:cubicBezTo>
                <a:cubicBezTo>
                  <a:pt x="272264" y="307273"/>
                  <a:pt x="301222" y="284371"/>
                  <a:pt x="307778" y="261022"/>
                </a:cubicBezTo>
                <a:cubicBezTo>
                  <a:pt x="315002" y="235208"/>
                  <a:pt x="295485" y="219213"/>
                  <a:pt x="289017" y="213907"/>
                </a:cubicBezTo>
                <a:close/>
                <a:moveTo>
                  <a:pt x="292613" y="256774"/>
                </a:moveTo>
                <a:cubicBezTo>
                  <a:pt x="287732" y="274143"/>
                  <a:pt x="264083" y="292218"/>
                  <a:pt x="252583" y="293277"/>
                </a:cubicBezTo>
                <a:cubicBezTo>
                  <a:pt x="202363" y="298035"/>
                  <a:pt x="145309" y="271061"/>
                  <a:pt x="91921" y="217580"/>
                </a:cubicBezTo>
                <a:cubicBezTo>
                  <a:pt x="54133" y="179729"/>
                  <a:pt x="10337" y="121106"/>
                  <a:pt x="16283" y="56805"/>
                </a:cubicBezTo>
                <a:cubicBezTo>
                  <a:pt x="17341" y="45284"/>
                  <a:pt x="35410" y="21613"/>
                  <a:pt x="52773" y="16761"/>
                </a:cubicBezTo>
                <a:cubicBezTo>
                  <a:pt x="55154" y="16093"/>
                  <a:pt x="57446" y="15752"/>
                  <a:pt x="59676" y="15752"/>
                </a:cubicBezTo>
                <a:cubicBezTo>
                  <a:pt x="67882" y="15752"/>
                  <a:pt x="75257" y="20353"/>
                  <a:pt x="83312" y="30197"/>
                </a:cubicBezTo>
                <a:cubicBezTo>
                  <a:pt x="95473" y="45398"/>
                  <a:pt x="106577" y="61658"/>
                  <a:pt x="116043" y="78037"/>
                </a:cubicBezTo>
                <a:cubicBezTo>
                  <a:pt x="120823" y="87881"/>
                  <a:pt x="118820" y="99673"/>
                  <a:pt x="111105" y="107330"/>
                </a:cubicBezTo>
                <a:cubicBezTo>
                  <a:pt x="95322" y="122751"/>
                  <a:pt x="94970" y="148200"/>
                  <a:pt x="110400" y="164151"/>
                </a:cubicBezTo>
                <a:lnTo>
                  <a:pt x="127851" y="181614"/>
                </a:lnTo>
                <a:cubicBezTo>
                  <a:pt x="127927" y="181696"/>
                  <a:pt x="130855" y="184633"/>
                  <a:pt x="145410" y="199165"/>
                </a:cubicBezTo>
                <a:cubicBezTo>
                  <a:pt x="161224" y="214543"/>
                  <a:pt x="186643" y="214215"/>
                  <a:pt x="202016" y="198485"/>
                </a:cubicBezTo>
                <a:cubicBezTo>
                  <a:pt x="209725" y="190714"/>
                  <a:pt x="221527" y="188672"/>
                  <a:pt x="230861" y="193153"/>
                </a:cubicBezTo>
                <a:cubicBezTo>
                  <a:pt x="247740" y="202897"/>
                  <a:pt x="263982" y="214020"/>
                  <a:pt x="279091" y="226152"/>
                </a:cubicBezTo>
                <a:cubicBezTo>
                  <a:pt x="291687" y="236481"/>
                  <a:pt x="295730" y="245638"/>
                  <a:pt x="292613" y="256774"/>
                </a:cubicBezTo>
                <a:close/>
              </a:path>
            </a:pathLst>
          </a:custGeom>
          <a:solidFill>
            <a:schemeClr val="tx1"/>
          </a:solidFill>
          <a:ln w="0" cap="flat">
            <a:noFill/>
            <a:prstDash val="solid"/>
            <a:miter/>
          </a:ln>
        </p:spPr>
        <p:txBody>
          <a:bodyPr rtlCol="0" anchor="ctr"/>
          <a:lstStyle/>
          <a:p>
            <a:endParaRPr lang="de-DE"/>
          </a:p>
        </p:txBody>
      </p:sp>
      <p:grpSp>
        <p:nvGrpSpPr>
          <p:cNvPr id="555" name="Grafik 463">
            <a:extLst>
              <a:ext uri="{FF2B5EF4-FFF2-40B4-BE49-F238E27FC236}">
                <a16:creationId xmlns:a16="http://schemas.microsoft.com/office/drawing/2014/main" id="{AF16CDEE-5133-AA3E-4C0B-24BAC1772BCC}"/>
              </a:ext>
            </a:extLst>
          </p:cNvPr>
          <p:cNvGrpSpPr/>
          <p:nvPr/>
        </p:nvGrpSpPr>
        <p:grpSpPr>
          <a:xfrm>
            <a:off x="8404116" y="5873611"/>
            <a:ext cx="376240" cy="278696"/>
            <a:chOff x="8404116" y="5873611"/>
            <a:chExt cx="376240" cy="278696"/>
          </a:xfrm>
          <a:solidFill>
            <a:schemeClr val="tx1"/>
          </a:solidFill>
        </p:grpSpPr>
        <p:sp>
          <p:nvSpPr>
            <p:cNvPr id="556" name="Freihandform 555">
              <a:extLst>
                <a:ext uri="{FF2B5EF4-FFF2-40B4-BE49-F238E27FC236}">
                  <a16:creationId xmlns:a16="http://schemas.microsoft.com/office/drawing/2014/main" id="{13554553-D458-CD88-8C9A-985F6A009F67}"/>
                </a:ext>
              </a:extLst>
            </p:cNvPr>
            <p:cNvSpPr/>
            <p:nvPr/>
          </p:nvSpPr>
          <p:spPr>
            <a:xfrm>
              <a:off x="8404116" y="5873611"/>
              <a:ext cx="376240" cy="278696"/>
            </a:xfrm>
            <a:custGeom>
              <a:avLst/>
              <a:gdLst>
                <a:gd name="connsiteX0" fmla="*/ 375784 w 376240"/>
                <a:gd name="connsiteY0" fmla="*/ 136720 h 278696"/>
                <a:gd name="connsiteX1" fmla="*/ 188117 w 376240"/>
                <a:gd name="connsiteY1" fmla="*/ 0 h 278696"/>
                <a:gd name="connsiteX2" fmla="*/ 462 w 376240"/>
                <a:gd name="connsiteY2" fmla="*/ 136657 h 278696"/>
                <a:gd name="connsiteX3" fmla="*/ 487 w 376240"/>
                <a:gd name="connsiteY3" fmla="*/ 142033 h 278696"/>
                <a:gd name="connsiteX4" fmla="*/ 188117 w 376240"/>
                <a:gd name="connsiteY4" fmla="*/ 278696 h 278696"/>
                <a:gd name="connsiteX5" fmla="*/ 375778 w 376240"/>
                <a:gd name="connsiteY5" fmla="*/ 142027 h 278696"/>
                <a:gd name="connsiteX6" fmla="*/ 375778 w 376240"/>
                <a:gd name="connsiteY6" fmla="*/ 136726 h 278696"/>
                <a:gd name="connsiteX7" fmla="*/ 188117 w 376240"/>
                <a:gd name="connsiteY7" fmla="*/ 262928 h 278696"/>
                <a:gd name="connsiteX8" fmla="*/ 16283 w 376240"/>
                <a:gd name="connsiteY8" fmla="*/ 139266 h 278696"/>
                <a:gd name="connsiteX9" fmla="*/ 188117 w 376240"/>
                <a:gd name="connsiteY9" fmla="*/ 15749 h 278696"/>
                <a:gd name="connsiteX10" fmla="*/ 359976 w 376240"/>
                <a:gd name="connsiteY10" fmla="*/ 139354 h 278696"/>
                <a:gd name="connsiteX11" fmla="*/ 188117 w 376240"/>
                <a:gd name="connsiteY11" fmla="*/ 262922 h 278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6240" h="278696">
                  <a:moveTo>
                    <a:pt x="375784" y="136720"/>
                  </a:moveTo>
                  <a:cubicBezTo>
                    <a:pt x="367641" y="113887"/>
                    <a:pt x="320349" y="0"/>
                    <a:pt x="188117" y="0"/>
                  </a:cubicBezTo>
                  <a:cubicBezTo>
                    <a:pt x="55885" y="0"/>
                    <a:pt x="8624" y="113831"/>
                    <a:pt x="462" y="136657"/>
                  </a:cubicBezTo>
                  <a:cubicBezTo>
                    <a:pt x="-161" y="138390"/>
                    <a:pt x="-155" y="140293"/>
                    <a:pt x="487" y="142033"/>
                  </a:cubicBezTo>
                  <a:cubicBezTo>
                    <a:pt x="8883" y="164853"/>
                    <a:pt x="57377" y="278696"/>
                    <a:pt x="188117" y="278696"/>
                  </a:cubicBezTo>
                  <a:cubicBezTo>
                    <a:pt x="320255" y="278696"/>
                    <a:pt x="367628" y="164853"/>
                    <a:pt x="375778" y="142027"/>
                  </a:cubicBezTo>
                  <a:cubicBezTo>
                    <a:pt x="376395" y="140319"/>
                    <a:pt x="376395" y="138440"/>
                    <a:pt x="375778" y="136726"/>
                  </a:cubicBezTo>
                  <a:close/>
                  <a:moveTo>
                    <a:pt x="188117" y="262928"/>
                  </a:moveTo>
                  <a:cubicBezTo>
                    <a:pt x="72284" y="262928"/>
                    <a:pt x="26448" y="165338"/>
                    <a:pt x="16283" y="139266"/>
                  </a:cubicBezTo>
                  <a:cubicBezTo>
                    <a:pt x="26190" y="113200"/>
                    <a:pt x="71100" y="15749"/>
                    <a:pt x="188117" y="15749"/>
                  </a:cubicBezTo>
                  <a:cubicBezTo>
                    <a:pt x="305134" y="15749"/>
                    <a:pt x="350132" y="113352"/>
                    <a:pt x="359976" y="139354"/>
                  </a:cubicBezTo>
                  <a:cubicBezTo>
                    <a:pt x="350114" y="165357"/>
                    <a:pt x="305240" y="262922"/>
                    <a:pt x="188117" y="262922"/>
                  </a:cubicBezTo>
                  <a:close/>
                </a:path>
              </a:pathLst>
            </a:custGeom>
            <a:grpFill/>
            <a:ln w="0" cap="flat">
              <a:noFill/>
              <a:prstDash val="solid"/>
              <a:miter/>
            </a:ln>
          </p:spPr>
          <p:txBody>
            <a:bodyPr rtlCol="0" anchor="ctr"/>
            <a:lstStyle/>
            <a:p>
              <a:endParaRPr lang="de-DE"/>
            </a:p>
          </p:txBody>
        </p:sp>
        <p:sp>
          <p:nvSpPr>
            <p:cNvPr id="557" name="Freihandform 556">
              <a:extLst>
                <a:ext uri="{FF2B5EF4-FFF2-40B4-BE49-F238E27FC236}">
                  <a16:creationId xmlns:a16="http://schemas.microsoft.com/office/drawing/2014/main" id="{C280615C-C2EE-D0DE-1EEC-19D494A9EC2F}"/>
                </a:ext>
              </a:extLst>
            </p:cNvPr>
            <p:cNvSpPr/>
            <p:nvPr/>
          </p:nvSpPr>
          <p:spPr>
            <a:xfrm>
              <a:off x="8513955" y="5934604"/>
              <a:ext cx="156593" cy="156698"/>
            </a:xfrm>
            <a:custGeom>
              <a:avLst/>
              <a:gdLst>
                <a:gd name="connsiteX0" fmla="*/ 78290 w 156593"/>
                <a:gd name="connsiteY0" fmla="*/ 0 h 156698"/>
                <a:gd name="connsiteX1" fmla="*/ 22925 w 156593"/>
                <a:gd name="connsiteY1" fmla="*/ 22966 h 156698"/>
                <a:gd name="connsiteX2" fmla="*/ 0 w 156593"/>
                <a:gd name="connsiteY2" fmla="*/ 78374 h 156698"/>
                <a:gd name="connsiteX3" fmla="*/ 22950 w 156593"/>
                <a:gd name="connsiteY3" fmla="*/ 133771 h 156698"/>
                <a:gd name="connsiteX4" fmla="*/ 78297 w 156593"/>
                <a:gd name="connsiteY4" fmla="*/ 156698 h 156698"/>
                <a:gd name="connsiteX5" fmla="*/ 78322 w 156593"/>
                <a:gd name="connsiteY5" fmla="*/ 156698 h 156698"/>
                <a:gd name="connsiteX6" fmla="*/ 156593 w 156593"/>
                <a:gd name="connsiteY6" fmla="*/ 78318 h 156698"/>
                <a:gd name="connsiteX7" fmla="*/ 78290 w 156593"/>
                <a:gd name="connsiteY7" fmla="*/ 0 h 156698"/>
                <a:gd name="connsiteX8" fmla="*/ 122540 w 156593"/>
                <a:gd name="connsiteY8" fmla="*/ 122591 h 156698"/>
                <a:gd name="connsiteX9" fmla="*/ 78322 w 156593"/>
                <a:gd name="connsiteY9" fmla="*/ 140937 h 156698"/>
                <a:gd name="connsiteX10" fmla="*/ 78297 w 156593"/>
                <a:gd name="connsiteY10" fmla="*/ 140937 h 156698"/>
                <a:gd name="connsiteX11" fmla="*/ 34078 w 156593"/>
                <a:gd name="connsiteY11" fmla="*/ 122622 h 156698"/>
                <a:gd name="connsiteX12" fmla="*/ 15745 w 156593"/>
                <a:gd name="connsiteY12" fmla="*/ 78374 h 156698"/>
                <a:gd name="connsiteX13" fmla="*/ 7872 w 156593"/>
                <a:gd name="connsiteY13" fmla="*/ 78374 h 156698"/>
                <a:gd name="connsiteX14" fmla="*/ 15745 w 156593"/>
                <a:gd name="connsiteY14" fmla="*/ 78374 h 156698"/>
                <a:gd name="connsiteX15" fmla="*/ 34060 w 156593"/>
                <a:gd name="connsiteY15" fmla="*/ 34108 h 156698"/>
                <a:gd name="connsiteX16" fmla="*/ 78284 w 156593"/>
                <a:gd name="connsiteY16" fmla="*/ 15768 h 156698"/>
                <a:gd name="connsiteX17" fmla="*/ 140842 w 156593"/>
                <a:gd name="connsiteY17" fmla="*/ 78336 h 156698"/>
                <a:gd name="connsiteX18" fmla="*/ 122540 w 156593"/>
                <a:gd name="connsiteY18" fmla="*/ 122603 h 156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56593" h="156698">
                  <a:moveTo>
                    <a:pt x="78290" y="0"/>
                  </a:moveTo>
                  <a:cubicBezTo>
                    <a:pt x="57375" y="0"/>
                    <a:pt x="37712" y="8155"/>
                    <a:pt x="22925" y="22966"/>
                  </a:cubicBezTo>
                  <a:cubicBezTo>
                    <a:pt x="8137" y="37769"/>
                    <a:pt x="-6" y="57445"/>
                    <a:pt x="0" y="78374"/>
                  </a:cubicBezTo>
                  <a:cubicBezTo>
                    <a:pt x="6" y="99304"/>
                    <a:pt x="8156" y="118973"/>
                    <a:pt x="22950" y="133771"/>
                  </a:cubicBezTo>
                  <a:cubicBezTo>
                    <a:pt x="37744" y="148556"/>
                    <a:pt x="57394" y="156698"/>
                    <a:pt x="78297" y="156698"/>
                  </a:cubicBezTo>
                  <a:lnTo>
                    <a:pt x="78322" y="156698"/>
                  </a:lnTo>
                  <a:cubicBezTo>
                    <a:pt x="121494" y="156686"/>
                    <a:pt x="156606" y="121526"/>
                    <a:pt x="156593" y="78318"/>
                  </a:cubicBezTo>
                  <a:cubicBezTo>
                    <a:pt x="156574" y="35135"/>
                    <a:pt x="121450" y="0"/>
                    <a:pt x="78290" y="0"/>
                  </a:cubicBezTo>
                  <a:close/>
                  <a:moveTo>
                    <a:pt x="122540" y="122591"/>
                  </a:moveTo>
                  <a:cubicBezTo>
                    <a:pt x="110731" y="134414"/>
                    <a:pt x="95024" y="140930"/>
                    <a:pt x="78322" y="140937"/>
                  </a:cubicBezTo>
                  <a:lnTo>
                    <a:pt x="78297" y="140937"/>
                  </a:lnTo>
                  <a:cubicBezTo>
                    <a:pt x="61601" y="140937"/>
                    <a:pt x="45894" y="134432"/>
                    <a:pt x="34078" y="122622"/>
                  </a:cubicBezTo>
                  <a:cubicBezTo>
                    <a:pt x="22263" y="110806"/>
                    <a:pt x="15751" y="95088"/>
                    <a:pt x="15745" y="78374"/>
                  </a:cubicBezTo>
                  <a:lnTo>
                    <a:pt x="7872" y="78374"/>
                  </a:lnTo>
                  <a:cubicBezTo>
                    <a:pt x="7872" y="78374"/>
                    <a:pt x="15745" y="78374"/>
                    <a:pt x="15745" y="78374"/>
                  </a:cubicBezTo>
                  <a:cubicBezTo>
                    <a:pt x="15745" y="61655"/>
                    <a:pt x="22245" y="45937"/>
                    <a:pt x="34060" y="34108"/>
                  </a:cubicBezTo>
                  <a:cubicBezTo>
                    <a:pt x="45868" y="22285"/>
                    <a:pt x="61575" y="15768"/>
                    <a:pt x="78284" y="15768"/>
                  </a:cubicBezTo>
                  <a:cubicBezTo>
                    <a:pt x="112765" y="15768"/>
                    <a:pt x="140823" y="43838"/>
                    <a:pt x="140842" y="78336"/>
                  </a:cubicBezTo>
                  <a:cubicBezTo>
                    <a:pt x="140842" y="95056"/>
                    <a:pt x="134349" y="110780"/>
                    <a:pt x="122540" y="122603"/>
                  </a:cubicBezTo>
                  <a:close/>
                </a:path>
              </a:pathLst>
            </a:custGeom>
            <a:grpFill/>
            <a:ln w="0" cap="flat">
              <a:noFill/>
              <a:prstDash val="solid"/>
              <a:miter/>
            </a:ln>
          </p:spPr>
          <p:txBody>
            <a:bodyPr rtlCol="0" anchor="ctr"/>
            <a:lstStyle/>
            <a:p>
              <a:endParaRPr lang="de-DE"/>
            </a:p>
          </p:txBody>
        </p:sp>
      </p:grpSp>
      <p:sp>
        <p:nvSpPr>
          <p:cNvPr id="558" name="Freihandform 557">
            <a:extLst>
              <a:ext uri="{FF2B5EF4-FFF2-40B4-BE49-F238E27FC236}">
                <a16:creationId xmlns:a16="http://schemas.microsoft.com/office/drawing/2014/main" id="{D6338D54-D8E4-7134-D4D7-E7A9E8359257}"/>
              </a:ext>
            </a:extLst>
          </p:cNvPr>
          <p:cNvSpPr/>
          <p:nvPr/>
        </p:nvSpPr>
        <p:spPr>
          <a:xfrm>
            <a:off x="11399424" y="5864631"/>
            <a:ext cx="315808" cy="316016"/>
          </a:xfrm>
          <a:custGeom>
            <a:avLst/>
            <a:gdLst>
              <a:gd name="connsiteX0" fmla="*/ 314870 w 315808"/>
              <a:gd name="connsiteY0" fmla="*/ 92339 h 316016"/>
              <a:gd name="connsiteX1" fmla="*/ 282801 w 315808"/>
              <a:gd name="connsiteY1" fmla="*/ 65158 h 316016"/>
              <a:gd name="connsiteX2" fmla="*/ 49467 w 315808"/>
              <a:gd name="connsiteY2" fmla="*/ 2583 h 316016"/>
              <a:gd name="connsiteX3" fmla="*/ 49132 w 315808"/>
              <a:gd name="connsiteY3" fmla="*/ 2495 h 316016"/>
              <a:gd name="connsiteX4" fmla="*/ 49082 w 315808"/>
              <a:gd name="connsiteY4" fmla="*/ 2482 h 316016"/>
              <a:gd name="connsiteX5" fmla="*/ 8744 w 315808"/>
              <a:gd name="connsiteY5" fmla="*/ 8633 h 316016"/>
              <a:gd name="connsiteX6" fmla="*/ 2433 w 315808"/>
              <a:gd name="connsiteY6" fmla="*/ 49125 h 316016"/>
              <a:gd name="connsiteX7" fmla="*/ 45423 w 315808"/>
              <a:gd name="connsiteY7" fmla="*/ 209585 h 316016"/>
              <a:gd name="connsiteX8" fmla="*/ 65085 w 315808"/>
              <a:gd name="connsiteY8" fmla="*/ 283006 h 316016"/>
              <a:gd name="connsiteX9" fmla="*/ 92280 w 315808"/>
              <a:gd name="connsiteY9" fmla="*/ 315097 h 316016"/>
              <a:gd name="connsiteX10" fmla="*/ 99195 w 315808"/>
              <a:gd name="connsiteY10" fmla="*/ 316017 h 316016"/>
              <a:gd name="connsiteX11" fmla="*/ 120111 w 315808"/>
              <a:gd name="connsiteY11" fmla="*/ 306570 h 316016"/>
              <a:gd name="connsiteX12" fmla="*/ 176264 w 315808"/>
              <a:gd name="connsiteY12" fmla="*/ 250398 h 316016"/>
              <a:gd name="connsiteX13" fmla="*/ 243255 w 315808"/>
              <a:gd name="connsiteY13" fmla="*/ 251432 h 316016"/>
              <a:gd name="connsiteX14" fmla="*/ 243381 w 315808"/>
              <a:gd name="connsiteY14" fmla="*/ 251432 h 316016"/>
              <a:gd name="connsiteX15" fmla="*/ 248949 w 315808"/>
              <a:gd name="connsiteY15" fmla="*/ 249106 h 316016"/>
              <a:gd name="connsiteX16" fmla="*/ 248949 w 315808"/>
              <a:gd name="connsiteY16" fmla="*/ 249106 h 316016"/>
              <a:gd name="connsiteX17" fmla="*/ 248968 w 315808"/>
              <a:gd name="connsiteY17" fmla="*/ 249075 h 316016"/>
              <a:gd name="connsiteX18" fmla="*/ 250630 w 315808"/>
              <a:gd name="connsiteY18" fmla="*/ 246573 h 316016"/>
              <a:gd name="connsiteX19" fmla="*/ 250895 w 315808"/>
              <a:gd name="connsiteY19" fmla="*/ 245363 h 316016"/>
              <a:gd name="connsiteX20" fmla="*/ 251260 w 315808"/>
              <a:gd name="connsiteY20" fmla="*/ 243680 h 316016"/>
              <a:gd name="connsiteX21" fmla="*/ 251235 w 315808"/>
              <a:gd name="connsiteY21" fmla="*/ 243548 h 316016"/>
              <a:gd name="connsiteX22" fmla="*/ 251260 w 315808"/>
              <a:gd name="connsiteY22" fmla="*/ 243422 h 316016"/>
              <a:gd name="connsiteX23" fmla="*/ 250246 w 315808"/>
              <a:gd name="connsiteY23" fmla="*/ 176385 h 316016"/>
              <a:gd name="connsiteX24" fmla="*/ 306361 w 315808"/>
              <a:gd name="connsiteY24" fmla="*/ 120226 h 316016"/>
              <a:gd name="connsiteX25" fmla="*/ 314882 w 315808"/>
              <a:gd name="connsiteY25" fmla="*/ 92345 h 316016"/>
              <a:gd name="connsiteX26" fmla="*/ 19853 w 315808"/>
              <a:gd name="connsiteY26" fmla="*/ 19788 h 316016"/>
              <a:gd name="connsiteX27" fmla="*/ 43477 w 315808"/>
              <a:gd name="connsiteY27" fmla="*/ 17330 h 316016"/>
              <a:gd name="connsiteX28" fmla="*/ 234501 w 315808"/>
              <a:gd name="connsiteY28" fmla="*/ 176864 h 316016"/>
              <a:gd name="connsiteX29" fmla="*/ 235389 w 315808"/>
              <a:gd name="connsiteY29" fmla="*/ 235531 h 316016"/>
              <a:gd name="connsiteX30" fmla="*/ 176793 w 315808"/>
              <a:gd name="connsiteY30" fmla="*/ 234624 h 316016"/>
              <a:gd name="connsiteX31" fmla="*/ 17271 w 315808"/>
              <a:gd name="connsiteY31" fmla="*/ 43409 h 316016"/>
              <a:gd name="connsiteX32" fmla="*/ 19853 w 315808"/>
              <a:gd name="connsiteY32" fmla="*/ 19788 h 316016"/>
              <a:gd name="connsiteX33" fmla="*/ 108989 w 315808"/>
              <a:gd name="connsiteY33" fmla="*/ 295421 h 316016"/>
              <a:gd name="connsiteX34" fmla="*/ 96361 w 315808"/>
              <a:gd name="connsiteY34" fmla="*/ 299871 h 316016"/>
              <a:gd name="connsiteX35" fmla="*/ 80289 w 315808"/>
              <a:gd name="connsiteY35" fmla="*/ 278922 h 316016"/>
              <a:gd name="connsiteX36" fmla="*/ 60626 w 315808"/>
              <a:gd name="connsiteY36" fmla="*/ 205508 h 316016"/>
              <a:gd name="connsiteX37" fmla="*/ 26894 w 315808"/>
              <a:gd name="connsiteY37" fmla="*/ 79539 h 316016"/>
              <a:gd name="connsiteX38" fmla="*/ 162408 w 315808"/>
              <a:gd name="connsiteY38" fmla="*/ 241985 h 316016"/>
              <a:gd name="connsiteX39" fmla="*/ 108989 w 315808"/>
              <a:gd name="connsiteY39" fmla="*/ 295428 h 316016"/>
              <a:gd name="connsiteX40" fmla="*/ 295226 w 315808"/>
              <a:gd name="connsiteY40" fmla="*/ 109071 h 316016"/>
              <a:gd name="connsiteX41" fmla="*/ 241844 w 315808"/>
              <a:gd name="connsiteY41" fmla="*/ 162483 h 316016"/>
              <a:gd name="connsiteX42" fmla="*/ 79571 w 315808"/>
              <a:gd name="connsiteY42" fmla="*/ 26954 h 316016"/>
              <a:gd name="connsiteX43" fmla="*/ 278732 w 315808"/>
              <a:gd name="connsiteY43" fmla="*/ 80371 h 316016"/>
              <a:gd name="connsiteX44" fmla="*/ 299660 w 315808"/>
              <a:gd name="connsiteY44" fmla="*/ 96423 h 316016"/>
              <a:gd name="connsiteX45" fmla="*/ 295220 w 315808"/>
              <a:gd name="connsiteY45" fmla="*/ 109071 h 316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315808" h="316016">
                <a:moveTo>
                  <a:pt x="314870" y="92339"/>
                </a:moveTo>
                <a:cubicBezTo>
                  <a:pt x="311500" y="79785"/>
                  <a:pt x="299515" y="69620"/>
                  <a:pt x="282801" y="65158"/>
                </a:cubicBezTo>
                <a:cubicBezTo>
                  <a:pt x="222334" y="48936"/>
                  <a:pt x="116105" y="20444"/>
                  <a:pt x="49467" y="2583"/>
                </a:cubicBezTo>
                <a:cubicBezTo>
                  <a:pt x="49353" y="2545"/>
                  <a:pt x="49246" y="2526"/>
                  <a:pt x="49132" y="2495"/>
                </a:cubicBezTo>
                <a:cubicBezTo>
                  <a:pt x="49114" y="2495"/>
                  <a:pt x="49101" y="2488"/>
                  <a:pt x="49082" y="2482"/>
                </a:cubicBezTo>
                <a:cubicBezTo>
                  <a:pt x="26655" y="-3555"/>
                  <a:pt x="14695" y="2570"/>
                  <a:pt x="8744" y="8633"/>
                </a:cubicBezTo>
                <a:cubicBezTo>
                  <a:pt x="2578" y="14652"/>
                  <a:pt x="-3525" y="26550"/>
                  <a:pt x="2433" y="49125"/>
                </a:cubicBezTo>
                <a:cubicBezTo>
                  <a:pt x="14318" y="93423"/>
                  <a:pt x="30881" y="155279"/>
                  <a:pt x="45423" y="209585"/>
                </a:cubicBezTo>
                <a:lnTo>
                  <a:pt x="65085" y="283006"/>
                </a:lnTo>
                <a:cubicBezTo>
                  <a:pt x="69582" y="299738"/>
                  <a:pt x="79747" y="311738"/>
                  <a:pt x="92280" y="315097"/>
                </a:cubicBezTo>
                <a:cubicBezTo>
                  <a:pt x="94585" y="315721"/>
                  <a:pt x="96897" y="316017"/>
                  <a:pt x="99195" y="316017"/>
                </a:cubicBezTo>
                <a:cubicBezTo>
                  <a:pt x="106646" y="316017"/>
                  <a:pt x="113889" y="312784"/>
                  <a:pt x="120111" y="306570"/>
                </a:cubicBezTo>
                <a:lnTo>
                  <a:pt x="176264" y="250398"/>
                </a:lnTo>
                <a:lnTo>
                  <a:pt x="243255" y="251432"/>
                </a:lnTo>
                <a:lnTo>
                  <a:pt x="243381" y="251432"/>
                </a:lnTo>
                <a:cubicBezTo>
                  <a:pt x="245554" y="251432"/>
                  <a:pt x="247519" y="250537"/>
                  <a:pt x="248949" y="249106"/>
                </a:cubicBezTo>
                <a:cubicBezTo>
                  <a:pt x="248949" y="249106"/>
                  <a:pt x="248949" y="249106"/>
                  <a:pt x="248949" y="249106"/>
                </a:cubicBezTo>
                <a:cubicBezTo>
                  <a:pt x="248955" y="249094"/>
                  <a:pt x="248961" y="249081"/>
                  <a:pt x="248968" y="249075"/>
                </a:cubicBezTo>
                <a:cubicBezTo>
                  <a:pt x="249673" y="248363"/>
                  <a:pt x="250234" y="247512"/>
                  <a:pt x="250630" y="246573"/>
                </a:cubicBezTo>
                <a:cubicBezTo>
                  <a:pt x="250788" y="246188"/>
                  <a:pt x="250794" y="245766"/>
                  <a:pt x="250895" y="245363"/>
                </a:cubicBezTo>
                <a:cubicBezTo>
                  <a:pt x="251027" y="244802"/>
                  <a:pt x="251248" y="244279"/>
                  <a:pt x="251260" y="243680"/>
                </a:cubicBezTo>
                <a:cubicBezTo>
                  <a:pt x="251260" y="243636"/>
                  <a:pt x="251235" y="243598"/>
                  <a:pt x="251235" y="243548"/>
                </a:cubicBezTo>
                <a:cubicBezTo>
                  <a:pt x="251235" y="243504"/>
                  <a:pt x="251260" y="243466"/>
                  <a:pt x="251260" y="243422"/>
                </a:cubicBezTo>
                <a:lnTo>
                  <a:pt x="250246" y="176385"/>
                </a:lnTo>
                <a:cubicBezTo>
                  <a:pt x="258446" y="168167"/>
                  <a:pt x="286976" y="139593"/>
                  <a:pt x="306361" y="120226"/>
                </a:cubicBezTo>
                <a:cubicBezTo>
                  <a:pt x="314492" y="112084"/>
                  <a:pt x="317515" y="102183"/>
                  <a:pt x="314882" y="92345"/>
                </a:cubicBezTo>
                <a:close/>
                <a:moveTo>
                  <a:pt x="19853" y="19788"/>
                </a:moveTo>
                <a:cubicBezTo>
                  <a:pt x="24092" y="15465"/>
                  <a:pt x="32462" y="14645"/>
                  <a:pt x="43477" y="17330"/>
                </a:cubicBezTo>
                <a:lnTo>
                  <a:pt x="234501" y="176864"/>
                </a:lnTo>
                <a:lnTo>
                  <a:pt x="235389" y="235531"/>
                </a:lnTo>
                <a:lnTo>
                  <a:pt x="176793" y="234624"/>
                </a:lnTo>
                <a:lnTo>
                  <a:pt x="17271" y="43409"/>
                </a:lnTo>
                <a:cubicBezTo>
                  <a:pt x="14645" y="32393"/>
                  <a:pt x="15476" y="24061"/>
                  <a:pt x="19853" y="19788"/>
                </a:cubicBezTo>
                <a:close/>
                <a:moveTo>
                  <a:pt x="108989" y="295421"/>
                </a:moveTo>
                <a:cubicBezTo>
                  <a:pt x="104883" y="299524"/>
                  <a:pt x="100625" y="301037"/>
                  <a:pt x="96361" y="299871"/>
                </a:cubicBezTo>
                <a:cubicBezTo>
                  <a:pt x="89528" y="298043"/>
                  <a:pt x="83224" y="289812"/>
                  <a:pt x="80289" y="278922"/>
                </a:cubicBezTo>
                <a:lnTo>
                  <a:pt x="60626" y="205508"/>
                </a:lnTo>
                <a:cubicBezTo>
                  <a:pt x="49567" y="164190"/>
                  <a:pt x="37336" y="118525"/>
                  <a:pt x="26894" y="79539"/>
                </a:cubicBezTo>
                <a:lnTo>
                  <a:pt x="162408" y="241985"/>
                </a:lnTo>
                <a:lnTo>
                  <a:pt x="108989" y="295428"/>
                </a:lnTo>
                <a:close/>
                <a:moveTo>
                  <a:pt x="295226" y="109071"/>
                </a:moveTo>
                <a:cubicBezTo>
                  <a:pt x="277630" y="126655"/>
                  <a:pt x="252482" y="151832"/>
                  <a:pt x="241844" y="162483"/>
                </a:cubicBezTo>
                <a:lnTo>
                  <a:pt x="79571" y="26954"/>
                </a:lnTo>
                <a:cubicBezTo>
                  <a:pt x="144440" y="44342"/>
                  <a:pt x="227787" y="66702"/>
                  <a:pt x="278732" y="80371"/>
                </a:cubicBezTo>
                <a:cubicBezTo>
                  <a:pt x="289609" y="83276"/>
                  <a:pt x="297821" y="89579"/>
                  <a:pt x="299660" y="96423"/>
                </a:cubicBezTo>
                <a:cubicBezTo>
                  <a:pt x="300813" y="100715"/>
                  <a:pt x="299314" y="104969"/>
                  <a:pt x="295220" y="109071"/>
                </a:cubicBezTo>
                <a:close/>
              </a:path>
            </a:pathLst>
          </a:custGeom>
          <a:solidFill>
            <a:schemeClr val="tx1"/>
          </a:solidFill>
          <a:ln w="0" cap="flat">
            <a:noFill/>
            <a:prstDash val="solid"/>
            <a:miter/>
          </a:ln>
        </p:spPr>
        <p:txBody>
          <a:bodyPr rtlCol="0" anchor="ctr"/>
          <a:lstStyle/>
          <a:p>
            <a:endParaRPr lang="de-DE"/>
          </a:p>
        </p:txBody>
      </p:sp>
      <p:grpSp>
        <p:nvGrpSpPr>
          <p:cNvPr id="559" name="Grafik 463">
            <a:extLst>
              <a:ext uri="{FF2B5EF4-FFF2-40B4-BE49-F238E27FC236}">
                <a16:creationId xmlns:a16="http://schemas.microsoft.com/office/drawing/2014/main" id="{14E66415-67A8-7F5B-00B7-C7D92A6150E4}"/>
              </a:ext>
            </a:extLst>
          </p:cNvPr>
          <p:cNvGrpSpPr/>
          <p:nvPr/>
        </p:nvGrpSpPr>
        <p:grpSpPr>
          <a:xfrm>
            <a:off x="9180685" y="2872714"/>
            <a:ext cx="296291" cy="296279"/>
            <a:chOff x="9180685" y="2872714"/>
            <a:chExt cx="296291" cy="296279"/>
          </a:xfrm>
          <a:solidFill>
            <a:schemeClr val="tx1"/>
          </a:solidFill>
        </p:grpSpPr>
        <p:sp>
          <p:nvSpPr>
            <p:cNvPr id="560" name="Freihandform 559">
              <a:extLst>
                <a:ext uri="{FF2B5EF4-FFF2-40B4-BE49-F238E27FC236}">
                  <a16:creationId xmlns:a16="http://schemas.microsoft.com/office/drawing/2014/main" id="{A3B3EB7C-23AE-A046-B798-7C8105F904AF}"/>
                </a:ext>
              </a:extLst>
            </p:cNvPr>
            <p:cNvSpPr/>
            <p:nvPr/>
          </p:nvSpPr>
          <p:spPr>
            <a:xfrm>
              <a:off x="9180685" y="2872714"/>
              <a:ext cx="296291" cy="296279"/>
            </a:xfrm>
            <a:custGeom>
              <a:avLst/>
              <a:gdLst>
                <a:gd name="connsiteX0" fmla="*/ 296081 w 296291"/>
                <a:gd name="connsiteY0" fmla="*/ 228726 h 296279"/>
                <a:gd name="connsiteX1" fmla="*/ 296081 w 296291"/>
                <a:gd name="connsiteY1" fmla="*/ 39584 h 296279"/>
                <a:gd name="connsiteX2" fmla="*/ 284505 w 296291"/>
                <a:gd name="connsiteY2" fmla="*/ 11602 h 296279"/>
                <a:gd name="connsiteX3" fmla="*/ 256542 w 296291"/>
                <a:gd name="connsiteY3" fmla="*/ 0 h 296279"/>
                <a:gd name="connsiteX4" fmla="*/ 39583 w 296291"/>
                <a:gd name="connsiteY4" fmla="*/ 0 h 296279"/>
                <a:gd name="connsiteX5" fmla="*/ 11626 w 296291"/>
                <a:gd name="connsiteY5" fmla="*/ 11590 h 296279"/>
                <a:gd name="connsiteX6" fmla="*/ 25 w 296291"/>
                <a:gd name="connsiteY6" fmla="*/ 39584 h 296279"/>
                <a:gd name="connsiteX7" fmla="*/ 25 w 296291"/>
                <a:gd name="connsiteY7" fmla="*/ 186583 h 296279"/>
                <a:gd name="connsiteX8" fmla="*/ 0 w 296291"/>
                <a:gd name="connsiteY8" fmla="*/ 187207 h 296279"/>
                <a:gd name="connsiteX9" fmla="*/ 0 w 296291"/>
                <a:gd name="connsiteY9" fmla="*/ 256708 h 296279"/>
                <a:gd name="connsiteX10" fmla="*/ 39570 w 296291"/>
                <a:gd name="connsiteY10" fmla="*/ 296279 h 296279"/>
                <a:gd name="connsiteX11" fmla="*/ 256542 w 296291"/>
                <a:gd name="connsiteY11" fmla="*/ 296279 h 296279"/>
                <a:gd name="connsiteX12" fmla="*/ 296081 w 296291"/>
                <a:gd name="connsiteY12" fmla="*/ 256708 h 296279"/>
                <a:gd name="connsiteX13" fmla="*/ 296081 w 296291"/>
                <a:gd name="connsiteY13" fmla="*/ 232293 h 296279"/>
                <a:gd name="connsiteX14" fmla="*/ 296081 w 296291"/>
                <a:gd name="connsiteY14" fmla="*/ 228720 h 296279"/>
                <a:gd name="connsiteX15" fmla="*/ 15764 w 296291"/>
                <a:gd name="connsiteY15" fmla="*/ 187213 h 296279"/>
                <a:gd name="connsiteX16" fmla="*/ 15764 w 296291"/>
                <a:gd name="connsiteY16" fmla="*/ 39572 h 296279"/>
                <a:gd name="connsiteX17" fmla="*/ 39583 w 296291"/>
                <a:gd name="connsiteY17" fmla="*/ 15756 h 296279"/>
                <a:gd name="connsiteX18" fmla="*/ 256536 w 296291"/>
                <a:gd name="connsiteY18" fmla="*/ 15756 h 296279"/>
                <a:gd name="connsiteX19" fmla="*/ 280329 w 296291"/>
                <a:gd name="connsiteY19" fmla="*/ 39584 h 296279"/>
                <a:gd name="connsiteX20" fmla="*/ 280329 w 296291"/>
                <a:gd name="connsiteY20" fmla="*/ 213330 h 296279"/>
                <a:gd name="connsiteX21" fmla="*/ 208142 w 296291"/>
                <a:gd name="connsiteY21" fmla="*/ 153295 h 296279"/>
                <a:gd name="connsiteX22" fmla="*/ 207437 w 296291"/>
                <a:gd name="connsiteY22" fmla="*/ 152911 h 296279"/>
                <a:gd name="connsiteX23" fmla="*/ 205994 w 296291"/>
                <a:gd name="connsiteY23" fmla="*/ 152135 h 296279"/>
                <a:gd name="connsiteX24" fmla="*/ 204634 w 296291"/>
                <a:gd name="connsiteY24" fmla="*/ 151732 h 296279"/>
                <a:gd name="connsiteX25" fmla="*/ 203103 w 296291"/>
                <a:gd name="connsiteY25" fmla="*/ 151581 h 296279"/>
                <a:gd name="connsiteX26" fmla="*/ 201668 w 296291"/>
                <a:gd name="connsiteY26" fmla="*/ 151719 h 296279"/>
                <a:gd name="connsiteX27" fmla="*/ 200207 w 296291"/>
                <a:gd name="connsiteY27" fmla="*/ 152148 h 296279"/>
                <a:gd name="connsiteX28" fmla="*/ 198871 w 296291"/>
                <a:gd name="connsiteY28" fmla="*/ 152854 h 296279"/>
                <a:gd name="connsiteX29" fmla="*/ 198097 w 296291"/>
                <a:gd name="connsiteY29" fmla="*/ 153264 h 296279"/>
                <a:gd name="connsiteX30" fmla="*/ 114598 w 296291"/>
                <a:gd name="connsiteY30" fmla="*/ 222090 h 296279"/>
                <a:gd name="connsiteX31" fmla="*/ 69366 w 296291"/>
                <a:gd name="connsiteY31" fmla="*/ 184144 h 296279"/>
                <a:gd name="connsiteX32" fmla="*/ 68648 w 296291"/>
                <a:gd name="connsiteY32" fmla="*/ 183753 h 296279"/>
                <a:gd name="connsiteX33" fmla="*/ 67225 w 296291"/>
                <a:gd name="connsiteY33" fmla="*/ 182978 h 296279"/>
                <a:gd name="connsiteX34" fmla="*/ 65852 w 296291"/>
                <a:gd name="connsiteY34" fmla="*/ 182569 h 296279"/>
                <a:gd name="connsiteX35" fmla="*/ 64328 w 296291"/>
                <a:gd name="connsiteY35" fmla="*/ 182411 h 296279"/>
                <a:gd name="connsiteX36" fmla="*/ 62885 w 296291"/>
                <a:gd name="connsiteY36" fmla="*/ 182550 h 296279"/>
                <a:gd name="connsiteX37" fmla="*/ 61437 w 296291"/>
                <a:gd name="connsiteY37" fmla="*/ 182966 h 296279"/>
                <a:gd name="connsiteX38" fmla="*/ 60064 w 296291"/>
                <a:gd name="connsiteY38" fmla="*/ 183697 h 296279"/>
                <a:gd name="connsiteX39" fmla="*/ 59314 w 296291"/>
                <a:gd name="connsiteY39" fmla="*/ 184100 h 296279"/>
                <a:gd name="connsiteX40" fmla="*/ 15738 w 296291"/>
                <a:gd name="connsiteY40" fmla="*/ 219991 h 296279"/>
                <a:gd name="connsiteX41" fmla="*/ 15738 w 296291"/>
                <a:gd name="connsiteY41" fmla="*/ 187831 h 296279"/>
                <a:gd name="connsiteX42" fmla="*/ 15764 w 296291"/>
                <a:gd name="connsiteY42" fmla="*/ 187207 h 296279"/>
                <a:gd name="connsiteX43" fmla="*/ 256542 w 296291"/>
                <a:gd name="connsiteY43" fmla="*/ 280524 h 296279"/>
                <a:gd name="connsiteX44" fmla="*/ 39558 w 296291"/>
                <a:gd name="connsiteY44" fmla="*/ 280524 h 296279"/>
                <a:gd name="connsiteX45" fmla="*/ 15745 w 296291"/>
                <a:gd name="connsiteY45" fmla="*/ 256708 h 296279"/>
                <a:gd name="connsiteX46" fmla="*/ 15745 w 296291"/>
                <a:gd name="connsiteY46" fmla="*/ 240391 h 296279"/>
                <a:gd name="connsiteX47" fmla="*/ 64271 w 296291"/>
                <a:gd name="connsiteY47" fmla="*/ 200423 h 296279"/>
                <a:gd name="connsiteX48" fmla="*/ 109497 w 296291"/>
                <a:gd name="connsiteY48" fmla="*/ 238356 h 296279"/>
                <a:gd name="connsiteX49" fmla="*/ 109723 w 296291"/>
                <a:gd name="connsiteY49" fmla="*/ 238482 h 296279"/>
                <a:gd name="connsiteX50" fmla="*/ 111619 w 296291"/>
                <a:gd name="connsiteY50" fmla="*/ 239572 h 296279"/>
                <a:gd name="connsiteX51" fmla="*/ 112337 w 296291"/>
                <a:gd name="connsiteY51" fmla="*/ 239812 h 296279"/>
                <a:gd name="connsiteX52" fmla="*/ 114365 w 296291"/>
                <a:gd name="connsiteY52" fmla="*/ 240164 h 296279"/>
                <a:gd name="connsiteX53" fmla="*/ 114554 w 296291"/>
                <a:gd name="connsiteY53" fmla="*/ 240196 h 296279"/>
                <a:gd name="connsiteX54" fmla="*/ 116872 w 296291"/>
                <a:gd name="connsiteY54" fmla="*/ 239805 h 296279"/>
                <a:gd name="connsiteX55" fmla="*/ 117451 w 296291"/>
                <a:gd name="connsiteY55" fmla="*/ 239610 h 296279"/>
                <a:gd name="connsiteX56" fmla="*/ 119409 w 296291"/>
                <a:gd name="connsiteY56" fmla="*/ 238507 h 296279"/>
                <a:gd name="connsiteX57" fmla="*/ 119605 w 296291"/>
                <a:gd name="connsiteY57" fmla="*/ 238394 h 296279"/>
                <a:gd name="connsiteX58" fmla="*/ 203103 w 296291"/>
                <a:gd name="connsiteY58" fmla="*/ 169567 h 296279"/>
                <a:gd name="connsiteX59" fmla="*/ 280348 w 296291"/>
                <a:gd name="connsiteY59" fmla="*/ 233806 h 296279"/>
                <a:gd name="connsiteX60" fmla="*/ 280348 w 296291"/>
                <a:gd name="connsiteY60" fmla="*/ 256702 h 296279"/>
                <a:gd name="connsiteX61" fmla="*/ 256554 w 296291"/>
                <a:gd name="connsiteY61" fmla="*/ 280518 h 296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296291" h="296279">
                  <a:moveTo>
                    <a:pt x="296081" y="228726"/>
                  </a:moveTo>
                  <a:lnTo>
                    <a:pt x="296081" y="39584"/>
                  </a:lnTo>
                  <a:cubicBezTo>
                    <a:pt x="296081" y="29015"/>
                    <a:pt x="291974" y="19070"/>
                    <a:pt x="284505" y="11602"/>
                  </a:cubicBezTo>
                  <a:cubicBezTo>
                    <a:pt x="277035" y="4122"/>
                    <a:pt x="267104" y="6"/>
                    <a:pt x="256542" y="0"/>
                  </a:cubicBezTo>
                  <a:lnTo>
                    <a:pt x="39583" y="0"/>
                  </a:lnTo>
                  <a:cubicBezTo>
                    <a:pt x="29021" y="0"/>
                    <a:pt x="19089" y="4115"/>
                    <a:pt x="11626" y="11590"/>
                  </a:cubicBezTo>
                  <a:cubicBezTo>
                    <a:pt x="4144" y="19064"/>
                    <a:pt x="32" y="29009"/>
                    <a:pt x="25" y="39584"/>
                  </a:cubicBezTo>
                  <a:lnTo>
                    <a:pt x="25" y="186583"/>
                  </a:lnTo>
                  <a:cubicBezTo>
                    <a:pt x="6" y="186785"/>
                    <a:pt x="0" y="186993"/>
                    <a:pt x="0" y="187207"/>
                  </a:cubicBezTo>
                  <a:lnTo>
                    <a:pt x="0" y="256708"/>
                  </a:lnTo>
                  <a:cubicBezTo>
                    <a:pt x="0" y="278532"/>
                    <a:pt x="17760" y="296279"/>
                    <a:pt x="39570" y="296279"/>
                  </a:cubicBezTo>
                  <a:lnTo>
                    <a:pt x="256542" y="296279"/>
                  </a:lnTo>
                  <a:cubicBezTo>
                    <a:pt x="278346" y="296279"/>
                    <a:pt x="296081" y="278532"/>
                    <a:pt x="296081" y="256708"/>
                  </a:cubicBezTo>
                  <a:lnTo>
                    <a:pt x="296081" y="232293"/>
                  </a:lnTo>
                  <a:cubicBezTo>
                    <a:pt x="296383" y="231108"/>
                    <a:pt x="296339" y="229905"/>
                    <a:pt x="296081" y="228720"/>
                  </a:cubicBezTo>
                  <a:close/>
                  <a:moveTo>
                    <a:pt x="15764" y="187213"/>
                  </a:moveTo>
                  <a:lnTo>
                    <a:pt x="15764" y="39572"/>
                  </a:lnTo>
                  <a:cubicBezTo>
                    <a:pt x="15764" y="26438"/>
                    <a:pt x="26452" y="15756"/>
                    <a:pt x="39583" y="15756"/>
                  </a:cubicBezTo>
                  <a:lnTo>
                    <a:pt x="256536" y="15756"/>
                  </a:lnTo>
                  <a:cubicBezTo>
                    <a:pt x="269661" y="15756"/>
                    <a:pt x="280336" y="26450"/>
                    <a:pt x="280329" y="39584"/>
                  </a:cubicBezTo>
                  <a:lnTo>
                    <a:pt x="280329" y="213330"/>
                  </a:lnTo>
                  <a:lnTo>
                    <a:pt x="208142" y="153295"/>
                  </a:lnTo>
                  <a:cubicBezTo>
                    <a:pt x="207928" y="153118"/>
                    <a:pt x="207663" y="153068"/>
                    <a:pt x="207437" y="152911"/>
                  </a:cubicBezTo>
                  <a:cubicBezTo>
                    <a:pt x="206970" y="152595"/>
                    <a:pt x="206511" y="152337"/>
                    <a:pt x="205994" y="152135"/>
                  </a:cubicBezTo>
                  <a:cubicBezTo>
                    <a:pt x="205541" y="151953"/>
                    <a:pt x="205106" y="151826"/>
                    <a:pt x="204634" y="151732"/>
                  </a:cubicBezTo>
                  <a:cubicBezTo>
                    <a:pt x="204117" y="151631"/>
                    <a:pt x="203626" y="151581"/>
                    <a:pt x="203103" y="151581"/>
                  </a:cubicBezTo>
                  <a:cubicBezTo>
                    <a:pt x="202613" y="151581"/>
                    <a:pt x="202152" y="151625"/>
                    <a:pt x="201668" y="151719"/>
                  </a:cubicBezTo>
                  <a:cubicBezTo>
                    <a:pt x="201164" y="151814"/>
                    <a:pt x="200691" y="151953"/>
                    <a:pt x="200207" y="152148"/>
                  </a:cubicBezTo>
                  <a:cubicBezTo>
                    <a:pt x="199734" y="152337"/>
                    <a:pt x="199306" y="152577"/>
                    <a:pt x="198871" y="152854"/>
                  </a:cubicBezTo>
                  <a:cubicBezTo>
                    <a:pt x="198619" y="153018"/>
                    <a:pt x="198336" y="153074"/>
                    <a:pt x="198097" y="153264"/>
                  </a:cubicBezTo>
                  <a:lnTo>
                    <a:pt x="114598" y="222090"/>
                  </a:lnTo>
                  <a:lnTo>
                    <a:pt x="69366" y="184144"/>
                  </a:lnTo>
                  <a:cubicBezTo>
                    <a:pt x="69146" y="183961"/>
                    <a:pt x="68875" y="183905"/>
                    <a:pt x="68648" y="183753"/>
                  </a:cubicBezTo>
                  <a:cubicBezTo>
                    <a:pt x="68188" y="183445"/>
                    <a:pt x="67728" y="183180"/>
                    <a:pt x="67225" y="182978"/>
                  </a:cubicBezTo>
                  <a:cubicBezTo>
                    <a:pt x="66771" y="182795"/>
                    <a:pt x="66324" y="182663"/>
                    <a:pt x="65852" y="182569"/>
                  </a:cubicBezTo>
                  <a:cubicBezTo>
                    <a:pt x="65342" y="182468"/>
                    <a:pt x="64850" y="182411"/>
                    <a:pt x="64328" y="182411"/>
                  </a:cubicBezTo>
                  <a:cubicBezTo>
                    <a:pt x="63836" y="182411"/>
                    <a:pt x="63370" y="182462"/>
                    <a:pt x="62885" y="182550"/>
                  </a:cubicBezTo>
                  <a:cubicBezTo>
                    <a:pt x="62381" y="182644"/>
                    <a:pt x="61915" y="182777"/>
                    <a:pt x="61437" y="182966"/>
                  </a:cubicBezTo>
                  <a:cubicBezTo>
                    <a:pt x="60952" y="183161"/>
                    <a:pt x="60511" y="183407"/>
                    <a:pt x="60064" y="183697"/>
                  </a:cubicBezTo>
                  <a:cubicBezTo>
                    <a:pt x="59824" y="183854"/>
                    <a:pt x="59541" y="183911"/>
                    <a:pt x="59314" y="184100"/>
                  </a:cubicBezTo>
                  <a:lnTo>
                    <a:pt x="15738" y="219991"/>
                  </a:lnTo>
                  <a:lnTo>
                    <a:pt x="15738" y="187831"/>
                  </a:lnTo>
                  <a:cubicBezTo>
                    <a:pt x="15758" y="187629"/>
                    <a:pt x="15764" y="187421"/>
                    <a:pt x="15764" y="187207"/>
                  </a:cubicBezTo>
                  <a:close/>
                  <a:moveTo>
                    <a:pt x="256542" y="280524"/>
                  </a:moveTo>
                  <a:lnTo>
                    <a:pt x="39558" y="280524"/>
                  </a:lnTo>
                  <a:cubicBezTo>
                    <a:pt x="26433" y="280524"/>
                    <a:pt x="15751" y="269842"/>
                    <a:pt x="15745" y="256708"/>
                  </a:cubicBezTo>
                  <a:lnTo>
                    <a:pt x="15745" y="240391"/>
                  </a:lnTo>
                  <a:lnTo>
                    <a:pt x="64271" y="200423"/>
                  </a:lnTo>
                  <a:lnTo>
                    <a:pt x="109497" y="238356"/>
                  </a:lnTo>
                  <a:cubicBezTo>
                    <a:pt x="109566" y="238413"/>
                    <a:pt x="109648" y="238431"/>
                    <a:pt x="109723" y="238482"/>
                  </a:cubicBezTo>
                  <a:cubicBezTo>
                    <a:pt x="110309" y="238942"/>
                    <a:pt x="110945" y="239295"/>
                    <a:pt x="111619" y="239572"/>
                  </a:cubicBezTo>
                  <a:cubicBezTo>
                    <a:pt x="111858" y="239667"/>
                    <a:pt x="112091" y="239742"/>
                    <a:pt x="112337" y="239812"/>
                  </a:cubicBezTo>
                  <a:cubicBezTo>
                    <a:pt x="112998" y="240013"/>
                    <a:pt x="113672" y="240139"/>
                    <a:pt x="114365" y="240164"/>
                  </a:cubicBezTo>
                  <a:cubicBezTo>
                    <a:pt x="114428" y="240164"/>
                    <a:pt x="114491" y="240196"/>
                    <a:pt x="114554" y="240196"/>
                  </a:cubicBezTo>
                  <a:cubicBezTo>
                    <a:pt x="115341" y="240196"/>
                    <a:pt x="116116" y="240038"/>
                    <a:pt x="116872" y="239805"/>
                  </a:cubicBezTo>
                  <a:cubicBezTo>
                    <a:pt x="117067" y="239749"/>
                    <a:pt x="117262" y="239686"/>
                    <a:pt x="117451" y="239610"/>
                  </a:cubicBezTo>
                  <a:cubicBezTo>
                    <a:pt x="118144" y="239333"/>
                    <a:pt x="118805" y="238980"/>
                    <a:pt x="119409" y="238507"/>
                  </a:cubicBezTo>
                  <a:cubicBezTo>
                    <a:pt x="119473" y="238457"/>
                    <a:pt x="119548" y="238444"/>
                    <a:pt x="119605" y="238394"/>
                  </a:cubicBezTo>
                  <a:lnTo>
                    <a:pt x="203103" y="169567"/>
                  </a:lnTo>
                  <a:lnTo>
                    <a:pt x="280348" y="233806"/>
                  </a:lnTo>
                  <a:lnTo>
                    <a:pt x="280348" y="256702"/>
                  </a:lnTo>
                  <a:cubicBezTo>
                    <a:pt x="280348" y="269835"/>
                    <a:pt x="269673" y="280518"/>
                    <a:pt x="256554" y="280518"/>
                  </a:cubicBezTo>
                  <a:close/>
                </a:path>
              </a:pathLst>
            </a:custGeom>
            <a:grpFill/>
            <a:ln w="0" cap="flat">
              <a:noFill/>
              <a:prstDash val="solid"/>
              <a:miter/>
            </a:ln>
          </p:spPr>
          <p:txBody>
            <a:bodyPr rtlCol="0" anchor="ctr"/>
            <a:lstStyle/>
            <a:p>
              <a:endParaRPr lang="de-DE"/>
            </a:p>
          </p:txBody>
        </p:sp>
        <p:sp>
          <p:nvSpPr>
            <p:cNvPr id="561" name="Freihandform 560">
              <a:extLst>
                <a:ext uri="{FF2B5EF4-FFF2-40B4-BE49-F238E27FC236}">
                  <a16:creationId xmlns:a16="http://schemas.microsoft.com/office/drawing/2014/main" id="{32BCEA08-DB1A-DEBF-0FB1-C0E1D3EE3E20}"/>
                </a:ext>
              </a:extLst>
            </p:cNvPr>
            <p:cNvSpPr/>
            <p:nvPr/>
          </p:nvSpPr>
          <p:spPr>
            <a:xfrm>
              <a:off x="9231535" y="2923648"/>
              <a:ext cx="96119" cy="96178"/>
            </a:xfrm>
            <a:custGeom>
              <a:avLst/>
              <a:gdLst>
                <a:gd name="connsiteX0" fmla="*/ 48060 w 96119"/>
                <a:gd name="connsiteY0" fmla="*/ 96178 h 96178"/>
                <a:gd name="connsiteX1" fmla="*/ 96120 w 96119"/>
                <a:gd name="connsiteY1" fmla="*/ 48086 h 96178"/>
                <a:gd name="connsiteX2" fmla="*/ 48060 w 96119"/>
                <a:gd name="connsiteY2" fmla="*/ 0 h 96178"/>
                <a:gd name="connsiteX3" fmla="*/ 0 w 96119"/>
                <a:gd name="connsiteY3" fmla="*/ 48086 h 96178"/>
                <a:gd name="connsiteX4" fmla="*/ 48060 w 96119"/>
                <a:gd name="connsiteY4" fmla="*/ 96178 h 96178"/>
                <a:gd name="connsiteX5" fmla="*/ 48060 w 96119"/>
                <a:gd name="connsiteY5" fmla="*/ 15762 h 96178"/>
                <a:gd name="connsiteX6" fmla="*/ 80375 w 96119"/>
                <a:gd name="connsiteY6" fmla="*/ 48092 h 96178"/>
                <a:gd name="connsiteX7" fmla="*/ 48060 w 96119"/>
                <a:gd name="connsiteY7" fmla="*/ 80429 h 96178"/>
                <a:gd name="connsiteX8" fmla="*/ 15745 w 96119"/>
                <a:gd name="connsiteY8" fmla="*/ 48092 h 96178"/>
                <a:gd name="connsiteX9" fmla="*/ 48060 w 96119"/>
                <a:gd name="connsiteY9" fmla="*/ 15762 h 96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119" h="96178">
                  <a:moveTo>
                    <a:pt x="48060" y="96178"/>
                  </a:moveTo>
                  <a:cubicBezTo>
                    <a:pt x="74562" y="96178"/>
                    <a:pt x="96120" y="74606"/>
                    <a:pt x="96120" y="48086"/>
                  </a:cubicBezTo>
                  <a:cubicBezTo>
                    <a:pt x="96120" y="21566"/>
                    <a:pt x="74562" y="0"/>
                    <a:pt x="48060" y="0"/>
                  </a:cubicBezTo>
                  <a:cubicBezTo>
                    <a:pt x="21564" y="0"/>
                    <a:pt x="7" y="21579"/>
                    <a:pt x="0" y="48086"/>
                  </a:cubicBezTo>
                  <a:cubicBezTo>
                    <a:pt x="0" y="74606"/>
                    <a:pt x="21558" y="96178"/>
                    <a:pt x="48060" y="96178"/>
                  </a:cubicBezTo>
                  <a:close/>
                  <a:moveTo>
                    <a:pt x="48060" y="15762"/>
                  </a:moveTo>
                  <a:cubicBezTo>
                    <a:pt x="65877" y="15762"/>
                    <a:pt x="80375" y="30263"/>
                    <a:pt x="80375" y="48092"/>
                  </a:cubicBezTo>
                  <a:cubicBezTo>
                    <a:pt x="80375" y="65921"/>
                    <a:pt x="65877" y="80429"/>
                    <a:pt x="48060" y="80429"/>
                  </a:cubicBezTo>
                  <a:cubicBezTo>
                    <a:pt x="30243" y="80429"/>
                    <a:pt x="15745" y="65921"/>
                    <a:pt x="15745" y="48092"/>
                  </a:cubicBezTo>
                  <a:cubicBezTo>
                    <a:pt x="15745" y="30276"/>
                    <a:pt x="30249" y="15768"/>
                    <a:pt x="48060" y="15762"/>
                  </a:cubicBezTo>
                  <a:close/>
                </a:path>
              </a:pathLst>
            </a:custGeom>
            <a:grpFill/>
            <a:ln w="0" cap="flat">
              <a:noFill/>
              <a:prstDash val="solid"/>
              <a:miter/>
            </a:ln>
          </p:spPr>
          <p:txBody>
            <a:bodyPr rtlCol="0" anchor="ctr"/>
            <a:lstStyle/>
            <a:p>
              <a:endParaRPr lang="de-DE"/>
            </a:p>
          </p:txBody>
        </p:sp>
      </p:grpSp>
      <p:grpSp>
        <p:nvGrpSpPr>
          <p:cNvPr id="562" name="Grafik 463">
            <a:extLst>
              <a:ext uri="{FF2B5EF4-FFF2-40B4-BE49-F238E27FC236}">
                <a16:creationId xmlns:a16="http://schemas.microsoft.com/office/drawing/2014/main" id="{8FF03326-DCDA-9D69-4E17-0EBF139DA62B}"/>
              </a:ext>
            </a:extLst>
          </p:cNvPr>
          <p:cNvGrpSpPr/>
          <p:nvPr/>
        </p:nvGrpSpPr>
        <p:grpSpPr>
          <a:xfrm>
            <a:off x="10657833" y="4342170"/>
            <a:ext cx="288749" cy="345490"/>
            <a:chOff x="10657833" y="4342170"/>
            <a:chExt cx="288749" cy="345490"/>
          </a:xfrm>
          <a:solidFill>
            <a:schemeClr val="tx1"/>
          </a:solidFill>
        </p:grpSpPr>
        <p:sp>
          <p:nvSpPr>
            <p:cNvPr id="563" name="Freihandform 562">
              <a:extLst>
                <a:ext uri="{FF2B5EF4-FFF2-40B4-BE49-F238E27FC236}">
                  <a16:creationId xmlns:a16="http://schemas.microsoft.com/office/drawing/2014/main" id="{3E6B46EF-45CC-0359-BCE3-91CC5D25CF84}"/>
                </a:ext>
              </a:extLst>
            </p:cNvPr>
            <p:cNvSpPr/>
            <p:nvPr/>
          </p:nvSpPr>
          <p:spPr>
            <a:xfrm>
              <a:off x="10657833" y="4342170"/>
              <a:ext cx="288749" cy="345490"/>
            </a:xfrm>
            <a:custGeom>
              <a:avLst/>
              <a:gdLst>
                <a:gd name="connsiteX0" fmla="*/ 246453 w 288749"/>
                <a:gd name="connsiteY0" fmla="*/ 42254 h 345490"/>
                <a:gd name="connsiteX1" fmla="*/ 42228 w 288749"/>
                <a:gd name="connsiteY1" fmla="*/ 42254 h 345490"/>
                <a:gd name="connsiteX2" fmla="*/ 42228 w 288749"/>
                <a:gd name="connsiteY2" fmla="*/ 246622 h 345490"/>
                <a:gd name="connsiteX3" fmla="*/ 138770 w 288749"/>
                <a:gd name="connsiteY3" fmla="*/ 343184 h 345490"/>
                <a:gd name="connsiteX4" fmla="*/ 144337 w 288749"/>
                <a:gd name="connsiteY4" fmla="*/ 345491 h 345490"/>
                <a:gd name="connsiteX5" fmla="*/ 144356 w 288749"/>
                <a:gd name="connsiteY5" fmla="*/ 345491 h 345490"/>
                <a:gd name="connsiteX6" fmla="*/ 149923 w 288749"/>
                <a:gd name="connsiteY6" fmla="*/ 343184 h 345490"/>
                <a:gd name="connsiteX7" fmla="*/ 246447 w 288749"/>
                <a:gd name="connsiteY7" fmla="*/ 246622 h 345490"/>
                <a:gd name="connsiteX8" fmla="*/ 288750 w 288749"/>
                <a:gd name="connsiteY8" fmla="*/ 144444 h 345490"/>
                <a:gd name="connsiteX9" fmla="*/ 246453 w 288749"/>
                <a:gd name="connsiteY9" fmla="*/ 42260 h 345490"/>
                <a:gd name="connsiteX10" fmla="*/ 235318 w 288749"/>
                <a:gd name="connsiteY10" fmla="*/ 235473 h 345490"/>
                <a:gd name="connsiteX11" fmla="*/ 144350 w 288749"/>
                <a:gd name="connsiteY11" fmla="*/ 326477 h 345490"/>
                <a:gd name="connsiteX12" fmla="*/ 53363 w 288749"/>
                <a:gd name="connsiteY12" fmla="*/ 235467 h 345490"/>
                <a:gd name="connsiteX13" fmla="*/ 53363 w 288749"/>
                <a:gd name="connsiteY13" fmla="*/ 53384 h 345490"/>
                <a:gd name="connsiteX14" fmla="*/ 144337 w 288749"/>
                <a:gd name="connsiteY14" fmla="*/ 15741 h 345490"/>
                <a:gd name="connsiteX15" fmla="*/ 235318 w 288749"/>
                <a:gd name="connsiteY15" fmla="*/ 53390 h 345490"/>
                <a:gd name="connsiteX16" fmla="*/ 235318 w 288749"/>
                <a:gd name="connsiteY16" fmla="*/ 235473 h 345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8749" h="345490">
                  <a:moveTo>
                    <a:pt x="246453" y="42254"/>
                  </a:moveTo>
                  <a:cubicBezTo>
                    <a:pt x="190143" y="-14088"/>
                    <a:pt x="98532" y="-14081"/>
                    <a:pt x="42228" y="42254"/>
                  </a:cubicBezTo>
                  <a:cubicBezTo>
                    <a:pt x="-14076" y="98589"/>
                    <a:pt x="-14076" y="190274"/>
                    <a:pt x="42228" y="246622"/>
                  </a:cubicBezTo>
                  <a:lnTo>
                    <a:pt x="138770" y="343184"/>
                  </a:lnTo>
                  <a:cubicBezTo>
                    <a:pt x="140306" y="344722"/>
                    <a:pt x="142316" y="345491"/>
                    <a:pt x="144337" y="345491"/>
                  </a:cubicBezTo>
                  <a:lnTo>
                    <a:pt x="144356" y="345491"/>
                  </a:lnTo>
                  <a:cubicBezTo>
                    <a:pt x="146371" y="345491"/>
                    <a:pt x="148387" y="344722"/>
                    <a:pt x="149923" y="343184"/>
                  </a:cubicBezTo>
                  <a:lnTo>
                    <a:pt x="246447" y="246622"/>
                  </a:lnTo>
                  <a:cubicBezTo>
                    <a:pt x="273723" y="219333"/>
                    <a:pt x="288744" y="183045"/>
                    <a:pt x="288750" y="144444"/>
                  </a:cubicBezTo>
                  <a:cubicBezTo>
                    <a:pt x="288750" y="105843"/>
                    <a:pt x="273729" y="69555"/>
                    <a:pt x="246453" y="42260"/>
                  </a:cubicBezTo>
                  <a:close/>
                  <a:moveTo>
                    <a:pt x="235318" y="235473"/>
                  </a:moveTo>
                  <a:lnTo>
                    <a:pt x="144350" y="326477"/>
                  </a:lnTo>
                  <a:lnTo>
                    <a:pt x="53363" y="235467"/>
                  </a:lnTo>
                  <a:cubicBezTo>
                    <a:pt x="3199" y="185264"/>
                    <a:pt x="3206" y="103581"/>
                    <a:pt x="53363" y="53384"/>
                  </a:cubicBezTo>
                  <a:cubicBezTo>
                    <a:pt x="78441" y="28288"/>
                    <a:pt x="111392" y="15741"/>
                    <a:pt x="144337" y="15741"/>
                  </a:cubicBezTo>
                  <a:cubicBezTo>
                    <a:pt x="177282" y="15741"/>
                    <a:pt x="210239" y="28288"/>
                    <a:pt x="235318" y="53390"/>
                  </a:cubicBezTo>
                  <a:cubicBezTo>
                    <a:pt x="285481" y="103593"/>
                    <a:pt x="285481" y="185276"/>
                    <a:pt x="235318" y="235473"/>
                  </a:cubicBezTo>
                  <a:close/>
                </a:path>
              </a:pathLst>
            </a:custGeom>
            <a:grpFill/>
            <a:ln w="0" cap="flat">
              <a:noFill/>
              <a:prstDash val="solid"/>
              <a:miter/>
            </a:ln>
          </p:spPr>
          <p:txBody>
            <a:bodyPr rtlCol="0" anchor="ctr"/>
            <a:lstStyle/>
            <a:p>
              <a:endParaRPr lang="de-DE"/>
            </a:p>
          </p:txBody>
        </p:sp>
        <p:sp>
          <p:nvSpPr>
            <p:cNvPr id="564" name="Freihandform 563">
              <a:extLst>
                <a:ext uri="{FF2B5EF4-FFF2-40B4-BE49-F238E27FC236}">
                  <a16:creationId xmlns:a16="http://schemas.microsoft.com/office/drawing/2014/main" id="{95FB005A-5B6B-BFCC-12B2-948D9F0CD8BD}"/>
                </a:ext>
              </a:extLst>
            </p:cNvPr>
            <p:cNvSpPr/>
            <p:nvPr/>
          </p:nvSpPr>
          <p:spPr>
            <a:xfrm>
              <a:off x="10737699" y="4422086"/>
              <a:ext cx="128952" cy="129025"/>
            </a:xfrm>
            <a:custGeom>
              <a:avLst/>
              <a:gdLst>
                <a:gd name="connsiteX0" fmla="*/ 18861 w 128952"/>
                <a:gd name="connsiteY0" fmla="*/ 18850 h 129025"/>
                <a:gd name="connsiteX1" fmla="*/ 18861 w 128952"/>
                <a:gd name="connsiteY1" fmla="*/ 18850 h 129025"/>
                <a:gd name="connsiteX2" fmla="*/ 18861 w 128952"/>
                <a:gd name="connsiteY2" fmla="*/ 110150 h 129025"/>
                <a:gd name="connsiteX3" fmla="*/ 64471 w 128952"/>
                <a:gd name="connsiteY3" fmla="*/ 129025 h 129025"/>
                <a:gd name="connsiteX4" fmla="*/ 110087 w 128952"/>
                <a:gd name="connsiteY4" fmla="*/ 110144 h 129025"/>
                <a:gd name="connsiteX5" fmla="*/ 110087 w 128952"/>
                <a:gd name="connsiteY5" fmla="*/ 18850 h 129025"/>
                <a:gd name="connsiteX6" fmla="*/ 18867 w 128952"/>
                <a:gd name="connsiteY6" fmla="*/ 18850 h 129025"/>
                <a:gd name="connsiteX7" fmla="*/ 98959 w 128952"/>
                <a:gd name="connsiteY7" fmla="*/ 99001 h 129025"/>
                <a:gd name="connsiteX8" fmla="*/ 29996 w 128952"/>
                <a:gd name="connsiteY8" fmla="*/ 99001 h 129025"/>
                <a:gd name="connsiteX9" fmla="*/ 29996 w 128952"/>
                <a:gd name="connsiteY9" fmla="*/ 29986 h 129025"/>
                <a:gd name="connsiteX10" fmla="*/ 98965 w 128952"/>
                <a:gd name="connsiteY10" fmla="*/ 29986 h 129025"/>
                <a:gd name="connsiteX11" fmla="*/ 98965 w 128952"/>
                <a:gd name="connsiteY11" fmla="*/ 98995 h 129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8952" h="129025">
                  <a:moveTo>
                    <a:pt x="18861" y="18850"/>
                  </a:moveTo>
                  <a:lnTo>
                    <a:pt x="18861" y="18850"/>
                  </a:lnTo>
                  <a:cubicBezTo>
                    <a:pt x="-6287" y="44027"/>
                    <a:pt x="-6287" y="84985"/>
                    <a:pt x="18861" y="110150"/>
                  </a:cubicBezTo>
                  <a:cubicBezTo>
                    <a:pt x="31438" y="122735"/>
                    <a:pt x="47951" y="129025"/>
                    <a:pt x="64471" y="129025"/>
                  </a:cubicBezTo>
                  <a:cubicBezTo>
                    <a:pt x="80990" y="129025"/>
                    <a:pt x="97510" y="122729"/>
                    <a:pt x="110087" y="110144"/>
                  </a:cubicBezTo>
                  <a:cubicBezTo>
                    <a:pt x="135241" y="84979"/>
                    <a:pt x="135241" y="44021"/>
                    <a:pt x="110087" y="18850"/>
                  </a:cubicBezTo>
                  <a:cubicBezTo>
                    <a:pt x="84945" y="-6283"/>
                    <a:pt x="44009" y="-6283"/>
                    <a:pt x="18867" y="18850"/>
                  </a:cubicBezTo>
                  <a:close/>
                  <a:moveTo>
                    <a:pt x="98959" y="99001"/>
                  </a:moveTo>
                  <a:cubicBezTo>
                    <a:pt x="79932" y="118034"/>
                    <a:pt x="48984" y="118015"/>
                    <a:pt x="29996" y="99001"/>
                  </a:cubicBezTo>
                  <a:cubicBezTo>
                    <a:pt x="11007" y="79988"/>
                    <a:pt x="10976" y="49012"/>
                    <a:pt x="29996" y="29986"/>
                  </a:cubicBezTo>
                  <a:cubicBezTo>
                    <a:pt x="49016" y="10985"/>
                    <a:pt x="79951" y="10997"/>
                    <a:pt x="98965" y="29986"/>
                  </a:cubicBezTo>
                  <a:cubicBezTo>
                    <a:pt x="117978" y="49012"/>
                    <a:pt x="117978" y="79975"/>
                    <a:pt x="98965" y="98995"/>
                  </a:cubicBezTo>
                  <a:close/>
                </a:path>
              </a:pathLst>
            </a:custGeom>
            <a:grpFill/>
            <a:ln w="0" cap="flat">
              <a:noFill/>
              <a:prstDash val="solid"/>
              <a:miter/>
            </a:ln>
          </p:spPr>
          <p:txBody>
            <a:bodyPr rtlCol="0" anchor="ctr"/>
            <a:lstStyle/>
            <a:p>
              <a:endParaRPr lang="de-DE"/>
            </a:p>
          </p:txBody>
        </p:sp>
      </p:grpSp>
      <p:sp>
        <p:nvSpPr>
          <p:cNvPr id="565" name="Freihandform 564">
            <a:extLst>
              <a:ext uri="{FF2B5EF4-FFF2-40B4-BE49-F238E27FC236}">
                <a16:creationId xmlns:a16="http://schemas.microsoft.com/office/drawing/2014/main" id="{4817AD1F-B115-AC7A-3BC5-2F184F26CABA}"/>
              </a:ext>
            </a:extLst>
          </p:cNvPr>
          <p:cNvSpPr/>
          <p:nvPr/>
        </p:nvSpPr>
        <p:spPr>
          <a:xfrm>
            <a:off x="10653928" y="3605850"/>
            <a:ext cx="296068" cy="321343"/>
          </a:xfrm>
          <a:custGeom>
            <a:avLst/>
            <a:gdLst>
              <a:gd name="connsiteX0" fmla="*/ 256529 w 296068"/>
              <a:gd name="connsiteY0" fmla="*/ 25108 h 321343"/>
              <a:gd name="connsiteX1" fmla="*/ 230960 w 296068"/>
              <a:gd name="connsiteY1" fmla="*/ 25108 h 321343"/>
              <a:gd name="connsiteX2" fmla="*/ 230960 w 296068"/>
              <a:gd name="connsiteY2" fmla="*/ 7878 h 321343"/>
              <a:gd name="connsiteX3" fmla="*/ 223087 w 296068"/>
              <a:gd name="connsiteY3" fmla="*/ 0 h 321343"/>
              <a:gd name="connsiteX4" fmla="*/ 215215 w 296068"/>
              <a:gd name="connsiteY4" fmla="*/ 7878 h 321343"/>
              <a:gd name="connsiteX5" fmla="*/ 215215 w 296068"/>
              <a:gd name="connsiteY5" fmla="*/ 25108 h 321343"/>
              <a:gd name="connsiteX6" fmla="*/ 80872 w 296068"/>
              <a:gd name="connsiteY6" fmla="*/ 25108 h 321343"/>
              <a:gd name="connsiteX7" fmla="*/ 80872 w 296068"/>
              <a:gd name="connsiteY7" fmla="*/ 7878 h 321343"/>
              <a:gd name="connsiteX8" fmla="*/ 73000 w 296068"/>
              <a:gd name="connsiteY8" fmla="*/ 0 h 321343"/>
              <a:gd name="connsiteX9" fmla="*/ 65127 w 296068"/>
              <a:gd name="connsiteY9" fmla="*/ 7878 h 321343"/>
              <a:gd name="connsiteX10" fmla="*/ 65127 w 296068"/>
              <a:gd name="connsiteY10" fmla="*/ 25108 h 321343"/>
              <a:gd name="connsiteX11" fmla="*/ 39564 w 296068"/>
              <a:gd name="connsiteY11" fmla="*/ 25108 h 321343"/>
              <a:gd name="connsiteX12" fmla="*/ 13 w 296068"/>
              <a:gd name="connsiteY12" fmla="*/ 64680 h 321343"/>
              <a:gd name="connsiteX13" fmla="*/ 13 w 296068"/>
              <a:gd name="connsiteY13" fmla="*/ 117801 h 321343"/>
              <a:gd name="connsiteX14" fmla="*/ 0 w 296068"/>
              <a:gd name="connsiteY14" fmla="*/ 117851 h 321343"/>
              <a:gd name="connsiteX15" fmla="*/ 13 w 296068"/>
              <a:gd name="connsiteY15" fmla="*/ 117902 h 321343"/>
              <a:gd name="connsiteX16" fmla="*/ 13 w 296068"/>
              <a:gd name="connsiteY16" fmla="*/ 212296 h 321343"/>
              <a:gd name="connsiteX17" fmla="*/ 13 w 296068"/>
              <a:gd name="connsiteY17" fmla="*/ 281797 h 321343"/>
              <a:gd name="connsiteX18" fmla="*/ 11601 w 296068"/>
              <a:gd name="connsiteY18" fmla="*/ 309766 h 321343"/>
              <a:gd name="connsiteX19" fmla="*/ 39564 w 296068"/>
              <a:gd name="connsiteY19" fmla="*/ 321343 h 321343"/>
              <a:gd name="connsiteX20" fmla="*/ 256542 w 296068"/>
              <a:gd name="connsiteY20" fmla="*/ 321343 h 321343"/>
              <a:gd name="connsiteX21" fmla="*/ 296068 w 296068"/>
              <a:gd name="connsiteY21" fmla="*/ 281797 h 321343"/>
              <a:gd name="connsiteX22" fmla="*/ 296068 w 296068"/>
              <a:gd name="connsiteY22" fmla="*/ 64680 h 321343"/>
              <a:gd name="connsiteX23" fmla="*/ 256529 w 296068"/>
              <a:gd name="connsiteY23" fmla="*/ 25108 h 321343"/>
              <a:gd name="connsiteX24" fmla="*/ 39570 w 296068"/>
              <a:gd name="connsiteY24" fmla="*/ 40864 h 321343"/>
              <a:gd name="connsiteX25" fmla="*/ 65127 w 296068"/>
              <a:gd name="connsiteY25" fmla="*/ 40864 h 321343"/>
              <a:gd name="connsiteX26" fmla="*/ 65127 w 296068"/>
              <a:gd name="connsiteY26" fmla="*/ 58270 h 321343"/>
              <a:gd name="connsiteX27" fmla="*/ 73000 w 296068"/>
              <a:gd name="connsiteY27" fmla="*/ 66148 h 321343"/>
              <a:gd name="connsiteX28" fmla="*/ 80872 w 296068"/>
              <a:gd name="connsiteY28" fmla="*/ 58270 h 321343"/>
              <a:gd name="connsiteX29" fmla="*/ 80872 w 296068"/>
              <a:gd name="connsiteY29" fmla="*/ 40864 h 321343"/>
              <a:gd name="connsiteX30" fmla="*/ 215215 w 296068"/>
              <a:gd name="connsiteY30" fmla="*/ 40864 h 321343"/>
              <a:gd name="connsiteX31" fmla="*/ 215215 w 296068"/>
              <a:gd name="connsiteY31" fmla="*/ 58270 h 321343"/>
              <a:gd name="connsiteX32" fmla="*/ 223087 w 296068"/>
              <a:gd name="connsiteY32" fmla="*/ 66148 h 321343"/>
              <a:gd name="connsiteX33" fmla="*/ 230960 w 296068"/>
              <a:gd name="connsiteY33" fmla="*/ 58270 h 321343"/>
              <a:gd name="connsiteX34" fmla="*/ 230960 w 296068"/>
              <a:gd name="connsiteY34" fmla="*/ 40864 h 321343"/>
              <a:gd name="connsiteX35" fmla="*/ 256529 w 296068"/>
              <a:gd name="connsiteY35" fmla="*/ 40864 h 321343"/>
              <a:gd name="connsiteX36" fmla="*/ 280323 w 296068"/>
              <a:gd name="connsiteY36" fmla="*/ 64680 h 321343"/>
              <a:gd name="connsiteX37" fmla="*/ 280323 w 296068"/>
              <a:gd name="connsiteY37" fmla="*/ 109974 h 321343"/>
              <a:gd name="connsiteX38" fmla="*/ 15758 w 296068"/>
              <a:gd name="connsiteY38" fmla="*/ 109974 h 321343"/>
              <a:gd name="connsiteX39" fmla="*/ 15758 w 296068"/>
              <a:gd name="connsiteY39" fmla="*/ 64673 h 321343"/>
              <a:gd name="connsiteX40" fmla="*/ 39570 w 296068"/>
              <a:gd name="connsiteY40" fmla="*/ 40870 h 321343"/>
              <a:gd name="connsiteX41" fmla="*/ 256536 w 296068"/>
              <a:gd name="connsiteY41" fmla="*/ 305594 h 321343"/>
              <a:gd name="connsiteX42" fmla="*/ 39533 w 296068"/>
              <a:gd name="connsiteY42" fmla="*/ 305594 h 321343"/>
              <a:gd name="connsiteX43" fmla="*/ 22729 w 296068"/>
              <a:gd name="connsiteY43" fmla="*/ 298630 h 321343"/>
              <a:gd name="connsiteX44" fmla="*/ 15758 w 296068"/>
              <a:gd name="connsiteY44" fmla="*/ 281803 h 321343"/>
              <a:gd name="connsiteX45" fmla="*/ 15758 w 296068"/>
              <a:gd name="connsiteY45" fmla="*/ 125729 h 321343"/>
              <a:gd name="connsiteX46" fmla="*/ 280330 w 296068"/>
              <a:gd name="connsiteY46" fmla="*/ 125729 h 321343"/>
              <a:gd name="connsiteX47" fmla="*/ 280330 w 296068"/>
              <a:gd name="connsiteY47" fmla="*/ 281803 h 321343"/>
              <a:gd name="connsiteX48" fmla="*/ 256542 w 296068"/>
              <a:gd name="connsiteY48" fmla="*/ 305594 h 321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296068" h="321343">
                <a:moveTo>
                  <a:pt x="256529" y="25108"/>
                </a:moveTo>
                <a:lnTo>
                  <a:pt x="230960" y="25108"/>
                </a:lnTo>
                <a:lnTo>
                  <a:pt x="230960" y="7878"/>
                </a:lnTo>
                <a:cubicBezTo>
                  <a:pt x="230960" y="3529"/>
                  <a:pt x="227433" y="0"/>
                  <a:pt x="223087" y="0"/>
                </a:cubicBezTo>
                <a:cubicBezTo>
                  <a:pt x="218741" y="0"/>
                  <a:pt x="215215" y="3529"/>
                  <a:pt x="215215" y="7878"/>
                </a:cubicBezTo>
                <a:lnTo>
                  <a:pt x="215215" y="25108"/>
                </a:lnTo>
                <a:lnTo>
                  <a:pt x="80872" y="25108"/>
                </a:lnTo>
                <a:lnTo>
                  <a:pt x="80872" y="7878"/>
                </a:lnTo>
                <a:cubicBezTo>
                  <a:pt x="80872" y="3529"/>
                  <a:pt x="77346" y="0"/>
                  <a:pt x="73000" y="0"/>
                </a:cubicBezTo>
                <a:cubicBezTo>
                  <a:pt x="68654" y="0"/>
                  <a:pt x="65127" y="3529"/>
                  <a:pt x="65127" y="7878"/>
                </a:cubicBezTo>
                <a:lnTo>
                  <a:pt x="65127" y="25108"/>
                </a:lnTo>
                <a:lnTo>
                  <a:pt x="39564" y="25108"/>
                </a:lnTo>
                <a:cubicBezTo>
                  <a:pt x="17767" y="25108"/>
                  <a:pt x="25" y="42842"/>
                  <a:pt x="13" y="64680"/>
                </a:cubicBezTo>
                <a:lnTo>
                  <a:pt x="13" y="117801"/>
                </a:lnTo>
                <a:cubicBezTo>
                  <a:pt x="13" y="117801"/>
                  <a:pt x="0" y="117832"/>
                  <a:pt x="0" y="117851"/>
                </a:cubicBezTo>
                <a:cubicBezTo>
                  <a:pt x="0" y="117870"/>
                  <a:pt x="13" y="117883"/>
                  <a:pt x="13" y="117902"/>
                </a:cubicBezTo>
                <a:lnTo>
                  <a:pt x="13" y="212296"/>
                </a:lnTo>
                <a:cubicBezTo>
                  <a:pt x="13" y="212296"/>
                  <a:pt x="13" y="281797"/>
                  <a:pt x="13" y="281797"/>
                </a:cubicBezTo>
                <a:cubicBezTo>
                  <a:pt x="13" y="292366"/>
                  <a:pt x="4132" y="302298"/>
                  <a:pt x="11601" y="309766"/>
                </a:cubicBezTo>
                <a:cubicBezTo>
                  <a:pt x="19070" y="317234"/>
                  <a:pt x="28983" y="321343"/>
                  <a:pt x="39564" y="321343"/>
                </a:cubicBezTo>
                <a:lnTo>
                  <a:pt x="256542" y="321343"/>
                </a:lnTo>
                <a:cubicBezTo>
                  <a:pt x="278333" y="321343"/>
                  <a:pt x="296062" y="303609"/>
                  <a:pt x="296068" y="281797"/>
                </a:cubicBezTo>
                <a:lnTo>
                  <a:pt x="296068" y="64680"/>
                </a:lnTo>
                <a:cubicBezTo>
                  <a:pt x="296068" y="42868"/>
                  <a:pt x="278327" y="25114"/>
                  <a:pt x="256529" y="25108"/>
                </a:cubicBezTo>
                <a:close/>
                <a:moveTo>
                  <a:pt x="39570" y="40864"/>
                </a:moveTo>
                <a:lnTo>
                  <a:pt x="65127" y="40864"/>
                </a:lnTo>
                <a:lnTo>
                  <a:pt x="65127" y="58270"/>
                </a:lnTo>
                <a:cubicBezTo>
                  <a:pt x="65127" y="62619"/>
                  <a:pt x="68654" y="66148"/>
                  <a:pt x="73000" y="66148"/>
                </a:cubicBezTo>
                <a:cubicBezTo>
                  <a:pt x="77346" y="66148"/>
                  <a:pt x="80872" y="62619"/>
                  <a:pt x="80872" y="58270"/>
                </a:cubicBezTo>
                <a:lnTo>
                  <a:pt x="80872" y="40864"/>
                </a:lnTo>
                <a:lnTo>
                  <a:pt x="215215" y="40864"/>
                </a:lnTo>
                <a:lnTo>
                  <a:pt x="215215" y="58270"/>
                </a:lnTo>
                <a:cubicBezTo>
                  <a:pt x="215215" y="62619"/>
                  <a:pt x="218741" y="66148"/>
                  <a:pt x="223087" y="66148"/>
                </a:cubicBezTo>
                <a:cubicBezTo>
                  <a:pt x="227433" y="66148"/>
                  <a:pt x="230960" y="62619"/>
                  <a:pt x="230960" y="58270"/>
                </a:cubicBezTo>
                <a:lnTo>
                  <a:pt x="230960" y="40864"/>
                </a:lnTo>
                <a:lnTo>
                  <a:pt x="256529" y="40864"/>
                </a:lnTo>
                <a:cubicBezTo>
                  <a:pt x="269642" y="40864"/>
                  <a:pt x="280317" y="51552"/>
                  <a:pt x="280323" y="64680"/>
                </a:cubicBezTo>
                <a:lnTo>
                  <a:pt x="280323" y="109974"/>
                </a:lnTo>
                <a:lnTo>
                  <a:pt x="15758" y="109974"/>
                </a:lnTo>
                <a:lnTo>
                  <a:pt x="15758" y="64673"/>
                </a:lnTo>
                <a:cubicBezTo>
                  <a:pt x="15770" y="51546"/>
                  <a:pt x="26452" y="40870"/>
                  <a:pt x="39570" y="40870"/>
                </a:cubicBezTo>
                <a:close/>
                <a:moveTo>
                  <a:pt x="256536" y="305594"/>
                </a:moveTo>
                <a:lnTo>
                  <a:pt x="39533" y="305594"/>
                </a:lnTo>
                <a:cubicBezTo>
                  <a:pt x="33184" y="305594"/>
                  <a:pt x="27220" y="303117"/>
                  <a:pt x="22729" y="298630"/>
                </a:cubicBezTo>
                <a:cubicBezTo>
                  <a:pt x="18233" y="294137"/>
                  <a:pt x="15758" y="288162"/>
                  <a:pt x="15758" y="281803"/>
                </a:cubicBezTo>
                <a:lnTo>
                  <a:pt x="15758" y="125729"/>
                </a:lnTo>
                <a:lnTo>
                  <a:pt x="280330" y="125729"/>
                </a:lnTo>
                <a:lnTo>
                  <a:pt x="280330" y="281803"/>
                </a:lnTo>
                <a:cubicBezTo>
                  <a:pt x="280330" y="294924"/>
                  <a:pt x="269661" y="305594"/>
                  <a:pt x="256542" y="305594"/>
                </a:cubicBezTo>
                <a:close/>
              </a:path>
            </a:pathLst>
          </a:custGeom>
          <a:solidFill>
            <a:schemeClr val="tx1"/>
          </a:solidFill>
          <a:ln w="0" cap="flat">
            <a:noFill/>
            <a:prstDash val="solid"/>
            <a:miter/>
          </a:ln>
        </p:spPr>
        <p:txBody>
          <a:bodyPr rtlCol="0" anchor="ctr"/>
          <a:lstStyle/>
          <a:p>
            <a:endParaRPr lang="de-DE"/>
          </a:p>
        </p:txBody>
      </p:sp>
      <p:sp>
        <p:nvSpPr>
          <p:cNvPr id="566" name="Freihandform 565">
            <a:extLst>
              <a:ext uri="{FF2B5EF4-FFF2-40B4-BE49-F238E27FC236}">
                <a16:creationId xmlns:a16="http://schemas.microsoft.com/office/drawing/2014/main" id="{F76711B0-5AFC-A548-9C84-01888255109C}"/>
              </a:ext>
            </a:extLst>
          </p:cNvPr>
          <p:cNvSpPr/>
          <p:nvPr/>
        </p:nvSpPr>
        <p:spPr>
          <a:xfrm>
            <a:off x="7683327" y="4383170"/>
            <a:ext cx="344934" cy="267465"/>
          </a:xfrm>
          <a:custGeom>
            <a:avLst/>
            <a:gdLst>
              <a:gd name="connsiteX0" fmla="*/ 319301 w 344934"/>
              <a:gd name="connsiteY0" fmla="*/ 0 h 267465"/>
              <a:gd name="connsiteX1" fmla="*/ 25639 w 344934"/>
              <a:gd name="connsiteY1" fmla="*/ 0 h 267465"/>
              <a:gd name="connsiteX2" fmla="*/ 0 w 344934"/>
              <a:gd name="connsiteY2" fmla="*/ 25663 h 267465"/>
              <a:gd name="connsiteX3" fmla="*/ 0 w 344934"/>
              <a:gd name="connsiteY3" fmla="*/ 241810 h 267465"/>
              <a:gd name="connsiteX4" fmla="*/ 25639 w 344934"/>
              <a:gd name="connsiteY4" fmla="*/ 267466 h 267465"/>
              <a:gd name="connsiteX5" fmla="*/ 319301 w 344934"/>
              <a:gd name="connsiteY5" fmla="*/ 267466 h 267465"/>
              <a:gd name="connsiteX6" fmla="*/ 344934 w 344934"/>
              <a:gd name="connsiteY6" fmla="*/ 241822 h 267465"/>
              <a:gd name="connsiteX7" fmla="*/ 344934 w 344934"/>
              <a:gd name="connsiteY7" fmla="*/ 25650 h 267465"/>
              <a:gd name="connsiteX8" fmla="*/ 319301 w 344934"/>
              <a:gd name="connsiteY8" fmla="*/ 0 h 267465"/>
              <a:gd name="connsiteX9" fmla="*/ 319213 w 344934"/>
              <a:gd name="connsiteY9" fmla="*/ 15756 h 267465"/>
              <a:gd name="connsiteX10" fmla="*/ 215876 w 344934"/>
              <a:gd name="connsiteY10" fmla="*/ 117297 h 267465"/>
              <a:gd name="connsiteX11" fmla="*/ 201794 w 344934"/>
              <a:gd name="connsiteY11" fmla="*/ 131143 h 267465"/>
              <a:gd name="connsiteX12" fmla="*/ 201283 w 344934"/>
              <a:gd name="connsiteY12" fmla="*/ 131697 h 267465"/>
              <a:gd name="connsiteX13" fmla="*/ 148305 w 344934"/>
              <a:gd name="connsiteY13" fmla="*/ 136323 h 267465"/>
              <a:gd name="connsiteX14" fmla="*/ 143682 w 344934"/>
              <a:gd name="connsiteY14" fmla="*/ 131697 h 267465"/>
              <a:gd name="connsiteX15" fmla="*/ 143166 w 344934"/>
              <a:gd name="connsiteY15" fmla="*/ 131143 h 267465"/>
              <a:gd name="connsiteX16" fmla="*/ 25721 w 344934"/>
              <a:gd name="connsiteY16" fmla="*/ 15749 h 267465"/>
              <a:gd name="connsiteX17" fmla="*/ 319220 w 344934"/>
              <a:gd name="connsiteY17" fmla="*/ 15749 h 267465"/>
              <a:gd name="connsiteX18" fmla="*/ 319301 w 344934"/>
              <a:gd name="connsiteY18" fmla="*/ 251716 h 267465"/>
              <a:gd name="connsiteX19" fmla="*/ 25639 w 344934"/>
              <a:gd name="connsiteY19" fmla="*/ 251716 h 267465"/>
              <a:gd name="connsiteX20" fmla="*/ 15745 w 344934"/>
              <a:gd name="connsiteY20" fmla="*/ 241810 h 267465"/>
              <a:gd name="connsiteX21" fmla="*/ 15745 w 344934"/>
              <a:gd name="connsiteY21" fmla="*/ 28039 h 267465"/>
              <a:gd name="connsiteX22" fmla="*/ 131873 w 344934"/>
              <a:gd name="connsiteY22" fmla="*/ 142140 h 267465"/>
              <a:gd name="connsiteX23" fmla="*/ 138184 w 344934"/>
              <a:gd name="connsiteY23" fmla="*/ 148404 h 267465"/>
              <a:gd name="connsiteX24" fmla="*/ 172439 w 344934"/>
              <a:gd name="connsiteY24" fmla="*/ 160877 h 267465"/>
              <a:gd name="connsiteX25" fmla="*/ 213086 w 344934"/>
              <a:gd name="connsiteY25" fmla="*/ 142134 h 267465"/>
              <a:gd name="connsiteX26" fmla="*/ 226910 w 344934"/>
              <a:gd name="connsiteY26" fmla="*/ 128546 h 267465"/>
              <a:gd name="connsiteX27" fmla="*/ 329183 w 344934"/>
              <a:gd name="connsiteY27" fmla="*/ 28051 h 267465"/>
              <a:gd name="connsiteX28" fmla="*/ 329183 w 344934"/>
              <a:gd name="connsiteY28" fmla="*/ 241828 h 267465"/>
              <a:gd name="connsiteX29" fmla="*/ 319295 w 344934"/>
              <a:gd name="connsiteY29" fmla="*/ 251716 h 267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4934" h="267465">
                <a:moveTo>
                  <a:pt x="319301" y="0"/>
                </a:moveTo>
                <a:lnTo>
                  <a:pt x="25639" y="0"/>
                </a:lnTo>
                <a:cubicBezTo>
                  <a:pt x="11500" y="0"/>
                  <a:pt x="0" y="11514"/>
                  <a:pt x="0" y="25663"/>
                </a:cubicBezTo>
                <a:lnTo>
                  <a:pt x="0" y="241810"/>
                </a:lnTo>
                <a:cubicBezTo>
                  <a:pt x="0" y="255958"/>
                  <a:pt x="11500" y="267466"/>
                  <a:pt x="25639" y="267466"/>
                </a:cubicBezTo>
                <a:lnTo>
                  <a:pt x="319301" y="267466"/>
                </a:lnTo>
                <a:cubicBezTo>
                  <a:pt x="333434" y="267466"/>
                  <a:pt x="344934" y="255964"/>
                  <a:pt x="344934" y="241822"/>
                </a:cubicBezTo>
                <a:lnTo>
                  <a:pt x="344934" y="25650"/>
                </a:lnTo>
                <a:cubicBezTo>
                  <a:pt x="344934" y="11508"/>
                  <a:pt x="333434" y="0"/>
                  <a:pt x="319301" y="0"/>
                </a:cubicBezTo>
                <a:close/>
                <a:moveTo>
                  <a:pt x="319213" y="15756"/>
                </a:moveTo>
                <a:cubicBezTo>
                  <a:pt x="282244" y="52062"/>
                  <a:pt x="244544" y="89126"/>
                  <a:pt x="215876" y="117297"/>
                </a:cubicBezTo>
                <a:lnTo>
                  <a:pt x="201794" y="131143"/>
                </a:lnTo>
                <a:cubicBezTo>
                  <a:pt x="201617" y="131319"/>
                  <a:pt x="201441" y="131508"/>
                  <a:pt x="201283" y="131697"/>
                </a:cubicBezTo>
                <a:cubicBezTo>
                  <a:pt x="187957" y="147591"/>
                  <a:pt x="164176" y="149671"/>
                  <a:pt x="148305" y="136323"/>
                </a:cubicBezTo>
                <a:cubicBezTo>
                  <a:pt x="146630" y="134924"/>
                  <a:pt x="145074" y="133367"/>
                  <a:pt x="143682" y="131697"/>
                </a:cubicBezTo>
                <a:cubicBezTo>
                  <a:pt x="143518" y="131508"/>
                  <a:pt x="143342" y="131319"/>
                  <a:pt x="143166" y="131143"/>
                </a:cubicBezTo>
                <a:lnTo>
                  <a:pt x="25721" y="15749"/>
                </a:lnTo>
                <a:lnTo>
                  <a:pt x="319220" y="15749"/>
                </a:lnTo>
                <a:close/>
                <a:moveTo>
                  <a:pt x="319301" y="251716"/>
                </a:moveTo>
                <a:lnTo>
                  <a:pt x="25639" y="251716"/>
                </a:lnTo>
                <a:cubicBezTo>
                  <a:pt x="20185" y="251716"/>
                  <a:pt x="15745" y="247274"/>
                  <a:pt x="15745" y="241810"/>
                </a:cubicBezTo>
                <a:lnTo>
                  <a:pt x="15745" y="28039"/>
                </a:lnTo>
                <a:lnTo>
                  <a:pt x="131873" y="142140"/>
                </a:lnTo>
                <a:cubicBezTo>
                  <a:pt x="133794" y="144396"/>
                  <a:pt x="135917" y="146501"/>
                  <a:pt x="138184" y="148404"/>
                </a:cubicBezTo>
                <a:cubicBezTo>
                  <a:pt x="148166" y="156786"/>
                  <a:pt x="160334" y="160877"/>
                  <a:pt x="172439" y="160877"/>
                </a:cubicBezTo>
                <a:cubicBezTo>
                  <a:pt x="187548" y="160877"/>
                  <a:pt x="202562" y="154499"/>
                  <a:pt x="213086" y="142134"/>
                </a:cubicBezTo>
                <a:lnTo>
                  <a:pt x="226910" y="128546"/>
                </a:lnTo>
                <a:cubicBezTo>
                  <a:pt x="255295" y="100640"/>
                  <a:pt x="292554" y="64018"/>
                  <a:pt x="329183" y="28051"/>
                </a:cubicBezTo>
                <a:lnTo>
                  <a:pt x="329183" y="241828"/>
                </a:lnTo>
                <a:cubicBezTo>
                  <a:pt x="329183" y="247280"/>
                  <a:pt x="324749" y="251716"/>
                  <a:pt x="319295" y="251716"/>
                </a:cubicBezTo>
                <a:close/>
              </a:path>
            </a:pathLst>
          </a:custGeom>
          <a:solidFill>
            <a:schemeClr val="tx1"/>
          </a:solidFill>
          <a:ln w="0" cap="flat">
            <a:noFill/>
            <a:prstDash val="solid"/>
            <a:miter/>
          </a:ln>
        </p:spPr>
        <p:txBody>
          <a:bodyPr rtlCol="0" anchor="ctr"/>
          <a:lstStyle/>
          <a:p>
            <a:endParaRPr lang="de-DE"/>
          </a:p>
        </p:txBody>
      </p:sp>
      <p:grpSp>
        <p:nvGrpSpPr>
          <p:cNvPr id="567" name="Grafik 463">
            <a:extLst>
              <a:ext uri="{FF2B5EF4-FFF2-40B4-BE49-F238E27FC236}">
                <a16:creationId xmlns:a16="http://schemas.microsoft.com/office/drawing/2014/main" id="{2D890E09-77C5-B29B-7EDC-B6D92CAC4AD1}"/>
              </a:ext>
            </a:extLst>
          </p:cNvPr>
          <p:cNvGrpSpPr/>
          <p:nvPr/>
        </p:nvGrpSpPr>
        <p:grpSpPr>
          <a:xfrm>
            <a:off x="11364932" y="3597228"/>
            <a:ext cx="342389" cy="342619"/>
            <a:chOff x="11364932" y="3597228"/>
            <a:chExt cx="342389" cy="342619"/>
          </a:xfrm>
          <a:solidFill>
            <a:schemeClr val="tx1"/>
          </a:solidFill>
        </p:grpSpPr>
        <p:sp>
          <p:nvSpPr>
            <p:cNvPr id="568" name="Freihandform 567">
              <a:extLst>
                <a:ext uri="{FF2B5EF4-FFF2-40B4-BE49-F238E27FC236}">
                  <a16:creationId xmlns:a16="http://schemas.microsoft.com/office/drawing/2014/main" id="{F6FDBE9C-1F03-D302-8E53-E91A6380DC5C}"/>
                </a:ext>
              </a:extLst>
            </p:cNvPr>
            <p:cNvSpPr/>
            <p:nvPr/>
          </p:nvSpPr>
          <p:spPr>
            <a:xfrm>
              <a:off x="11364932" y="3597228"/>
              <a:ext cx="342389" cy="342619"/>
            </a:xfrm>
            <a:custGeom>
              <a:avLst/>
              <a:gdLst>
                <a:gd name="connsiteX0" fmla="*/ 171160 w 342389"/>
                <a:gd name="connsiteY0" fmla="*/ 0 h 342619"/>
                <a:gd name="connsiteX1" fmla="*/ 0 w 342389"/>
                <a:gd name="connsiteY1" fmla="*/ 171345 h 342619"/>
                <a:gd name="connsiteX2" fmla="*/ 171191 w 342389"/>
                <a:gd name="connsiteY2" fmla="*/ 342620 h 342619"/>
                <a:gd name="connsiteX3" fmla="*/ 171229 w 342389"/>
                <a:gd name="connsiteY3" fmla="*/ 342620 h 342619"/>
                <a:gd name="connsiteX4" fmla="*/ 342390 w 342389"/>
                <a:gd name="connsiteY4" fmla="*/ 171275 h 342619"/>
                <a:gd name="connsiteX5" fmla="*/ 171160 w 342389"/>
                <a:gd name="connsiteY5" fmla="*/ 0 h 342619"/>
                <a:gd name="connsiteX6" fmla="*/ 171223 w 342389"/>
                <a:gd name="connsiteY6" fmla="*/ 326858 h 342619"/>
                <a:gd name="connsiteX7" fmla="*/ 171185 w 342389"/>
                <a:gd name="connsiteY7" fmla="*/ 326858 h 342619"/>
                <a:gd name="connsiteX8" fmla="*/ 15738 w 342389"/>
                <a:gd name="connsiteY8" fmla="*/ 171338 h 342619"/>
                <a:gd name="connsiteX9" fmla="*/ 171179 w 342389"/>
                <a:gd name="connsiteY9" fmla="*/ 15749 h 342619"/>
                <a:gd name="connsiteX10" fmla="*/ 326638 w 342389"/>
                <a:gd name="connsiteY10" fmla="*/ 171269 h 342619"/>
                <a:gd name="connsiteX11" fmla="*/ 171223 w 342389"/>
                <a:gd name="connsiteY11" fmla="*/ 326858 h 342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42389" h="342619">
                  <a:moveTo>
                    <a:pt x="171160" y="0"/>
                  </a:moveTo>
                  <a:cubicBezTo>
                    <a:pt x="76766" y="19"/>
                    <a:pt x="-19" y="76881"/>
                    <a:pt x="0" y="171345"/>
                  </a:cubicBezTo>
                  <a:cubicBezTo>
                    <a:pt x="19" y="265789"/>
                    <a:pt x="76810" y="342620"/>
                    <a:pt x="171191" y="342620"/>
                  </a:cubicBezTo>
                  <a:lnTo>
                    <a:pt x="171229" y="342620"/>
                  </a:lnTo>
                  <a:cubicBezTo>
                    <a:pt x="265623" y="342601"/>
                    <a:pt x="342409" y="265739"/>
                    <a:pt x="342390" y="171275"/>
                  </a:cubicBezTo>
                  <a:cubicBezTo>
                    <a:pt x="342364" y="76837"/>
                    <a:pt x="265567" y="0"/>
                    <a:pt x="171160" y="0"/>
                  </a:cubicBezTo>
                  <a:close/>
                  <a:moveTo>
                    <a:pt x="171223" y="326858"/>
                  </a:moveTo>
                  <a:lnTo>
                    <a:pt x="171185" y="326858"/>
                  </a:lnTo>
                  <a:cubicBezTo>
                    <a:pt x="85501" y="326858"/>
                    <a:pt x="15757" y="257099"/>
                    <a:pt x="15738" y="171338"/>
                  </a:cubicBezTo>
                  <a:cubicBezTo>
                    <a:pt x="15720" y="85565"/>
                    <a:pt x="85438" y="15768"/>
                    <a:pt x="171179" y="15749"/>
                  </a:cubicBezTo>
                  <a:cubicBezTo>
                    <a:pt x="256869" y="15749"/>
                    <a:pt x="326613" y="85515"/>
                    <a:pt x="326638" y="171269"/>
                  </a:cubicBezTo>
                  <a:cubicBezTo>
                    <a:pt x="326638" y="257036"/>
                    <a:pt x="256932" y="326839"/>
                    <a:pt x="171223" y="326858"/>
                  </a:cubicBezTo>
                  <a:close/>
                </a:path>
              </a:pathLst>
            </a:custGeom>
            <a:grpFill/>
            <a:ln w="0" cap="flat">
              <a:noFill/>
              <a:prstDash val="solid"/>
              <a:miter/>
            </a:ln>
          </p:spPr>
          <p:txBody>
            <a:bodyPr rtlCol="0" anchor="ctr"/>
            <a:lstStyle/>
            <a:p>
              <a:endParaRPr lang="de-DE"/>
            </a:p>
          </p:txBody>
        </p:sp>
        <p:sp>
          <p:nvSpPr>
            <p:cNvPr id="569" name="Freihandform 568">
              <a:extLst>
                <a:ext uri="{FF2B5EF4-FFF2-40B4-BE49-F238E27FC236}">
                  <a16:creationId xmlns:a16="http://schemas.microsoft.com/office/drawing/2014/main" id="{8D3D1EDF-3943-C424-17AF-9D790F43BF5F}"/>
                </a:ext>
              </a:extLst>
            </p:cNvPr>
            <p:cNvSpPr/>
            <p:nvPr/>
          </p:nvSpPr>
          <p:spPr>
            <a:xfrm>
              <a:off x="11528226" y="3672161"/>
              <a:ext cx="71475" cy="104213"/>
            </a:xfrm>
            <a:custGeom>
              <a:avLst/>
              <a:gdLst>
                <a:gd name="connsiteX0" fmla="*/ 63603 w 71475"/>
                <a:gd name="connsiteY0" fmla="*/ 88458 h 104213"/>
                <a:gd name="connsiteX1" fmla="*/ 15745 w 71475"/>
                <a:gd name="connsiteY1" fmla="*/ 88458 h 104213"/>
                <a:gd name="connsiteX2" fmla="*/ 15745 w 71475"/>
                <a:gd name="connsiteY2" fmla="*/ 7878 h 104213"/>
                <a:gd name="connsiteX3" fmla="*/ 7872 w 71475"/>
                <a:gd name="connsiteY3" fmla="*/ 0 h 104213"/>
                <a:gd name="connsiteX4" fmla="*/ 0 w 71475"/>
                <a:gd name="connsiteY4" fmla="*/ 7878 h 104213"/>
                <a:gd name="connsiteX5" fmla="*/ 0 w 71475"/>
                <a:gd name="connsiteY5" fmla="*/ 96336 h 104213"/>
                <a:gd name="connsiteX6" fmla="*/ 7872 w 71475"/>
                <a:gd name="connsiteY6" fmla="*/ 104213 h 104213"/>
                <a:gd name="connsiteX7" fmla="*/ 63603 w 71475"/>
                <a:gd name="connsiteY7" fmla="*/ 104213 h 104213"/>
                <a:gd name="connsiteX8" fmla="*/ 71476 w 71475"/>
                <a:gd name="connsiteY8" fmla="*/ 96336 h 104213"/>
                <a:gd name="connsiteX9" fmla="*/ 63603 w 71475"/>
                <a:gd name="connsiteY9" fmla="*/ 88458 h 104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1475" h="104213">
                  <a:moveTo>
                    <a:pt x="63603" y="88458"/>
                  </a:moveTo>
                  <a:lnTo>
                    <a:pt x="15745" y="88458"/>
                  </a:lnTo>
                  <a:lnTo>
                    <a:pt x="15745" y="7878"/>
                  </a:lnTo>
                  <a:cubicBezTo>
                    <a:pt x="15745" y="3529"/>
                    <a:pt x="12218" y="0"/>
                    <a:pt x="7872" y="0"/>
                  </a:cubicBezTo>
                  <a:cubicBezTo>
                    <a:pt x="3527" y="0"/>
                    <a:pt x="0" y="3529"/>
                    <a:pt x="0" y="7878"/>
                  </a:cubicBezTo>
                  <a:lnTo>
                    <a:pt x="0" y="96336"/>
                  </a:lnTo>
                  <a:cubicBezTo>
                    <a:pt x="0" y="100684"/>
                    <a:pt x="3527" y="104213"/>
                    <a:pt x="7872" y="104213"/>
                  </a:cubicBezTo>
                  <a:lnTo>
                    <a:pt x="63603" y="104213"/>
                  </a:lnTo>
                  <a:cubicBezTo>
                    <a:pt x="67949" y="104213"/>
                    <a:pt x="71476" y="100684"/>
                    <a:pt x="71476" y="96336"/>
                  </a:cubicBezTo>
                  <a:cubicBezTo>
                    <a:pt x="71476" y="91987"/>
                    <a:pt x="67949" y="88458"/>
                    <a:pt x="63603" y="88458"/>
                  </a:cubicBezTo>
                  <a:close/>
                </a:path>
              </a:pathLst>
            </a:custGeom>
            <a:grpFill/>
            <a:ln w="0" cap="flat">
              <a:noFill/>
              <a:prstDash val="solid"/>
              <a:miter/>
            </a:ln>
          </p:spPr>
          <p:txBody>
            <a:bodyPr rtlCol="0" anchor="ctr"/>
            <a:lstStyle/>
            <a:p>
              <a:endParaRPr lang="de-DE"/>
            </a:p>
          </p:txBody>
        </p:sp>
      </p:grpSp>
      <p:sp>
        <p:nvSpPr>
          <p:cNvPr id="570" name="Freihandform 569">
            <a:extLst>
              <a:ext uri="{FF2B5EF4-FFF2-40B4-BE49-F238E27FC236}">
                <a16:creationId xmlns:a16="http://schemas.microsoft.com/office/drawing/2014/main" id="{26CAAA83-2403-63E3-8CDB-01126C02EBF8}"/>
              </a:ext>
            </a:extLst>
          </p:cNvPr>
          <p:cNvSpPr/>
          <p:nvPr/>
        </p:nvSpPr>
        <p:spPr>
          <a:xfrm>
            <a:off x="11377629" y="2126787"/>
            <a:ext cx="316939" cy="292041"/>
          </a:xfrm>
          <a:custGeom>
            <a:avLst/>
            <a:gdLst>
              <a:gd name="connsiteX0" fmla="*/ 316933 w 316939"/>
              <a:gd name="connsiteY0" fmla="*/ 204554 h 292041"/>
              <a:gd name="connsiteX1" fmla="*/ 316933 w 316939"/>
              <a:gd name="connsiteY1" fmla="*/ 7887 h 292041"/>
              <a:gd name="connsiteX2" fmla="*/ 314263 w 316939"/>
              <a:gd name="connsiteY2" fmla="*/ 1976 h 292041"/>
              <a:gd name="connsiteX3" fmla="*/ 308072 w 316939"/>
              <a:gd name="connsiteY3" fmla="*/ 66 h 292041"/>
              <a:gd name="connsiteX4" fmla="*/ 117495 w 316939"/>
              <a:gd name="connsiteY4" fmla="*/ 24229 h 292041"/>
              <a:gd name="connsiteX5" fmla="*/ 110611 w 316939"/>
              <a:gd name="connsiteY5" fmla="*/ 32044 h 292041"/>
              <a:gd name="connsiteX6" fmla="*/ 110611 w 316939"/>
              <a:gd name="connsiteY6" fmla="*/ 187198 h 292041"/>
              <a:gd name="connsiteX7" fmla="*/ 63200 w 316939"/>
              <a:gd name="connsiteY7" fmla="*/ 165600 h 292041"/>
              <a:gd name="connsiteX8" fmla="*/ 63169 w 316939"/>
              <a:gd name="connsiteY8" fmla="*/ 165600 h 292041"/>
              <a:gd name="connsiteX9" fmla="*/ 18510 w 316939"/>
              <a:gd name="connsiteY9" fmla="*/ 184110 h 292041"/>
              <a:gd name="connsiteX10" fmla="*/ 0 w 316939"/>
              <a:gd name="connsiteY10" fmla="*/ 228811 h 292041"/>
              <a:gd name="connsiteX11" fmla="*/ 63162 w 316939"/>
              <a:gd name="connsiteY11" fmla="*/ 292041 h 292041"/>
              <a:gd name="connsiteX12" fmla="*/ 63175 w 316939"/>
              <a:gd name="connsiteY12" fmla="*/ 292041 h 292041"/>
              <a:gd name="connsiteX13" fmla="*/ 126356 w 316939"/>
              <a:gd name="connsiteY13" fmla="*/ 228837 h 292041"/>
              <a:gd name="connsiteX14" fmla="*/ 126356 w 316939"/>
              <a:gd name="connsiteY14" fmla="*/ 38989 h 292041"/>
              <a:gd name="connsiteX15" fmla="*/ 301188 w 316939"/>
              <a:gd name="connsiteY15" fmla="*/ 16818 h 292041"/>
              <a:gd name="connsiteX16" fmla="*/ 301188 w 316939"/>
              <a:gd name="connsiteY16" fmla="*/ 163041 h 292041"/>
              <a:gd name="connsiteX17" fmla="*/ 253771 w 316939"/>
              <a:gd name="connsiteY17" fmla="*/ 141450 h 292041"/>
              <a:gd name="connsiteX18" fmla="*/ 253758 w 316939"/>
              <a:gd name="connsiteY18" fmla="*/ 141450 h 292041"/>
              <a:gd name="connsiteX19" fmla="*/ 209105 w 316939"/>
              <a:gd name="connsiteY19" fmla="*/ 159960 h 292041"/>
              <a:gd name="connsiteX20" fmla="*/ 190596 w 316939"/>
              <a:gd name="connsiteY20" fmla="*/ 204661 h 292041"/>
              <a:gd name="connsiteX21" fmla="*/ 253758 w 316939"/>
              <a:gd name="connsiteY21" fmla="*/ 267885 h 292041"/>
              <a:gd name="connsiteX22" fmla="*/ 316939 w 316939"/>
              <a:gd name="connsiteY22" fmla="*/ 204674 h 292041"/>
              <a:gd name="connsiteX23" fmla="*/ 316939 w 316939"/>
              <a:gd name="connsiteY23" fmla="*/ 204554 h 292041"/>
              <a:gd name="connsiteX24" fmla="*/ 63175 w 316939"/>
              <a:gd name="connsiteY24" fmla="*/ 276292 h 292041"/>
              <a:gd name="connsiteX25" fmla="*/ 63162 w 316939"/>
              <a:gd name="connsiteY25" fmla="*/ 276292 h 292041"/>
              <a:gd name="connsiteX26" fmla="*/ 15745 w 316939"/>
              <a:gd name="connsiteY26" fmla="*/ 228818 h 292041"/>
              <a:gd name="connsiteX27" fmla="*/ 29644 w 316939"/>
              <a:gd name="connsiteY27" fmla="*/ 195258 h 292041"/>
              <a:gd name="connsiteX28" fmla="*/ 63175 w 316939"/>
              <a:gd name="connsiteY28" fmla="*/ 181368 h 292041"/>
              <a:gd name="connsiteX29" fmla="*/ 63194 w 316939"/>
              <a:gd name="connsiteY29" fmla="*/ 181368 h 292041"/>
              <a:gd name="connsiteX30" fmla="*/ 110611 w 316939"/>
              <a:gd name="connsiteY30" fmla="*/ 228843 h 292041"/>
              <a:gd name="connsiteX31" fmla="*/ 63175 w 316939"/>
              <a:gd name="connsiteY31" fmla="*/ 276292 h 292041"/>
              <a:gd name="connsiteX32" fmla="*/ 253752 w 316939"/>
              <a:gd name="connsiteY32" fmla="*/ 252136 h 292041"/>
              <a:gd name="connsiteX33" fmla="*/ 206334 w 316939"/>
              <a:gd name="connsiteY33" fmla="*/ 204668 h 292041"/>
              <a:gd name="connsiteX34" fmla="*/ 220228 w 316939"/>
              <a:gd name="connsiteY34" fmla="*/ 171115 h 292041"/>
              <a:gd name="connsiteX35" fmla="*/ 253771 w 316939"/>
              <a:gd name="connsiteY35" fmla="*/ 157218 h 292041"/>
              <a:gd name="connsiteX36" fmla="*/ 253771 w 316939"/>
              <a:gd name="connsiteY36" fmla="*/ 157218 h 292041"/>
              <a:gd name="connsiteX37" fmla="*/ 301176 w 316939"/>
              <a:gd name="connsiteY37" fmla="*/ 204560 h 292041"/>
              <a:gd name="connsiteX38" fmla="*/ 301176 w 316939"/>
              <a:gd name="connsiteY38" fmla="*/ 204668 h 292041"/>
              <a:gd name="connsiteX39" fmla="*/ 301176 w 316939"/>
              <a:gd name="connsiteY39" fmla="*/ 204693 h 292041"/>
              <a:gd name="connsiteX40" fmla="*/ 253739 w 316939"/>
              <a:gd name="connsiteY40" fmla="*/ 252136 h 292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16939" h="292041">
                <a:moveTo>
                  <a:pt x="316933" y="204554"/>
                </a:moveTo>
                <a:lnTo>
                  <a:pt x="316933" y="7887"/>
                </a:lnTo>
                <a:cubicBezTo>
                  <a:pt x="316933" y="5625"/>
                  <a:pt x="315964" y="3476"/>
                  <a:pt x="314263" y="1976"/>
                </a:cubicBezTo>
                <a:cubicBezTo>
                  <a:pt x="312569" y="476"/>
                  <a:pt x="310339" y="-230"/>
                  <a:pt x="308072" y="66"/>
                </a:cubicBezTo>
                <a:lnTo>
                  <a:pt x="117495" y="24229"/>
                </a:lnTo>
                <a:cubicBezTo>
                  <a:pt x="113565" y="24727"/>
                  <a:pt x="110611" y="28073"/>
                  <a:pt x="110611" y="32044"/>
                </a:cubicBezTo>
                <a:lnTo>
                  <a:pt x="110611" y="187198"/>
                </a:lnTo>
                <a:cubicBezTo>
                  <a:pt x="99029" y="173995"/>
                  <a:pt x="82094" y="165606"/>
                  <a:pt x="63200" y="165600"/>
                </a:cubicBezTo>
                <a:lnTo>
                  <a:pt x="63169" y="165600"/>
                </a:lnTo>
                <a:cubicBezTo>
                  <a:pt x="46303" y="165600"/>
                  <a:pt x="30444" y="172173"/>
                  <a:pt x="18510" y="184110"/>
                </a:cubicBezTo>
                <a:cubicBezTo>
                  <a:pt x="6575" y="196052"/>
                  <a:pt x="6" y="211921"/>
                  <a:pt x="0" y="228811"/>
                </a:cubicBezTo>
                <a:cubicBezTo>
                  <a:pt x="0" y="263669"/>
                  <a:pt x="28328" y="292035"/>
                  <a:pt x="63162" y="292041"/>
                </a:cubicBezTo>
                <a:lnTo>
                  <a:pt x="63175" y="292041"/>
                </a:lnTo>
                <a:cubicBezTo>
                  <a:pt x="98003" y="292041"/>
                  <a:pt x="126350" y="263688"/>
                  <a:pt x="126356" y="228837"/>
                </a:cubicBezTo>
                <a:lnTo>
                  <a:pt x="126356" y="38989"/>
                </a:lnTo>
                <a:lnTo>
                  <a:pt x="301188" y="16818"/>
                </a:lnTo>
                <a:lnTo>
                  <a:pt x="301188" y="163041"/>
                </a:lnTo>
                <a:cubicBezTo>
                  <a:pt x="289606" y="149845"/>
                  <a:pt x="272671" y="141456"/>
                  <a:pt x="253771" y="141450"/>
                </a:cubicBezTo>
                <a:lnTo>
                  <a:pt x="253758" y="141450"/>
                </a:lnTo>
                <a:cubicBezTo>
                  <a:pt x="236892" y="141450"/>
                  <a:pt x="221034" y="148023"/>
                  <a:pt x="209105" y="159960"/>
                </a:cubicBezTo>
                <a:cubicBezTo>
                  <a:pt x="197164" y="171902"/>
                  <a:pt x="190602" y="187771"/>
                  <a:pt x="190596" y="204661"/>
                </a:cubicBezTo>
                <a:cubicBezTo>
                  <a:pt x="190596" y="239512"/>
                  <a:pt x="218924" y="267879"/>
                  <a:pt x="253758" y="267885"/>
                </a:cubicBezTo>
                <a:cubicBezTo>
                  <a:pt x="288586" y="267885"/>
                  <a:pt x="316933" y="239531"/>
                  <a:pt x="316939" y="204674"/>
                </a:cubicBezTo>
                <a:cubicBezTo>
                  <a:pt x="316939" y="204630"/>
                  <a:pt x="316939" y="204592"/>
                  <a:pt x="316939" y="204554"/>
                </a:cubicBezTo>
                <a:close/>
                <a:moveTo>
                  <a:pt x="63175" y="276292"/>
                </a:moveTo>
                <a:lnTo>
                  <a:pt x="63162" y="276292"/>
                </a:lnTo>
                <a:cubicBezTo>
                  <a:pt x="37013" y="276292"/>
                  <a:pt x="15738" y="254991"/>
                  <a:pt x="15745" y="228818"/>
                </a:cubicBezTo>
                <a:cubicBezTo>
                  <a:pt x="15745" y="216138"/>
                  <a:pt x="20683" y="204226"/>
                  <a:pt x="29644" y="195258"/>
                </a:cubicBezTo>
                <a:cubicBezTo>
                  <a:pt x="38607" y="186303"/>
                  <a:pt x="50503" y="181368"/>
                  <a:pt x="63175" y="181368"/>
                </a:cubicBezTo>
                <a:lnTo>
                  <a:pt x="63194" y="181368"/>
                </a:lnTo>
                <a:cubicBezTo>
                  <a:pt x="89343" y="181368"/>
                  <a:pt x="110618" y="202670"/>
                  <a:pt x="110611" y="228843"/>
                </a:cubicBezTo>
                <a:cubicBezTo>
                  <a:pt x="110611" y="255010"/>
                  <a:pt x="89324" y="276292"/>
                  <a:pt x="63175" y="276292"/>
                </a:cubicBezTo>
                <a:close/>
                <a:moveTo>
                  <a:pt x="253752" y="252136"/>
                </a:moveTo>
                <a:cubicBezTo>
                  <a:pt x="227603" y="252136"/>
                  <a:pt x="206328" y="230834"/>
                  <a:pt x="206334" y="204668"/>
                </a:cubicBezTo>
                <a:cubicBezTo>
                  <a:pt x="206334" y="191988"/>
                  <a:pt x="211272" y="180076"/>
                  <a:pt x="220228" y="171115"/>
                </a:cubicBezTo>
                <a:cubicBezTo>
                  <a:pt x="229190" y="162153"/>
                  <a:pt x="241087" y="157218"/>
                  <a:pt x="253771" y="157218"/>
                </a:cubicBezTo>
                <a:lnTo>
                  <a:pt x="253771" y="157218"/>
                </a:lnTo>
                <a:cubicBezTo>
                  <a:pt x="279882" y="157231"/>
                  <a:pt x="301119" y="178457"/>
                  <a:pt x="301176" y="204560"/>
                </a:cubicBezTo>
                <a:lnTo>
                  <a:pt x="301176" y="204668"/>
                </a:lnTo>
                <a:cubicBezTo>
                  <a:pt x="301176" y="204668"/>
                  <a:pt x="301176" y="204686"/>
                  <a:pt x="301176" y="204693"/>
                </a:cubicBezTo>
                <a:cubicBezTo>
                  <a:pt x="301163" y="230853"/>
                  <a:pt x="279888" y="252136"/>
                  <a:pt x="253739" y="252136"/>
                </a:cubicBezTo>
                <a:close/>
              </a:path>
            </a:pathLst>
          </a:custGeom>
          <a:solidFill>
            <a:schemeClr val="tx1"/>
          </a:solidFill>
          <a:ln w="0" cap="flat">
            <a:noFill/>
            <a:prstDash val="solid"/>
            <a:miter/>
          </a:ln>
        </p:spPr>
        <p:txBody>
          <a:bodyPr rtlCol="0" anchor="ctr"/>
          <a:lstStyle/>
          <a:p>
            <a:endParaRPr lang="de-DE"/>
          </a:p>
        </p:txBody>
      </p:sp>
      <p:grpSp>
        <p:nvGrpSpPr>
          <p:cNvPr id="571" name="Grafik 463">
            <a:extLst>
              <a:ext uri="{FF2B5EF4-FFF2-40B4-BE49-F238E27FC236}">
                <a16:creationId xmlns:a16="http://schemas.microsoft.com/office/drawing/2014/main" id="{E0732A62-5DF9-5ED8-36D3-ED6791F8E646}"/>
              </a:ext>
            </a:extLst>
          </p:cNvPr>
          <p:cNvGrpSpPr/>
          <p:nvPr/>
        </p:nvGrpSpPr>
        <p:grpSpPr>
          <a:xfrm>
            <a:off x="11367340" y="5081556"/>
            <a:ext cx="341359" cy="355589"/>
            <a:chOff x="11367340" y="5081556"/>
            <a:chExt cx="341359" cy="355589"/>
          </a:xfrm>
          <a:solidFill>
            <a:schemeClr val="tx1"/>
          </a:solidFill>
        </p:grpSpPr>
        <p:sp>
          <p:nvSpPr>
            <p:cNvPr id="572" name="Freihandform 571">
              <a:extLst>
                <a:ext uri="{FF2B5EF4-FFF2-40B4-BE49-F238E27FC236}">
                  <a16:creationId xmlns:a16="http://schemas.microsoft.com/office/drawing/2014/main" id="{F0E31CF1-F536-0A1D-388C-BF0091DCEF67}"/>
                </a:ext>
              </a:extLst>
            </p:cNvPr>
            <p:cNvSpPr/>
            <p:nvPr/>
          </p:nvSpPr>
          <p:spPr>
            <a:xfrm>
              <a:off x="11469781" y="5191151"/>
              <a:ext cx="136439" cy="136531"/>
            </a:xfrm>
            <a:custGeom>
              <a:avLst/>
              <a:gdLst>
                <a:gd name="connsiteX0" fmla="*/ 68214 w 136439"/>
                <a:gd name="connsiteY0" fmla="*/ 0 h 136531"/>
                <a:gd name="connsiteX1" fmla="*/ 0 w 136439"/>
                <a:gd name="connsiteY1" fmla="*/ 68272 h 136531"/>
                <a:gd name="connsiteX2" fmla="*/ 68226 w 136439"/>
                <a:gd name="connsiteY2" fmla="*/ 136531 h 136531"/>
                <a:gd name="connsiteX3" fmla="*/ 136439 w 136439"/>
                <a:gd name="connsiteY3" fmla="*/ 68259 h 136531"/>
                <a:gd name="connsiteX4" fmla="*/ 68214 w 136439"/>
                <a:gd name="connsiteY4" fmla="*/ 0 h 136531"/>
                <a:gd name="connsiteX5" fmla="*/ 68226 w 136439"/>
                <a:gd name="connsiteY5" fmla="*/ 120776 h 136531"/>
                <a:gd name="connsiteX6" fmla="*/ 15745 w 136439"/>
                <a:gd name="connsiteY6" fmla="*/ 68272 h 136531"/>
                <a:gd name="connsiteX7" fmla="*/ 68226 w 136439"/>
                <a:gd name="connsiteY7" fmla="*/ 15756 h 136531"/>
                <a:gd name="connsiteX8" fmla="*/ 120695 w 136439"/>
                <a:gd name="connsiteY8" fmla="*/ 68259 h 136531"/>
                <a:gd name="connsiteX9" fmla="*/ 68226 w 136439"/>
                <a:gd name="connsiteY9" fmla="*/ 120776 h 136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6439" h="136531">
                  <a:moveTo>
                    <a:pt x="68214" y="0"/>
                  </a:moveTo>
                  <a:cubicBezTo>
                    <a:pt x="30596" y="0"/>
                    <a:pt x="0" y="30622"/>
                    <a:pt x="0" y="68272"/>
                  </a:cubicBezTo>
                  <a:cubicBezTo>
                    <a:pt x="0" y="105915"/>
                    <a:pt x="30608" y="136531"/>
                    <a:pt x="68226" y="136531"/>
                  </a:cubicBezTo>
                  <a:cubicBezTo>
                    <a:pt x="105850" y="136531"/>
                    <a:pt x="136446" y="105896"/>
                    <a:pt x="136439" y="68259"/>
                  </a:cubicBezTo>
                  <a:cubicBezTo>
                    <a:pt x="136427" y="30629"/>
                    <a:pt x="105825" y="13"/>
                    <a:pt x="68214" y="0"/>
                  </a:cubicBezTo>
                  <a:close/>
                  <a:moveTo>
                    <a:pt x="68226" y="120776"/>
                  </a:moveTo>
                  <a:cubicBezTo>
                    <a:pt x="39293" y="120776"/>
                    <a:pt x="15751" y="97224"/>
                    <a:pt x="15745" y="68272"/>
                  </a:cubicBezTo>
                  <a:cubicBezTo>
                    <a:pt x="15745" y="39313"/>
                    <a:pt x="39287" y="15756"/>
                    <a:pt x="68226" y="15756"/>
                  </a:cubicBezTo>
                  <a:cubicBezTo>
                    <a:pt x="97147" y="15768"/>
                    <a:pt x="120682" y="39320"/>
                    <a:pt x="120695" y="68259"/>
                  </a:cubicBezTo>
                  <a:cubicBezTo>
                    <a:pt x="120695" y="97211"/>
                    <a:pt x="97159" y="120769"/>
                    <a:pt x="68226" y="120776"/>
                  </a:cubicBezTo>
                  <a:close/>
                </a:path>
              </a:pathLst>
            </a:custGeom>
            <a:grpFill/>
            <a:ln w="0" cap="flat">
              <a:noFill/>
              <a:prstDash val="solid"/>
              <a:miter/>
            </a:ln>
          </p:spPr>
          <p:txBody>
            <a:bodyPr rtlCol="0" anchor="ctr"/>
            <a:lstStyle/>
            <a:p>
              <a:endParaRPr lang="de-DE"/>
            </a:p>
          </p:txBody>
        </p:sp>
        <p:sp>
          <p:nvSpPr>
            <p:cNvPr id="573" name="Freihandform 572">
              <a:extLst>
                <a:ext uri="{FF2B5EF4-FFF2-40B4-BE49-F238E27FC236}">
                  <a16:creationId xmlns:a16="http://schemas.microsoft.com/office/drawing/2014/main" id="{FEC7EB3E-B842-B80F-9A32-288250077987}"/>
                </a:ext>
              </a:extLst>
            </p:cNvPr>
            <p:cNvSpPr/>
            <p:nvPr/>
          </p:nvSpPr>
          <p:spPr>
            <a:xfrm>
              <a:off x="11367340" y="5081556"/>
              <a:ext cx="341359" cy="355589"/>
            </a:xfrm>
            <a:custGeom>
              <a:avLst/>
              <a:gdLst>
                <a:gd name="connsiteX0" fmla="*/ 328463 w 341359"/>
                <a:gd name="connsiteY0" fmla="*/ 208370 h 355589"/>
                <a:gd name="connsiteX1" fmla="*/ 314186 w 341359"/>
                <a:gd name="connsiteY1" fmla="*/ 200133 h 355589"/>
                <a:gd name="connsiteX2" fmla="*/ 313978 w 341359"/>
                <a:gd name="connsiteY2" fmla="*/ 155123 h 355589"/>
                <a:gd name="connsiteX3" fmla="*/ 328243 w 341359"/>
                <a:gd name="connsiteY3" fmla="*/ 146867 h 355589"/>
                <a:gd name="connsiteX4" fmla="*/ 328413 w 341359"/>
                <a:gd name="connsiteY4" fmla="*/ 146759 h 355589"/>
                <a:gd name="connsiteX5" fmla="*/ 337634 w 341359"/>
                <a:gd name="connsiteY5" fmla="*/ 111675 h 355589"/>
                <a:gd name="connsiteX6" fmla="*/ 311157 w 341359"/>
                <a:gd name="connsiteY6" fmla="*/ 65688 h 355589"/>
                <a:gd name="connsiteX7" fmla="*/ 295519 w 341359"/>
                <a:gd name="connsiteY7" fmla="*/ 53733 h 355589"/>
                <a:gd name="connsiteX8" fmla="*/ 276020 w 341359"/>
                <a:gd name="connsiteY8" fmla="*/ 56336 h 355589"/>
                <a:gd name="connsiteX9" fmla="*/ 261724 w 341359"/>
                <a:gd name="connsiteY9" fmla="*/ 64598 h 355589"/>
                <a:gd name="connsiteX10" fmla="*/ 222695 w 341359"/>
                <a:gd name="connsiteY10" fmla="*/ 42212 h 355589"/>
                <a:gd name="connsiteX11" fmla="*/ 222695 w 341359"/>
                <a:gd name="connsiteY11" fmla="*/ 25707 h 355589"/>
                <a:gd name="connsiteX12" fmla="*/ 196955 w 341359"/>
                <a:gd name="connsiteY12" fmla="*/ 0 h 355589"/>
                <a:gd name="connsiteX13" fmla="*/ 143920 w 341359"/>
                <a:gd name="connsiteY13" fmla="*/ 0 h 355589"/>
                <a:gd name="connsiteX14" fmla="*/ 118205 w 341359"/>
                <a:gd name="connsiteY14" fmla="*/ 25732 h 355589"/>
                <a:gd name="connsiteX15" fmla="*/ 118205 w 341359"/>
                <a:gd name="connsiteY15" fmla="*/ 42256 h 355589"/>
                <a:gd name="connsiteX16" fmla="*/ 79391 w 341359"/>
                <a:gd name="connsiteY16" fmla="*/ 64913 h 355589"/>
                <a:gd name="connsiteX17" fmla="*/ 65139 w 341359"/>
                <a:gd name="connsiteY17" fmla="*/ 56701 h 355589"/>
                <a:gd name="connsiteX18" fmla="*/ 29902 w 341359"/>
                <a:gd name="connsiteY18" fmla="*/ 66167 h 355589"/>
                <a:gd name="connsiteX19" fmla="*/ 3569 w 341359"/>
                <a:gd name="connsiteY19" fmla="*/ 111877 h 355589"/>
                <a:gd name="connsiteX20" fmla="*/ 3418 w 341359"/>
                <a:gd name="connsiteY20" fmla="*/ 112129 h 355589"/>
                <a:gd name="connsiteX21" fmla="*/ 12872 w 341359"/>
                <a:gd name="connsiteY21" fmla="*/ 147258 h 355589"/>
                <a:gd name="connsiteX22" fmla="*/ 27168 w 341359"/>
                <a:gd name="connsiteY22" fmla="*/ 155526 h 355589"/>
                <a:gd name="connsiteX23" fmla="*/ 27338 w 341359"/>
                <a:gd name="connsiteY23" fmla="*/ 200536 h 355589"/>
                <a:gd name="connsiteX24" fmla="*/ 13111 w 341359"/>
                <a:gd name="connsiteY24" fmla="*/ 208761 h 355589"/>
                <a:gd name="connsiteX25" fmla="*/ 1120 w 341359"/>
                <a:gd name="connsiteY25" fmla="*/ 224415 h 355589"/>
                <a:gd name="connsiteX26" fmla="*/ 3708 w 341359"/>
                <a:gd name="connsiteY26" fmla="*/ 243977 h 355589"/>
                <a:gd name="connsiteX27" fmla="*/ 30222 w 341359"/>
                <a:gd name="connsiteY27" fmla="*/ 289927 h 355589"/>
                <a:gd name="connsiteX28" fmla="*/ 65359 w 341359"/>
                <a:gd name="connsiteY28" fmla="*/ 299311 h 355589"/>
                <a:gd name="connsiteX29" fmla="*/ 79655 w 341359"/>
                <a:gd name="connsiteY29" fmla="*/ 291042 h 355589"/>
                <a:gd name="connsiteX30" fmla="*/ 118671 w 341359"/>
                <a:gd name="connsiteY30" fmla="*/ 313371 h 355589"/>
                <a:gd name="connsiteX31" fmla="*/ 118671 w 341359"/>
                <a:gd name="connsiteY31" fmla="*/ 329864 h 355589"/>
                <a:gd name="connsiteX32" fmla="*/ 144455 w 341359"/>
                <a:gd name="connsiteY32" fmla="*/ 355590 h 355589"/>
                <a:gd name="connsiteX33" fmla="*/ 197422 w 341359"/>
                <a:gd name="connsiteY33" fmla="*/ 355590 h 355589"/>
                <a:gd name="connsiteX34" fmla="*/ 223161 w 341359"/>
                <a:gd name="connsiteY34" fmla="*/ 329858 h 355589"/>
                <a:gd name="connsiteX35" fmla="*/ 223161 w 341359"/>
                <a:gd name="connsiteY35" fmla="*/ 313339 h 355589"/>
                <a:gd name="connsiteX36" fmla="*/ 261976 w 341359"/>
                <a:gd name="connsiteY36" fmla="*/ 290683 h 355589"/>
                <a:gd name="connsiteX37" fmla="*/ 276253 w 341359"/>
                <a:gd name="connsiteY37" fmla="*/ 298901 h 355589"/>
                <a:gd name="connsiteX38" fmla="*/ 295789 w 341359"/>
                <a:gd name="connsiteY38" fmla="*/ 301485 h 355589"/>
                <a:gd name="connsiteX39" fmla="*/ 311428 w 341359"/>
                <a:gd name="connsiteY39" fmla="*/ 289486 h 355589"/>
                <a:gd name="connsiteX40" fmla="*/ 337929 w 341359"/>
                <a:gd name="connsiteY40" fmla="*/ 243568 h 355589"/>
                <a:gd name="connsiteX41" fmla="*/ 328463 w 341359"/>
                <a:gd name="connsiteY41" fmla="*/ 208376 h 355589"/>
                <a:gd name="connsiteX42" fmla="*/ 324294 w 341359"/>
                <a:gd name="connsiteY42" fmla="*/ 235696 h 355589"/>
                <a:gd name="connsiteX43" fmla="*/ 297799 w 341359"/>
                <a:gd name="connsiteY43" fmla="*/ 281602 h 355589"/>
                <a:gd name="connsiteX44" fmla="*/ 291721 w 341359"/>
                <a:gd name="connsiteY44" fmla="*/ 286259 h 355589"/>
                <a:gd name="connsiteX45" fmla="*/ 284120 w 341359"/>
                <a:gd name="connsiteY45" fmla="*/ 285245 h 355589"/>
                <a:gd name="connsiteX46" fmla="*/ 265874 w 341359"/>
                <a:gd name="connsiteY46" fmla="*/ 274745 h 355589"/>
                <a:gd name="connsiteX47" fmla="*/ 257983 w 341359"/>
                <a:gd name="connsiteY47" fmla="*/ 274770 h 355589"/>
                <a:gd name="connsiteX48" fmla="*/ 211327 w 341359"/>
                <a:gd name="connsiteY48" fmla="*/ 302002 h 355589"/>
                <a:gd name="connsiteX49" fmla="*/ 207422 w 341359"/>
                <a:gd name="connsiteY49" fmla="*/ 308808 h 355589"/>
                <a:gd name="connsiteX50" fmla="*/ 207422 w 341359"/>
                <a:gd name="connsiteY50" fmla="*/ 329839 h 355589"/>
                <a:gd name="connsiteX51" fmla="*/ 197415 w 341359"/>
                <a:gd name="connsiteY51" fmla="*/ 339828 h 355589"/>
                <a:gd name="connsiteX52" fmla="*/ 144461 w 341359"/>
                <a:gd name="connsiteY52" fmla="*/ 339828 h 355589"/>
                <a:gd name="connsiteX53" fmla="*/ 134422 w 341359"/>
                <a:gd name="connsiteY53" fmla="*/ 329832 h 355589"/>
                <a:gd name="connsiteX54" fmla="*/ 134422 w 341359"/>
                <a:gd name="connsiteY54" fmla="*/ 308789 h 355589"/>
                <a:gd name="connsiteX55" fmla="*/ 130455 w 341359"/>
                <a:gd name="connsiteY55" fmla="*/ 301951 h 355589"/>
                <a:gd name="connsiteX56" fmla="*/ 83541 w 341359"/>
                <a:gd name="connsiteY56" fmla="*/ 275104 h 355589"/>
                <a:gd name="connsiteX57" fmla="*/ 79637 w 341359"/>
                <a:gd name="connsiteY57" fmla="*/ 274064 h 355589"/>
                <a:gd name="connsiteX58" fmla="*/ 75694 w 341359"/>
                <a:gd name="connsiteY58" fmla="*/ 275123 h 355589"/>
                <a:gd name="connsiteX59" fmla="*/ 57480 w 341359"/>
                <a:gd name="connsiteY59" fmla="*/ 285667 h 355589"/>
                <a:gd name="connsiteX60" fmla="*/ 43839 w 341359"/>
                <a:gd name="connsiteY60" fmla="*/ 282005 h 355589"/>
                <a:gd name="connsiteX61" fmla="*/ 17343 w 341359"/>
                <a:gd name="connsiteY61" fmla="*/ 236087 h 355589"/>
                <a:gd name="connsiteX62" fmla="*/ 21002 w 341359"/>
                <a:gd name="connsiteY62" fmla="*/ 222386 h 355589"/>
                <a:gd name="connsiteX63" fmla="*/ 39172 w 341359"/>
                <a:gd name="connsiteY63" fmla="*/ 211887 h 355589"/>
                <a:gd name="connsiteX64" fmla="*/ 43108 w 341359"/>
                <a:gd name="connsiteY64" fmla="*/ 205036 h 355589"/>
                <a:gd name="connsiteX65" fmla="*/ 42900 w 341359"/>
                <a:gd name="connsiteY65" fmla="*/ 150932 h 355589"/>
                <a:gd name="connsiteX66" fmla="*/ 38964 w 341359"/>
                <a:gd name="connsiteY66" fmla="*/ 144144 h 355589"/>
                <a:gd name="connsiteX67" fmla="*/ 20744 w 341359"/>
                <a:gd name="connsiteY67" fmla="*/ 133613 h 355589"/>
                <a:gd name="connsiteX68" fmla="*/ 16984 w 341359"/>
                <a:gd name="connsiteY68" fmla="*/ 120139 h 355589"/>
                <a:gd name="connsiteX69" fmla="*/ 17104 w 341359"/>
                <a:gd name="connsiteY69" fmla="*/ 119944 h 355589"/>
                <a:gd name="connsiteX70" fmla="*/ 43543 w 341359"/>
                <a:gd name="connsiteY70" fmla="*/ 74039 h 355589"/>
                <a:gd name="connsiteX71" fmla="*/ 57285 w 341359"/>
                <a:gd name="connsiteY71" fmla="*/ 70352 h 355589"/>
                <a:gd name="connsiteX72" fmla="*/ 75499 w 341359"/>
                <a:gd name="connsiteY72" fmla="*/ 80839 h 355589"/>
                <a:gd name="connsiteX73" fmla="*/ 83390 w 341359"/>
                <a:gd name="connsiteY73" fmla="*/ 80820 h 355589"/>
                <a:gd name="connsiteX74" fmla="*/ 130052 w 341359"/>
                <a:gd name="connsiteY74" fmla="*/ 53588 h 355589"/>
                <a:gd name="connsiteX75" fmla="*/ 133957 w 341359"/>
                <a:gd name="connsiteY75" fmla="*/ 46782 h 355589"/>
                <a:gd name="connsiteX76" fmla="*/ 133957 w 341359"/>
                <a:gd name="connsiteY76" fmla="*/ 25732 h 355589"/>
                <a:gd name="connsiteX77" fmla="*/ 143926 w 341359"/>
                <a:gd name="connsiteY77" fmla="*/ 15756 h 355589"/>
                <a:gd name="connsiteX78" fmla="*/ 196936 w 341359"/>
                <a:gd name="connsiteY78" fmla="*/ 15756 h 355589"/>
                <a:gd name="connsiteX79" fmla="*/ 204003 w 341359"/>
                <a:gd name="connsiteY79" fmla="*/ 18674 h 355589"/>
                <a:gd name="connsiteX80" fmla="*/ 206957 w 341359"/>
                <a:gd name="connsiteY80" fmla="*/ 25732 h 355589"/>
                <a:gd name="connsiteX81" fmla="*/ 206957 w 341359"/>
                <a:gd name="connsiteY81" fmla="*/ 46782 h 355589"/>
                <a:gd name="connsiteX82" fmla="*/ 210918 w 341359"/>
                <a:gd name="connsiteY82" fmla="*/ 53619 h 355589"/>
                <a:gd name="connsiteX83" fmla="*/ 257838 w 341359"/>
                <a:gd name="connsiteY83" fmla="*/ 80530 h 355589"/>
                <a:gd name="connsiteX84" fmla="*/ 265685 w 341359"/>
                <a:gd name="connsiteY84" fmla="*/ 80511 h 355589"/>
                <a:gd name="connsiteX85" fmla="*/ 283912 w 341359"/>
                <a:gd name="connsiteY85" fmla="*/ 69974 h 355589"/>
                <a:gd name="connsiteX86" fmla="*/ 291475 w 341359"/>
                <a:gd name="connsiteY86" fmla="*/ 68965 h 355589"/>
                <a:gd name="connsiteX87" fmla="*/ 297566 w 341359"/>
                <a:gd name="connsiteY87" fmla="*/ 73635 h 355589"/>
                <a:gd name="connsiteX88" fmla="*/ 324011 w 341359"/>
                <a:gd name="connsiteY88" fmla="*/ 119572 h 355589"/>
                <a:gd name="connsiteX89" fmla="*/ 320465 w 341359"/>
                <a:gd name="connsiteY89" fmla="*/ 133178 h 355589"/>
                <a:gd name="connsiteX90" fmla="*/ 320251 w 341359"/>
                <a:gd name="connsiteY90" fmla="*/ 133305 h 355589"/>
                <a:gd name="connsiteX91" fmla="*/ 302150 w 341359"/>
                <a:gd name="connsiteY91" fmla="*/ 143772 h 355589"/>
                <a:gd name="connsiteX92" fmla="*/ 298220 w 341359"/>
                <a:gd name="connsiteY92" fmla="*/ 150629 h 355589"/>
                <a:gd name="connsiteX93" fmla="*/ 298479 w 341359"/>
                <a:gd name="connsiteY93" fmla="*/ 204734 h 355589"/>
                <a:gd name="connsiteX94" fmla="*/ 302421 w 341359"/>
                <a:gd name="connsiteY94" fmla="*/ 211521 h 355589"/>
                <a:gd name="connsiteX95" fmla="*/ 320616 w 341359"/>
                <a:gd name="connsiteY95" fmla="*/ 222021 h 355589"/>
                <a:gd name="connsiteX96" fmla="*/ 324307 w 341359"/>
                <a:gd name="connsiteY96" fmla="*/ 235696 h 355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41359" h="355589">
                  <a:moveTo>
                    <a:pt x="328463" y="208370"/>
                  </a:moveTo>
                  <a:lnTo>
                    <a:pt x="314186" y="200133"/>
                  </a:lnTo>
                  <a:lnTo>
                    <a:pt x="313978" y="155123"/>
                  </a:lnTo>
                  <a:lnTo>
                    <a:pt x="328243" y="146867"/>
                  </a:lnTo>
                  <a:cubicBezTo>
                    <a:pt x="328300" y="146835"/>
                    <a:pt x="328356" y="146798"/>
                    <a:pt x="328413" y="146759"/>
                  </a:cubicBezTo>
                  <a:cubicBezTo>
                    <a:pt x="340587" y="139600"/>
                    <a:pt x="344719" y="123883"/>
                    <a:pt x="337634" y="111675"/>
                  </a:cubicBezTo>
                  <a:lnTo>
                    <a:pt x="311157" y="65688"/>
                  </a:lnTo>
                  <a:cubicBezTo>
                    <a:pt x="307712" y="59745"/>
                    <a:pt x="302157" y="55497"/>
                    <a:pt x="295519" y="53733"/>
                  </a:cubicBezTo>
                  <a:cubicBezTo>
                    <a:pt x="288881" y="51974"/>
                    <a:pt x="281946" y="52894"/>
                    <a:pt x="276020" y="56336"/>
                  </a:cubicBezTo>
                  <a:lnTo>
                    <a:pt x="261724" y="64598"/>
                  </a:lnTo>
                  <a:lnTo>
                    <a:pt x="222695" y="42212"/>
                  </a:lnTo>
                  <a:lnTo>
                    <a:pt x="222695" y="25707"/>
                  </a:lnTo>
                  <a:cubicBezTo>
                    <a:pt x="222657" y="11514"/>
                    <a:pt x="211107" y="0"/>
                    <a:pt x="196955" y="0"/>
                  </a:cubicBezTo>
                  <a:lnTo>
                    <a:pt x="143920" y="0"/>
                  </a:lnTo>
                  <a:cubicBezTo>
                    <a:pt x="129743" y="0"/>
                    <a:pt x="118205" y="11546"/>
                    <a:pt x="118205" y="25732"/>
                  </a:cubicBezTo>
                  <a:lnTo>
                    <a:pt x="118205" y="42256"/>
                  </a:lnTo>
                  <a:lnTo>
                    <a:pt x="79391" y="64913"/>
                  </a:lnTo>
                  <a:lnTo>
                    <a:pt x="65139" y="56701"/>
                  </a:lnTo>
                  <a:cubicBezTo>
                    <a:pt x="52801" y="49598"/>
                    <a:pt x="37018" y="53840"/>
                    <a:pt x="29902" y="66167"/>
                  </a:cubicBezTo>
                  <a:lnTo>
                    <a:pt x="3569" y="111877"/>
                  </a:lnTo>
                  <a:cubicBezTo>
                    <a:pt x="3513" y="111965"/>
                    <a:pt x="3462" y="112041"/>
                    <a:pt x="3418" y="112129"/>
                  </a:cubicBezTo>
                  <a:cubicBezTo>
                    <a:pt x="-3648" y="124425"/>
                    <a:pt x="597" y="140186"/>
                    <a:pt x="12872" y="147258"/>
                  </a:cubicBezTo>
                  <a:lnTo>
                    <a:pt x="27168" y="155526"/>
                  </a:lnTo>
                  <a:lnTo>
                    <a:pt x="27338" y="200536"/>
                  </a:lnTo>
                  <a:lnTo>
                    <a:pt x="13111" y="208761"/>
                  </a:lnTo>
                  <a:cubicBezTo>
                    <a:pt x="7159" y="212208"/>
                    <a:pt x="2896" y="217767"/>
                    <a:pt x="1120" y="224415"/>
                  </a:cubicBezTo>
                  <a:cubicBezTo>
                    <a:pt x="-650" y="231071"/>
                    <a:pt x="263" y="238016"/>
                    <a:pt x="3708" y="243977"/>
                  </a:cubicBezTo>
                  <a:lnTo>
                    <a:pt x="30222" y="289927"/>
                  </a:lnTo>
                  <a:cubicBezTo>
                    <a:pt x="37333" y="302204"/>
                    <a:pt x="53090" y="306401"/>
                    <a:pt x="65359" y="299311"/>
                  </a:cubicBezTo>
                  <a:lnTo>
                    <a:pt x="79655" y="291042"/>
                  </a:lnTo>
                  <a:lnTo>
                    <a:pt x="118671" y="313371"/>
                  </a:lnTo>
                  <a:lnTo>
                    <a:pt x="118671" y="329864"/>
                  </a:lnTo>
                  <a:cubicBezTo>
                    <a:pt x="118716" y="344050"/>
                    <a:pt x="130285" y="355590"/>
                    <a:pt x="144455" y="355590"/>
                  </a:cubicBezTo>
                  <a:lnTo>
                    <a:pt x="197422" y="355590"/>
                  </a:lnTo>
                  <a:cubicBezTo>
                    <a:pt x="211592" y="355590"/>
                    <a:pt x="223136" y="344063"/>
                    <a:pt x="223161" y="329858"/>
                  </a:cubicBezTo>
                  <a:lnTo>
                    <a:pt x="223161" y="313339"/>
                  </a:lnTo>
                  <a:lnTo>
                    <a:pt x="261976" y="290683"/>
                  </a:lnTo>
                  <a:lnTo>
                    <a:pt x="276253" y="298901"/>
                  </a:lnTo>
                  <a:cubicBezTo>
                    <a:pt x="282205" y="302342"/>
                    <a:pt x="289139" y="303250"/>
                    <a:pt x="295789" y="301485"/>
                  </a:cubicBezTo>
                  <a:cubicBezTo>
                    <a:pt x="302440" y="299708"/>
                    <a:pt x="307995" y="295448"/>
                    <a:pt x="311428" y="289486"/>
                  </a:cubicBezTo>
                  <a:lnTo>
                    <a:pt x="337929" y="243568"/>
                  </a:lnTo>
                  <a:cubicBezTo>
                    <a:pt x="345015" y="231253"/>
                    <a:pt x="340770" y="215466"/>
                    <a:pt x="328463" y="208376"/>
                  </a:cubicBezTo>
                  <a:close/>
                  <a:moveTo>
                    <a:pt x="324294" y="235696"/>
                  </a:moveTo>
                  <a:lnTo>
                    <a:pt x="297799" y="281602"/>
                  </a:lnTo>
                  <a:cubicBezTo>
                    <a:pt x="296457" y="283914"/>
                    <a:pt x="294303" y="285572"/>
                    <a:pt x="291721" y="286259"/>
                  </a:cubicBezTo>
                  <a:cubicBezTo>
                    <a:pt x="289139" y="286940"/>
                    <a:pt x="286450" y="286593"/>
                    <a:pt x="284120" y="285245"/>
                  </a:cubicBezTo>
                  <a:lnTo>
                    <a:pt x="265874" y="274745"/>
                  </a:lnTo>
                  <a:cubicBezTo>
                    <a:pt x="263418" y="273339"/>
                    <a:pt x="260414" y="273346"/>
                    <a:pt x="257983" y="274770"/>
                  </a:cubicBezTo>
                  <a:lnTo>
                    <a:pt x="211327" y="302002"/>
                  </a:lnTo>
                  <a:cubicBezTo>
                    <a:pt x="208909" y="303420"/>
                    <a:pt x="207422" y="306010"/>
                    <a:pt x="207422" y="308808"/>
                  </a:cubicBezTo>
                  <a:lnTo>
                    <a:pt x="207422" y="329839"/>
                  </a:lnTo>
                  <a:cubicBezTo>
                    <a:pt x="207410" y="335347"/>
                    <a:pt x="202926" y="339828"/>
                    <a:pt x="197415" y="339828"/>
                  </a:cubicBezTo>
                  <a:lnTo>
                    <a:pt x="144461" y="339828"/>
                  </a:lnTo>
                  <a:cubicBezTo>
                    <a:pt x="138945" y="339828"/>
                    <a:pt x="134442" y="335334"/>
                    <a:pt x="134422" y="329832"/>
                  </a:cubicBezTo>
                  <a:lnTo>
                    <a:pt x="134422" y="308789"/>
                  </a:lnTo>
                  <a:cubicBezTo>
                    <a:pt x="134422" y="305966"/>
                    <a:pt x="132911" y="303357"/>
                    <a:pt x="130455" y="301951"/>
                  </a:cubicBezTo>
                  <a:lnTo>
                    <a:pt x="83541" y="275104"/>
                  </a:lnTo>
                  <a:cubicBezTo>
                    <a:pt x="82338" y="274411"/>
                    <a:pt x="80984" y="274064"/>
                    <a:pt x="79637" y="274064"/>
                  </a:cubicBezTo>
                  <a:cubicBezTo>
                    <a:pt x="78276" y="274064"/>
                    <a:pt x="76910" y="274417"/>
                    <a:pt x="75694" y="275123"/>
                  </a:cubicBezTo>
                  <a:lnTo>
                    <a:pt x="57480" y="285667"/>
                  </a:lnTo>
                  <a:cubicBezTo>
                    <a:pt x="52712" y="288421"/>
                    <a:pt x="46604" y="286789"/>
                    <a:pt x="43839" y="282005"/>
                  </a:cubicBezTo>
                  <a:lnTo>
                    <a:pt x="17343" y="236087"/>
                  </a:lnTo>
                  <a:cubicBezTo>
                    <a:pt x="14585" y="231304"/>
                    <a:pt x="16222" y="225159"/>
                    <a:pt x="21002" y="222386"/>
                  </a:cubicBezTo>
                  <a:lnTo>
                    <a:pt x="39172" y="211887"/>
                  </a:lnTo>
                  <a:cubicBezTo>
                    <a:pt x="41622" y="210475"/>
                    <a:pt x="43121" y="207859"/>
                    <a:pt x="43108" y="205036"/>
                  </a:cubicBezTo>
                  <a:lnTo>
                    <a:pt x="42900" y="150932"/>
                  </a:lnTo>
                  <a:cubicBezTo>
                    <a:pt x="42888" y="148133"/>
                    <a:pt x="41395" y="145543"/>
                    <a:pt x="38964" y="144144"/>
                  </a:cubicBezTo>
                  <a:lnTo>
                    <a:pt x="20744" y="133613"/>
                  </a:lnTo>
                  <a:cubicBezTo>
                    <a:pt x="16033" y="130897"/>
                    <a:pt x="14371" y="124885"/>
                    <a:pt x="16984" y="120139"/>
                  </a:cubicBezTo>
                  <a:cubicBezTo>
                    <a:pt x="17022" y="120076"/>
                    <a:pt x="17066" y="120007"/>
                    <a:pt x="17104" y="119944"/>
                  </a:cubicBezTo>
                  <a:lnTo>
                    <a:pt x="43543" y="74039"/>
                  </a:lnTo>
                  <a:cubicBezTo>
                    <a:pt x="46314" y="69230"/>
                    <a:pt x="52473" y="67585"/>
                    <a:pt x="57285" y="70352"/>
                  </a:cubicBezTo>
                  <a:lnTo>
                    <a:pt x="75499" y="80839"/>
                  </a:lnTo>
                  <a:cubicBezTo>
                    <a:pt x="77936" y="82250"/>
                    <a:pt x="80953" y="82238"/>
                    <a:pt x="83390" y="80820"/>
                  </a:cubicBezTo>
                  <a:lnTo>
                    <a:pt x="130052" y="53588"/>
                  </a:lnTo>
                  <a:cubicBezTo>
                    <a:pt x="132470" y="52170"/>
                    <a:pt x="133957" y="49580"/>
                    <a:pt x="133957" y="46782"/>
                  </a:cubicBezTo>
                  <a:lnTo>
                    <a:pt x="133957" y="25732"/>
                  </a:lnTo>
                  <a:cubicBezTo>
                    <a:pt x="133957" y="20230"/>
                    <a:pt x="138428" y="15756"/>
                    <a:pt x="143926" y="15756"/>
                  </a:cubicBezTo>
                  <a:lnTo>
                    <a:pt x="196936" y="15756"/>
                  </a:lnTo>
                  <a:cubicBezTo>
                    <a:pt x="199607" y="15756"/>
                    <a:pt x="202113" y="16789"/>
                    <a:pt x="204003" y="18674"/>
                  </a:cubicBezTo>
                  <a:cubicBezTo>
                    <a:pt x="205898" y="20564"/>
                    <a:pt x="206950" y="23072"/>
                    <a:pt x="206957" y="25732"/>
                  </a:cubicBezTo>
                  <a:lnTo>
                    <a:pt x="206957" y="46782"/>
                  </a:lnTo>
                  <a:cubicBezTo>
                    <a:pt x="206957" y="49605"/>
                    <a:pt x="208468" y="52207"/>
                    <a:pt x="210918" y="53619"/>
                  </a:cubicBezTo>
                  <a:lnTo>
                    <a:pt x="257838" y="80530"/>
                  </a:lnTo>
                  <a:cubicBezTo>
                    <a:pt x="260269" y="81923"/>
                    <a:pt x="263254" y="81929"/>
                    <a:pt x="265685" y="80511"/>
                  </a:cubicBezTo>
                  <a:lnTo>
                    <a:pt x="283912" y="69974"/>
                  </a:lnTo>
                  <a:cubicBezTo>
                    <a:pt x="286217" y="68637"/>
                    <a:pt x="288925" y="68272"/>
                    <a:pt x="291475" y="68965"/>
                  </a:cubicBezTo>
                  <a:cubicBezTo>
                    <a:pt x="294051" y="69646"/>
                    <a:pt x="296205" y="71291"/>
                    <a:pt x="297566" y="73635"/>
                  </a:cubicBezTo>
                  <a:lnTo>
                    <a:pt x="324011" y="119572"/>
                  </a:lnTo>
                  <a:cubicBezTo>
                    <a:pt x="326687" y="124179"/>
                    <a:pt x="325245" y="130065"/>
                    <a:pt x="320465" y="133178"/>
                  </a:cubicBezTo>
                  <a:cubicBezTo>
                    <a:pt x="320389" y="133216"/>
                    <a:pt x="320326" y="133260"/>
                    <a:pt x="320251" y="133305"/>
                  </a:cubicBezTo>
                  <a:lnTo>
                    <a:pt x="302150" y="143772"/>
                  </a:lnTo>
                  <a:cubicBezTo>
                    <a:pt x="299707" y="145190"/>
                    <a:pt x="298208" y="147806"/>
                    <a:pt x="298220" y="150629"/>
                  </a:cubicBezTo>
                  <a:lnTo>
                    <a:pt x="298479" y="204734"/>
                  </a:lnTo>
                  <a:cubicBezTo>
                    <a:pt x="298491" y="207532"/>
                    <a:pt x="299990" y="210116"/>
                    <a:pt x="302421" y="211521"/>
                  </a:cubicBezTo>
                  <a:lnTo>
                    <a:pt x="320616" y="222021"/>
                  </a:lnTo>
                  <a:cubicBezTo>
                    <a:pt x="325403" y="224781"/>
                    <a:pt x="327046" y="230913"/>
                    <a:pt x="324307" y="235696"/>
                  </a:cubicBezTo>
                  <a:close/>
                </a:path>
              </a:pathLst>
            </a:custGeom>
            <a:grpFill/>
            <a:ln w="0" cap="flat">
              <a:noFill/>
              <a:prstDash val="solid"/>
              <a:miter/>
            </a:ln>
          </p:spPr>
          <p:txBody>
            <a:bodyPr rtlCol="0" anchor="ctr"/>
            <a:lstStyle/>
            <a:p>
              <a:endParaRPr lang="de-DE"/>
            </a:p>
          </p:txBody>
        </p:sp>
      </p:grpSp>
      <p:sp>
        <p:nvSpPr>
          <p:cNvPr id="574" name="Freihandform 573">
            <a:extLst>
              <a:ext uri="{FF2B5EF4-FFF2-40B4-BE49-F238E27FC236}">
                <a16:creationId xmlns:a16="http://schemas.microsoft.com/office/drawing/2014/main" id="{E1E0F274-4A3A-A15A-0F31-BEDE4E2E5120}"/>
              </a:ext>
            </a:extLst>
          </p:cNvPr>
          <p:cNvSpPr/>
          <p:nvPr/>
        </p:nvSpPr>
        <p:spPr>
          <a:xfrm>
            <a:off x="9155392" y="5839667"/>
            <a:ext cx="346382" cy="346614"/>
          </a:xfrm>
          <a:custGeom>
            <a:avLst/>
            <a:gdLst>
              <a:gd name="connsiteX0" fmla="*/ 173207 w 346382"/>
              <a:gd name="connsiteY0" fmla="*/ 0 h 346614"/>
              <a:gd name="connsiteX1" fmla="*/ 173182 w 346382"/>
              <a:gd name="connsiteY1" fmla="*/ 0 h 346614"/>
              <a:gd name="connsiteX2" fmla="*/ 50736 w 346382"/>
              <a:gd name="connsiteY2" fmla="*/ 50752 h 346614"/>
              <a:gd name="connsiteX3" fmla="*/ 0 w 346382"/>
              <a:gd name="connsiteY3" fmla="*/ 173292 h 346614"/>
              <a:gd name="connsiteX4" fmla="*/ 173176 w 346382"/>
              <a:gd name="connsiteY4" fmla="*/ 346615 h 346614"/>
              <a:gd name="connsiteX5" fmla="*/ 247662 w 346382"/>
              <a:gd name="connsiteY5" fmla="*/ 346615 h 346614"/>
              <a:gd name="connsiteX6" fmla="*/ 255534 w 346382"/>
              <a:gd name="connsiteY6" fmla="*/ 338737 h 346614"/>
              <a:gd name="connsiteX7" fmla="*/ 247662 w 346382"/>
              <a:gd name="connsiteY7" fmla="*/ 330859 h 346614"/>
              <a:gd name="connsiteX8" fmla="*/ 173176 w 346382"/>
              <a:gd name="connsiteY8" fmla="*/ 330859 h 346614"/>
              <a:gd name="connsiteX9" fmla="*/ 15745 w 346382"/>
              <a:gd name="connsiteY9" fmla="*/ 173292 h 346614"/>
              <a:gd name="connsiteX10" fmla="*/ 61865 w 346382"/>
              <a:gd name="connsiteY10" fmla="*/ 61888 h 346614"/>
              <a:gd name="connsiteX11" fmla="*/ 173182 w 346382"/>
              <a:gd name="connsiteY11" fmla="*/ 15756 h 346614"/>
              <a:gd name="connsiteX12" fmla="*/ 173207 w 346382"/>
              <a:gd name="connsiteY12" fmla="*/ 15756 h 346614"/>
              <a:gd name="connsiteX13" fmla="*/ 330638 w 346382"/>
              <a:gd name="connsiteY13" fmla="*/ 173317 h 346614"/>
              <a:gd name="connsiteX14" fmla="*/ 330638 w 346382"/>
              <a:gd name="connsiteY14" fmla="*/ 202351 h 346614"/>
              <a:gd name="connsiteX15" fmla="*/ 293089 w 346382"/>
              <a:gd name="connsiteY15" fmla="*/ 239925 h 346614"/>
              <a:gd name="connsiteX16" fmla="*/ 255534 w 346382"/>
              <a:gd name="connsiteY16" fmla="*/ 202351 h 346614"/>
              <a:gd name="connsiteX17" fmla="*/ 255534 w 346382"/>
              <a:gd name="connsiteY17" fmla="*/ 173317 h 346614"/>
              <a:gd name="connsiteX18" fmla="*/ 173182 w 346382"/>
              <a:gd name="connsiteY18" fmla="*/ 90928 h 346614"/>
              <a:gd name="connsiteX19" fmla="*/ 90873 w 346382"/>
              <a:gd name="connsiteY19" fmla="*/ 173317 h 346614"/>
              <a:gd name="connsiteX20" fmla="*/ 173207 w 346382"/>
              <a:gd name="connsiteY20" fmla="*/ 255706 h 346614"/>
              <a:gd name="connsiteX21" fmla="*/ 242182 w 346382"/>
              <a:gd name="connsiteY21" fmla="*/ 218157 h 346614"/>
              <a:gd name="connsiteX22" fmla="*/ 293089 w 346382"/>
              <a:gd name="connsiteY22" fmla="*/ 255681 h 346614"/>
              <a:gd name="connsiteX23" fmla="*/ 346382 w 346382"/>
              <a:gd name="connsiteY23" fmla="*/ 202351 h 346614"/>
              <a:gd name="connsiteX24" fmla="*/ 346382 w 346382"/>
              <a:gd name="connsiteY24" fmla="*/ 173317 h 346614"/>
              <a:gd name="connsiteX25" fmla="*/ 173207 w 346382"/>
              <a:gd name="connsiteY25" fmla="*/ 0 h 346614"/>
              <a:gd name="connsiteX26" fmla="*/ 173207 w 346382"/>
              <a:gd name="connsiteY26" fmla="*/ 239950 h 346614"/>
              <a:gd name="connsiteX27" fmla="*/ 106618 w 346382"/>
              <a:gd name="connsiteY27" fmla="*/ 173317 h 346614"/>
              <a:gd name="connsiteX28" fmla="*/ 173182 w 346382"/>
              <a:gd name="connsiteY28" fmla="*/ 106684 h 346614"/>
              <a:gd name="connsiteX29" fmla="*/ 239789 w 346382"/>
              <a:gd name="connsiteY29" fmla="*/ 173317 h 346614"/>
              <a:gd name="connsiteX30" fmla="*/ 173207 w 346382"/>
              <a:gd name="connsiteY30" fmla="*/ 239950 h 346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346382" h="346614">
                <a:moveTo>
                  <a:pt x="173207" y="0"/>
                </a:moveTo>
                <a:lnTo>
                  <a:pt x="173182" y="0"/>
                </a:lnTo>
                <a:cubicBezTo>
                  <a:pt x="126929" y="0"/>
                  <a:pt x="83442" y="18018"/>
                  <a:pt x="50736" y="50752"/>
                </a:cubicBezTo>
                <a:cubicBezTo>
                  <a:pt x="18025" y="83479"/>
                  <a:pt x="6" y="127002"/>
                  <a:pt x="0" y="173292"/>
                </a:cubicBezTo>
                <a:cubicBezTo>
                  <a:pt x="0" y="268852"/>
                  <a:pt x="77679" y="346609"/>
                  <a:pt x="173176" y="346615"/>
                </a:cubicBezTo>
                <a:lnTo>
                  <a:pt x="247662" y="346615"/>
                </a:lnTo>
                <a:cubicBezTo>
                  <a:pt x="252007" y="346615"/>
                  <a:pt x="255534" y="343086"/>
                  <a:pt x="255534" y="338737"/>
                </a:cubicBezTo>
                <a:cubicBezTo>
                  <a:pt x="255534" y="334389"/>
                  <a:pt x="252007" y="330859"/>
                  <a:pt x="247662" y="330859"/>
                </a:cubicBezTo>
                <a:lnTo>
                  <a:pt x="173176" y="330859"/>
                </a:lnTo>
                <a:cubicBezTo>
                  <a:pt x="86364" y="330859"/>
                  <a:pt x="15738" y="260168"/>
                  <a:pt x="15745" y="173292"/>
                </a:cubicBezTo>
                <a:cubicBezTo>
                  <a:pt x="15745" y="131205"/>
                  <a:pt x="32132" y="91647"/>
                  <a:pt x="61865" y="61888"/>
                </a:cubicBezTo>
                <a:cubicBezTo>
                  <a:pt x="91604" y="32135"/>
                  <a:pt x="131130" y="15756"/>
                  <a:pt x="173182" y="15756"/>
                </a:cubicBezTo>
                <a:lnTo>
                  <a:pt x="173207" y="15756"/>
                </a:lnTo>
                <a:cubicBezTo>
                  <a:pt x="260019" y="15756"/>
                  <a:pt x="330644" y="86441"/>
                  <a:pt x="330638" y="173317"/>
                </a:cubicBezTo>
                <a:lnTo>
                  <a:pt x="330638" y="202351"/>
                </a:lnTo>
                <a:cubicBezTo>
                  <a:pt x="330638" y="223066"/>
                  <a:pt x="313791" y="239925"/>
                  <a:pt x="293089" y="239925"/>
                </a:cubicBezTo>
                <a:cubicBezTo>
                  <a:pt x="272388" y="239925"/>
                  <a:pt x="255534" y="223066"/>
                  <a:pt x="255534" y="202351"/>
                </a:cubicBezTo>
                <a:lnTo>
                  <a:pt x="255534" y="173317"/>
                </a:lnTo>
                <a:cubicBezTo>
                  <a:pt x="255534" y="127884"/>
                  <a:pt x="218584" y="90928"/>
                  <a:pt x="173182" y="90928"/>
                </a:cubicBezTo>
                <a:cubicBezTo>
                  <a:pt x="127792" y="90941"/>
                  <a:pt x="90873" y="127903"/>
                  <a:pt x="90873" y="173317"/>
                </a:cubicBezTo>
                <a:cubicBezTo>
                  <a:pt x="90873" y="218731"/>
                  <a:pt x="127805" y="255706"/>
                  <a:pt x="173207" y="255706"/>
                </a:cubicBezTo>
                <a:cubicBezTo>
                  <a:pt x="202077" y="255706"/>
                  <a:pt x="227483" y="240725"/>
                  <a:pt x="242182" y="218157"/>
                </a:cubicBezTo>
                <a:cubicBezTo>
                  <a:pt x="248928" y="239868"/>
                  <a:pt x="269201" y="255681"/>
                  <a:pt x="293089" y="255681"/>
                </a:cubicBezTo>
                <a:cubicBezTo>
                  <a:pt x="322476" y="255681"/>
                  <a:pt x="346382" y="231757"/>
                  <a:pt x="346382" y="202351"/>
                </a:cubicBezTo>
                <a:lnTo>
                  <a:pt x="346382" y="173317"/>
                </a:lnTo>
                <a:cubicBezTo>
                  <a:pt x="346382" y="77757"/>
                  <a:pt x="268703" y="6"/>
                  <a:pt x="173207" y="0"/>
                </a:cubicBezTo>
                <a:close/>
                <a:moveTo>
                  <a:pt x="173207" y="239950"/>
                </a:moveTo>
                <a:cubicBezTo>
                  <a:pt x="136490" y="239950"/>
                  <a:pt x="106618" y="210059"/>
                  <a:pt x="106618" y="173317"/>
                </a:cubicBezTo>
                <a:cubicBezTo>
                  <a:pt x="106618" y="136575"/>
                  <a:pt x="136477" y="106696"/>
                  <a:pt x="173182" y="106684"/>
                </a:cubicBezTo>
                <a:cubicBezTo>
                  <a:pt x="209905" y="106684"/>
                  <a:pt x="239783" y="136575"/>
                  <a:pt x="239789" y="173317"/>
                </a:cubicBezTo>
                <a:cubicBezTo>
                  <a:pt x="239789" y="210059"/>
                  <a:pt x="209918" y="239950"/>
                  <a:pt x="173207" y="239950"/>
                </a:cubicBezTo>
                <a:close/>
              </a:path>
            </a:pathLst>
          </a:custGeom>
          <a:solidFill>
            <a:schemeClr val="tx1"/>
          </a:solidFill>
          <a:ln w="0" cap="flat">
            <a:noFill/>
            <a:prstDash val="solid"/>
            <a:miter/>
          </a:ln>
        </p:spPr>
        <p:txBody>
          <a:bodyPr rtlCol="0" anchor="ctr"/>
          <a:lstStyle/>
          <a:p>
            <a:endParaRPr lang="de-DE"/>
          </a:p>
        </p:txBody>
      </p:sp>
      <p:sp>
        <p:nvSpPr>
          <p:cNvPr id="575" name="Freihandform 574">
            <a:extLst>
              <a:ext uri="{FF2B5EF4-FFF2-40B4-BE49-F238E27FC236}">
                <a16:creationId xmlns:a16="http://schemas.microsoft.com/office/drawing/2014/main" id="{43F423BE-10A8-3C5B-47B4-88CFB5D7BD7E}"/>
              </a:ext>
            </a:extLst>
          </p:cNvPr>
          <p:cNvSpPr/>
          <p:nvPr/>
        </p:nvSpPr>
        <p:spPr>
          <a:xfrm>
            <a:off x="7656057" y="5883287"/>
            <a:ext cx="399487" cy="259359"/>
          </a:xfrm>
          <a:custGeom>
            <a:avLst/>
            <a:gdLst>
              <a:gd name="connsiteX0" fmla="*/ 326450 w 399487"/>
              <a:gd name="connsiteY0" fmla="*/ 103115 h 259359"/>
              <a:gd name="connsiteX1" fmla="*/ 276167 w 399487"/>
              <a:gd name="connsiteY1" fmla="*/ 25018 h 259359"/>
              <a:gd name="connsiteX2" fmla="*/ 179927 w 399487"/>
              <a:gd name="connsiteY2" fmla="*/ 1555 h 259359"/>
              <a:gd name="connsiteX3" fmla="*/ 73038 w 399487"/>
              <a:gd name="connsiteY3" fmla="*/ 103108 h 259359"/>
              <a:gd name="connsiteX4" fmla="*/ 0 w 399487"/>
              <a:gd name="connsiteY4" fmla="*/ 181155 h 259359"/>
              <a:gd name="connsiteX5" fmla="*/ 78152 w 399487"/>
              <a:gd name="connsiteY5" fmla="*/ 259359 h 259359"/>
              <a:gd name="connsiteX6" fmla="*/ 321336 w 399487"/>
              <a:gd name="connsiteY6" fmla="*/ 259359 h 259359"/>
              <a:gd name="connsiteX7" fmla="*/ 399487 w 399487"/>
              <a:gd name="connsiteY7" fmla="*/ 181155 h 259359"/>
              <a:gd name="connsiteX8" fmla="*/ 326443 w 399487"/>
              <a:gd name="connsiteY8" fmla="*/ 103108 h 259359"/>
              <a:gd name="connsiteX9" fmla="*/ 321342 w 399487"/>
              <a:gd name="connsiteY9" fmla="*/ 243610 h 259359"/>
              <a:gd name="connsiteX10" fmla="*/ 78158 w 399487"/>
              <a:gd name="connsiteY10" fmla="*/ 243610 h 259359"/>
              <a:gd name="connsiteX11" fmla="*/ 15751 w 399487"/>
              <a:gd name="connsiteY11" fmla="*/ 181161 h 259359"/>
              <a:gd name="connsiteX12" fmla="*/ 78133 w 399487"/>
              <a:gd name="connsiteY12" fmla="*/ 118719 h 259359"/>
              <a:gd name="connsiteX13" fmla="*/ 78152 w 399487"/>
              <a:gd name="connsiteY13" fmla="*/ 118719 h 259359"/>
              <a:gd name="connsiteX14" fmla="*/ 79625 w 399487"/>
              <a:gd name="connsiteY14" fmla="*/ 118801 h 259359"/>
              <a:gd name="connsiteX15" fmla="*/ 87403 w 399487"/>
              <a:gd name="connsiteY15" fmla="*/ 112127 h 259359"/>
              <a:gd name="connsiteX16" fmla="*/ 182333 w 399487"/>
              <a:gd name="connsiteY16" fmla="*/ 17134 h 259359"/>
              <a:gd name="connsiteX17" fmla="*/ 266864 w 399487"/>
              <a:gd name="connsiteY17" fmla="*/ 37742 h 259359"/>
              <a:gd name="connsiteX18" fmla="*/ 312084 w 399487"/>
              <a:gd name="connsiteY18" fmla="*/ 112133 h 259359"/>
              <a:gd name="connsiteX19" fmla="*/ 319862 w 399487"/>
              <a:gd name="connsiteY19" fmla="*/ 118807 h 259359"/>
              <a:gd name="connsiteX20" fmla="*/ 321449 w 399487"/>
              <a:gd name="connsiteY20" fmla="*/ 118713 h 259359"/>
              <a:gd name="connsiteX21" fmla="*/ 383749 w 399487"/>
              <a:gd name="connsiteY21" fmla="*/ 181167 h 259359"/>
              <a:gd name="connsiteX22" fmla="*/ 321342 w 399487"/>
              <a:gd name="connsiteY22" fmla="*/ 243616 h 259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9487" h="259359">
                <a:moveTo>
                  <a:pt x="326450" y="103115"/>
                </a:moveTo>
                <a:cubicBezTo>
                  <a:pt x="319937" y="71667"/>
                  <a:pt x="302253" y="44126"/>
                  <a:pt x="276167" y="25018"/>
                </a:cubicBezTo>
                <a:cubicBezTo>
                  <a:pt x="248260" y="4586"/>
                  <a:pt x="214094" y="-3739"/>
                  <a:pt x="179927" y="1555"/>
                </a:cubicBezTo>
                <a:cubicBezTo>
                  <a:pt x="126167" y="9892"/>
                  <a:pt x="83977" y="50309"/>
                  <a:pt x="73038" y="103108"/>
                </a:cubicBezTo>
                <a:cubicBezTo>
                  <a:pt x="32321" y="105755"/>
                  <a:pt x="0" y="139743"/>
                  <a:pt x="0" y="181155"/>
                </a:cubicBezTo>
                <a:cubicBezTo>
                  <a:pt x="0" y="224281"/>
                  <a:pt x="35054" y="259359"/>
                  <a:pt x="78152" y="259359"/>
                </a:cubicBezTo>
                <a:lnTo>
                  <a:pt x="321336" y="259359"/>
                </a:lnTo>
                <a:cubicBezTo>
                  <a:pt x="364433" y="259359"/>
                  <a:pt x="399487" y="224281"/>
                  <a:pt x="399487" y="181155"/>
                </a:cubicBezTo>
                <a:cubicBezTo>
                  <a:pt x="399487" y="139750"/>
                  <a:pt x="367166" y="105755"/>
                  <a:pt x="326443" y="103108"/>
                </a:cubicBezTo>
                <a:close/>
                <a:moveTo>
                  <a:pt x="321342" y="243610"/>
                </a:moveTo>
                <a:lnTo>
                  <a:pt x="78158" y="243610"/>
                </a:lnTo>
                <a:cubicBezTo>
                  <a:pt x="43746" y="243610"/>
                  <a:pt x="15751" y="215597"/>
                  <a:pt x="15751" y="181161"/>
                </a:cubicBezTo>
                <a:cubicBezTo>
                  <a:pt x="15751" y="146726"/>
                  <a:pt x="43733" y="118719"/>
                  <a:pt x="78133" y="118719"/>
                </a:cubicBezTo>
                <a:lnTo>
                  <a:pt x="78152" y="118719"/>
                </a:lnTo>
                <a:cubicBezTo>
                  <a:pt x="78637" y="118763"/>
                  <a:pt x="79121" y="118801"/>
                  <a:pt x="79625" y="118801"/>
                </a:cubicBezTo>
                <a:cubicBezTo>
                  <a:pt x="83505" y="118801"/>
                  <a:pt x="86811" y="115971"/>
                  <a:pt x="87403" y="112127"/>
                </a:cubicBezTo>
                <a:cubicBezTo>
                  <a:pt x="95018" y="62932"/>
                  <a:pt x="133171" y="24759"/>
                  <a:pt x="182333" y="17134"/>
                </a:cubicBezTo>
                <a:cubicBezTo>
                  <a:pt x="212355" y="12483"/>
                  <a:pt x="242359" y="19806"/>
                  <a:pt x="266864" y="37742"/>
                </a:cubicBezTo>
                <a:cubicBezTo>
                  <a:pt x="291376" y="55691"/>
                  <a:pt x="307430" y="82103"/>
                  <a:pt x="312084" y="112133"/>
                </a:cubicBezTo>
                <a:cubicBezTo>
                  <a:pt x="312682" y="115971"/>
                  <a:pt x="315982" y="118807"/>
                  <a:pt x="319862" y="118807"/>
                </a:cubicBezTo>
                <a:cubicBezTo>
                  <a:pt x="320353" y="118807"/>
                  <a:pt x="320819" y="118776"/>
                  <a:pt x="321449" y="118713"/>
                </a:cubicBezTo>
                <a:cubicBezTo>
                  <a:pt x="355811" y="118776"/>
                  <a:pt x="383749" y="146770"/>
                  <a:pt x="383749" y="181167"/>
                </a:cubicBezTo>
                <a:cubicBezTo>
                  <a:pt x="383749" y="215565"/>
                  <a:pt x="355754" y="243616"/>
                  <a:pt x="321342" y="243616"/>
                </a:cubicBezTo>
                <a:close/>
              </a:path>
            </a:pathLst>
          </a:custGeom>
          <a:solidFill>
            <a:schemeClr val="tx1"/>
          </a:solidFill>
          <a:ln w="0" cap="flat">
            <a:noFill/>
            <a:prstDash val="solid"/>
            <a:miter/>
          </a:ln>
        </p:spPr>
        <p:txBody>
          <a:bodyPr rtlCol="0" anchor="ctr"/>
          <a:lstStyle/>
          <a:p>
            <a:endParaRPr lang="de-DE"/>
          </a:p>
        </p:txBody>
      </p:sp>
      <p:sp>
        <p:nvSpPr>
          <p:cNvPr id="576" name="Freihandform 575">
            <a:extLst>
              <a:ext uri="{FF2B5EF4-FFF2-40B4-BE49-F238E27FC236}">
                <a16:creationId xmlns:a16="http://schemas.microsoft.com/office/drawing/2014/main" id="{071D12EC-1EA1-275C-B6A4-E3DE4C1994DF}"/>
              </a:ext>
            </a:extLst>
          </p:cNvPr>
          <p:cNvSpPr/>
          <p:nvPr/>
        </p:nvSpPr>
        <p:spPr>
          <a:xfrm>
            <a:off x="9183192" y="5095917"/>
            <a:ext cx="284750" cy="338045"/>
          </a:xfrm>
          <a:custGeom>
            <a:avLst/>
            <a:gdLst>
              <a:gd name="connsiteX0" fmla="*/ 230670 w 284750"/>
              <a:gd name="connsiteY0" fmla="*/ 4174 h 338045"/>
              <a:gd name="connsiteX1" fmla="*/ 230393 w 284750"/>
              <a:gd name="connsiteY1" fmla="*/ 3499 h 338045"/>
              <a:gd name="connsiteX2" fmla="*/ 219478 w 284750"/>
              <a:gd name="connsiteY2" fmla="*/ 1325 h 338045"/>
              <a:gd name="connsiteX3" fmla="*/ 84122 w 284750"/>
              <a:gd name="connsiteY3" fmla="*/ 91781 h 338045"/>
              <a:gd name="connsiteX4" fmla="*/ 7872 w 284750"/>
              <a:gd name="connsiteY4" fmla="*/ 91781 h 338045"/>
              <a:gd name="connsiteX5" fmla="*/ 0 w 284750"/>
              <a:gd name="connsiteY5" fmla="*/ 99659 h 338045"/>
              <a:gd name="connsiteX6" fmla="*/ 0 w 284750"/>
              <a:gd name="connsiteY6" fmla="*/ 238433 h 338045"/>
              <a:gd name="connsiteX7" fmla="*/ 7872 w 284750"/>
              <a:gd name="connsiteY7" fmla="*/ 246311 h 338045"/>
              <a:gd name="connsiteX8" fmla="*/ 84135 w 284750"/>
              <a:gd name="connsiteY8" fmla="*/ 246311 h 338045"/>
              <a:gd name="connsiteX9" fmla="*/ 219485 w 284750"/>
              <a:gd name="connsiteY9" fmla="*/ 336722 h 338045"/>
              <a:gd name="connsiteX10" fmla="*/ 223849 w 284750"/>
              <a:gd name="connsiteY10" fmla="*/ 338046 h 338045"/>
              <a:gd name="connsiteX11" fmla="*/ 230405 w 284750"/>
              <a:gd name="connsiteY11" fmla="*/ 334542 h 338045"/>
              <a:gd name="connsiteX12" fmla="*/ 230676 w 284750"/>
              <a:gd name="connsiteY12" fmla="*/ 333880 h 338045"/>
              <a:gd name="connsiteX13" fmla="*/ 230676 w 284750"/>
              <a:gd name="connsiteY13" fmla="*/ 4180 h 338045"/>
              <a:gd name="connsiteX14" fmla="*/ 15738 w 284750"/>
              <a:gd name="connsiteY14" fmla="*/ 107536 h 338045"/>
              <a:gd name="connsiteX15" fmla="*/ 78636 w 284750"/>
              <a:gd name="connsiteY15" fmla="*/ 107536 h 338045"/>
              <a:gd name="connsiteX16" fmla="*/ 78636 w 284750"/>
              <a:gd name="connsiteY16" fmla="*/ 230555 h 338045"/>
              <a:gd name="connsiteX17" fmla="*/ 15738 w 284750"/>
              <a:gd name="connsiteY17" fmla="*/ 230555 h 338045"/>
              <a:gd name="connsiteX18" fmla="*/ 15738 w 284750"/>
              <a:gd name="connsiteY18" fmla="*/ 107536 h 338045"/>
              <a:gd name="connsiteX19" fmla="*/ 94381 w 284750"/>
              <a:gd name="connsiteY19" fmla="*/ 103862 h 338045"/>
              <a:gd name="connsiteX20" fmla="*/ 221739 w 284750"/>
              <a:gd name="connsiteY20" fmla="*/ 18757 h 338045"/>
              <a:gd name="connsiteX21" fmla="*/ 221746 w 284750"/>
              <a:gd name="connsiteY21" fmla="*/ 319290 h 338045"/>
              <a:gd name="connsiteX22" fmla="*/ 94375 w 284750"/>
              <a:gd name="connsiteY22" fmla="*/ 234211 h 338045"/>
              <a:gd name="connsiteX23" fmla="*/ 94375 w 284750"/>
              <a:gd name="connsiteY23" fmla="*/ 103862 h 338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84750" h="338045">
                <a:moveTo>
                  <a:pt x="230670" y="4174"/>
                </a:moveTo>
                <a:cubicBezTo>
                  <a:pt x="230550" y="3953"/>
                  <a:pt x="230531" y="3714"/>
                  <a:pt x="230393" y="3499"/>
                </a:cubicBezTo>
                <a:cubicBezTo>
                  <a:pt x="227987" y="-112"/>
                  <a:pt x="223106" y="-1089"/>
                  <a:pt x="219478" y="1325"/>
                </a:cubicBezTo>
                <a:lnTo>
                  <a:pt x="84122" y="91781"/>
                </a:lnTo>
                <a:lnTo>
                  <a:pt x="7872" y="91781"/>
                </a:lnTo>
                <a:cubicBezTo>
                  <a:pt x="3527" y="91781"/>
                  <a:pt x="0" y="95310"/>
                  <a:pt x="0" y="99659"/>
                </a:cubicBezTo>
                <a:lnTo>
                  <a:pt x="0" y="238433"/>
                </a:lnTo>
                <a:cubicBezTo>
                  <a:pt x="0" y="242781"/>
                  <a:pt x="3527" y="246311"/>
                  <a:pt x="7872" y="246311"/>
                </a:cubicBezTo>
                <a:lnTo>
                  <a:pt x="84135" y="246311"/>
                </a:lnTo>
                <a:lnTo>
                  <a:pt x="219485" y="336722"/>
                </a:lnTo>
                <a:cubicBezTo>
                  <a:pt x="220832" y="337617"/>
                  <a:pt x="222350" y="338046"/>
                  <a:pt x="223849" y="338046"/>
                </a:cubicBezTo>
                <a:cubicBezTo>
                  <a:pt x="226387" y="338046"/>
                  <a:pt x="228887" y="336817"/>
                  <a:pt x="230405" y="334542"/>
                </a:cubicBezTo>
                <a:cubicBezTo>
                  <a:pt x="230544" y="334334"/>
                  <a:pt x="230563" y="334094"/>
                  <a:pt x="230676" y="333880"/>
                </a:cubicBezTo>
                <a:cubicBezTo>
                  <a:pt x="302775" y="236681"/>
                  <a:pt x="302775" y="101373"/>
                  <a:pt x="230676" y="4180"/>
                </a:cubicBezTo>
                <a:close/>
                <a:moveTo>
                  <a:pt x="15738" y="107536"/>
                </a:moveTo>
                <a:lnTo>
                  <a:pt x="78636" y="107536"/>
                </a:lnTo>
                <a:lnTo>
                  <a:pt x="78636" y="230555"/>
                </a:lnTo>
                <a:lnTo>
                  <a:pt x="15738" y="230555"/>
                </a:lnTo>
                <a:lnTo>
                  <a:pt x="15738" y="107536"/>
                </a:lnTo>
                <a:close/>
                <a:moveTo>
                  <a:pt x="94381" y="103862"/>
                </a:moveTo>
                <a:lnTo>
                  <a:pt x="221739" y="18757"/>
                </a:lnTo>
                <a:cubicBezTo>
                  <a:pt x="284738" y="108261"/>
                  <a:pt x="284738" y="229786"/>
                  <a:pt x="221746" y="319290"/>
                </a:cubicBezTo>
                <a:lnTo>
                  <a:pt x="94375" y="234211"/>
                </a:lnTo>
                <a:lnTo>
                  <a:pt x="94375" y="103862"/>
                </a:lnTo>
                <a:close/>
              </a:path>
            </a:pathLst>
          </a:custGeom>
          <a:solidFill>
            <a:schemeClr val="tx1"/>
          </a:solidFill>
          <a:ln w="0" cap="flat">
            <a:noFill/>
            <a:prstDash val="solid"/>
            <a:miter/>
          </a:ln>
        </p:spPr>
        <p:txBody>
          <a:bodyPr rtlCol="0" anchor="ctr"/>
          <a:lstStyle/>
          <a:p>
            <a:endParaRPr lang="de-DE"/>
          </a:p>
        </p:txBody>
      </p:sp>
      <p:sp>
        <p:nvSpPr>
          <p:cNvPr id="577" name="Freihandform 576">
            <a:extLst>
              <a:ext uri="{FF2B5EF4-FFF2-40B4-BE49-F238E27FC236}">
                <a16:creationId xmlns:a16="http://schemas.microsoft.com/office/drawing/2014/main" id="{01B72DBC-3DBC-A60C-7AD6-8192D689B030}"/>
              </a:ext>
            </a:extLst>
          </p:cNvPr>
          <p:cNvSpPr/>
          <p:nvPr/>
        </p:nvSpPr>
        <p:spPr>
          <a:xfrm>
            <a:off x="8427490" y="4369280"/>
            <a:ext cx="329504" cy="295290"/>
          </a:xfrm>
          <a:custGeom>
            <a:avLst/>
            <a:gdLst>
              <a:gd name="connsiteX0" fmla="*/ 290709 w 329504"/>
              <a:gd name="connsiteY0" fmla="*/ 43252 h 295290"/>
              <a:gd name="connsiteX1" fmla="*/ 162286 w 329504"/>
              <a:gd name="connsiteY1" fmla="*/ 43252 h 295290"/>
              <a:gd name="connsiteX2" fmla="*/ 162286 w 329504"/>
              <a:gd name="connsiteY2" fmla="*/ 38790 h 295290"/>
              <a:gd name="connsiteX3" fmla="*/ 150912 w 329504"/>
              <a:gd name="connsiteY3" fmla="*/ 11350 h 295290"/>
              <a:gd name="connsiteX4" fmla="*/ 123522 w 329504"/>
              <a:gd name="connsiteY4" fmla="*/ 0 h 295290"/>
              <a:gd name="connsiteX5" fmla="*/ 38764 w 329504"/>
              <a:gd name="connsiteY5" fmla="*/ 0 h 295290"/>
              <a:gd name="connsiteX6" fmla="*/ 0 w 329504"/>
              <a:gd name="connsiteY6" fmla="*/ 38815 h 295290"/>
              <a:gd name="connsiteX7" fmla="*/ 0 w 329504"/>
              <a:gd name="connsiteY7" fmla="*/ 107219 h 295290"/>
              <a:gd name="connsiteX8" fmla="*/ 0 w 329504"/>
              <a:gd name="connsiteY8" fmla="*/ 107251 h 295290"/>
              <a:gd name="connsiteX9" fmla="*/ 0 w 329504"/>
              <a:gd name="connsiteY9" fmla="*/ 107283 h 295290"/>
              <a:gd name="connsiteX10" fmla="*/ 0 w 329504"/>
              <a:gd name="connsiteY10" fmla="*/ 256538 h 295290"/>
              <a:gd name="connsiteX11" fmla="*/ 11380 w 329504"/>
              <a:gd name="connsiteY11" fmla="*/ 283958 h 295290"/>
              <a:gd name="connsiteX12" fmla="*/ 38752 w 329504"/>
              <a:gd name="connsiteY12" fmla="*/ 295290 h 295290"/>
              <a:gd name="connsiteX13" fmla="*/ 290734 w 329504"/>
              <a:gd name="connsiteY13" fmla="*/ 295290 h 295290"/>
              <a:gd name="connsiteX14" fmla="*/ 318143 w 329504"/>
              <a:gd name="connsiteY14" fmla="*/ 283933 h 295290"/>
              <a:gd name="connsiteX15" fmla="*/ 329504 w 329504"/>
              <a:gd name="connsiteY15" fmla="*/ 256494 h 295290"/>
              <a:gd name="connsiteX16" fmla="*/ 329504 w 329504"/>
              <a:gd name="connsiteY16" fmla="*/ 82124 h 295290"/>
              <a:gd name="connsiteX17" fmla="*/ 290715 w 329504"/>
              <a:gd name="connsiteY17" fmla="*/ 43258 h 295290"/>
              <a:gd name="connsiteX18" fmla="*/ 38796 w 329504"/>
              <a:gd name="connsiteY18" fmla="*/ 15749 h 295290"/>
              <a:gd name="connsiteX19" fmla="*/ 123522 w 329504"/>
              <a:gd name="connsiteY19" fmla="*/ 15749 h 295290"/>
              <a:gd name="connsiteX20" fmla="*/ 139790 w 329504"/>
              <a:gd name="connsiteY20" fmla="*/ 22486 h 295290"/>
              <a:gd name="connsiteX21" fmla="*/ 146541 w 329504"/>
              <a:gd name="connsiteY21" fmla="*/ 38809 h 295290"/>
              <a:gd name="connsiteX22" fmla="*/ 146541 w 329504"/>
              <a:gd name="connsiteY22" fmla="*/ 51124 h 295290"/>
              <a:gd name="connsiteX23" fmla="*/ 154414 w 329504"/>
              <a:gd name="connsiteY23" fmla="*/ 59001 h 295290"/>
              <a:gd name="connsiteX24" fmla="*/ 290696 w 329504"/>
              <a:gd name="connsiteY24" fmla="*/ 59001 h 295290"/>
              <a:gd name="connsiteX25" fmla="*/ 313753 w 329504"/>
              <a:gd name="connsiteY25" fmla="*/ 82111 h 295290"/>
              <a:gd name="connsiteX26" fmla="*/ 313753 w 329504"/>
              <a:gd name="connsiteY26" fmla="*/ 99361 h 295290"/>
              <a:gd name="connsiteX27" fmla="*/ 15751 w 329504"/>
              <a:gd name="connsiteY27" fmla="*/ 99361 h 295290"/>
              <a:gd name="connsiteX28" fmla="*/ 15751 w 329504"/>
              <a:gd name="connsiteY28" fmla="*/ 38809 h 295290"/>
              <a:gd name="connsiteX29" fmla="*/ 38796 w 329504"/>
              <a:gd name="connsiteY29" fmla="*/ 15749 h 295290"/>
              <a:gd name="connsiteX30" fmla="*/ 307008 w 329504"/>
              <a:gd name="connsiteY30" fmla="*/ 272778 h 295290"/>
              <a:gd name="connsiteX31" fmla="*/ 290715 w 329504"/>
              <a:gd name="connsiteY31" fmla="*/ 279522 h 295290"/>
              <a:gd name="connsiteX32" fmla="*/ 38758 w 329504"/>
              <a:gd name="connsiteY32" fmla="*/ 279522 h 295290"/>
              <a:gd name="connsiteX33" fmla="*/ 22509 w 329504"/>
              <a:gd name="connsiteY33" fmla="*/ 272797 h 295290"/>
              <a:gd name="connsiteX34" fmla="*/ 15751 w 329504"/>
              <a:gd name="connsiteY34" fmla="*/ 256487 h 295290"/>
              <a:gd name="connsiteX35" fmla="*/ 15751 w 329504"/>
              <a:gd name="connsiteY35" fmla="*/ 115122 h 295290"/>
              <a:gd name="connsiteX36" fmla="*/ 313753 w 329504"/>
              <a:gd name="connsiteY36" fmla="*/ 115122 h 295290"/>
              <a:gd name="connsiteX37" fmla="*/ 313753 w 329504"/>
              <a:gd name="connsiteY37" fmla="*/ 256487 h 295290"/>
              <a:gd name="connsiteX38" fmla="*/ 307008 w 329504"/>
              <a:gd name="connsiteY38" fmla="*/ 272778 h 295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29504" h="295290">
                <a:moveTo>
                  <a:pt x="290709" y="43252"/>
                </a:moveTo>
                <a:lnTo>
                  <a:pt x="162286" y="43252"/>
                </a:lnTo>
                <a:lnTo>
                  <a:pt x="162286" y="38790"/>
                </a:lnTo>
                <a:cubicBezTo>
                  <a:pt x="162286" y="28417"/>
                  <a:pt x="158243" y="18680"/>
                  <a:pt x="150912" y="11350"/>
                </a:cubicBezTo>
                <a:cubicBezTo>
                  <a:pt x="143594" y="4034"/>
                  <a:pt x="133864" y="0"/>
                  <a:pt x="123522" y="0"/>
                </a:cubicBezTo>
                <a:lnTo>
                  <a:pt x="38764" y="0"/>
                </a:lnTo>
                <a:cubicBezTo>
                  <a:pt x="17376" y="0"/>
                  <a:pt x="-6" y="17426"/>
                  <a:pt x="0" y="38815"/>
                </a:cubicBezTo>
                <a:lnTo>
                  <a:pt x="0" y="107219"/>
                </a:lnTo>
                <a:cubicBezTo>
                  <a:pt x="0" y="107219"/>
                  <a:pt x="0" y="107238"/>
                  <a:pt x="0" y="107251"/>
                </a:cubicBezTo>
                <a:cubicBezTo>
                  <a:pt x="0" y="107264"/>
                  <a:pt x="0" y="107270"/>
                  <a:pt x="0" y="107283"/>
                </a:cubicBezTo>
                <a:lnTo>
                  <a:pt x="0" y="256538"/>
                </a:lnTo>
                <a:cubicBezTo>
                  <a:pt x="13" y="266905"/>
                  <a:pt x="4056" y="276635"/>
                  <a:pt x="11380" y="283958"/>
                </a:cubicBezTo>
                <a:cubicBezTo>
                  <a:pt x="18699" y="291263"/>
                  <a:pt x="28417" y="295290"/>
                  <a:pt x="38752" y="295290"/>
                </a:cubicBezTo>
                <a:lnTo>
                  <a:pt x="290734" y="295290"/>
                </a:lnTo>
                <a:cubicBezTo>
                  <a:pt x="301088" y="295290"/>
                  <a:pt x="310818" y="291257"/>
                  <a:pt x="318143" y="283933"/>
                </a:cubicBezTo>
                <a:cubicBezTo>
                  <a:pt x="325467" y="276610"/>
                  <a:pt x="329504" y="266861"/>
                  <a:pt x="329504" y="256494"/>
                </a:cubicBezTo>
                <a:lnTo>
                  <a:pt x="329504" y="82124"/>
                </a:lnTo>
                <a:cubicBezTo>
                  <a:pt x="329504" y="60722"/>
                  <a:pt x="312115" y="43290"/>
                  <a:pt x="290715" y="43258"/>
                </a:cubicBezTo>
                <a:close/>
                <a:moveTo>
                  <a:pt x="38796" y="15749"/>
                </a:moveTo>
                <a:lnTo>
                  <a:pt x="123522" y="15749"/>
                </a:lnTo>
                <a:cubicBezTo>
                  <a:pt x="129669" y="15749"/>
                  <a:pt x="135444" y="18144"/>
                  <a:pt x="139790" y="22486"/>
                </a:cubicBezTo>
                <a:cubicBezTo>
                  <a:pt x="144142" y="26835"/>
                  <a:pt x="146541" y="32627"/>
                  <a:pt x="146541" y="38809"/>
                </a:cubicBezTo>
                <a:lnTo>
                  <a:pt x="146541" y="51124"/>
                </a:lnTo>
                <a:cubicBezTo>
                  <a:pt x="146541" y="55472"/>
                  <a:pt x="150068" y="59001"/>
                  <a:pt x="154414" y="59001"/>
                </a:cubicBezTo>
                <a:lnTo>
                  <a:pt x="290696" y="59001"/>
                </a:lnTo>
                <a:cubicBezTo>
                  <a:pt x="303418" y="59020"/>
                  <a:pt x="313759" y="69381"/>
                  <a:pt x="313753" y="82111"/>
                </a:cubicBezTo>
                <a:lnTo>
                  <a:pt x="313753" y="99361"/>
                </a:lnTo>
                <a:lnTo>
                  <a:pt x="15751" y="99361"/>
                </a:lnTo>
                <a:lnTo>
                  <a:pt x="15751" y="38809"/>
                </a:lnTo>
                <a:cubicBezTo>
                  <a:pt x="15751" y="26091"/>
                  <a:pt x="26080" y="15756"/>
                  <a:pt x="38796" y="15749"/>
                </a:cubicBezTo>
                <a:close/>
                <a:moveTo>
                  <a:pt x="307008" y="272778"/>
                </a:moveTo>
                <a:cubicBezTo>
                  <a:pt x="302662" y="277127"/>
                  <a:pt x="296874" y="279522"/>
                  <a:pt x="290715" y="279522"/>
                </a:cubicBezTo>
                <a:lnTo>
                  <a:pt x="38758" y="279522"/>
                </a:lnTo>
                <a:cubicBezTo>
                  <a:pt x="32617" y="279522"/>
                  <a:pt x="26848" y="277134"/>
                  <a:pt x="22509" y="272797"/>
                </a:cubicBezTo>
                <a:cubicBezTo>
                  <a:pt x="18157" y="268455"/>
                  <a:pt x="15758" y="262670"/>
                  <a:pt x="15751" y="256487"/>
                </a:cubicBezTo>
                <a:lnTo>
                  <a:pt x="15751" y="115122"/>
                </a:lnTo>
                <a:lnTo>
                  <a:pt x="313753" y="115122"/>
                </a:lnTo>
                <a:lnTo>
                  <a:pt x="313753" y="256487"/>
                </a:lnTo>
                <a:cubicBezTo>
                  <a:pt x="313753" y="262645"/>
                  <a:pt x="311353" y="268430"/>
                  <a:pt x="307008" y="272778"/>
                </a:cubicBezTo>
                <a:close/>
              </a:path>
            </a:pathLst>
          </a:custGeom>
          <a:solidFill>
            <a:schemeClr val="tx1"/>
          </a:solidFill>
          <a:ln w="0" cap="flat">
            <a:noFill/>
            <a:prstDash val="solid"/>
            <a:miter/>
          </a:ln>
        </p:spPr>
        <p:txBody>
          <a:bodyPr rtlCol="0" anchor="ctr"/>
          <a:lstStyle/>
          <a:p>
            <a:endParaRPr lang="de-DE"/>
          </a:p>
        </p:txBody>
      </p:sp>
      <p:sp>
        <p:nvSpPr>
          <p:cNvPr id="578" name="Freihandform 577">
            <a:extLst>
              <a:ext uri="{FF2B5EF4-FFF2-40B4-BE49-F238E27FC236}">
                <a16:creationId xmlns:a16="http://schemas.microsoft.com/office/drawing/2014/main" id="{DB6B03A8-3398-DD7E-64C4-E67BA0EE4092}"/>
              </a:ext>
            </a:extLst>
          </p:cNvPr>
          <p:cNvSpPr/>
          <p:nvPr/>
        </p:nvSpPr>
        <p:spPr>
          <a:xfrm>
            <a:off x="9937614" y="4359493"/>
            <a:ext cx="255471" cy="314833"/>
          </a:xfrm>
          <a:custGeom>
            <a:avLst/>
            <a:gdLst>
              <a:gd name="connsiteX0" fmla="*/ 247599 w 255471"/>
              <a:gd name="connsiteY0" fmla="*/ 0 h 314833"/>
              <a:gd name="connsiteX1" fmla="*/ 239727 w 255471"/>
              <a:gd name="connsiteY1" fmla="*/ 7878 h 314833"/>
              <a:gd name="connsiteX2" fmla="*/ 239727 w 255471"/>
              <a:gd name="connsiteY2" fmla="*/ 35576 h 314833"/>
              <a:gd name="connsiteX3" fmla="*/ 123523 w 255471"/>
              <a:gd name="connsiteY3" fmla="*/ 38519 h 314833"/>
              <a:gd name="connsiteX4" fmla="*/ 10915 w 255471"/>
              <a:gd name="connsiteY4" fmla="*/ 38242 h 314833"/>
              <a:gd name="connsiteX5" fmla="*/ 3515 w 255471"/>
              <a:gd name="connsiteY5" fmla="*/ 38948 h 314833"/>
              <a:gd name="connsiteX6" fmla="*/ 0 w 255471"/>
              <a:gd name="connsiteY6" fmla="*/ 45508 h 314833"/>
              <a:gd name="connsiteX7" fmla="*/ 0 w 255471"/>
              <a:gd name="connsiteY7" fmla="*/ 198198 h 314833"/>
              <a:gd name="connsiteX8" fmla="*/ 4837 w 255471"/>
              <a:gd name="connsiteY8" fmla="*/ 205465 h 314833"/>
              <a:gd name="connsiteX9" fmla="*/ 67540 w 255471"/>
              <a:gd name="connsiteY9" fmla="*/ 217968 h 314833"/>
              <a:gd name="connsiteX10" fmla="*/ 129525 w 255471"/>
              <a:gd name="connsiteY10" fmla="*/ 205755 h 314833"/>
              <a:gd name="connsiteX11" fmla="*/ 239727 w 255471"/>
              <a:gd name="connsiteY11" fmla="*/ 205149 h 314833"/>
              <a:gd name="connsiteX12" fmla="*/ 239727 w 255471"/>
              <a:gd name="connsiteY12" fmla="*/ 306955 h 314833"/>
              <a:gd name="connsiteX13" fmla="*/ 247599 w 255471"/>
              <a:gd name="connsiteY13" fmla="*/ 314833 h 314833"/>
              <a:gd name="connsiteX14" fmla="*/ 255472 w 255471"/>
              <a:gd name="connsiteY14" fmla="*/ 306955 h 314833"/>
              <a:gd name="connsiteX15" fmla="*/ 255472 w 255471"/>
              <a:gd name="connsiteY15" fmla="*/ 7878 h 314833"/>
              <a:gd name="connsiteX16" fmla="*/ 247599 w 255471"/>
              <a:gd name="connsiteY16" fmla="*/ 0 h 314833"/>
              <a:gd name="connsiteX17" fmla="*/ 123516 w 255471"/>
              <a:gd name="connsiteY17" fmla="*/ 191196 h 314833"/>
              <a:gd name="connsiteX18" fmla="*/ 15751 w 255471"/>
              <a:gd name="connsiteY18" fmla="*/ 192854 h 314833"/>
              <a:gd name="connsiteX19" fmla="*/ 15751 w 255471"/>
              <a:gd name="connsiteY19" fmla="*/ 56890 h 314833"/>
              <a:gd name="connsiteX20" fmla="*/ 129525 w 255471"/>
              <a:gd name="connsiteY20" fmla="*/ 53084 h 314833"/>
              <a:gd name="connsiteX21" fmla="*/ 239727 w 255471"/>
              <a:gd name="connsiteY21" fmla="*/ 52491 h 314833"/>
              <a:gd name="connsiteX22" fmla="*/ 239727 w 255471"/>
              <a:gd name="connsiteY22" fmla="*/ 188241 h 314833"/>
              <a:gd name="connsiteX23" fmla="*/ 123516 w 255471"/>
              <a:gd name="connsiteY23" fmla="*/ 191196 h 314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55471" h="314833">
                <a:moveTo>
                  <a:pt x="247599" y="0"/>
                </a:moveTo>
                <a:cubicBezTo>
                  <a:pt x="243253" y="0"/>
                  <a:pt x="239727" y="3529"/>
                  <a:pt x="239727" y="7878"/>
                </a:cubicBezTo>
                <a:lnTo>
                  <a:pt x="239727" y="35576"/>
                </a:lnTo>
                <a:cubicBezTo>
                  <a:pt x="202235" y="22354"/>
                  <a:pt x="160384" y="23306"/>
                  <a:pt x="123523" y="38519"/>
                </a:cubicBezTo>
                <a:cubicBezTo>
                  <a:pt x="87699" y="53323"/>
                  <a:pt x="46662" y="53210"/>
                  <a:pt x="10915" y="38242"/>
                </a:cubicBezTo>
                <a:cubicBezTo>
                  <a:pt x="8471" y="37227"/>
                  <a:pt x="5700" y="37498"/>
                  <a:pt x="3515" y="38948"/>
                </a:cubicBezTo>
                <a:cubicBezTo>
                  <a:pt x="1317" y="40410"/>
                  <a:pt x="0" y="42874"/>
                  <a:pt x="0" y="45508"/>
                </a:cubicBezTo>
                <a:lnTo>
                  <a:pt x="0" y="198198"/>
                </a:lnTo>
                <a:cubicBezTo>
                  <a:pt x="0" y="201374"/>
                  <a:pt x="1909" y="204242"/>
                  <a:pt x="4837" y="205465"/>
                </a:cubicBezTo>
                <a:cubicBezTo>
                  <a:pt x="24751" y="213803"/>
                  <a:pt x="46145" y="217968"/>
                  <a:pt x="67540" y="217968"/>
                </a:cubicBezTo>
                <a:cubicBezTo>
                  <a:pt x="88676" y="217968"/>
                  <a:pt x="109818" y="213897"/>
                  <a:pt x="129525" y="205755"/>
                </a:cubicBezTo>
                <a:cubicBezTo>
                  <a:pt x="164554" y="191291"/>
                  <a:pt x="204546" y="191159"/>
                  <a:pt x="239727" y="205149"/>
                </a:cubicBezTo>
                <a:lnTo>
                  <a:pt x="239727" y="306955"/>
                </a:lnTo>
                <a:cubicBezTo>
                  <a:pt x="239727" y="311304"/>
                  <a:pt x="243253" y="314833"/>
                  <a:pt x="247599" y="314833"/>
                </a:cubicBezTo>
                <a:cubicBezTo>
                  <a:pt x="251945" y="314833"/>
                  <a:pt x="255472" y="311304"/>
                  <a:pt x="255472" y="306955"/>
                </a:cubicBezTo>
                <a:lnTo>
                  <a:pt x="255472" y="7878"/>
                </a:lnTo>
                <a:cubicBezTo>
                  <a:pt x="255472" y="3529"/>
                  <a:pt x="251945" y="0"/>
                  <a:pt x="247599" y="0"/>
                </a:cubicBezTo>
                <a:close/>
                <a:moveTo>
                  <a:pt x="123516" y="191196"/>
                </a:moveTo>
                <a:cubicBezTo>
                  <a:pt x="89325" y="205326"/>
                  <a:pt x="50334" y="205893"/>
                  <a:pt x="15751" y="192854"/>
                </a:cubicBezTo>
                <a:lnTo>
                  <a:pt x="15751" y="56890"/>
                </a:lnTo>
                <a:cubicBezTo>
                  <a:pt x="52620" y="69243"/>
                  <a:pt x="93462" y="67988"/>
                  <a:pt x="129525" y="53084"/>
                </a:cubicBezTo>
                <a:cubicBezTo>
                  <a:pt x="164547" y="38639"/>
                  <a:pt x="204540" y="38513"/>
                  <a:pt x="239727" y="52491"/>
                </a:cubicBezTo>
                <a:lnTo>
                  <a:pt x="239727" y="188241"/>
                </a:lnTo>
                <a:cubicBezTo>
                  <a:pt x="202235" y="175019"/>
                  <a:pt x="160378" y="175977"/>
                  <a:pt x="123516" y="191196"/>
                </a:cubicBezTo>
                <a:close/>
              </a:path>
            </a:pathLst>
          </a:custGeom>
          <a:solidFill>
            <a:schemeClr val="tx1"/>
          </a:solidFill>
          <a:ln w="0" cap="flat">
            <a:noFill/>
            <a:prstDash val="solid"/>
            <a:miter/>
          </a:ln>
        </p:spPr>
        <p:txBody>
          <a:bodyPr rtlCol="0" anchor="ctr"/>
          <a:lstStyle/>
          <a:p>
            <a:endParaRPr lang="de-DE"/>
          </a:p>
        </p:txBody>
      </p:sp>
      <p:sp>
        <p:nvSpPr>
          <p:cNvPr id="579" name="Freihandform 578">
            <a:extLst>
              <a:ext uri="{FF2B5EF4-FFF2-40B4-BE49-F238E27FC236}">
                <a16:creationId xmlns:a16="http://schemas.microsoft.com/office/drawing/2014/main" id="{AD706AB7-35D9-962A-5E27-5594E97150A2}"/>
              </a:ext>
            </a:extLst>
          </p:cNvPr>
          <p:cNvSpPr/>
          <p:nvPr/>
        </p:nvSpPr>
        <p:spPr>
          <a:xfrm>
            <a:off x="5485854" y="2140069"/>
            <a:ext cx="321640" cy="265493"/>
          </a:xfrm>
          <a:custGeom>
            <a:avLst/>
            <a:gdLst>
              <a:gd name="connsiteX0" fmla="*/ 311662 w 321640"/>
              <a:gd name="connsiteY0" fmla="*/ 104346 h 265493"/>
              <a:gd name="connsiteX1" fmla="*/ 197983 w 321640"/>
              <a:gd name="connsiteY1" fmla="*/ 6844 h 265493"/>
              <a:gd name="connsiteX2" fmla="*/ 179448 w 321640"/>
              <a:gd name="connsiteY2" fmla="*/ 0 h 265493"/>
              <a:gd name="connsiteX3" fmla="*/ 179404 w 321640"/>
              <a:gd name="connsiteY3" fmla="*/ 0 h 265493"/>
              <a:gd name="connsiteX4" fmla="*/ 159194 w 321640"/>
              <a:gd name="connsiteY4" fmla="*/ 8363 h 265493"/>
              <a:gd name="connsiteX5" fmla="*/ 150780 w 321640"/>
              <a:gd name="connsiteY5" fmla="*/ 28625 h 265493"/>
              <a:gd name="connsiteX6" fmla="*/ 150780 w 321640"/>
              <a:gd name="connsiteY6" fmla="*/ 73950 h 265493"/>
              <a:gd name="connsiteX7" fmla="*/ 0 w 321640"/>
              <a:gd name="connsiteY7" fmla="*/ 232633 h 265493"/>
              <a:gd name="connsiteX8" fmla="*/ 1707 w 321640"/>
              <a:gd name="connsiteY8" fmla="*/ 258643 h 265493"/>
              <a:gd name="connsiteX9" fmla="*/ 8698 w 321640"/>
              <a:gd name="connsiteY9" fmla="*/ 265449 h 265493"/>
              <a:gd name="connsiteX10" fmla="*/ 9516 w 321640"/>
              <a:gd name="connsiteY10" fmla="*/ 265493 h 265493"/>
              <a:gd name="connsiteX11" fmla="*/ 16942 w 321640"/>
              <a:gd name="connsiteY11" fmla="*/ 260231 h 265493"/>
              <a:gd name="connsiteX12" fmla="*/ 150761 w 321640"/>
              <a:gd name="connsiteY12" fmla="*/ 177949 h 265493"/>
              <a:gd name="connsiteX13" fmla="*/ 150761 w 321640"/>
              <a:gd name="connsiteY13" fmla="*/ 223539 h 265493"/>
              <a:gd name="connsiteX14" fmla="*/ 167470 w 321640"/>
              <a:gd name="connsiteY14" fmla="*/ 249555 h 265493"/>
              <a:gd name="connsiteX15" fmla="*/ 179404 w 321640"/>
              <a:gd name="connsiteY15" fmla="*/ 252183 h 265493"/>
              <a:gd name="connsiteX16" fmla="*/ 198021 w 321640"/>
              <a:gd name="connsiteY16" fmla="*/ 245295 h 265493"/>
              <a:gd name="connsiteX17" fmla="*/ 311706 w 321640"/>
              <a:gd name="connsiteY17" fmla="*/ 147774 h 265493"/>
              <a:gd name="connsiteX18" fmla="*/ 314748 w 321640"/>
              <a:gd name="connsiteY18" fmla="*/ 144724 h 265493"/>
              <a:gd name="connsiteX19" fmla="*/ 311675 w 321640"/>
              <a:gd name="connsiteY19" fmla="*/ 104339 h 265493"/>
              <a:gd name="connsiteX20" fmla="*/ 302788 w 321640"/>
              <a:gd name="connsiteY20" fmla="*/ 134477 h 265493"/>
              <a:gd name="connsiteX21" fmla="*/ 301415 w 321640"/>
              <a:gd name="connsiteY21" fmla="*/ 135850 h 265493"/>
              <a:gd name="connsiteX22" fmla="*/ 187762 w 321640"/>
              <a:gd name="connsiteY22" fmla="*/ 233346 h 265493"/>
              <a:gd name="connsiteX23" fmla="*/ 179442 w 321640"/>
              <a:gd name="connsiteY23" fmla="*/ 236440 h 265493"/>
              <a:gd name="connsiteX24" fmla="*/ 174013 w 321640"/>
              <a:gd name="connsiteY24" fmla="*/ 235243 h 265493"/>
              <a:gd name="connsiteX25" fmla="*/ 166500 w 321640"/>
              <a:gd name="connsiteY25" fmla="*/ 223552 h 265493"/>
              <a:gd name="connsiteX26" fmla="*/ 166500 w 321640"/>
              <a:gd name="connsiteY26" fmla="*/ 170424 h 265493"/>
              <a:gd name="connsiteX27" fmla="*/ 159011 w 321640"/>
              <a:gd name="connsiteY27" fmla="*/ 162559 h 265493"/>
              <a:gd name="connsiteX28" fmla="*/ 132302 w 321640"/>
              <a:gd name="connsiteY28" fmla="*/ 161834 h 265493"/>
              <a:gd name="connsiteX29" fmla="*/ 15890 w 321640"/>
              <a:gd name="connsiteY29" fmla="*/ 222512 h 265493"/>
              <a:gd name="connsiteX30" fmla="*/ 158344 w 321640"/>
              <a:gd name="connsiteY30" fmla="*/ 89636 h 265493"/>
              <a:gd name="connsiteX31" fmla="*/ 166525 w 321640"/>
              <a:gd name="connsiteY31" fmla="*/ 81765 h 265493"/>
              <a:gd name="connsiteX32" fmla="*/ 166525 w 321640"/>
              <a:gd name="connsiteY32" fmla="*/ 28650 h 265493"/>
              <a:gd name="connsiteX33" fmla="*/ 170316 w 321640"/>
              <a:gd name="connsiteY33" fmla="*/ 19531 h 265493"/>
              <a:gd name="connsiteX34" fmla="*/ 179417 w 321640"/>
              <a:gd name="connsiteY34" fmla="*/ 15768 h 265493"/>
              <a:gd name="connsiteX35" fmla="*/ 179436 w 321640"/>
              <a:gd name="connsiteY35" fmla="*/ 15768 h 265493"/>
              <a:gd name="connsiteX36" fmla="*/ 187762 w 321640"/>
              <a:gd name="connsiteY36" fmla="*/ 18837 h 265493"/>
              <a:gd name="connsiteX37" fmla="*/ 301415 w 321640"/>
              <a:gd name="connsiteY37" fmla="*/ 116314 h 265493"/>
              <a:gd name="connsiteX38" fmla="*/ 302794 w 321640"/>
              <a:gd name="connsiteY38" fmla="*/ 134483 h 265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321640" h="265493">
                <a:moveTo>
                  <a:pt x="311662" y="104346"/>
                </a:moveTo>
                <a:lnTo>
                  <a:pt x="197983" y="6844"/>
                </a:lnTo>
                <a:cubicBezTo>
                  <a:pt x="192813" y="2439"/>
                  <a:pt x="186225" y="6"/>
                  <a:pt x="179448" y="0"/>
                </a:cubicBezTo>
                <a:lnTo>
                  <a:pt x="179404" y="0"/>
                </a:lnTo>
                <a:cubicBezTo>
                  <a:pt x="171771" y="0"/>
                  <a:pt x="164598" y="2968"/>
                  <a:pt x="159194" y="8363"/>
                </a:cubicBezTo>
                <a:cubicBezTo>
                  <a:pt x="153778" y="13764"/>
                  <a:pt x="150793" y="20955"/>
                  <a:pt x="150780" y="28625"/>
                </a:cubicBezTo>
                <a:lnTo>
                  <a:pt x="150780" y="73950"/>
                </a:lnTo>
                <a:cubicBezTo>
                  <a:pt x="46592" y="76269"/>
                  <a:pt x="0" y="125490"/>
                  <a:pt x="0" y="232633"/>
                </a:cubicBezTo>
                <a:cubicBezTo>
                  <a:pt x="0" y="241299"/>
                  <a:pt x="579" y="250053"/>
                  <a:pt x="1707" y="258643"/>
                </a:cubicBezTo>
                <a:cubicBezTo>
                  <a:pt x="2179" y="262254"/>
                  <a:pt x="5070" y="265077"/>
                  <a:pt x="8698" y="265449"/>
                </a:cubicBezTo>
                <a:cubicBezTo>
                  <a:pt x="8968" y="265481"/>
                  <a:pt x="9245" y="265493"/>
                  <a:pt x="9516" y="265493"/>
                </a:cubicBezTo>
                <a:cubicBezTo>
                  <a:pt x="12823" y="265493"/>
                  <a:pt x="15821" y="263407"/>
                  <a:pt x="16942" y="260231"/>
                </a:cubicBezTo>
                <a:cubicBezTo>
                  <a:pt x="42423" y="187806"/>
                  <a:pt x="73309" y="175000"/>
                  <a:pt x="150761" y="177949"/>
                </a:cubicBezTo>
                <a:lnTo>
                  <a:pt x="150761" y="223539"/>
                </a:lnTo>
                <a:cubicBezTo>
                  <a:pt x="150774" y="234701"/>
                  <a:pt x="157330" y="244910"/>
                  <a:pt x="167470" y="249555"/>
                </a:cubicBezTo>
                <a:cubicBezTo>
                  <a:pt x="171223" y="251269"/>
                  <a:pt x="175222" y="252158"/>
                  <a:pt x="179404" y="252183"/>
                </a:cubicBezTo>
                <a:cubicBezTo>
                  <a:pt x="186225" y="252183"/>
                  <a:pt x="192832" y="249738"/>
                  <a:pt x="198021" y="245295"/>
                </a:cubicBezTo>
                <a:lnTo>
                  <a:pt x="311706" y="147774"/>
                </a:lnTo>
                <a:cubicBezTo>
                  <a:pt x="312796" y="146829"/>
                  <a:pt x="313810" y="145814"/>
                  <a:pt x="314748" y="144724"/>
                </a:cubicBezTo>
                <a:cubicBezTo>
                  <a:pt x="325026" y="132750"/>
                  <a:pt x="323653" y="114637"/>
                  <a:pt x="311675" y="104339"/>
                </a:cubicBezTo>
                <a:close/>
                <a:moveTo>
                  <a:pt x="302788" y="134477"/>
                </a:moveTo>
                <a:cubicBezTo>
                  <a:pt x="302360" y="134974"/>
                  <a:pt x="301887" y="135441"/>
                  <a:pt x="301415" y="135850"/>
                </a:cubicBezTo>
                <a:lnTo>
                  <a:pt x="187762" y="233346"/>
                </a:lnTo>
                <a:cubicBezTo>
                  <a:pt x="185431" y="235337"/>
                  <a:pt x="182459" y="236440"/>
                  <a:pt x="179442" y="236440"/>
                </a:cubicBezTo>
                <a:cubicBezTo>
                  <a:pt x="177553" y="236427"/>
                  <a:pt x="175726" y="236024"/>
                  <a:pt x="174013" y="235243"/>
                </a:cubicBezTo>
                <a:cubicBezTo>
                  <a:pt x="169454" y="233157"/>
                  <a:pt x="166506" y="228556"/>
                  <a:pt x="166500" y="223552"/>
                </a:cubicBezTo>
                <a:lnTo>
                  <a:pt x="166500" y="170424"/>
                </a:lnTo>
                <a:cubicBezTo>
                  <a:pt x="166500" y="166221"/>
                  <a:pt x="163206" y="162761"/>
                  <a:pt x="159011" y="162559"/>
                </a:cubicBezTo>
                <a:cubicBezTo>
                  <a:pt x="149577" y="162099"/>
                  <a:pt x="140697" y="161834"/>
                  <a:pt x="132302" y="161834"/>
                </a:cubicBezTo>
                <a:cubicBezTo>
                  <a:pt x="75116" y="161834"/>
                  <a:pt x="41038" y="174237"/>
                  <a:pt x="15890" y="222512"/>
                </a:cubicBezTo>
                <a:cubicBezTo>
                  <a:pt x="18623" y="128395"/>
                  <a:pt x="60498" y="89718"/>
                  <a:pt x="158344" y="89636"/>
                </a:cubicBezTo>
                <a:cubicBezTo>
                  <a:pt x="162626" y="89939"/>
                  <a:pt x="166525" y="86221"/>
                  <a:pt x="166525" y="81765"/>
                </a:cubicBezTo>
                <a:lnTo>
                  <a:pt x="166525" y="28650"/>
                </a:lnTo>
                <a:cubicBezTo>
                  <a:pt x="166525" y="25203"/>
                  <a:pt x="167873" y="21963"/>
                  <a:pt x="170316" y="19531"/>
                </a:cubicBezTo>
                <a:cubicBezTo>
                  <a:pt x="172747" y="17104"/>
                  <a:pt x="175978" y="15768"/>
                  <a:pt x="179417" y="15768"/>
                </a:cubicBezTo>
                <a:lnTo>
                  <a:pt x="179436" y="15768"/>
                </a:lnTo>
                <a:cubicBezTo>
                  <a:pt x="182484" y="15768"/>
                  <a:pt x="185450" y="16871"/>
                  <a:pt x="187762" y="18837"/>
                </a:cubicBezTo>
                <a:lnTo>
                  <a:pt x="301415" y="116314"/>
                </a:lnTo>
                <a:cubicBezTo>
                  <a:pt x="306800" y="120939"/>
                  <a:pt x="307417" y="129088"/>
                  <a:pt x="302794" y="134483"/>
                </a:cubicBezTo>
                <a:close/>
              </a:path>
            </a:pathLst>
          </a:custGeom>
          <a:solidFill>
            <a:schemeClr val="tx1"/>
          </a:solidFill>
          <a:ln w="0" cap="flat">
            <a:noFill/>
            <a:prstDash val="solid"/>
            <a:miter/>
          </a:ln>
        </p:spPr>
        <p:txBody>
          <a:bodyPr rtlCol="0" anchor="ctr"/>
          <a:lstStyle/>
          <a:p>
            <a:endParaRPr lang="de-DE"/>
          </a:p>
        </p:txBody>
      </p:sp>
      <p:sp>
        <p:nvSpPr>
          <p:cNvPr id="580" name="Freihandform 579">
            <a:extLst>
              <a:ext uri="{FF2B5EF4-FFF2-40B4-BE49-F238E27FC236}">
                <a16:creationId xmlns:a16="http://schemas.microsoft.com/office/drawing/2014/main" id="{F308C82C-F265-2DA8-3B3E-E6C96E7315F1}"/>
              </a:ext>
            </a:extLst>
          </p:cNvPr>
          <p:cNvSpPr/>
          <p:nvPr/>
        </p:nvSpPr>
        <p:spPr>
          <a:xfrm>
            <a:off x="9163882" y="4382616"/>
            <a:ext cx="329478" cy="287966"/>
          </a:xfrm>
          <a:custGeom>
            <a:avLst/>
            <a:gdLst>
              <a:gd name="connsiteX0" fmla="*/ 321606 w 329478"/>
              <a:gd name="connsiteY0" fmla="*/ 0 h 287966"/>
              <a:gd name="connsiteX1" fmla="*/ 211492 w 329478"/>
              <a:gd name="connsiteY1" fmla="*/ 0 h 287966"/>
              <a:gd name="connsiteX2" fmla="*/ 164755 w 329478"/>
              <a:gd name="connsiteY2" fmla="*/ 16676 h 287966"/>
              <a:gd name="connsiteX3" fmla="*/ 117974 w 329478"/>
              <a:gd name="connsiteY3" fmla="*/ 0 h 287966"/>
              <a:gd name="connsiteX4" fmla="*/ 7872 w 329478"/>
              <a:gd name="connsiteY4" fmla="*/ 0 h 287966"/>
              <a:gd name="connsiteX5" fmla="*/ 0 w 329478"/>
              <a:gd name="connsiteY5" fmla="*/ 7878 h 287966"/>
              <a:gd name="connsiteX6" fmla="*/ 0 w 329478"/>
              <a:gd name="connsiteY6" fmla="*/ 260672 h 287966"/>
              <a:gd name="connsiteX7" fmla="*/ 7872 w 329478"/>
              <a:gd name="connsiteY7" fmla="*/ 268550 h 287966"/>
              <a:gd name="connsiteX8" fmla="*/ 117968 w 329478"/>
              <a:gd name="connsiteY8" fmla="*/ 268550 h 287966"/>
              <a:gd name="connsiteX9" fmla="*/ 159169 w 329478"/>
              <a:gd name="connsiteY9" fmla="*/ 285648 h 287966"/>
              <a:gd name="connsiteX10" fmla="*/ 159433 w 329478"/>
              <a:gd name="connsiteY10" fmla="*/ 285824 h 287966"/>
              <a:gd name="connsiteX11" fmla="*/ 161745 w 329478"/>
              <a:gd name="connsiteY11" fmla="*/ 287368 h 287966"/>
              <a:gd name="connsiteX12" fmla="*/ 161745 w 329478"/>
              <a:gd name="connsiteY12" fmla="*/ 287368 h 287966"/>
              <a:gd name="connsiteX13" fmla="*/ 164743 w 329478"/>
              <a:gd name="connsiteY13" fmla="*/ 287967 h 287966"/>
              <a:gd name="connsiteX14" fmla="*/ 164743 w 329478"/>
              <a:gd name="connsiteY14" fmla="*/ 287967 h 287966"/>
              <a:gd name="connsiteX15" fmla="*/ 164743 w 329478"/>
              <a:gd name="connsiteY15" fmla="*/ 287967 h 287966"/>
              <a:gd name="connsiteX16" fmla="*/ 167760 w 329478"/>
              <a:gd name="connsiteY16" fmla="*/ 287362 h 287966"/>
              <a:gd name="connsiteX17" fmla="*/ 170046 w 329478"/>
              <a:gd name="connsiteY17" fmla="*/ 285837 h 287966"/>
              <a:gd name="connsiteX18" fmla="*/ 170323 w 329478"/>
              <a:gd name="connsiteY18" fmla="*/ 285654 h 287966"/>
              <a:gd name="connsiteX19" fmla="*/ 211474 w 329478"/>
              <a:gd name="connsiteY19" fmla="*/ 268556 h 287966"/>
              <a:gd name="connsiteX20" fmla="*/ 321606 w 329478"/>
              <a:gd name="connsiteY20" fmla="*/ 268556 h 287966"/>
              <a:gd name="connsiteX21" fmla="*/ 329479 w 329478"/>
              <a:gd name="connsiteY21" fmla="*/ 260678 h 287966"/>
              <a:gd name="connsiteX22" fmla="*/ 329479 w 329478"/>
              <a:gd name="connsiteY22" fmla="*/ 7884 h 287966"/>
              <a:gd name="connsiteX23" fmla="*/ 321606 w 329478"/>
              <a:gd name="connsiteY23" fmla="*/ 6 h 287966"/>
              <a:gd name="connsiteX24" fmla="*/ 156864 w 329478"/>
              <a:gd name="connsiteY24" fmla="*/ 263892 h 287966"/>
              <a:gd name="connsiteX25" fmla="*/ 117968 w 329478"/>
              <a:gd name="connsiteY25" fmla="*/ 252794 h 287966"/>
              <a:gd name="connsiteX26" fmla="*/ 15739 w 329478"/>
              <a:gd name="connsiteY26" fmla="*/ 252794 h 287966"/>
              <a:gd name="connsiteX27" fmla="*/ 15739 w 329478"/>
              <a:gd name="connsiteY27" fmla="*/ 15756 h 287966"/>
              <a:gd name="connsiteX28" fmla="*/ 117968 w 329478"/>
              <a:gd name="connsiteY28" fmla="*/ 15756 h 287966"/>
              <a:gd name="connsiteX29" fmla="*/ 156864 w 329478"/>
              <a:gd name="connsiteY29" fmla="*/ 30654 h 287966"/>
              <a:gd name="connsiteX30" fmla="*/ 156864 w 329478"/>
              <a:gd name="connsiteY30" fmla="*/ 263892 h 287966"/>
              <a:gd name="connsiteX31" fmla="*/ 313734 w 329478"/>
              <a:gd name="connsiteY31" fmla="*/ 252794 h 287966"/>
              <a:gd name="connsiteX32" fmla="*/ 211468 w 329478"/>
              <a:gd name="connsiteY32" fmla="*/ 252794 h 287966"/>
              <a:gd name="connsiteX33" fmla="*/ 172615 w 329478"/>
              <a:gd name="connsiteY33" fmla="*/ 263880 h 287966"/>
              <a:gd name="connsiteX34" fmla="*/ 172615 w 329478"/>
              <a:gd name="connsiteY34" fmla="*/ 30654 h 287966"/>
              <a:gd name="connsiteX35" fmla="*/ 211492 w 329478"/>
              <a:gd name="connsiteY35" fmla="*/ 15756 h 287966"/>
              <a:gd name="connsiteX36" fmla="*/ 313734 w 329478"/>
              <a:gd name="connsiteY36" fmla="*/ 15756 h 287966"/>
              <a:gd name="connsiteX37" fmla="*/ 313734 w 329478"/>
              <a:gd name="connsiteY37" fmla="*/ 252794 h 287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29478" h="287966">
                <a:moveTo>
                  <a:pt x="321606" y="0"/>
                </a:moveTo>
                <a:lnTo>
                  <a:pt x="211492" y="0"/>
                </a:lnTo>
                <a:cubicBezTo>
                  <a:pt x="194507" y="0"/>
                  <a:pt x="177861" y="6012"/>
                  <a:pt x="164755" y="16676"/>
                </a:cubicBezTo>
                <a:cubicBezTo>
                  <a:pt x="151574" y="5874"/>
                  <a:pt x="135231" y="0"/>
                  <a:pt x="117974" y="0"/>
                </a:cubicBezTo>
                <a:lnTo>
                  <a:pt x="7872" y="0"/>
                </a:lnTo>
                <a:cubicBezTo>
                  <a:pt x="3527" y="0"/>
                  <a:pt x="0" y="3529"/>
                  <a:pt x="0" y="7878"/>
                </a:cubicBezTo>
                <a:lnTo>
                  <a:pt x="0" y="260672"/>
                </a:lnTo>
                <a:cubicBezTo>
                  <a:pt x="0" y="265020"/>
                  <a:pt x="3527" y="268550"/>
                  <a:pt x="7872" y="268550"/>
                </a:cubicBezTo>
                <a:lnTo>
                  <a:pt x="117968" y="268550"/>
                </a:lnTo>
                <a:cubicBezTo>
                  <a:pt x="133316" y="268550"/>
                  <a:pt x="148330" y="274777"/>
                  <a:pt x="159169" y="285648"/>
                </a:cubicBezTo>
                <a:cubicBezTo>
                  <a:pt x="159245" y="285723"/>
                  <a:pt x="159352" y="285748"/>
                  <a:pt x="159433" y="285824"/>
                </a:cubicBezTo>
                <a:cubicBezTo>
                  <a:pt x="160107" y="286448"/>
                  <a:pt x="160857" y="287003"/>
                  <a:pt x="161745" y="287368"/>
                </a:cubicBezTo>
                <a:cubicBezTo>
                  <a:pt x="161745" y="287368"/>
                  <a:pt x="161745" y="287368"/>
                  <a:pt x="161745" y="287368"/>
                </a:cubicBezTo>
                <a:cubicBezTo>
                  <a:pt x="162696" y="287759"/>
                  <a:pt x="163716" y="287967"/>
                  <a:pt x="164743" y="287967"/>
                </a:cubicBezTo>
                <a:cubicBezTo>
                  <a:pt x="164743" y="287967"/>
                  <a:pt x="164743" y="287967"/>
                  <a:pt x="164743" y="287967"/>
                </a:cubicBezTo>
                <a:cubicBezTo>
                  <a:pt x="164743" y="287967"/>
                  <a:pt x="164743" y="287967"/>
                  <a:pt x="164743" y="287967"/>
                </a:cubicBezTo>
                <a:cubicBezTo>
                  <a:pt x="165776" y="287967"/>
                  <a:pt x="166802" y="287759"/>
                  <a:pt x="167760" y="287362"/>
                </a:cubicBezTo>
                <a:cubicBezTo>
                  <a:pt x="168635" y="286996"/>
                  <a:pt x="169378" y="286454"/>
                  <a:pt x="170046" y="285837"/>
                </a:cubicBezTo>
                <a:cubicBezTo>
                  <a:pt x="170127" y="285761"/>
                  <a:pt x="170241" y="285736"/>
                  <a:pt x="170323" y="285654"/>
                </a:cubicBezTo>
                <a:cubicBezTo>
                  <a:pt x="181143" y="274783"/>
                  <a:pt x="196138" y="268556"/>
                  <a:pt x="211474" y="268556"/>
                </a:cubicBezTo>
                <a:lnTo>
                  <a:pt x="321606" y="268556"/>
                </a:lnTo>
                <a:cubicBezTo>
                  <a:pt x="325952" y="268556"/>
                  <a:pt x="329479" y="265027"/>
                  <a:pt x="329479" y="260678"/>
                </a:cubicBezTo>
                <a:lnTo>
                  <a:pt x="329479" y="7884"/>
                </a:lnTo>
                <a:cubicBezTo>
                  <a:pt x="329479" y="3536"/>
                  <a:pt x="325952" y="6"/>
                  <a:pt x="321606" y="6"/>
                </a:cubicBezTo>
                <a:close/>
                <a:moveTo>
                  <a:pt x="156864" y="263892"/>
                </a:moveTo>
                <a:cubicBezTo>
                  <a:pt x="145244" y="256727"/>
                  <a:pt x="131716" y="252794"/>
                  <a:pt x="117968" y="252794"/>
                </a:cubicBezTo>
                <a:lnTo>
                  <a:pt x="15739" y="252794"/>
                </a:lnTo>
                <a:lnTo>
                  <a:pt x="15739" y="15756"/>
                </a:lnTo>
                <a:lnTo>
                  <a:pt x="117968" y="15756"/>
                </a:lnTo>
                <a:cubicBezTo>
                  <a:pt x="132466" y="15756"/>
                  <a:pt x="146157" y="21024"/>
                  <a:pt x="156864" y="30654"/>
                </a:cubicBezTo>
                <a:lnTo>
                  <a:pt x="156864" y="263892"/>
                </a:lnTo>
                <a:close/>
                <a:moveTo>
                  <a:pt x="313734" y="252794"/>
                </a:moveTo>
                <a:lnTo>
                  <a:pt x="211468" y="252794"/>
                </a:lnTo>
                <a:cubicBezTo>
                  <a:pt x="197731" y="252794"/>
                  <a:pt x="184216" y="256727"/>
                  <a:pt x="172615" y="263880"/>
                </a:cubicBezTo>
                <a:lnTo>
                  <a:pt x="172615" y="30654"/>
                </a:lnTo>
                <a:cubicBezTo>
                  <a:pt x="183215" y="21150"/>
                  <a:pt x="197202" y="15756"/>
                  <a:pt x="211492" y="15756"/>
                </a:cubicBezTo>
                <a:lnTo>
                  <a:pt x="313734" y="15756"/>
                </a:lnTo>
                <a:lnTo>
                  <a:pt x="313734" y="252794"/>
                </a:lnTo>
                <a:close/>
              </a:path>
            </a:pathLst>
          </a:custGeom>
          <a:solidFill>
            <a:schemeClr val="tx1"/>
          </a:solidFill>
          <a:ln w="0" cap="flat">
            <a:noFill/>
            <a:prstDash val="solid"/>
            <a:miter/>
          </a:ln>
        </p:spPr>
        <p:txBody>
          <a:bodyPr rtlCol="0" anchor="ctr"/>
          <a:lstStyle/>
          <a:p>
            <a:endParaRPr lang="de-DE"/>
          </a:p>
        </p:txBody>
      </p:sp>
      <p:sp>
        <p:nvSpPr>
          <p:cNvPr id="581" name="Freihandform 580">
            <a:extLst>
              <a:ext uri="{FF2B5EF4-FFF2-40B4-BE49-F238E27FC236}">
                <a16:creationId xmlns:a16="http://schemas.microsoft.com/office/drawing/2014/main" id="{6164EE64-BAF5-A8C9-C6B6-99CF798C7D11}"/>
              </a:ext>
            </a:extLst>
          </p:cNvPr>
          <p:cNvSpPr/>
          <p:nvPr/>
        </p:nvSpPr>
        <p:spPr>
          <a:xfrm>
            <a:off x="6234861" y="2872707"/>
            <a:ext cx="296074" cy="296260"/>
          </a:xfrm>
          <a:custGeom>
            <a:avLst/>
            <a:gdLst>
              <a:gd name="connsiteX0" fmla="*/ 256517 w 296074"/>
              <a:gd name="connsiteY0" fmla="*/ 0 h 296260"/>
              <a:gd name="connsiteX1" fmla="*/ 96806 w 296074"/>
              <a:gd name="connsiteY1" fmla="*/ 0 h 296260"/>
              <a:gd name="connsiteX2" fmla="*/ 96775 w 296074"/>
              <a:gd name="connsiteY2" fmla="*/ 0 h 296260"/>
              <a:gd name="connsiteX3" fmla="*/ 96743 w 296074"/>
              <a:gd name="connsiteY3" fmla="*/ 0 h 296260"/>
              <a:gd name="connsiteX4" fmla="*/ 39539 w 296074"/>
              <a:gd name="connsiteY4" fmla="*/ 0 h 296260"/>
              <a:gd name="connsiteX5" fmla="*/ 0 w 296074"/>
              <a:gd name="connsiteY5" fmla="*/ 39590 h 296260"/>
              <a:gd name="connsiteX6" fmla="*/ 0 w 296074"/>
              <a:gd name="connsiteY6" fmla="*/ 256708 h 296260"/>
              <a:gd name="connsiteX7" fmla="*/ 39545 w 296074"/>
              <a:gd name="connsiteY7" fmla="*/ 296261 h 296260"/>
              <a:gd name="connsiteX8" fmla="*/ 256542 w 296074"/>
              <a:gd name="connsiteY8" fmla="*/ 296261 h 296260"/>
              <a:gd name="connsiteX9" fmla="*/ 284480 w 296074"/>
              <a:gd name="connsiteY9" fmla="*/ 284683 h 296260"/>
              <a:gd name="connsiteX10" fmla="*/ 296074 w 296074"/>
              <a:gd name="connsiteY10" fmla="*/ 256708 h 296260"/>
              <a:gd name="connsiteX11" fmla="*/ 296074 w 296074"/>
              <a:gd name="connsiteY11" fmla="*/ 39590 h 296260"/>
              <a:gd name="connsiteX12" fmla="*/ 256523 w 296074"/>
              <a:gd name="connsiteY12" fmla="*/ 0 h 296260"/>
              <a:gd name="connsiteX13" fmla="*/ 39532 w 296074"/>
              <a:gd name="connsiteY13" fmla="*/ 280505 h 296260"/>
              <a:gd name="connsiteX14" fmla="*/ 15745 w 296074"/>
              <a:gd name="connsiteY14" fmla="*/ 256708 h 296260"/>
              <a:gd name="connsiteX15" fmla="*/ 15745 w 296074"/>
              <a:gd name="connsiteY15" fmla="*/ 39590 h 296260"/>
              <a:gd name="connsiteX16" fmla="*/ 39545 w 296074"/>
              <a:gd name="connsiteY16" fmla="*/ 15756 h 296260"/>
              <a:gd name="connsiteX17" fmla="*/ 88902 w 296074"/>
              <a:gd name="connsiteY17" fmla="*/ 15756 h 296260"/>
              <a:gd name="connsiteX18" fmla="*/ 88902 w 296074"/>
              <a:gd name="connsiteY18" fmla="*/ 280511 h 296260"/>
              <a:gd name="connsiteX19" fmla="*/ 39532 w 296074"/>
              <a:gd name="connsiteY19" fmla="*/ 280511 h 296260"/>
              <a:gd name="connsiteX20" fmla="*/ 280323 w 296074"/>
              <a:gd name="connsiteY20" fmla="*/ 256708 h 296260"/>
              <a:gd name="connsiteX21" fmla="*/ 273351 w 296074"/>
              <a:gd name="connsiteY21" fmla="*/ 273541 h 296260"/>
              <a:gd name="connsiteX22" fmla="*/ 256536 w 296074"/>
              <a:gd name="connsiteY22" fmla="*/ 280505 h 296260"/>
              <a:gd name="connsiteX23" fmla="*/ 104647 w 296074"/>
              <a:gd name="connsiteY23" fmla="*/ 280505 h 296260"/>
              <a:gd name="connsiteX24" fmla="*/ 104647 w 296074"/>
              <a:gd name="connsiteY24" fmla="*/ 15749 h 296260"/>
              <a:gd name="connsiteX25" fmla="*/ 256517 w 296074"/>
              <a:gd name="connsiteY25" fmla="*/ 15749 h 296260"/>
              <a:gd name="connsiteX26" fmla="*/ 280323 w 296074"/>
              <a:gd name="connsiteY26" fmla="*/ 39584 h 296260"/>
              <a:gd name="connsiteX27" fmla="*/ 280323 w 296074"/>
              <a:gd name="connsiteY27" fmla="*/ 256702 h 296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96074" h="296260">
                <a:moveTo>
                  <a:pt x="256517" y="0"/>
                </a:moveTo>
                <a:lnTo>
                  <a:pt x="96806" y="0"/>
                </a:lnTo>
                <a:cubicBezTo>
                  <a:pt x="96806" y="0"/>
                  <a:pt x="96787" y="0"/>
                  <a:pt x="96775" y="0"/>
                </a:cubicBezTo>
                <a:cubicBezTo>
                  <a:pt x="96762" y="0"/>
                  <a:pt x="96756" y="0"/>
                  <a:pt x="96743" y="0"/>
                </a:cubicBezTo>
                <a:lnTo>
                  <a:pt x="39539" y="0"/>
                </a:lnTo>
                <a:cubicBezTo>
                  <a:pt x="17735" y="13"/>
                  <a:pt x="0" y="17772"/>
                  <a:pt x="0" y="39590"/>
                </a:cubicBezTo>
                <a:lnTo>
                  <a:pt x="0" y="256708"/>
                </a:lnTo>
                <a:cubicBezTo>
                  <a:pt x="0" y="278520"/>
                  <a:pt x="17735" y="296261"/>
                  <a:pt x="39545" y="296261"/>
                </a:cubicBezTo>
                <a:lnTo>
                  <a:pt x="256542" y="296261"/>
                </a:lnTo>
                <a:cubicBezTo>
                  <a:pt x="267091" y="296261"/>
                  <a:pt x="277017" y="292151"/>
                  <a:pt x="284480" y="284683"/>
                </a:cubicBezTo>
                <a:cubicBezTo>
                  <a:pt x="291956" y="277209"/>
                  <a:pt x="296068" y="267277"/>
                  <a:pt x="296074" y="256708"/>
                </a:cubicBezTo>
                <a:lnTo>
                  <a:pt x="296074" y="39590"/>
                </a:lnTo>
                <a:cubicBezTo>
                  <a:pt x="296074" y="17766"/>
                  <a:pt x="278333" y="6"/>
                  <a:pt x="256523" y="0"/>
                </a:cubicBezTo>
                <a:close/>
                <a:moveTo>
                  <a:pt x="39532" y="280505"/>
                </a:moveTo>
                <a:cubicBezTo>
                  <a:pt x="26414" y="280505"/>
                  <a:pt x="15745" y="269829"/>
                  <a:pt x="15745" y="256708"/>
                </a:cubicBezTo>
                <a:lnTo>
                  <a:pt x="15745" y="39590"/>
                </a:lnTo>
                <a:cubicBezTo>
                  <a:pt x="15745" y="26457"/>
                  <a:pt x="26420" y="15768"/>
                  <a:pt x="39545" y="15756"/>
                </a:cubicBezTo>
                <a:lnTo>
                  <a:pt x="88902" y="15756"/>
                </a:lnTo>
                <a:lnTo>
                  <a:pt x="88902" y="280511"/>
                </a:lnTo>
                <a:lnTo>
                  <a:pt x="39532" y="280511"/>
                </a:lnTo>
                <a:close/>
                <a:moveTo>
                  <a:pt x="280323" y="256708"/>
                </a:moveTo>
                <a:cubicBezTo>
                  <a:pt x="280323" y="263067"/>
                  <a:pt x="277842" y="269047"/>
                  <a:pt x="273351" y="273541"/>
                </a:cubicBezTo>
                <a:cubicBezTo>
                  <a:pt x="268861" y="278035"/>
                  <a:pt x="262890" y="280505"/>
                  <a:pt x="256536" y="280505"/>
                </a:cubicBezTo>
                <a:lnTo>
                  <a:pt x="104647" y="280505"/>
                </a:lnTo>
                <a:lnTo>
                  <a:pt x="104647" y="15749"/>
                </a:lnTo>
                <a:lnTo>
                  <a:pt x="256517" y="15749"/>
                </a:lnTo>
                <a:cubicBezTo>
                  <a:pt x="269642" y="15749"/>
                  <a:pt x="280323" y="26444"/>
                  <a:pt x="280323" y="39584"/>
                </a:cubicBezTo>
                <a:lnTo>
                  <a:pt x="280323" y="256702"/>
                </a:lnTo>
                <a:close/>
              </a:path>
            </a:pathLst>
          </a:custGeom>
          <a:solidFill>
            <a:schemeClr val="tx1"/>
          </a:solidFill>
          <a:ln w="0" cap="flat">
            <a:noFill/>
            <a:prstDash val="solid"/>
            <a:miter/>
          </a:ln>
        </p:spPr>
        <p:txBody>
          <a:bodyPr rtlCol="0" anchor="ctr"/>
          <a:lstStyle/>
          <a:p>
            <a:endParaRPr lang="de-DE"/>
          </a:p>
        </p:txBody>
      </p:sp>
      <p:grpSp>
        <p:nvGrpSpPr>
          <p:cNvPr id="582" name="Grafik 463">
            <a:extLst>
              <a:ext uri="{FF2B5EF4-FFF2-40B4-BE49-F238E27FC236}">
                <a16:creationId xmlns:a16="http://schemas.microsoft.com/office/drawing/2014/main" id="{E21451FE-05DA-CBEC-6322-9DC8ABF92E47}"/>
              </a:ext>
            </a:extLst>
          </p:cNvPr>
          <p:cNvGrpSpPr/>
          <p:nvPr/>
        </p:nvGrpSpPr>
        <p:grpSpPr>
          <a:xfrm>
            <a:off x="6971321" y="2872695"/>
            <a:ext cx="296061" cy="296298"/>
            <a:chOff x="6971321" y="2872695"/>
            <a:chExt cx="296061" cy="296298"/>
          </a:xfrm>
          <a:solidFill>
            <a:schemeClr val="tx1"/>
          </a:solidFill>
        </p:grpSpPr>
        <p:sp>
          <p:nvSpPr>
            <p:cNvPr id="583" name="Freihandform 582">
              <a:extLst>
                <a:ext uri="{FF2B5EF4-FFF2-40B4-BE49-F238E27FC236}">
                  <a16:creationId xmlns:a16="http://schemas.microsoft.com/office/drawing/2014/main" id="{FFF95E8D-8ED8-351E-1290-53EE08F20AF5}"/>
                </a:ext>
              </a:extLst>
            </p:cNvPr>
            <p:cNvSpPr/>
            <p:nvPr/>
          </p:nvSpPr>
          <p:spPr>
            <a:xfrm>
              <a:off x="7196745" y="2902309"/>
              <a:ext cx="38266" cy="38285"/>
            </a:xfrm>
            <a:custGeom>
              <a:avLst/>
              <a:gdLst>
                <a:gd name="connsiteX0" fmla="*/ 19133 w 38266"/>
                <a:gd name="connsiteY0" fmla="*/ 38286 h 38285"/>
                <a:gd name="connsiteX1" fmla="*/ 38267 w 38266"/>
                <a:gd name="connsiteY1" fmla="*/ 19146 h 38285"/>
                <a:gd name="connsiteX2" fmla="*/ 38267 w 38266"/>
                <a:gd name="connsiteY2" fmla="*/ 19058 h 38285"/>
                <a:gd name="connsiteX3" fmla="*/ 19171 w 38266"/>
                <a:gd name="connsiteY3" fmla="*/ 0 h 38285"/>
                <a:gd name="connsiteX4" fmla="*/ 19133 w 38266"/>
                <a:gd name="connsiteY4" fmla="*/ 0 h 38285"/>
                <a:gd name="connsiteX5" fmla="*/ 0 w 38266"/>
                <a:gd name="connsiteY5" fmla="*/ 19146 h 38285"/>
                <a:gd name="connsiteX6" fmla="*/ 19133 w 38266"/>
                <a:gd name="connsiteY6" fmla="*/ 38286 h 38285"/>
                <a:gd name="connsiteX7" fmla="*/ 19159 w 38266"/>
                <a:gd name="connsiteY7" fmla="*/ 15756 h 38285"/>
                <a:gd name="connsiteX8" fmla="*/ 19159 w 38266"/>
                <a:gd name="connsiteY8" fmla="*/ 15756 h 38285"/>
                <a:gd name="connsiteX9" fmla="*/ 22515 w 38266"/>
                <a:gd name="connsiteY9" fmla="*/ 19083 h 38285"/>
                <a:gd name="connsiteX10" fmla="*/ 22515 w 38266"/>
                <a:gd name="connsiteY10" fmla="*/ 19146 h 38285"/>
                <a:gd name="connsiteX11" fmla="*/ 19127 w 38266"/>
                <a:gd name="connsiteY11" fmla="*/ 22530 h 38285"/>
                <a:gd name="connsiteX12" fmla="*/ 15739 w 38266"/>
                <a:gd name="connsiteY12" fmla="*/ 19146 h 38285"/>
                <a:gd name="connsiteX13" fmla="*/ 19152 w 38266"/>
                <a:gd name="connsiteY13" fmla="*/ 15756 h 38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266" h="38285">
                  <a:moveTo>
                    <a:pt x="19133" y="38286"/>
                  </a:moveTo>
                  <a:cubicBezTo>
                    <a:pt x="29682" y="38286"/>
                    <a:pt x="38267" y="29702"/>
                    <a:pt x="38267" y="19146"/>
                  </a:cubicBezTo>
                  <a:lnTo>
                    <a:pt x="38267" y="19058"/>
                  </a:lnTo>
                  <a:cubicBezTo>
                    <a:pt x="38235" y="8539"/>
                    <a:pt x="29670" y="0"/>
                    <a:pt x="19171" y="0"/>
                  </a:cubicBezTo>
                  <a:lnTo>
                    <a:pt x="19133" y="0"/>
                  </a:lnTo>
                  <a:cubicBezTo>
                    <a:pt x="8584" y="0"/>
                    <a:pt x="0" y="8590"/>
                    <a:pt x="0" y="19146"/>
                  </a:cubicBezTo>
                  <a:cubicBezTo>
                    <a:pt x="0" y="29702"/>
                    <a:pt x="8584" y="38286"/>
                    <a:pt x="19133" y="38286"/>
                  </a:cubicBezTo>
                  <a:close/>
                  <a:moveTo>
                    <a:pt x="19159" y="15756"/>
                  </a:moveTo>
                  <a:lnTo>
                    <a:pt x="19159" y="15756"/>
                  </a:lnTo>
                  <a:cubicBezTo>
                    <a:pt x="21004" y="15756"/>
                    <a:pt x="22509" y="17255"/>
                    <a:pt x="22515" y="19083"/>
                  </a:cubicBezTo>
                  <a:lnTo>
                    <a:pt x="22515" y="19146"/>
                  </a:lnTo>
                  <a:cubicBezTo>
                    <a:pt x="22515" y="21012"/>
                    <a:pt x="20998" y="22530"/>
                    <a:pt x="19127" y="22530"/>
                  </a:cubicBezTo>
                  <a:cubicBezTo>
                    <a:pt x="17257" y="22530"/>
                    <a:pt x="15739" y="21012"/>
                    <a:pt x="15739" y="19146"/>
                  </a:cubicBezTo>
                  <a:cubicBezTo>
                    <a:pt x="15739" y="17281"/>
                    <a:pt x="17263" y="15756"/>
                    <a:pt x="19152" y="15756"/>
                  </a:cubicBezTo>
                  <a:close/>
                </a:path>
              </a:pathLst>
            </a:custGeom>
            <a:grpFill/>
            <a:ln w="0" cap="flat">
              <a:noFill/>
              <a:prstDash val="solid"/>
              <a:miter/>
            </a:ln>
          </p:spPr>
          <p:txBody>
            <a:bodyPr rtlCol="0" anchor="ctr"/>
            <a:lstStyle/>
            <a:p>
              <a:endParaRPr lang="de-DE"/>
            </a:p>
          </p:txBody>
        </p:sp>
        <p:sp>
          <p:nvSpPr>
            <p:cNvPr id="584" name="Freihandform 583">
              <a:extLst>
                <a:ext uri="{FF2B5EF4-FFF2-40B4-BE49-F238E27FC236}">
                  <a16:creationId xmlns:a16="http://schemas.microsoft.com/office/drawing/2014/main" id="{D7E16EA5-1F5E-C733-B194-D7349A8535E6}"/>
                </a:ext>
              </a:extLst>
            </p:cNvPr>
            <p:cNvSpPr/>
            <p:nvPr/>
          </p:nvSpPr>
          <p:spPr>
            <a:xfrm>
              <a:off x="7153743" y="2902309"/>
              <a:ext cx="38253" cy="38273"/>
            </a:xfrm>
            <a:custGeom>
              <a:avLst/>
              <a:gdLst>
                <a:gd name="connsiteX0" fmla="*/ 19114 w 38253"/>
                <a:gd name="connsiteY0" fmla="*/ 38273 h 38273"/>
                <a:gd name="connsiteX1" fmla="*/ 19133 w 38253"/>
                <a:gd name="connsiteY1" fmla="*/ 38273 h 38273"/>
                <a:gd name="connsiteX2" fmla="*/ 38254 w 38253"/>
                <a:gd name="connsiteY2" fmla="*/ 19152 h 38273"/>
                <a:gd name="connsiteX3" fmla="*/ 38254 w 38253"/>
                <a:gd name="connsiteY3" fmla="*/ 19077 h 38273"/>
                <a:gd name="connsiteX4" fmla="*/ 19165 w 38253"/>
                <a:gd name="connsiteY4" fmla="*/ 0 h 38273"/>
                <a:gd name="connsiteX5" fmla="*/ 19127 w 38253"/>
                <a:gd name="connsiteY5" fmla="*/ 0 h 38273"/>
                <a:gd name="connsiteX6" fmla="*/ 0 w 38253"/>
                <a:gd name="connsiteY6" fmla="*/ 19133 h 38273"/>
                <a:gd name="connsiteX7" fmla="*/ 19114 w 38253"/>
                <a:gd name="connsiteY7" fmla="*/ 38273 h 38273"/>
                <a:gd name="connsiteX8" fmla="*/ 19146 w 38253"/>
                <a:gd name="connsiteY8" fmla="*/ 15756 h 38273"/>
                <a:gd name="connsiteX9" fmla="*/ 19146 w 38253"/>
                <a:gd name="connsiteY9" fmla="*/ 15756 h 38273"/>
                <a:gd name="connsiteX10" fmla="*/ 22503 w 38253"/>
                <a:gd name="connsiteY10" fmla="*/ 19096 h 38273"/>
                <a:gd name="connsiteX11" fmla="*/ 22503 w 38253"/>
                <a:gd name="connsiteY11" fmla="*/ 19140 h 38273"/>
                <a:gd name="connsiteX12" fmla="*/ 19121 w 38253"/>
                <a:gd name="connsiteY12" fmla="*/ 22518 h 38273"/>
                <a:gd name="connsiteX13" fmla="*/ 19121 w 38253"/>
                <a:gd name="connsiteY13" fmla="*/ 22518 h 38273"/>
                <a:gd name="connsiteX14" fmla="*/ 15745 w 38253"/>
                <a:gd name="connsiteY14" fmla="*/ 19140 h 38273"/>
                <a:gd name="connsiteX15" fmla="*/ 19146 w 38253"/>
                <a:gd name="connsiteY15" fmla="*/ 15756 h 38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253" h="38273">
                  <a:moveTo>
                    <a:pt x="19114" y="38273"/>
                  </a:moveTo>
                  <a:lnTo>
                    <a:pt x="19133" y="38273"/>
                  </a:lnTo>
                  <a:cubicBezTo>
                    <a:pt x="29670" y="38273"/>
                    <a:pt x="38241" y="29702"/>
                    <a:pt x="38254" y="19152"/>
                  </a:cubicBezTo>
                  <a:lnTo>
                    <a:pt x="38254" y="19077"/>
                  </a:lnTo>
                  <a:cubicBezTo>
                    <a:pt x="38235" y="8546"/>
                    <a:pt x="29670" y="0"/>
                    <a:pt x="19165" y="0"/>
                  </a:cubicBezTo>
                  <a:lnTo>
                    <a:pt x="19127" y="0"/>
                  </a:lnTo>
                  <a:cubicBezTo>
                    <a:pt x="8590" y="0"/>
                    <a:pt x="12" y="8577"/>
                    <a:pt x="0" y="19133"/>
                  </a:cubicBezTo>
                  <a:cubicBezTo>
                    <a:pt x="0" y="29690"/>
                    <a:pt x="8578" y="38273"/>
                    <a:pt x="19114" y="38273"/>
                  </a:cubicBezTo>
                  <a:close/>
                  <a:moveTo>
                    <a:pt x="19146" y="15756"/>
                  </a:moveTo>
                  <a:lnTo>
                    <a:pt x="19146" y="15756"/>
                  </a:lnTo>
                  <a:cubicBezTo>
                    <a:pt x="20991" y="15756"/>
                    <a:pt x="22496" y="17255"/>
                    <a:pt x="22503" y="19096"/>
                  </a:cubicBezTo>
                  <a:lnTo>
                    <a:pt x="22503" y="19140"/>
                  </a:lnTo>
                  <a:cubicBezTo>
                    <a:pt x="22503" y="21005"/>
                    <a:pt x="20985" y="22518"/>
                    <a:pt x="19121" y="22518"/>
                  </a:cubicBezTo>
                  <a:lnTo>
                    <a:pt x="19121" y="22518"/>
                  </a:lnTo>
                  <a:cubicBezTo>
                    <a:pt x="17256" y="22518"/>
                    <a:pt x="15745" y="20999"/>
                    <a:pt x="15745" y="19140"/>
                  </a:cubicBezTo>
                  <a:cubicBezTo>
                    <a:pt x="15745" y="17281"/>
                    <a:pt x="17263" y="15756"/>
                    <a:pt x="19146" y="15756"/>
                  </a:cubicBezTo>
                  <a:close/>
                </a:path>
              </a:pathLst>
            </a:custGeom>
            <a:grpFill/>
            <a:ln w="0" cap="flat">
              <a:noFill/>
              <a:prstDash val="solid"/>
              <a:miter/>
            </a:ln>
          </p:spPr>
          <p:txBody>
            <a:bodyPr rtlCol="0" anchor="ctr"/>
            <a:lstStyle/>
            <a:p>
              <a:endParaRPr lang="de-DE"/>
            </a:p>
          </p:txBody>
        </p:sp>
        <p:sp>
          <p:nvSpPr>
            <p:cNvPr id="585" name="Freihandform 584">
              <a:extLst>
                <a:ext uri="{FF2B5EF4-FFF2-40B4-BE49-F238E27FC236}">
                  <a16:creationId xmlns:a16="http://schemas.microsoft.com/office/drawing/2014/main" id="{3C0AF53E-0779-B84E-CFFE-BDAD03F83FA4}"/>
                </a:ext>
              </a:extLst>
            </p:cNvPr>
            <p:cNvSpPr/>
            <p:nvPr/>
          </p:nvSpPr>
          <p:spPr>
            <a:xfrm>
              <a:off x="6971321" y="2872695"/>
              <a:ext cx="296061" cy="296298"/>
            </a:xfrm>
            <a:custGeom>
              <a:avLst/>
              <a:gdLst>
                <a:gd name="connsiteX0" fmla="*/ 296062 w 296061"/>
                <a:gd name="connsiteY0" fmla="*/ 89617 h 296298"/>
                <a:gd name="connsiteX1" fmla="*/ 296062 w 296061"/>
                <a:gd name="connsiteY1" fmla="*/ 89586 h 296298"/>
                <a:gd name="connsiteX2" fmla="*/ 296062 w 296061"/>
                <a:gd name="connsiteY2" fmla="*/ 39572 h 296298"/>
                <a:gd name="connsiteX3" fmla="*/ 256504 w 296061"/>
                <a:gd name="connsiteY3" fmla="*/ 0 h 296298"/>
                <a:gd name="connsiteX4" fmla="*/ 39551 w 296061"/>
                <a:gd name="connsiteY4" fmla="*/ 0 h 296298"/>
                <a:gd name="connsiteX5" fmla="*/ 0 w 296061"/>
                <a:gd name="connsiteY5" fmla="*/ 39572 h 296298"/>
                <a:gd name="connsiteX6" fmla="*/ 0 w 296061"/>
                <a:gd name="connsiteY6" fmla="*/ 256714 h 296298"/>
                <a:gd name="connsiteX7" fmla="*/ 39551 w 296061"/>
                <a:gd name="connsiteY7" fmla="*/ 296298 h 296298"/>
                <a:gd name="connsiteX8" fmla="*/ 256504 w 296061"/>
                <a:gd name="connsiteY8" fmla="*/ 296298 h 296298"/>
                <a:gd name="connsiteX9" fmla="*/ 296062 w 296061"/>
                <a:gd name="connsiteY9" fmla="*/ 256714 h 296298"/>
                <a:gd name="connsiteX10" fmla="*/ 296062 w 296061"/>
                <a:gd name="connsiteY10" fmla="*/ 89643 h 296298"/>
                <a:gd name="connsiteX11" fmla="*/ 296062 w 296061"/>
                <a:gd name="connsiteY11" fmla="*/ 89611 h 296298"/>
                <a:gd name="connsiteX12" fmla="*/ 39545 w 296061"/>
                <a:gd name="connsiteY12" fmla="*/ 15762 h 296298"/>
                <a:gd name="connsiteX13" fmla="*/ 256498 w 296061"/>
                <a:gd name="connsiteY13" fmla="*/ 15762 h 296298"/>
                <a:gd name="connsiteX14" fmla="*/ 280311 w 296061"/>
                <a:gd name="connsiteY14" fmla="*/ 39578 h 296298"/>
                <a:gd name="connsiteX15" fmla="*/ 280311 w 296061"/>
                <a:gd name="connsiteY15" fmla="*/ 81740 h 296298"/>
                <a:gd name="connsiteX16" fmla="*/ 15732 w 296061"/>
                <a:gd name="connsiteY16" fmla="*/ 81740 h 296298"/>
                <a:gd name="connsiteX17" fmla="*/ 15732 w 296061"/>
                <a:gd name="connsiteY17" fmla="*/ 39578 h 296298"/>
                <a:gd name="connsiteX18" fmla="*/ 39539 w 296061"/>
                <a:gd name="connsiteY18" fmla="*/ 15762 h 296298"/>
                <a:gd name="connsiteX19" fmla="*/ 256498 w 296061"/>
                <a:gd name="connsiteY19" fmla="*/ 280549 h 296298"/>
                <a:gd name="connsiteX20" fmla="*/ 39545 w 296061"/>
                <a:gd name="connsiteY20" fmla="*/ 280549 h 296298"/>
                <a:gd name="connsiteX21" fmla="*/ 15739 w 296061"/>
                <a:gd name="connsiteY21" fmla="*/ 256721 h 296298"/>
                <a:gd name="connsiteX22" fmla="*/ 15739 w 296061"/>
                <a:gd name="connsiteY22" fmla="*/ 97495 h 296298"/>
                <a:gd name="connsiteX23" fmla="*/ 280317 w 296061"/>
                <a:gd name="connsiteY23" fmla="*/ 97495 h 296298"/>
                <a:gd name="connsiteX24" fmla="*/ 280317 w 296061"/>
                <a:gd name="connsiteY24" fmla="*/ 256721 h 296298"/>
                <a:gd name="connsiteX25" fmla="*/ 256504 w 296061"/>
                <a:gd name="connsiteY25" fmla="*/ 280549 h 29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96061" h="296298">
                  <a:moveTo>
                    <a:pt x="296062" y="89617"/>
                  </a:moveTo>
                  <a:cubicBezTo>
                    <a:pt x="296062" y="89617"/>
                    <a:pt x="296062" y="89599"/>
                    <a:pt x="296062" y="89586"/>
                  </a:cubicBezTo>
                  <a:lnTo>
                    <a:pt x="296062" y="39572"/>
                  </a:lnTo>
                  <a:cubicBezTo>
                    <a:pt x="296062" y="17747"/>
                    <a:pt x="278308" y="0"/>
                    <a:pt x="256504" y="0"/>
                  </a:cubicBezTo>
                  <a:lnTo>
                    <a:pt x="39551" y="0"/>
                  </a:lnTo>
                  <a:cubicBezTo>
                    <a:pt x="17741" y="0"/>
                    <a:pt x="0" y="17747"/>
                    <a:pt x="0" y="39572"/>
                  </a:cubicBezTo>
                  <a:lnTo>
                    <a:pt x="0" y="256714"/>
                  </a:lnTo>
                  <a:cubicBezTo>
                    <a:pt x="0" y="278545"/>
                    <a:pt x="17741" y="296298"/>
                    <a:pt x="39551" y="296298"/>
                  </a:cubicBezTo>
                  <a:lnTo>
                    <a:pt x="256504" y="296298"/>
                  </a:lnTo>
                  <a:cubicBezTo>
                    <a:pt x="278314" y="296298"/>
                    <a:pt x="296056" y="278539"/>
                    <a:pt x="296062" y="256714"/>
                  </a:cubicBezTo>
                  <a:lnTo>
                    <a:pt x="296062" y="89643"/>
                  </a:lnTo>
                  <a:cubicBezTo>
                    <a:pt x="296062" y="89643"/>
                    <a:pt x="296062" y="89624"/>
                    <a:pt x="296062" y="89611"/>
                  </a:cubicBezTo>
                  <a:close/>
                  <a:moveTo>
                    <a:pt x="39545" y="15762"/>
                  </a:moveTo>
                  <a:lnTo>
                    <a:pt x="256498" y="15762"/>
                  </a:lnTo>
                  <a:cubicBezTo>
                    <a:pt x="269623" y="15762"/>
                    <a:pt x="280304" y="26444"/>
                    <a:pt x="280311" y="39578"/>
                  </a:cubicBezTo>
                  <a:lnTo>
                    <a:pt x="280311" y="81740"/>
                  </a:lnTo>
                  <a:lnTo>
                    <a:pt x="15732" y="81740"/>
                  </a:lnTo>
                  <a:lnTo>
                    <a:pt x="15732" y="39578"/>
                  </a:lnTo>
                  <a:cubicBezTo>
                    <a:pt x="15732" y="26444"/>
                    <a:pt x="26414" y="15762"/>
                    <a:pt x="39539" y="15762"/>
                  </a:cubicBezTo>
                  <a:close/>
                  <a:moveTo>
                    <a:pt x="256498" y="280549"/>
                  </a:moveTo>
                  <a:lnTo>
                    <a:pt x="39545" y="280549"/>
                  </a:lnTo>
                  <a:cubicBezTo>
                    <a:pt x="26420" y="280549"/>
                    <a:pt x="15739" y="269861"/>
                    <a:pt x="15739" y="256721"/>
                  </a:cubicBezTo>
                  <a:lnTo>
                    <a:pt x="15739" y="97495"/>
                  </a:lnTo>
                  <a:lnTo>
                    <a:pt x="280317" y="97495"/>
                  </a:lnTo>
                  <a:lnTo>
                    <a:pt x="280317" y="256721"/>
                  </a:lnTo>
                  <a:cubicBezTo>
                    <a:pt x="280317" y="269854"/>
                    <a:pt x="269629" y="280543"/>
                    <a:pt x="256504" y="280549"/>
                  </a:cubicBezTo>
                  <a:close/>
                </a:path>
              </a:pathLst>
            </a:custGeom>
            <a:grpFill/>
            <a:ln w="0" cap="flat">
              <a:noFill/>
              <a:prstDash val="solid"/>
              <a:miter/>
            </a:ln>
          </p:spPr>
          <p:txBody>
            <a:bodyPr rtlCol="0" anchor="ctr"/>
            <a:lstStyle/>
            <a:p>
              <a:endParaRPr lang="de-DE"/>
            </a:p>
          </p:txBody>
        </p:sp>
      </p:grpSp>
      <p:grpSp>
        <p:nvGrpSpPr>
          <p:cNvPr id="586" name="Grafik 463">
            <a:extLst>
              <a:ext uri="{FF2B5EF4-FFF2-40B4-BE49-F238E27FC236}">
                <a16:creationId xmlns:a16="http://schemas.microsoft.com/office/drawing/2014/main" id="{D0CEF444-5D10-14B5-2B03-926A767CFC7F}"/>
              </a:ext>
            </a:extLst>
          </p:cNvPr>
          <p:cNvGrpSpPr/>
          <p:nvPr/>
        </p:nvGrpSpPr>
        <p:grpSpPr>
          <a:xfrm>
            <a:off x="10666165" y="5098301"/>
            <a:ext cx="269623" cy="333273"/>
            <a:chOff x="10666165" y="5098301"/>
            <a:chExt cx="269623" cy="333273"/>
          </a:xfrm>
          <a:solidFill>
            <a:schemeClr val="tx1"/>
          </a:solidFill>
        </p:grpSpPr>
        <p:sp>
          <p:nvSpPr>
            <p:cNvPr id="587" name="Freihandform 586">
              <a:extLst>
                <a:ext uri="{FF2B5EF4-FFF2-40B4-BE49-F238E27FC236}">
                  <a16:creationId xmlns:a16="http://schemas.microsoft.com/office/drawing/2014/main" id="{8E01F8E9-BE0D-06F9-B092-913C3EB4C380}"/>
                </a:ext>
              </a:extLst>
            </p:cNvPr>
            <p:cNvSpPr/>
            <p:nvPr/>
          </p:nvSpPr>
          <p:spPr>
            <a:xfrm>
              <a:off x="10666165" y="5235185"/>
              <a:ext cx="269623" cy="196389"/>
            </a:xfrm>
            <a:custGeom>
              <a:avLst/>
              <a:gdLst>
                <a:gd name="connsiteX0" fmla="*/ 269610 w 269623"/>
                <a:gd name="connsiteY0" fmla="*/ 7884 h 196389"/>
                <a:gd name="connsiteX1" fmla="*/ 261744 w 269623"/>
                <a:gd name="connsiteY1" fmla="*/ 0 h 196389"/>
                <a:gd name="connsiteX2" fmla="*/ 261744 w 269623"/>
                <a:gd name="connsiteY2" fmla="*/ 0 h 196389"/>
                <a:gd name="connsiteX3" fmla="*/ 253872 w 269623"/>
                <a:gd name="connsiteY3" fmla="*/ 7872 h 196389"/>
                <a:gd name="connsiteX4" fmla="*/ 134796 w 269623"/>
                <a:gd name="connsiteY4" fmla="*/ 126970 h 196389"/>
                <a:gd name="connsiteX5" fmla="*/ 134758 w 269623"/>
                <a:gd name="connsiteY5" fmla="*/ 126970 h 196389"/>
                <a:gd name="connsiteX6" fmla="*/ 15739 w 269623"/>
                <a:gd name="connsiteY6" fmla="*/ 7872 h 196389"/>
                <a:gd name="connsiteX7" fmla="*/ 7866 w 269623"/>
                <a:gd name="connsiteY7" fmla="*/ 0 h 196389"/>
                <a:gd name="connsiteX8" fmla="*/ 7866 w 269623"/>
                <a:gd name="connsiteY8" fmla="*/ 0 h 196389"/>
                <a:gd name="connsiteX9" fmla="*/ 0 w 269623"/>
                <a:gd name="connsiteY9" fmla="*/ 7884 h 196389"/>
                <a:gd name="connsiteX10" fmla="*/ 126930 w 269623"/>
                <a:gd name="connsiteY10" fmla="*/ 142329 h 196389"/>
                <a:gd name="connsiteX11" fmla="*/ 126930 w 269623"/>
                <a:gd name="connsiteY11" fmla="*/ 180634 h 196389"/>
                <a:gd name="connsiteX12" fmla="*/ 84633 w 269623"/>
                <a:gd name="connsiteY12" fmla="*/ 180634 h 196389"/>
                <a:gd name="connsiteX13" fmla="*/ 76760 w 269623"/>
                <a:gd name="connsiteY13" fmla="*/ 188512 h 196389"/>
                <a:gd name="connsiteX14" fmla="*/ 84633 w 269623"/>
                <a:gd name="connsiteY14" fmla="*/ 196389 h 196389"/>
                <a:gd name="connsiteX15" fmla="*/ 184972 w 269623"/>
                <a:gd name="connsiteY15" fmla="*/ 196389 h 196389"/>
                <a:gd name="connsiteX16" fmla="*/ 192844 w 269623"/>
                <a:gd name="connsiteY16" fmla="*/ 188512 h 196389"/>
                <a:gd name="connsiteX17" fmla="*/ 184972 w 269623"/>
                <a:gd name="connsiteY17" fmla="*/ 180634 h 196389"/>
                <a:gd name="connsiteX18" fmla="*/ 142675 w 269623"/>
                <a:gd name="connsiteY18" fmla="*/ 180634 h 196389"/>
                <a:gd name="connsiteX19" fmla="*/ 142675 w 269623"/>
                <a:gd name="connsiteY19" fmla="*/ 142329 h 196389"/>
                <a:gd name="connsiteX20" fmla="*/ 269623 w 269623"/>
                <a:gd name="connsiteY20" fmla="*/ 7884 h 19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69623" h="196389">
                  <a:moveTo>
                    <a:pt x="269610" y="7884"/>
                  </a:moveTo>
                  <a:cubicBezTo>
                    <a:pt x="269610" y="3535"/>
                    <a:pt x="266084" y="0"/>
                    <a:pt x="261744" y="0"/>
                  </a:cubicBezTo>
                  <a:lnTo>
                    <a:pt x="261744" y="0"/>
                  </a:lnTo>
                  <a:cubicBezTo>
                    <a:pt x="257398" y="0"/>
                    <a:pt x="253872" y="3529"/>
                    <a:pt x="253872" y="7872"/>
                  </a:cubicBezTo>
                  <a:cubicBezTo>
                    <a:pt x="253841" y="73559"/>
                    <a:pt x="200433" y="126970"/>
                    <a:pt x="134796" y="126970"/>
                  </a:cubicBezTo>
                  <a:lnTo>
                    <a:pt x="134758" y="126970"/>
                  </a:lnTo>
                  <a:cubicBezTo>
                    <a:pt x="69158" y="126939"/>
                    <a:pt x="15764" y="73515"/>
                    <a:pt x="15739" y="7872"/>
                  </a:cubicBezTo>
                  <a:cubicBezTo>
                    <a:pt x="15739" y="3529"/>
                    <a:pt x="12212" y="0"/>
                    <a:pt x="7866" y="0"/>
                  </a:cubicBezTo>
                  <a:lnTo>
                    <a:pt x="7866" y="0"/>
                  </a:lnTo>
                  <a:cubicBezTo>
                    <a:pt x="3527" y="0"/>
                    <a:pt x="0" y="3535"/>
                    <a:pt x="0" y="7884"/>
                  </a:cubicBezTo>
                  <a:cubicBezTo>
                    <a:pt x="32" y="79559"/>
                    <a:pt x="56304" y="138207"/>
                    <a:pt x="126930" y="142329"/>
                  </a:cubicBezTo>
                  <a:lnTo>
                    <a:pt x="126930" y="180634"/>
                  </a:lnTo>
                  <a:lnTo>
                    <a:pt x="84633" y="180634"/>
                  </a:lnTo>
                  <a:cubicBezTo>
                    <a:pt x="80287" y="180634"/>
                    <a:pt x="76760" y="184163"/>
                    <a:pt x="76760" y="188512"/>
                  </a:cubicBezTo>
                  <a:cubicBezTo>
                    <a:pt x="76760" y="192860"/>
                    <a:pt x="80287" y="196389"/>
                    <a:pt x="84633" y="196389"/>
                  </a:cubicBezTo>
                  <a:lnTo>
                    <a:pt x="184972" y="196389"/>
                  </a:lnTo>
                  <a:cubicBezTo>
                    <a:pt x="189317" y="196389"/>
                    <a:pt x="192844" y="192860"/>
                    <a:pt x="192844" y="188512"/>
                  </a:cubicBezTo>
                  <a:cubicBezTo>
                    <a:pt x="192844" y="184163"/>
                    <a:pt x="189317" y="180634"/>
                    <a:pt x="184972" y="180634"/>
                  </a:cubicBezTo>
                  <a:lnTo>
                    <a:pt x="142675" y="180634"/>
                  </a:lnTo>
                  <a:lnTo>
                    <a:pt x="142675" y="142329"/>
                  </a:lnTo>
                  <a:cubicBezTo>
                    <a:pt x="213313" y="138214"/>
                    <a:pt x="269598" y="79584"/>
                    <a:pt x="269623" y="7884"/>
                  </a:cubicBezTo>
                  <a:close/>
                </a:path>
              </a:pathLst>
            </a:custGeom>
            <a:grpFill/>
            <a:ln w="0" cap="flat">
              <a:noFill/>
              <a:prstDash val="solid"/>
              <a:miter/>
            </a:ln>
          </p:spPr>
          <p:txBody>
            <a:bodyPr rtlCol="0" anchor="ctr"/>
            <a:lstStyle/>
            <a:p>
              <a:endParaRPr lang="de-DE"/>
            </a:p>
          </p:txBody>
        </p:sp>
        <p:sp>
          <p:nvSpPr>
            <p:cNvPr id="588" name="Freihandform 587">
              <a:extLst>
                <a:ext uri="{FF2B5EF4-FFF2-40B4-BE49-F238E27FC236}">
                  <a16:creationId xmlns:a16="http://schemas.microsoft.com/office/drawing/2014/main" id="{AB050B8F-2ED1-A06D-7BD1-F763975A27B6}"/>
                </a:ext>
              </a:extLst>
            </p:cNvPr>
            <p:cNvSpPr/>
            <p:nvPr/>
          </p:nvSpPr>
          <p:spPr>
            <a:xfrm>
              <a:off x="10719093" y="5098301"/>
              <a:ext cx="163716" cy="226677"/>
            </a:xfrm>
            <a:custGeom>
              <a:avLst/>
              <a:gdLst>
                <a:gd name="connsiteX0" fmla="*/ 81855 w 163716"/>
                <a:gd name="connsiteY0" fmla="*/ 226678 h 226677"/>
                <a:gd name="connsiteX1" fmla="*/ 163716 w 163716"/>
                <a:gd name="connsiteY1" fmla="*/ 144768 h 226677"/>
                <a:gd name="connsiteX2" fmla="*/ 163716 w 163716"/>
                <a:gd name="connsiteY2" fmla="*/ 81909 h 226677"/>
                <a:gd name="connsiteX3" fmla="*/ 81855 w 163716"/>
                <a:gd name="connsiteY3" fmla="*/ 0 h 226677"/>
                <a:gd name="connsiteX4" fmla="*/ 0 w 163716"/>
                <a:gd name="connsiteY4" fmla="*/ 81909 h 226677"/>
                <a:gd name="connsiteX5" fmla="*/ 0 w 163716"/>
                <a:gd name="connsiteY5" fmla="*/ 144768 h 226677"/>
                <a:gd name="connsiteX6" fmla="*/ 81855 w 163716"/>
                <a:gd name="connsiteY6" fmla="*/ 226678 h 226677"/>
                <a:gd name="connsiteX7" fmla="*/ 15745 w 163716"/>
                <a:gd name="connsiteY7" fmla="*/ 81909 h 226677"/>
                <a:gd name="connsiteX8" fmla="*/ 81855 w 163716"/>
                <a:gd name="connsiteY8" fmla="*/ 15756 h 226677"/>
                <a:gd name="connsiteX9" fmla="*/ 147971 w 163716"/>
                <a:gd name="connsiteY9" fmla="*/ 81909 h 226677"/>
                <a:gd name="connsiteX10" fmla="*/ 147971 w 163716"/>
                <a:gd name="connsiteY10" fmla="*/ 144768 h 226677"/>
                <a:gd name="connsiteX11" fmla="*/ 81855 w 163716"/>
                <a:gd name="connsiteY11" fmla="*/ 210922 h 226677"/>
                <a:gd name="connsiteX12" fmla="*/ 15745 w 163716"/>
                <a:gd name="connsiteY12" fmla="*/ 144768 h 226677"/>
                <a:gd name="connsiteX13" fmla="*/ 15745 w 163716"/>
                <a:gd name="connsiteY13" fmla="*/ 81909 h 2266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3716" h="226677">
                  <a:moveTo>
                    <a:pt x="81855" y="226678"/>
                  </a:moveTo>
                  <a:cubicBezTo>
                    <a:pt x="126993" y="226678"/>
                    <a:pt x="163716" y="189936"/>
                    <a:pt x="163716" y="144768"/>
                  </a:cubicBezTo>
                  <a:lnTo>
                    <a:pt x="163716" y="81909"/>
                  </a:lnTo>
                  <a:cubicBezTo>
                    <a:pt x="163716" y="36742"/>
                    <a:pt x="126993" y="0"/>
                    <a:pt x="81855" y="0"/>
                  </a:cubicBezTo>
                  <a:cubicBezTo>
                    <a:pt x="36717" y="0"/>
                    <a:pt x="0" y="36742"/>
                    <a:pt x="0" y="81909"/>
                  </a:cubicBezTo>
                  <a:lnTo>
                    <a:pt x="0" y="144768"/>
                  </a:lnTo>
                  <a:cubicBezTo>
                    <a:pt x="0" y="189936"/>
                    <a:pt x="36717" y="226678"/>
                    <a:pt x="81855" y="226678"/>
                  </a:cubicBezTo>
                  <a:close/>
                  <a:moveTo>
                    <a:pt x="15745" y="81909"/>
                  </a:moveTo>
                  <a:cubicBezTo>
                    <a:pt x="15745" y="45433"/>
                    <a:pt x="45402" y="15756"/>
                    <a:pt x="81855" y="15756"/>
                  </a:cubicBezTo>
                  <a:cubicBezTo>
                    <a:pt x="118307" y="15756"/>
                    <a:pt x="147971" y="45433"/>
                    <a:pt x="147971" y="81909"/>
                  </a:cubicBezTo>
                  <a:lnTo>
                    <a:pt x="147971" y="144768"/>
                  </a:lnTo>
                  <a:cubicBezTo>
                    <a:pt x="147971" y="181245"/>
                    <a:pt x="118314" y="210922"/>
                    <a:pt x="81855" y="210922"/>
                  </a:cubicBezTo>
                  <a:cubicBezTo>
                    <a:pt x="45396" y="210922"/>
                    <a:pt x="15745" y="181245"/>
                    <a:pt x="15745" y="144768"/>
                  </a:cubicBezTo>
                  <a:lnTo>
                    <a:pt x="15745" y="81909"/>
                  </a:lnTo>
                  <a:close/>
                </a:path>
              </a:pathLst>
            </a:custGeom>
            <a:grpFill/>
            <a:ln w="0" cap="flat">
              <a:noFill/>
              <a:prstDash val="solid"/>
              <a:miter/>
            </a:ln>
          </p:spPr>
          <p:txBody>
            <a:bodyPr rtlCol="0" anchor="ctr"/>
            <a:lstStyle/>
            <a:p>
              <a:endParaRPr lang="de-DE"/>
            </a:p>
          </p:txBody>
        </p:sp>
      </p:grpSp>
      <p:grpSp>
        <p:nvGrpSpPr>
          <p:cNvPr id="589" name="Grafik 463">
            <a:extLst>
              <a:ext uri="{FF2B5EF4-FFF2-40B4-BE49-F238E27FC236}">
                <a16:creationId xmlns:a16="http://schemas.microsoft.com/office/drawing/2014/main" id="{28DDF399-30F9-A4BD-3FCA-8D934A3FE50B}"/>
              </a:ext>
            </a:extLst>
          </p:cNvPr>
          <p:cNvGrpSpPr/>
          <p:nvPr/>
        </p:nvGrpSpPr>
        <p:grpSpPr>
          <a:xfrm>
            <a:off x="6250480" y="3599465"/>
            <a:ext cx="264849" cy="338869"/>
            <a:chOff x="6250480" y="3599465"/>
            <a:chExt cx="264849" cy="338869"/>
          </a:xfrm>
          <a:solidFill>
            <a:schemeClr val="tx1"/>
          </a:solidFill>
        </p:grpSpPr>
        <p:sp>
          <p:nvSpPr>
            <p:cNvPr id="590" name="Freihandform 589">
              <a:extLst>
                <a:ext uri="{FF2B5EF4-FFF2-40B4-BE49-F238E27FC236}">
                  <a16:creationId xmlns:a16="http://schemas.microsoft.com/office/drawing/2014/main" id="{01DC85CB-9E77-91D0-064A-C57633AB44DE}"/>
                </a:ext>
              </a:extLst>
            </p:cNvPr>
            <p:cNvSpPr/>
            <p:nvPr/>
          </p:nvSpPr>
          <p:spPr>
            <a:xfrm>
              <a:off x="6375029" y="3798735"/>
              <a:ext cx="15744" cy="54123"/>
            </a:xfrm>
            <a:custGeom>
              <a:avLst/>
              <a:gdLst>
                <a:gd name="connsiteX0" fmla="*/ 7872 w 15744"/>
                <a:gd name="connsiteY0" fmla="*/ 0 h 54123"/>
                <a:gd name="connsiteX1" fmla="*/ 0 w 15744"/>
                <a:gd name="connsiteY1" fmla="*/ 7878 h 54123"/>
                <a:gd name="connsiteX2" fmla="*/ 0 w 15744"/>
                <a:gd name="connsiteY2" fmla="*/ 46246 h 54123"/>
                <a:gd name="connsiteX3" fmla="*/ 7872 w 15744"/>
                <a:gd name="connsiteY3" fmla="*/ 54123 h 54123"/>
                <a:gd name="connsiteX4" fmla="*/ 15745 w 15744"/>
                <a:gd name="connsiteY4" fmla="*/ 46246 h 54123"/>
                <a:gd name="connsiteX5" fmla="*/ 15745 w 15744"/>
                <a:gd name="connsiteY5" fmla="*/ 7878 h 54123"/>
                <a:gd name="connsiteX6" fmla="*/ 7872 w 15744"/>
                <a:gd name="connsiteY6" fmla="*/ 0 h 54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744" h="54123">
                  <a:moveTo>
                    <a:pt x="7872" y="0"/>
                  </a:moveTo>
                  <a:cubicBezTo>
                    <a:pt x="3527" y="0"/>
                    <a:pt x="0" y="3529"/>
                    <a:pt x="0" y="7878"/>
                  </a:cubicBezTo>
                  <a:lnTo>
                    <a:pt x="0" y="46246"/>
                  </a:lnTo>
                  <a:cubicBezTo>
                    <a:pt x="0" y="50594"/>
                    <a:pt x="3527" y="54123"/>
                    <a:pt x="7872" y="54123"/>
                  </a:cubicBezTo>
                  <a:cubicBezTo>
                    <a:pt x="12218" y="54123"/>
                    <a:pt x="15745" y="50594"/>
                    <a:pt x="15745" y="46246"/>
                  </a:cubicBezTo>
                  <a:lnTo>
                    <a:pt x="15745" y="7878"/>
                  </a:lnTo>
                  <a:cubicBezTo>
                    <a:pt x="15745" y="3529"/>
                    <a:pt x="12218" y="0"/>
                    <a:pt x="7872" y="0"/>
                  </a:cubicBezTo>
                  <a:close/>
                </a:path>
              </a:pathLst>
            </a:custGeom>
            <a:grpFill/>
            <a:ln w="0" cap="flat">
              <a:noFill/>
              <a:prstDash val="solid"/>
              <a:miter/>
            </a:ln>
          </p:spPr>
          <p:txBody>
            <a:bodyPr rtlCol="0" anchor="ctr"/>
            <a:lstStyle/>
            <a:p>
              <a:endParaRPr lang="de-DE"/>
            </a:p>
          </p:txBody>
        </p:sp>
        <p:sp>
          <p:nvSpPr>
            <p:cNvPr id="591" name="Freihandform 590">
              <a:extLst>
                <a:ext uri="{FF2B5EF4-FFF2-40B4-BE49-F238E27FC236}">
                  <a16:creationId xmlns:a16="http://schemas.microsoft.com/office/drawing/2014/main" id="{34B006FD-10F5-60A1-0934-966C9ED30AE9}"/>
                </a:ext>
              </a:extLst>
            </p:cNvPr>
            <p:cNvSpPr/>
            <p:nvPr/>
          </p:nvSpPr>
          <p:spPr>
            <a:xfrm>
              <a:off x="6250480" y="3599465"/>
              <a:ext cx="264849" cy="338869"/>
            </a:xfrm>
            <a:custGeom>
              <a:avLst/>
              <a:gdLst>
                <a:gd name="connsiteX0" fmla="*/ 236974 w 264849"/>
                <a:gd name="connsiteY0" fmla="*/ 113837 h 338869"/>
                <a:gd name="connsiteX1" fmla="*/ 213867 w 264849"/>
                <a:gd name="connsiteY1" fmla="*/ 113837 h 338869"/>
                <a:gd name="connsiteX2" fmla="*/ 213867 w 264849"/>
                <a:gd name="connsiteY2" fmla="*/ 81456 h 338869"/>
                <a:gd name="connsiteX3" fmla="*/ 132434 w 264849"/>
                <a:gd name="connsiteY3" fmla="*/ 0 h 338869"/>
                <a:gd name="connsiteX4" fmla="*/ 132390 w 264849"/>
                <a:gd name="connsiteY4" fmla="*/ 0 h 338869"/>
                <a:gd name="connsiteX5" fmla="*/ 50995 w 264849"/>
                <a:gd name="connsiteY5" fmla="*/ 81462 h 338869"/>
                <a:gd name="connsiteX6" fmla="*/ 50995 w 264849"/>
                <a:gd name="connsiteY6" fmla="*/ 113837 h 338869"/>
                <a:gd name="connsiteX7" fmla="*/ 27887 w 264849"/>
                <a:gd name="connsiteY7" fmla="*/ 113837 h 338869"/>
                <a:gd name="connsiteX8" fmla="*/ 0 w 264849"/>
                <a:gd name="connsiteY8" fmla="*/ 141743 h 338869"/>
                <a:gd name="connsiteX9" fmla="*/ 0 w 264849"/>
                <a:gd name="connsiteY9" fmla="*/ 310970 h 338869"/>
                <a:gd name="connsiteX10" fmla="*/ 27881 w 264849"/>
                <a:gd name="connsiteY10" fmla="*/ 338870 h 338869"/>
                <a:gd name="connsiteX11" fmla="*/ 236974 w 264849"/>
                <a:gd name="connsiteY11" fmla="*/ 338870 h 338869"/>
                <a:gd name="connsiteX12" fmla="*/ 264849 w 264849"/>
                <a:gd name="connsiteY12" fmla="*/ 310976 h 338869"/>
                <a:gd name="connsiteX13" fmla="*/ 264849 w 264849"/>
                <a:gd name="connsiteY13" fmla="*/ 141737 h 338869"/>
                <a:gd name="connsiteX14" fmla="*/ 236968 w 264849"/>
                <a:gd name="connsiteY14" fmla="*/ 113837 h 338869"/>
                <a:gd name="connsiteX15" fmla="*/ 66740 w 264849"/>
                <a:gd name="connsiteY15" fmla="*/ 81475 h 338869"/>
                <a:gd name="connsiteX16" fmla="*/ 132402 w 264849"/>
                <a:gd name="connsiteY16" fmla="*/ 15762 h 338869"/>
                <a:gd name="connsiteX17" fmla="*/ 132434 w 264849"/>
                <a:gd name="connsiteY17" fmla="*/ 15762 h 338869"/>
                <a:gd name="connsiteX18" fmla="*/ 178856 w 264849"/>
                <a:gd name="connsiteY18" fmla="*/ 34996 h 338869"/>
                <a:gd name="connsiteX19" fmla="*/ 198122 w 264849"/>
                <a:gd name="connsiteY19" fmla="*/ 81469 h 338869"/>
                <a:gd name="connsiteX20" fmla="*/ 198122 w 264849"/>
                <a:gd name="connsiteY20" fmla="*/ 113843 h 338869"/>
                <a:gd name="connsiteX21" fmla="*/ 66746 w 264849"/>
                <a:gd name="connsiteY21" fmla="*/ 113843 h 338869"/>
                <a:gd name="connsiteX22" fmla="*/ 66746 w 264849"/>
                <a:gd name="connsiteY22" fmla="*/ 81475 h 338869"/>
                <a:gd name="connsiteX23" fmla="*/ 249104 w 264849"/>
                <a:gd name="connsiteY23" fmla="*/ 310976 h 338869"/>
                <a:gd name="connsiteX24" fmla="*/ 236974 w 264849"/>
                <a:gd name="connsiteY24" fmla="*/ 323114 h 338869"/>
                <a:gd name="connsiteX25" fmla="*/ 27881 w 264849"/>
                <a:gd name="connsiteY25" fmla="*/ 323114 h 338869"/>
                <a:gd name="connsiteX26" fmla="*/ 15745 w 264849"/>
                <a:gd name="connsiteY26" fmla="*/ 310970 h 338869"/>
                <a:gd name="connsiteX27" fmla="*/ 15745 w 264849"/>
                <a:gd name="connsiteY27" fmla="*/ 141743 h 338869"/>
                <a:gd name="connsiteX28" fmla="*/ 27887 w 264849"/>
                <a:gd name="connsiteY28" fmla="*/ 129592 h 338869"/>
                <a:gd name="connsiteX29" fmla="*/ 58836 w 264849"/>
                <a:gd name="connsiteY29" fmla="*/ 129592 h 338869"/>
                <a:gd name="connsiteX30" fmla="*/ 58867 w 264849"/>
                <a:gd name="connsiteY30" fmla="*/ 129592 h 338869"/>
                <a:gd name="connsiteX31" fmla="*/ 58899 w 264849"/>
                <a:gd name="connsiteY31" fmla="*/ 129592 h 338869"/>
                <a:gd name="connsiteX32" fmla="*/ 205963 w 264849"/>
                <a:gd name="connsiteY32" fmla="*/ 129592 h 338869"/>
                <a:gd name="connsiteX33" fmla="*/ 205994 w 264849"/>
                <a:gd name="connsiteY33" fmla="*/ 129592 h 338869"/>
                <a:gd name="connsiteX34" fmla="*/ 206026 w 264849"/>
                <a:gd name="connsiteY34" fmla="*/ 129592 h 338869"/>
                <a:gd name="connsiteX35" fmla="*/ 236974 w 264849"/>
                <a:gd name="connsiteY35" fmla="*/ 129592 h 338869"/>
                <a:gd name="connsiteX36" fmla="*/ 249110 w 264849"/>
                <a:gd name="connsiteY36" fmla="*/ 141737 h 338869"/>
                <a:gd name="connsiteX37" fmla="*/ 249110 w 264849"/>
                <a:gd name="connsiteY37" fmla="*/ 310976 h 338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64849" h="338869">
                  <a:moveTo>
                    <a:pt x="236974" y="113837"/>
                  </a:moveTo>
                  <a:lnTo>
                    <a:pt x="213867" y="113837"/>
                  </a:lnTo>
                  <a:lnTo>
                    <a:pt x="213867" y="81456"/>
                  </a:lnTo>
                  <a:cubicBezTo>
                    <a:pt x="213848" y="36534"/>
                    <a:pt x="177320" y="0"/>
                    <a:pt x="132434" y="0"/>
                  </a:cubicBezTo>
                  <a:lnTo>
                    <a:pt x="132390" y="0"/>
                  </a:lnTo>
                  <a:cubicBezTo>
                    <a:pt x="87529" y="19"/>
                    <a:pt x="51014" y="36565"/>
                    <a:pt x="50995" y="81462"/>
                  </a:cubicBezTo>
                  <a:lnTo>
                    <a:pt x="50995" y="113837"/>
                  </a:lnTo>
                  <a:lnTo>
                    <a:pt x="27887" y="113837"/>
                  </a:lnTo>
                  <a:cubicBezTo>
                    <a:pt x="12514" y="113837"/>
                    <a:pt x="0" y="126353"/>
                    <a:pt x="0" y="141743"/>
                  </a:cubicBezTo>
                  <a:lnTo>
                    <a:pt x="0" y="310970"/>
                  </a:lnTo>
                  <a:cubicBezTo>
                    <a:pt x="0" y="326354"/>
                    <a:pt x="12501" y="338870"/>
                    <a:pt x="27881" y="338870"/>
                  </a:cubicBezTo>
                  <a:lnTo>
                    <a:pt x="236974" y="338870"/>
                  </a:lnTo>
                  <a:cubicBezTo>
                    <a:pt x="252341" y="338870"/>
                    <a:pt x="264849" y="326360"/>
                    <a:pt x="264849" y="310976"/>
                  </a:cubicBezTo>
                  <a:lnTo>
                    <a:pt x="264849" y="141737"/>
                  </a:lnTo>
                  <a:cubicBezTo>
                    <a:pt x="264849" y="126353"/>
                    <a:pt x="252348" y="113837"/>
                    <a:pt x="236968" y="113837"/>
                  </a:cubicBezTo>
                  <a:close/>
                  <a:moveTo>
                    <a:pt x="66740" y="81475"/>
                  </a:moveTo>
                  <a:cubicBezTo>
                    <a:pt x="66759" y="45256"/>
                    <a:pt x="96214" y="15781"/>
                    <a:pt x="132402" y="15762"/>
                  </a:cubicBezTo>
                  <a:lnTo>
                    <a:pt x="132434" y="15762"/>
                  </a:lnTo>
                  <a:cubicBezTo>
                    <a:pt x="149968" y="15762"/>
                    <a:pt x="166449" y="22593"/>
                    <a:pt x="178856" y="34996"/>
                  </a:cubicBezTo>
                  <a:cubicBezTo>
                    <a:pt x="191276" y="47412"/>
                    <a:pt x="198116" y="63911"/>
                    <a:pt x="198122" y="81469"/>
                  </a:cubicBezTo>
                  <a:lnTo>
                    <a:pt x="198122" y="113843"/>
                  </a:lnTo>
                  <a:lnTo>
                    <a:pt x="66746" y="113843"/>
                  </a:lnTo>
                  <a:lnTo>
                    <a:pt x="66746" y="81475"/>
                  </a:lnTo>
                  <a:close/>
                  <a:moveTo>
                    <a:pt x="249104" y="310976"/>
                  </a:moveTo>
                  <a:cubicBezTo>
                    <a:pt x="249104" y="317669"/>
                    <a:pt x="243663" y="323114"/>
                    <a:pt x="236974" y="323114"/>
                  </a:cubicBezTo>
                  <a:lnTo>
                    <a:pt x="27881" y="323114"/>
                  </a:lnTo>
                  <a:cubicBezTo>
                    <a:pt x="21193" y="323114"/>
                    <a:pt x="15745" y="317669"/>
                    <a:pt x="15745" y="310970"/>
                  </a:cubicBezTo>
                  <a:lnTo>
                    <a:pt x="15745" y="141743"/>
                  </a:lnTo>
                  <a:cubicBezTo>
                    <a:pt x="15745" y="135050"/>
                    <a:pt x="21193" y="129592"/>
                    <a:pt x="27887" y="129592"/>
                  </a:cubicBezTo>
                  <a:lnTo>
                    <a:pt x="58836" y="129592"/>
                  </a:lnTo>
                  <a:cubicBezTo>
                    <a:pt x="58836" y="129592"/>
                    <a:pt x="58855" y="129592"/>
                    <a:pt x="58867" y="129592"/>
                  </a:cubicBezTo>
                  <a:cubicBezTo>
                    <a:pt x="58880" y="129592"/>
                    <a:pt x="58886" y="129592"/>
                    <a:pt x="58899" y="129592"/>
                  </a:cubicBezTo>
                  <a:lnTo>
                    <a:pt x="205963" y="129592"/>
                  </a:lnTo>
                  <a:cubicBezTo>
                    <a:pt x="205963" y="129592"/>
                    <a:pt x="205982" y="129592"/>
                    <a:pt x="205994" y="129592"/>
                  </a:cubicBezTo>
                  <a:cubicBezTo>
                    <a:pt x="206007" y="129592"/>
                    <a:pt x="206013" y="129592"/>
                    <a:pt x="206026" y="129592"/>
                  </a:cubicBezTo>
                  <a:lnTo>
                    <a:pt x="236974" y="129592"/>
                  </a:lnTo>
                  <a:cubicBezTo>
                    <a:pt x="243663" y="129592"/>
                    <a:pt x="249110" y="135037"/>
                    <a:pt x="249110" y="141737"/>
                  </a:cubicBezTo>
                  <a:lnTo>
                    <a:pt x="249110" y="310976"/>
                  </a:lnTo>
                  <a:close/>
                </a:path>
              </a:pathLst>
            </a:custGeom>
            <a:grpFill/>
            <a:ln w="0" cap="flat">
              <a:noFill/>
              <a:prstDash val="solid"/>
              <a:miter/>
            </a:ln>
          </p:spPr>
          <p:txBody>
            <a:bodyPr rtlCol="0" anchor="ctr"/>
            <a:lstStyle/>
            <a:p>
              <a:endParaRPr lang="de-DE"/>
            </a:p>
          </p:txBody>
        </p:sp>
      </p:grpSp>
      <p:grpSp>
        <p:nvGrpSpPr>
          <p:cNvPr id="592" name="Grafik 463">
            <a:extLst>
              <a:ext uri="{FF2B5EF4-FFF2-40B4-BE49-F238E27FC236}">
                <a16:creationId xmlns:a16="http://schemas.microsoft.com/office/drawing/2014/main" id="{3F8D646D-F836-BDAD-4817-DF1BE7998E8E}"/>
              </a:ext>
            </a:extLst>
          </p:cNvPr>
          <p:cNvGrpSpPr/>
          <p:nvPr/>
        </p:nvGrpSpPr>
        <p:grpSpPr>
          <a:xfrm>
            <a:off x="6986922" y="3599447"/>
            <a:ext cx="264861" cy="338888"/>
            <a:chOff x="6986922" y="3599447"/>
            <a:chExt cx="264861" cy="338888"/>
          </a:xfrm>
          <a:solidFill>
            <a:schemeClr val="tx1"/>
          </a:solidFill>
        </p:grpSpPr>
        <p:sp>
          <p:nvSpPr>
            <p:cNvPr id="593" name="Freihandform 592">
              <a:extLst>
                <a:ext uri="{FF2B5EF4-FFF2-40B4-BE49-F238E27FC236}">
                  <a16:creationId xmlns:a16="http://schemas.microsoft.com/office/drawing/2014/main" id="{81B00268-FED6-96FF-23D3-9CF8B6D07BDC}"/>
                </a:ext>
              </a:extLst>
            </p:cNvPr>
            <p:cNvSpPr/>
            <p:nvPr/>
          </p:nvSpPr>
          <p:spPr>
            <a:xfrm>
              <a:off x="7111477" y="3798735"/>
              <a:ext cx="15744" cy="54123"/>
            </a:xfrm>
            <a:custGeom>
              <a:avLst/>
              <a:gdLst>
                <a:gd name="connsiteX0" fmla="*/ 7872 w 15744"/>
                <a:gd name="connsiteY0" fmla="*/ 0 h 54123"/>
                <a:gd name="connsiteX1" fmla="*/ 0 w 15744"/>
                <a:gd name="connsiteY1" fmla="*/ 7878 h 54123"/>
                <a:gd name="connsiteX2" fmla="*/ 0 w 15744"/>
                <a:gd name="connsiteY2" fmla="*/ 46246 h 54123"/>
                <a:gd name="connsiteX3" fmla="*/ 7872 w 15744"/>
                <a:gd name="connsiteY3" fmla="*/ 54123 h 54123"/>
                <a:gd name="connsiteX4" fmla="*/ 15745 w 15744"/>
                <a:gd name="connsiteY4" fmla="*/ 46246 h 54123"/>
                <a:gd name="connsiteX5" fmla="*/ 15745 w 15744"/>
                <a:gd name="connsiteY5" fmla="*/ 7878 h 54123"/>
                <a:gd name="connsiteX6" fmla="*/ 7872 w 15744"/>
                <a:gd name="connsiteY6" fmla="*/ 0 h 54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744" h="54123">
                  <a:moveTo>
                    <a:pt x="7872" y="0"/>
                  </a:moveTo>
                  <a:cubicBezTo>
                    <a:pt x="3527" y="0"/>
                    <a:pt x="0" y="3529"/>
                    <a:pt x="0" y="7878"/>
                  </a:cubicBezTo>
                  <a:lnTo>
                    <a:pt x="0" y="46246"/>
                  </a:lnTo>
                  <a:cubicBezTo>
                    <a:pt x="0" y="50594"/>
                    <a:pt x="3527" y="54123"/>
                    <a:pt x="7872" y="54123"/>
                  </a:cubicBezTo>
                  <a:cubicBezTo>
                    <a:pt x="12218" y="54123"/>
                    <a:pt x="15745" y="50594"/>
                    <a:pt x="15745" y="46246"/>
                  </a:cubicBezTo>
                  <a:lnTo>
                    <a:pt x="15745" y="7878"/>
                  </a:lnTo>
                  <a:cubicBezTo>
                    <a:pt x="15745" y="3529"/>
                    <a:pt x="12218" y="0"/>
                    <a:pt x="7872" y="0"/>
                  </a:cubicBezTo>
                  <a:close/>
                </a:path>
              </a:pathLst>
            </a:custGeom>
            <a:grpFill/>
            <a:ln w="0" cap="flat">
              <a:noFill/>
              <a:prstDash val="solid"/>
              <a:miter/>
            </a:ln>
          </p:spPr>
          <p:txBody>
            <a:bodyPr rtlCol="0" anchor="ctr"/>
            <a:lstStyle/>
            <a:p>
              <a:endParaRPr lang="de-DE"/>
            </a:p>
          </p:txBody>
        </p:sp>
        <p:sp>
          <p:nvSpPr>
            <p:cNvPr id="594" name="Freihandform 593">
              <a:extLst>
                <a:ext uri="{FF2B5EF4-FFF2-40B4-BE49-F238E27FC236}">
                  <a16:creationId xmlns:a16="http://schemas.microsoft.com/office/drawing/2014/main" id="{287B351E-6B90-354B-1E32-8CB57B943773}"/>
                </a:ext>
              </a:extLst>
            </p:cNvPr>
            <p:cNvSpPr/>
            <p:nvPr/>
          </p:nvSpPr>
          <p:spPr>
            <a:xfrm>
              <a:off x="6986922" y="3599447"/>
              <a:ext cx="264861" cy="338888"/>
            </a:xfrm>
            <a:custGeom>
              <a:avLst/>
              <a:gdLst>
                <a:gd name="connsiteX0" fmla="*/ 236968 w 264861"/>
                <a:gd name="connsiteY0" fmla="*/ 113856 h 338888"/>
                <a:gd name="connsiteX1" fmla="*/ 66740 w 264861"/>
                <a:gd name="connsiteY1" fmla="*/ 113856 h 338888"/>
                <a:gd name="connsiteX2" fmla="*/ 66740 w 264861"/>
                <a:gd name="connsiteY2" fmla="*/ 81475 h 338888"/>
                <a:gd name="connsiteX3" fmla="*/ 85974 w 264861"/>
                <a:gd name="connsiteY3" fmla="*/ 35034 h 338888"/>
                <a:gd name="connsiteX4" fmla="*/ 132428 w 264861"/>
                <a:gd name="connsiteY4" fmla="*/ 15756 h 338888"/>
                <a:gd name="connsiteX5" fmla="*/ 132453 w 264861"/>
                <a:gd name="connsiteY5" fmla="*/ 15756 h 338888"/>
                <a:gd name="connsiteX6" fmla="*/ 178894 w 264861"/>
                <a:gd name="connsiteY6" fmla="*/ 35002 h 338888"/>
                <a:gd name="connsiteX7" fmla="*/ 190029 w 264861"/>
                <a:gd name="connsiteY7" fmla="*/ 35002 h 338888"/>
                <a:gd name="connsiteX8" fmla="*/ 190029 w 264861"/>
                <a:gd name="connsiteY8" fmla="*/ 23860 h 338888"/>
                <a:gd name="connsiteX9" fmla="*/ 132453 w 264861"/>
                <a:gd name="connsiteY9" fmla="*/ 0 h 338888"/>
                <a:gd name="connsiteX10" fmla="*/ 132421 w 264861"/>
                <a:gd name="connsiteY10" fmla="*/ 0 h 338888"/>
                <a:gd name="connsiteX11" fmla="*/ 74839 w 264861"/>
                <a:gd name="connsiteY11" fmla="*/ 23892 h 338888"/>
                <a:gd name="connsiteX12" fmla="*/ 50995 w 264861"/>
                <a:gd name="connsiteY12" fmla="*/ 81469 h 338888"/>
                <a:gd name="connsiteX13" fmla="*/ 50995 w 264861"/>
                <a:gd name="connsiteY13" fmla="*/ 113856 h 338888"/>
                <a:gd name="connsiteX14" fmla="*/ 27894 w 264861"/>
                <a:gd name="connsiteY14" fmla="*/ 113856 h 338888"/>
                <a:gd name="connsiteX15" fmla="*/ 0 w 264861"/>
                <a:gd name="connsiteY15" fmla="*/ 141762 h 338888"/>
                <a:gd name="connsiteX16" fmla="*/ 0 w 264861"/>
                <a:gd name="connsiteY16" fmla="*/ 310989 h 338888"/>
                <a:gd name="connsiteX17" fmla="*/ 27887 w 264861"/>
                <a:gd name="connsiteY17" fmla="*/ 338889 h 338888"/>
                <a:gd name="connsiteX18" fmla="*/ 236980 w 264861"/>
                <a:gd name="connsiteY18" fmla="*/ 338889 h 338888"/>
                <a:gd name="connsiteX19" fmla="*/ 264862 w 264861"/>
                <a:gd name="connsiteY19" fmla="*/ 310995 h 338888"/>
                <a:gd name="connsiteX20" fmla="*/ 264862 w 264861"/>
                <a:gd name="connsiteY20" fmla="*/ 141762 h 338888"/>
                <a:gd name="connsiteX21" fmla="*/ 236968 w 264861"/>
                <a:gd name="connsiteY21" fmla="*/ 113856 h 338888"/>
                <a:gd name="connsiteX22" fmla="*/ 249117 w 264861"/>
                <a:gd name="connsiteY22" fmla="*/ 310995 h 338888"/>
                <a:gd name="connsiteX23" fmla="*/ 236980 w 264861"/>
                <a:gd name="connsiteY23" fmla="*/ 323133 h 338888"/>
                <a:gd name="connsiteX24" fmla="*/ 27887 w 264861"/>
                <a:gd name="connsiteY24" fmla="*/ 323133 h 338888"/>
                <a:gd name="connsiteX25" fmla="*/ 15745 w 264861"/>
                <a:gd name="connsiteY25" fmla="*/ 310989 h 338888"/>
                <a:gd name="connsiteX26" fmla="*/ 15745 w 264861"/>
                <a:gd name="connsiteY26" fmla="*/ 141762 h 338888"/>
                <a:gd name="connsiteX27" fmla="*/ 27894 w 264861"/>
                <a:gd name="connsiteY27" fmla="*/ 129611 h 338888"/>
                <a:gd name="connsiteX28" fmla="*/ 236968 w 264861"/>
                <a:gd name="connsiteY28" fmla="*/ 129611 h 338888"/>
                <a:gd name="connsiteX29" fmla="*/ 249117 w 264861"/>
                <a:gd name="connsiteY29" fmla="*/ 141762 h 338888"/>
                <a:gd name="connsiteX30" fmla="*/ 249117 w 264861"/>
                <a:gd name="connsiteY30" fmla="*/ 310995 h 338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64861" h="338888">
                  <a:moveTo>
                    <a:pt x="236968" y="113856"/>
                  </a:moveTo>
                  <a:lnTo>
                    <a:pt x="66740" y="113856"/>
                  </a:lnTo>
                  <a:lnTo>
                    <a:pt x="66740" y="81475"/>
                  </a:lnTo>
                  <a:cubicBezTo>
                    <a:pt x="66752" y="63929"/>
                    <a:pt x="73579" y="47437"/>
                    <a:pt x="85974" y="35034"/>
                  </a:cubicBezTo>
                  <a:cubicBezTo>
                    <a:pt x="98381" y="22606"/>
                    <a:pt x="114881" y="15762"/>
                    <a:pt x="132428" y="15756"/>
                  </a:cubicBezTo>
                  <a:lnTo>
                    <a:pt x="132453" y="15756"/>
                  </a:lnTo>
                  <a:cubicBezTo>
                    <a:pt x="149993" y="15756"/>
                    <a:pt x="166487" y="22593"/>
                    <a:pt x="178894" y="35002"/>
                  </a:cubicBezTo>
                  <a:cubicBezTo>
                    <a:pt x="181968" y="38078"/>
                    <a:pt x="186949" y="38078"/>
                    <a:pt x="190029" y="35002"/>
                  </a:cubicBezTo>
                  <a:cubicBezTo>
                    <a:pt x="193109" y="31927"/>
                    <a:pt x="193102" y="26936"/>
                    <a:pt x="190029" y="23860"/>
                  </a:cubicBezTo>
                  <a:cubicBezTo>
                    <a:pt x="174649" y="8476"/>
                    <a:pt x="154206" y="0"/>
                    <a:pt x="132453" y="0"/>
                  </a:cubicBezTo>
                  <a:lnTo>
                    <a:pt x="132421" y="0"/>
                  </a:lnTo>
                  <a:cubicBezTo>
                    <a:pt x="110668" y="13"/>
                    <a:pt x="90218" y="8495"/>
                    <a:pt x="74839" y="23892"/>
                  </a:cubicBezTo>
                  <a:cubicBezTo>
                    <a:pt x="59478" y="39263"/>
                    <a:pt x="51007" y="59713"/>
                    <a:pt x="50995" y="81469"/>
                  </a:cubicBezTo>
                  <a:lnTo>
                    <a:pt x="50995" y="113856"/>
                  </a:lnTo>
                  <a:lnTo>
                    <a:pt x="27894" y="113856"/>
                  </a:lnTo>
                  <a:cubicBezTo>
                    <a:pt x="12514" y="113856"/>
                    <a:pt x="0" y="126372"/>
                    <a:pt x="0" y="141762"/>
                  </a:cubicBezTo>
                  <a:lnTo>
                    <a:pt x="0" y="310989"/>
                  </a:lnTo>
                  <a:cubicBezTo>
                    <a:pt x="0" y="326372"/>
                    <a:pt x="12508" y="338889"/>
                    <a:pt x="27887" y="338889"/>
                  </a:cubicBezTo>
                  <a:lnTo>
                    <a:pt x="236980" y="338889"/>
                  </a:lnTo>
                  <a:cubicBezTo>
                    <a:pt x="252354" y="338889"/>
                    <a:pt x="264862" y="326379"/>
                    <a:pt x="264862" y="310995"/>
                  </a:cubicBezTo>
                  <a:lnTo>
                    <a:pt x="264862" y="141762"/>
                  </a:lnTo>
                  <a:cubicBezTo>
                    <a:pt x="264862" y="126378"/>
                    <a:pt x="252354" y="113856"/>
                    <a:pt x="236968" y="113856"/>
                  </a:cubicBezTo>
                  <a:close/>
                  <a:moveTo>
                    <a:pt x="249117" y="310995"/>
                  </a:moveTo>
                  <a:cubicBezTo>
                    <a:pt x="249117" y="317688"/>
                    <a:pt x="243675" y="323133"/>
                    <a:pt x="236980" y="323133"/>
                  </a:cubicBezTo>
                  <a:lnTo>
                    <a:pt x="27887" y="323133"/>
                  </a:lnTo>
                  <a:cubicBezTo>
                    <a:pt x="21199" y="323133"/>
                    <a:pt x="15745" y="317688"/>
                    <a:pt x="15745" y="310989"/>
                  </a:cubicBezTo>
                  <a:lnTo>
                    <a:pt x="15745" y="141762"/>
                  </a:lnTo>
                  <a:cubicBezTo>
                    <a:pt x="15745" y="135069"/>
                    <a:pt x="21193" y="129611"/>
                    <a:pt x="27894" y="129611"/>
                  </a:cubicBezTo>
                  <a:lnTo>
                    <a:pt x="236968" y="129611"/>
                  </a:lnTo>
                  <a:cubicBezTo>
                    <a:pt x="243663" y="129611"/>
                    <a:pt x="249117" y="135063"/>
                    <a:pt x="249117" y="141762"/>
                  </a:cubicBezTo>
                  <a:lnTo>
                    <a:pt x="249117" y="310995"/>
                  </a:lnTo>
                  <a:close/>
                </a:path>
              </a:pathLst>
            </a:custGeom>
            <a:grpFill/>
            <a:ln w="0" cap="flat">
              <a:noFill/>
              <a:prstDash val="solid"/>
              <a:miter/>
            </a:ln>
          </p:spPr>
          <p:txBody>
            <a:bodyPr rtlCol="0" anchor="ctr"/>
            <a:lstStyle/>
            <a:p>
              <a:endParaRPr lang="de-DE"/>
            </a:p>
          </p:txBody>
        </p:sp>
      </p:grpSp>
      <p:sp>
        <p:nvSpPr>
          <p:cNvPr id="595" name="Freihandform 594">
            <a:extLst>
              <a:ext uri="{FF2B5EF4-FFF2-40B4-BE49-F238E27FC236}">
                <a16:creationId xmlns:a16="http://schemas.microsoft.com/office/drawing/2014/main" id="{076C27B7-24D3-4A06-390A-CDE34AE42177}"/>
              </a:ext>
            </a:extLst>
          </p:cNvPr>
          <p:cNvSpPr/>
          <p:nvPr/>
        </p:nvSpPr>
        <p:spPr>
          <a:xfrm>
            <a:off x="6220734" y="5094318"/>
            <a:ext cx="324346" cy="339996"/>
          </a:xfrm>
          <a:custGeom>
            <a:avLst/>
            <a:gdLst>
              <a:gd name="connsiteX0" fmla="*/ 319660 w 324346"/>
              <a:gd name="connsiteY0" fmla="*/ 69002 h 339996"/>
              <a:gd name="connsiteX1" fmla="*/ 165347 w 324346"/>
              <a:gd name="connsiteY1" fmla="*/ 674 h 339996"/>
              <a:gd name="connsiteX2" fmla="*/ 158974 w 324346"/>
              <a:gd name="connsiteY2" fmla="*/ 674 h 339996"/>
              <a:gd name="connsiteX3" fmla="*/ 4686 w 324346"/>
              <a:gd name="connsiteY3" fmla="*/ 68996 h 339996"/>
              <a:gd name="connsiteX4" fmla="*/ 0 w 324346"/>
              <a:gd name="connsiteY4" fmla="*/ 76206 h 339996"/>
              <a:gd name="connsiteX5" fmla="*/ 160347 w 324346"/>
              <a:gd name="connsiteY5" fmla="*/ 339783 h 339996"/>
              <a:gd name="connsiteX6" fmla="*/ 162160 w 324346"/>
              <a:gd name="connsiteY6" fmla="*/ 339997 h 339996"/>
              <a:gd name="connsiteX7" fmla="*/ 163974 w 324346"/>
              <a:gd name="connsiteY7" fmla="*/ 339789 h 339996"/>
              <a:gd name="connsiteX8" fmla="*/ 324346 w 324346"/>
              <a:gd name="connsiteY8" fmla="*/ 76206 h 339996"/>
              <a:gd name="connsiteX9" fmla="*/ 319660 w 324346"/>
              <a:gd name="connsiteY9" fmla="*/ 68996 h 339996"/>
              <a:gd name="connsiteX10" fmla="*/ 162160 w 324346"/>
              <a:gd name="connsiteY10" fmla="*/ 323983 h 339996"/>
              <a:gd name="connsiteX11" fmla="*/ 15776 w 324346"/>
              <a:gd name="connsiteY11" fmla="*/ 81323 h 339996"/>
              <a:gd name="connsiteX12" fmla="*/ 162160 w 324346"/>
              <a:gd name="connsiteY12" fmla="*/ 16498 h 339996"/>
              <a:gd name="connsiteX13" fmla="*/ 308570 w 324346"/>
              <a:gd name="connsiteY13" fmla="*/ 81323 h 339996"/>
              <a:gd name="connsiteX14" fmla="*/ 162160 w 324346"/>
              <a:gd name="connsiteY14" fmla="*/ 323983 h 339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24346" h="339996">
                <a:moveTo>
                  <a:pt x="319660" y="69002"/>
                </a:moveTo>
                <a:lnTo>
                  <a:pt x="165347" y="674"/>
                </a:lnTo>
                <a:cubicBezTo>
                  <a:pt x="163319" y="-228"/>
                  <a:pt x="161008" y="-221"/>
                  <a:pt x="158974" y="674"/>
                </a:cubicBezTo>
                <a:lnTo>
                  <a:pt x="4686" y="68996"/>
                </a:lnTo>
                <a:cubicBezTo>
                  <a:pt x="1839" y="70263"/>
                  <a:pt x="0" y="73080"/>
                  <a:pt x="0" y="76206"/>
                </a:cubicBezTo>
                <a:cubicBezTo>
                  <a:pt x="0" y="299178"/>
                  <a:pt x="158741" y="339411"/>
                  <a:pt x="160347" y="339783"/>
                </a:cubicBezTo>
                <a:cubicBezTo>
                  <a:pt x="160945" y="339922"/>
                  <a:pt x="161550" y="339997"/>
                  <a:pt x="162160" y="339997"/>
                </a:cubicBezTo>
                <a:cubicBezTo>
                  <a:pt x="162771" y="339997"/>
                  <a:pt x="163376" y="339922"/>
                  <a:pt x="163974" y="339789"/>
                </a:cubicBezTo>
                <a:cubicBezTo>
                  <a:pt x="165580" y="339405"/>
                  <a:pt x="324346" y="299178"/>
                  <a:pt x="324346" y="76206"/>
                </a:cubicBezTo>
                <a:cubicBezTo>
                  <a:pt x="324346" y="73086"/>
                  <a:pt x="322507" y="70263"/>
                  <a:pt x="319660" y="68996"/>
                </a:cubicBezTo>
                <a:close/>
                <a:moveTo>
                  <a:pt x="162160" y="323983"/>
                </a:moveTo>
                <a:cubicBezTo>
                  <a:pt x="144526" y="319042"/>
                  <a:pt x="17949" y="276748"/>
                  <a:pt x="15776" y="81323"/>
                </a:cubicBezTo>
                <a:lnTo>
                  <a:pt x="162160" y="16498"/>
                </a:lnTo>
                <a:lnTo>
                  <a:pt x="308570" y="81323"/>
                </a:lnTo>
                <a:cubicBezTo>
                  <a:pt x="306397" y="276755"/>
                  <a:pt x="179795" y="319042"/>
                  <a:pt x="162160" y="323983"/>
                </a:cubicBezTo>
                <a:close/>
              </a:path>
            </a:pathLst>
          </a:custGeom>
          <a:solidFill>
            <a:schemeClr val="tx1"/>
          </a:solidFill>
          <a:ln w="0" cap="flat">
            <a:noFill/>
            <a:prstDash val="solid"/>
            <a:miter/>
          </a:ln>
        </p:spPr>
        <p:txBody>
          <a:bodyPr rtlCol="0" anchor="ctr"/>
          <a:lstStyle/>
          <a:p>
            <a:endParaRPr lang="de-DE"/>
          </a:p>
        </p:txBody>
      </p:sp>
      <p:sp>
        <p:nvSpPr>
          <p:cNvPr id="596" name="Freihandform 595">
            <a:extLst>
              <a:ext uri="{FF2B5EF4-FFF2-40B4-BE49-F238E27FC236}">
                <a16:creationId xmlns:a16="http://schemas.microsoft.com/office/drawing/2014/main" id="{4A0E1744-6D9F-4B75-5C58-BD34A5F08B17}"/>
              </a:ext>
            </a:extLst>
          </p:cNvPr>
          <p:cNvSpPr/>
          <p:nvPr/>
        </p:nvSpPr>
        <p:spPr>
          <a:xfrm>
            <a:off x="6205626" y="5872522"/>
            <a:ext cx="319666" cy="319930"/>
          </a:xfrm>
          <a:custGeom>
            <a:avLst/>
            <a:gdLst>
              <a:gd name="connsiteX0" fmla="*/ 309690 w 319666"/>
              <a:gd name="connsiteY0" fmla="*/ 9156 h 319930"/>
              <a:gd name="connsiteX1" fmla="*/ 261838 w 319666"/>
              <a:gd name="connsiteY1" fmla="*/ 4568 h 319930"/>
              <a:gd name="connsiteX2" fmla="*/ 42183 w 319666"/>
              <a:gd name="connsiteY2" fmla="*/ 84032 h 319930"/>
              <a:gd name="connsiteX3" fmla="*/ 37 w 319666"/>
              <a:gd name="connsiteY3" fmla="*/ 129333 h 319930"/>
              <a:gd name="connsiteX4" fmla="*/ 56542 w 319666"/>
              <a:gd name="connsiteY4" fmla="*/ 176398 h 319930"/>
              <a:gd name="connsiteX5" fmla="*/ 126009 w 319666"/>
              <a:gd name="connsiteY5" fmla="*/ 193855 h 319930"/>
              <a:gd name="connsiteX6" fmla="*/ 143448 w 319666"/>
              <a:gd name="connsiteY6" fmla="*/ 263387 h 319930"/>
              <a:gd name="connsiteX7" fmla="*/ 192050 w 319666"/>
              <a:gd name="connsiteY7" fmla="*/ 319930 h 319930"/>
              <a:gd name="connsiteX8" fmla="*/ 235771 w 319666"/>
              <a:gd name="connsiteY8" fmla="*/ 277725 h 319930"/>
              <a:gd name="connsiteX9" fmla="*/ 315157 w 319666"/>
              <a:gd name="connsiteY9" fmla="*/ 57922 h 319930"/>
              <a:gd name="connsiteX10" fmla="*/ 309690 w 319666"/>
              <a:gd name="connsiteY10" fmla="*/ 9156 h 319930"/>
              <a:gd name="connsiteX11" fmla="*/ 300350 w 319666"/>
              <a:gd name="connsiteY11" fmla="*/ 52578 h 319930"/>
              <a:gd name="connsiteX12" fmla="*/ 220964 w 319666"/>
              <a:gd name="connsiteY12" fmla="*/ 272374 h 319930"/>
              <a:gd name="connsiteX13" fmla="*/ 192050 w 319666"/>
              <a:gd name="connsiteY13" fmla="*/ 304181 h 319930"/>
              <a:gd name="connsiteX14" fmla="*/ 158696 w 319666"/>
              <a:gd name="connsiteY14" fmla="*/ 259461 h 319930"/>
              <a:gd name="connsiteX15" fmla="*/ 140180 w 319666"/>
              <a:gd name="connsiteY15" fmla="*/ 185485 h 319930"/>
              <a:gd name="connsiteX16" fmla="*/ 134404 w 319666"/>
              <a:gd name="connsiteY16" fmla="*/ 179700 h 319930"/>
              <a:gd name="connsiteX17" fmla="*/ 60479 w 319666"/>
              <a:gd name="connsiteY17" fmla="*/ 161153 h 319930"/>
              <a:gd name="connsiteX18" fmla="*/ 15776 w 319666"/>
              <a:gd name="connsiteY18" fmla="*/ 128614 h 319930"/>
              <a:gd name="connsiteX19" fmla="*/ 47543 w 319666"/>
              <a:gd name="connsiteY19" fmla="*/ 98861 h 319930"/>
              <a:gd name="connsiteX20" fmla="*/ 267204 w 319666"/>
              <a:gd name="connsiteY20" fmla="*/ 19391 h 319930"/>
              <a:gd name="connsiteX21" fmla="*/ 285103 w 319666"/>
              <a:gd name="connsiteY21" fmla="*/ 15729 h 319930"/>
              <a:gd name="connsiteX22" fmla="*/ 298580 w 319666"/>
              <a:gd name="connsiteY22" fmla="*/ 20311 h 319930"/>
              <a:gd name="connsiteX23" fmla="*/ 300356 w 319666"/>
              <a:gd name="connsiteY23" fmla="*/ 52584 h 319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666" h="319930">
                <a:moveTo>
                  <a:pt x="309690" y="9156"/>
                </a:moveTo>
                <a:cubicBezTo>
                  <a:pt x="302019" y="1921"/>
                  <a:pt x="287496" y="-4747"/>
                  <a:pt x="261838" y="4568"/>
                </a:cubicBezTo>
                <a:lnTo>
                  <a:pt x="42183" y="84032"/>
                </a:lnTo>
                <a:cubicBezTo>
                  <a:pt x="6228" y="97040"/>
                  <a:pt x="-580" y="115846"/>
                  <a:pt x="37" y="129333"/>
                </a:cubicBezTo>
                <a:cubicBezTo>
                  <a:pt x="1026" y="150558"/>
                  <a:pt x="21097" y="167278"/>
                  <a:pt x="56542" y="176398"/>
                </a:cubicBezTo>
                <a:cubicBezTo>
                  <a:pt x="83674" y="183412"/>
                  <a:pt x="110522" y="190042"/>
                  <a:pt x="126009" y="193855"/>
                </a:cubicBezTo>
                <a:cubicBezTo>
                  <a:pt x="129089" y="206434"/>
                  <a:pt x="135910" y="234081"/>
                  <a:pt x="143448" y="263387"/>
                </a:cubicBezTo>
                <a:cubicBezTo>
                  <a:pt x="156151" y="312588"/>
                  <a:pt x="179347" y="319930"/>
                  <a:pt x="192050" y="319930"/>
                </a:cubicBezTo>
                <a:cubicBezTo>
                  <a:pt x="210944" y="319930"/>
                  <a:pt x="225656" y="305731"/>
                  <a:pt x="235771" y="277725"/>
                </a:cubicBezTo>
                <a:lnTo>
                  <a:pt x="315157" y="57922"/>
                </a:lnTo>
                <a:cubicBezTo>
                  <a:pt x="322601" y="37257"/>
                  <a:pt x="320863" y="20953"/>
                  <a:pt x="309690" y="9156"/>
                </a:cubicBezTo>
                <a:close/>
                <a:moveTo>
                  <a:pt x="300350" y="52578"/>
                </a:moveTo>
                <a:lnTo>
                  <a:pt x="220964" y="272374"/>
                </a:lnTo>
                <a:cubicBezTo>
                  <a:pt x="213343" y="293480"/>
                  <a:pt x="203613" y="304181"/>
                  <a:pt x="192050" y="304181"/>
                </a:cubicBezTo>
                <a:cubicBezTo>
                  <a:pt x="178194" y="304181"/>
                  <a:pt x="166033" y="287877"/>
                  <a:pt x="158696" y="259461"/>
                </a:cubicBezTo>
                <a:cubicBezTo>
                  <a:pt x="150036" y="225801"/>
                  <a:pt x="142327" y="194327"/>
                  <a:pt x="140180" y="185485"/>
                </a:cubicBezTo>
                <a:cubicBezTo>
                  <a:pt x="139481" y="182631"/>
                  <a:pt x="137257" y="180400"/>
                  <a:pt x="134404" y="179700"/>
                </a:cubicBezTo>
                <a:cubicBezTo>
                  <a:pt x="120146" y="176196"/>
                  <a:pt x="90470" y="168911"/>
                  <a:pt x="60479" y="161153"/>
                </a:cubicBezTo>
                <a:cubicBezTo>
                  <a:pt x="32698" y="154000"/>
                  <a:pt x="16405" y="142139"/>
                  <a:pt x="15776" y="128614"/>
                </a:cubicBezTo>
                <a:cubicBezTo>
                  <a:pt x="15096" y="113773"/>
                  <a:pt x="32673" y="104243"/>
                  <a:pt x="47543" y="98861"/>
                </a:cubicBezTo>
                <a:lnTo>
                  <a:pt x="267204" y="19391"/>
                </a:lnTo>
                <a:cubicBezTo>
                  <a:pt x="272614" y="17424"/>
                  <a:pt x="279082" y="15729"/>
                  <a:pt x="285103" y="15729"/>
                </a:cubicBezTo>
                <a:cubicBezTo>
                  <a:pt x="290217" y="15729"/>
                  <a:pt x="295022" y="16958"/>
                  <a:pt x="298580" y="20311"/>
                </a:cubicBezTo>
                <a:cubicBezTo>
                  <a:pt x="305111" y="27218"/>
                  <a:pt x="305691" y="37774"/>
                  <a:pt x="300356" y="52584"/>
                </a:cubicBezTo>
                <a:close/>
              </a:path>
            </a:pathLst>
          </a:custGeom>
          <a:solidFill>
            <a:schemeClr val="tx1"/>
          </a:solidFill>
          <a:ln w="0" cap="flat">
            <a:noFill/>
            <a:prstDash val="solid"/>
            <a:miter/>
          </a:ln>
        </p:spPr>
        <p:txBody>
          <a:bodyPr rtlCol="0" anchor="ctr"/>
          <a:lstStyle/>
          <a:p>
            <a:endParaRPr lang="de-DE"/>
          </a:p>
        </p:txBody>
      </p:sp>
      <p:sp>
        <p:nvSpPr>
          <p:cNvPr id="597" name="Freihandform 596">
            <a:extLst>
              <a:ext uri="{FF2B5EF4-FFF2-40B4-BE49-F238E27FC236}">
                <a16:creationId xmlns:a16="http://schemas.microsoft.com/office/drawing/2014/main" id="{A63F3328-4777-A46A-6DE5-BF1BE08DF28D}"/>
              </a:ext>
            </a:extLst>
          </p:cNvPr>
          <p:cNvSpPr/>
          <p:nvPr/>
        </p:nvSpPr>
        <p:spPr>
          <a:xfrm>
            <a:off x="9894920" y="5836957"/>
            <a:ext cx="343636" cy="343886"/>
          </a:xfrm>
          <a:custGeom>
            <a:avLst/>
            <a:gdLst>
              <a:gd name="connsiteX0" fmla="*/ 341325 w 343636"/>
              <a:gd name="connsiteY0" fmla="*/ 155381 h 343886"/>
              <a:gd name="connsiteX1" fmla="*/ 188360 w 343636"/>
              <a:gd name="connsiteY1" fmla="*/ 2306 h 343886"/>
              <a:gd name="connsiteX2" fmla="*/ 177225 w 343636"/>
              <a:gd name="connsiteY2" fmla="*/ 2306 h 343886"/>
              <a:gd name="connsiteX3" fmla="*/ 177225 w 343636"/>
              <a:gd name="connsiteY3" fmla="*/ 13449 h 343886"/>
              <a:gd name="connsiteX4" fmla="*/ 195275 w 343636"/>
              <a:gd name="connsiteY4" fmla="*/ 31511 h 343886"/>
              <a:gd name="connsiteX5" fmla="*/ 43211 w 343636"/>
              <a:gd name="connsiteY5" fmla="*/ 160788 h 343886"/>
              <a:gd name="connsiteX6" fmla="*/ 23460 w 343636"/>
              <a:gd name="connsiteY6" fmla="*/ 141018 h 343886"/>
              <a:gd name="connsiteX7" fmla="*/ 12325 w 343636"/>
              <a:gd name="connsiteY7" fmla="*/ 141018 h 343886"/>
              <a:gd name="connsiteX8" fmla="*/ 12325 w 343636"/>
              <a:gd name="connsiteY8" fmla="*/ 152161 h 343886"/>
              <a:gd name="connsiteX9" fmla="*/ 96378 w 343636"/>
              <a:gd name="connsiteY9" fmla="*/ 236283 h 343886"/>
              <a:gd name="connsiteX10" fmla="*/ 2305 w 343636"/>
              <a:gd name="connsiteY10" fmla="*/ 330438 h 343886"/>
              <a:gd name="connsiteX11" fmla="*/ 2305 w 343636"/>
              <a:gd name="connsiteY11" fmla="*/ 341579 h 343886"/>
              <a:gd name="connsiteX12" fmla="*/ 7872 w 343636"/>
              <a:gd name="connsiteY12" fmla="*/ 343886 h 343886"/>
              <a:gd name="connsiteX13" fmla="*/ 13440 w 343636"/>
              <a:gd name="connsiteY13" fmla="*/ 341579 h 343886"/>
              <a:gd name="connsiteX14" fmla="*/ 107513 w 343636"/>
              <a:gd name="connsiteY14" fmla="*/ 247425 h 343886"/>
              <a:gd name="connsiteX15" fmla="*/ 191578 w 343636"/>
              <a:gd name="connsiteY15" fmla="*/ 331553 h 343886"/>
              <a:gd name="connsiteX16" fmla="*/ 197146 w 343636"/>
              <a:gd name="connsiteY16" fmla="*/ 333859 h 343886"/>
              <a:gd name="connsiteX17" fmla="*/ 202713 w 343636"/>
              <a:gd name="connsiteY17" fmla="*/ 331553 h 343886"/>
              <a:gd name="connsiteX18" fmla="*/ 202713 w 343636"/>
              <a:gd name="connsiteY18" fmla="*/ 320411 h 343886"/>
              <a:gd name="connsiteX19" fmla="*/ 182969 w 343636"/>
              <a:gd name="connsiteY19" fmla="*/ 300653 h 343886"/>
              <a:gd name="connsiteX20" fmla="*/ 312153 w 343636"/>
              <a:gd name="connsiteY20" fmla="*/ 148467 h 343886"/>
              <a:gd name="connsiteX21" fmla="*/ 330197 w 343636"/>
              <a:gd name="connsiteY21" fmla="*/ 166523 h 343886"/>
              <a:gd name="connsiteX22" fmla="*/ 335764 w 343636"/>
              <a:gd name="connsiteY22" fmla="*/ 168830 h 343886"/>
              <a:gd name="connsiteX23" fmla="*/ 341332 w 343636"/>
              <a:gd name="connsiteY23" fmla="*/ 166523 h 343886"/>
              <a:gd name="connsiteX24" fmla="*/ 341332 w 343636"/>
              <a:gd name="connsiteY24" fmla="*/ 155381 h 343886"/>
              <a:gd name="connsiteX25" fmla="*/ 171790 w 343636"/>
              <a:gd name="connsiteY25" fmla="*/ 289467 h 343886"/>
              <a:gd name="connsiteX26" fmla="*/ 54377 w 343636"/>
              <a:gd name="connsiteY26" fmla="*/ 171962 h 343886"/>
              <a:gd name="connsiteX27" fmla="*/ 206442 w 343636"/>
              <a:gd name="connsiteY27" fmla="*/ 42685 h 343886"/>
              <a:gd name="connsiteX28" fmla="*/ 300968 w 343636"/>
              <a:gd name="connsiteY28" fmla="*/ 137281 h 343886"/>
              <a:gd name="connsiteX29" fmla="*/ 171784 w 343636"/>
              <a:gd name="connsiteY29" fmla="*/ 289467 h 343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3636" h="343886">
                <a:moveTo>
                  <a:pt x="341325" y="155381"/>
                </a:moveTo>
                <a:lnTo>
                  <a:pt x="188360" y="2306"/>
                </a:lnTo>
                <a:cubicBezTo>
                  <a:pt x="185287" y="-769"/>
                  <a:pt x="180305" y="-769"/>
                  <a:pt x="177225" y="2306"/>
                </a:cubicBezTo>
                <a:cubicBezTo>
                  <a:pt x="174146" y="5382"/>
                  <a:pt x="174152" y="10367"/>
                  <a:pt x="177225" y="13449"/>
                </a:cubicBezTo>
                <a:lnTo>
                  <a:pt x="195275" y="31511"/>
                </a:lnTo>
                <a:lnTo>
                  <a:pt x="43211" y="160788"/>
                </a:lnTo>
                <a:lnTo>
                  <a:pt x="23460" y="141018"/>
                </a:lnTo>
                <a:cubicBezTo>
                  <a:pt x="20387" y="137943"/>
                  <a:pt x="15405" y="137943"/>
                  <a:pt x="12325" y="141018"/>
                </a:cubicBezTo>
                <a:cubicBezTo>
                  <a:pt x="9246" y="144093"/>
                  <a:pt x="9252" y="149079"/>
                  <a:pt x="12325" y="152161"/>
                </a:cubicBezTo>
                <a:lnTo>
                  <a:pt x="96378" y="236283"/>
                </a:lnTo>
                <a:lnTo>
                  <a:pt x="2305" y="330438"/>
                </a:lnTo>
                <a:cubicBezTo>
                  <a:pt x="-768" y="333513"/>
                  <a:pt x="-768" y="338498"/>
                  <a:pt x="2305" y="341579"/>
                </a:cubicBezTo>
                <a:cubicBezTo>
                  <a:pt x="3842" y="343117"/>
                  <a:pt x="5851" y="343886"/>
                  <a:pt x="7872" y="343886"/>
                </a:cubicBezTo>
                <a:cubicBezTo>
                  <a:pt x="9894" y="343886"/>
                  <a:pt x="11903" y="343117"/>
                  <a:pt x="13440" y="341579"/>
                </a:cubicBezTo>
                <a:lnTo>
                  <a:pt x="107513" y="247425"/>
                </a:lnTo>
                <a:lnTo>
                  <a:pt x="191578" y="331553"/>
                </a:lnTo>
                <a:cubicBezTo>
                  <a:pt x="193115" y="333091"/>
                  <a:pt x="195124" y="333859"/>
                  <a:pt x="197146" y="333859"/>
                </a:cubicBezTo>
                <a:cubicBezTo>
                  <a:pt x="199168" y="333859"/>
                  <a:pt x="201176" y="333091"/>
                  <a:pt x="202713" y="331553"/>
                </a:cubicBezTo>
                <a:cubicBezTo>
                  <a:pt x="205786" y="328477"/>
                  <a:pt x="205786" y="323492"/>
                  <a:pt x="202713" y="320411"/>
                </a:cubicBezTo>
                <a:lnTo>
                  <a:pt x="182969" y="300653"/>
                </a:lnTo>
                <a:lnTo>
                  <a:pt x="312153" y="148467"/>
                </a:lnTo>
                <a:lnTo>
                  <a:pt x="330197" y="166523"/>
                </a:lnTo>
                <a:cubicBezTo>
                  <a:pt x="331734" y="168061"/>
                  <a:pt x="333743" y="168830"/>
                  <a:pt x="335764" y="168830"/>
                </a:cubicBezTo>
                <a:cubicBezTo>
                  <a:pt x="337786" y="168830"/>
                  <a:pt x="339795" y="168061"/>
                  <a:pt x="341332" y="166523"/>
                </a:cubicBezTo>
                <a:cubicBezTo>
                  <a:pt x="344405" y="163448"/>
                  <a:pt x="344405" y="158463"/>
                  <a:pt x="341332" y="155381"/>
                </a:cubicBezTo>
                <a:close/>
                <a:moveTo>
                  <a:pt x="171790" y="289467"/>
                </a:moveTo>
                <a:lnTo>
                  <a:pt x="54377" y="171962"/>
                </a:lnTo>
                <a:lnTo>
                  <a:pt x="206442" y="42685"/>
                </a:lnTo>
                <a:lnTo>
                  <a:pt x="300968" y="137281"/>
                </a:lnTo>
                <a:lnTo>
                  <a:pt x="171784" y="289467"/>
                </a:lnTo>
                <a:close/>
              </a:path>
            </a:pathLst>
          </a:custGeom>
          <a:solidFill>
            <a:schemeClr val="tx1"/>
          </a:solidFill>
          <a:ln w="0" cap="flat">
            <a:noFill/>
            <a:prstDash val="solid"/>
            <a:miter/>
          </a:ln>
        </p:spPr>
        <p:txBody>
          <a:bodyPr rtlCol="0" anchor="ctr"/>
          <a:lstStyle/>
          <a:p>
            <a:endParaRPr lang="de-DE"/>
          </a:p>
        </p:txBody>
      </p:sp>
      <p:sp>
        <p:nvSpPr>
          <p:cNvPr id="598" name="Inhaltsplatzhalter 8">
            <a:extLst>
              <a:ext uri="{FF2B5EF4-FFF2-40B4-BE49-F238E27FC236}">
                <a16:creationId xmlns:a16="http://schemas.microsoft.com/office/drawing/2014/main" id="{E54070CE-96CA-82AC-848F-C0F226262BED}"/>
              </a:ext>
            </a:extLst>
          </p:cNvPr>
          <p:cNvSpPr txBox="1">
            <a:spLocks/>
          </p:cNvSpPr>
          <p:nvPr/>
        </p:nvSpPr>
        <p:spPr>
          <a:xfrm>
            <a:off x="479426" y="1581293"/>
            <a:ext cx="4277273" cy="3053587"/>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latin typeface="+mn-lt"/>
              </a:rPr>
              <a:t>Schlichte, leicht verständliche und moderne Icons helfen Informationen visuell zu transportieren. </a:t>
            </a:r>
          </a:p>
          <a:p>
            <a:r>
              <a:rPr lang="de-DE" dirty="0">
                <a:latin typeface="+mn-lt"/>
              </a:rPr>
              <a:t>Indem ausschließlich auf dieses Set zurückgegriffen wird, kann ein einheitliches Erscheinungsbild über alle Anwendungen hinweg gewährleistet werden.</a:t>
            </a:r>
          </a:p>
        </p:txBody>
      </p:sp>
      <p:cxnSp>
        <p:nvCxnSpPr>
          <p:cNvPr id="611" name="Gerade Verbindung 610">
            <a:extLst>
              <a:ext uri="{FF2B5EF4-FFF2-40B4-BE49-F238E27FC236}">
                <a16:creationId xmlns:a16="http://schemas.microsoft.com/office/drawing/2014/main" id="{C625857B-DC9C-CF3B-379B-4BCCBEAE06E1}"/>
              </a:ext>
            </a:extLst>
          </p:cNvPr>
          <p:cNvCxnSpPr>
            <a:cxnSpLocks/>
          </p:cNvCxnSpPr>
          <p:nvPr/>
        </p:nvCxnSpPr>
        <p:spPr>
          <a:xfrm flipV="1">
            <a:off x="2029604" y="4811842"/>
            <a:ext cx="0" cy="500382"/>
          </a:xfrm>
          <a:prstGeom prst="line">
            <a:avLst/>
          </a:prstGeom>
          <a:noFill/>
          <a:ln w="12700">
            <a:solidFill>
              <a:schemeClr val="accent4"/>
            </a:solidFill>
            <a:prstDash val="solid"/>
          </a:ln>
        </p:spPr>
      </p:cxnSp>
      <p:cxnSp>
        <p:nvCxnSpPr>
          <p:cNvPr id="612" name="Gerade Verbindung 611">
            <a:extLst>
              <a:ext uri="{FF2B5EF4-FFF2-40B4-BE49-F238E27FC236}">
                <a16:creationId xmlns:a16="http://schemas.microsoft.com/office/drawing/2014/main" id="{B77093B3-C807-AD44-5447-AF7969B1987C}"/>
              </a:ext>
            </a:extLst>
          </p:cNvPr>
          <p:cNvCxnSpPr>
            <a:cxnSpLocks/>
          </p:cNvCxnSpPr>
          <p:nvPr/>
        </p:nvCxnSpPr>
        <p:spPr>
          <a:xfrm flipV="1">
            <a:off x="2332036" y="4811842"/>
            <a:ext cx="0" cy="500382"/>
          </a:xfrm>
          <a:prstGeom prst="line">
            <a:avLst/>
          </a:prstGeom>
          <a:noFill/>
          <a:ln w="12700">
            <a:solidFill>
              <a:schemeClr val="accent4"/>
            </a:solidFill>
            <a:prstDash val="solid"/>
          </a:ln>
        </p:spPr>
      </p:cxnSp>
      <p:cxnSp>
        <p:nvCxnSpPr>
          <p:cNvPr id="614" name="Gerade Verbindung 613">
            <a:extLst>
              <a:ext uri="{FF2B5EF4-FFF2-40B4-BE49-F238E27FC236}">
                <a16:creationId xmlns:a16="http://schemas.microsoft.com/office/drawing/2014/main" id="{8A5DFEA3-AEC9-D77C-399E-88EDD46E25E7}"/>
              </a:ext>
            </a:extLst>
          </p:cNvPr>
          <p:cNvCxnSpPr>
            <a:cxnSpLocks/>
          </p:cNvCxnSpPr>
          <p:nvPr/>
        </p:nvCxnSpPr>
        <p:spPr>
          <a:xfrm>
            <a:off x="1945859" y="5211639"/>
            <a:ext cx="449705" cy="0"/>
          </a:xfrm>
          <a:prstGeom prst="line">
            <a:avLst/>
          </a:prstGeom>
          <a:noFill/>
          <a:ln w="12700">
            <a:solidFill>
              <a:schemeClr val="accent4"/>
            </a:solidFill>
            <a:prstDash val="solid"/>
          </a:ln>
        </p:spPr>
      </p:cxnSp>
      <p:sp>
        <p:nvSpPr>
          <p:cNvPr id="626" name="Inhaltsplatzhalter 8">
            <a:extLst>
              <a:ext uri="{FF2B5EF4-FFF2-40B4-BE49-F238E27FC236}">
                <a16:creationId xmlns:a16="http://schemas.microsoft.com/office/drawing/2014/main" id="{EC339AD6-83D1-B6FA-E16E-E9C3C2D739FF}"/>
              </a:ext>
            </a:extLst>
          </p:cNvPr>
          <p:cNvSpPr txBox="1">
            <a:spLocks/>
          </p:cNvSpPr>
          <p:nvPr/>
        </p:nvSpPr>
        <p:spPr>
          <a:xfrm>
            <a:off x="1905503" y="5261795"/>
            <a:ext cx="536372" cy="30807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ctr"/>
            <a:r>
              <a:rPr lang="de-DE" sz="1800" dirty="0">
                <a:solidFill>
                  <a:schemeClr val="accent4"/>
                </a:solidFill>
                <a:latin typeface="+mj-lt"/>
              </a:rPr>
              <a:t>0,7</a:t>
            </a:r>
          </a:p>
          <a:p>
            <a:pPr algn="ctr"/>
            <a:endParaRPr lang="de-DE" sz="1800" dirty="0">
              <a:solidFill>
                <a:schemeClr val="accent4"/>
              </a:solidFill>
              <a:latin typeface="+mj-lt"/>
            </a:endParaRPr>
          </a:p>
        </p:txBody>
      </p:sp>
      <p:grpSp>
        <p:nvGrpSpPr>
          <p:cNvPr id="629" name="Gruppieren 628">
            <a:extLst>
              <a:ext uri="{FF2B5EF4-FFF2-40B4-BE49-F238E27FC236}">
                <a16:creationId xmlns:a16="http://schemas.microsoft.com/office/drawing/2014/main" id="{C15BB0DB-5E2E-EC15-21B9-9036E4966070}"/>
              </a:ext>
            </a:extLst>
          </p:cNvPr>
          <p:cNvGrpSpPr/>
          <p:nvPr/>
        </p:nvGrpSpPr>
        <p:grpSpPr>
          <a:xfrm rot="5400000">
            <a:off x="677272" y="3368374"/>
            <a:ext cx="536372" cy="1093162"/>
            <a:chOff x="1638542" y="4551110"/>
            <a:chExt cx="536372" cy="1093162"/>
          </a:xfrm>
        </p:grpSpPr>
        <p:grpSp>
          <p:nvGrpSpPr>
            <p:cNvPr id="630" name="Gruppieren 629">
              <a:extLst>
                <a:ext uri="{FF2B5EF4-FFF2-40B4-BE49-F238E27FC236}">
                  <a16:creationId xmlns:a16="http://schemas.microsoft.com/office/drawing/2014/main" id="{08F34734-0A73-EE11-D9C7-E87A76D2B403}"/>
                </a:ext>
              </a:extLst>
            </p:cNvPr>
            <p:cNvGrpSpPr/>
            <p:nvPr/>
          </p:nvGrpSpPr>
          <p:grpSpPr>
            <a:xfrm>
              <a:off x="1749196" y="4551110"/>
              <a:ext cx="315879" cy="761115"/>
              <a:chOff x="1749196" y="4162926"/>
              <a:chExt cx="315879" cy="1252905"/>
            </a:xfrm>
          </p:grpSpPr>
          <p:cxnSp>
            <p:nvCxnSpPr>
              <p:cNvPr id="633" name="Gerade Verbindung 632">
                <a:extLst>
                  <a:ext uri="{FF2B5EF4-FFF2-40B4-BE49-F238E27FC236}">
                    <a16:creationId xmlns:a16="http://schemas.microsoft.com/office/drawing/2014/main" id="{60C644CD-B692-3B51-B48C-0610EB51A1BC}"/>
                  </a:ext>
                </a:extLst>
              </p:cNvPr>
              <p:cNvCxnSpPr>
                <a:cxnSpLocks/>
              </p:cNvCxnSpPr>
              <p:nvPr/>
            </p:nvCxnSpPr>
            <p:spPr>
              <a:xfrm flipV="1">
                <a:off x="1749196" y="4162926"/>
                <a:ext cx="0" cy="1252905"/>
              </a:xfrm>
              <a:prstGeom prst="line">
                <a:avLst/>
              </a:prstGeom>
              <a:noFill/>
              <a:ln w="12700">
                <a:solidFill>
                  <a:schemeClr val="accent4"/>
                </a:solidFill>
                <a:prstDash val="solid"/>
              </a:ln>
            </p:spPr>
          </p:cxnSp>
          <p:cxnSp>
            <p:nvCxnSpPr>
              <p:cNvPr id="634" name="Gerade Verbindung 633">
                <a:extLst>
                  <a:ext uri="{FF2B5EF4-FFF2-40B4-BE49-F238E27FC236}">
                    <a16:creationId xmlns:a16="http://schemas.microsoft.com/office/drawing/2014/main" id="{EA5B7B83-243A-87FC-25C8-8A7BF5A301BA}"/>
                  </a:ext>
                </a:extLst>
              </p:cNvPr>
              <p:cNvCxnSpPr>
                <a:cxnSpLocks/>
              </p:cNvCxnSpPr>
              <p:nvPr/>
            </p:nvCxnSpPr>
            <p:spPr>
              <a:xfrm flipV="1">
                <a:off x="2065075" y="4688247"/>
                <a:ext cx="0" cy="727584"/>
              </a:xfrm>
              <a:prstGeom prst="line">
                <a:avLst/>
              </a:prstGeom>
              <a:noFill/>
              <a:ln w="12700">
                <a:solidFill>
                  <a:schemeClr val="accent4"/>
                </a:solidFill>
                <a:prstDash val="solid"/>
              </a:ln>
            </p:spPr>
          </p:cxnSp>
        </p:grpSp>
        <p:cxnSp>
          <p:nvCxnSpPr>
            <p:cNvPr id="631" name="Gerade Verbindung 630">
              <a:extLst>
                <a:ext uri="{FF2B5EF4-FFF2-40B4-BE49-F238E27FC236}">
                  <a16:creationId xmlns:a16="http://schemas.microsoft.com/office/drawing/2014/main" id="{7C79B481-6B77-4ABA-5B37-78B8AE0DB487}"/>
                </a:ext>
              </a:extLst>
            </p:cNvPr>
            <p:cNvCxnSpPr>
              <a:cxnSpLocks/>
            </p:cNvCxnSpPr>
            <p:nvPr/>
          </p:nvCxnSpPr>
          <p:spPr>
            <a:xfrm>
              <a:off x="1678898" y="5211639"/>
              <a:ext cx="449705" cy="0"/>
            </a:xfrm>
            <a:prstGeom prst="line">
              <a:avLst/>
            </a:prstGeom>
            <a:noFill/>
            <a:ln w="12700">
              <a:solidFill>
                <a:schemeClr val="accent4"/>
              </a:solidFill>
              <a:prstDash val="solid"/>
            </a:ln>
          </p:spPr>
        </p:cxnSp>
        <p:sp>
          <p:nvSpPr>
            <p:cNvPr id="632" name="Inhaltsplatzhalter 8">
              <a:extLst>
                <a:ext uri="{FF2B5EF4-FFF2-40B4-BE49-F238E27FC236}">
                  <a16:creationId xmlns:a16="http://schemas.microsoft.com/office/drawing/2014/main" id="{2E7CD400-DEBF-49FB-9989-2CEB300F1C02}"/>
                </a:ext>
              </a:extLst>
            </p:cNvPr>
            <p:cNvSpPr txBox="1">
              <a:spLocks/>
            </p:cNvSpPr>
            <p:nvPr/>
          </p:nvSpPr>
          <p:spPr>
            <a:xfrm rot="10800000">
              <a:off x="1638542" y="5336201"/>
              <a:ext cx="536372" cy="30807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ctr"/>
              <a:r>
                <a:rPr lang="de-DE" sz="1800" dirty="0">
                  <a:solidFill>
                    <a:schemeClr val="accent4"/>
                  </a:solidFill>
                  <a:latin typeface="+mj-lt"/>
                </a:rPr>
                <a:t>0,7</a:t>
              </a:r>
            </a:p>
            <a:p>
              <a:pPr algn="ctr"/>
              <a:endParaRPr lang="de-DE" sz="1800" dirty="0">
                <a:solidFill>
                  <a:schemeClr val="accent4"/>
                </a:solidFill>
                <a:latin typeface="+mj-lt"/>
              </a:endParaRPr>
            </a:p>
          </p:txBody>
        </p:sp>
      </p:grpSp>
      <p:sp>
        <p:nvSpPr>
          <p:cNvPr id="635" name="Inhaltsplatzhalter 8">
            <a:extLst>
              <a:ext uri="{FF2B5EF4-FFF2-40B4-BE49-F238E27FC236}">
                <a16:creationId xmlns:a16="http://schemas.microsoft.com/office/drawing/2014/main" id="{9C855EA2-BF44-6CA7-0A0A-D35070087FFA}"/>
              </a:ext>
            </a:extLst>
          </p:cNvPr>
          <p:cNvSpPr txBox="1">
            <a:spLocks/>
          </p:cNvSpPr>
          <p:nvPr/>
        </p:nvSpPr>
        <p:spPr>
          <a:xfrm>
            <a:off x="2353197" y="3676805"/>
            <a:ext cx="1887790" cy="92005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latin typeface="+mn-lt"/>
              </a:rPr>
              <a:t>Bei den kleinen Icons ist ein Abstand von min. 0,7 cm zu weiteren Elementen, wie Text einzuhalten.</a:t>
            </a:r>
          </a:p>
        </p:txBody>
      </p:sp>
      <p:sp>
        <p:nvSpPr>
          <p:cNvPr id="639" name="Inhaltsplatzhalter 8">
            <a:extLst>
              <a:ext uri="{FF2B5EF4-FFF2-40B4-BE49-F238E27FC236}">
                <a16:creationId xmlns:a16="http://schemas.microsoft.com/office/drawing/2014/main" id="{916E0FEF-5A22-768C-8A87-CED5DDD1BF44}"/>
              </a:ext>
            </a:extLst>
          </p:cNvPr>
          <p:cNvSpPr txBox="1">
            <a:spLocks/>
          </p:cNvSpPr>
          <p:nvPr/>
        </p:nvSpPr>
        <p:spPr>
          <a:xfrm>
            <a:off x="2626720" y="5029899"/>
            <a:ext cx="2316407" cy="1386775"/>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2"/>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400"/>
              </a:spcBef>
              <a:spcAft>
                <a:spcPts val="400"/>
              </a:spcAft>
            </a:pPr>
            <a:r>
              <a:rPr lang="de-DE" dirty="0">
                <a:ln w="6350">
                  <a:noFill/>
                </a:ln>
                <a:solidFill>
                  <a:schemeClr val="accent4"/>
                </a:solidFill>
                <a:latin typeface="+mj-lt"/>
              </a:rPr>
              <a:t>Tipp:</a:t>
            </a:r>
            <a:endParaRPr lang="de-DE" dirty="0">
              <a:ln w="6350">
                <a:noFill/>
              </a:ln>
              <a:latin typeface="+mj-lt"/>
            </a:endParaRPr>
          </a:p>
          <a:p>
            <a:pPr>
              <a:spcBef>
                <a:spcPts val="400"/>
              </a:spcBef>
              <a:spcAft>
                <a:spcPts val="400"/>
              </a:spcAft>
            </a:pPr>
            <a:r>
              <a:rPr lang="de-DE" sz="900" dirty="0">
                <a:latin typeface="+mn-lt"/>
              </a:rPr>
              <a:t>Statt des </a:t>
            </a:r>
            <a:r>
              <a:rPr lang="de-DE" sz="900" dirty="0" err="1">
                <a:latin typeface="+mn-lt"/>
              </a:rPr>
              <a:t>Sparkles</a:t>
            </a:r>
            <a:r>
              <a:rPr lang="de-DE" sz="900" dirty="0">
                <a:latin typeface="+mn-lt"/>
              </a:rPr>
              <a:t> ein anderes Icon mittig vom Abstandskreis platzieren und beides auf die gewünschte Folie kopieren</a:t>
            </a:r>
          </a:p>
        </p:txBody>
      </p:sp>
      <p:sp>
        <p:nvSpPr>
          <p:cNvPr id="2" name="Grafik 28">
            <a:extLst>
              <a:ext uri="{FF2B5EF4-FFF2-40B4-BE49-F238E27FC236}">
                <a16:creationId xmlns:a16="http://schemas.microsoft.com/office/drawing/2014/main" id="{9E5F0880-05C4-E70D-52BF-A38585683F88}"/>
              </a:ext>
            </a:extLst>
          </p:cNvPr>
          <p:cNvSpPr>
            <a:spLocks noChangeAspect="1"/>
          </p:cNvSpPr>
          <p:nvPr/>
        </p:nvSpPr>
        <p:spPr>
          <a:xfrm>
            <a:off x="1652484" y="4062454"/>
            <a:ext cx="378000" cy="375668"/>
          </a:xfrm>
          <a:custGeom>
            <a:avLst/>
            <a:gdLst>
              <a:gd name="connsiteX0" fmla="*/ 2000714 w 4407630"/>
              <a:gd name="connsiteY0" fmla="*/ 2399025 h 4380430"/>
              <a:gd name="connsiteX1" fmla="*/ 1992345 w 4407630"/>
              <a:gd name="connsiteY1" fmla="*/ 2393857 h 4380430"/>
              <a:gd name="connsiteX2" fmla="*/ 856996 w 4407630"/>
              <a:gd name="connsiteY2" fmla="*/ 2226577 h 4380430"/>
              <a:gd name="connsiteX3" fmla="*/ 355896 w 4407630"/>
              <a:gd name="connsiteY3" fmla="*/ 2407659 h 4380430"/>
              <a:gd name="connsiteX4" fmla="*/ 856996 w 4407630"/>
              <a:gd name="connsiteY4" fmla="*/ 2588740 h 4380430"/>
              <a:gd name="connsiteX5" fmla="*/ 1828101 w 4407630"/>
              <a:gd name="connsiteY5" fmla="*/ 2468428 h 4380430"/>
              <a:gd name="connsiteX6" fmla="*/ 476808 w 4407630"/>
              <a:gd name="connsiteY6" fmla="*/ 3626895 h 4380430"/>
              <a:gd name="connsiteX7" fmla="*/ 36550 w 4407630"/>
              <a:gd name="connsiteY7" fmla="*/ 4341796 h 4380430"/>
              <a:gd name="connsiteX8" fmla="*/ 759941 w 4407630"/>
              <a:gd name="connsiteY8" fmla="*/ 3906765 h 4380430"/>
              <a:gd name="connsiteX9" fmla="*/ 1932177 w 4407630"/>
              <a:gd name="connsiteY9" fmla="*/ 2571493 h 4380430"/>
              <a:gd name="connsiteX10" fmla="*/ 1811503 w 4407630"/>
              <a:gd name="connsiteY10" fmla="*/ 3541869 h 4380430"/>
              <a:gd name="connsiteX11" fmla="*/ 1992861 w 4407630"/>
              <a:gd name="connsiteY11" fmla="*/ 4042105 h 4380430"/>
              <a:gd name="connsiteX12" fmla="*/ 2174219 w 4407630"/>
              <a:gd name="connsiteY12" fmla="*/ 3541869 h 4380430"/>
              <a:gd name="connsiteX13" fmla="*/ 2006683 w 4407630"/>
              <a:gd name="connsiteY13" fmla="*/ 2408213 h 4380430"/>
              <a:gd name="connsiteX14" fmla="*/ 2000714 w 4407630"/>
              <a:gd name="connsiteY14" fmla="*/ 2399045 h 4380430"/>
              <a:gd name="connsiteX15" fmla="*/ 1939752 w 4407630"/>
              <a:gd name="connsiteY15" fmla="*/ 1952905 h 4380430"/>
              <a:gd name="connsiteX16" fmla="*/ 1962380 w 4407630"/>
              <a:gd name="connsiteY16" fmla="*/ 1930273 h 4380430"/>
              <a:gd name="connsiteX17" fmla="*/ 777214 w 4407630"/>
              <a:gd name="connsiteY17" fmla="*/ 473997 h 4380430"/>
              <a:gd name="connsiteX18" fmla="*/ 45851 w 4407630"/>
              <a:gd name="connsiteY18" fmla="*/ 39223 h 4380430"/>
              <a:gd name="connsiteX19" fmla="*/ 481230 w 4407630"/>
              <a:gd name="connsiteY19" fmla="*/ 769509 h 4380430"/>
              <a:gd name="connsiteX20" fmla="*/ 1939733 w 4407630"/>
              <a:gd name="connsiteY20" fmla="*/ 1952905 h 4380430"/>
              <a:gd name="connsiteX21" fmla="*/ 2218027 w 4407630"/>
              <a:gd name="connsiteY21" fmla="*/ 279272 h 4380430"/>
              <a:gd name="connsiteX22" fmla="*/ 2036708 w 4407630"/>
              <a:gd name="connsiteY22" fmla="*/ 771153 h 4380430"/>
              <a:gd name="connsiteX23" fmla="*/ 2204205 w 4407630"/>
              <a:gd name="connsiteY23" fmla="*/ 1885601 h 4380430"/>
              <a:gd name="connsiteX24" fmla="*/ 2231869 w 4407630"/>
              <a:gd name="connsiteY24" fmla="*/ 1885601 h 4380430"/>
              <a:gd name="connsiteX25" fmla="*/ 2399405 w 4407630"/>
              <a:gd name="connsiteY25" fmla="*/ 771153 h 4380430"/>
              <a:gd name="connsiteX26" fmla="*/ 2218047 w 4407630"/>
              <a:gd name="connsiteY26" fmla="*/ 279272 h 4380430"/>
              <a:gd name="connsiteX27" fmla="*/ 2472425 w 4407630"/>
              <a:gd name="connsiteY27" fmla="*/ 2427638 h 4380430"/>
              <a:gd name="connsiteX28" fmla="*/ 2449797 w 4407630"/>
              <a:gd name="connsiteY28" fmla="*/ 2450231 h 4380430"/>
              <a:gd name="connsiteX29" fmla="*/ 3635002 w 4407630"/>
              <a:gd name="connsiteY29" fmla="*/ 3906507 h 4380430"/>
              <a:gd name="connsiteX30" fmla="*/ 4366346 w 4407630"/>
              <a:gd name="connsiteY30" fmla="*/ 4341162 h 4380430"/>
              <a:gd name="connsiteX31" fmla="*/ 3930927 w 4407630"/>
              <a:gd name="connsiteY31" fmla="*/ 3610975 h 4380430"/>
              <a:gd name="connsiteX32" fmla="*/ 2472425 w 4407630"/>
              <a:gd name="connsiteY32" fmla="*/ 2427618 h 4380430"/>
              <a:gd name="connsiteX33" fmla="*/ 3636986 w 4407630"/>
              <a:gd name="connsiteY33" fmla="*/ 474828 h 4380430"/>
              <a:gd name="connsiteX34" fmla="*/ 2451820 w 4407630"/>
              <a:gd name="connsiteY34" fmla="*/ 1931164 h 4380430"/>
              <a:gd name="connsiteX35" fmla="*/ 2474447 w 4407630"/>
              <a:gd name="connsiteY35" fmla="*/ 1953717 h 4380430"/>
              <a:gd name="connsiteX36" fmla="*/ 3932950 w 4407630"/>
              <a:gd name="connsiteY36" fmla="*/ 770400 h 4380430"/>
              <a:gd name="connsiteX37" fmla="*/ 4368329 w 4407630"/>
              <a:gd name="connsiteY37" fmla="*/ 40173 h 4380430"/>
              <a:gd name="connsiteX38" fmla="*/ 3636986 w 4407630"/>
              <a:gd name="connsiteY38" fmla="*/ 474828 h 4380430"/>
              <a:gd name="connsiteX39" fmla="*/ 3753932 w 4407630"/>
              <a:gd name="connsiteY39" fmla="*/ 2387382 h 4380430"/>
              <a:gd name="connsiteX40" fmla="*/ 4298642 w 4407630"/>
              <a:gd name="connsiteY40" fmla="*/ 2206380 h 4380430"/>
              <a:gd name="connsiteX41" fmla="*/ 3753932 w 4407630"/>
              <a:gd name="connsiteY41" fmla="*/ 2025239 h 4380430"/>
              <a:gd name="connsiteX42" fmla="*/ 2519604 w 4407630"/>
              <a:gd name="connsiteY42" fmla="*/ 2192519 h 4380430"/>
              <a:gd name="connsiteX43" fmla="*/ 2519604 w 4407630"/>
              <a:gd name="connsiteY43" fmla="*/ 2220181 h 4380430"/>
              <a:gd name="connsiteX44" fmla="*/ 3753932 w 4407630"/>
              <a:gd name="connsiteY44" fmla="*/ 2387363 h 4380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4407630" h="4380430">
                <a:moveTo>
                  <a:pt x="2000714" y="2399025"/>
                </a:moveTo>
                <a:cubicBezTo>
                  <a:pt x="1998691" y="2396867"/>
                  <a:pt x="1995955" y="2394986"/>
                  <a:pt x="1992345" y="2393857"/>
                </a:cubicBezTo>
                <a:cubicBezTo>
                  <a:pt x="1690213" y="2299960"/>
                  <a:pt x="1325553" y="2226577"/>
                  <a:pt x="856996" y="2226577"/>
                </a:cubicBezTo>
                <a:cubicBezTo>
                  <a:pt x="515816" y="2226577"/>
                  <a:pt x="355896" y="2260675"/>
                  <a:pt x="355896" y="2407659"/>
                </a:cubicBezTo>
                <a:cubicBezTo>
                  <a:pt x="355896" y="2554643"/>
                  <a:pt x="515816" y="2588740"/>
                  <a:pt x="856996" y="2588740"/>
                </a:cubicBezTo>
                <a:cubicBezTo>
                  <a:pt x="1243768" y="2588740"/>
                  <a:pt x="1559643" y="2538703"/>
                  <a:pt x="1828101" y="2468428"/>
                </a:cubicBezTo>
                <a:cubicBezTo>
                  <a:pt x="1427031" y="2741130"/>
                  <a:pt x="981676" y="3127926"/>
                  <a:pt x="476808" y="3626895"/>
                </a:cubicBezTo>
                <a:cubicBezTo>
                  <a:pt x="80675" y="4018364"/>
                  <a:pt x="-78492" y="4228157"/>
                  <a:pt x="36550" y="4341796"/>
                </a:cubicBezTo>
                <a:cubicBezTo>
                  <a:pt x="151493" y="4455375"/>
                  <a:pt x="363808" y="4298194"/>
                  <a:pt x="759941" y="3906765"/>
                </a:cubicBezTo>
                <a:cubicBezTo>
                  <a:pt x="1264750" y="3407835"/>
                  <a:pt x="1656242" y="2967774"/>
                  <a:pt x="1932177" y="2571493"/>
                </a:cubicBezTo>
                <a:cubicBezTo>
                  <a:pt x="1861696" y="2839680"/>
                  <a:pt x="1811503" y="3155311"/>
                  <a:pt x="1811503" y="3541869"/>
                </a:cubicBezTo>
                <a:cubicBezTo>
                  <a:pt x="1811503" y="3882449"/>
                  <a:pt x="1845652" y="4042105"/>
                  <a:pt x="1992861" y="4042105"/>
                </a:cubicBezTo>
                <a:cubicBezTo>
                  <a:pt x="2140070" y="4042105"/>
                  <a:pt x="2174219" y="3882429"/>
                  <a:pt x="2174219" y="3541869"/>
                </a:cubicBezTo>
                <a:cubicBezTo>
                  <a:pt x="2174219" y="3073987"/>
                  <a:pt x="2100784" y="2709844"/>
                  <a:pt x="2006683" y="2408213"/>
                </a:cubicBezTo>
                <a:cubicBezTo>
                  <a:pt x="2005414" y="2404035"/>
                  <a:pt x="2003253" y="2401025"/>
                  <a:pt x="2000714" y="2399045"/>
                </a:cubicBezTo>
                <a:moveTo>
                  <a:pt x="1939752" y="1952905"/>
                </a:moveTo>
                <a:cubicBezTo>
                  <a:pt x="1962420" y="1967420"/>
                  <a:pt x="1976916" y="1952945"/>
                  <a:pt x="1962380" y="1930273"/>
                </a:cubicBezTo>
                <a:cubicBezTo>
                  <a:pt x="1687397" y="1502469"/>
                  <a:pt x="1322777" y="1018667"/>
                  <a:pt x="777214" y="473997"/>
                </a:cubicBezTo>
                <a:cubicBezTo>
                  <a:pt x="380130" y="77399"/>
                  <a:pt x="166069" y="-80752"/>
                  <a:pt x="45851" y="39223"/>
                </a:cubicBezTo>
                <a:cubicBezTo>
                  <a:pt x="-74308" y="159198"/>
                  <a:pt x="84046" y="372932"/>
                  <a:pt x="481230" y="769509"/>
                </a:cubicBezTo>
                <a:cubicBezTo>
                  <a:pt x="1026733" y="1314279"/>
                  <a:pt x="1511235" y="1678303"/>
                  <a:pt x="1939733" y="1952905"/>
                </a:cubicBezTo>
                <a:moveTo>
                  <a:pt x="2218027" y="279272"/>
                </a:moveTo>
                <a:cubicBezTo>
                  <a:pt x="2070818" y="279272"/>
                  <a:pt x="2036708" y="436315"/>
                  <a:pt x="2036708" y="771153"/>
                </a:cubicBezTo>
                <a:cubicBezTo>
                  <a:pt x="2036708" y="1231133"/>
                  <a:pt x="2110104" y="1589039"/>
                  <a:pt x="2204205" y="1885601"/>
                </a:cubicBezTo>
                <a:cubicBezTo>
                  <a:pt x="2209143" y="1901343"/>
                  <a:pt x="2226872" y="1901343"/>
                  <a:pt x="2231869" y="1885601"/>
                </a:cubicBezTo>
                <a:cubicBezTo>
                  <a:pt x="2325970" y="1589039"/>
                  <a:pt x="2399405" y="1231133"/>
                  <a:pt x="2399405" y="771153"/>
                </a:cubicBezTo>
                <a:cubicBezTo>
                  <a:pt x="2399405" y="436315"/>
                  <a:pt x="2365256" y="279272"/>
                  <a:pt x="2218047" y="279272"/>
                </a:cubicBezTo>
                <a:moveTo>
                  <a:pt x="2472425" y="2427638"/>
                </a:moveTo>
                <a:cubicBezTo>
                  <a:pt x="2449757" y="2413084"/>
                  <a:pt x="2435260" y="2427598"/>
                  <a:pt x="2449797" y="2450231"/>
                </a:cubicBezTo>
                <a:cubicBezTo>
                  <a:pt x="2724839" y="2878035"/>
                  <a:pt x="3089400" y="3361797"/>
                  <a:pt x="3635002" y="3906507"/>
                </a:cubicBezTo>
                <a:cubicBezTo>
                  <a:pt x="4032127" y="4303025"/>
                  <a:pt x="4246148" y="4461237"/>
                  <a:pt x="4366346" y="4341162"/>
                </a:cubicBezTo>
                <a:cubicBezTo>
                  <a:pt x="4486504" y="4221227"/>
                  <a:pt x="4328151" y="4007493"/>
                  <a:pt x="3930927" y="3610975"/>
                </a:cubicBezTo>
                <a:cubicBezTo>
                  <a:pt x="3385464" y="3066206"/>
                  <a:pt x="2900922" y="2702181"/>
                  <a:pt x="2472425" y="2427618"/>
                </a:cubicBezTo>
                <a:moveTo>
                  <a:pt x="3636986" y="474828"/>
                </a:moveTo>
                <a:cubicBezTo>
                  <a:pt x="3091383" y="1019499"/>
                  <a:pt x="2726802" y="1503300"/>
                  <a:pt x="2451820" y="1931164"/>
                </a:cubicBezTo>
                <a:cubicBezTo>
                  <a:pt x="2437283" y="1953796"/>
                  <a:pt x="2451721" y="1968271"/>
                  <a:pt x="2474447" y="1953717"/>
                </a:cubicBezTo>
                <a:cubicBezTo>
                  <a:pt x="2902905" y="1679154"/>
                  <a:pt x="3387447" y="1315130"/>
                  <a:pt x="3932950" y="770400"/>
                </a:cubicBezTo>
                <a:cubicBezTo>
                  <a:pt x="4330114" y="373842"/>
                  <a:pt x="4488527" y="160188"/>
                  <a:pt x="4368329" y="40173"/>
                </a:cubicBezTo>
                <a:cubicBezTo>
                  <a:pt x="4248210" y="-79842"/>
                  <a:pt x="4034110" y="78310"/>
                  <a:pt x="3636986" y="474828"/>
                </a:cubicBezTo>
                <a:moveTo>
                  <a:pt x="3753932" y="2387382"/>
                </a:moveTo>
                <a:cubicBezTo>
                  <a:pt x="4124799" y="2387382"/>
                  <a:pt x="4298642" y="2353364"/>
                  <a:pt x="4298642" y="2206380"/>
                </a:cubicBezTo>
                <a:cubicBezTo>
                  <a:pt x="4298642" y="2059396"/>
                  <a:pt x="4124799" y="2025239"/>
                  <a:pt x="3753932" y="2025239"/>
                </a:cubicBezTo>
                <a:cubicBezTo>
                  <a:pt x="3244542" y="2025239"/>
                  <a:pt x="2848091" y="2098622"/>
                  <a:pt x="2519604" y="2192519"/>
                </a:cubicBezTo>
                <a:cubicBezTo>
                  <a:pt x="2502291" y="2197450"/>
                  <a:pt x="2502291" y="2215251"/>
                  <a:pt x="2519604" y="2220181"/>
                </a:cubicBezTo>
                <a:cubicBezTo>
                  <a:pt x="2848091" y="2314078"/>
                  <a:pt x="3244561" y="2387363"/>
                  <a:pt x="3753932" y="2387363"/>
                </a:cubicBezTo>
              </a:path>
            </a:pathLst>
          </a:custGeom>
          <a:solidFill>
            <a:schemeClr val="tx1"/>
          </a:solidFill>
          <a:ln w="0" cap="flat">
            <a:noFill/>
            <a:prstDash val="solid"/>
            <a:miter/>
          </a:ln>
        </p:spPr>
        <p:txBody>
          <a:bodyPr rtlCol="0" anchor="ctr"/>
          <a:lstStyle/>
          <a:p>
            <a:endParaRPr lang="de-DE"/>
          </a:p>
        </p:txBody>
      </p:sp>
    </p:spTree>
    <p:extLst>
      <p:ext uri="{BB962C8B-B14F-4D97-AF65-F5344CB8AC3E}">
        <p14:creationId xmlns:p14="http://schemas.microsoft.com/office/powerpoint/2010/main" val="23852914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Oval 231">
            <a:extLst>
              <a:ext uri="{FF2B5EF4-FFF2-40B4-BE49-F238E27FC236}">
                <a16:creationId xmlns:a16="http://schemas.microsoft.com/office/drawing/2014/main" id="{06FA5F69-8A8E-EA6D-6287-92324B2488D6}"/>
              </a:ext>
            </a:extLst>
          </p:cNvPr>
          <p:cNvSpPr>
            <a:spLocks noChangeAspect="1"/>
          </p:cNvSpPr>
          <p:nvPr/>
        </p:nvSpPr>
        <p:spPr>
          <a:xfrm>
            <a:off x="1323946" y="1384616"/>
            <a:ext cx="1692000" cy="1692000"/>
          </a:xfrm>
          <a:prstGeom prst="ellipse">
            <a:avLst/>
          </a:prstGeom>
          <a:solidFill>
            <a:schemeClr val="bg1"/>
          </a:solidFill>
          <a:ln w="12700">
            <a:solidFill>
              <a:schemeClr val="accent4"/>
            </a:solidFill>
            <a:prstDash val="sysDash"/>
          </a:ln>
        </p:spPr>
        <p:txBody>
          <a:bodyPr vert="horz" lIns="251999" tIns="251999" rIns="251999" bIns="251999" rtlCol="0" anchor="ctr">
            <a:noAutofit/>
          </a:bodyPr>
          <a:lstStyle/>
          <a:p>
            <a:pPr algn="l"/>
            <a:endParaRPr lang="de-DE" sz="1400" dirty="0" err="1">
              <a:latin typeface="BarmeniaGothaer Offc" panose="020B0503020204020204" pitchFamily="34" charset="0"/>
            </a:endParaRPr>
          </a:p>
        </p:txBody>
      </p:sp>
      <p:sp>
        <p:nvSpPr>
          <p:cNvPr id="7" name="Titel 6">
            <a:extLst>
              <a:ext uri="{FF2B5EF4-FFF2-40B4-BE49-F238E27FC236}">
                <a16:creationId xmlns:a16="http://schemas.microsoft.com/office/drawing/2014/main" id="{E549ECD4-135F-0ADE-3E47-D4F250434173}"/>
              </a:ext>
            </a:extLst>
          </p:cNvPr>
          <p:cNvSpPr>
            <a:spLocks noGrp="1"/>
          </p:cNvSpPr>
          <p:nvPr>
            <p:ph type="title"/>
          </p:nvPr>
        </p:nvSpPr>
        <p:spPr/>
        <p:txBody>
          <a:bodyPr/>
          <a:lstStyle/>
          <a:p>
            <a:r>
              <a:rPr lang="de-DE" dirty="0"/>
              <a:t>Icons groß</a:t>
            </a:r>
          </a:p>
        </p:txBody>
      </p:sp>
      <p:sp>
        <p:nvSpPr>
          <p:cNvPr id="3" name="Datumsplatzhalter 2">
            <a:extLst>
              <a:ext uri="{FF2B5EF4-FFF2-40B4-BE49-F238E27FC236}">
                <a16:creationId xmlns:a16="http://schemas.microsoft.com/office/drawing/2014/main" id="{83520195-1703-889C-F15A-220FB005A2B6}"/>
              </a:ext>
            </a:extLst>
          </p:cNvPr>
          <p:cNvSpPr>
            <a:spLocks noGrp="1"/>
          </p:cNvSpPr>
          <p:nvPr>
            <p:ph type="dt" sz="half" idx="10"/>
          </p:nvPr>
        </p:nvSpPr>
        <p:spPr/>
        <p:txBody>
          <a:bodyPr/>
          <a:lstStyle/>
          <a:p>
            <a:fld id="{6AD0C3D8-42C6-5942-8EC4-711417AF2694}" type="datetime1">
              <a:rPr lang="de-DE"/>
              <a:t>22.06.2026</a:t>
            </a:fld>
            <a:endParaRPr lang="de-DE"/>
          </a:p>
        </p:txBody>
      </p:sp>
      <p:sp>
        <p:nvSpPr>
          <p:cNvPr id="4" name="Fußzeilenplatzhalter 3">
            <a:extLst>
              <a:ext uri="{FF2B5EF4-FFF2-40B4-BE49-F238E27FC236}">
                <a16:creationId xmlns:a16="http://schemas.microsoft.com/office/drawing/2014/main" id="{0F42379B-FF41-B65A-337B-0437006F11C9}"/>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C9EFB834-91F0-EF4E-D1BE-AC8A6A22612B}"/>
              </a:ext>
            </a:extLst>
          </p:cNvPr>
          <p:cNvSpPr>
            <a:spLocks noGrp="1"/>
          </p:cNvSpPr>
          <p:nvPr>
            <p:ph type="sldNum" sz="quarter" idx="12"/>
          </p:nvPr>
        </p:nvSpPr>
        <p:spPr/>
        <p:txBody>
          <a:bodyPr/>
          <a:lstStyle/>
          <a:p>
            <a:fld id="{D188B27D-4802-6948-A101-6CF6A7142FF4}" type="slidenum">
              <a:rPr lang="de-DE" smtClean="0"/>
              <a:pPr/>
              <a:t>63</a:t>
            </a:fld>
            <a:endParaRPr lang="de-DE"/>
          </a:p>
        </p:txBody>
      </p:sp>
      <p:sp>
        <p:nvSpPr>
          <p:cNvPr id="2" name="Freihandform 1">
            <a:extLst>
              <a:ext uri="{FF2B5EF4-FFF2-40B4-BE49-F238E27FC236}">
                <a16:creationId xmlns:a16="http://schemas.microsoft.com/office/drawing/2014/main" id="{7FAC9E3D-6B07-10D3-7C30-33993A78DA93}"/>
              </a:ext>
            </a:extLst>
          </p:cNvPr>
          <p:cNvSpPr/>
          <p:nvPr/>
        </p:nvSpPr>
        <p:spPr>
          <a:xfrm>
            <a:off x="9560268" y="2449947"/>
            <a:ext cx="562131" cy="624959"/>
          </a:xfrm>
          <a:custGeom>
            <a:avLst/>
            <a:gdLst>
              <a:gd name="connsiteX0" fmla="*/ 662968 w 674952"/>
              <a:gd name="connsiteY0" fmla="*/ 584586 h 750390"/>
              <a:gd name="connsiteX1" fmla="*/ 634450 w 674952"/>
              <a:gd name="connsiteY1" fmla="*/ 584586 h 750390"/>
              <a:gd name="connsiteX2" fmla="*/ 608439 w 674952"/>
              <a:gd name="connsiteY2" fmla="*/ 337526 h 750390"/>
              <a:gd name="connsiteX3" fmla="*/ 349312 w 674952"/>
              <a:gd name="connsiteY3" fmla="*/ 66718 h 750390"/>
              <a:gd name="connsiteX4" fmla="*/ 349312 w 674952"/>
              <a:gd name="connsiteY4" fmla="*/ 11974 h 750390"/>
              <a:gd name="connsiteX5" fmla="*/ 337336 w 674952"/>
              <a:gd name="connsiteY5" fmla="*/ 0 h 750390"/>
              <a:gd name="connsiteX6" fmla="*/ 325360 w 674952"/>
              <a:gd name="connsiteY6" fmla="*/ 11974 h 750390"/>
              <a:gd name="connsiteX7" fmla="*/ 325360 w 674952"/>
              <a:gd name="connsiteY7" fmla="*/ 66711 h 750390"/>
              <a:gd name="connsiteX8" fmla="*/ 66123 w 674952"/>
              <a:gd name="connsiteY8" fmla="*/ 337518 h 750390"/>
              <a:gd name="connsiteX9" fmla="*/ 40167 w 674952"/>
              <a:gd name="connsiteY9" fmla="*/ 584578 h 750390"/>
              <a:gd name="connsiteX10" fmla="*/ 11976 w 674952"/>
              <a:gd name="connsiteY10" fmla="*/ 584578 h 750390"/>
              <a:gd name="connsiteX11" fmla="*/ 0 w 674952"/>
              <a:gd name="connsiteY11" fmla="*/ 596552 h 750390"/>
              <a:gd name="connsiteX12" fmla="*/ 11976 w 674952"/>
              <a:gd name="connsiteY12" fmla="*/ 608525 h 750390"/>
              <a:gd name="connsiteX13" fmla="*/ 184005 w 674952"/>
              <a:gd name="connsiteY13" fmla="*/ 608525 h 750390"/>
              <a:gd name="connsiteX14" fmla="*/ 337273 w 674952"/>
              <a:gd name="connsiteY14" fmla="*/ 750391 h 750390"/>
              <a:gd name="connsiteX15" fmla="*/ 490539 w 674952"/>
              <a:gd name="connsiteY15" fmla="*/ 608525 h 750390"/>
              <a:gd name="connsiteX16" fmla="*/ 662976 w 674952"/>
              <a:gd name="connsiteY16" fmla="*/ 608525 h 750390"/>
              <a:gd name="connsiteX17" fmla="*/ 674952 w 674952"/>
              <a:gd name="connsiteY17" fmla="*/ 596552 h 750390"/>
              <a:gd name="connsiteX18" fmla="*/ 662976 w 674952"/>
              <a:gd name="connsiteY18" fmla="*/ 584578 h 750390"/>
              <a:gd name="connsiteX19" fmla="*/ 337264 w 674952"/>
              <a:gd name="connsiteY19" fmla="*/ 726451 h 750390"/>
              <a:gd name="connsiteX20" fmla="*/ 207949 w 674952"/>
              <a:gd name="connsiteY20" fmla="*/ 608533 h 750390"/>
              <a:gd name="connsiteX21" fmla="*/ 466572 w 674952"/>
              <a:gd name="connsiteY21" fmla="*/ 608533 h 750390"/>
              <a:gd name="connsiteX22" fmla="*/ 337256 w 674952"/>
              <a:gd name="connsiteY22" fmla="*/ 726451 h 750390"/>
              <a:gd name="connsiteX23" fmla="*/ 67089 w 674952"/>
              <a:gd name="connsiteY23" fmla="*/ 584586 h 750390"/>
              <a:gd name="connsiteX24" fmla="*/ 85475 w 674952"/>
              <a:gd name="connsiteY24" fmla="*/ 467889 h 750390"/>
              <a:gd name="connsiteX25" fmla="*/ 90074 w 674952"/>
              <a:gd name="connsiteY25" fmla="*/ 337526 h 750390"/>
              <a:gd name="connsiteX26" fmla="*/ 337281 w 674952"/>
              <a:gd name="connsiteY26" fmla="*/ 90363 h 750390"/>
              <a:gd name="connsiteX27" fmla="*/ 584487 w 674952"/>
              <a:gd name="connsiteY27" fmla="*/ 337526 h 750390"/>
              <a:gd name="connsiteX28" fmla="*/ 589093 w 674952"/>
              <a:gd name="connsiteY28" fmla="*/ 467889 h 750390"/>
              <a:gd name="connsiteX29" fmla="*/ 607512 w 674952"/>
              <a:gd name="connsiteY29" fmla="*/ 584586 h 750390"/>
              <a:gd name="connsiteX30" fmla="*/ 67096 w 674952"/>
              <a:gd name="connsiteY30" fmla="*/ 584586 h 750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74952" h="750390">
                <a:moveTo>
                  <a:pt x="662968" y="584586"/>
                </a:moveTo>
                <a:lnTo>
                  <a:pt x="634450" y="584586"/>
                </a:lnTo>
                <a:cubicBezTo>
                  <a:pt x="618865" y="570456"/>
                  <a:pt x="608446" y="446432"/>
                  <a:pt x="608439" y="337526"/>
                </a:cubicBezTo>
                <a:cubicBezTo>
                  <a:pt x="608439" y="192068"/>
                  <a:pt x="493262" y="73040"/>
                  <a:pt x="349312" y="66718"/>
                </a:cubicBezTo>
                <a:lnTo>
                  <a:pt x="349312" y="11974"/>
                </a:lnTo>
                <a:cubicBezTo>
                  <a:pt x="349312" y="5364"/>
                  <a:pt x="343947" y="0"/>
                  <a:pt x="337336" y="0"/>
                </a:cubicBezTo>
                <a:cubicBezTo>
                  <a:pt x="330725" y="0"/>
                  <a:pt x="325360" y="5364"/>
                  <a:pt x="325360" y="11974"/>
                </a:cubicBezTo>
                <a:lnTo>
                  <a:pt x="325360" y="66711"/>
                </a:lnTo>
                <a:cubicBezTo>
                  <a:pt x="181354" y="72977"/>
                  <a:pt x="66123" y="192020"/>
                  <a:pt x="66123" y="337518"/>
                </a:cubicBezTo>
                <a:cubicBezTo>
                  <a:pt x="66123" y="446384"/>
                  <a:pt x="55720" y="570401"/>
                  <a:pt x="40167" y="584578"/>
                </a:cubicBezTo>
                <a:lnTo>
                  <a:pt x="11976" y="584578"/>
                </a:lnTo>
                <a:cubicBezTo>
                  <a:pt x="5365" y="584578"/>
                  <a:pt x="0" y="589942"/>
                  <a:pt x="0" y="596552"/>
                </a:cubicBezTo>
                <a:cubicBezTo>
                  <a:pt x="0" y="603161"/>
                  <a:pt x="5365" y="608525"/>
                  <a:pt x="11976" y="608525"/>
                </a:cubicBezTo>
                <a:lnTo>
                  <a:pt x="184005" y="608525"/>
                </a:lnTo>
                <a:cubicBezTo>
                  <a:pt x="190153" y="687768"/>
                  <a:pt x="256467" y="750391"/>
                  <a:pt x="337273" y="750391"/>
                </a:cubicBezTo>
                <a:cubicBezTo>
                  <a:pt x="418078" y="750391"/>
                  <a:pt x="484384" y="687760"/>
                  <a:pt x="490539" y="608525"/>
                </a:cubicBezTo>
                <a:lnTo>
                  <a:pt x="662976" y="608525"/>
                </a:lnTo>
                <a:cubicBezTo>
                  <a:pt x="669587" y="608525"/>
                  <a:pt x="674952" y="603161"/>
                  <a:pt x="674952" y="596552"/>
                </a:cubicBezTo>
                <a:cubicBezTo>
                  <a:pt x="674952" y="589942"/>
                  <a:pt x="669587" y="584578"/>
                  <a:pt x="662976" y="584578"/>
                </a:cubicBezTo>
                <a:close/>
                <a:moveTo>
                  <a:pt x="337264" y="726451"/>
                </a:moveTo>
                <a:cubicBezTo>
                  <a:pt x="269673" y="726451"/>
                  <a:pt x="214025" y="674557"/>
                  <a:pt x="207949" y="608533"/>
                </a:cubicBezTo>
                <a:lnTo>
                  <a:pt x="466572" y="608533"/>
                </a:lnTo>
                <a:cubicBezTo>
                  <a:pt x="460504" y="674557"/>
                  <a:pt x="404856" y="726451"/>
                  <a:pt x="337256" y="726451"/>
                </a:cubicBezTo>
                <a:close/>
                <a:moveTo>
                  <a:pt x="67089" y="584586"/>
                </a:moveTo>
                <a:cubicBezTo>
                  <a:pt x="74945" y="564429"/>
                  <a:pt x="81172" y="528788"/>
                  <a:pt x="85475" y="467889"/>
                </a:cubicBezTo>
                <a:cubicBezTo>
                  <a:pt x="90019" y="403453"/>
                  <a:pt x="90074" y="338180"/>
                  <a:pt x="90074" y="337526"/>
                </a:cubicBezTo>
                <a:cubicBezTo>
                  <a:pt x="90074" y="201240"/>
                  <a:pt x="200971" y="90363"/>
                  <a:pt x="337281" y="90363"/>
                </a:cubicBezTo>
                <a:cubicBezTo>
                  <a:pt x="473590" y="90363"/>
                  <a:pt x="584487" y="201240"/>
                  <a:pt x="584487" y="337526"/>
                </a:cubicBezTo>
                <a:cubicBezTo>
                  <a:pt x="584487" y="338180"/>
                  <a:pt x="584542" y="403453"/>
                  <a:pt x="589093" y="467889"/>
                </a:cubicBezTo>
                <a:cubicBezTo>
                  <a:pt x="593404" y="528788"/>
                  <a:pt x="599632" y="564429"/>
                  <a:pt x="607512" y="584586"/>
                </a:cubicBezTo>
                <a:lnTo>
                  <a:pt x="67096" y="584586"/>
                </a:lnTo>
                <a:close/>
              </a:path>
            </a:pathLst>
          </a:custGeom>
          <a:solidFill>
            <a:schemeClr val="tx1"/>
          </a:solidFill>
          <a:ln w="0" cap="flat">
            <a:noFill/>
            <a:prstDash val="solid"/>
            <a:miter/>
          </a:ln>
        </p:spPr>
        <p:txBody>
          <a:bodyPr rtlCol="0" anchor="ctr"/>
          <a:lstStyle/>
          <a:p>
            <a:endParaRPr lang="de-DE"/>
          </a:p>
        </p:txBody>
      </p:sp>
      <p:grpSp>
        <p:nvGrpSpPr>
          <p:cNvPr id="6" name="Grafik 13">
            <a:extLst>
              <a:ext uri="{FF2B5EF4-FFF2-40B4-BE49-F238E27FC236}">
                <a16:creationId xmlns:a16="http://schemas.microsoft.com/office/drawing/2014/main" id="{B3EA6B54-43CE-AA31-1EEF-ED3CFB7C167A}"/>
              </a:ext>
            </a:extLst>
          </p:cNvPr>
          <p:cNvGrpSpPr/>
          <p:nvPr/>
        </p:nvGrpSpPr>
        <p:grpSpPr>
          <a:xfrm>
            <a:off x="8361124" y="4385241"/>
            <a:ext cx="630466" cy="544356"/>
            <a:chOff x="4960935" y="9983089"/>
            <a:chExt cx="757003" cy="653610"/>
          </a:xfrm>
          <a:solidFill>
            <a:schemeClr val="tx1"/>
          </a:solidFill>
        </p:grpSpPr>
        <p:sp>
          <p:nvSpPr>
            <p:cNvPr id="8" name="Freihandform 7">
              <a:extLst>
                <a:ext uri="{FF2B5EF4-FFF2-40B4-BE49-F238E27FC236}">
                  <a16:creationId xmlns:a16="http://schemas.microsoft.com/office/drawing/2014/main" id="{E94DE712-0DEF-AD6F-A414-CFD5F9E6B48B}"/>
                </a:ext>
              </a:extLst>
            </p:cNvPr>
            <p:cNvSpPr/>
            <p:nvPr/>
          </p:nvSpPr>
          <p:spPr>
            <a:xfrm>
              <a:off x="4960935" y="9983089"/>
              <a:ext cx="757003" cy="653610"/>
            </a:xfrm>
            <a:custGeom>
              <a:avLst/>
              <a:gdLst>
                <a:gd name="connsiteX0" fmla="*/ 676645 w 757003"/>
                <a:gd name="connsiteY0" fmla="*/ 69520 h 653610"/>
                <a:gd name="connsiteX1" fmla="*/ 526891 w 757003"/>
                <a:gd name="connsiteY1" fmla="*/ 69520 h 653610"/>
                <a:gd name="connsiteX2" fmla="*/ 484847 w 757003"/>
                <a:gd name="connsiteY2" fmla="*/ 5412 h 653610"/>
                <a:gd name="connsiteX3" fmla="*/ 474836 w 757003"/>
                <a:gd name="connsiteY3" fmla="*/ 0 h 653610"/>
                <a:gd name="connsiteX4" fmla="*/ 474836 w 757003"/>
                <a:gd name="connsiteY4" fmla="*/ 0 h 653610"/>
                <a:gd name="connsiteX5" fmla="*/ 282088 w 757003"/>
                <a:gd name="connsiteY5" fmla="*/ 72 h 653610"/>
                <a:gd name="connsiteX6" fmla="*/ 272076 w 757003"/>
                <a:gd name="connsiteY6" fmla="*/ 5484 h 653610"/>
                <a:gd name="connsiteX7" fmla="*/ 230072 w 757003"/>
                <a:gd name="connsiteY7" fmla="*/ 69592 h 653610"/>
                <a:gd name="connsiteX8" fmla="*/ 80350 w 757003"/>
                <a:gd name="connsiteY8" fmla="*/ 69592 h 653610"/>
                <a:gd name="connsiteX9" fmla="*/ 0 w 757003"/>
                <a:gd name="connsiteY9" fmla="*/ 149968 h 653610"/>
                <a:gd name="connsiteX10" fmla="*/ 0 w 757003"/>
                <a:gd name="connsiteY10" fmla="*/ 573267 h 653610"/>
                <a:gd name="connsiteX11" fmla="*/ 80350 w 757003"/>
                <a:gd name="connsiteY11" fmla="*/ 653610 h 653610"/>
                <a:gd name="connsiteX12" fmla="*/ 676653 w 757003"/>
                <a:gd name="connsiteY12" fmla="*/ 653610 h 653610"/>
                <a:gd name="connsiteX13" fmla="*/ 757003 w 757003"/>
                <a:gd name="connsiteY13" fmla="*/ 573274 h 653610"/>
                <a:gd name="connsiteX14" fmla="*/ 757003 w 757003"/>
                <a:gd name="connsiteY14" fmla="*/ 149897 h 653610"/>
                <a:gd name="connsiteX15" fmla="*/ 676653 w 757003"/>
                <a:gd name="connsiteY15" fmla="*/ 69520 h 653610"/>
                <a:gd name="connsiteX16" fmla="*/ 733051 w 757003"/>
                <a:gd name="connsiteY16" fmla="*/ 573282 h 653610"/>
                <a:gd name="connsiteX17" fmla="*/ 676653 w 757003"/>
                <a:gd name="connsiteY17" fmla="*/ 629670 h 653610"/>
                <a:gd name="connsiteX18" fmla="*/ 80294 w 757003"/>
                <a:gd name="connsiteY18" fmla="*/ 629670 h 653610"/>
                <a:gd name="connsiteX19" fmla="*/ 23944 w 757003"/>
                <a:gd name="connsiteY19" fmla="*/ 573282 h 653610"/>
                <a:gd name="connsiteX20" fmla="*/ 23944 w 757003"/>
                <a:gd name="connsiteY20" fmla="*/ 149937 h 653610"/>
                <a:gd name="connsiteX21" fmla="*/ 80342 w 757003"/>
                <a:gd name="connsiteY21" fmla="*/ 93547 h 653610"/>
                <a:gd name="connsiteX22" fmla="*/ 236539 w 757003"/>
                <a:gd name="connsiteY22" fmla="*/ 93547 h 653610"/>
                <a:gd name="connsiteX23" fmla="*/ 246559 w 757003"/>
                <a:gd name="connsiteY23" fmla="*/ 88135 h 653610"/>
                <a:gd name="connsiteX24" fmla="*/ 288563 w 757003"/>
                <a:gd name="connsiteY24" fmla="*/ 24028 h 653610"/>
                <a:gd name="connsiteX25" fmla="*/ 468369 w 757003"/>
                <a:gd name="connsiteY25" fmla="*/ 23955 h 653610"/>
                <a:gd name="connsiteX26" fmla="*/ 510412 w 757003"/>
                <a:gd name="connsiteY26" fmla="*/ 88063 h 653610"/>
                <a:gd name="connsiteX27" fmla="*/ 520424 w 757003"/>
                <a:gd name="connsiteY27" fmla="*/ 93476 h 653610"/>
                <a:gd name="connsiteX28" fmla="*/ 676645 w 757003"/>
                <a:gd name="connsiteY28" fmla="*/ 93476 h 653610"/>
                <a:gd name="connsiteX29" fmla="*/ 733051 w 757003"/>
                <a:gd name="connsiteY29" fmla="*/ 149905 h 653610"/>
                <a:gd name="connsiteX30" fmla="*/ 733051 w 757003"/>
                <a:gd name="connsiteY30" fmla="*/ 573282 h 653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757003" h="653610">
                  <a:moveTo>
                    <a:pt x="676645" y="69520"/>
                  </a:moveTo>
                  <a:lnTo>
                    <a:pt x="526891" y="69520"/>
                  </a:lnTo>
                  <a:lnTo>
                    <a:pt x="484847" y="5412"/>
                  </a:lnTo>
                  <a:cubicBezTo>
                    <a:pt x="482636" y="2036"/>
                    <a:pt x="478868" y="0"/>
                    <a:pt x="474836" y="0"/>
                  </a:cubicBezTo>
                  <a:lnTo>
                    <a:pt x="474836" y="0"/>
                  </a:lnTo>
                  <a:lnTo>
                    <a:pt x="282088" y="72"/>
                  </a:lnTo>
                  <a:cubicBezTo>
                    <a:pt x="278048" y="72"/>
                    <a:pt x="274287" y="2108"/>
                    <a:pt x="272076" y="5484"/>
                  </a:cubicBezTo>
                  <a:lnTo>
                    <a:pt x="230072" y="69592"/>
                  </a:lnTo>
                  <a:lnTo>
                    <a:pt x="80350" y="69592"/>
                  </a:lnTo>
                  <a:cubicBezTo>
                    <a:pt x="36047" y="69592"/>
                    <a:pt x="0" y="105633"/>
                    <a:pt x="0" y="149968"/>
                  </a:cubicBezTo>
                  <a:lnTo>
                    <a:pt x="0" y="573267"/>
                  </a:lnTo>
                  <a:cubicBezTo>
                    <a:pt x="-16" y="617553"/>
                    <a:pt x="36000" y="653595"/>
                    <a:pt x="80350" y="653610"/>
                  </a:cubicBezTo>
                  <a:lnTo>
                    <a:pt x="676653" y="653610"/>
                  </a:lnTo>
                  <a:cubicBezTo>
                    <a:pt x="720956" y="653610"/>
                    <a:pt x="757003" y="617569"/>
                    <a:pt x="757003" y="573274"/>
                  </a:cubicBezTo>
                  <a:lnTo>
                    <a:pt x="757003" y="149897"/>
                  </a:lnTo>
                  <a:cubicBezTo>
                    <a:pt x="757003" y="105593"/>
                    <a:pt x="720964" y="69536"/>
                    <a:pt x="676653" y="69520"/>
                  </a:cubicBezTo>
                  <a:close/>
                  <a:moveTo>
                    <a:pt x="733051" y="573282"/>
                  </a:moveTo>
                  <a:cubicBezTo>
                    <a:pt x="733051" y="604382"/>
                    <a:pt x="707750" y="629670"/>
                    <a:pt x="676653" y="629670"/>
                  </a:cubicBezTo>
                  <a:lnTo>
                    <a:pt x="80294" y="629670"/>
                  </a:lnTo>
                  <a:cubicBezTo>
                    <a:pt x="49205" y="629655"/>
                    <a:pt x="23928" y="604359"/>
                    <a:pt x="23944" y="573282"/>
                  </a:cubicBezTo>
                  <a:lnTo>
                    <a:pt x="23944" y="149937"/>
                  </a:lnTo>
                  <a:cubicBezTo>
                    <a:pt x="23944" y="118837"/>
                    <a:pt x="49245" y="93547"/>
                    <a:pt x="80342" y="93547"/>
                  </a:cubicBezTo>
                  <a:lnTo>
                    <a:pt x="236539" y="93547"/>
                  </a:lnTo>
                  <a:cubicBezTo>
                    <a:pt x="240579" y="93547"/>
                    <a:pt x="244348" y="91512"/>
                    <a:pt x="246559" y="88135"/>
                  </a:cubicBezTo>
                  <a:lnTo>
                    <a:pt x="288563" y="24028"/>
                  </a:lnTo>
                  <a:lnTo>
                    <a:pt x="468369" y="23955"/>
                  </a:lnTo>
                  <a:lnTo>
                    <a:pt x="510412" y="88063"/>
                  </a:lnTo>
                  <a:cubicBezTo>
                    <a:pt x="512623" y="91441"/>
                    <a:pt x="516392" y="93476"/>
                    <a:pt x="520424" y="93476"/>
                  </a:cubicBezTo>
                  <a:lnTo>
                    <a:pt x="676645" y="93476"/>
                  </a:lnTo>
                  <a:cubicBezTo>
                    <a:pt x="707750" y="93492"/>
                    <a:pt x="733059" y="118805"/>
                    <a:pt x="733051" y="149905"/>
                  </a:cubicBezTo>
                  <a:lnTo>
                    <a:pt x="733051" y="573282"/>
                  </a:lnTo>
                  <a:close/>
                </a:path>
              </a:pathLst>
            </a:custGeom>
            <a:grpFill/>
            <a:ln w="0" cap="flat">
              <a:noFill/>
              <a:prstDash val="solid"/>
              <a:miter/>
            </a:ln>
          </p:spPr>
          <p:txBody>
            <a:bodyPr rtlCol="0" anchor="ctr"/>
            <a:lstStyle/>
            <a:p>
              <a:endParaRPr lang="de-DE"/>
            </a:p>
          </p:txBody>
        </p:sp>
        <p:sp>
          <p:nvSpPr>
            <p:cNvPr id="9" name="Freihandform 8">
              <a:extLst>
                <a:ext uri="{FF2B5EF4-FFF2-40B4-BE49-F238E27FC236}">
                  <a16:creationId xmlns:a16="http://schemas.microsoft.com/office/drawing/2014/main" id="{956C62B1-A69A-AFC3-DDD2-A6DF58C52670}"/>
                </a:ext>
              </a:extLst>
            </p:cNvPr>
            <p:cNvSpPr/>
            <p:nvPr/>
          </p:nvSpPr>
          <p:spPr>
            <a:xfrm>
              <a:off x="5164229" y="10169601"/>
              <a:ext cx="350302" cy="350242"/>
            </a:xfrm>
            <a:custGeom>
              <a:avLst/>
              <a:gdLst>
                <a:gd name="connsiteX0" fmla="*/ 175151 w 350302"/>
                <a:gd name="connsiteY0" fmla="*/ 0 h 350242"/>
                <a:gd name="connsiteX1" fmla="*/ 0 w 350302"/>
                <a:gd name="connsiteY1" fmla="*/ 175121 h 350242"/>
                <a:gd name="connsiteX2" fmla="*/ 175151 w 350302"/>
                <a:gd name="connsiteY2" fmla="*/ 350243 h 350242"/>
                <a:gd name="connsiteX3" fmla="*/ 350302 w 350302"/>
                <a:gd name="connsiteY3" fmla="*/ 175121 h 350242"/>
                <a:gd name="connsiteX4" fmla="*/ 175151 w 350302"/>
                <a:gd name="connsiteY4" fmla="*/ 0 h 350242"/>
                <a:gd name="connsiteX5" fmla="*/ 175151 w 350302"/>
                <a:gd name="connsiteY5" fmla="*/ 326303 h 350242"/>
                <a:gd name="connsiteX6" fmla="*/ 23952 w 350302"/>
                <a:gd name="connsiteY6" fmla="*/ 175130 h 350242"/>
                <a:gd name="connsiteX7" fmla="*/ 175151 w 350302"/>
                <a:gd name="connsiteY7" fmla="*/ 23956 h 350242"/>
                <a:gd name="connsiteX8" fmla="*/ 326351 w 350302"/>
                <a:gd name="connsiteY8" fmla="*/ 175130 h 350242"/>
                <a:gd name="connsiteX9" fmla="*/ 175151 w 350302"/>
                <a:gd name="connsiteY9" fmla="*/ 326303 h 35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0302" h="350242">
                  <a:moveTo>
                    <a:pt x="175151" y="0"/>
                  </a:moveTo>
                  <a:cubicBezTo>
                    <a:pt x="78570" y="0"/>
                    <a:pt x="0" y="78564"/>
                    <a:pt x="0" y="175121"/>
                  </a:cubicBezTo>
                  <a:cubicBezTo>
                    <a:pt x="0" y="271678"/>
                    <a:pt x="78570" y="350243"/>
                    <a:pt x="175151" y="350243"/>
                  </a:cubicBezTo>
                  <a:cubicBezTo>
                    <a:pt x="271733" y="350243"/>
                    <a:pt x="350302" y="271678"/>
                    <a:pt x="350302" y="175121"/>
                  </a:cubicBezTo>
                  <a:cubicBezTo>
                    <a:pt x="350302" y="78564"/>
                    <a:pt x="271725" y="0"/>
                    <a:pt x="175151" y="0"/>
                  </a:cubicBezTo>
                  <a:close/>
                  <a:moveTo>
                    <a:pt x="175151" y="326303"/>
                  </a:moveTo>
                  <a:cubicBezTo>
                    <a:pt x="91783" y="326303"/>
                    <a:pt x="23952" y="258483"/>
                    <a:pt x="23952" y="175130"/>
                  </a:cubicBezTo>
                  <a:cubicBezTo>
                    <a:pt x="23952" y="91776"/>
                    <a:pt x="91783" y="23956"/>
                    <a:pt x="175151" y="23956"/>
                  </a:cubicBezTo>
                  <a:cubicBezTo>
                    <a:pt x="258519" y="23956"/>
                    <a:pt x="326351" y="91776"/>
                    <a:pt x="326351" y="175130"/>
                  </a:cubicBezTo>
                  <a:cubicBezTo>
                    <a:pt x="326351" y="258483"/>
                    <a:pt x="258519" y="326303"/>
                    <a:pt x="175151" y="326303"/>
                  </a:cubicBezTo>
                  <a:close/>
                </a:path>
              </a:pathLst>
            </a:custGeom>
            <a:grpFill/>
            <a:ln w="0" cap="flat">
              <a:noFill/>
              <a:prstDash val="solid"/>
              <a:miter/>
            </a:ln>
          </p:spPr>
          <p:txBody>
            <a:bodyPr rtlCol="0" anchor="ctr"/>
            <a:lstStyle/>
            <a:p>
              <a:endParaRPr lang="de-DE"/>
            </a:p>
          </p:txBody>
        </p:sp>
      </p:grpSp>
      <p:sp>
        <p:nvSpPr>
          <p:cNvPr id="10" name="Freihandform 9">
            <a:extLst>
              <a:ext uri="{FF2B5EF4-FFF2-40B4-BE49-F238E27FC236}">
                <a16:creationId xmlns:a16="http://schemas.microsoft.com/office/drawing/2014/main" id="{FA3DD58F-48BF-AC0F-B5D4-7564FBEA616C}"/>
              </a:ext>
            </a:extLst>
          </p:cNvPr>
          <p:cNvSpPr/>
          <p:nvPr/>
        </p:nvSpPr>
        <p:spPr>
          <a:xfrm>
            <a:off x="8364349" y="3458576"/>
            <a:ext cx="624016" cy="561595"/>
          </a:xfrm>
          <a:custGeom>
            <a:avLst/>
            <a:gdLst>
              <a:gd name="connsiteX0" fmla="*/ 537342 w 749258"/>
              <a:gd name="connsiteY0" fmla="*/ 8 h 674309"/>
              <a:gd name="connsiteX1" fmla="*/ 374749 w 749258"/>
              <a:gd name="connsiteY1" fmla="*/ 85422 h 674309"/>
              <a:gd name="connsiteX2" fmla="*/ 349552 w 749258"/>
              <a:gd name="connsiteY2" fmla="*/ 53355 h 674309"/>
              <a:gd name="connsiteX3" fmla="*/ 211957 w 749258"/>
              <a:gd name="connsiteY3" fmla="*/ 0 h 674309"/>
              <a:gd name="connsiteX4" fmla="*/ 0 w 749258"/>
              <a:gd name="connsiteY4" fmla="*/ 226337 h 674309"/>
              <a:gd name="connsiteX5" fmla="*/ 185658 w 749258"/>
              <a:gd name="connsiteY5" fmla="*/ 554331 h 674309"/>
              <a:gd name="connsiteX6" fmla="*/ 369624 w 749258"/>
              <a:gd name="connsiteY6" fmla="*/ 673207 h 674309"/>
              <a:gd name="connsiteX7" fmla="*/ 374638 w 749258"/>
              <a:gd name="connsiteY7" fmla="*/ 674309 h 674309"/>
              <a:gd name="connsiteX8" fmla="*/ 379651 w 749258"/>
              <a:gd name="connsiteY8" fmla="*/ 673207 h 674309"/>
              <a:gd name="connsiteX9" fmla="*/ 563617 w 749258"/>
              <a:gd name="connsiteY9" fmla="*/ 554331 h 674309"/>
              <a:gd name="connsiteX10" fmla="*/ 749259 w 749258"/>
              <a:gd name="connsiteY10" fmla="*/ 226337 h 674309"/>
              <a:gd name="connsiteX11" fmla="*/ 537342 w 749258"/>
              <a:gd name="connsiteY11" fmla="*/ 0 h 674309"/>
              <a:gd name="connsiteX12" fmla="*/ 374629 w 749258"/>
              <a:gd name="connsiteY12" fmla="*/ 649036 h 674309"/>
              <a:gd name="connsiteX13" fmla="*/ 23944 w 749258"/>
              <a:gd name="connsiteY13" fmla="*/ 226361 h 674309"/>
              <a:gd name="connsiteX14" fmla="*/ 48135 w 749258"/>
              <a:gd name="connsiteY14" fmla="*/ 123554 h 674309"/>
              <a:gd name="connsiteX15" fmla="*/ 211957 w 749258"/>
              <a:gd name="connsiteY15" fmla="*/ 23955 h 674309"/>
              <a:gd name="connsiteX16" fmla="*/ 363332 w 749258"/>
              <a:gd name="connsiteY16" fmla="*/ 115611 h 674309"/>
              <a:gd name="connsiteX17" fmla="*/ 374590 w 749258"/>
              <a:gd name="connsiteY17" fmla="*/ 123570 h 674309"/>
              <a:gd name="connsiteX18" fmla="*/ 374629 w 749258"/>
              <a:gd name="connsiteY18" fmla="*/ 123570 h 674309"/>
              <a:gd name="connsiteX19" fmla="*/ 385895 w 749258"/>
              <a:gd name="connsiteY19" fmla="*/ 115651 h 674309"/>
              <a:gd name="connsiteX20" fmla="*/ 537342 w 749258"/>
              <a:gd name="connsiteY20" fmla="*/ 23955 h 674309"/>
              <a:gd name="connsiteX21" fmla="*/ 701124 w 749258"/>
              <a:gd name="connsiteY21" fmla="*/ 123554 h 674309"/>
              <a:gd name="connsiteX22" fmla="*/ 725307 w 749258"/>
              <a:gd name="connsiteY22" fmla="*/ 226345 h 674309"/>
              <a:gd name="connsiteX23" fmla="*/ 374638 w 749258"/>
              <a:gd name="connsiteY23" fmla="*/ 649036 h 674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49258" h="674309">
                <a:moveTo>
                  <a:pt x="537342" y="8"/>
                </a:moveTo>
                <a:cubicBezTo>
                  <a:pt x="441806" y="8"/>
                  <a:pt x="394334" y="53914"/>
                  <a:pt x="374749" y="85422"/>
                </a:cubicBezTo>
                <a:cubicBezTo>
                  <a:pt x="369017" y="76042"/>
                  <a:pt x="360809" y="64691"/>
                  <a:pt x="349552" y="53355"/>
                </a:cubicBezTo>
                <a:cubicBezTo>
                  <a:pt x="325369" y="29017"/>
                  <a:pt x="281864" y="0"/>
                  <a:pt x="211957" y="0"/>
                </a:cubicBezTo>
                <a:cubicBezTo>
                  <a:pt x="2419" y="0"/>
                  <a:pt x="0" y="224070"/>
                  <a:pt x="0" y="226337"/>
                </a:cubicBezTo>
                <a:cubicBezTo>
                  <a:pt x="0" y="339913"/>
                  <a:pt x="64207" y="453336"/>
                  <a:pt x="185658" y="554331"/>
                </a:cubicBezTo>
                <a:cubicBezTo>
                  <a:pt x="276483" y="629878"/>
                  <a:pt x="365863" y="671468"/>
                  <a:pt x="369624" y="673207"/>
                </a:cubicBezTo>
                <a:cubicBezTo>
                  <a:pt x="371213" y="673942"/>
                  <a:pt x="372929" y="674309"/>
                  <a:pt x="374638" y="674309"/>
                </a:cubicBezTo>
                <a:cubicBezTo>
                  <a:pt x="376346" y="674309"/>
                  <a:pt x="378063" y="673942"/>
                  <a:pt x="379651" y="673207"/>
                </a:cubicBezTo>
                <a:cubicBezTo>
                  <a:pt x="383412" y="671468"/>
                  <a:pt x="472792" y="629878"/>
                  <a:pt x="563617" y="554331"/>
                </a:cubicBezTo>
                <a:cubicBezTo>
                  <a:pt x="685060" y="453336"/>
                  <a:pt x="749259" y="339913"/>
                  <a:pt x="749259" y="226337"/>
                </a:cubicBezTo>
                <a:cubicBezTo>
                  <a:pt x="749259" y="224078"/>
                  <a:pt x="746832" y="0"/>
                  <a:pt x="537342" y="0"/>
                </a:cubicBezTo>
                <a:close/>
                <a:moveTo>
                  <a:pt x="374629" y="649036"/>
                </a:moveTo>
                <a:cubicBezTo>
                  <a:pt x="331325" y="627659"/>
                  <a:pt x="23960" y="467322"/>
                  <a:pt x="23944" y="226361"/>
                </a:cubicBezTo>
                <a:cubicBezTo>
                  <a:pt x="23944" y="225842"/>
                  <a:pt x="24327" y="174147"/>
                  <a:pt x="48135" y="123554"/>
                </a:cubicBezTo>
                <a:cubicBezTo>
                  <a:pt x="79241" y="57475"/>
                  <a:pt x="134353" y="23955"/>
                  <a:pt x="211957" y="23955"/>
                </a:cubicBezTo>
                <a:cubicBezTo>
                  <a:pt x="328866" y="23955"/>
                  <a:pt x="361991" y="111908"/>
                  <a:pt x="363332" y="115611"/>
                </a:cubicBezTo>
                <a:cubicBezTo>
                  <a:pt x="365025" y="120377"/>
                  <a:pt x="369528" y="123554"/>
                  <a:pt x="374590" y="123570"/>
                </a:cubicBezTo>
                <a:lnTo>
                  <a:pt x="374629" y="123570"/>
                </a:lnTo>
                <a:cubicBezTo>
                  <a:pt x="379667" y="123570"/>
                  <a:pt x="384178" y="120393"/>
                  <a:pt x="385895" y="115651"/>
                </a:cubicBezTo>
                <a:cubicBezTo>
                  <a:pt x="387252" y="111900"/>
                  <a:pt x="420409" y="23955"/>
                  <a:pt x="537342" y="23955"/>
                </a:cubicBezTo>
                <a:cubicBezTo>
                  <a:pt x="614922" y="23955"/>
                  <a:pt x="670027" y="57458"/>
                  <a:pt x="701124" y="123554"/>
                </a:cubicBezTo>
                <a:cubicBezTo>
                  <a:pt x="724924" y="174147"/>
                  <a:pt x="725307" y="225834"/>
                  <a:pt x="725307" y="226345"/>
                </a:cubicBezTo>
                <a:cubicBezTo>
                  <a:pt x="725307" y="467322"/>
                  <a:pt x="417942" y="627659"/>
                  <a:pt x="374638" y="649036"/>
                </a:cubicBezTo>
                <a:close/>
              </a:path>
            </a:pathLst>
          </a:custGeom>
          <a:solidFill>
            <a:schemeClr val="tx1"/>
          </a:solidFill>
          <a:ln w="0" cap="flat">
            <a:noFill/>
            <a:prstDash val="solid"/>
            <a:miter/>
          </a:ln>
        </p:spPr>
        <p:txBody>
          <a:bodyPr rtlCol="0" anchor="ctr"/>
          <a:lstStyle/>
          <a:p>
            <a:endParaRPr lang="de-DE"/>
          </a:p>
        </p:txBody>
      </p:sp>
      <p:sp>
        <p:nvSpPr>
          <p:cNvPr id="11" name="Freihandform 10">
            <a:extLst>
              <a:ext uri="{FF2B5EF4-FFF2-40B4-BE49-F238E27FC236}">
                <a16:creationId xmlns:a16="http://schemas.microsoft.com/office/drawing/2014/main" id="{44947CFB-14E8-F63A-F42F-B6C169EC44D2}"/>
              </a:ext>
            </a:extLst>
          </p:cNvPr>
          <p:cNvSpPr/>
          <p:nvPr/>
        </p:nvSpPr>
        <p:spPr>
          <a:xfrm>
            <a:off x="8296228" y="1540467"/>
            <a:ext cx="593322" cy="607826"/>
          </a:xfrm>
          <a:custGeom>
            <a:avLst/>
            <a:gdLst>
              <a:gd name="connsiteX0" fmla="*/ 358478 w 712404"/>
              <a:gd name="connsiteY0" fmla="*/ 0 h 729819"/>
              <a:gd name="connsiteX1" fmla="*/ 356131 w 712404"/>
              <a:gd name="connsiteY1" fmla="*/ 0 h 729819"/>
              <a:gd name="connsiteX2" fmla="*/ 105939 w 712404"/>
              <a:gd name="connsiteY2" fmla="*/ 102704 h 729819"/>
              <a:gd name="connsiteX3" fmla="*/ 0 w 712404"/>
              <a:gd name="connsiteY3" fmla="*/ 353946 h 729819"/>
              <a:gd name="connsiteX4" fmla="*/ 0 w 712404"/>
              <a:gd name="connsiteY4" fmla="*/ 633103 h 729819"/>
              <a:gd name="connsiteX5" fmla="*/ 96805 w 712404"/>
              <a:gd name="connsiteY5" fmla="*/ 729820 h 729819"/>
              <a:gd name="connsiteX6" fmla="*/ 180756 w 712404"/>
              <a:gd name="connsiteY6" fmla="*/ 729820 h 729819"/>
              <a:gd name="connsiteX7" fmla="*/ 192732 w 712404"/>
              <a:gd name="connsiteY7" fmla="*/ 717846 h 729819"/>
              <a:gd name="connsiteX8" fmla="*/ 192732 w 712404"/>
              <a:gd name="connsiteY8" fmla="*/ 353978 h 729819"/>
              <a:gd name="connsiteX9" fmla="*/ 180756 w 712404"/>
              <a:gd name="connsiteY9" fmla="*/ 342004 h 729819"/>
              <a:gd name="connsiteX10" fmla="*/ 96885 w 712404"/>
              <a:gd name="connsiteY10" fmla="*/ 342004 h 729819"/>
              <a:gd name="connsiteX11" fmla="*/ 23952 w 712404"/>
              <a:gd name="connsiteY11" fmla="*/ 375316 h 729819"/>
              <a:gd name="connsiteX12" fmla="*/ 23952 w 712404"/>
              <a:gd name="connsiteY12" fmla="*/ 354026 h 729819"/>
              <a:gd name="connsiteX13" fmla="*/ 122762 w 712404"/>
              <a:gd name="connsiteY13" fmla="*/ 119747 h 729819"/>
              <a:gd name="connsiteX14" fmla="*/ 358318 w 712404"/>
              <a:gd name="connsiteY14" fmla="*/ 23956 h 729819"/>
              <a:gd name="connsiteX15" fmla="*/ 688453 w 712404"/>
              <a:gd name="connsiteY15" fmla="*/ 353946 h 729819"/>
              <a:gd name="connsiteX16" fmla="*/ 688453 w 712404"/>
              <a:gd name="connsiteY16" fmla="*/ 375339 h 729819"/>
              <a:gd name="connsiteX17" fmla="*/ 615512 w 712404"/>
              <a:gd name="connsiteY17" fmla="*/ 341996 h 729819"/>
              <a:gd name="connsiteX18" fmla="*/ 531570 w 712404"/>
              <a:gd name="connsiteY18" fmla="*/ 341996 h 729819"/>
              <a:gd name="connsiteX19" fmla="*/ 519594 w 712404"/>
              <a:gd name="connsiteY19" fmla="*/ 353970 h 729819"/>
              <a:gd name="connsiteX20" fmla="*/ 519594 w 712404"/>
              <a:gd name="connsiteY20" fmla="*/ 717838 h 729819"/>
              <a:gd name="connsiteX21" fmla="*/ 531570 w 712404"/>
              <a:gd name="connsiteY21" fmla="*/ 729812 h 729819"/>
              <a:gd name="connsiteX22" fmla="*/ 615561 w 712404"/>
              <a:gd name="connsiteY22" fmla="*/ 729812 h 729819"/>
              <a:gd name="connsiteX23" fmla="*/ 683990 w 712404"/>
              <a:gd name="connsiteY23" fmla="*/ 701498 h 729819"/>
              <a:gd name="connsiteX24" fmla="*/ 712405 w 712404"/>
              <a:gd name="connsiteY24" fmla="*/ 632951 h 729819"/>
              <a:gd name="connsiteX25" fmla="*/ 712405 w 712404"/>
              <a:gd name="connsiteY25" fmla="*/ 353859 h 729819"/>
              <a:gd name="connsiteX26" fmla="*/ 358478 w 712404"/>
              <a:gd name="connsiteY26" fmla="*/ 0 h 729819"/>
              <a:gd name="connsiteX27" fmla="*/ 96893 w 712404"/>
              <a:gd name="connsiteY27" fmla="*/ 365944 h 729819"/>
              <a:gd name="connsiteX28" fmla="*/ 168788 w 712404"/>
              <a:gd name="connsiteY28" fmla="*/ 365944 h 729819"/>
              <a:gd name="connsiteX29" fmla="*/ 168788 w 712404"/>
              <a:gd name="connsiteY29" fmla="*/ 705864 h 729819"/>
              <a:gd name="connsiteX30" fmla="*/ 96822 w 712404"/>
              <a:gd name="connsiteY30" fmla="*/ 705864 h 729819"/>
              <a:gd name="connsiteX31" fmla="*/ 23961 w 712404"/>
              <a:gd name="connsiteY31" fmla="*/ 632984 h 729819"/>
              <a:gd name="connsiteX32" fmla="*/ 23961 w 712404"/>
              <a:gd name="connsiteY32" fmla="*/ 438849 h 729819"/>
              <a:gd name="connsiteX33" fmla="*/ 96893 w 712404"/>
              <a:gd name="connsiteY33" fmla="*/ 365944 h 729819"/>
              <a:gd name="connsiteX34" fmla="*/ 688453 w 712404"/>
              <a:gd name="connsiteY34" fmla="*/ 633031 h 729819"/>
              <a:gd name="connsiteX35" fmla="*/ 667065 w 712404"/>
              <a:gd name="connsiteY35" fmla="*/ 684551 h 729819"/>
              <a:gd name="connsiteX36" fmla="*/ 615552 w 712404"/>
              <a:gd name="connsiteY36" fmla="*/ 705864 h 729819"/>
              <a:gd name="connsiteX37" fmla="*/ 543546 w 712404"/>
              <a:gd name="connsiteY37" fmla="*/ 705864 h 729819"/>
              <a:gd name="connsiteX38" fmla="*/ 543546 w 712404"/>
              <a:gd name="connsiteY38" fmla="*/ 365944 h 729819"/>
              <a:gd name="connsiteX39" fmla="*/ 615504 w 712404"/>
              <a:gd name="connsiteY39" fmla="*/ 365944 h 729819"/>
              <a:gd name="connsiteX40" fmla="*/ 688453 w 712404"/>
              <a:gd name="connsiteY40" fmla="*/ 438841 h 729819"/>
              <a:gd name="connsiteX41" fmla="*/ 688453 w 712404"/>
              <a:gd name="connsiteY41" fmla="*/ 633031 h 7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12404" h="729819">
                <a:moveTo>
                  <a:pt x="358478" y="0"/>
                </a:moveTo>
                <a:cubicBezTo>
                  <a:pt x="357688" y="0"/>
                  <a:pt x="356922" y="0"/>
                  <a:pt x="356131" y="0"/>
                </a:cubicBezTo>
                <a:cubicBezTo>
                  <a:pt x="261857" y="0"/>
                  <a:pt x="173084" y="36416"/>
                  <a:pt x="105939" y="102704"/>
                </a:cubicBezTo>
                <a:cubicBezTo>
                  <a:pt x="38235" y="169541"/>
                  <a:pt x="615" y="258739"/>
                  <a:pt x="0" y="353946"/>
                </a:cubicBezTo>
                <a:lnTo>
                  <a:pt x="0" y="633103"/>
                </a:lnTo>
                <a:cubicBezTo>
                  <a:pt x="48" y="686458"/>
                  <a:pt x="43465" y="729820"/>
                  <a:pt x="96805" y="729820"/>
                </a:cubicBezTo>
                <a:lnTo>
                  <a:pt x="180756" y="729820"/>
                </a:lnTo>
                <a:cubicBezTo>
                  <a:pt x="187367" y="729820"/>
                  <a:pt x="192732" y="724455"/>
                  <a:pt x="192732" y="717846"/>
                </a:cubicBezTo>
                <a:lnTo>
                  <a:pt x="192732" y="353978"/>
                </a:lnTo>
                <a:cubicBezTo>
                  <a:pt x="192732" y="347368"/>
                  <a:pt x="187367" y="342004"/>
                  <a:pt x="180756" y="342004"/>
                </a:cubicBezTo>
                <a:lnTo>
                  <a:pt x="96885" y="342004"/>
                </a:lnTo>
                <a:cubicBezTo>
                  <a:pt x="67800" y="342004"/>
                  <a:pt x="41732" y="354952"/>
                  <a:pt x="23952" y="375316"/>
                </a:cubicBezTo>
                <a:lnTo>
                  <a:pt x="23952" y="354026"/>
                </a:lnTo>
                <a:cubicBezTo>
                  <a:pt x="24511" y="265292"/>
                  <a:pt x="59608" y="182098"/>
                  <a:pt x="122762" y="119747"/>
                </a:cubicBezTo>
                <a:cubicBezTo>
                  <a:pt x="185921" y="57411"/>
                  <a:pt x="269362" y="23294"/>
                  <a:pt x="358318" y="23956"/>
                </a:cubicBezTo>
                <a:cubicBezTo>
                  <a:pt x="539194" y="25113"/>
                  <a:pt x="687288" y="173174"/>
                  <a:pt x="688453" y="353946"/>
                </a:cubicBezTo>
                <a:lnTo>
                  <a:pt x="688453" y="375339"/>
                </a:lnTo>
                <a:cubicBezTo>
                  <a:pt x="670674" y="354968"/>
                  <a:pt x="644606" y="342004"/>
                  <a:pt x="615512" y="341996"/>
                </a:cubicBezTo>
                <a:lnTo>
                  <a:pt x="531570" y="341996"/>
                </a:lnTo>
                <a:cubicBezTo>
                  <a:pt x="524959" y="341996"/>
                  <a:pt x="519594" y="347360"/>
                  <a:pt x="519594" y="353970"/>
                </a:cubicBezTo>
                <a:lnTo>
                  <a:pt x="519594" y="717838"/>
                </a:lnTo>
                <a:cubicBezTo>
                  <a:pt x="519594" y="724448"/>
                  <a:pt x="524959" y="729812"/>
                  <a:pt x="531570" y="729812"/>
                </a:cubicBezTo>
                <a:lnTo>
                  <a:pt x="615561" y="729812"/>
                </a:lnTo>
                <a:cubicBezTo>
                  <a:pt x="641404" y="729812"/>
                  <a:pt x="665707" y="719754"/>
                  <a:pt x="683990" y="701498"/>
                </a:cubicBezTo>
                <a:cubicBezTo>
                  <a:pt x="702297" y="683218"/>
                  <a:pt x="712389" y="658911"/>
                  <a:pt x="712405" y="632951"/>
                </a:cubicBezTo>
                <a:lnTo>
                  <a:pt x="712405" y="353859"/>
                </a:lnTo>
                <a:cubicBezTo>
                  <a:pt x="711160" y="159978"/>
                  <a:pt x="552391" y="1238"/>
                  <a:pt x="358478" y="0"/>
                </a:cubicBezTo>
                <a:close/>
                <a:moveTo>
                  <a:pt x="96893" y="365944"/>
                </a:moveTo>
                <a:lnTo>
                  <a:pt x="168788" y="365944"/>
                </a:lnTo>
                <a:lnTo>
                  <a:pt x="168788" y="705864"/>
                </a:lnTo>
                <a:lnTo>
                  <a:pt x="96822" y="705864"/>
                </a:lnTo>
                <a:cubicBezTo>
                  <a:pt x="56678" y="705864"/>
                  <a:pt x="23992" y="673224"/>
                  <a:pt x="23961" y="632984"/>
                </a:cubicBezTo>
                <a:lnTo>
                  <a:pt x="23961" y="438849"/>
                </a:lnTo>
                <a:cubicBezTo>
                  <a:pt x="23976" y="398648"/>
                  <a:pt x="56694" y="365944"/>
                  <a:pt x="96893" y="365944"/>
                </a:cubicBezTo>
                <a:close/>
                <a:moveTo>
                  <a:pt x="688453" y="633031"/>
                </a:moveTo>
                <a:cubicBezTo>
                  <a:pt x="688438" y="652494"/>
                  <a:pt x="680845" y="670790"/>
                  <a:pt x="667065" y="684551"/>
                </a:cubicBezTo>
                <a:cubicBezTo>
                  <a:pt x="653300" y="698297"/>
                  <a:pt x="635009" y="705864"/>
                  <a:pt x="615552" y="705864"/>
                </a:cubicBezTo>
                <a:lnTo>
                  <a:pt x="543546" y="705864"/>
                </a:lnTo>
                <a:lnTo>
                  <a:pt x="543546" y="365944"/>
                </a:lnTo>
                <a:lnTo>
                  <a:pt x="615504" y="365944"/>
                </a:lnTo>
                <a:cubicBezTo>
                  <a:pt x="655704" y="365960"/>
                  <a:pt x="688430" y="398664"/>
                  <a:pt x="688453" y="438841"/>
                </a:cubicBezTo>
                <a:lnTo>
                  <a:pt x="688453" y="633031"/>
                </a:lnTo>
                <a:close/>
              </a:path>
            </a:pathLst>
          </a:custGeom>
          <a:solidFill>
            <a:schemeClr val="tx1"/>
          </a:solidFill>
          <a:ln w="0" cap="flat">
            <a:noFill/>
            <a:prstDash val="solid"/>
            <a:miter/>
          </a:ln>
        </p:spPr>
        <p:txBody>
          <a:bodyPr rtlCol="0" anchor="ctr"/>
          <a:lstStyle/>
          <a:p>
            <a:endParaRPr lang="de-DE"/>
          </a:p>
        </p:txBody>
      </p:sp>
      <p:sp>
        <p:nvSpPr>
          <p:cNvPr id="12" name="Freihandform 11">
            <a:extLst>
              <a:ext uri="{FF2B5EF4-FFF2-40B4-BE49-F238E27FC236}">
                <a16:creationId xmlns:a16="http://schemas.microsoft.com/office/drawing/2014/main" id="{3F8A6A2B-4E85-2F71-2892-DFFA27609396}"/>
              </a:ext>
            </a:extLst>
          </p:cNvPr>
          <p:cNvSpPr/>
          <p:nvPr/>
        </p:nvSpPr>
        <p:spPr>
          <a:xfrm>
            <a:off x="5770480" y="1532906"/>
            <a:ext cx="651043" cy="622949"/>
          </a:xfrm>
          <a:custGeom>
            <a:avLst/>
            <a:gdLst>
              <a:gd name="connsiteX0" fmla="*/ 745186 w 781709"/>
              <a:gd name="connsiteY0" fmla="*/ 251112 h 747977"/>
              <a:gd name="connsiteX1" fmla="*/ 539360 w 781709"/>
              <a:gd name="connsiteY1" fmla="*/ 204239 h 747977"/>
              <a:gd name="connsiteX2" fmla="*/ 431122 w 781709"/>
              <a:gd name="connsiteY2" fmla="*/ 22939 h 747977"/>
              <a:gd name="connsiteX3" fmla="*/ 414755 w 781709"/>
              <a:gd name="connsiteY3" fmla="*/ 6568 h 747977"/>
              <a:gd name="connsiteX4" fmla="*/ 379283 w 781709"/>
              <a:gd name="connsiteY4" fmla="*/ 1459 h 747977"/>
              <a:gd name="connsiteX5" fmla="*/ 350605 w 781709"/>
              <a:gd name="connsiteY5" fmla="*/ 22908 h 747977"/>
              <a:gd name="connsiteX6" fmla="*/ 242359 w 781709"/>
              <a:gd name="connsiteY6" fmla="*/ 204239 h 747977"/>
              <a:gd name="connsiteX7" fmla="*/ 36605 w 781709"/>
              <a:gd name="connsiteY7" fmla="*/ 251104 h 747977"/>
              <a:gd name="connsiteX8" fmla="*/ 15951 w 781709"/>
              <a:gd name="connsiteY8" fmla="*/ 261577 h 747977"/>
              <a:gd name="connsiteX9" fmla="*/ 11584 w 781709"/>
              <a:gd name="connsiteY9" fmla="*/ 327648 h 747977"/>
              <a:gd name="connsiteX10" fmla="*/ 150583 w 781709"/>
              <a:gd name="connsiteY10" fmla="*/ 486558 h 747977"/>
              <a:gd name="connsiteX11" fmla="*/ 132157 w 781709"/>
              <a:gd name="connsiteY11" fmla="*/ 690240 h 747977"/>
              <a:gd name="connsiteX12" fmla="*/ 130927 w 781709"/>
              <a:gd name="connsiteY12" fmla="*/ 700992 h 747977"/>
              <a:gd name="connsiteX13" fmla="*/ 177825 w 781709"/>
              <a:gd name="connsiteY13" fmla="*/ 747977 h 747977"/>
              <a:gd name="connsiteX14" fmla="*/ 177825 w 781709"/>
              <a:gd name="connsiteY14" fmla="*/ 747977 h 747977"/>
              <a:gd name="connsiteX15" fmla="*/ 178855 w 781709"/>
              <a:gd name="connsiteY15" fmla="*/ 747922 h 747977"/>
              <a:gd name="connsiteX16" fmla="*/ 196731 w 781709"/>
              <a:gd name="connsiteY16" fmla="*/ 744122 h 747977"/>
              <a:gd name="connsiteX17" fmla="*/ 390796 w 781709"/>
              <a:gd name="connsiteY17" fmla="*/ 661096 h 747977"/>
              <a:gd name="connsiteX18" fmla="*/ 584925 w 781709"/>
              <a:gd name="connsiteY18" fmla="*/ 744122 h 747977"/>
              <a:gd name="connsiteX19" fmla="*/ 630968 w 781709"/>
              <a:gd name="connsiteY19" fmla="*/ 738981 h 747977"/>
              <a:gd name="connsiteX20" fmla="*/ 650066 w 781709"/>
              <a:gd name="connsiteY20" fmla="*/ 696785 h 747977"/>
              <a:gd name="connsiteX21" fmla="*/ 631095 w 781709"/>
              <a:gd name="connsiteY21" fmla="*/ 486558 h 747977"/>
              <a:gd name="connsiteX22" fmla="*/ 770072 w 781709"/>
              <a:gd name="connsiteY22" fmla="*/ 327665 h 747977"/>
              <a:gd name="connsiteX23" fmla="*/ 780571 w 781709"/>
              <a:gd name="connsiteY23" fmla="*/ 307022 h 747977"/>
              <a:gd name="connsiteX24" fmla="*/ 745162 w 781709"/>
              <a:gd name="connsiteY24" fmla="*/ 251104 h 747977"/>
              <a:gd name="connsiteX25" fmla="*/ 757210 w 781709"/>
              <a:gd name="connsiteY25" fmla="*/ 301793 h 747977"/>
              <a:gd name="connsiteX26" fmla="*/ 752060 w 781709"/>
              <a:gd name="connsiteY26" fmla="*/ 311900 h 747977"/>
              <a:gd name="connsiteX27" fmla="*/ 609699 w 781709"/>
              <a:gd name="connsiteY27" fmla="*/ 474672 h 747977"/>
              <a:gd name="connsiteX28" fmla="*/ 606785 w 781709"/>
              <a:gd name="connsiteY28" fmla="*/ 483628 h 747977"/>
              <a:gd name="connsiteX29" fmla="*/ 626225 w 781709"/>
              <a:gd name="connsiteY29" fmla="*/ 699021 h 747977"/>
              <a:gd name="connsiteX30" fmla="*/ 616948 w 781709"/>
              <a:gd name="connsiteY30" fmla="*/ 719592 h 747977"/>
              <a:gd name="connsiteX31" fmla="*/ 594362 w 781709"/>
              <a:gd name="connsiteY31" fmla="*/ 722114 h 747977"/>
              <a:gd name="connsiteX32" fmla="*/ 395522 w 781709"/>
              <a:gd name="connsiteY32" fmla="*/ 637068 h 747977"/>
              <a:gd name="connsiteX33" fmla="*/ 386101 w 781709"/>
              <a:gd name="connsiteY33" fmla="*/ 637068 h 747977"/>
              <a:gd name="connsiteX34" fmla="*/ 187350 w 781709"/>
              <a:gd name="connsiteY34" fmla="*/ 722106 h 747977"/>
              <a:gd name="connsiteX35" fmla="*/ 178248 w 781709"/>
              <a:gd name="connsiteY35" fmla="*/ 723982 h 747977"/>
              <a:gd name="connsiteX36" fmla="*/ 177330 w 781709"/>
              <a:gd name="connsiteY36" fmla="*/ 724022 h 747977"/>
              <a:gd name="connsiteX37" fmla="*/ 154879 w 781709"/>
              <a:gd name="connsiteY37" fmla="*/ 701032 h 747977"/>
              <a:gd name="connsiteX38" fmla="*/ 155622 w 781709"/>
              <a:gd name="connsiteY38" fmla="*/ 695117 h 747977"/>
              <a:gd name="connsiteX39" fmla="*/ 155941 w 781709"/>
              <a:gd name="connsiteY39" fmla="*/ 693274 h 747977"/>
              <a:gd name="connsiteX40" fmla="*/ 174903 w 781709"/>
              <a:gd name="connsiteY40" fmla="*/ 483620 h 747977"/>
              <a:gd name="connsiteX41" fmla="*/ 171988 w 781709"/>
              <a:gd name="connsiteY41" fmla="*/ 474663 h 747977"/>
              <a:gd name="connsiteX42" fmla="*/ 29603 w 781709"/>
              <a:gd name="connsiteY42" fmla="*/ 311883 h 747977"/>
              <a:gd name="connsiteX43" fmla="*/ 31743 w 781709"/>
              <a:gd name="connsiteY43" fmla="*/ 279586 h 747977"/>
              <a:gd name="connsiteX44" fmla="*/ 41875 w 781709"/>
              <a:gd name="connsiteY44" fmla="*/ 274461 h 747977"/>
              <a:gd name="connsiteX45" fmla="*/ 252674 w 781709"/>
              <a:gd name="connsiteY45" fmla="*/ 226446 h 747977"/>
              <a:gd name="connsiteX46" fmla="*/ 260298 w 781709"/>
              <a:gd name="connsiteY46" fmla="*/ 220906 h 747977"/>
              <a:gd name="connsiteX47" fmla="*/ 371187 w 781709"/>
              <a:gd name="connsiteY47" fmla="*/ 35145 h 747977"/>
              <a:gd name="connsiteX48" fmla="*/ 385199 w 781709"/>
              <a:gd name="connsiteY48" fmla="*/ 24664 h 747977"/>
              <a:gd name="connsiteX49" fmla="*/ 390891 w 781709"/>
              <a:gd name="connsiteY49" fmla="*/ 23946 h 747977"/>
              <a:gd name="connsiteX50" fmla="*/ 402532 w 781709"/>
              <a:gd name="connsiteY50" fmla="*/ 27154 h 747977"/>
              <a:gd name="connsiteX51" fmla="*/ 410540 w 781709"/>
              <a:gd name="connsiteY51" fmla="*/ 35168 h 747977"/>
              <a:gd name="connsiteX52" fmla="*/ 521420 w 781709"/>
              <a:gd name="connsiteY52" fmla="*/ 220906 h 747977"/>
              <a:gd name="connsiteX53" fmla="*/ 529045 w 781709"/>
              <a:gd name="connsiteY53" fmla="*/ 226446 h 747977"/>
              <a:gd name="connsiteX54" fmla="*/ 739909 w 781709"/>
              <a:gd name="connsiteY54" fmla="*/ 274469 h 747977"/>
              <a:gd name="connsiteX55" fmla="*/ 757218 w 781709"/>
              <a:gd name="connsiteY55" fmla="*/ 301785 h 7479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781709" h="747977">
                <a:moveTo>
                  <a:pt x="745186" y="251112"/>
                </a:moveTo>
                <a:lnTo>
                  <a:pt x="539360" y="204239"/>
                </a:lnTo>
                <a:lnTo>
                  <a:pt x="431122" y="22939"/>
                </a:lnTo>
                <a:cubicBezTo>
                  <a:pt x="427146" y="16218"/>
                  <a:pt x="421486" y="10559"/>
                  <a:pt x="414755" y="6568"/>
                </a:cubicBezTo>
                <a:cubicBezTo>
                  <a:pt x="404001" y="189"/>
                  <a:pt x="391395" y="-1607"/>
                  <a:pt x="379283" y="1459"/>
                </a:cubicBezTo>
                <a:cubicBezTo>
                  <a:pt x="367163" y="4548"/>
                  <a:pt x="356976" y="12171"/>
                  <a:pt x="350605" y="22908"/>
                </a:cubicBezTo>
                <a:lnTo>
                  <a:pt x="242359" y="204239"/>
                </a:lnTo>
                <a:lnTo>
                  <a:pt x="36605" y="251104"/>
                </a:lnTo>
                <a:cubicBezTo>
                  <a:pt x="28972" y="252804"/>
                  <a:pt x="21827" y="256428"/>
                  <a:pt x="15951" y="261577"/>
                </a:cubicBezTo>
                <a:cubicBezTo>
                  <a:pt x="-3474" y="278597"/>
                  <a:pt x="-5430" y="308244"/>
                  <a:pt x="11584" y="327648"/>
                </a:cubicBezTo>
                <a:lnTo>
                  <a:pt x="150583" y="486558"/>
                </a:lnTo>
                <a:lnTo>
                  <a:pt x="132157" y="690240"/>
                </a:lnTo>
                <a:cubicBezTo>
                  <a:pt x="131342" y="693760"/>
                  <a:pt x="130935" y="697368"/>
                  <a:pt x="130927" y="700992"/>
                </a:cubicBezTo>
                <a:cubicBezTo>
                  <a:pt x="130903" y="726863"/>
                  <a:pt x="151949" y="747946"/>
                  <a:pt x="177825" y="747977"/>
                </a:cubicBezTo>
                <a:lnTo>
                  <a:pt x="177825" y="747977"/>
                </a:lnTo>
                <a:cubicBezTo>
                  <a:pt x="178064" y="747977"/>
                  <a:pt x="178479" y="747954"/>
                  <a:pt x="178855" y="747922"/>
                </a:cubicBezTo>
                <a:cubicBezTo>
                  <a:pt x="185010" y="747826"/>
                  <a:pt x="191022" y="746556"/>
                  <a:pt x="196731" y="744122"/>
                </a:cubicBezTo>
                <a:lnTo>
                  <a:pt x="390796" y="661096"/>
                </a:lnTo>
                <a:lnTo>
                  <a:pt x="584925" y="744122"/>
                </a:lnTo>
                <a:cubicBezTo>
                  <a:pt x="600022" y="750588"/>
                  <a:pt x="617651" y="748608"/>
                  <a:pt x="630968" y="738981"/>
                </a:cubicBezTo>
                <a:cubicBezTo>
                  <a:pt x="644317" y="729306"/>
                  <a:pt x="651630" y="713118"/>
                  <a:pt x="650066" y="696785"/>
                </a:cubicBezTo>
                <a:lnTo>
                  <a:pt x="631095" y="486558"/>
                </a:lnTo>
                <a:lnTo>
                  <a:pt x="770072" y="327665"/>
                </a:lnTo>
                <a:cubicBezTo>
                  <a:pt x="775229" y="321789"/>
                  <a:pt x="778862" y="314646"/>
                  <a:pt x="780571" y="307022"/>
                </a:cubicBezTo>
                <a:cubicBezTo>
                  <a:pt x="786215" y="281837"/>
                  <a:pt x="770319" y="256740"/>
                  <a:pt x="745162" y="251104"/>
                </a:cubicBezTo>
                <a:close/>
                <a:moveTo>
                  <a:pt x="757210" y="301793"/>
                </a:moveTo>
                <a:cubicBezTo>
                  <a:pt x="756379" y="305513"/>
                  <a:pt x="754599" y="309002"/>
                  <a:pt x="752060" y="311900"/>
                </a:cubicBezTo>
                <a:lnTo>
                  <a:pt x="609699" y="474672"/>
                </a:lnTo>
                <a:cubicBezTo>
                  <a:pt x="607535" y="477138"/>
                  <a:pt x="606497" y="480371"/>
                  <a:pt x="606785" y="483628"/>
                </a:cubicBezTo>
                <a:lnTo>
                  <a:pt x="626225" y="699021"/>
                </a:lnTo>
                <a:cubicBezTo>
                  <a:pt x="626992" y="707003"/>
                  <a:pt x="623431" y="714889"/>
                  <a:pt x="616948" y="719592"/>
                </a:cubicBezTo>
                <a:cubicBezTo>
                  <a:pt x="610410" y="724294"/>
                  <a:pt x="601771" y="725275"/>
                  <a:pt x="594362" y="722114"/>
                </a:cubicBezTo>
                <a:lnTo>
                  <a:pt x="395522" y="637068"/>
                </a:lnTo>
                <a:cubicBezTo>
                  <a:pt x="392512" y="635775"/>
                  <a:pt x="389111" y="635775"/>
                  <a:pt x="386101" y="637068"/>
                </a:cubicBezTo>
                <a:lnTo>
                  <a:pt x="187350" y="722106"/>
                </a:lnTo>
                <a:cubicBezTo>
                  <a:pt x="184451" y="723336"/>
                  <a:pt x="181386" y="723966"/>
                  <a:pt x="178248" y="723982"/>
                </a:cubicBezTo>
                <a:cubicBezTo>
                  <a:pt x="177944" y="723982"/>
                  <a:pt x="177641" y="723998"/>
                  <a:pt x="177330" y="724022"/>
                </a:cubicBezTo>
                <a:cubicBezTo>
                  <a:pt x="164891" y="723726"/>
                  <a:pt x="154879" y="713516"/>
                  <a:pt x="154879" y="701032"/>
                </a:cubicBezTo>
                <a:cubicBezTo>
                  <a:pt x="154879" y="699044"/>
                  <a:pt x="155134" y="697057"/>
                  <a:pt x="155622" y="695117"/>
                </a:cubicBezTo>
                <a:cubicBezTo>
                  <a:pt x="155781" y="694519"/>
                  <a:pt x="155885" y="693896"/>
                  <a:pt x="155941" y="693274"/>
                </a:cubicBezTo>
                <a:lnTo>
                  <a:pt x="174903" y="483620"/>
                </a:lnTo>
                <a:cubicBezTo>
                  <a:pt x="175198" y="480363"/>
                  <a:pt x="174144" y="477130"/>
                  <a:pt x="171988" y="474663"/>
                </a:cubicBezTo>
                <a:lnTo>
                  <a:pt x="29603" y="311883"/>
                </a:lnTo>
                <a:cubicBezTo>
                  <a:pt x="21284" y="302400"/>
                  <a:pt x="22250" y="287903"/>
                  <a:pt x="31743" y="279586"/>
                </a:cubicBezTo>
                <a:cubicBezTo>
                  <a:pt x="34609" y="277079"/>
                  <a:pt x="38098" y="275307"/>
                  <a:pt x="41875" y="274461"/>
                </a:cubicBezTo>
                <a:lnTo>
                  <a:pt x="252674" y="226446"/>
                </a:lnTo>
                <a:cubicBezTo>
                  <a:pt x="255860" y="225712"/>
                  <a:pt x="258622" y="223717"/>
                  <a:pt x="260298" y="220906"/>
                </a:cubicBezTo>
                <a:lnTo>
                  <a:pt x="371187" y="35145"/>
                </a:lnTo>
                <a:cubicBezTo>
                  <a:pt x="374309" y="29893"/>
                  <a:pt x="379283" y="26164"/>
                  <a:pt x="385199" y="24664"/>
                </a:cubicBezTo>
                <a:cubicBezTo>
                  <a:pt x="387083" y="24177"/>
                  <a:pt x="388999" y="23946"/>
                  <a:pt x="390891" y="23946"/>
                </a:cubicBezTo>
                <a:cubicBezTo>
                  <a:pt x="394955" y="23946"/>
                  <a:pt x="398955" y="25031"/>
                  <a:pt x="402532" y="27154"/>
                </a:cubicBezTo>
                <a:cubicBezTo>
                  <a:pt x="405822" y="29102"/>
                  <a:pt x="408584" y="31864"/>
                  <a:pt x="410540" y="35168"/>
                </a:cubicBezTo>
                <a:lnTo>
                  <a:pt x="521420" y="220906"/>
                </a:lnTo>
                <a:cubicBezTo>
                  <a:pt x="523097" y="223724"/>
                  <a:pt x="525860" y="225720"/>
                  <a:pt x="529045" y="226446"/>
                </a:cubicBezTo>
                <a:lnTo>
                  <a:pt x="739909" y="274469"/>
                </a:lnTo>
                <a:cubicBezTo>
                  <a:pt x="752212" y="277231"/>
                  <a:pt x="759980" y="289484"/>
                  <a:pt x="757218" y="301785"/>
                </a:cubicBezTo>
                <a:close/>
              </a:path>
            </a:pathLst>
          </a:custGeom>
          <a:solidFill>
            <a:schemeClr val="tx1"/>
          </a:solidFill>
          <a:ln w="0" cap="flat">
            <a:noFill/>
            <a:prstDash val="solid"/>
            <a:miter/>
          </a:ln>
        </p:spPr>
        <p:txBody>
          <a:bodyPr rtlCol="0" anchor="ctr"/>
          <a:lstStyle/>
          <a:p>
            <a:endParaRPr lang="de-DE"/>
          </a:p>
        </p:txBody>
      </p:sp>
      <p:sp>
        <p:nvSpPr>
          <p:cNvPr id="13" name="Freihandform 12">
            <a:extLst>
              <a:ext uri="{FF2B5EF4-FFF2-40B4-BE49-F238E27FC236}">
                <a16:creationId xmlns:a16="http://schemas.microsoft.com/office/drawing/2014/main" id="{2393EAB6-2515-59D0-73D5-D77004C9B109}"/>
              </a:ext>
            </a:extLst>
          </p:cNvPr>
          <p:cNvSpPr/>
          <p:nvPr/>
        </p:nvSpPr>
        <p:spPr>
          <a:xfrm>
            <a:off x="5866660" y="4344654"/>
            <a:ext cx="625618" cy="625531"/>
          </a:xfrm>
          <a:custGeom>
            <a:avLst/>
            <a:gdLst>
              <a:gd name="connsiteX0" fmla="*/ 375635 w 751182"/>
              <a:gd name="connsiteY0" fmla="*/ 0 h 751077"/>
              <a:gd name="connsiteX1" fmla="*/ 375564 w 751182"/>
              <a:gd name="connsiteY1" fmla="*/ 0 h 751077"/>
              <a:gd name="connsiteX2" fmla="*/ 109994 w 751182"/>
              <a:gd name="connsiteY2" fmla="*/ 110016 h 751077"/>
              <a:gd name="connsiteX3" fmla="*/ 24 w 751182"/>
              <a:gd name="connsiteY3" fmla="*/ 375236 h 751077"/>
              <a:gd name="connsiteX4" fmla="*/ 0 w 751182"/>
              <a:gd name="connsiteY4" fmla="*/ 375467 h 751077"/>
              <a:gd name="connsiteX5" fmla="*/ 16 w 751182"/>
              <a:gd name="connsiteY5" fmla="*/ 375643 h 751077"/>
              <a:gd name="connsiteX6" fmla="*/ 110050 w 751182"/>
              <a:gd name="connsiteY6" fmla="*/ 641094 h 751077"/>
              <a:gd name="connsiteX7" fmla="*/ 374558 w 751182"/>
              <a:gd name="connsiteY7" fmla="*/ 751021 h 751077"/>
              <a:gd name="connsiteX8" fmla="*/ 375595 w 751182"/>
              <a:gd name="connsiteY8" fmla="*/ 751078 h 751077"/>
              <a:gd name="connsiteX9" fmla="*/ 376641 w 751182"/>
              <a:gd name="connsiteY9" fmla="*/ 751021 h 751077"/>
              <a:gd name="connsiteX10" fmla="*/ 751183 w 751182"/>
              <a:gd name="connsiteY10" fmla="*/ 375476 h 751077"/>
              <a:gd name="connsiteX11" fmla="*/ 751183 w 751182"/>
              <a:gd name="connsiteY11" fmla="*/ 375347 h 751077"/>
              <a:gd name="connsiteX12" fmla="*/ 375627 w 751182"/>
              <a:gd name="connsiteY12" fmla="*/ 0 h 751077"/>
              <a:gd name="connsiteX13" fmla="*/ 726936 w 751182"/>
              <a:gd name="connsiteY13" fmla="*/ 363493 h 751077"/>
              <a:gd name="connsiteX14" fmla="*/ 544679 w 751182"/>
              <a:gd name="connsiteY14" fmla="*/ 363493 h 751077"/>
              <a:gd name="connsiteX15" fmla="*/ 443626 w 751182"/>
              <a:gd name="connsiteY15" fmla="*/ 30589 h 751077"/>
              <a:gd name="connsiteX16" fmla="*/ 726936 w 751182"/>
              <a:gd name="connsiteY16" fmla="*/ 363493 h 751077"/>
              <a:gd name="connsiteX17" fmla="*/ 376394 w 751182"/>
              <a:gd name="connsiteY17" fmla="*/ 727074 h 751077"/>
              <a:gd name="connsiteX18" fmla="*/ 375651 w 751182"/>
              <a:gd name="connsiteY18" fmla="*/ 727090 h 751077"/>
              <a:gd name="connsiteX19" fmla="*/ 375611 w 751182"/>
              <a:gd name="connsiteY19" fmla="*/ 727090 h 751077"/>
              <a:gd name="connsiteX20" fmla="*/ 374821 w 751182"/>
              <a:gd name="connsiteY20" fmla="*/ 727074 h 751077"/>
              <a:gd name="connsiteX21" fmla="*/ 230456 w 751182"/>
              <a:gd name="connsiteY21" fmla="*/ 387441 h 751077"/>
              <a:gd name="connsiteX22" fmla="*/ 520735 w 751182"/>
              <a:gd name="connsiteY22" fmla="*/ 387441 h 751077"/>
              <a:gd name="connsiteX23" fmla="*/ 376402 w 751182"/>
              <a:gd name="connsiteY23" fmla="*/ 727074 h 751077"/>
              <a:gd name="connsiteX24" fmla="*/ 230448 w 751182"/>
              <a:gd name="connsiteY24" fmla="*/ 363493 h 751077"/>
              <a:gd name="connsiteX25" fmla="*/ 375580 w 751182"/>
              <a:gd name="connsiteY25" fmla="*/ 23948 h 751077"/>
              <a:gd name="connsiteX26" fmla="*/ 375611 w 751182"/>
              <a:gd name="connsiteY26" fmla="*/ 23948 h 751077"/>
              <a:gd name="connsiteX27" fmla="*/ 520727 w 751182"/>
              <a:gd name="connsiteY27" fmla="*/ 363493 h 751077"/>
              <a:gd name="connsiteX28" fmla="*/ 230448 w 751182"/>
              <a:gd name="connsiteY28" fmla="*/ 363493 h 751077"/>
              <a:gd name="connsiteX29" fmla="*/ 126928 w 751182"/>
              <a:gd name="connsiteY29" fmla="*/ 126947 h 751077"/>
              <a:gd name="connsiteX30" fmla="*/ 307668 w 751182"/>
              <a:gd name="connsiteY30" fmla="*/ 30494 h 751077"/>
              <a:gd name="connsiteX31" fmla="*/ 206496 w 751182"/>
              <a:gd name="connsiteY31" fmla="*/ 363493 h 751077"/>
              <a:gd name="connsiteX32" fmla="*/ 24255 w 751182"/>
              <a:gd name="connsiteY32" fmla="*/ 363493 h 751077"/>
              <a:gd name="connsiteX33" fmla="*/ 126928 w 751182"/>
              <a:gd name="connsiteY33" fmla="*/ 126947 h 751077"/>
              <a:gd name="connsiteX34" fmla="*/ 126992 w 751182"/>
              <a:gd name="connsiteY34" fmla="*/ 624147 h 751077"/>
              <a:gd name="connsiteX35" fmla="*/ 24263 w 751182"/>
              <a:gd name="connsiteY35" fmla="*/ 387441 h 751077"/>
              <a:gd name="connsiteX36" fmla="*/ 206504 w 751182"/>
              <a:gd name="connsiteY36" fmla="*/ 387441 h 751077"/>
              <a:gd name="connsiteX37" fmla="*/ 307652 w 751182"/>
              <a:gd name="connsiteY37" fmla="*/ 720553 h 751077"/>
              <a:gd name="connsiteX38" fmla="*/ 126992 w 751182"/>
              <a:gd name="connsiteY38" fmla="*/ 624155 h 751077"/>
              <a:gd name="connsiteX39" fmla="*/ 443674 w 751182"/>
              <a:gd name="connsiteY39" fmla="*/ 720424 h 751077"/>
              <a:gd name="connsiteX40" fmla="*/ 544679 w 751182"/>
              <a:gd name="connsiteY40" fmla="*/ 387441 h 751077"/>
              <a:gd name="connsiteX41" fmla="*/ 726936 w 751182"/>
              <a:gd name="connsiteY41" fmla="*/ 387441 h 751077"/>
              <a:gd name="connsiteX42" fmla="*/ 443666 w 751182"/>
              <a:gd name="connsiteY42" fmla="*/ 720424 h 751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751182" h="751077">
                <a:moveTo>
                  <a:pt x="375635" y="0"/>
                </a:moveTo>
                <a:lnTo>
                  <a:pt x="375564" y="0"/>
                </a:lnTo>
                <a:cubicBezTo>
                  <a:pt x="275238" y="17"/>
                  <a:pt x="180924" y="39082"/>
                  <a:pt x="109994" y="110016"/>
                </a:cubicBezTo>
                <a:cubicBezTo>
                  <a:pt x="39137" y="180877"/>
                  <a:pt x="96" y="275055"/>
                  <a:pt x="24" y="375236"/>
                </a:cubicBezTo>
                <a:cubicBezTo>
                  <a:pt x="24" y="375316"/>
                  <a:pt x="0" y="375387"/>
                  <a:pt x="0" y="375467"/>
                </a:cubicBezTo>
                <a:cubicBezTo>
                  <a:pt x="0" y="375531"/>
                  <a:pt x="16" y="375579"/>
                  <a:pt x="16" y="375643"/>
                </a:cubicBezTo>
                <a:cubicBezTo>
                  <a:pt x="48" y="475928"/>
                  <a:pt x="39129" y="570185"/>
                  <a:pt x="110050" y="641094"/>
                </a:cubicBezTo>
                <a:cubicBezTo>
                  <a:pt x="180740" y="711756"/>
                  <a:pt x="274639" y="750750"/>
                  <a:pt x="374558" y="751021"/>
                </a:cubicBezTo>
                <a:cubicBezTo>
                  <a:pt x="374909" y="751021"/>
                  <a:pt x="375252" y="751078"/>
                  <a:pt x="375595" y="751078"/>
                </a:cubicBezTo>
                <a:cubicBezTo>
                  <a:pt x="375939" y="751078"/>
                  <a:pt x="376290" y="751021"/>
                  <a:pt x="376641" y="751021"/>
                </a:cubicBezTo>
                <a:cubicBezTo>
                  <a:pt x="583281" y="750455"/>
                  <a:pt x="751207" y="582207"/>
                  <a:pt x="751183" y="375476"/>
                </a:cubicBezTo>
                <a:lnTo>
                  <a:pt x="751183" y="375347"/>
                </a:lnTo>
                <a:cubicBezTo>
                  <a:pt x="751143" y="168345"/>
                  <a:pt x="582722" y="0"/>
                  <a:pt x="375627" y="0"/>
                </a:cubicBezTo>
                <a:close/>
                <a:moveTo>
                  <a:pt x="726936" y="363493"/>
                </a:moveTo>
                <a:lnTo>
                  <a:pt x="544679" y="363493"/>
                </a:lnTo>
                <a:cubicBezTo>
                  <a:pt x="542635" y="212256"/>
                  <a:pt x="502157" y="86187"/>
                  <a:pt x="443626" y="30589"/>
                </a:cubicBezTo>
                <a:cubicBezTo>
                  <a:pt x="601277" y="61578"/>
                  <a:pt x="721387" y="198239"/>
                  <a:pt x="726936" y="363493"/>
                </a:cubicBezTo>
                <a:close/>
                <a:moveTo>
                  <a:pt x="376394" y="727074"/>
                </a:moveTo>
                <a:cubicBezTo>
                  <a:pt x="376146" y="727074"/>
                  <a:pt x="375899" y="727090"/>
                  <a:pt x="375651" y="727090"/>
                </a:cubicBezTo>
                <a:lnTo>
                  <a:pt x="375611" y="727090"/>
                </a:lnTo>
                <a:cubicBezTo>
                  <a:pt x="375348" y="727090"/>
                  <a:pt x="375085" y="727074"/>
                  <a:pt x="374821" y="727074"/>
                </a:cubicBezTo>
                <a:cubicBezTo>
                  <a:pt x="298072" y="726012"/>
                  <a:pt x="233162" y="572133"/>
                  <a:pt x="230456" y="387441"/>
                </a:cubicBezTo>
                <a:lnTo>
                  <a:pt x="520735" y="387441"/>
                </a:lnTo>
                <a:cubicBezTo>
                  <a:pt x="518029" y="572133"/>
                  <a:pt x="453135" y="726028"/>
                  <a:pt x="376402" y="727074"/>
                </a:cubicBezTo>
                <a:close/>
                <a:moveTo>
                  <a:pt x="230448" y="363493"/>
                </a:moveTo>
                <a:cubicBezTo>
                  <a:pt x="233170" y="178259"/>
                  <a:pt x="298495" y="23972"/>
                  <a:pt x="375580" y="23948"/>
                </a:cubicBezTo>
                <a:cubicBezTo>
                  <a:pt x="375587" y="23948"/>
                  <a:pt x="375595" y="23948"/>
                  <a:pt x="375611" y="23948"/>
                </a:cubicBezTo>
                <a:cubicBezTo>
                  <a:pt x="452688" y="23956"/>
                  <a:pt x="518005" y="178251"/>
                  <a:pt x="520727" y="363493"/>
                </a:cubicBezTo>
                <a:lnTo>
                  <a:pt x="230448" y="363493"/>
                </a:lnTo>
                <a:close/>
                <a:moveTo>
                  <a:pt x="126928" y="126947"/>
                </a:moveTo>
                <a:cubicBezTo>
                  <a:pt x="177027" y="76841"/>
                  <a:pt x="239597" y="43745"/>
                  <a:pt x="307668" y="30494"/>
                </a:cubicBezTo>
                <a:cubicBezTo>
                  <a:pt x="249066" y="86044"/>
                  <a:pt x="208540" y="212169"/>
                  <a:pt x="206496" y="363493"/>
                </a:cubicBezTo>
                <a:lnTo>
                  <a:pt x="24255" y="363493"/>
                </a:lnTo>
                <a:cubicBezTo>
                  <a:pt x="27241" y="274113"/>
                  <a:pt x="63376" y="190504"/>
                  <a:pt x="126928" y="126947"/>
                </a:cubicBezTo>
                <a:close/>
                <a:moveTo>
                  <a:pt x="126992" y="624147"/>
                </a:moveTo>
                <a:cubicBezTo>
                  <a:pt x="63376" y="560566"/>
                  <a:pt x="27225" y="476886"/>
                  <a:pt x="24263" y="387441"/>
                </a:cubicBezTo>
                <a:lnTo>
                  <a:pt x="206504" y="387441"/>
                </a:lnTo>
                <a:cubicBezTo>
                  <a:pt x="208548" y="538806"/>
                  <a:pt x="249066" y="664970"/>
                  <a:pt x="307652" y="720553"/>
                </a:cubicBezTo>
                <a:cubicBezTo>
                  <a:pt x="239637" y="707309"/>
                  <a:pt x="177083" y="674229"/>
                  <a:pt x="126992" y="624155"/>
                </a:cubicBezTo>
                <a:close/>
                <a:moveTo>
                  <a:pt x="443674" y="720424"/>
                </a:moveTo>
                <a:cubicBezTo>
                  <a:pt x="502188" y="664786"/>
                  <a:pt x="542643" y="538694"/>
                  <a:pt x="544679" y="387441"/>
                </a:cubicBezTo>
                <a:lnTo>
                  <a:pt x="726936" y="387441"/>
                </a:lnTo>
                <a:cubicBezTo>
                  <a:pt x="721387" y="552695"/>
                  <a:pt x="601309" y="689381"/>
                  <a:pt x="443666" y="720424"/>
                </a:cubicBezTo>
                <a:close/>
              </a:path>
            </a:pathLst>
          </a:custGeom>
          <a:solidFill>
            <a:schemeClr val="tx1"/>
          </a:solidFill>
          <a:ln w="0" cap="flat">
            <a:noFill/>
            <a:prstDash val="solid"/>
            <a:miter/>
          </a:ln>
        </p:spPr>
        <p:txBody>
          <a:bodyPr rtlCol="0" anchor="ctr"/>
          <a:lstStyle/>
          <a:p>
            <a:endParaRPr lang="de-DE"/>
          </a:p>
        </p:txBody>
      </p:sp>
      <p:sp>
        <p:nvSpPr>
          <p:cNvPr id="14" name="Freihandform 13">
            <a:extLst>
              <a:ext uri="{FF2B5EF4-FFF2-40B4-BE49-F238E27FC236}">
                <a16:creationId xmlns:a16="http://schemas.microsoft.com/office/drawing/2014/main" id="{0C24ECA1-441B-76DA-DC14-1E894BB62214}"/>
              </a:ext>
            </a:extLst>
          </p:cNvPr>
          <p:cNvSpPr/>
          <p:nvPr/>
        </p:nvSpPr>
        <p:spPr>
          <a:xfrm>
            <a:off x="9622142" y="3428051"/>
            <a:ext cx="605319" cy="622645"/>
          </a:xfrm>
          <a:custGeom>
            <a:avLst/>
            <a:gdLst>
              <a:gd name="connsiteX0" fmla="*/ 721896 w 726808"/>
              <a:gd name="connsiteY0" fmla="*/ 280962 h 747612"/>
              <a:gd name="connsiteX1" fmla="*/ 676595 w 726808"/>
              <a:gd name="connsiteY1" fmla="*/ 252496 h 747612"/>
              <a:gd name="connsiteX2" fmla="*/ 413796 w 726808"/>
              <a:gd name="connsiteY2" fmla="*/ 252496 h 747612"/>
              <a:gd name="connsiteX3" fmla="*/ 413796 w 726808"/>
              <a:gd name="connsiteY3" fmla="*/ 50346 h 747612"/>
              <a:gd name="connsiteX4" fmla="*/ 363577 w 726808"/>
              <a:gd name="connsiteY4" fmla="*/ 0 h 747612"/>
              <a:gd name="connsiteX5" fmla="*/ 363514 w 726808"/>
              <a:gd name="connsiteY5" fmla="*/ 0 h 747612"/>
              <a:gd name="connsiteX6" fmla="*/ 324065 w 726808"/>
              <a:gd name="connsiteY6" fmla="*/ 19094 h 747612"/>
              <a:gd name="connsiteX7" fmla="*/ 10960 w 726808"/>
              <a:gd name="connsiteY7" fmla="*/ 413616 h 747612"/>
              <a:gd name="connsiteX8" fmla="*/ 325 w 726808"/>
              <a:gd name="connsiteY8" fmla="*/ 450606 h 747612"/>
              <a:gd name="connsiteX9" fmla="*/ 18960 w 726808"/>
              <a:gd name="connsiteY9" fmla="*/ 484269 h 747612"/>
              <a:gd name="connsiteX10" fmla="*/ 50256 w 726808"/>
              <a:gd name="connsiteY10" fmla="*/ 495220 h 747612"/>
              <a:gd name="connsiteX11" fmla="*/ 313119 w 726808"/>
              <a:gd name="connsiteY11" fmla="*/ 495220 h 747612"/>
              <a:gd name="connsiteX12" fmla="*/ 313119 w 726808"/>
              <a:gd name="connsiteY12" fmla="*/ 697315 h 747612"/>
              <a:gd name="connsiteX13" fmla="*/ 346827 w 726808"/>
              <a:gd name="connsiteY13" fmla="*/ 744747 h 747612"/>
              <a:gd name="connsiteX14" fmla="*/ 363490 w 726808"/>
              <a:gd name="connsiteY14" fmla="*/ 747613 h 747612"/>
              <a:gd name="connsiteX15" fmla="*/ 402922 w 726808"/>
              <a:gd name="connsiteY15" fmla="*/ 728622 h 747612"/>
              <a:gd name="connsiteX16" fmla="*/ 715996 w 726808"/>
              <a:gd name="connsiteY16" fmla="*/ 333981 h 747612"/>
              <a:gd name="connsiteX17" fmla="*/ 721880 w 726808"/>
              <a:gd name="connsiteY17" fmla="*/ 280962 h 747612"/>
              <a:gd name="connsiteX18" fmla="*/ 697234 w 726808"/>
              <a:gd name="connsiteY18" fmla="*/ 319102 h 747612"/>
              <a:gd name="connsiteX19" fmla="*/ 384200 w 726808"/>
              <a:gd name="connsiteY19" fmla="*/ 713703 h 747612"/>
              <a:gd name="connsiteX20" fmla="*/ 354763 w 726808"/>
              <a:gd name="connsiteY20" fmla="*/ 722164 h 747612"/>
              <a:gd name="connsiteX21" fmla="*/ 337071 w 726808"/>
              <a:gd name="connsiteY21" fmla="*/ 697315 h 747612"/>
              <a:gd name="connsiteX22" fmla="*/ 337071 w 726808"/>
              <a:gd name="connsiteY22" fmla="*/ 483255 h 747612"/>
              <a:gd name="connsiteX23" fmla="*/ 325095 w 726808"/>
              <a:gd name="connsiteY23" fmla="*/ 471282 h 747612"/>
              <a:gd name="connsiteX24" fmla="*/ 50360 w 726808"/>
              <a:gd name="connsiteY24" fmla="*/ 471282 h 747612"/>
              <a:gd name="connsiteX25" fmla="*/ 33889 w 726808"/>
              <a:gd name="connsiteY25" fmla="*/ 465542 h 747612"/>
              <a:gd name="connsiteX26" fmla="*/ 24125 w 726808"/>
              <a:gd name="connsiteY26" fmla="*/ 447917 h 747612"/>
              <a:gd name="connsiteX27" fmla="*/ 29706 w 726808"/>
              <a:gd name="connsiteY27" fmla="*/ 428526 h 747612"/>
              <a:gd name="connsiteX28" fmla="*/ 342843 w 726808"/>
              <a:gd name="connsiteY28" fmla="*/ 33966 h 747612"/>
              <a:gd name="connsiteX29" fmla="*/ 363505 w 726808"/>
              <a:gd name="connsiteY29" fmla="*/ 23955 h 747612"/>
              <a:gd name="connsiteX30" fmla="*/ 363537 w 726808"/>
              <a:gd name="connsiteY30" fmla="*/ 23955 h 747612"/>
              <a:gd name="connsiteX31" fmla="*/ 389837 w 726808"/>
              <a:gd name="connsiteY31" fmla="*/ 50338 h 747612"/>
              <a:gd name="connsiteX32" fmla="*/ 389837 w 726808"/>
              <a:gd name="connsiteY32" fmla="*/ 264478 h 747612"/>
              <a:gd name="connsiteX33" fmla="*/ 401812 w 726808"/>
              <a:gd name="connsiteY33" fmla="*/ 276452 h 747612"/>
              <a:gd name="connsiteX34" fmla="*/ 676579 w 726808"/>
              <a:gd name="connsiteY34" fmla="*/ 276452 h 747612"/>
              <a:gd name="connsiteX35" fmla="*/ 700307 w 726808"/>
              <a:gd name="connsiteY35" fmla="*/ 291355 h 747612"/>
              <a:gd name="connsiteX36" fmla="*/ 697234 w 726808"/>
              <a:gd name="connsiteY36" fmla="*/ 319111 h 747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726808" h="747612">
                <a:moveTo>
                  <a:pt x="721896" y="280962"/>
                </a:moveTo>
                <a:cubicBezTo>
                  <a:pt x="713568" y="263663"/>
                  <a:pt x="695780" y="252496"/>
                  <a:pt x="676595" y="252496"/>
                </a:cubicBezTo>
                <a:lnTo>
                  <a:pt x="413796" y="252496"/>
                </a:lnTo>
                <a:lnTo>
                  <a:pt x="413796" y="50346"/>
                </a:lnTo>
                <a:cubicBezTo>
                  <a:pt x="413828" y="22622"/>
                  <a:pt x="391305" y="40"/>
                  <a:pt x="363577" y="0"/>
                </a:cubicBezTo>
                <a:lnTo>
                  <a:pt x="363514" y="0"/>
                </a:lnTo>
                <a:cubicBezTo>
                  <a:pt x="348025" y="0"/>
                  <a:pt x="333638" y="6969"/>
                  <a:pt x="324065" y="19094"/>
                </a:cubicBezTo>
                <a:lnTo>
                  <a:pt x="10960" y="413616"/>
                </a:lnTo>
                <a:cubicBezTo>
                  <a:pt x="2593" y="424120"/>
                  <a:pt x="-1184" y="437259"/>
                  <a:pt x="325" y="450606"/>
                </a:cubicBezTo>
                <a:cubicBezTo>
                  <a:pt x="1834" y="463953"/>
                  <a:pt x="8461" y="475911"/>
                  <a:pt x="18960" y="484269"/>
                </a:cubicBezTo>
                <a:cubicBezTo>
                  <a:pt x="27822" y="491341"/>
                  <a:pt x="38943" y="495220"/>
                  <a:pt x="50256" y="495220"/>
                </a:cubicBezTo>
                <a:lnTo>
                  <a:pt x="313119" y="495220"/>
                </a:lnTo>
                <a:lnTo>
                  <a:pt x="313119" y="697315"/>
                </a:lnTo>
                <a:cubicBezTo>
                  <a:pt x="313127" y="718693"/>
                  <a:pt x="326707" y="737762"/>
                  <a:pt x="346827" y="744747"/>
                </a:cubicBezTo>
                <a:cubicBezTo>
                  <a:pt x="352184" y="746647"/>
                  <a:pt x="357789" y="747613"/>
                  <a:pt x="363490" y="747613"/>
                </a:cubicBezTo>
                <a:cubicBezTo>
                  <a:pt x="378899" y="747589"/>
                  <a:pt x="393261" y="740684"/>
                  <a:pt x="402922" y="728622"/>
                </a:cubicBezTo>
                <a:lnTo>
                  <a:pt x="715996" y="333981"/>
                </a:lnTo>
                <a:cubicBezTo>
                  <a:pt x="727860" y="318999"/>
                  <a:pt x="730175" y="298196"/>
                  <a:pt x="721880" y="280962"/>
                </a:cubicBezTo>
                <a:close/>
                <a:moveTo>
                  <a:pt x="697234" y="319102"/>
                </a:moveTo>
                <a:lnTo>
                  <a:pt x="384200" y="713703"/>
                </a:lnTo>
                <a:cubicBezTo>
                  <a:pt x="377278" y="722332"/>
                  <a:pt x="365430" y="725948"/>
                  <a:pt x="354763" y="722164"/>
                </a:cubicBezTo>
                <a:cubicBezTo>
                  <a:pt x="344184" y="718493"/>
                  <a:pt x="337079" y="708507"/>
                  <a:pt x="337071" y="697315"/>
                </a:cubicBezTo>
                <a:lnTo>
                  <a:pt x="337071" y="483255"/>
                </a:lnTo>
                <a:cubicBezTo>
                  <a:pt x="337071" y="476646"/>
                  <a:pt x="331713" y="471282"/>
                  <a:pt x="325095" y="471282"/>
                </a:cubicBezTo>
                <a:lnTo>
                  <a:pt x="50360" y="471282"/>
                </a:lnTo>
                <a:cubicBezTo>
                  <a:pt x="44324" y="471225"/>
                  <a:pt x="38552" y="469262"/>
                  <a:pt x="33889" y="465542"/>
                </a:cubicBezTo>
                <a:cubicBezTo>
                  <a:pt x="28388" y="461167"/>
                  <a:pt x="24915" y="454901"/>
                  <a:pt x="24125" y="447917"/>
                </a:cubicBezTo>
                <a:cubicBezTo>
                  <a:pt x="23335" y="440924"/>
                  <a:pt x="25307" y="434051"/>
                  <a:pt x="29706" y="428526"/>
                </a:cubicBezTo>
                <a:lnTo>
                  <a:pt x="342843" y="33966"/>
                </a:lnTo>
                <a:cubicBezTo>
                  <a:pt x="347865" y="27604"/>
                  <a:pt x="355394" y="23955"/>
                  <a:pt x="363505" y="23955"/>
                </a:cubicBezTo>
                <a:lnTo>
                  <a:pt x="363537" y="23955"/>
                </a:lnTo>
                <a:cubicBezTo>
                  <a:pt x="378060" y="23980"/>
                  <a:pt x="389860" y="35802"/>
                  <a:pt x="389837" y="50338"/>
                </a:cubicBezTo>
                <a:lnTo>
                  <a:pt x="389837" y="264478"/>
                </a:lnTo>
                <a:cubicBezTo>
                  <a:pt x="389837" y="271088"/>
                  <a:pt x="395193" y="276452"/>
                  <a:pt x="401812" y="276452"/>
                </a:cubicBezTo>
                <a:lnTo>
                  <a:pt x="676579" y="276452"/>
                </a:lnTo>
                <a:cubicBezTo>
                  <a:pt x="686631" y="276452"/>
                  <a:pt x="695940" y="282295"/>
                  <a:pt x="700307" y="291355"/>
                </a:cubicBezTo>
                <a:cubicBezTo>
                  <a:pt x="704642" y="300375"/>
                  <a:pt x="703437" y="311271"/>
                  <a:pt x="697234" y="319111"/>
                </a:cubicBezTo>
                <a:close/>
              </a:path>
            </a:pathLst>
          </a:custGeom>
          <a:solidFill>
            <a:schemeClr val="tx1"/>
          </a:solidFill>
          <a:ln w="0" cap="flat">
            <a:noFill/>
            <a:prstDash val="solid"/>
            <a:miter/>
          </a:ln>
        </p:spPr>
        <p:txBody>
          <a:bodyPr rtlCol="0" anchor="ctr"/>
          <a:lstStyle/>
          <a:p>
            <a:endParaRPr lang="de-DE"/>
          </a:p>
        </p:txBody>
      </p:sp>
      <p:sp>
        <p:nvSpPr>
          <p:cNvPr id="15" name="Freihandform 14">
            <a:extLst>
              <a:ext uri="{FF2B5EF4-FFF2-40B4-BE49-F238E27FC236}">
                <a16:creationId xmlns:a16="http://schemas.microsoft.com/office/drawing/2014/main" id="{7FED9B41-99F4-F21A-7A45-ED68462779CC}"/>
              </a:ext>
            </a:extLst>
          </p:cNvPr>
          <p:cNvSpPr/>
          <p:nvPr/>
        </p:nvSpPr>
        <p:spPr>
          <a:xfrm>
            <a:off x="5897278" y="3457212"/>
            <a:ext cx="564382" cy="564322"/>
          </a:xfrm>
          <a:custGeom>
            <a:avLst/>
            <a:gdLst>
              <a:gd name="connsiteX0" fmla="*/ 634480 w 677655"/>
              <a:gd name="connsiteY0" fmla="*/ 474643 h 677583"/>
              <a:gd name="connsiteX1" fmla="*/ 523225 w 677655"/>
              <a:gd name="connsiteY1" fmla="*/ 398570 h 677583"/>
              <a:gd name="connsiteX2" fmla="*/ 522434 w 677655"/>
              <a:gd name="connsiteY2" fmla="*/ 398147 h 677583"/>
              <a:gd name="connsiteX3" fmla="*/ 423242 w 677655"/>
              <a:gd name="connsiteY3" fmla="*/ 415253 h 677583"/>
              <a:gd name="connsiteX4" fmla="*/ 338868 w 677655"/>
              <a:gd name="connsiteY4" fmla="*/ 416451 h 677583"/>
              <a:gd name="connsiteX5" fmla="*/ 300018 w 677655"/>
              <a:gd name="connsiteY5" fmla="*/ 377631 h 677583"/>
              <a:gd name="connsiteX6" fmla="*/ 299994 w 677655"/>
              <a:gd name="connsiteY6" fmla="*/ 377608 h 677583"/>
              <a:gd name="connsiteX7" fmla="*/ 261240 w 677655"/>
              <a:gd name="connsiteY7" fmla="*/ 338884 h 677583"/>
              <a:gd name="connsiteX8" fmla="*/ 262494 w 677655"/>
              <a:gd name="connsiteY8" fmla="*/ 254229 h 677583"/>
              <a:gd name="connsiteX9" fmla="*/ 279348 w 677655"/>
              <a:gd name="connsiteY9" fmla="*/ 155110 h 677583"/>
              <a:gd name="connsiteX10" fmla="*/ 278949 w 677655"/>
              <a:gd name="connsiteY10" fmla="*/ 154352 h 677583"/>
              <a:gd name="connsiteX11" fmla="*/ 202878 w 677655"/>
              <a:gd name="connsiteY11" fmla="*/ 43035 h 677583"/>
              <a:gd name="connsiteX12" fmla="*/ 103989 w 677655"/>
              <a:gd name="connsiteY12" fmla="*/ 3290 h 677583"/>
              <a:gd name="connsiteX13" fmla="*/ 1300 w 677655"/>
              <a:gd name="connsiteY13" fmla="*/ 118096 h 677583"/>
              <a:gd name="connsiteX14" fmla="*/ 178231 w 677655"/>
              <a:gd name="connsiteY14" fmla="*/ 499342 h 677583"/>
              <a:gd name="connsiteX15" fmla="*/ 530961 w 677655"/>
              <a:gd name="connsiteY15" fmla="*/ 677584 h 677583"/>
              <a:gd name="connsiteX16" fmla="*/ 559567 w 677655"/>
              <a:gd name="connsiteY16" fmla="*/ 676266 h 677583"/>
              <a:gd name="connsiteX17" fmla="*/ 674384 w 677655"/>
              <a:gd name="connsiteY17" fmla="*/ 573651 h 677583"/>
              <a:gd name="connsiteX18" fmla="*/ 634480 w 677655"/>
              <a:gd name="connsiteY18" fmla="*/ 474659 h 677583"/>
              <a:gd name="connsiteX19" fmla="*/ 651319 w 677655"/>
              <a:gd name="connsiteY19" fmla="*/ 567169 h 677583"/>
              <a:gd name="connsiteX20" fmla="*/ 557348 w 677655"/>
              <a:gd name="connsiteY20" fmla="*/ 652423 h 677583"/>
              <a:gd name="connsiteX21" fmla="*/ 195165 w 677655"/>
              <a:gd name="connsiteY21" fmla="*/ 482402 h 677583"/>
              <a:gd name="connsiteX22" fmla="*/ 25140 w 677655"/>
              <a:gd name="connsiteY22" fmla="*/ 120282 h 677583"/>
              <a:gd name="connsiteX23" fmla="*/ 110440 w 677655"/>
              <a:gd name="connsiteY23" fmla="*/ 26344 h 677583"/>
              <a:gd name="connsiteX24" fmla="*/ 127190 w 677655"/>
              <a:gd name="connsiteY24" fmla="*/ 23917 h 677583"/>
              <a:gd name="connsiteX25" fmla="*/ 184259 w 677655"/>
              <a:gd name="connsiteY25" fmla="*/ 58099 h 677583"/>
              <a:gd name="connsiteX26" fmla="*/ 257975 w 677655"/>
              <a:gd name="connsiteY26" fmla="*/ 165942 h 677583"/>
              <a:gd name="connsiteX27" fmla="*/ 245688 w 677655"/>
              <a:gd name="connsiteY27" fmla="*/ 237162 h 677583"/>
              <a:gd name="connsiteX28" fmla="*/ 244171 w 677655"/>
              <a:gd name="connsiteY28" fmla="*/ 355679 h 677583"/>
              <a:gd name="connsiteX29" fmla="*/ 283052 w 677655"/>
              <a:gd name="connsiteY29" fmla="*/ 394531 h 677583"/>
              <a:gd name="connsiteX30" fmla="*/ 322070 w 677655"/>
              <a:gd name="connsiteY30" fmla="*/ 433517 h 677583"/>
              <a:gd name="connsiteX31" fmla="*/ 440312 w 677655"/>
              <a:gd name="connsiteY31" fmla="*/ 432056 h 677583"/>
              <a:gd name="connsiteX32" fmla="*/ 511664 w 677655"/>
              <a:gd name="connsiteY32" fmla="*/ 419540 h 677583"/>
              <a:gd name="connsiteX33" fmla="*/ 619399 w 677655"/>
              <a:gd name="connsiteY33" fmla="*/ 493243 h 677583"/>
              <a:gd name="connsiteX34" fmla="*/ 651335 w 677655"/>
              <a:gd name="connsiteY34" fmla="*/ 567169 h 6775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77655" h="677583">
                <a:moveTo>
                  <a:pt x="634480" y="474643"/>
                </a:moveTo>
                <a:cubicBezTo>
                  <a:pt x="599527" y="446576"/>
                  <a:pt x="562090" y="420985"/>
                  <a:pt x="523225" y="398570"/>
                </a:cubicBezTo>
                <a:cubicBezTo>
                  <a:pt x="522969" y="398418"/>
                  <a:pt x="522706" y="398282"/>
                  <a:pt x="522434" y="398147"/>
                </a:cubicBezTo>
                <a:cubicBezTo>
                  <a:pt x="489157" y="382118"/>
                  <a:pt x="449309" y="388950"/>
                  <a:pt x="423242" y="415253"/>
                </a:cubicBezTo>
                <a:cubicBezTo>
                  <a:pt x="400240" y="438761"/>
                  <a:pt x="362341" y="439241"/>
                  <a:pt x="338868" y="416451"/>
                </a:cubicBezTo>
                <a:cubicBezTo>
                  <a:pt x="306310" y="383953"/>
                  <a:pt x="300042" y="377656"/>
                  <a:pt x="300018" y="377631"/>
                </a:cubicBezTo>
                <a:cubicBezTo>
                  <a:pt x="300010" y="377631"/>
                  <a:pt x="300002" y="377616"/>
                  <a:pt x="299994" y="377608"/>
                </a:cubicBezTo>
                <a:lnTo>
                  <a:pt x="261240" y="338884"/>
                </a:lnTo>
                <a:cubicBezTo>
                  <a:pt x="238342" y="315232"/>
                  <a:pt x="238869" y="277282"/>
                  <a:pt x="262494" y="254229"/>
                </a:cubicBezTo>
                <a:cubicBezTo>
                  <a:pt x="288737" y="228191"/>
                  <a:pt x="295507" y="188358"/>
                  <a:pt x="279348" y="155110"/>
                </a:cubicBezTo>
                <a:cubicBezTo>
                  <a:pt x="279220" y="154855"/>
                  <a:pt x="279092" y="154607"/>
                  <a:pt x="278949" y="154352"/>
                </a:cubicBezTo>
                <a:cubicBezTo>
                  <a:pt x="256538" y="115541"/>
                  <a:pt x="230973" y="78119"/>
                  <a:pt x="202878" y="43035"/>
                </a:cubicBezTo>
                <a:cubicBezTo>
                  <a:pt x="191756" y="29465"/>
                  <a:pt x="157928" y="-11860"/>
                  <a:pt x="103989" y="3290"/>
                </a:cubicBezTo>
                <a:cubicBezTo>
                  <a:pt x="53938" y="17267"/>
                  <a:pt x="4877" y="79141"/>
                  <a:pt x="1300" y="118096"/>
                </a:cubicBezTo>
                <a:cubicBezTo>
                  <a:pt x="-6588" y="203333"/>
                  <a:pt x="17707" y="338661"/>
                  <a:pt x="178231" y="499342"/>
                </a:cubicBezTo>
                <a:cubicBezTo>
                  <a:pt x="321806" y="643043"/>
                  <a:pt x="445365" y="677584"/>
                  <a:pt x="530961" y="677584"/>
                </a:cubicBezTo>
                <a:cubicBezTo>
                  <a:pt x="541029" y="677584"/>
                  <a:pt x="550578" y="677096"/>
                  <a:pt x="559567" y="676266"/>
                </a:cubicBezTo>
                <a:cubicBezTo>
                  <a:pt x="598473" y="672666"/>
                  <a:pt x="660332" y="623629"/>
                  <a:pt x="674384" y="573651"/>
                </a:cubicBezTo>
                <a:cubicBezTo>
                  <a:pt x="689490" y="519713"/>
                  <a:pt x="648157" y="485858"/>
                  <a:pt x="634480" y="474659"/>
                </a:cubicBezTo>
                <a:close/>
                <a:moveTo>
                  <a:pt x="651319" y="567169"/>
                </a:moveTo>
                <a:cubicBezTo>
                  <a:pt x="639542" y="609029"/>
                  <a:pt x="584421" y="649908"/>
                  <a:pt x="557348" y="652423"/>
                </a:cubicBezTo>
                <a:cubicBezTo>
                  <a:pt x="477054" y="659886"/>
                  <a:pt x="349055" y="636441"/>
                  <a:pt x="195165" y="482402"/>
                </a:cubicBezTo>
                <a:cubicBezTo>
                  <a:pt x="41203" y="328300"/>
                  <a:pt x="17723" y="200427"/>
                  <a:pt x="25140" y="120282"/>
                </a:cubicBezTo>
                <a:cubicBezTo>
                  <a:pt x="27631" y="93173"/>
                  <a:pt x="68524" y="38054"/>
                  <a:pt x="110440" y="26344"/>
                </a:cubicBezTo>
                <a:cubicBezTo>
                  <a:pt x="116196" y="24731"/>
                  <a:pt x="121753" y="23917"/>
                  <a:pt x="127190" y="23917"/>
                </a:cubicBezTo>
                <a:cubicBezTo>
                  <a:pt x="147142" y="23917"/>
                  <a:pt x="165290" y="34942"/>
                  <a:pt x="184259" y="58099"/>
                </a:cubicBezTo>
                <a:cubicBezTo>
                  <a:pt x="211421" y="92025"/>
                  <a:pt x="236227" y="128312"/>
                  <a:pt x="257975" y="165942"/>
                </a:cubicBezTo>
                <a:cubicBezTo>
                  <a:pt x="269432" y="189898"/>
                  <a:pt x="264490" y="218500"/>
                  <a:pt x="245688" y="237162"/>
                </a:cubicBezTo>
                <a:cubicBezTo>
                  <a:pt x="212730" y="269340"/>
                  <a:pt x="211987" y="322448"/>
                  <a:pt x="244171" y="355679"/>
                </a:cubicBezTo>
                <a:lnTo>
                  <a:pt x="283052" y="394531"/>
                </a:lnTo>
                <a:cubicBezTo>
                  <a:pt x="283220" y="394699"/>
                  <a:pt x="289735" y="401244"/>
                  <a:pt x="322070" y="433517"/>
                </a:cubicBezTo>
                <a:cubicBezTo>
                  <a:pt x="355107" y="465591"/>
                  <a:pt x="408176" y="464897"/>
                  <a:pt x="440312" y="432056"/>
                </a:cubicBezTo>
                <a:cubicBezTo>
                  <a:pt x="459034" y="413185"/>
                  <a:pt x="487648" y="408181"/>
                  <a:pt x="511664" y="419540"/>
                </a:cubicBezTo>
                <a:cubicBezTo>
                  <a:pt x="549324" y="441301"/>
                  <a:pt x="585603" y="466117"/>
                  <a:pt x="619399" y="493243"/>
                </a:cubicBezTo>
                <a:cubicBezTo>
                  <a:pt x="649410" y="517821"/>
                  <a:pt x="658959" y="539940"/>
                  <a:pt x="651335" y="567169"/>
                </a:cubicBezTo>
                <a:close/>
              </a:path>
            </a:pathLst>
          </a:custGeom>
          <a:solidFill>
            <a:schemeClr val="tx1"/>
          </a:solidFill>
          <a:ln w="0" cap="flat">
            <a:noFill/>
            <a:prstDash val="solid"/>
            <a:miter/>
          </a:ln>
        </p:spPr>
        <p:txBody>
          <a:bodyPr rtlCol="0" anchor="ctr"/>
          <a:lstStyle/>
          <a:p>
            <a:endParaRPr lang="de-DE"/>
          </a:p>
        </p:txBody>
      </p:sp>
      <p:grpSp>
        <p:nvGrpSpPr>
          <p:cNvPr id="195" name="Grafik 13">
            <a:extLst>
              <a:ext uri="{FF2B5EF4-FFF2-40B4-BE49-F238E27FC236}">
                <a16:creationId xmlns:a16="http://schemas.microsoft.com/office/drawing/2014/main" id="{99D95858-F8EC-6029-BEDE-95D565218A30}"/>
              </a:ext>
            </a:extLst>
          </p:cNvPr>
          <p:cNvGrpSpPr/>
          <p:nvPr/>
        </p:nvGrpSpPr>
        <p:grpSpPr>
          <a:xfrm>
            <a:off x="5751771" y="2508857"/>
            <a:ext cx="688461" cy="507139"/>
            <a:chOff x="8205719" y="10005424"/>
            <a:chExt cx="826637" cy="608924"/>
          </a:xfrm>
          <a:solidFill>
            <a:schemeClr val="tx1"/>
          </a:solidFill>
        </p:grpSpPr>
        <p:sp>
          <p:nvSpPr>
            <p:cNvPr id="196" name="Freihandform 195">
              <a:extLst>
                <a:ext uri="{FF2B5EF4-FFF2-40B4-BE49-F238E27FC236}">
                  <a16:creationId xmlns:a16="http://schemas.microsoft.com/office/drawing/2014/main" id="{A95759F2-1432-4591-5B85-3C0913EFC21A}"/>
                </a:ext>
              </a:extLst>
            </p:cNvPr>
            <p:cNvSpPr/>
            <p:nvPr/>
          </p:nvSpPr>
          <p:spPr>
            <a:xfrm>
              <a:off x="8205719" y="10005424"/>
              <a:ext cx="826637" cy="608924"/>
            </a:xfrm>
            <a:custGeom>
              <a:avLst/>
              <a:gdLst>
                <a:gd name="connsiteX0" fmla="*/ 825944 w 826637"/>
                <a:gd name="connsiteY0" fmla="*/ 300503 h 608924"/>
                <a:gd name="connsiteX1" fmla="*/ 413304 w 826637"/>
                <a:gd name="connsiteY1" fmla="*/ 0 h 608924"/>
                <a:gd name="connsiteX2" fmla="*/ 703 w 826637"/>
                <a:gd name="connsiteY2" fmla="*/ 300343 h 608924"/>
                <a:gd name="connsiteX3" fmla="*/ 735 w 826637"/>
                <a:gd name="connsiteY3" fmla="*/ 308502 h 608924"/>
                <a:gd name="connsiteX4" fmla="*/ 413304 w 826637"/>
                <a:gd name="connsiteY4" fmla="*/ 608925 h 608924"/>
                <a:gd name="connsiteX5" fmla="*/ 825937 w 826637"/>
                <a:gd name="connsiteY5" fmla="*/ 308550 h 608924"/>
                <a:gd name="connsiteX6" fmla="*/ 825937 w 826637"/>
                <a:gd name="connsiteY6" fmla="*/ 300495 h 608924"/>
                <a:gd name="connsiteX7" fmla="*/ 413312 w 826637"/>
                <a:gd name="connsiteY7" fmla="*/ 584977 h 608924"/>
                <a:gd name="connsiteX8" fmla="*/ 24758 w 826637"/>
                <a:gd name="connsiteY8" fmla="*/ 304319 h 608924"/>
                <a:gd name="connsiteX9" fmla="*/ 413312 w 826637"/>
                <a:gd name="connsiteY9" fmla="*/ 23948 h 608924"/>
                <a:gd name="connsiteX10" fmla="*/ 801921 w 826637"/>
                <a:gd name="connsiteY10" fmla="*/ 304511 h 608924"/>
                <a:gd name="connsiteX11" fmla="*/ 413312 w 826637"/>
                <a:gd name="connsiteY11" fmla="*/ 584977 h 608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6637" h="608924">
                  <a:moveTo>
                    <a:pt x="825944" y="300503"/>
                  </a:moveTo>
                  <a:cubicBezTo>
                    <a:pt x="808045" y="250324"/>
                    <a:pt x="704030" y="0"/>
                    <a:pt x="413304" y="0"/>
                  </a:cubicBezTo>
                  <a:cubicBezTo>
                    <a:pt x="122577" y="0"/>
                    <a:pt x="18643" y="250189"/>
                    <a:pt x="703" y="300343"/>
                  </a:cubicBezTo>
                  <a:cubicBezTo>
                    <a:pt x="-247" y="302986"/>
                    <a:pt x="-231" y="305867"/>
                    <a:pt x="735" y="308502"/>
                  </a:cubicBezTo>
                  <a:cubicBezTo>
                    <a:pt x="19193" y="358671"/>
                    <a:pt x="125827" y="608925"/>
                    <a:pt x="413304" y="608925"/>
                  </a:cubicBezTo>
                  <a:cubicBezTo>
                    <a:pt x="703814" y="608925"/>
                    <a:pt x="808005" y="358704"/>
                    <a:pt x="825937" y="308550"/>
                  </a:cubicBezTo>
                  <a:cubicBezTo>
                    <a:pt x="826871" y="305947"/>
                    <a:pt x="826871" y="303098"/>
                    <a:pt x="825937" y="300495"/>
                  </a:cubicBezTo>
                  <a:close/>
                  <a:moveTo>
                    <a:pt x="413312" y="584977"/>
                  </a:moveTo>
                  <a:cubicBezTo>
                    <a:pt x="148788" y="584977"/>
                    <a:pt x="46075" y="359941"/>
                    <a:pt x="24758" y="304319"/>
                  </a:cubicBezTo>
                  <a:cubicBezTo>
                    <a:pt x="45525" y="248721"/>
                    <a:pt x="146098" y="23948"/>
                    <a:pt x="413312" y="23948"/>
                  </a:cubicBezTo>
                  <a:cubicBezTo>
                    <a:pt x="680525" y="23948"/>
                    <a:pt x="781258" y="248991"/>
                    <a:pt x="801921" y="304511"/>
                  </a:cubicBezTo>
                  <a:cubicBezTo>
                    <a:pt x="781219" y="360013"/>
                    <a:pt x="680709" y="584977"/>
                    <a:pt x="413312" y="584977"/>
                  </a:cubicBezTo>
                  <a:close/>
                </a:path>
              </a:pathLst>
            </a:custGeom>
            <a:grpFill/>
            <a:ln w="0" cap="flat">
              <a:noFill/>
              <a:prstDash val="solid"/>
              <a:miter/>
            </a:ln>
          </p:spPr>
          <p:txBody>
            <a:bodyPr rtlCol="0" anchor="ctr"/>
            <a:lstStyle/>
            <a:p>
              <a:endParaRPr lang="de-DE"/>
            </a:p>
          </p:txBody>
        </p:sp>
        <p:sp>
          <p:nvSpPr>
            <p:cNvPr id="197" name="Freihandform 196">
              <a:extLst>
                <a:ext uri="{FF2B5EF4-FFF2-40B4-BE49-F238E27FC236}">
                  <a16:creationId xmlns:a16="http://schemas.microsoft.com/office/drawing/2014/main" id="{D0ADE11B-3ECF-0F08-4507-66B720F8B098}"/>
                </a:ext>
              </a:extLst>
            </p:cNvPr>
            <p:cNvSpPr/>
            <p:nvPr/>
          </p:nvSpPr>
          <p:spPr>
            <a:xfrm>
              <a:off x="8450290" y="10141136"/>
              <a:ext cx="337560" cy="337500"/>
            </a:xfrm>
            <a:custGeom>
              <a:avLst/>
              <a:gdLst>
                <a:gd name="connsiteX0" fmla="*/ 168772 w 337560"/>
                <a:gd name="connsiteY0" fmla="*/ 0 h 337500"/>
                <a:gd name="connsiteX1" fmla="*/ 0 w 337560"/>
                <a:gd name="connsiteY1" fmla="*/ 168807 h 337500"/>
                <a:gd name="connsiteX2" fmla="*/ 0 w 337560"/>
                <a:gd name="connsiteY2" fmla="*/ 168807 h 337500"/>
                <a:gd name="connsiteX3" fmla="*/ 49477 w 337560"/>
                <a:gd name="connsiteY3" fmla="*/ 288114 h 337500"/>
                <a:gd name="connsiteX4" fmla="*/ 168780 w 337560"/>
                <a:gd name="connsiteY4" fmla="*/ 337501 h 337500"/>
                <a:gd name="connsiteX5" fmla="*/ 168844 w 337560"/>
                <a:gd name="connsiteY5" fmla="*/ 337501 h 337500"/>
                <a:gd name="connsiteX6" fmla="*/ 288164 w 337560"/>
                <a:gd name="connsiteY6" fmla="*/ 288034 h 337500"/>
                <a:gd name="connsiteX7" fmla="*/ 337560 w 337560"/>
                <a:gd name="connsiteY7" fmla="*/ 168687 h 337500"/>
                <a:gd name="connsiteX8" fmla="*/ 168764 w 337560"/>
                <a:gd name="connsiteY8" fmla="*/ 0 h 337500"/>
                <a:gd name="connsiteX9" fmla="*/ 168836 w 337560"/>
                <a:gd name="connsiteY9" fmla="*/ 313553 h 337500"/>
                <a:gd name="connsiteX10" fmla="*/ 168788 w 337560"/>
                <a:gd name="connsiteY10" fmla="*/ 313553 h 337500"/>
                <a:gd name="connsiteX11" fmla="*/ 66418 w 337560"/>
                <a:gd name="connsiteY11" fmla="*/ 271174 h 337500"/>
                <a:gd name="connsiteX12" fmla="*/ 23960 w 337560"/>
                <a:gd name="connsiteY12" fmla="*/ 168799 h 337500"/>
                <a:gd name="connsiteX13" fmla="*/ 11984 w 337560"/>
                <a:gd name="connsiteY13" fmla="*/ 168799 h 337500"/>
                <a:gd name="connsiteX14" fmla="*/ 23960 w 337560"/>
                <a:gd name="connsiteY14" fmla="*/ 168799 h 337500"/>
                <a:gd name="connsiteX15" fmla="*/ 66371 w 337560"/>
                <a:gd name="connsiteY15" fmla="*/ 66391 h 337500"/>
                <a:gd name="connsiteX16" fmla="*/ 168780 w 337560"/>
                <a:gd name="connsiteY16" fmla="*/ 23955 h 337500"/>
                <a:gd name="connsiteX17" fmla="*/ 168796 w 337560"/>
                <a:gd name="connsiteY17" fmla="*/ 23955 h 337500"/>
                <a:gd name="connsiteX18" fmla="*/ 313625 w 337560"/>
                <a:gd name="connsiteY18" fmla="*/ 168711 h 337500"/>
                <a:gd name="connsiteX19" fmla="*/ 168844 w 337560"/>
                <a:gd name="connsiteY19" fmla="*/ 313562 h 337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37560" h="337500">
                  <a:moveTo>
                    <a:pt x="168772" y="0"/>
                  </a:moveTo>
                  <a:cubicBezTo>
                    <a:pt x="75696" y="16"/>
                    <a:pt x="-16" y="75746"/>
                    <a:pt x="0" y="168807"/>
                  </a:cubicBezTo>
                  <a:lnTo>
                    <a:pt x="0" y="168807"/>
                  </a:lnTo>
                  <a:cubicBezTo>
                    <a:pt x="16" y="213884"/>
                    <a:pt x="17589" y="256255"/>
                    <a:pt x="49477" y="288114"/>
                  </a:cubicBezTo>
                  <a:cubicBezTo>
                    <a:pt x="81356" y="319964"/>
                    <a:pt x="123719" y="337501"/>
                    <a:pt x="168780" y="337501"/>
                  </a:cubicBezTo>
                  <a:lnTo>
                    <a:pt x="168844" y="337501"/>
                  </a:lnTo>
                  <a:cubicBezTo>
                    <a:pt x="213921" y="337485"/>
                    <a:pt x="256300" y="319915"/>
                    <a:pt x="288164" y="288034"/>
                  </a:cubicBezTo>
                  <a:cubicBezTo>
                    <a:pt x="320028" y="256152"/>
                    <a:pt x="337568" y="213764"/>
                    <a:pt x="337560" y="168687"/>
                  </a:cubicBezTo>
                  <a:cubicBezTo>
                    <a:pt x="337528" y="75667"/>
                    <a:pt x="261809" y="-9"/>
                    <a:pt x="168764" y="0"/>
                  </a:cubicBezTo>
                  <a:close/>
                  <a:moveTo>
                    <a:pt x="168836" y="313553"/>
                  </a:moveTo>
                  <a:lnTo>
                    <a:pt x="168788" y="313553"/>
                  </a:lnTo>
                  <a:cubicBezTo>
                    <a:pt x="130122" y="313553"/>
                    <a:pt x="93771" y="298507"/>
                    <a:pt x="66418" y="271174"/>
                  </a:cubicBezTo>
                  <a:cubicBezTo>
                    <a:pt x="39049" y="243835"/>
                    <a:pt x="23976" y="207482"/>
                    <a:pt x="23960" y="168799"/>
                  </a:cubicBezTo>
                  <a:lnTo>
                    <a:pt x="11984" y="168799"/>
                  </a:lnTo>
                  <a:cubicBezTo>
                    <a:pt x="11984" y="168799"/>
                    <a:pt x="23960" y="168799"/>
                    <a:pt x="23960" y="168799"/>
                  </a:cubicBezTo>
                  <a:cubicBezTo>
                    <a:pt x="23960" y="130115"/>
                    <a:pt x="39018" y="93747"/>
                    <a:pt x="66371" y="66391"/>
                  </a:cubicBezTo>
                  <a:cubicBezTo>
                    <a:pt x="93723" y="39026"/>
                    <a:pt x="130090" y="23963"/>
                    <a:pt x="168780" y="23955"/>
                  </a:cubicBezTo>
                  <a:lnTo>
                    <a:pt x="168796" y="23955"/>
                  </a:lnTo>
                  <a:cubicBezTo>
                    <a:pt x="248627" y="23955"/>
                    <a:pt x="313592" y="88893"/>
                    <a:pt x="313625" y="168711"/>
                  </a:cubicBezTo>
                  <a:cubicBezTo>
                    <a:pt x="313656" y="248552"/>
                    <a:pt x="248707" y="313538"/>
                    <a:pt x="168844" y="313562"/>
                  </a:cubicBezTo>
                  <a:close/>
                </a:path>
              </a:pathLst>
            </a:custGeom>
            <a:grpFill/>
            <a:ln w="0" cap="flat">
              <a:noFill/>
              <a:prstDash val="solid"/>
              <a:miter/>
            </a:ln>
          </p:spPr>
          <p:txBody>
            <a:bodyPr rtlCol="0" anchor="ctr"/>
            <a:lstStyle/>
            <a:p>
              <a:endParaRPr lang="de-DE"/>
            </a:p>
          </p:txBody>
        </p:sp>
      </p:grpSp>
      <p:sp>
        <p:nvSpPr>
          <p:cNvPr id="198" name="Freihandform 197">
            <a:extLst>
              <a:ext uri="{FF2B5EF4-FFF2-40B4-BE49-F238E27FC236}">
                <a16:creationId xmlns:a16="http://schemas.microsoft.com/office/drawing/2014/main" id="{D768E3AE-7A23-2124-FEF7-FF4071A70FEF}"/>
              </a:ext>
            </a:extLst>
          </p:cNvPr>
          <p:cNvSpPr/>
          <p:nvPr/>
        </p:nvSpPr>
        <p:spPr>
          <a:xfrm>
            <a:off x="10801580" y="2474298"/>
            <a:ext cx="576390" cy="576256"/>
          </a:xfrm>
          <a:custGeom>
            <a:avLst/>
            <a:gdLst>
              <a:gd name="connsiteX0" fmla="*/ 690195 w 692073"/>
              <a:gd name="connsiteY0" fmla="*/ 201281 h 691912"/>
              <a:gd name="connsiteX1" fmla="*/ 622732 w 692073"/>
              <a:gd name="connsiteY1" fmla="*/ 144733 h 691912"/>
              <a:gd name="connsiteX2" fmla="*/ 103218 w 692073"/>
              <a:gd name="connsiteY2" fmla="*/ 5542 h 691912"/>
              <a:gd name="connsiteX3" fmla="*/ 101110 w 692073"/>
              <a:gd name="connsiteY3" fmla="*/ 5007 h 691912"/>
              <a:gd name="connsiteX4" fmla="*/ 17774 w 692073"/>
              <a:gd name="connsiteY4" fmla="*/ 17595 h 691912"/>
              <a:gd name="connsiteX5" fmla="*/ 5231 w 692073"/>
              <a:gd name="connsiteY5" fmla="*/ 102242 h 691912"/>
              <a:gd name="connsiteX6" fmla="*/ 101398 w 692073"/>
              <a:gd name="connsiteY6" fmla="*/ 460882 h 691912"/>
              <a:gd name="connsiteX7" fmla="*/ 144742 w 692073"/>
              <a:gd name="connsiteY7" fmla="*/ 622600 h 691912"/>
              <a:gd name="connsiteX8" fmla="*/ 201380 w 692073"/>
              <a:gd name="connsiteY8" fmla="*/ 690069 h 691912"/>
              <a:gd name="connsiteX9" fmla="*/ 215249 w 692073"/>
              <a:gd name="connsiteY9" fmla="*/ 691912 h 691912"/>
              <a:gd name="connsiteX10" fmla="*/ 257987 w 692073"/>
              <a:gd name="connsiteY10" fmla="*/ 672531 h 691912"/>
              <a:gd name="connsiteX11" fmla="*/ 384683 w 692073"/>
              <a:gd name="connsiteY11" fmla="*/ 545904 h 691912"/>
              <a:gd name="connsiteX12" fmla="*/ 536202 w 692073"/>
              <a:gd name="connsiteY12" fmla="*/ 548243 h 691912"/>
              <a:gd name="connsiteX13" fmla="*/ 536386 w 692073"/>
              <a:gd name="connsiteY13" fmla="*/ 548243 h 691912"/>
              <a:gd name="connsiteX14" fmla="*/ 547467 w 692073"/>
              <a:gd name="connsiteY14" fmla="*/ 540756 h 691912"/>
              <a:gd name="connsiteX15" fmla="*/ 547555 w 692073"/>
              <a:gd name="connsiteY15" fmla="*/ 540476 h 691912"/>
              <a:gd name="connsiteX16" fmla="*/ 548122 w 692073"/>
              <a:gd name="connsiteY16" fmla="*/ 538560 h 691912"/>
              <a:gd name="connsiteX17" fmla="*/ 548225 w 692073"/>
              <a:gd name="connsiteY17" fmla="*/ 537658 h 691912"/>
              <a:gd name="connsiteX18" fmla="*/ 548370 w 692073"/>
              <a:gd name="connsiteY18" fmla="*/ 536453 h 691912"/>
              <a:gd name="connsiteX19" fmla="*/ 548353 w 692073"/>
              <a:gd name="connsiteY19" fmla="*/ 536245 h 691912"/>
              <a:gd name="connsiteX20" fmla="*/ 548370 w 692073"/>
              <a:gd name="connsiteY20" fmla="*/ 536037 h 691912"/>
              <a:gd name="connsiteX21" fmla="*/ 546078 w 692073"/>
              <a:gd name="connsiteY21" fmla="*/ 384545 h 691912"/>
              <a:gd name="connsiteX22" fmla="*/ 672695 w 692073"/>
              <a:gd name="connsiteY22" fmla="*/ 257942 h 691912"/>
              <a:gd name="connsiteX23" fmla="*/ 690204 w 692073"/>
              <a:gd name="connsiteY23" fmla="*/ 201274 h 691912"/>
              <a:gd name="connsiteX24" fmla="*/ 34676 w 692073"/>
              <a:gd name="connsiteY24" fmla="*/ 34558 h 691912"/>
              <a:gd name="connsiteX25" fmla="*/ 93837 w 692073"/>
              <a:gd name="connsiteY25" fmla="*/ 27901 h 691912"/>
              <a:gd name="connsiteX26" fmla="*/ 522118 w 692073"/>
              <a:gd name="connsiteY26" fmla="*/ 385279 h 691912"/>
              <a:gd name="connsiteX27" fmla="*/ 524218 w 692073"/>
              <a:gd name="connsiteY27" fmla="*/ 524064 h 691912"/>
              <a:gd name="connsiteX28" fmla="*/ 385457 w 692073"/>
              <a:gd name="connsiteY28" fmla="*/ 521925 h 691912"/>
              <a:gd name="connsiteX29" fmla="*/ 27794 w 692073"/>
              <a:gd name="connsiteY29" fmla="*/ 93542 h 691912"/>
              <a:gd name="connsiteX30" fmla="*/ 34684 w 692073"/>
              <a:gd name="connsiteY30" fmla="*/ 34558 h 691912"/>
              <a:gd name="connsiteX31" fmla="*/ 241052 w 692073"/>
              <a:gd name="connsiteY31" fmla="*/ 655584 h 691912"/>
              <a:gd name="connsiteX32" fmla="*/ 207576 w 692073"/>
              <a:gd name="connsiteY32" fmla="*/ 666927 h 691912"/>
              <a:gd name="connsiteX33" fmla="*/ 167871 w 692073"/>
              <a:gd name="connsiteY33" fmla="*/ 616382 h 691912"/>
              <a:gd name="connsiteX34" fmla="*/ 124527 w 692073"/>
              <a:gd name="connsiteY34" fmla="*/ 454679 h 691912"/>
              <a:gd name="connsiteX35" fmla="*/ 42421 w 692073"/>
              <a:gd name="connsiteY35" fmla="*/ 148429 h 691912"/>
              <a:gd name="connsiteX36" fmla="*/ 363597 w 692073"/>
              <a:gd name="connsiteY36" fmla="*/ 533116 h 691912"/>
              <a:gd name="connsiteX37" fmla="*/ 241052 w 692073"/>
              <a:gd name="connsiteY37" fmla="*/ 655592 h 691912"/>
              <a:gd name="connsiteX38" fmla="*/ 655745 w 692073"/>
              <a:gd name="connsiteY38" fmla="*/ 241011 h 691912"/>
              <a:gd name="connsiteX39" fmla="*/ 533312 w 692073"/>
              <a:gd name="connsiteY39" fmla="*/ 363423 h 691912"/>
              <a:gd name="connsiteX40" fmla="*/ 148726 w 692073"/>
              <a:gd name="connsiteY40" fmla="*/ 42509 h 691912"/>
              <a:gd name="connsiteX41" fmla="*/ 616536 w 692073"/>
              <a:gd name="connsiteY41" fmla="*/ 167858 h 691912"/>
              <a:gd name="connsiteX42" fmla="*/ 667066 w 692073"/>
              <a:gd name="connsiteY42" fmla="*/ 207485 h 691912"/>
              <a:gd name="connsiteX43" fmla="*/ 655745 w 692073"/>
              <a:gd name="connsiteY43" fmla="*/ 241003 h 69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92073" h="691912">
                <a:moveTo>
                  <a:pt x="690195" y="201281"/>
                </a:moveTo>
                <a:cubicBezTo>
                  <a:pt x="683209" y="175283"/>
                  <a:pt x="657989" y="154153"/>
                  <a:pt x="622732" y="144733"/>
                </a:cubicBezTo>
                <a:cubicBezTo>
                  <a:pt x="488107" y="108644"/>
                  <a:pt x="251624" y="45263"/>
                  <a:pt x="103218" y="5542"/>
                </a:cubicBezTo>
                <a:cubicBezTo>
                  <a:pt x="102523" y="5294"/>
                  <a:pt x="101829" y="5119"/>
                  <a:pt x="101110" y="5007"/>
                </a:cubicBezTo>
                <a:cubicBezTo>
                  <a:pt x="54548" y="-7175"/>
                  <a:pt x="30005" y="5167"/>
                  <a:pt x="17774" y="17595"/>
                </a:cubicBezTo>
                <a:cubicBezTo>
                  <a:pt x="5111" y="29952"/>
                  <a:pt x="-7343" y="54659"/>
                  <a:pt x="5231" y="102242"/>
                </a:cubicBezTo>
                <a:cubicBezTo>
                  <a:pt x="31818" y="201250"/>
                  <a:pt x="68911" y="339667"/>
                  <a:pt x="101398" y="460882"/>
                </a:cubicBezTo>
                <a:lnTo>
                  <a:pt x="144742" y="622600"/>
                </a:lnTo>
                <a:cubicBezTo>
                  <a:pt x="154227" y="657891"/>
                  <a:pt x="175409" y="683107"/>
                  <a:pt x="201380" y="690069"/>
                </a:cubicBezTo>
                <a:cubicBezTo>
                  <a:pt x="206003" y="691297"/>
                  <a:pt x="210642" y="691912"/>
                  <a:pt x="215249" y="691912"/>
                </a:cubicBezTo>
                <a:cubicBezTo>
                  <a:pt x="230402" y="691912"/>
                  <a:pt x="245212" y="685279"/>
                  <a:pt x="257987" y="672531"/>
                </a:cubicBezTo>
                <a:cubicBezTo>
                  <a:pt x="302441" y="628124"/>
                  <a:pt x="368715" y="561861"/>
                  <a:pt x="384683" y="545904"/>
                </a:cubicBezTo>
                <a:lnTo>
                  <a:pt x="536202" y="548243"/>
                </a:lnTo>
                <a:lnTo>
                  <a:pt x="536386" y="548243"/>
                </a:lnTo>
                <a:cubicBezTo>
                  <a:pt x="541399" y="548243"/>
                  <a:pt x="545686" y="545146"/>
                  <a:pt x="547467" y="540756"/>
                </a:cubicBezTo>
                <a:cubicBezTo>
                  <a:pt x="547507" y="540667"/>
                  <a:pt x="547523" y="540572"/>
                  <a:pt x="547555" y="540476"/>
                </a:cubicBezTo>
                <a:cubicBezTo>
                  <a:pt x="547787" y="539853"/>
                  <a:pt x="547987" y="539223"/>
                  <a:pt x="548122" y="538560"/>
                </a:cubicBezTo>
                <a:cubicBezTo>
                  <a:pt x="548178" y="538265"/>
                  <a:pt x="548185" y="537961"/>
                  <a:pt x="548225" y="537658"/>
                </a:cubicBezTo>
                <a:cubicBezTo>
                  <a:pt x="548273" y="537251"/>
                  <a:pt x="548362" y="536868"/>
                  <a:pt x="548370" y="536453"/>
                </a:cubicBezTo>
                <a:cubicBezTo>
                  <a:pt x="548370" y="536380"/>
                  <a:pt x="548353" y="536317"/>
                  <a:pt x="548353" y="536245"/>
                </a:cubicBezTo>
                <a:cubicBezTo>
                  <a:pt x="548353" y="536173"/>
                  <a:pt x="548370" y="536110"/>
                  <a:pt x="548370" y="536037"/>
                </a:cubicBezTo>
                <a:lnTo>
                  <a:pt x="546078" y="384545"/>
                </a:lnTo>
                <a:cubicBezTo>
                  <a:pt x="562070" y="368532"/>
                  <a:pt x="628264" y="302285"/>
                  <a:pt x="672695" y="257942"/>
                </a:cubicBezTo>
                <a:cubicBezTo>
                  <a:pt x="689334" y="241282"/>
                  <a:pt x="695553" y="221167"/>
                  <a:pt x="690204" y="201274"/>
                </a:cubicBezTo>
                <a:close/>
                <a:moveTo>
                  <a:pt x="34676" y="34558"/>
                </a:moveTo>
                <a:cubicBezTo>
                  <a:pt x="45718" y="23327"/>
                  <a:pt x="66691" y="21044"/>
                  <a:pt x="93837" y="27901"/>
                </a:cubicBezTo>
                <a:lnTo>
                  <a:pt x="522118" y="385279"/>
                </a:lnTo>
                <a:lnTo>
                  <a:pt x="524218" y="524064"/>
                </a:lnTo>
                <a:lnTo>
                  <a:pt x="385457" y="521925"/>
                </a:lnTo>
                <a:lnTo>
                  <a:pt x="27794" y="93542"/>
                </a:lnTo>
                <a:cubicBezTo>
                  <a:pt x="21103" y="66425"/>
                  <a:pt x="23419" y="45566"/>
                  <a:pt x="34684" y="34558"/>
                </a:cubicBezTo>
                <a:close/>
                <a:moveTo>
                  <a:pt x="241052" y="655584"/>
                </a:moveTo>
                <a:cubicBezTo>
                  <a:pt x="230554" y="666057"/>
                  <a:pt x="218961" y="670008"/>
                  <a:pt x="207576" y="666927"/>
                </a:cubicBezTo>
                <a:cubicBezTo>
                  <a:pt x="190219" y="662282"/>
                  <a:pt x="175009" y="642908"/>
                  <a:pt x="167871" y="616382"/>
                </a:cubicBezTo>
                <a:lnTo>
                  <a:pt x="124527" y="454679"/>
                </a:lnTo>
                <a:cubicBezTo>
                  <a:pt x="97438" y="353572"/>
                  <a:pt x="67154" y="240588"/>
                  <a:pt x="42421" y="148429"/>
                </a:cubicBezTo>
                <a:lnTo>
                  <a:pt x="363597" y="533116"/>
                </a:lnTo>
                <a:cubicBezTo>
                  <a:pt x="342456" y="554246"/>
                  <a:pt x="282337" y="614354"/>
                  <a:pt x="241052" y="655592"/>
                </a:cubicBezTo>
                <a:close/>
                <a:moveTo>
                  <a:pt x="655745" y="241011"/>
                </a:moveTo>
                <a:cubicBezTo>
                  <a:pt x="614500" y="282169"/>
                  <a:pt x="554509" y="342206"/>
                  <a:pt x="533312" y="363423"/>
                </a:cubicBezTo>
                <a:lnTo>
                  <a:pt x="148726" y="42509"/>
                </a:lnTo>
                <a:cubicBezTo>
                  <a:pt x="296029" y="81958"/>
                  <a:pt x="496642" y="135721"/>
                  <a:pt x="616536" y="167858"/>
                </a:cubicBezTo>
                <a:cubicBezTo>
                  <a:pt x="643027" y="174932"/>
                  <a:pt x="662396" y="190114"/>
                  <a:pt x="667066" y="207485"/>
                </a:cubicBezTo>
                <a:cubicBezTo>
                  <a:pt x="670140" y="218924"/>
                  <a:pt x="666220" y="230522"/>
                  <a:pt x="655745" y="241003"/>
                </a:cubicBezTo>
                <a:close/>
              </a:path>
            </a:pathLst>
          </a:custGeom>
          <a:solidFill>
            <a:schemeClr val="tx1"/>
          </a:solidFill>
          <a:ln w="0" cap="flat">
            <a:noFill/>
            <a:prstDash val="solid"/>
            <a:miter/>
          </a:ln>
        </p:spPr>
        <p:txBody>
          <a:bodyPr rtlCol="0" anchor="ctr"/>
          <a:lstStyle/>
          <a:p>
            <a:endParaRPr lang="de-DE"/>
          </a:p>
        </p:txBody>
      </p:sp>
      <p:grpSp>
        <p:nvGrpSpPr>
          <p:cNvPr id="199" name="Grafik 13">
            <a:extLst>
              <a:ext uri="{FF2B5EF4-FFF2-40B4-BE49-F238E27FC236}">
                <a16:creationId xmlns:a16="http://schemas.microsoft.com/office/drawing/2014/main" id="{088F78BC-099C-C76C-2086-9C162B8F888C}"/>
              </a:ext>
            </a:extLst>
          </p:cNvPr>
          <p:cNvGrpSpPr/>
          <p:nvPr/>
        </p:nvGrpSpPr>
        <p:grpSpPr>
          <a:xfrm>
            <a:off x="10777862" y="1519565"/>
            <a:ext cx="623826" cy="649630"/>
            <a:chOff x="14803850" y="8243288"/>
            <a:chExt cx="749030" cy="780013"/>
          </a:xfrm>
          <a:solidFill>
            <a:schemeClr val="tx1"/>
          </a:solidFill>
        </p:grpSpPr>
        <p:sp>
          <p:nvSpPr>
            <p:cNvPr id="200" name="Freihandform 199">
              <a:extLst>
                <a:ext uri="{FF2B5EF4-FFF2-40B4-BE49-F238E27FC236}">
                  <a16:creationId xmlns:a16="http://schemas.microsoft.com/office/drawing/2014/main" id="{19E1E9B7-FCD4-0684-856A-3E7A7AC6EE3D}"/>
                </a:ext>
              </a:extLst>
            </p:cNvPr>
            <p:cNvSpPr/>
            <p:nvPr/>
          </p:nvSpPr>
          <p:spPr>
            <a:xfrm>
              <a:off x="15031938" y="8487090"/>
              <a:ext cx="292698" cy="292647"/>
            </a:xfrm>
            <a:custGeom>
              <a:avLst/>
              <a:gdLst>
                <a:gd name="connsiteX0" fmla="*/ 146337 w 292698"/>
                <a:gd name="connsiteY0" fmla="*/ 0 h 292647"/>
                <a:gd name="connsiteX1" fmla="*/ 0 w 292698"/>
                <a:gd name="connsiteY1" fmla="*/ 146344 h 292647"/>
                <a:gd name="connsiteX2" fmla="*/ 146353 w 292698"/>
                <a:gd name="connsiteY2" fmla="*/ 292648 h 292647"/>
                <a:gd name="connsiteX3" fmla="*/ 146369 w 292698"/>
                <a:gd name="connsiteY3" fmla="*/ 292648 h 292647"/>
                <a:gd name="connsiteX4" fmla="*/ 292699 w 292698"/>
                <a:gd name="connsiteY4" fmla="*/ 146312 h 292647"/>
                <a:gd name="connsiteX5" fmla="*/ 292699 w 292698"/>
                <a:gd name="connsiteY5" fmla="*/ 146312 h 292647"/>
                <a:gd name="connsiteX6" fmla="*/ 146337 w 292698"/>
                <a:gd name="connsiteY6" fmla="*/ 0 h 292647"/>
                <a:gd name="connsiteX7" fmla="*/ 232907 w 292698"/>
                <a:gd name="connsiteY7" fmla="*/ 232850 h 292647"/>
                <a:gd name="connsiteX8" fmla="*/ 146369 w 292698"/>
                <a:gd name="connsiteY8" fmla="*/ 268700 h 292647"/>
                <a:gd name="connsiteX9" fmla="*/ 146353 w 292698"/>
                <a:gd name="connsiteY9" fmla="*/ 268700 h 292647"/>
                <a:gd name="connsiteX10" fmla="*/ 23952 w 292698"/>
                <a:gd name="connsiteY10" fmla="*/ 146344 h 292647"/>
                <a:gd name="connsiteX11" fmla="*/ 146361 w 292698"/>
                <a:gd name="connsiteY11" fmla="*/ 23948 h 292647"/>
                <a:gd name="connsiteX12" fmla="*/ 268747 w 292698"/>
                <a:gd name="connsiteY12" fmla="*/ 146320 h 292647"/>
                <a:gd name="connsiteX13" fmla="*/ 232907 w 292698"/>
                <a:gd name="connsiteY13" fmla="*/ 232850 h 292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2698" h="292647">
                  <a:moveTo>
                    <a:pt x="146337" y="0"/>
                  </a:moveTo>
                  <a:cubicBezTo>
                    <a:pt x="65643" y="0"/>
                    <a:pt x="-8" y="65664"/>
                    <a:pt x="0" y="146344"/>
                  </a:cubicBezTo>
                  <a:cubicBezTo>
                    <a:pt x="0" y="227015"/>
                    <a:pt x="65668" y="292648"/>
                    <a:pt x="146353" y="292648"/>
                  </a:cubicBezTo>
                  <a:lnTo>
                    <a:pt x="146369" y="292648"/>
                  </a:lnTo>
                  <a:cubicBezTo>
                    <a:pt x="227062" y="292648"/>
                    <a:pt x="292706" y="226991"/>
                    <a:pt x="292699" y="146312"/>
                  </a:cubicBezTo>
                  <a:lnTo>
                    <a:pt x="292699" y="146312"/>
                  </a:lnTo>
                  <a:cubicBezTo>
                    <a:pt x="292666" y="65664"/>
                    <a:pt x="227022" y="32"/>
                    <a:pt x="146337" y="0"/>
                  </a:cubicBezTo>
                  <a:close/>
                  <a:moveTo>
                    <a:pt x="232907" y="232850"/>
                  </a:moveTo>
                  <a:cubicBezTo>
                    <a:pt x="209793" y="255967"/>
                    <a:pt x="179063" y="268700"/>
                    <a:pt x="146369" y="268700"/>
                  </a:cubicBezTo>
                  <a:lnTo>
                    <a:pt x="146353" y="268700"/>
                  </a:lnTo>
                  <a:cubicBezTo>
                    <a:pt x="78873" y="268700"/>
                    <a:pt x="23960" y="213812"/>
                    <a:pt x="23952" y="146344"/>
                  </a:cubicBezTo>
                  <a:cubicBezTo>
                    <a:pt x="23952" y="78860"/>
                    <a:pt x="78849" y="23955"/>
                    <a:pt x="146361" y="23948"/>
                  </a:cubicBezTo>
                  <a:cubicBezTo>
                    <a:pt x="213817" y="23980"/>
                    <a:pt x="268715" y="78875"/>
                    <a:pt x="268747" y="146320"/>
                  </a:cubicBezTo>
                  <a:cubicBezTo>
                    <a:pt x="268747" y="179000"/>
                    <a:pt x="256020" y="209733"/>
                    <a:pt x="232907" y="232850"/>
                  </a:cubicBezTo>
                  <a:close/>
                </a:path>
              </a:pathLst>
            </a:custGeom>
            <a:grpFill/>
            <a:ln w="0" cap="flat">
              <a:noFill/>
              <a:prstDash val="solid"/>
              <a:miter/>
            </a:ln>
          </p:spPr>
          <p:txBody>
            <a:bodyPr rtlCol="0" anchor="ctr"/>
            <a:lstStyle/>
            <a:p>
              <a:endParaRPr lang="de-DE"/>
            </a:p>
          </p:txBody>
        </p:sp>
        <p:sp>
          <p:nvSpPr>
            <p:cNvPr id="201" name="Freihandform 200">
              <a:extLst>
                <a:ext uri="{FF2B5EF4-FFF2-40B4-BE49-F238E27FC236}">
                  <a16:creationId xmlns:a16="http://schemas.microsoft.com/office/drawing/2014/main" id="{80164841-E8BB-F4F5-80CB-54D667F26AA6}"/>
                </a:ext>
              </a:extLst>
            </p:cNvPr>
            <p:cNvSpPr/>
            <p:nvPr/>
          </p:nvSpPr>
          <p:spPr>
            <a:xfrm>
              <a:off x="14803850" y="8243288"/>
              <a:ext cx="749030" cy="780013"/>
            </a:xfrm>
            <a:custGeom>
              <a:avLst/>
              <a:gdLst>
                <a:gd name="connsiteX0" fmla="*/ 747202 w 749030"/>
                <a:gd name="connsiteY0" fmla="*/ 494238 h 780013"/>
                <a:gd name="connsiteX1" fmla="*/ 723043 w 749030"/>
                <a:gd name="connsiteY1" fmla="*/ 462835 h 780013"/>
                <a:gd name="connsiteX2" fmla="*/ 688496 w 749030"/>
                <a:gd name="connsiteY2" fmla="*/ 442903 h 780013"/>
                <a:gd name="connsiteX3" fmla="*/ 687993 w 749030"/>
                <a:gd name="connsiteY3" fmla="*/ 336360 h 780013"/>
                <a:gd name="connsiteX4" fmla="*/ 722372 w 749030"/>
                <a:gd name="connsiteY4" fmla="*/ 316483 h 780013"/>
                <a:gd name="connsiteX5" fmla="*/ 722668 w 749030"/>
                <a:gd name="connsiteY5" fmla="*/ 316316 h 780013"/>
                <a:gd name="connsiteX6" fmla="*/ 741437 w 749030"/>
                <a:gd name="connsiteY6" fmla="*/ 245686 h 780013"/>
                <a:gd name="connsiteX7" fmla="*/ 682476 w 749030"/>
                <a:gd name="connsiteY7" fmla="*/ 143390 h 780013"/>
                <a:gd name="connsiteX8" fmla="*/ 651035 w 749030"/>
                <a:gd name="connsiteY8" fmla="*/ 119363 h 780013"/>
                <a:gd name="connsiteX9" fmla="*/ 611834 w 749030"/>
                <a:gd name="connsiteY9" fmla="*/ 124591 h 780013"/>
                <a:gd name="connsiteX10" fmla="*/ 577240 w 749030"/>
                <a:gd name="connsiteY10" fmla="*/ 144571 h 780013"/>
                <a:gd name="connsiteX11" fmla="*/ 484771 w 749030"/>
                <a:gd name="connsiteY11" fmla="*/ 91575 h 780013"/>
                <a:gd name="connsiteX12" fmla="*/ 484771 w 749030"/>
                <a:gd name="connsiteY12" fmla="*/ 51647 h 780013"/>
                <a:gd name="connsiteX13" fmla="*/ 433003 w 749030"/>
                <a:gd name="connsiteY13" fmla="*/ 0 h 780013"/>
                <a:gd name="connsiteX14" fmla="*/ 314913 w 749030"/>
                <a:gd name="connsiteY14" fmla="*/ 0 h 780013"/>
                <a:gd name="connsiteX15" fmla="*/ 263200 w 749030"/>
                <a:gd name="connsiteY15" fmla="*/ 51695 h 780013"/>
                <a:gd name="connsiteX16" fmla="*/ 263200 w 749030"/>
                <a:gd name="connsiteY16" fmla="*/ 91639 h 780013"/>
                <a:gd name="connsiteX17" fmla="*/ 171242 w 749030"/>
                <a:gd name="connsiteY17" fmla="*/ 145274 h 780013"/>
                <a:gd name="connsiteX18" fmla="*/ 136720 w 749030"/>
                <a:gd name="connsiteY18" fmla="*/ 125421 h 780013"/>
                <a:gd name="connsiteX19" fmla="*/ 65846 w 749030"/>
                <a:gd name="connsiteY19" fmla="*/ 144419 h 780013"/>
                <a:gd name="connsiteX20" fmla="*/ 6949 w 749030"/>
                <a:gd name="connsiteY20" fmla="*/ 246564 h 780013"/>
                <a:gd name="connsiteX21" fmla="*/ 6885 w 749030"/>
                <a:gd name="connsiteY21" fmla="*/ 246684 h 780013"/>
                <a:gd name="connsiteX22" fmla="*/ 25879 w 749030"/>
                <a:gd name="connsiteY22" fmla="*/ 317266 h 780013"/>
                <a:gd name="connsiteX23" fmla="*/ 60473 w 749030"/>
                <a:gd name="connsiteY23" fmla="*/ 337253 h 780013"/>
                <a:gd name="connsiteX24" fmla="*/ 60896 w 749030"/>
                <a:gd name="connsiteY24" fmla="*/ 443789 h 780013"/>
                <a:gd name="connsiteX25" fmla="*/ 26454 w 749030"/>
                <a:gd name="connsiteY25" fmla="*/ 463681 h 780013"/>
                <a:gd name="connsiteX26" fmla="*/ 26102 w 749030"/>
                <a:gd name="connsiteY26" fmla="*/ 463889 h 780013"/>
                <a:gd name="connsiteX27" fmla="*/ 2318 w 749030"/>
                <a:gd name="connsiteY27" fmla="*/ 495165 h 780013"/>
                <a:gd name="connsiteX28" fmla="*/ 7515 w 749030"/>
                <a:gd name="connsiteY28" fmla="*/ 534455 h 780013"/>
                <a:gd name="connsiteX29" fmla="*/ 66565 w 749030"/>
                <a:gd name="connsiteY29" fmla="*/ 636687 h 780013"/>
                <a:gd name="connsiteX30" fmla="*/ 97989 w 749030"/>
                <a:gd name="connsiteY30" fmla="*/ 660746 h 780013"/>
                <a:gd name="connsiteX31" fmla="*/ 137215 w 749030"/>
                <a:gd name="connsiteY31" fmla="*/ 655549 h 780013"/>
                <a:gd name="connsiteX32" fmla="*/ 171808 w 749030"/>
                <a:gd name="connsiteY32" fmla="*/ 635545 h 780013"/>
                <a:gd name="connsiteX33" fmla="*/ 264263 w 749030"/>
                <a:gd name="connsiteY33" fmla="*/ 688397 h 780013"/>
                <a:gd name="connsiteX34" fmla="*/ 264263 w 749030"/>
                <a:gd name="connsiteY34" fmla="*/ 728302 h 780013"/>
                <a:gd name="connsiteX35" fmla="*/ 316102 w 749030"/>
                <a:gd name="connsiteY35" fmla="*/ 780013 h 780013"/>
                <a:gd name="connsiteX36" fmla="*/ 434032 w 749030"/>
                <a:gd name="connsiteY36" fmla="*/ 780013 h 780013"/>
                <a:gd name="connsiteX37" fmla="*/ 485800 w 749030"/>
                <a:gd name="connsiteY37" fmla="*/ 728310 h 780013"/>
                <a:gd name="connsiteX38" fmla="*/ 485800 w 749030"/>
                <a:gd name="connsiteY38" fmla="*/ 688374 h 780013"/>
                <a:gd name="connsiteX39" fmla="*/ 577759 w 749030"/>
                <a:gd name="connsiteY39" fmla="*/ 634739 h 780013"/>
                <a:gd name="connsiteX40" fmla="*/ 612354 w 749030"/>
                <a:gd name="connsiteY40" fmla="*/ 654632 h 780013"/>
                <a:gd name="connsiteX41" fmla="*/ 651643 w 749030"/>
                <a:gd name="connsiteY41" fmla="*/ 659820 h 780013"/>
                <a:gd name="connsiteX42" fmla="*/ 683083 w 749030"/>
                <a:gd name="connsiteY42" fmla="*/ 635705 h 780013"/>
                <a:gd name="connsiteX43" fmla="*/ 742100 w 749030"/>
                <a:gd name="connsiteY43" fmla="*/ 533537 h 780013"/>
                <a:gd name="connsiteX44" fmla="*/ 747225 w 749030"/>
                <a:gd name="connsiteY44" fmla="*/ 494238 h 780013"/>
                <a:gd name="connsiteX45" fmla="*/ 721334 w 749030"/>
                <a:gd name="connsiteY45" fmla="*/ 521587 h 780013"/>
                <a:gd name="connsiteX46" fmla="*/ 662325 w 749030"/>
                <a:gd name="connsiteY46" fmla="*/ 623731 h 780013"/>
                <a:gd name="connsiteX47" fmla="*/ 645431 w 749030"/>
                <a:gd name="connsiteY47" fmla="*/ 636679 h 780013"/>
                <a:gd name="connsiteX48" fmla="*/ 624305 w 749030"/>
                <a:gd name="connsiteY48" fmla="*/ 633877 h 780013"/>
                <a:gd name="connsiteX49" fmla="*/ 583675 w 749030"/>
                <a:gd name="connsiteY49" fmla="*/ 610512 h 780013"/>
                <a:gd name="connsiteX50" fmla="*/ 571667 w 749030"/>
                <a:gd name="connsiteY50" fmla="*/ 610544 h 780013"/>
                <a:gd name="connsiteX51" fmla="*/ 467773 w 749030"/>
                <a:gd name="connsiteY51" fmla="*/ 671139 h 780013"/>
                <a:gd name="connsiteX52" fmla="*/ 461833 w 749030"/>
                <a:gd name="connsiteY52" fmla="*/ 681485 h 780013"/>
                <a:gd name="connsiteX53" fmla="*/ 461833 w 749030"/>
                <a:gd name="connsiteY53" fmla="*/ 728270 h 780013"/>
                <a:gd name="connsiteX54" fmla="*/ 434001 w 749030"/>
                <a:gd name="connsiteY54" fmla="*/ 756042 h 780013"/>
                <a:gd name="connsiteX55" fmla="*/ 316086 w 749030"/>
                <a:gd name="connsiteY55" fmla="*/ 756042 h 780013"/>
                <a:gd name="connsiteX56" fmla="*/ 288190 w 749030"/>
                <a:gd name="connsiteY56" fmla="*/ 728255 h 780013"/>
                <a:gd name="connsiteX57" fmla="*/ 288190 w 749030"/>
                <a:gd name="connsiteY57" fmla="*/ 681437 h 780013"/>
                <a:gd name="connsiteX58" fmla="*/ 282154 w 749030"/>
                <a:gd name="connsiteY58" fmla="*/ 671044 h 780013"/>
                <a:gd name="connsiteX59" fmla="*/ 177693 w 749030"/>
                <a:gd name="connsiteY59" fmla="*/ 611327 h 780013"/>
                <a:gd name="connsiteX60" fmla="*/ 171753 w 749030"/>
                <a:gd name="connsiteY60" fmla="*/ 609746 h 780013"/>
                <a:gd name="connsiteX61" fmla="*/ 165757 w 749030"/>
                <a:gd name="connsiteY61" fmla="*/ 611350 h 780013"/>
                <a:gd name="connsiteX62" fmla="*/ 125190 w 749030"/>
                <a:gd name="connsiteY62" fmla="*/ 634803 h 780013"/>
                <a:gd name="connsiteX63" fmla="*/ 104137 w 749030"/>
                <a:gd name="connsiteY63" fmla="*/ 637597 h 780013"/>
                <a:gd name="connsiteX64" fmla="*/ 87235 w 749030"/>
                <a:gd name="connsiteY64" fmla="*/ 624625 h 780013"/>
                <a:gd name="connsiteX65" fmla="*/ 28234 w 749030"/>
                <a:gd name="connsiteY65" fmla="*/ 522465 h 780013"/>
                <a:gd name="connsiteX66" fmla="*/ 25431 w 749030"/>
                <a:gd name="connsiteY66" fmla="*/ 501343 h 780013"/>
                <a:gd name="connsiteX67" fmla="*/ 38397 w 749030"/>
                <a:gd name="connsiteY67" fmla="*/ 484428 h 780013"/>
                <a:gd name="connsiteX68" fmla="*/ 38700 w 749030"/>
                <a:gd name="connsiteY68" fmla="*/ 484244 h 780013"/>
                <a:gd name="connsiteX69" fmla="*/ 78860 w 749030"/>
                <a:gd name="connsiteY69" fmla="*/ 461055 h 780013"/>
                <a:gd name="connsiteX70" fmla="*/ 84848 w 749030"/>
                <a:gd name="connsiteY70" fmla="*/ 450638 h 780013"/>
                <a:gd name="connsiteX71" fmla="*/ 84377 w 749030"/>
                <a:gd name="connsiteY71" fmla="*/ 330278 h 780013"/>
                <a:gd name="connsiteX72" fmla="*/ 78389 w 749030"/>
                <a:gd name="connsiteY72" fmla="*/ 319955 h 780013"/>
                <a:gd name="connsiteX73" fmla="*/ 37822 w 749030"/>
                <a:gd name="connsiteY73" fmla="*/ 296519 h 780013"/>
                <a:gd name="connsiteX74" fmla="*/ 27364 w 749030"/>
                <a:gd name="connsiteY74" fmla="*/ 259049 h 780013"/>
                <a:gd name="connsiteX75" fmla="*/ 27723 w 749030"/>
                <a:gd name="connsiteY75" fmla="*/ 258442 h 780013"/>
                <a:gd name="connsiteX76" fmla="*/ 86564 w 749030"/>
                <a:gd name="connsiteY76" fmla="*/ 156393 h 780013"/>
                <a:gd name="connsiteX77" fmla="*/ 124727 w 749030"/>
                <a:gd name="connsiteY77" fmla="*/ 146176 h 780013"/>
                <a:gd name="connsiteX78" fmla="*/ 165278 w 749030"/>
                <a:gd name="connsiteY78" fmla="*/ 169501 h 780013"/>
                <a:gd name="connsiteX79" fmla="*/ 177286 w 749030"/>
                <a:gd name="connsiteY79" fmla="*/ 169469 h 780013"/>
                <a:gd name="connsiteX80" fmla="*/ 281181 w 749030"/>
                <a:gd name="connsiteY80" fmla="*/ 108873 h 780013"/>
                <a:gd name="connsiteX81" fmla="*/ 287121 w 749030"/>
                <a:gd name="connsiteY81" fmla="*/ 98529 h 780013"/>
                <a:gd name="connsiteX82" fmla="*/ 287121 w 749030"/>
                <a:gd name="connsiteY82" fmla="*/ 51710 h 780013"/>
                <a:gd name="connsiteX83" fmla="*/ 314880 w 749030"/>
                <a:gd name="connsiteY83" fmla="*/ 23963 h 780013"/>
                <a:gd name="connsiteX84" fmla="*/ 432939 w 749030"/>
                <a:gd name="connsiteY84" fmla="*/ 23963 h 780013"/>
                <a:gd name="connsiteX85" fmla="*/ 460787 w 749030"/>
                <a:gd name="connsiteY85" fmla="*/ 51710 h 780013"/>
                <a:gd name="connsiteX86" fmla="*/ 460787 w 749030"/>
                <a:gd name="connsiteY86" fmla="*/ 98529 h 780013"/>
                <a:gd name="connsiteX87" fmla="*/ 466807 w 749030"/>
                <a:gd name="connsiteY87" fmla="*/ 108922 h 780013"/>
                <a:gd name="connsiteX88" fmla="*/ 571276 w 749030"/>
                <a:gd name="connsiteY88" fmla="*/ 168791 h 780013"/>
                <a:gd name="connsiteX89" fmla="*/ 583220 w 749030"/>
                <a:gd name="connsiteY89" fmla="*/ 168767 h 780013"/>
                <a:gd name="connsiteX90" fmla="*/ 623802 w 749030"/>
                <a:gd name="connsiteY90" fmla="*/ 145330 h 780013"/>
                <a:gd name="connsiteX91" fmla="*/ 644856 w 749030"/>
                <a:gd name="connsiteY91" fmla="*/ 142512 h 780013"/>
                <a:gd name="connsiteX92" fmla="*/ 661781 w 749030"/>
                <a:gd name="connsiteY92" fmla="*/ 155500 h 780013"/>
                <a:gd name="connsiteX93" fmla="*/ 720679 w 749030"/>
                <a:gd name="connsiteY93" fmla="*/ 257684 h 780013"/>
                <a:gd name="connsiteX94" fmla="*/ 710772 w 749030"/>
                <a:gd name="connsiteY94" fmla="*/ 295522 h 780013"/>
                <a:gd name="connsiteX95" fmla="*/ 710524 w 749030"/>
                <a:gd name="connsiteY95" fmla="*/ 295665 h 780013"/>
                <a:gd name="connsiteX96" fmla="*/ 669973 w 749030"/>
                <a:gd name="connsiteY96" fmla="*/ 319117 h 780013"/>
                <a:gd name="connsiteX97" fmla="*/ 663994 w 749030"/>
                <a:gd name="connsiteY97" fmla="*/ 329543 h 780013"/>
                <a:gd name="connsiteX98" fmla="*/ 664560 w 749030"/>
                <a:gd name="connsiteY98" fmla="*/ 449904 h 780013"/>
                <a:gd name="connsiteX99" fmla="*/ 670548 w 749030"/>
                <a:gd name="connsiteY99" fmla="*/ 460217 h 780013"/>
                <a:gd name="connsiteX100" fmla="*/ 711067 w 749030"/>
                <a:gd name="connsiteY100" fmla="*/ 483590 h 780013"/>
                <a:gd name="connsiteX101" fmla="*/ 724064 w 749030"/>
                <a:gd name="connsiteY101" fmla="*/ 500473 h 780013"/>
                <a:gd name="connsiteX102" fmla="*/ 721318 w 749030"/>
                <a:gd name="connsiteY102" fmla="*/ 521594 h 780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749030" h="780013">
                  <a:moveTo>
                    <a:pt x="747202" y="494238"/>
                  </a:moveTo>
                  <a:cubicBezTo>
                    <a:pt x="743601" y="480884"/>
                    <a:pt x="735019" y="469732"/>
                    <a:pt x="723043" y="462835"/>
                  </a:cubicBezTo>
                  <a:lnTo>
                    <a:pt x="688496" y="442903"/>
                  </a:lnTo>
                  <a:lnTo>
                    <a:pt x="687993" y="336360"/>
                  </a:lnTo>
                  <a:lnTo>
                    <a:pt x="722372" y="316483"/>
                  </a:lnTo>
                  <a:cubicBezTo>
                    <a:pt x="722476" y="316428"/>
                    <a:pt x="722571" y="316364"/>
                    <a:pt x="722668" y="316316"/>
                  </a:cubicBezTo>
                  <a:cubicBezTo>
                    <a:pt x="747322" y="302003"/>
                    <a:pt x="755737" y="270304"/>
                    <a:pt x="741437" y="245686"/>
                  </a:cubicBezTo>
                  <a:lnTo>
                    <a:pt x="682476" y="143390"/>
                  </a:lnTo>
                  <a:cubicBezTo>
                    <a:pt x="675546" y="131448"/>
                    <a:pt x="664377" y="122915"/>
                    <a:pt x="651035" y="119363"/>
                  </a:cubicBezTo>
                  <a:cubicBezTo>
                    <a:pt x="637671" y="115810"/>
                    <a:pt x="623747" y="117670"/>
                    <a:pt x="611834" y="124591"/>
                  </a:cubicBezTo>
                  <a:lnTo>
                    <a:pt x="577240" y="144571"/>
                  </a:lnTo>
                  <a:lnTo>
                    <a:pt x="484771" y="91575"/>
                  </a:lnTo>
                  <a:lnTo>
                    <a:pt x="484771" y="51647"/>
                  </a:lnTo>
                  <a:cubicBezTo>
                    <a:pt x="484674" y="23141"/>
                    <a:pt x="461457" y="0"/>
                    <a:pt x="433003" y="0"/>
                  </a:cubicBezTo>
                  <a:lnTo>
                    <a:pt x="314913" y="0"/>
                  </a:lnTo>
                  <a:cubicBezTo>
                    <a:pt x="286402" y="0"/>
                    <a:pt x="263200" y="23189"/>
                    <a:pt x="263200" y="51695"/>
                  </a:cubicBezTo>
                  <a:lnTo>
                    <a:pt x="263200" y="91639"/>
                  </a:lnTo>
                  <a:lnTo>
                    <a:pt x="171242" y="145274"/>
                  </a:lnTo>
                  <a:lnTo>
                    <a:pt x="136720" y="125421"/>
                  </a:lnTo>
                  <a:cubicBezTo>
                    <a:pt x="111945" y="111125"/>
                    <a:pt x="80161" y="119642"/>
                    <a:pt x="65846" y="144419"/>
                  </a:cubicBezTo>
                  <a:lnTo>
                    <a:pt x="6949" y="246564"/>
                  </a:lnTo>
                  <a:cubicBezTo>
                    <a:pt x="6949" y="246564"/>
                    <a:pt x="6909" y="246644"/>
                    <a:pt x="6885" y="246684"/>
                  </a:cubicBezTo>
                  <a:cubicBezTo>
                    <a:pt x="-7335" y="271382"/>
                    <a:pt x="1184" y="303057"/>
                    <a:pt x="25879" y="317266"/>
                  </a:cubicBezTo>
                  <a:lnTo>
                    <a:pt x="60473" y="337253"/>
                  </a:lnTo>
                  <a:lnTo>
                    <a:pt x="60896" y="443789"/>
                  </a:lnTo>
                  <a:lnTo>
                    <a:pt x="26454" y="463681"/>
                  </a:lnTo>
                  <a:lnTo>
                    <a:pt x="26102" y="463889"/>
                  </a:lnTo>
                  <a:cubicBezTo>
                    <a:pt x="14294" y="470826"/>
                    <a:pt x="5855" y="481921"/>
                    <a:pt x="2318" y="495165"/>
                  </a:cubicBezTo>
                  <a:cubicBezTo>
                    <a:pt x="-1250" y="508527"/>
                    <a:pt x="594" y="522489"/>
                    <a:pt x="7515" y="534455"/>
                  </a:cubicBezTo>
                  <a:lnTo>
                    <a:pt x="66565" y="636687"/>
                  </a:lnTo>
                  <a:cubicBezTo>
                    <a:pt x="73479" y="648637"/>
                    <a:pt x="84640" y="657186"/>
                    <a:pt x="97989" y="660746"/>
                  </a:cubicBezTo>
                  <a:cubicBezTo>
                    <a:pt x="111346" y="664299"/>
                    <a:pt x="125262" y="662454"/>
                    <a:pt x="137215" y="655549"/>
                  </a:cubicBezTo>
                  <a:lnTo>
                    <a:pt x="171808" y="635545"/>
                  </a:lnTo>
                  <a:lnTo>
                    <a:pt x="264263" y="688397"/>
                  </a:lnTo>
                  <a:lnTo>
                    <a:pt x="264263" y="728302"/>
                  </a:lnTo>
                  <a:cubicBezTo>
                    <a:pt x="264343" y="756801"/>
                    <a:pt x="287599" y="780006"/>
                    <a:pt x="316102" y="780013"/>
                  </a:cubicBezTo>
                  <a:lnTo>
                    <a:pt x="434032" y="780013"/>
                  </a:lnTo>
                  <a:cubicBezTo>
                    <a:pt x="462527" y="780013"/>
                    <a:pt x="485760" y="756848"/>
                    <a:pt x="485800" y="728310"/>
                  </a:cubicBezTo>
                  <a:lnTo>
                    <a:pt x="485800" y="688374"/>
                  </a:lnTo>
                  <a:lnTo>
                    <a:pt x="577759" y="634739"/>
                  </a:lnTo>
                  <a:lnTo>
                    <a:pt x="612354" y="654632"/>
                  </a:lnTo>
                  <a:cubicBezTo>
                    <a:pt x="624322" y="661553"/>
                    <a:pt x="638277" y="663412"/>
                    <a:pt x="651643" y="659820"/>
                  </a:cubicBezTo>
                  <a:cubicBezTo>
                    <a:pt x="665007" y="656252"/>
                    <a:pt x="676168" y="647679"/>
                    <a:pt x="683083" y="635705"/>
                  </a:cubicBezTo>
                  <a:lnTo>
                    <a:pt x="742100" y="533537"/>
                  </a:lnTo>
                  <a:cubicBezTo>
                    <a:pt x="748998" y="521554"/>
                    <a:pt x="750827" y="507594"/>
                    <a:pt x="747225" y="494238"/>
                  </a:cubicBezTo>
                  <a:close/>
                  <a:moveTo>
                    <a:pt x="721334" y="521587"/>
                  </a:moveTo>
                  <a:lnTo>
                    <a:pt x="662325" y="623731"/>
                  </a:lnTo>
                  <a:cubicBezTo>
                    <a:pt x="658604" y="630166"/>
                    <a:pt x="652608" y="634763"/>
                    <a:pt x="645431" y="636679"/>
                  </a:cubicBezTo>
                  <a:cubicBezTo>
                    <a:pt x="638277" y="638587"/>
                    <a:pt x="630756" y="637613"/>
                    <a:pt x="624305" y="633877"/>
                  </a:cubicBezTo>
                  <a:lnTo>
                    <a:pt x="583675" y="610512"/>
                  </a:lnTo>
                  <a:cubicBezTo>
                    <a:pt x="579963" y="608357"/>
                    <a:pt x="575380" y="608389"/>
                    <a:pt x="571667" y="610544"/>
                  </a:cubicBezTo>
                  <a:lnTo>
                    <a:pt x="467773" y="671139"/>
                  </a:lnTo>
                  <a:cubicBezTo>
                    <a:pt x="464092" y="673295"/>
                    <a:pt x="461833" y="677231"/>
                    <a:pt x="461833" y="681485"/>
                  </a:cubicBezTo>
                  <a:lnTo>
                    <a:pt x="461833" y="728270"/>
                  </a:lnTo>
                  <a:cubicBezTo>
                    <a:pt x="461808" y="743597"/>
                    <a:pt x="449329" y="756042"/>
                    <a:pt x="434001" y="756042"/>
                  </a:cubicBezTo>
                  <a:lnTo>
                    <a:pt x="316086" y="756042"/>
                  </a:lnTo>
                  <a:cubicBezTo>
                    <a:pt x="300741" y="756042"/>
                    <a:pt x="288238" y="743557"/>
                    <a:pt x="288190" y="728255"/>
                  </a:cubicBezTo>
                  <a:lnTo>
                    <a:pt x="288190" y="681437"/>
                  </a:lnTo>
                  <a:cubicBezTo>
                    <a:pt x="288190" y="677143"/>
                    <a:pt x="285891" y="673175"/>
                    <a:pt x="282154" y="671044"/>
                  </a:cubicBezTo>
                  <a:lnTo>
                    <a:pt x="177693" y="611327"/>
                  </a:lnTo>
                  <a:cubicBezTo>
                    <a:pt x="175857" y="610272"/>
                    <a:pt x="173804" y="609746"/>
                    <a:pt x="171753" y="609746"/>
                  </a:cubicBezTo>
                  <a:cubicBezTo>
                    <a:pt x="169677" y="609746"/>
                    <a:pt x="167609" y="610280"/>
                    <a:pt x="165757" y="611350"/>
                  </a:cubicBezTo>
                  <a:lnTo>
                    <a:pt x="125190" y="634803"/>
                  </a:lnTo>
                  <a:cubicBezTo>
                    <a:pt x="118772" y="638515"/>
                    <a:pt x="111323" y="639521"/>
                    <a:pt x="104137" y="637597"/>
                  </a:cubicBezTo>
                  <a:cubicBezTo>
                    <a:pt x="96983" y="635690"/>
                    <a:pt x="90995" y="631107"/>
                    <a:pt x="87235" y="624625"/>
                  </a:cubicBezTo>
                  <a:lnTo>
                    <a:pt x="28234" y="522465"/>
                  </a:lnTo>
                  <a:cubicBezTo>
                    <a:pt x="24505" y="516023"/>
                    <a:pt x="23515" y="508519"/>
                    <a:pt x="25431" y="501343"/>
                  </a:cubicBezTo>
                  <a:cubicBezTo>
                    <a:pt x="27347" y="494158"/>
                    <a:pt x="31954" y="488148"/>
                    <a:pt x="38397" y="484428"/>
                  </a:cubicBezTo>
                  <a:lnTo>
                    <a:pt x="38700" y="484244"/>
                  </a:lnTo>
                  <a:lnTo>
                    <a:pt x="78860" y="461055"/>
                  </a:lnTo>
                  <a:cubicBezTo>
                    <a:pt x="82581" y="458908"/>
                    <a:pt x="84864" y="454933"/>
                    <a:pt x="84848" y="450638"/>
                  </a:cubicBezTo>
                  <a:lnTo>
                    <a:pt x="84377" y="330278"/>
                  </a:lnTo>
                  <a:cubicBezTo>
                    <a:pt x="84360" y="326022"/>
                    <a:pt x="82086" y="322087"/>
                    <a:pt x="78389" y="319955"/>
                  </a:cubicBezTo>
                  <a:lnTo>
                    <a:pt x="37822" y="296519"/>
                  </a:lnTo>
                  <a:cubicBezTo>
                    <a:pt x="24561" y="288888"/>
                    <a:pt x="19986" y="271885"/>
                    <a:pt x="27364" y="259049"/>
                  </a:cubicBezTo>
                  <a:cubicBezTo>
                    <a:pt x="27492" y="258858"/>
                    <a:pt x="27604" y="258650"/>
                    <a:pt x="27723" y="258442"/>
                  </a:cubicBezTo>
                  <a:lnTo>
                    <a:pt x="86564" y="156393"/>
                  </a:lnTo>
                  <a:cubicBezTo>
                    <a:pt x="94277" y="143046"/>
                    <a:pt x="111386" y="138472"/>
                    <a:pt x="124727" y="146176"/>
                  </a:cubicBezTo>
                  <a:lnTo>
                    <a:pt x="165278" y="169501"/>
                  </a:lnTo>
                  <a:cubicBezTo>
                    <a:pt x="168999" y="171656"/>
                    <a:pt x="173581" y="171625"/>
                    <a:pt x="177286" y="169469"/>
                  </a:cubicBezTo>
                  <a:lnTo>
                    <a:pt x="281181" y="108873"/>
                  </a:lnTo>
                  <a:cubicBezTo>
                    <a:pt x="284861" y="106719"/>
                    <a:pt x="287121" y="102783"/>
                    <a:pt x="287121" y="98529"/>
                  </a:cubicBezTo>
                  <a:lnTo>
                    <a:pt x="287121" y="51710"/>
                  </a:lnTo>
                  <a:cubicBezTo>
                    <a:pt x="287121" y="36416"/>
                    <a:pt x="299575" y="23963"/>
                    <a:pt x="314880" y="23963"/>
                  </a:cubicBezTo>
                  <a:lnTo>
                    <a:pt x="432939" y="23963"/>
                  </a:lnTo>
                  <a:cubicBezTo>
                    <a:pt x="448251" y="23963"/>
                    <a:pt x="460739" y="36416"/>
                    <a:pt x="460787" y="51710"/>
                  </a:cubicBezTo>
                  <a:lnTo>
                    <a:pt x="460787" y="98529"/>
                  </a:lnTo>
                  <a:cubicBezTo>
                    <a:pt x="460787" y="102815"/>
                    <a:pt x="463086" y="106782"/>
                    <a:pt x="466807" y="108922"/>
                  </a:cubicBezTo>
                  <a:lnTo>
                    <a:pt x="571276" y="168791"/>
                  </a:lnTo>
                  <a:cubicBezTo>
                    <a:pt x="574981" y="170898"/>
                    <a:pt x="579532" y="170898"/>
                    <a:pt x="583220" y="168767"/>
                  </a:cubicBezTo>
                  <a:lnTo>
                    <a:pt x="623802" y="145330"/>
                  </a:lnTo>
                  <a:cubicBezTo>
                    <a:pt x="630213" y="141610"/>
                    <a:pt x="637686" y="140620"/>
                    <a:pt x="644856" y="142512"/>
                  </a:cubicBezTo>
                  <a:cubicBezTo>
                    <a:pt x="652009" y="144412"/>
                    <a:pt x="658006" y="148993"/>
                    <a:pt x="661781" y="155500"/>
                  </a:cubicBezTo>
                  <a:lnTo>
                    <a:pt x="720679" y="257684"/>
                  </a:lnTo>
                  <a:cubicBezTo>
                    <a:pt x="728304" y="270824"/>
                    <a:pt x="723913" y="287674"/>
                    <a:pt x="710772" y="295522"/>
                  </a:cubicBezTo>
                  <a:cubicBezTo>
                    <a:pt x="710683" y="295569"/>
                    <a:pt x="710604" y="295617"/>
                    <a:pt x="710524" y="295665"/>
                  </a:cubicBezTo>
                  <a:lnTo>
                    <a:pt x="669973" y="319117"/>
                  </a:lnTo>
                  <a:cubicBezTo>
                    <a:pt x="666253" y="321273"/>
                    <a:pt x="663969" y="325249"/>
                    <a:pt x="663994" y="329543"/>
                  </a:cubicBezTo>
                  <a:lnTo>
                    <a:pt x="664560" y="449904"/>
                  </a:lnTo>
                  <a:cubicBezTo>
                    <a:pt x="664584" y="454167"/>
                    <a:pt x="666860" y="458086"/>
                    <a:pt x="670548" y="460217"/>
                  </a:cubicBezTo>
                  <a:lnTo>
                    <a:pt x="711067" y="483590"/>
                  </a:lnTo>
                  <a:cubicBezTo>
                    <a:pt x="717518" y="487302"/>
                    <a:pt x="722132" y="493297"/>
                    <a:pt x="724064" y="500473"/>
                  </a:cubicBezTo>
                  <a:cubicBezTo>
                    <a:pt x="725997" y="507649"/>
                    <a:pt x="725022" y="515161"/>
                    <a:pt x="721318" y="521594"/>
                  </a:cubicBezTo>
                  <a:close/>
                </a:path>
              </a:pathLst>
            </a:custGeom>
            <a:grpFill/>
            <a:ln w="0" cap="flat">
              <a:noFill/>
              <a:prstDash val="solid"/>
              <a:miter/>
            </a:ln>
          </p:spPr>
          <p:txBody>
            <a:bodyPr rtlCol="0" anchor="ctr"/>
            <a:lstStyle/>
            <a:p>
              <a:endParaRPr lang="de-DE"/>
            </a:p>
          </p:txBody>
        </p:sp>
      </p:grpSp>
      <p:sp>
        <p:nvSpPr>
          <p:cNvPr id="202" name="Freihandform 201">
            <a:extLst>
              <a:ext uri="{FF2B5EF4-FFF2-40B4-BE49-F238E27FC236}">
                <a16:creationId xmlns:a16="http://schemas.microsoft.com/office/drawing/2014/main" id="{27EB80B4-F2AF-D60C-AA11-02C1397FF3A0}"/>
              </a:ext>
            </a:extLst>
          </p:cNvPr>
          <p:cNvSpPr/>
          <p:nvPr/>
        </p:nvSpPr>
        <p:spPr>
          <a:xfrm>
            <a:off x="7027889" y="2445928"/>
            <a:ext cx="633112" cy="632996"/>
          </a:xfrm>
          <a:custGeom>
            <a:avLst/>
            <a:gdLst>
              <a:gd name="connsiteX0" fmla="*/ 380114 w 760180"/>
              <a:gd name="connsiteY0" fmla="*/ 0 h 760041"/>
              <a:gd name="connsiteX1" fmla="*/ 380082 w 760180"/>
              <a:gd name="connsiteY1" fmla="*/ 0 h 760041"/>
              <a:gd name="connsiteX2" fmla="*/ 0 w 760180"/>
              <a:gd name="connsiteY2" fmla="*/ 379993 h 760041"/>
              <a:gd name="connsiteX3" fmla="*/ 380067 w 760180"/>
              <a:gd name="connsiteY3" fmla="*/ 760042 h 760041"/>
              <a:gd name="connsiteX4" fmla="*/ 545916 w 760180"/>
              <a:gd name="connsiteY4" fmla="*/ 760042 h 760041"/>
              <a:gd name="connsiteX5" fmla="*/ 557892 w 760180"/>
              <a:gd name="connsiteY5" fmla="*/ 748068 h 760041"/>
              <a:gd name="connsiteX6" fmla="*/ 545916 w 760180"/>
              <a:gd name="connsiteY6" fmla="*/ 736094 h 760041"/>
              <a:gd name="connsiteX7" fmla="*/ 380067 w 760180"/>
              <a:gd name="connsiteY7" fmla="*/ 736094 h 760041"/>
              <a:gd name="connsiteX8" fmla="*/ 23952 w 760180"/>
              <a:gd name="connsiteY8" fmla="*/ 379993 h 760041"/>
              <a:gd name="connsiteX9" fmla="*/ 380114 w 760180"/>
              <a:gd name="connsiteY9" fmla="*/ 23948 h 760041"/>
              <a:gd name="connsiteX10" fmla="*/ 736229 w 760180"/>
              <a:gd name="connsiteY10" fmla="*/ 380041 h 760041"/>
              <a:gd name="connsiteX11" fmla="*/ 736229 w 760180"/>
              <a:gd name="connsiteY11" fmla="*/ 444636 h 760041"/>
              <a:gd name="connsiteX12" fmla="*/ 647056 w 760180"/>
              <a:gd name="connsiteY12" fmla="*/ 533792 h 760041"/>
              <a:gd name="connsiteX13" fmla="*/ 557892 w 760180"/>
              <a:gd name="connsiteY13" fmla="*/ 444636 h 760041"/>
              <a:gd name="connsiteX14" fmla="*/ 557892 w 760180"/>
              <a:gd name="connsiteY14" fmla="*/ 380041 h 760041"/>
              <a:gd name="connsiteX15" fmla="*/ 380082 w 760180"/>
              <a:gd name="connsiteY15" fmla="*/ 202294 h 760041"/>
              <a:gd name="connsiteX16" fmla="*/ 202344 w 760180"/>
              <a:gd name="connsiteY16" fmla="*/ 380041 h 760041"/>
              <a:gd name="connsiteX17" fmla="*/ 380122 w 760180"/>
              <a:gd name="connsiteY17" fmla="*/ 557796 h 760041"/>
              <a:gd name="connsiteX18" fmla="*/ 535952 w 760180"/>
              <a:gd name="connsiteY18" fmla="*/ 465493 h 760041"/>
              <a:gd name="connsiteX19" fmla="*/ 647056 w 760180"/>
              <a:gd name="connsiteY19" fmla="*/ 557748 h 760041"/>
              <a:gd name="connsiteX20" fmla="*/ 760181 w 760180"/>
              <a:gd name="connsiteY20" fmla="*/ 444644 h 760041"/>
              <a:gd name="connsiteX21" fmla="*/ 760181 w 760180"/>
              <a:gd name="connsiteY21" fmla="*/ 380049 h 760041"/>
              <a:gd name="connsiteX22" fmla="*/ 380114 w 760180"/>
              <a:gd name="connsiteY22" fmla="*/ 8 h 760041"/>
              <a:gd name="connsiteX23" fmla="*/ 380114 w 760180"/>
              <a:gd name="connsiteY23" fmla="*/ 533849 h 760041"/>
              <a:gd name="connsiteX24" fmla="*/ 226287 w 760180"/>
              <a:gd name="connsiteY24" fmla="*/ 380041 h 760041"/>
              <a:gd name="connsiteX25" fmla="*/ 380074 w 760180"/>
              <a:gd name="connsiteY25" fmla="*/ 226241 h 760041"/>
              <a:gd name="connsiteX26" fmla="*/ 380090 w 760180"/>
              <a:gd name="connsiteY26" fmla="*/ 226241 h 760041"/>
              <a:gd name="connsiteX27" fmla="*/ 533940 w 760180"/>
              <a:gd name="connsiteY27" fmla="*/ 380041 h 760041"/>
              <a:gd name="connsiteX28" fmla="*/ 380114 w 760180"/>
              <a:gd name="connsiteY28" fmla="*/ 533849 h 76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60180" h="760041">
                <a:moveTo>
                  <a:pt x="380114" y="0"/>
                </a:moveTo>
                <a:lnTo>
                  <a:pt x="380082" y="0"/>
                </a:lnTo>
                <a:cubicBezTo>
                  <a:pt x="170520" y="0"/>
                  <a:pt x="16" y="170459"/>
                  <a:pt x="0" y="379993"/>
                </a:cubicBezTo>
                <a:cubicBezTo>
                  <a:pt x="-17" y="589535"/>
                  <a:pt x="170480" y="760026"/>
                  <a:pt x="380067" y="760042"/>
                </a:cubicBezTo>
                <a:lnTo>
                  <a:pt x="545916" y="760042"/>
                </a:lnTo>
                <a:cubicBezTo>
                  <a:pt x="552527" y="760042"/>
                  <a:pt x="557892" y="754677"/>
                  <a:pt x="557892" y="748068"/>
                </a:cubicBezTo>
                <a:cubicBezTo>
                  <a:pt x="557892" y="741458"/>
                  <a:pt x="552527" y="736094"/>
                  <a:pt x="545916" y="736094"/>
                </a:cubicBezTo>
                <a:lnTo>
                  <a:pt x="380067" y="736094"/>
                </a:lnTo>
                <a:cubicBezTo>
                  <a:pt x="183686" y="736078"/>
                  <a:pt x="23943" y="576331"/>
                  <a:pt x="23952" y="379993"/>
                </a:cubicBezTo>
                <a:cubicBezTo>
                  <a:pt x="23967" y="183655"/>
                  <a:pt x="183741" y="23940"/>
                  <a:pt x="380114" y="23948"/>
                </a:cubicBezTo>
                <a:cubicBezTo>
                  <a:pt x="576486" y="23955"/>
                  <a:pt x="736237" y="183710"/>
                  <a:pt x="736229" y="380041"/>
                </a:cubicBezTo>
                <a:lnTo>
                  <a:pt x="736229" y="444636"/>
                </a:lnTo>
                <a:cubicBezTo>
                  <a:pt x="736229" y="493792"/>
                  <a:pt x="696222" y="533792"/>
                  <a:pt x="647056" y="533792"/>
                </a:cubicBezTo>
                <a:cubicBezTo>
                  <a:pt x="597891" y="533792"/>
                  <a:pt x="557892" y="493792"/>
                  <a:pt x="557892" y="444636"/>
                </a:cubicBezTo>
                <a:lnTo>
                  <a:pt x="557892" y="380041"/>
                </a:lnTo>
                <a:cubicBezTo>
                  <a:pt x="557876" y="282024"/>
                  <a:pt x="478108" y="202286"/>
                  <a:pt x="380082" y="202294"/>
                </a:cubicBezTo>
                <a:cubicBezTo>
                  <a:pt x="282079" y="202317"/>
                  <a:pt x="202344" y="282055"/>
                  <a:pt x="202344" y="380041"/>
                </a:cubicBezTo>
                <a:cubicBezTo>
                  <a:pt x="202344" y="478027"/>
                  <a:pt x="282087" y="557796"/>
                  <a:pt x="380122" y="557796"/>
                </a:cubicBezTo>
                <a:cubicBezTo>
                  <a:pt x="447195" y="557796"/>
                  <a:pt x="505686" y="520462"/>
                  <a:pt x="535952" y="465493"/>
                </a:cubicBezTo>
                <a:cubicBezTo>
                  <a:pt x="545773" y="517924"/>
                  <a:pt x="591816" y="557748"/>
                  <a:pt x="647056" y="557748"/>
                </a:cubicBezTo>
                <a:cubicBezTo>
                  <a:pt x="709427" y="557748"/>
                  <a:pt x="760181" y="507011"/>
                  <a:pt x="760181" y="444644"/>
                </a:cubicBezTo>
                <a:lnTo>
                  <a:pt x="760181" y="380049"/>
                </a:lnTo>
                <a:cubicBezTo>
                  <a:pt x="760196" y="170507"/>
                  <a:pt x="589700" y="24"/>
                  <a:pt x="380114" y="8"/>
                </a:cubicBezTo>
                <a:close/>
                <a:moveTo>
                  <a:pt x="380114" y="533849"/>
                </a:moveTo>
                <a:cubicBezTo>
                  <a:pt x="295293" y="533849"/>
                  <a:pt x="226287" y="464847"/>
                  <a:pt x="226287" y="380041"/>
                </a:cubicBezTo>
                <a:cubicBezTo>
                  <a:pt x="226287" y="295234"/>
                  <a:pt x="295277" y="226265"/>
                  <a:pt x="380074" y="226241"/>
                </a:cubicBezTo>
                <a:lnTo>
                  <a:pt x="380090" y="226241"/>
                </a:lnTo>
                <a:cubicBezTo>
                  <a:pt x="464903" y="226241"/>
                  <a:pt x="533925" y="295234"/>
                  <a:pt x="533940" y="380041"/>
                </a:cubicBezTo>
                <a:cubicBezTo>
                  <a:pt x="533940" y="464840"/>
                  <a:pt x="464927" y="533849"/>
                  <a:pt x="380114" y="533849"/>
                </a:cubicBezTo>
                <a:close/>
              </a:path>
            </a:pathLst>
          </a:custGeom>
          <a:solidFill>
            <a:schemeClr val="tx1"/>
          </a:solidFill>
          <a:ln w="0" cap="flat">
            <a:noFill/>
            <a:prstDash val="solid"/>
            <a:miter/>
          </a:ln>
        </p:spPr>
        <p:txBody>
          <a:bodyPr rtlCol="0" anchor="ctr"/>
          <a:lstStyle/>
          <a:p>
            <a:endParaRPr lang="de-DE"/>
          </a:p>
        </p:txBody>
      </p:sp>
      <p:sp>
        <p:nvSpPr>
          <p:cNvPr id="203" name="Freihandform 202">
            <a:extLst>
              <a:ext uri="{FF2B5EF4-FFF2-40B4-BE49-F238E27FC236}">
                <a16:creationId xmlns:a16="http://schemas.microsoft.com/office/drawing/2014/main" id="{49B25CB6-0AF7-66E3-7575-9A09E6F82FF1}"/>
              </a:ext>
            </a:extLst>
          </p:cNvPr>
          <p:cNvSpPr/>
          <p:nvPr/>
        </p:nvSpPr>
        <p:spPr>
          <a:xfrm>
            <a:off x="9559003" y="4421774"/>
            <a:ext cx="731596" cy="471290"/>
          </a:xfrm>
          <a:custGeom>
            <a:avLst/>
            <a:gdLst>
              <a:gd name="connsiteX0" fmla="*/ 716732 w 878430"/>
              <a:gd name="connsiteY0" fmla="*/ 229120 h 565879"/>
              <a:gd name="connsiteX1" fmla="*/ 395922 w 878430"/>
              <a:gd name="connsiteY1" fmla="*/ 3349 h 565879"/>
              <a:gd name="connsiteX2" fmla="*/ 161666 w 878430"/>
              <a:gd name="connsiteY2" fmla="*/ 229120 h 565879"/>
              <a:gd name="connsiteX3" fmla="*/ 0 w 878430"/>
              <a:gd name="connsiteY3" fmla="*/ 397431 h 565879"/>
              <a:gd name="connsiteX4" fmla="*/ 168468 w 878430"/>
              <a:gd name="connsiteY4" fmla="*/ 565879 h 565879"/>
              <a:gd name="connsiteX5" fmla="*/ 709962 w 878430"/>
              <a:gd name="connsiteY5" fmla="*/ 565879 h 565879"/>
              <a:gd name="connsiteX6" fmla="*/ 878430 w 878430"/>
              <a:gd name="connsiteY6" fmla="*/ 397431 h 565879"/>
              <a:gd name="connsiteX7" fmla="*/ 716732 w 878430"/>
              <a:gd name="connsiteY7" fmla="*/ 229120 h 565879"/>
              <a:gd name="connsiteX8" fmla="*/ 709962 w 878430"/>
              <a:gd name="connsiteY8" fmla="*/ 541932 h 565879"/>
              <a:gd name="connsiteX9" fmla="*/ 168468 w 878430"/>
              <a:gd name="connsiteY9" fmla="*/ 541932 h 565879"/>
              <a:gd name="connsiteX10" fmla="*/ 23952 w 878430"/>
              <a:gd name="connsiteY10" fmla="*/ 397431 h 565879"/>
              <a:gd name="connsiteX11" fmla="*/ 168900 w 878430"/>
              <a:gd name="connsiteY11" fmla="*/ 252980 h 565879"/>
              <a:gd name="connsiteX12" fmla="*/ 168996 w 878430"/>
              <a:gd name="connsiteY12" fmla="*/ 252980 h 565879"/>
              <a:gd name="connsiteX13" fmla="*/ 171734 w 878430"/>
              <a:gd name="connsiteY13" fmla="*/ 253139 h 565879"/>
              <a:gd name="connsiteX14" fmla="*/ 183566 w 878430"/>
              <a:gd name="connsiteY14" fmla="*/ 242993 h 565879"/>
              <a:gd name="connsiteX15" fmla="*/ 399587 w 878430"/>
              <a:gd name="connsiteY15" fmla="*/ 27009 h 565879"/>
              <a:gd name="connsiteX16" fmla="*/ 694832 w 878430"/>
              <a:gd name="connsiteY16" fmla="*/ 242993 h 565879"/>
              <a:gd name="connsiteX17" fmla="*/ 706665 w 878430"/>
              <a:gd name="connsiteY17" fmla="*/ 253139 h 565879"/>
              <a:gd name="connsiteX18" fmla="*/ 709978 w 878430"/>
              <a:gd name="connsiteY18" fmla="*/ 252940 h 565879"/>
              <a:gd name="connsiteX19" fmla="*/ 854471 w 878430"/>
              <a:gd name="connsiteY19" fmla="*/ 397439 h 565879"/>
              <a:gd name="connsiteX20" fmla="*/ 709954 w 878430"/>
              <a:gd name="connsiteY20" fmla="*/ 541940 h 565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430" h="565879">
                <a:moveTo>
                  <a:pt x="716732" y="229120"/>
                </a:moveTo>
                <a:cubicBezTo>
                  <a:pt x="688190" y="80708"/>
                  <a:pt x="546515" y="-19944"/>
                  <a:pt x="395922" y="3349"/>
                </a:cubicBezTo>
                <a:cubicBezTo>
                  <a:pt x="277122" y="21757"/>
                  <a:pt x="184181" y="111864"/>
                  <a:pt x="161666" y="229120"/>
                </a:cubicBezTo>
                <a:cubicBezTo>
                  <a:pt x="71919" y="232704"/>
                  <a:pt x="0" y="306830"/>
                  <a:pt x="0" y="397431"/>
                </a:cubicBezTo>
                <a:cubicBezTo>
                  <a:pt x="0" y="490316"/>
                  <a:pt x="75576" y="565879"/>
                  <a:pt x="168468" y="565879"/>
                </a:cubicBezTo>
                <a:lnTo>
                  <a:pt x="709962" y="565879"/>
                </a:lnTo>
                <a:cubicBezTo>
                  <a:pt x="802855" y="565879"/>
                  <a:pt x="878430" y="490316"/>
                  <a:pt x="878430" y="397431"/>
                </a:cubicBezTo>
                <a:cubicBezTo>
                  <a:pt x="878430" y="306822"/>
                  <a:pt x="806503" y="232696"/>
                  <a:pt x="716732" y="229120"/>
                </a:cubicBezTo>
                <a:close/>
                <a:moveTo>
                  <a:pt x="709962" y="541932"/>
                </a:moveTo>
                <a:lnTo>
                  <a:pt x="168468" y="541932"/>
                </a:lnTo>
                <a:cubicBezTo>
                  <a:pt x="88781" y="541932"/>
                  <a:pt x="23952" y="477113"/>
                  <a:pt x="23952" y="397431"/>
                </a:cubicBezTo>
                <a:cubicBezTo>
                  <a:pt x="23952" y="317749"/>
                  <a:pt x="88733" y="252980"/>
                  <a:pt x="168900" y="252980"/>
                </a:cubicBezTo>
                <a:lnTo>
                  <a:pt x="168996" y="252980"/>
                </a:lnTo>
                <a:cubicBezTo>
                  <a:pt x="169898" y="253068"/>
                  <a:pt x="170808" y="253139"/>
                  <a:pt x="171734" y="253139"/>
                </a:cubicBezTo>
                <a:cubicBezTo>
                  <a:pt x="177642" y="253139"/>
                  <a:pt x="182664" y="248837"/>
                  <a:pt x="183566" y="242993"/>
                </a:cubicBezTo>
                <a:cubicBezTo>
                  <a:pt x="200907" y="131142"/>
                  <a:pt x="287716" y="44340"/>
                  <a:pt x="399587" y="27009"/>
                </a:cubicBezTo>
                <a:cubicBezTo>
                  <a:pt x="540607" y="5145"/>
                  <a:pt x="672988" y="102062"/>
                  <a:pt x="694832" y="242993"/>
                </a:cubicBezTo>
                <a:cubicBezTo>
                  <a:pt x="695734" y="248829"/>
                  <a:pt x="700764" y="253139"/>
                  <a:pt x="706665" y="253139"/>
                </a:cubicBezTo>
                <a:cubicBezTo>
                  <a:pt x="707599" y="253139"/>
                  <a:pt x="708485" y="253068"/>
                  <a:pt x="709978" y="252940"/>
                </a:cubicBezTo>
                <a:cubicBezTo>
                  <a:pt x="789649" y="252956"/>
                  <a:pt x="854471" y="317766"/>
                  <a:pt x="854471" y="397439"/>
                </a:cubicBezTo>
                <a:cubicBezTo>
                  <a:pt x="854471" y="477113"/>
                  <a:pt x="789641" y="541940"/>
                  <a:pt x="709954" y="541940"/>
                </a:cubicBezTo>
                <a:close/>
              </a:path>
            </a:pathLst>
          </a:custGeom>
          <a:solidFill>
            <a:schemeClr val="tx1"/>
          </a:solidFill>
          <a:ln w="0" cap="flat">
            <a:noFill/>
            <a:prstDash val="solid"/>
            <a:miter/>
          </a:ln>
        </p:spPr>
        <p:txBody>
          <a:bodyPr rtlCol="0" anchor="ctr"/>
          <a:lstStyle/>
          <a:p>
            <a:endParaRPr lang="de-DE"/>
          </a:p>
        </p:txBody>
      </p:sp>
      <p:sp>
        <p:nvSpPr>
          <p:cNvPr id="204" name="Freihandform 203">
            <a:extLst>
              <a:ext uri="{FF2B5EF4-FFF2-40B4-BE49-F238E27FC236}">
                <a16:creationId xmlns:a16="http://schemas.microsoft.com/office/drawing/2014/main" id="{2C2B0172-C88D-6160-D5E1-48CE25ADDE45}"/>
              </a:ext>
            </a:extLst>
          </p:cNvPr>
          <p:cNvSpPr/>
          <p:nvPr/>
        </p:nvSpPr>
        <p:spPr>
          <a:xfrm>
            <a:off x="7084662" y="1535822"/>
            <a:ext cx="519567" cy="617117"/>
          </a:xfrm>
          <a:custGeom>
            <a:avLst/>
            <a:gdLst>
              <a:gd name="connsiteX0" fmla="*/ 623847 w 623846"/>
              <a:gd name="connsiteY0" fmla="*/ 370505 h 740974"/>
              <a:gd name="connsiteX1" fmla="*/ 504033 w 623846"/>
              <a:gd name="connsiteY1" fmla="*/ 7611 h 740974"/>
              <a:gd name="connsiteX2" fmla="*/ 502851 w 623846"/>
              <a:gd name="connsiteY2" fmla="*/ 5320 h 740974"/>
              <a:gd name="connsiteX3" fmla="*/ 486244 w 623846"/>
              <a:gd name="connsiteY3" fmla="*/ 2015 h 740974"/>
              <a:gd name="connsiteX4" fmla="*/ 183438 w 623846"/>
              <a:gd name="connsiteY4" fmla="*/ 204204 h 740974"/>
              <a:gd name="connsiteX5" fmla="*/ 11976 w 623846"/>
              <a:gd name="connsiteY5" fmla="*/ 204204 h 740974"/>
              <a:gd name="connsiteX6" fmla="*/ 0 w 623846"/>
              <a:gd name="connsiteY6" fmla="*/ 216178 h 740974"/>
              <a:gd name="connsiteX7" fmla="*/ 0 w 623846"/>
              <a:gd name="connsiteY7" fmla="*/ 524911 h 740974"/>
              <a:gd name="connsiteX8" fmla="*/ 11976 w 623846"/>
              <a:gd name="connsiteY8" fmla="*/ 536885 h 740974"/>
              <a:gd name="connsiteX9" fmla="*/ 183478 w 623846"/>
              <a:gd name="connsiteY9" fmla="*/ 536885 h 740974"/>
              <a:gd name="connsiteX10" fmla="*/ 486244 w 623846"/>
              <a:gd name="connsiteY10" fmla="*/ 738963 h 740974"/>
              <a:gd name="connsiteX11" fmla="*/ 492887 w 623846"/>
              <a:gd name="connsiteY11" fmla="*/ 740975 h 740974"/>
              <a:gd name="connsiteX12" fmla="*/ 502851 w 623846"/>
              <a:gd name="connsiteY12" fmla="*/ 735650 h 740974"/>
              <a:gd name="connsiteX13" fmla="*/ 504017 w 623846"/>
              <a:gd name="connsiteY13" fmla="*/ 733407 h 740974"/>
              <a:gd name="connsiteX14" fmla="*/ 623847 w 623846"/>
              <a:gd name="connsiteY14" fmla="*/ 370505 h 740974"/>
              <a:gd name="connsiteX15" fmla="*/ 23952 w 623846"/>
              <a:gd name="connsiteY15" fmla="*/ 228152 h 740974"/>
              <a:gd name="connsiteX16" fmla="*/ 175119 w 623846"/>
              <a:gd name="connsiteY16" fmla="*/ 228152 h 740974"/>
              <a:gd name="connsiteX17" fmla="*/ 175119 w 623846"/>
              <a:gd name="connsiteY17" fmla="*/ 512937 h 740974"/>
              <a:gd name="connsiteX18" fmla="*/ 23952 w 623846"/>
              <a:gd name="connsiteY18" fmla="*/ 512937 h 740974"/>
              <a:gd name="connsiteX19" fmla="*/ 23952 w 623846"/>
              <a:gd name="connsiteY19" fmla="*/ 228152 h 740974"/>
              <a:gd name="connsiteX20" fmla="*/ 199063 w 623846"/>
              <a:gd name="connsiteY20" fmla="*/ 222565 h 740974"/>
              <a:gd name="connsiteX21" fmla="*/ 489590 w 623846"/>
              <a:gd name="connsiteY21" fmla="*/ 28573 h 740974"/>
              <a:gd name="connsiteX22" fmla="*/ 599895 w 623846"/>
              <a:gd name="connsiteY22" fmla="*/ 370512 h 740974"/>
              <a:gd name="connsiteX23" fmla="*/ 489613 w 623846"/>
              <a:gd name="connsiteY23" fmla="*/ 712421 h 740974"/>
              <a:gd name="connsiteX24" fmla="*/ 199063 w 623846"/>
              <a:gd name="connsiteY24" fmla="*/ 518509 h 740974"/>
              <a:gd name="connsiteX25" fmla="*/ 199063 w 623846"/>
              <a:gd name="connsiteY25" fmla="*/ 222580 h 740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23846" h="740974">
                <a:moveTo>
                  <a:pt x="623847" y="370505"/>
                </a:moveTo>
                <a:cubicBezTo>
                  <a:pt x="623847" y="238785"/>
                  <a:pt x="582395" y="113387"/>
                  <a:pt x="504033" y="7611"/>
                </a:cubicBezTo>
                <a:cubicBezTo>
                  <a:pt x="503722" y="6821"/>
                  <a:pt x="503338" y="6046"/>
                  <a:pt x="502851" y="5320"/>
                </a:cubicBezTo>
                <a:cubicBezTo>
                  <a:pt x="499170" y="-181"/>
                  <a:pt x="491729" y="-1649"/>
                  <a:pt x="486244" y="2015"/>
                </a:cubicBezTo>
                <a:lnTo>
                  <a:pt x="183438" y="204204"/>
                </a:lnTo>
                <a:lnTo>
                  <a:pt x="11976" y="204204"/>
                </a:lnTo>
                <a:cubicBezTo>
                  <a:pt x="5365" y="204204"/>
                  <a:pt x="0" y="209569"/>
                  <a:pt x="0" y="216178"/>
                </a:cubicBezTo>
                <a:lnTo>
                  <a:pt x="0" y="524911"/>
                </a:lnTo>
                <a:cubicBezTo>
                  <a:pt x="0" y="531521"/>
                  <a:pt x="5365" y="536885"/>
                  <a:pt x="11976" y="536885"/>
                </a:cubicBezTo>
                <a:lnTo>
                  <a:pt x="183478" y="536885"/>
                </a:lnTo>
                <a:lnTo>
                  <a:pt x="486244" y="738963"/>
                </a:lnTo>
                <a:cubicBezTo>
                  <a:pt x="488289" y="740320"/>
                  <a:pt x="490596" y="740975"/>
                  <a:pt x="492887" y="740975"/>
                </a:cubicBezTo>
                <a:cubicBezTo>
                  <a:pt x="496751" y="740975"/>
                  <a:pt x="500544" y="739107"/>
                  <a:pt x="502851" y="735650"/>
                </a:cubicBezTo>
                <a:cubicBezTo>
                  <a:pt x="503330" y="734932"/>
                  <a:pt x="503713" y="734181"/>
                  <a:pt x="504017" y="733407"/>
                </a:cubicBezTo>
                <a:cubicBezTo>
                  <a:pt x="582387" y="627631"/>
                  <a:pt x="623847" y="502224"/>
                  <a:pt x="623847" y="370505"/>
                </a:cubicBezTo>
                <a:close/>
                <a:moveTo>
                  <a:pt x="23952" y="228152"/>
                </a:moveTo>
                <a:lnTo>
                  <a:pt x="175119" y="228152"/>
                </a:lnTo>
                <a:lnTo>
                  <a:pt x="175119" y="512937"/>
                </a:lnTo>
                <a:lnTo>
                  <a:pt x="23952" y="512937"/>
                </a:lnTo>
                <a:lnTo>
                  <a:pt x="23952" y="228152"/>
                </a:lnTo>
                <a:close/>
                <a:moveTo>
                  <a:pt x="199063" y="222565"/>
                </a:moveTo>
                <a:lnTo>
                  <a:pt x="489590" y="28573"/>
                </a:lnTo>
                <a:cubicBezTo>
                  <a:pt x="561725" y="128770"/>
                  <a:pt x="599895" y="246720"/>
                  <a:pt x="599895" y="370512"/>
                </a:cubicBezTo>
                <a:cubicBezTo>
                  <a:pt x="599895" y="494306"/>
                  <a:pt x="561733" y="612224"/>
                  <a:pt x="489613" y="712421"/>
                </a:cubicBezTo>
                <a:lnTo>
                  <a:pt x="199063" y="518509"/>
                </a:lnTo>
                <a:lnTo>
                  <a:pt x="199063" y="222580"/>
                </a:lnTo>
                <a:close/>
              </a:path>
            </a:pathLst>
          </a:custGeom>
          <a:solidFill>
            <a:schemeClr val="tx1"/>
          </a:solidFill>
          <a:ln w="0" cap="flat">
            <a:noFill/>
            <a:prstDash val="solid"/>
            <a:miter/>
          </a:ln>
        </p:spPr>
        <p:txBody>
          <a:bodyPr rtlCol="0" anchor="ctr"/>
          <a:lstStyle/>
          <a:p>
            <a:endParaRPr lang="de-DE"/>
          </a:p>
        </p:txBody>
      </p:sp>
      <p:grpSp>
        <p:nvGrpSpPr>
          <p:cNvPr id="205" name="Grafik 13">
            <a:extLst>
              <a:ext uri="{FF2B5EF4-FFF2-40B4-BE49-F238E27FC236}">
                <a16:creationId xmlns:a16="http://schemas.microsoft.com/office/drawing/2014/main" id="{0CE4CF52-4712-9DDA-07A2-784CB7B9A0D4}"/>
              </a:ext>
            </a:extLst>
          </p:cNvPr>
          <p:cNvGrpSpPr/>
          <p:nvPr/>
        </p:nvGrpSpPr>
        <p:grpSpPr>
          <a:xfrm>
            <a:off x="9595962" y="1540248"/>
            <a:ext cx="490742" cy="608265"/>
            <a:chOff x="13242534" y="8280526"/>
            <a:chExt cx="589236" cy="730346"/>
          </a:xfrm>
          <a:solidFill>
            <a:schemeClr val="tx1"/>
          </a:solidFill>
        </p:grpSpPr>
        <p:sp>
          <p:nvSpPr>
            <p:cNvPr id="206" name="Freihandform 205">
              <a:extLst>
                <a:ext uri="{FF2B5EF4-FFF2-40B4-BE49-F238E27FC236}">
                  <a16:creationId xmlns:a16="http://schemas.microsoft.com/office/drawing/2014/main" id="{ADF1D76E-78A9-2F88-10B1-EE38CAC0132E}"/>
                </a:ext>
              </a:extLst>
            </p:cNvPr>
            <p:cNvSpPr/>
            <p:nvPr/>
          </p:nvSpPr>
          <p:spPr>
            <a:xfrm>
              <a:off x="13242534" y="8585068"/>
              <a:ext cx="589236" cy="425804"/>
            </a:xfrm>
            <a:custGeom>
              <a:avLst/>
              <a:gdLst>
                <a:gd name="connsiteX0" fmla="*/ 502859 w 589236"/>
                <a:gd name="connsiteY0" fmla="*/ 220239 h 425804"/>
                <a:gd name="connsiteX1" fmla="*/ 589237 w 589236"/>
                <a:gd name="connsiteY1" fmla="*/ 11983 h 425804"/>
                <a:gd name="connsiteX2" fmla="*/ 577269 w 589236"/>
                <a:gd name="connsiteY2" fmla="*/ 0 h 425804"/>
                <a:gd name="connsiteX3" fmla="*/ 577269 w 589236"/>
                <a:gd name="connsiteY3" fmla="*/ 0 h 425804"/>
                <a:gd name="connsiteX4" fmla="*/ 565293 w 589236"/>
                <a:gd name="connsiteY4" fmla="*/ 11966 h 425804"/>
                <a:gd name="connsiteX5" fmla="*/ 485941 w 589236"/>
                <a:gd name="connsiteY5" fmla="*/ 203299 h 425804"/>
                <a:gd name="connsiteX6" fmla="*/ 294638 w 589236"/>
                <a:gd name="connsiteY6" fmla="*/ 282479 h 425804"/>
                <a:gd name="connsiteX7" fmla="*/ 294510 w 589236"/>
                <a:gd name="connsiteY7" fmla="*/ 282479 h 425804"/>
                <a:gd name="connsiteX8" fmla="*/ 23943 w 589236"/>
                <a:gd name="connsiteY8" fmla="*/ 11966 h 425804"/>
                <a:gd name="connsiteX9" fmla="*/ 11967 w 589236"/>
                <a:gd name="connsiteY9" fmla="*/ 0 h 425804"/>
                <a:gd name="connsiteX10" fmla="*/ 11967 w 589236"/>
                <a:gd name="connsiteY10" fmla="*/ 0 h 425804"/>
                <a:gd name="connsiteX11" fmla="*/ 0 w 589236"/>
                <a:gd name="connsiteY11" fmla="*/ 11983 h 425804"/>
                <a:gd name="connsiteX12" fmla="*/ 282630 w 589236"/>
                <a:gd name="connsiteY12" fmla="*/ 306115 h 425804"/>
                <a:gd name="connsiteX13" fmla="*/ 282630 w 589236"/>
                <a:gd name="connsiteY13" fmla="*/ 401857 h 425804"/>
                <a:gd name="connsiteX14" fmla="*/ 182895 w 589236"/>
                <a:gd name="connsiteY14" fmla="*/ 401857 h 425804"/>
                <a:gd name="connsiteX15" fmla="*/ 170919 w 589236"/>
                <a:gd name="connsiteY15" fmla="*/ 413831 h 425804"/>
                <a:gd name="connsiteX16" fmla="*/ 182895 w 589236"/>
                <a:gd name="connsiteY16" fmla="*/ 425805 h 425804"/>
                <a:gd name="connsiteX17" fmla="*/ 406302 w 589236"/>
                <a:gd name="connsiteY17" fmla="*/ 425805 h 425804"/>
                <a:gd name="connsiteX18" fmla="*/ 418278 w 589236"/>
                <a:gd name="connsiteY18" fmla="*/ 413831 h 425804"/>
                <a:gd name="connsiteX19" fmla="*/ 406302 w 589236"/>
                <a:gd name="connsiteY19" fmla="*/ 401857 h 425804"/>
                <a:gd name="connsiteX20" fmla="*/ 306582 w 589236"/>
                <a:gd name="connsiteY20" fmla="*/ 401857 h 425804"/>
                <a:gd name="connsiteX21" fmla="*/ 306582 w 589236"/>
                <a:gd name="connsiteY21" fmla="*/ 306131 h 425804"/>
                <a:gd name="connsiteX22" fmla="*/ 502867 w 589236"/>
                <a:gd name="connsiteY22" fmla="*/ 220239 h 425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89236" h="425804">
                  <a:moveTo>
                    <a:pt x="502859" y="220239"/>
                  </a:moveTo>
                  <a:cubicBezTo>
                    <a:pt x="558530" y="164624"/>
                    <a:pt x="589205" y="90666"/>
                    <a:pt x="589237" y="11983"/>
                  </a:cubicBezTo>
                  <a:cubicBezTo>
                    <a:pt x="589237" y="5364"/>
                    <a:pt x="583880" y="0"/>
                    <a:pt x="577269" y="0"/>
                  </a:cubicBezTo>
                  <a:lnTo>
                    <a:pt x="577269" y="0"/>
                  </a:lnTo>
                  <a:cubicBezTo>
                    <a:pt x="570658" y="0"/>
                    <a:pt x="565293" y="5356"/>
                    <a:pt x="565293" y="11966"/>
                  </a:cubicBezTo>
                  <a:cubicBezTo>
                    <a:pt x="565261" y="84256"/>
                    <a:pt x="537086" y="152195"/>
                    <a:pt x="485941" y="203299"/>
                  </a:cubicBezTo>
                  <a:cubicBezTo>
                    <a:pt x="434820" y="254356"/>
                    <a:pt x="366893" y="282479"/>
                    <a:pt x="294638" y="282479"/>
                  </a:cubicBezTo>
                  <a:lnTo>
                    <a:pt x="294510" y="282479"/>
                  </a:lnTo>
                  <a:cubicBezTo>
                    <a:pt x="145379" y="282414"/>
                    <a:pt x="24007" y="161072"/>
                    <a:pt x="23943" y="11966"/>
                  </a:cubicBezTo>
                  <a:cubicBezTo>
                    <a:pt x="23943" y="5356"/>
                    <a:pt x="18578" y="0"/>
                    <a:pt x="11967" y="0"/>
                  </a:cubicBezTo>
                  <a:lnTo>
                    <a:pt x="11967" y="0"/>
                  </a:lnTo>
                  <a:cubicBezTo>
                    <a:pt x="5356" y="0"/>
                    <a:pt x="0" y="5364"/>
                    <a:pt x="0" y="11983"/>
                  </a:cubicBezTo>
                  <a:cubicBezTo>
                    <a:pt x="63" y="170299"/>
                    <a:pt x="125794" y="299800"/>
                    <a:pt x="282630" y="306115"/>
                  </a:cubicBezTo>
                  <a:lnTo>
                    <a:pt x="282630" y="401857"/>
                  </a:lnTo>
                  <a:lnTo>
                    <a:pt x="182895" y="401857"/>
                  </a:lnTo>
                  <a:cubicBezTo>
                    <a:pt x="176285" y="401857"/>
                    <a:pt x="170919" y="407222"/>
                    <a:pt x="170919" y="413831"/>
                  </a:cubicBezTo>
                  <a:cubicBezTo>
                    <a:pt x="170919" y="420441"/>
                    <a:pt x="176285" y="425805"/>
                    <a:pt x="182895" y="425805"/>
                  </a:cubicBezTo>
                  <a:lnTo>
                    <a:pt x="406302" y="425805"/>
                  </a:lnTo>
                  <a:cubicBezTo>
                    <a:pt x="412912" y="425805"/>
                    <a:pt x="418278" y="420441"/>
                    <a:pt x="418278" y="413831"/>
                  </a:cubicBezTo>
                  <a:cubicBezTo>
                    <a:pt x="418278" y="407222"/>
                    <a:pt x="412912" y="401857"/>
                    <a:pt x="406302" y="401857"/>
                  </a:cubicBezTo>
                  <a:lnTo>
                    <a:pt x="306582" y="401857"/>
                  </a:lnTo>
                  <a:lnTo>
                    <a:pt x="306582" y="306131"/>
                  </a:lnTo>
                  <a:cubicBezTo>
                    <a:pt x="380737" y="303193"/>
                    <a:pt x="450053" y="272987"/>
                    <a:pt x="502867" y="220239"/>
                  </a:cubicBezTo>
                  <a:close/>
                </a:path>
              </a:pathLst>
            </a:custGeom>
            <a:grpFill/>
            <a:ln w="0" cap="flat">
              <a:noFill/>
              <a:prstDash val="solid"/>
              <a:miter/>
            </a:ln>
          </p:spPr>
          <p:txBody>
            <a:bodyPr rtlCol="0" anchor="ctr"/>
            <a:lstStyle/>
            <a:p>
              <a:endParaRPr lang="de-DE"/>
            </a:p>
          </p:txBody>
        </p:sp>
        <p:sp>
          <p:nvSpPr>
            <p:cNvPr id="207" name="Freihandform 206">
              <a:extLst>
                <a:ext uri="{FF2B5EF4-FFF2-40B4-BE49-F238E27FC236}">
                  <a16:creationId xmlns:a16="http://schemas.microsoft.com/office/drawing/2014/main" id="{D5DA679A-E51F-5C2E-0FF0-C2561E3AF7A8}"/>
                </a:ext>
              </a:extLst>
            </p:cNvPr>
            <p:cNvSpPr/>
            <p:nvPr/>
          </p:nvSpPr>
          <p:spPr>
            <a:xfrm>
              <a:off x="13360400" y="8280526"/>
              <a:ext cx="353432" cy="493209"/>
            </a:xfrm>
            <a:custGeom>
              <a:avLst/>
              <a:gdLst>
                <a:gd name="connsiteX0" fmla="*/ 176716 w 353432"/>
                <a:gd name="connsiteY0" fmla="*/ 493209 h 493209"/>
                <a:gd name="connsiteX1" fmla="*/ 353433 w 353432"/>
                <a:gd name="connsiteY1" fmla="*/ 316524 h 493209"/>
                <a:gd name="connsiteX2" fmla="*/ 353433 w 353432"/>
                <a:gd name="connsiteY2" fmla="*/ 176686 h 493209"/>
                <a:gd name="connsiteX3" fmla="*/ 176716 w 353432"/>
                <a:gd name="connsiteY3" fmla="*/ 0 h 493209"/>
                <a:gd name="connsiteX4" fmla="*/ 0 w 353432"/>
                <a:gd name="connsiteY4" fmla="*/ 176686 h 493209"/>
                <a:gd name="connsiteX5" fmla="*/ 0 w 353432"/>
                <a:gd name="connsiteY5" fmla="*/ 316524 h 493209"/>
                <a:gd name="connsiteX6" fmla="*/ 176716 w 353432"/>
                <a:gd name="connsiteY6" fmla="*/ 493209 h 493209"/>
                <a:gd name="connsiteX7" fmla="*/ 23952 w 353432"/>
                <a:gd name="connsiteY7" fmla="*/ 176694 h 493209"/>
                <a:gd name="connsiteX8" fmla="*/ 176716 w 353432"/>
                <a:gd name="connsiteY8" fmla="*/ 23956 h 493209"/>
                <a:gd name="connsiteX9" fmla="*/ 329481 w 353432"/>
                <a:gd name="connsiteY9" fmla="*/ 176694 h 493209"/>
                <a:gd name="connsiteX10" fmla="*/ 329481 w 353432"/>
                <a:gd name="connsiteY10" fmla="*/ 316532 h 493209"/>
                <a:gd name="connsiteX11" fmla="*/ 176716 w 353432"/>
                <a:gd name="connsiteY11" fmla="*/ 469269 h 493209"/>
                <a:gd name="connsiteX12" fmla="*/ 23952 w 353432"/>
                <a:gd name="connsiteY12" fmla="*/ 316532 h 493209"/>
                <a:gd name="connsiteX13" fmla="*/ 23952 w 353432"/>
                <a:gd name="connsiteY13" fmla="*/ 176694 h 493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53432" h="493209">
                  <a:moveTo>
                    <a:pt x="176716" y="493209"/>
                  </a:moveTo>
                  <a:cubicBezTo>
                    <a:pt x="274160" y="493209"/>
                    <a:pt x="353433" y="413951"/>
                    <a:pt x="353433" y="316524"/>
                  </a:cubicBezTo>
                  <a:lnTo>
                    <a:pt x="353433" y="176686"/>
                  </a:lnTo>
                  <a:cubicBezTo>
                    <a:pt x="353433" y="79259"/>
                    <a:pt x="274160" y="0"/>
                    <a:pt x="176716" y="0"/>
                  </a:cubicBezTo>
                  <a:cubicBezTo>
                    <a:pt x="79273" y="0"/>
                    <a:pt x="0" y="79259"/>
                    <a:pt x="0" y="176686"/>
                  </a:cubicBezTo>
                  <a:lnTo>
                    <a:pt x="0" y="316524"/>
                  </a:lnTo>
                  <a:cubicBezTo>
                    <a:pt x="0" y="413951"/>
                    <a:pt x="79273" y="493209"/>
                    <a:pt x="176716" y="493209"/>
                  </a:cubicBezTo>
                  <a:close/>
                  <a:moveTo>
                    <a:pt x="23952" y="176694"/>
                  </a:moveTo>
                  <a:cubicBezTo>
                    <a:pt x="23952" y="92470"/>
                    <a:pt x="92478" y="23956"/>
                    <a:pt x="176716" y="23956"/>
                  </a:cubicBezTo>
                  <a:cubicBezTo>
                    <a:pt x="260955" y="23956"/>
                    <a:pt x="329481" y="92470"/>
                    <a:pt x="329481" y="176694"/>
                  </a:cubicBezTo>
                  <a:lnTo>
                    <a:pt x="329481" y="316532"/>
                  </a:lnTo>
                  <a:cubicBezTo>
                    <a:pt x="329481" y="400756"/>
                    <a:pt x="260955" y="469269"/>
                    <a:pt x="176716" y="469269"/>
                  </a:cubicBezTo>
                  <a:cubicBezTo>
                    <a:pt x="92478" y="469269"/>
                    <a:pt x="23952" y="400756"/>
                    <a:pt x="23952" y="316532"/>
                  </a:cubicBezTo>
                  <a:lnTo>
                    <a:pt x="23952" y="176694"/>
                  </a:lnTo>
                  <a:close/>
                </a:path>
              </a:pathLst>
            </a:custGeom>
            <a:grpFill/>
            <a:ln w="0" cap="flat">
              <a:noFill/>
              <a:prstDash val="solid"/>
              <a:miter/>
            </a:ln>
          </p:spPr>
          <p:txBody>
            <a:bodyPr rtlCol="0" anchor="ctr"/>
            <a:lstStyle/>
            <a:p>
              <a:endParaRPr lang="de-DE"/>
            </a:p>
          </p:txBody>
        </p:sp>
      </p:grpSp>
      <p:sp>
        <p:nvSpPr>
          <p:cNvPr id="208" name="Freihandform 207">
            <a:extLst>
              <a:ext uri="{FF2B5EF4-FFF2-40B4-BE49-F238E27FC236}">
                <a16:creationId xmlns:a16="http://schemas.microsoft.com/office/drawing/2014/main" id="{175198F9-88DA-C144-A4E2-88B4D24486C3}"/>
              </a:ext>
            </a:extLst>
          </p:cNvPr>
          <p:cNvSpPr/>
          <p:nvPr/>
        </p:nvSpPr>
        <p:spPr>
          <a:xfrm>
            <a:off x="7131797" y="3429000"/>
            <a:ext cx="592232" cy="620747"/>
          </a:xfrm>
          <a:custGeom>
            <a:avLst/>
            <a:gdLst>
              <a:gd name="connsiteX0" fmla="*/ 703966 w 711095"/>
              <a:gd name="connsiteY0" fmla="*/ 153045 h 745333"/>
              <a:gd name="connsiteX1" fmla="*/ 360370 w 711095"/>
              <a:gd name="connsiteY1" fmla="*/ 1018 h 745333"/>
              <a:gd name="connsiteX2" fmla="*/ 350678 w 711095"/>
              <a:gd name="connsiteY2" fmla="*/ 1018 h 745333"/>
              <a:gd name="connsiteX3" fmla="*/ 7130 w 711095"/>
              <a:gd name="connsiteY3" fmla="*/ 153045 h 745333"/>
              <a:gd name="connsiteX4" fmla="*/ 0 w 711095"/>
              <a:gd name="connsiteY4" fmla="*/ 163997 h 745333"/>
              <a:gd name="connsiteX5" fmla="*/ 175511 w 711095"/>
              <a:gd name="connsiteY5" fmla="*/ 640347 h 745333"/>
              <a:gd name="connsiteX6" fmla="*/ 352762 w 711095"/>
              <a:gd name="connsiteY6" fmla="*/ 745015 h 745333"/>
              <a:gd name="connsiteX7" fmla="*/ 355524 w 711095"/>
              <a:gd name="connsiteY7" fmla="*/ 745333 h 745333"/>
              <a:gd name="connsiteX8" fmla="*/ 358286 w 711095"/>
              <a:gd name="connsiteY8" fmla="*/ 745015 h 745333"/>
              <a:gd name="connsiteX9" fmla="*/ 535561 w 711095"/>
              <a:gd name="connsiteY9" fmla="*/ 640355 h 745333"/>
              <a:gd name="connsiteX10" fmla="*/ 711096 w 711095"/>
              <a:gd name="connsiteY10" fmla="*/ 163997 h 745333"/>
              <a:gd name="connsiteX11" fmla="*/ 703966 w 711095"/>
              <a:gd name="connsiteY11" fmla="*/ 153045 h 745333"/>
              <a:gd name="connsiteX12" fmla="*/ 520049 w 711095"/>
              <a:gd name="connsiteY12" fmla="*/ 622043 h 745333"/>
              <a:gd name="connsiteX13" fmla="*/ 355524 w 711095"/>
              <a:gd name="connsiteY13" fmla="*/ 720963 h 745333"/>
              <a:gd name="connsiteX14" fmla="*/ 191023 w 711095"/>
              <a:gd name="connsiteY14" fmla="*/ 622043 h 745333"/>
              <a:gd name="connsiteX15" fmla="*/ 23984 w 711095"/>
              <a:gd name="connsiteY15" fmla="*/ 171772 h 745333"/>
              <a:gd name="connsiteX16" fmla="*/ 355524 w 711095"/>
              <a:gd name="connsiteY16" fmla="*/ 25061 h 745333"/>
              <a:gd name="connsiteX17" fmla="*/ 687112 w 711095"/>
              <a:gd name="connsiteY17" fmla="*/ 171772 h 745333"/>
              <a:gd name="connsiteX18" fmla="*/ 520049 w 711095"/>
              <a:gd name="connsiteY18" fmla="*/ 622043 h 745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11095" h="745333">
                <a:moveTo>
                  <a:pt x="703966" y="153045"/>
                </a:moveTo>
                <a:lnTo>
                  <a:pt x="360370" y="1018"/>
                </a:lnTo>
                <a:cubicBezTo>
                  <a:pt x="357280" y="-339"/>
                  <a:pt x="353768" y="-339"/>
                  <a:pt x="350678" y="1018"/>
                </a:cubicBezTo>
                <a:lnTo>
                  <a:pt x="7130" y="153045"/>
                </a:lnTo>
                <a:cubicBezTo>
                  <a:pt x="2794" y="154962"/>
                  <a:pt x="0" y="159256"/>
                  <a:pt x="0" y="163997"/>
                </a:cubicBezTo>
                <a:cubicBezTo>
                  <a:pt x="0" y="305472"/>
                  <a:pt x="30451" y="502952"/>
                  <a:pt x="175511" y="640347"/>
                </a:cubicBezTo>
                <a:cubicBezTo>
                  <a:pt x="262735" y="722966"/>
                  <a:pt x="349129" y="744152"/>
                  <a:pt x="352762" y="745015"/>
                </a:cubicBezTo>
                <a:cubicBezTo>
                  <a:pt x="353672" y="745222"/>
                  <a:pt x="354598" y="745333"/>
                  <a:pt x="355524" y="745333"/>
                </a:cubicBezTo>
                <a:cubicBezTo>
                  <a:pt x="356450" y="745333"/>
                  <a:pt x="357376" y="745222"/>
                  <a:pt x="358286" y="745015"/>
                </a:cubicBezTo>
                <a:cubicBezTo>
                  <a:pt x="361927" y="744152"/>
                  <a:pt x="448321" y="722958"/>
                  <a:pt x="535561" y="640355"/>
                </a:cubicBezTo>
                <a:cubicBezTo>
                  <a:pt x="680645" y="502952"/>
                  <a:pt x="711096" y="305472"/>
                  <a:pt x="711096" y="163997"/>
                </a:cubicBezTo>
                <a:cubicBezTo>
                  <a:pt x="711096" y="159256"/>
                  <a:pt x="708302" y="154962"/>
                  <a:pt x="703966" y="153045"/>
                </a:cubicBezTo>
                <a:close/>
                <a:moveTo>
                  <a:pt x="520049" y="622043"/>
                </a:moveTo>
                <a:cubicBezTo>
                  <a:pt x="445894" y="692673"/>
                  <a:pt x="370733" y="716644"/>
                  <a:pt x="355524" y="720963"/>
                </a:cubicBezTo>
                <a:cubicBezTo>
                  <a:pt x="340315" y="716644"/>
                  <a:pt x="265162" y="692673"/>
                  <a:pt x="191023" y="622043"/>
                </a:cubicBezTo>
                <a:cubicBezTo>
                  <a:pt x="55544" y="492982"/>
                  <a:pt x="25086" y="307508"/>
                  <a:pt x="23984" y="171772"/>
                </a:cubicBezTo>
                <a:lnTo>
                  <a:pt x="355524" y="25061"/>
                </a:lnTo>
                <a:lnTo>
                  <a:pt x="687112" y="171772"/>
                </a:lnTo>
                <a:cubicBezTo>
                  <a:pt x="686010" y="307508"/>
                  <a:pt x="655552" y="492982"/>
                  <a:pt x="520049" y="622043"/>
                </a:cubicBezTo>
                <a:close/>
              </a:path>
            </a:pathLst>
          </a:custGeom>
          <a:solidFill>
            <a:schemeClr val="tx1"/>
          </a:solidFill>
          <a:ln w="0" cap="flat">
            <a:noFill/>
            <a:prstDash val="solid"/>
            <a:miter/>
          </a:ln>
        </p:spPr>
        <p:txBody>
          <a:bodyPr rtlCol="0" anchor="ctr"/>
          <a:lstStyle/>
          <a:p>
            <a:endParaRPr lang="de-DE"/>
          </a:p>
        </p:txBody>
      </p:sp>
      <p:sp>
        <p:nvSpPr>
          <p:cNvPr id="209" name="Freihandform 208">
            <a:extLst>
              <a:ext uri="{FF2B5EF4-FFF2-40B4-BE49-F238E27FC236}">
                <a16:creationId xmlns:a16="http://schemas.microsoft.com/office/drawing/2014/main" id="{F6658B49-7ACC-84AF-FC21-D8D5F81BD04B}"/>
              </a:ext>
            </a:extLst>
          </p:cNvPr>
          <p:cNvSpPr/>
          <p:nvPr/>
        </p:nvSpPr>
        <p:spPr>
          <a:xfrm>
            <a:off x="7136143" y="4365655"/>
            <a:ext cx="583541" cy="583528"/>
          </a:xfrm>
          <a:custGeom>
            <a:avLst/>
            <a:gdLst>
              <a:gd name="connsiteX0" fmla="*/ 680210 w 700660"/>
              <a:gd name="connsiteY0" fmla="*/ 18824 h 700644"/>
              <a:gd name="connsiteX1" fmla="*/ 579357 w 700660"/>
              <a:gd name="connsiteY1" fmla="*/ 9820 h 700644"/>
              <a:gd name="connsiteX2" fmla="*/ 90262 w 700660"/>
              <a:gd name="connsiteY2" fmla="*/ 186601 h 700644"/>
              <a:gd name="connsiteX3" fmla="*/ 76 w 700660"/>
              <a:gd name="connsiteY3" fmla="*/ 281913 h 700644"/>
              <a:gd name="connsiteX4" fmla="*/ 121719 w 700660"/>
              <a:gd name="connsiteY4" fmla="*/ 381503 h 700644"/>
              <a:gd name="connsiteX5" fmla="*/ 279617 w 700660"/>
              <a:gd name="connsiteY5" fmla="*/ 421120 h 700644"/>
              <a:gd name="connsiteX6" fmla="*/ 319225 w 700660"/>
              <a:gd name="connsiteY6" fmla="*/ 579023 h 700644"/>
              <a:gd name="connsiteX7" fmla="*/ 422066 w 700660"/>
              <a:gd name="connsiteY7" fmla="*/ 700645 h 700644"/>
              <a:gd name="connsiteX8" fmla="*/ 514193 w 700660"/>
              <a:gd name="connsiteY8" fmla="*/ 610410 h 700644"/>
              <a:gd name="connsiteX9" fmla="*/ 690965 w 700660"/>
              <a:gd name="connsiteY9" fmla="*/ 121392 h 700644"/>
              <a:gd name="connsiteX10" fmla="*/ 680210 w 700660"/>
              <a:gd name="connsiteY10" fmla="*/ 18808 h 700644"/>
              <a:gd name="connsiteX11" fmla="*/ 668442 w 700660"/>
              <a:gd name="connsiteY11" fmla="*/ 113274 h 700644"/>
              <a:gd name="connsiteX12" fmla="*/ 491670 w 700660"/>
              <a:gd name="connsiteY12" fmla="*/ 602284 h 700644"/>
              <a:gd name="connsiteX13" fmla="*/ 422066 w 700660"/>
              <a:gd name="connsiteY13" fmla="*/ 676705 h 700644"/>
              <a:gd name="connsiteX14" fmla="*/ 342411 w 700660"/>
              <a:gd name="connsiteY14" fmla="*/ 573052 h 700644"/>
              <a:gd name="connsiteX15" fmla="*/ 301158 w 700660"/>
              <a:gd name="connsiteY15" fmla="*/ 408388 h 700644"/>
              <a:gd name="connsiteX16" fmla="*/ 292375 w 700660"/>
              <a:gd name="connsiteY16" fmla="*/ 399591 h 700644"/>
              <a:gd name="connsiteX17" fmla="*/ 127699 w 700660"/>
              <a:gd name="connsiteY17" fmla="*/ 358313 h 700644"/>
              <a:gd name="connsiteX18" fmla="*/ 24004 w 700660"/>
              <a:gd name="connsiteY18" fmla="*/ 280811 h 700644"/>
              <a:gd name="connsiteX19" fmla="*/ 98406 w 700660"/>
              <a:gd name="connsiteY19" fmla="*/ 209128 h 700644"/>
              <a:gd name="connsiteX20" fmla="*/ 587517 w 700660"/>
              <a:gd name="connsiteY20" fmla="*/ 32339 h 700644"/>
              <a:gd name="connsiteX21" fmla="*/ 629113 w 700660"/>
              <a:gd name="connsiteY21" fmla="*/ 23909 h 700644"/>
              <a:gd name="connsiteX22" fmla="*/ 663300 w 700660"/>
              <a:gd name="connsiteY22" fmla="*/ 35771 h 700644"/>
              <a:gd name="connsiteX23" fmla="*/ 668442 w 700660"/>
              <a:gd name="connsiteY23" fmla="*/ 113274 h 700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00660" h="700644">
                <a:moveTo>
                  <a:pt x="680210" y="18824"/>
                </a:moveTo>
                <a:cubicBezTo>
                  <a:pt x="664274" y="3809"/>
                  <a:pt x="633832" y="-9945"/>
                  <a:pt x="579357" y="9820"/>
                </a:cubicBezTo>
                <a:lnTo>
                  <a:pt x="90262" y="186601"/>
                </a:lnTo>
                <a:cubicBezTo>
                  <a:pt x="13385" y="214389"/>
                  <a:pt x="-1217" y="253767"/>
                  <a:pt x="76" y="281913"/>
                </a:cubicBezTo>
                <a:cubicBezTo>
                  <a:pt x="2168" y="326495"/>
                  <a:pt x="45369" y="361874"/>
                  <a:pt x="121719" y="381503"/>
                </a:cubicBezTo>
                <a:cubicBezTo>
                  <a:pt x="185215" y="397915"/>
                  <a:pt x="247793" y="413313"/>
                  <a:pt x="279617" y="421120"/>
                </a:cubicBezTo>
                <a:cubicBezTo>
                  <a:pt x="286028" y="447295"/>
                  <a:pt x="301733" y="511051"/>
                  <a:pt x="319225" y="579023"/>
                </a:cubicBezTo>
                <a:cubicBezTo>
                  <a:pt x="339496" y="657451"/>
                  <a:pt x="376015" y="700645"/>
                  <a:pt x="422066" y="700645"/>
                </a:cubicBezTo>
                <a:cubicBezTo>
                  <a:pt x="461546" y="700645"/>
                  <a:pt x="492548" y="670287"/>
                  <a:pt x="514193" y="610410"/>
                </a:cubicBezTo>
                <a:lnTo>
                  <a:pt x="690965" y="121392"/>
                </a:lnTo>
                <a:cubicBezTo>
                  <a:pt x="706765" y="77551"/>
                  <a:pt x="703308" y="43195"/>
                  <a:pt x="680210" y="18808"/>
                </a:cubicBezTo>
                <a:close/>
                <a:moveTo>
                  <a:pt x="668442" y="113274"/>
                </a:moveTo>
                <a:lnTo>
                  <a:pt x="491670" y="602284"/>
                </a:lnTo>
                <a:cubicBezTo>
                  <a:pt x="473810" y="651672"/>
                  <a:pt x="450401" y="676705"/>
                  <a:pt x="422066" y="676705"/>
                </a:cubicBezTo>
                <a:cubicBezTo>
                  <a:pt x="387975" y="676705"/>
                  <a:pt x="359688" y="639890"/>
                  <a:pt x="342411" y="573052"/>
                </a:cubicBezTo>
                <a:cubicBezTo>
                  <a:pt x="323097" y="497977"/>
                  <a:pt x="305948" y="428033"/>
                  <a:pt x="301158" y="408388"/>
                </a:cubicBezTo>
                <a:cubicBezTo>
                  <a:pt x="300104" y="404045"/>
                  <a:pt x="296711" y="400661"/>
                  <a:pt x="292375" y="399591"/>
                </a:cubicBezTo>
                <a:cubicBezTo>
                  <a:pt x="263585" y="392534"/>
                  <a:pt x="196161" y="376011"/>
                  <a:pt x="127699" y="358313"/>
                </a:cubicBezTo>
                <a:cubicBezTo>
                  <a:pt x="63333" y="341766"/>
                  <a:pt x="25537" y="313516"/>
                  <a:pt x="24004" y="280811"/>
                </a:cubicBezTo>
                <a:cubicBezTo>
                  <a:pt x="22679" y="251986"/>
                  <a:pt x="48411" y="227201"/>
                  <a:pt x="98406" y="209128"/>
                </a:cubicBezTo>
                <a:lnTo>
                  <a:pt x="587517" y="32339"/>
                </a:lnTo>
                <a:cubicBezTo>
                  <a:pt x="600012" y="27813"/>
                  <a:pt x="614934" y="23909"/>
                  <a:pt x="629113" y="23909"/>
                </a:cubicBezTo>
                <a:cubicBezTo>
                  <a:pt x="641887" y="23909"/>
                  <a:pt x="654055" y="27070"/>
                  <a:pt x="663300" y="35771"/>
                </a:cubicBezTo>
                <a:cubicBezTo>
                  <a:pt x="679420" y="52798"/>
                  <a:pt x="681096" y="78159"/>
                  <a:pt x="668442" y="113274"/>
                </a:cubicBezTo>
                <a:close/>
              </a:path>
            </a:pathLst>
          </a:custGeom>
          <a:solidFill>
            <a:schemeClr val="tx1"/>
          </a:solidFill>
          <a:ln w="0" cap="flat">
            <a:noFill/>
            <a:prstDash val="solid"/>
            <a:miter/>
          </a:ln>
        </p:spPr>
        <p:txBody>
          <a:bodyPr rtlCol="0" anchor="ctr"/>
          <a:lstStyle/>
          <a:p>
            <a:endParaRPr lang="de-DE"/>
          </a:p>
        </p:txBody>
      </p:sp>
      <p:sp>
        <p:nvSpPr>
          <p:cNvPr id="210" name="Freihandform 209">
            <a:extLst>
              <a:ext uri="{FF2B5EF4-FFF2-40B4-BE49-F238E27FC236}">
                <a16:creationId xmlns:a16="http://schemas.microsoft.com/office/drawing/2014/main" id="{BCB93F65-F6CF-AD11-9AC3-ABFD5A22C6B3}"/>
              </a:ext>
            </a:extLst>
          </p:cNvPr>
          <p:cNvSpPr/>
          <p:nvPr/>
        </p:nvSpPr>
        <p:spPr>
          <a:xfrm>
            <a:off x="8278876" y="2448463"/>
            <a:ext cx="628026" cy="627927"/>
          </a:xfrm>
          <a:custGeom>
            <a:avLst/>
            <a:gdLst>
              <a:gd name="connsiteX0" fmla="*/ 750549 w 754073"/>
              <a:gd name="connsiteY0" fmla="*/ 344060 h 753954"/>
              <a:gd name="connsiteX1" fmla="*/ 409931 w 754073"/>
              <a:gd name="connsiteY1" fmla="*/ 3509 h 753954"/>
              <a:gd name="connsiteX2" fmla="*/ 392996 w 754073"/>
              <a:gd name="connsiteY2" fmla="*/ 3509 h 753954"/>
              <a:gd name="connsiteX3" fmla="*/ 392996 w 754073"/>
              <a:gd name="connsiteY3" fmla="*/ 20439 h 753954"/>
              <a:gd name="connsiteX4" fmla="*/ 437451 w 754073"/>
              <a:gd name="connsiteY4" fmla="*/ 64886 h 753954"/>
              <a:gd name="connsiteX5" fmla="*/ 90358 w 754073"/>
              <a:gd name="connsiteY5" fmla="*/ 359705 h 753954"/>
              <a:gd name="connsiteX6" fmla="*/ 42751 w 754073"/>
              <a:gd name="connsiteY6" fmla="*/ 312097 h 753954"/>
              <a:gd name="connsiteX7" fmla="*/ 25816 w 754073"/>
              <a:gd name="connsiteY7" fmla="*/ 312097 h 753954"/>
              <a:gd name="connsiteX8" fmla="*/ 25816 w 754073"/>
              <a:gd name="connsiteY8" fmla="*/ 329028 h 753954"/>
              <a:gd name="connsiteX9" fmla="*/ 216911 w 754073"/>
              <a:gd name="connsiteY9" fmla="*/ 520115 h 753954"/>
              <a:gd name="connsiteX10" fmla="*/ 3509 w 754073"/>
              <a:gd name="connsiteY10" fmla="*/ 733519 h 753954"/>
              <a:gd name="connsiteX11" fmla="*/ 3509 w 754073"/>
              <a:gd name="connsiteY11" fmla="*/ 750451 h 753954"/>
              <a:gd name="connsiteX12" fmla="*/ 11981 w 754073"/>
              <a:gd name="connsiteY12" fmla="*/ 753955 h 753954"/>
              <a:gd name="connsiteX13" fmla="*/ 20451 w 754073"/>
              <a:gd name="connsiteY13" fmla="*/ 750451 h 753954"/>
              <a:gd name="connsiteX14" fmla="*/ 233853 w 754073"/>
              <a:gd name="connsiteY14" fmla="*/ 537054 h 753954"/>
              <a:gd name="connsiteX15" fmla="*/ 424956 w 754073"/>
              <a:gd name="connsiteY15" fmla="*/ 728147 h 753954"/>
              <a:gd name="connsiteX16" fmla="*/ 433428 w 754073"/>
              <a:gd name="connsiteY16" fmla="*/ 731652 h 753954"/>
              <a:gd name="connsiteX17" fmla="*/ 441898 w 754073"/>
              <a:gd name="connsiteY17" fmla="*/ 728147 h 753954"/>
              <a:gd name="connsiteX18" fmla="*/ 441898 w 754073"/>
              <a:gd name="connsiteY18" fmla="*/ 711216 h 753954"/>
              <a:gd name="connsiteX19" fmla="*/ 394314 w 754073"/>
              <a:gd name="connsiteY19" fmla="*/ 663633 h 753954"/>
              <a:gd name="connsiteX20" fmla="*/ 689176 w 754073"/>
              <a:gd name="connsiteY20" fmla="*/ 316551 h 753954"/>
              <a:gd name="connsiteX21" fmla="*/ 733623 w 754073"/>
              <a:gd name="connsiteY21" fmla="*/ 360990 h 753954"/>
              <a:gd name="connsiteX22" fmla="*/ 742094 w 754073"/>
              <a:gd name="connsiteY22" fmla="*/ 364495 h 753954"/>
              <a:gd name="connsiteX23" fmla="*/ 750564 w 754073"/>
              <a:gd name="connsiteY23" fmla="*/ 360990 h 753954"/>
              <a:gd name="connsiteX24" fmla="*/ 750564 w 754073"/>
              <a:gd name="connsiteY24" fmla="*/ 344060 h 753954"/>
              <a:gd name="connsiteX25" fmla="*/ 377316 w 754073"/>
              <a:gd name="connsiteY25" fmla="*/ 646646 h 753954"/>
              <a:gd name="connsiteX26" fmla="*/ 107356 w 754073"/>
              <a:gd name="connsiteY26" fmla="*/ 376692 h 753954"/>
              <a:gd name="connsiteX27" fmla="*/ 454449 w 754073"/>
              <a:gd name="connsiteY27" fmla="*/ 81873 h 753954"/>
              <a:gd name="connsiteX28" fmla="*/ 672178 w 754073"/>
              <a:gd name="connsiteY28" fmla="*/ 299565 h 753954"/>
              <a:gd name="connsiteX29" fmla="*/ 377316 w 754073"/>
              <a:gd name="connsiteY29" fmla="*/ 646646 h 753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54073" h="753954">
                <a:moveTo>
                  <a:pt x="750549" y="344060"/>
                </a:moveTo>
                <a:lnTo>
                  <a:pt x="409931" y="3509"/>
                </a:lnTo>
                <a:cubicBezTo>
                  <a:pt x="405252" y="-1170"/>
                  <a:pt x="397675" y="-1170"/>
                  <a:pt x="392996" y="3509"/>
                </a:cubicBezTo>
                <a:cubicBezTo>
                  <a:pt x="388318" y="8186"/>
                  <a:pt x="388318" y="15762"/>
                  <a:pt x="392996" y="20439"/>
                </a:cubicBezTo>
                <a:lnTo>
                  <a:pt x="437451" y="64886"/>
                </a:lnTo>
                <a:lnTo>
                  <a:pt x="90358" y="359705"/>
                </a:lnTo>
                <a:lnTo>
                  <a:pt x="42751" y="312097"/>
                </a:lnTo>
                <a:cubicBezTo>
                  <a:pt x="38072" y="307420"/>
                  <a:pt x="30495" y="307420"/>
                  <a:pt x="25816" y="312097"/>
                </a:cubicBezTo>
                <a:cubicBezTo>
                  <a:pt x="21138" y="316776"/>
                  <a:pt x="21138" y="324351"/>
                  <a:pt x="25816" y="329028"/>
                </a:cubicBezTo>
                <a:lnTo>
                  <a:pt x="216911" y="520115"/>
                </a:lnTo>
                <a:lnTo>
                  <a:pt x="3509" y="733519"/>
                </a:lnTo>
                <a:cubicBezTo>
                  <a:pt x="-1170" y="738197"/>
                  <a:pt x="-1170" y="745773"/>
                  <a:pt x="3509" y="750451"/>
                </a:cubicBezTo>
                <a:cubicBezTo>
                  <a:pt x="5848" y="752790"/>
                  <a:pt x="8914" y="753955"/>
                  <a:pt x="11981" y="753955"/>
                </a:cubicBezTo>
                <a:cubicBezTo>
                  <a:pt x="15046" y="753955"/>
                  <a:pt x="18112" y="752790"/>
                  <a:pt x="20451" y="750451"/>
                </a:cubicBezTo>
                <a:lnTo>
                  <a:pt x="233853" y="537054"/>
                </a:lnTo>
                <a:lnTo>
                  <a:pt x="424956" y="728147"/>
                </a:lnTo>
                <a:cubicBezTo>
                  <a:pt x="427295" y="730487"/>
                  <a:pt x="430361" y="731652"/>
                  <a:pt x="433428" y="731652"/>
                </a:cubicBezTo>
                <a:cubicBezTo>
                  <a:pt x="436493" y="731652"/>
                  <a:pt x="439559" y="730487"/>
                  <a:pt x="441898" y="728147"/>
                </a:cubicBezTo>
                <a:cubicBezTo>
                  <a:pt x="446577" y="723470"/>
                  <a:pt x="446577" y="715895"/>
                  <a:pt x="441898" y="711216"/>
                </a:cubicBezTo>
                <a:lnTo>
                  <a:pt x="394314" y="663633"/>
                </a:lnTo>
                <a:lnTo>
                  <a:pt x="689176" y="316551"/>
                </a:lnTo>
                <a:lnTo>
                  <a:pt x="733623" y="360990"/>
                </a:lnTo>
                <a:cubicBezTo>
                  <a:pt x="735962" y="363329"/>
                  <a:pt x="739028" y="364495"/>
                  <a:pt x="742094" y="364495"/>
                </a:cubicBezTo>
                <a:cubicBezTo>
                  <a:pt x="745159" y="364495"/>
                  <a:pt x="748225" y="363329"/>
                  <a:pt x="750564" y="360990"/>
                </a:cubicBezTo>
                <a:cubicBezTo>
                  <a:pt x="755243" y="356313"/>
                  <a:pt x="755243" y="348737"/>
                  <a:pt x="750564" y="344060"/>
                </a:cubicBezTo>
                <a:close/>
                <a:moveTo>
                  <a:pt x="377316" y="646646"/>
                </a:moveTo>
                <a:lnTo>
                  <a:pt x="107356" y="376692"/>
                </a:lnTo>
                <a:lnTo>
                  <a:pt x="454449" y="81873"/>
                </a:lnTo>
                <a:lnTo>
                  <a:pt x="672178" y="299565"/>
                </a:lnTo>
                <a:lnTo>
                  <a:pt x="377316" y="646646"/>
                </a:lnTo>
                <a:close/>
              </a:path>
            </a:pathLst>
          </a:custGeom>
          <a:solidFill>
            <a:schemeClr val="tx1"/>
          </a:solidFill>
          <a:ln w="0" cap="flat">
            <a:noFill/>
            <a:prstDash val="solid"/>
            <a:miter/>
          </a:ln>
        </p:spPr>
        <p:txBody>
          <a:bodyPr rtlCol="0" anchor="ctr"/>
          <a:lstStyle/>
          <a:p>
            <a:endParaRPr lang="de-DE"/>
          </a:p>
        </p:txBody>
      </p:sp>
      <p:cxnSp>
        <p:nvCxnSpPr>
          <p:cNvPr id="233" name="Gerade Verbindung 232">
            <a:extLst>
              <a:ext uri="{FF2B5EF4-FFF2-40B4-BE49-F238E27FC236}">
                <a16:creationId xmlns:a16="http://schemas.microsoft.com/office/drawing/2014/main" id="{50278359-A205-E595-47B6-C8767A120A59}"/>
              </a:ext>
            </a:extLst>
          </p:cNvPr>
          <p:cNvCxnSpPr>
            <a:cxnSpLocks/>
          </p:cNvCxnSpPr>
          <p:nvPr/>
        </p:nvCxnSpPr>
        <p:spPr>
          <a:xfrm flipV="1">
            <a:off x="2514177" y="3293303"/>
            <a:ext cx="0" cy="500382"/>
          </a:xfrm>
          <a:prstGeom prst="line">
            <a:avLst/>
          </a:prstGeom>
          <a:noFill/>
          <a:ln w="12700">
            <a:solidFill>
              <a:schemeClr val="accent4"/>
            </a:solidFill>
            <a:prstDash val="solid"/>
          </a:ln>
        </p:spPr>
      </p:cxnSp>
      <p:cxnSp>
        <p:nvCxnSpPr>
          <p:cNvPr id="234" name="Gerade Verbindung 233">
            <a:extLst>
              <a:ext uri="{FF2B5EF4-FFF2-40B4-BE49-F238E27FC236}">
                <a16:creationId xmlns:a16="http://schemas.microsoft.com/office/drawing/2014/main" id="{546B6287-350A-4734-9864-AD846AD7890D}"/>
              </a:ext>
            </a:extLst>
          </p:cNvPr>
          <p:cNvCxnSpPr>
            <a:cxnSpLocks/>
          </p:cNvCxnSpPr>
          <p:nvPr/>
        </p:nvCxnSpPr>
        <p:spPr>
          <a:xfrm flipV="1">
            <a:off x="2998486" y="3116340"/>
            <a:ext cx="0" cy="677345"/>
          </a:xfrm>
          <a:prstGeom prst="line">
            <a:avLst/>
          </a:prstGeom>
          <a:noFill/>
          <a:ln w="12700">
            <a:solidFill>
              <a:schemeClr val="accent4"/>
            </a:solidFill>
            <a:prstDash val="solid"/>
          </a:ln>
        </p:spPr>
      </p:cxnSp>
      <p:cxnSp>
        <p:nvCxnSpPr>
          <p:cNvPr id="235" name="Gerade Verbindung 234">
            <a:extLst>
              <a:ext uri="{FF2B5EF4-FFF2-40B4-BE49-F238E27FC236}">
                <a16:creationId xmlns:a16="http://schemas.microsoft.com/office/drawing/2014/main" id="{36BBF1FA-BAE2-C028-A298-DF86BD8B316B}"/>
              </a:ext>
            </a:extLst>
          </p:cNvPr>
          <p:cNvCxnSpPr>
            <a:cxnSpLocks/>
          </p:cNvCxnSpPr>
          <p:nvPr/>
        </p:nvCxnSpPr>
        <p:spPr>
          <a:xfrm>
            <a:off x="2458387" y="3693100"/>
            <a:ext cx="603627" cy="0"/>
          </a:xfrm>
          <a:prstGeom prst="line">
            <a:avLst/>
          </a:prstGeom>
          <a:noFill/>
          <a:ln w="12700">
            <a:solidFill>
              <a:schemeClr val="accent4"/>
            </a:solidFill>
            <a:prstDash val="solid"/>
          </a:ln>
        </p:spPr>
      </p:cxnSp>
      <p:sp>
        <p:nvSpPr>
          <p:cNvPr id="236" name="Inhaltsplatzhalter 8">
            <a:extLst>
              <a:ext uri="{FF2B5EF4-FFF2-40B4-BE49-F238E27FC236}">
                <a16:creationId xmlns:a16="http://schemas.microsoft.com/office/drawing/2014/main" id="{68233E2D-721B-CE43-DB8E-68196F51DE4D}"/>
              </a:ext>
            </a:extLst>
          </p:cNvPr>
          <p:cNvSpPr txBox="1">
            <a:spLocks/>
          </p:cNvSpPr>
          <p:nvPr/>
        </p:nvSpPr>
        <p:spPr>
          <a:xfrm>
            <a:off x="2494564" y="3743256"/>
            <a:ext cx="536372" cy="30807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ctr"/>
            <a:r>
              <a:rPr lang="de-DE" sz="1800" dirty="0">
                <a:solidFill>
                  <a:schemeClr val="accent4"/>
                </a:solidFill>
                <a:latin typeface="+mj-lt"/>
              </a:rPr>
              <a:t>1,4</a:t>
            </a:r>
          </a:p>
        </p:txBody>
      </p:sp>
      <p:grpSp>
        <p:nvGrpSpPr>
          <p:cNvPr id="237" name="Gruppieren 236">
            <a:extLst>
              <a:ext uri="{FF2B5EF4-FFF2-40B4-BE49-F238E27FC236}">
                <a16:creationId xmlns:a16="http://schemas.microsoft.com/office/drawing/2014/main" id="{60A02C78-C06C-6731-DFF3-8495763CDECF}"/>
              </a:ext>
            </a:extLst>
          </p:cNvPr>
          <p:cNvGrpSpPr/>
          <p:nvPr/>
        </p:nvGrpSpPr>
        <p:grpSpPr>
          <a:xfrm rot="5400000">
            <a:off x="599606" y="1098153"/>
            <a:ext cx="664631" cy="1093161"/>
            <a:chOff x="1678897" y="4551110"/>
            <a:chExt cx="664631" cy="1093161"/>
          </a:xfrm>
        </p:grpSpPr>
        <p:grpSp>
          <p:nvGrpSpPr>
            <p:cNvPr id="238" name="Gruppieren 237">
              <a:extLst>
                <a:ext uri="{FF2B5EF4-FFF2-40B4-BE49-F238E27FC236}">
                  <a16:creationId xmlns:a16="http://schemas.microsoft.com/office/drawing/2014/main" id="{F14D2C73-9E8D-5513-FA5C-ED5E44CB3768}"/>
                </a:ext>
              </a:extLst>
            </p:cNvPr>
            <p:cNvGrpSpPr/>
            <p:nvPr/>
          </p:nvGrpSpPr>
          <p:grpSpPr>
            <a:xfrm>
              <a:off x="1749196" y="4551110"/>
              <a:ext cx="571849" cy="761115"/>
              <a:chOff x="1749196" y="4162926"/>
              <a:chExt cx="571849" cy="1252905"/>
            </a:xfrm>
          </p:grpSpPr>
          <p:cxnSp>
            <p:nvCxnSpPr>
              <p:cNvPr id="241" name="Gerade Verbindung 240">
                <a:extLst>
                  <a:ext uri="{FF2B5EF4-FFF2-40B4-BE49-F238E27FC236}">
                    <a16:creationId xmlns:a16="http://schemas.microsoft.com/office/drawing/2014/main" id="{86A2FE86-E723-C485-80A2-DC2667B21965}"/>
                  </a:ext>
                </a:extLst>
              </p:cNvPr>
              <p:cNvCxnSpPr>
                <a:cxnSpLocks/>
              </p:cNvCxnSpPr>
              <p:nvPr/>
            </p:nvCxnSpPr>
            <p:spPr>
              <a:xfrm flipV="1">
                <a:off x="1749196" y="4162926"/>
                <a:ext cx="0" cy="1252905"/>
              </a:xfrm>
              <a:prstGeom prst="line">
                <a:avLst/>
              </a:prstGeom>
              <a:noFill/>
              <a:ln w="12700">
                <a:solidFill>
                  <a:schemeClr val="accent4"/>
                </a:solidFill>
                <a:prstDash val="solid"/>
              </a:ln>
            </p:spPr>
          </p:cxnSp>
          <p:cxnSp>
            <p:nvCxnSpPr>
              <p:cNvPr id="242" name="Gerade Verbindung 241">
                <a:extLst>
                  <a:ext uri="{FF2B5EF4-FFF2-40B4-BE49-F238E27FC236}">
                    <a16:creationId xmlns:a16="http://schemas.microsoft.com/office/drawing/2014/main" id="{B9F9A832-3FAA-961F-395D-E6A5EFD45857}"/>
                  </a:ext>
                </a:extLst>
              </p:cNvPr>
              <p:cNvCxnSpPr>
                <a:cxnSpLocks/>
              </p:cNvCxnSpPr>
              <p:nvPr/>
            </p:nvCxnSpPr>
            <p:spPr>
              <a:xfrm flipV="1">
                <a:off x="2321045" y="4688244"/>
                <a:ext cx="0" cy="727584"/>
              </a:xfrm>
              <a:prstGeom prst="line">
                <a:avLst/>
              </a:prstGeom>
              <a:noFill/>
              <a:ln w="12700">
                <a:solidFill>
                  <a:schemeClr val="accent4"/>
                </a:solidFill>
                <a:prstDash val="solid"/>
              </a:ln>
            </p:spPr>
          </p:cxnSp>
        </p:grpSp>
        <p:cxnSp>
          <p:nvCxnSpPr>
            <p:cNvPr id="239" name="Gerade Verbindung 238">
              <a:extLst>
                <a:ext uri="{FF2B5EF4-FFF2-40B4-BE49-F238E27FC236}">
                  <a16:creationId xmlns:a16="http://schemas.microsoft.com/office/drawing/2014/main" id="{82A641EC-C53A-4095-6DFB-A155B6E1106A}"/>
                </a:ext>
              </a:extLst>
            </p:cNvPr>
            <p:cNvCxnSpPr>
              <a:cxnSpLocks/>
            </p:cNvCxnSpPr>
            <p:nvPr/>
          </p:nvCxnSpPr>
          <p:spPr>
            <a:xfrm rot="16200000">
              <a:off x="2011213" y="4879323"/>
              <a:ext cx="0" cy="664631"/>
            </a:xfrm>
            <a:prstGeom prst="line">
              <a:avLst/>
            </a:prstGeom>
            <a:noFill/>
            <a:ln w="12700">
              <a:solidFill>
                <a:schemeClr val="accent4"/>
              </a:solidFill>
              <a:prstDash val="solid"/>
            </a:ln>
          </p:spPr>
        </p:cxnSp>
        <p:sp>
          <p:nvSpPr>
            <p:cNvPr id="240" name="Inhaltsplatzhalter 8">
              <a:extLst>
                <a:ext uri="{FF2B5EF4-FFF2-40B4-BE49-F238E27FC236}">
                  <a16:creationId xmlns:a16="http://schemas.microsoft.com/office/drawing/2014/main" id="{76034028-AA14-ADF6-5E35-DE31130D9EF6}"/>
                </a:ext>
              </a:extLst>
            </p:cNvPr>
            <p:cNvSpPr txBox="1">
              <a:spLocks/>
            </p:cNvSpPr>
            <p:nvPr/>
          </p:nvSpPr>
          <p:spPr>
            <a:xfrm rot="10800000">
              <a:off x="1742842" y="5336200"/>
              <a:ext cx="536372" cy="30807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lgn="ctr"/>
              <a:r>
                <a:rPr lang="de-DE" sz="1800" dirty="0">
                  <a:solidFill>
                    <a:schemeClr val="accent4"/>
                  </a:solidFill>
                  <a:latin typeface="+mj-lt"/>
                </a:rPr>
                <a:t>1,4</a:t>
              </a:r>
            </a:p>
          </p:txBody>
        </p:sp>
      </p:grpSp>
      <p:sp>
        <p:nvSpPr>
          <p:cNvPr id="243" name="Inhaltsplatzhalter 8">
            <a:extLst>
              <a:ext uri="{FF2B5EF4-FFF2-40B4-BE49-F238E27FC236}">
                <a16:creationId xmlns:a16="http://schemas.microsoft.com/office/drawing/2014/main" id="{74E775B9-E2CD-6986-6804-B7E03198C295}"/>
              </a:ext>
            </a:extLst>
          </p:cNvPr>
          <p:cNvSpPr txBox="1">
            <a:spLocks/>
          </p:cNvSpPr>
          <p:nvPr/>
        </p:nvSpPr>
        <p:spPr>
          <a:xfrm>
            <a:off x="3029281" y="1588806"/>
            <a:ext cx="1887790" cy="920051"/>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r>
              <a:rPr lang="de-DE" dirty="0">
                <a:latin typeface="+mn-lt"/>
              </a:rPr>
              <a:t>Bei den großen Icons ist ein Abstand von min. 1,4 cm zu weiteren Elementen, wie Text einzuhalten.</a:t>
            </a:r>
          </a:p>
        </p:txBody>
      </p:sp>
      <p:sp>
        <p:nvSpPr>
          <p:cNvPr id="255" name="Inhaltsplatzhalter 8">
            <a:extLst>
              <a:ext uri="{FF2B5EF4-FFF2-40B4-BE49-F238E27FC236}">
                <a16:creationId xmlns:a16="http://schemas.microsoft.com/office/drawing/2014/main" id="{A89091B6-E08A-7B50-64F7-55C7C060B8D9}"/>
              </a:ext>
            </a:extLst>
          </p:cNvPr>
          <p:cNvSpPr txBox="1">
            <a:spLocks/>
          </p:cNvSpPr>
          <p:nvPr/>
        </p:nvSpPr>
        <p:spPr>
          <a:xfrm>
            <a:off x="479425" y="4657419"/>
            <a:ext cx="2316407" cy="1386775"/>
          </a:xfrm>
          <a:prstGeom prst="rect">
            <a:avLst/>
          </a:prstGeom>
        </p:spPr>
        <p:txBody>
          <a:bodyPr vert="horz" lIns="0" tIns="0" rIns="0" bIns="0" rtlCol="0">
            <a:noAutofit/>
          </a:bodyPr>
          <a:lstStyle>
            <a:lvl1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1pPr>
            <a:lvl2pPr marL="171450" indent="-171450" algn="l" defTabSz="914400" rtl="0" eaLnBrk="1" latinLnBrk="0" hangingPunct="1">
              <a:lnSpc>
                <a:spcPct val="120000"/>
              </a:lnSpc>
              <a:spcBef>
                <a:spcPts val="400"/>
              </a:spcBef>
              <a:spcAft>
                <a:spcPts val="400"/>
              </a:spcAft>
              <a:buSzPct val="100000"/>
              <a:buFont typeface="BarmeniaGothaer Offc"/>
              <a:buChar char="•"/>
              <a:defRPr sz="1200" b="0" i="0" kern="1200">
                <a:solidFill>
                  <a:schemeClr val="tx1"/>
                </a:solidFill>
                <a:latin typeface="BarmeniaGothaer Offc" pitchFamily="2" charset="0"/>
                <a:ea typeface="+mn-ea"/>
                <a:cs typeface="+mn-cs"/>
              </a:defRPr>
            </a:lvl2pPr>
            <a:lvl3pPr marL="0" indent="0" algn="l" defTabSz="914400" rtl="0" eaLnBrk="1" latinLnBrk="0" hangingPunct="1">
              <a:lnSpc>
                <a:spcPct val="90000"/>
              </a:lnSpc>
              <a:spcBef>
                <a:spcPts val="2400"/>
              </a:spcBef>
              <a:spcAft>
                <a:spcPts val="800"/>
              </a:spcAft>
              <a:buFontTx/>
              <a:buNone/>
              <a:defRPr sz="1800" b="0" i="0" kern="1200">
                <a:solidFill>
                  <a:schemeClr val="tx1"/>
                </a:solidFill>
                <a:latin typeface="BarmeniaGothaer Offc Medium" pitchFamily="2" charset="0"/>
                <a:ea typeface="+mn-ea"/>
                <a:cs typeface="+mn-cs"/>
              </a:defRPr>
            </a:lvl3pPr>
            <a:lvl4pPr marL="504000" indent="-252000" algn="l" defTabSz="914400" rtl="0" eaLnBrk="1" latinLnBrk="0" hangingPunct="1">
              <a:lnSpc>
                <a:spcPct val="120000"/>
              </a:lnSpc>
              <a:spcBef>
                <a:spcPts val="400"/>
              </a:spcBef>
              <a:spcAft>
                <a:spcPts val="400"/>
              </a:spcAft>
              <a:buSzPct val="130000"/>
              <a:buFontTx/>
              <a:buBlip>
                <a:blip r:embed="rId3"/>
              </a:buBlip>
              <a:defRPr sz="1200" b="0" i="0" kern="1200">
                <a:solidFill>
                  <a:schemeClr val="tx1"/>
                </a:solidFill>
                <a:latin typeface="BarmeniaGothaer Offc Medium" pitchFamily="2" charset="0"/>
                <a:ea typeface="+mn-ea"/>
                <a:cs typeface="+mn-cs"/>
              </a:defRPr>
            </a:lvl4pPr>
            <a:lvl5pPr marL="0" indent="0" algn="l" defTabSz="914400" rtl="0" eaLnBrk="1" latinLnBrk="0" hangingPunct="1">
              <a:lnSpc>
                <a:spcPct val="120000"/>
              </a:lnSpc>
              <a:spcBef>
                <a:spcPts val="800"/>
              </a:spcBef>
              <a:spcAft>
                <a:spcPts val="800"/>
              </a:spcAft>
              <a:buFontTx/>
              <a:buNone/>
              <a:defRPr sz="1200" b="0" i="0" kern="1200">
                <a:solidFill>
                  <a:schemeClr val="bg1"/>
                </a:solidFill>
                <a:latin typeface="BarmeniaGothaer Offc" pitchFamily="2" charset="0"/>
                <a:ea typeface="+mn-ea"/>
                <a:cs typeface="+mn-cs"/>
              </a:defRPr>
            </a:lvl5pPr>
            <a:lvl6pPr marL="172800" indent="-172800" algn="l" defTabSz="914400" rtl="0" eaLnBrk="1" latinLnBrk="0" hangingPunct="1">
              <a:lnSpc>
                <a:spcPct val="120000"/>
              </a:lnSpc>
              <a:spcBef>
                <a:spcPts val="400"/>
              </a:spcBef>
              <a:spcAft>
                <a:spcPts val="400"/>
              </a:spcAft>
              <a:buClr>
                <a:schemeClr val="bg1"/>
              </a:buClr>
              <a:buFont typeface="BarmeniaGothaer Offc" panose="020B0604020202020204" pitchFamily="34" charset="0"/>
              <a:buChar char="•"/>
              <a:defRPr sz="1200" b="0" i="0" kern="1200">
                <a:solidFill>
                  <a:schemeClr val="bg1"/>
                </a:solidFill>
                <a:latin typeface="BarmeniaGothaer Offc" pitchFamily="2" charset="0"/>
                <a:ea typeface="+mn-ea"/>
                <a:cs typeface="+mn-cs"/>
              </a:defRPr>
            </a:lvl6pPr>
            <a:lvl7pPr marL="0" indent="0" algn="l" defTabSz="914400" rtl="0" eaLnBrk="1" latinLnBrk="0" hangingPunct="1">
              <a:lnSpc>
                <a:spcPct val="90000"/>
              </a:lnSpc>
              <a:spcBef>
                <a:spcPts val="2400"/>
              </a:spcBef>
              <a:spcAft>
                <a:spcPts val="800"/>
              </a:spcAft>
              <a:buFontTx/>
              <a:buNone/>
              <a:defRPr sz="1800" b="0" i="0" kern="1200">
                <a:solidFill>
                  <a:schemeClr val="bg1"/>
                </a:solidFill>
                <a:latin typeface="BarmeniaGothaer Offc" pitchFamily="2" charset="0"/>
                <a:ea typeface="+mn-ea"/>
                <a:cs typeface="+mn-cs"/>
              </a:defRPr>
            </a:lvl7pPr>
            <a:lvl8pPr marL="504000" indent="-252000" algn="l" defTabSz="914400" rtl="0" eaLnBrk="1" latinLnBrk="0" hangingPunct="1">
              <a:lnSpc>
                <a:spcPct val="120000"/>
              </a:lnSpc>
              <a:spcBef>
                <a:spcPts val="400"/>
              </a:spcBef>
              <a:spcAft>
                <a:spcPts val="400"/>
              </a:spcAft>
              <a:buSzPct val="130000"/>
              <a:buFontTx/>
              <a:buBlip>
                <a:blip r:embed="rId4"/>
              </a:buBlip>
              <a:defRPr sz="1200" b="0" i="0" kern="1200">
                <a:solidFill>
                  <a:schemeClr val="bg1"/>
                </a:solidFill>
                <a:latin typeface="BarmeniaGothaer Offc Medium" pitchFamily="2" charset="0"/>
                <a:ea typeface="+mn-ea"/>
                <a:cs typeface="+mn-cs"/>
              </a:defRPr>
            </a:lvl8pPr>
            <a:lvl9pPr marL="0" indent="0" algn="l" defTabSz="914400" rtl="0" eaLnBrk="1" latinLnBrk="0" hangingPunct="1">
              <a:lnSpc>
                <a:spcPct val="120000"/>
              </a:lnSpc>
              <a:spcBef>
                <a:spcPts val="800"/>
              </a:spcBef>
              <a:spcAft>
                <a:spcPts val="800"/>
              </a:spcAft>
              <a:buFontTx/>
              <a:buNone/>
              <a:defRPr sz="1200" b="0" i="0" kern="1200">
                <a:solidFill>
                  <a:schemeClr val="tx1"/>
                </a:solidFill>
                <a:latin typeface="BarmeniaGothaer Offc" pitchFamily="2" charset="0"/>
                <a:ea typeface="+mn-ea"/>
                <a:cs typeface="+mn-cs"/>
              </a:defRPr>
            </a:lvl9pPr>
          </a:lstStyle>
          <a:p>
            <a:pPr>
              <a:spcBef>
                <a:spcPts val="400"/>
              </a:spcBef>
              <a:spcAft>
                <a:spcPts val="400"/>
              </a:spcAft>
            </a:pPr>
            <a:r>
              <a:rPr lang="de-DE" dirty="0">
                <a:ln w="6350">
                  <a:noFill/>
                </a:ln>
                <a:solidFill>
                  <a:schemeClr val="accent4"/>
                </a:solidFill>
                <a:latin typeface="+mj-lt"/>
              </a:rPr>
              <a:t>Tipp:</a:t>
            </a:r>
          </a:p>
          <a:p>
            <a:pPr>
              <a:spcBef>
                <a:spcPts val="400"/>
              </a:spcBef>
              <a:spcAft>
                <a:spcPts val="400"/>
              </a:spcAft>
            </a:pPr>
            <a:r>
              <a:rPr lang="de-DE" sz="900" dirty="0">
                <a:latin typeface="+mn-lt"/>
              </a:rPr>
              <a:t>Statt des </a:t>
            </a:r>
            <a:r>
              <a:rPr lang="de-DE" sz="900" dirty="0" err="1">
                <a:latin typeface="+mn-lt"/>
              </a:rPr>
              <a:t>Sparkles</a:t>
            </a:r>
            <a:r>
              <a:rPr lang="de-DE" sz="900" dirty="0">
                <a:latin typeface="+mn-lt"/>
              </a:rPr>
              <a:t> ein anderes Icon mittig vom Abstandskreis platzieren und beides auf die gewünschte Folie kopieren</a:t>
            </a:r>
          </a:p>
        </p:txBody>
      </p:sp>
      <p:sp>
        <p:nvSpPr>
          <p:cNvPr id="16" name="Grafik 28">
            <a:extLst>
              <a:ext uri="{FF2B5EF4-FFF2-40B4-BE49-F238E27FC236}">
                <a16:creationId xmlns:a16="http://schemas.microsoft.com/office/drawing/2014/main" id="{88590BCA-8C11-AD54-4327-069037E2AA1A}"/>
              </a:ext>
            </a:extLst>
          </p:cNvPr>
          <p:cNvSpPr>
            <a:spLocks noChangeAspect="1"/>
          </p:cNvSpPr>
          <p:nvPr/>
        </p:nvSpPr>
        <p:spPr>
          <a:xfrm>
            <a:off x="1819953" y="1888937"/>
            <a:ext cx="687600" cy="683358"/>
          </a:xfrm>
          <a:custGeom>
            <a:avLst/>
            <a:gdLst>
              <a:gd name="connsiteX0" fmla="*/ 2000714 w 4407630"/>
              <a:gd name="connsiteY0" fmla="*/ 2399025 h 4380430"/>
              <a:gd name="connsiteX1" fmla="*/ 1992345 w 4407630"/>
              <a:gd name="connsiteY1" fmla="*/ 2393857 h 4380430"/>
              <a:gd name="connsiteX2" fmla="*/ 856996 w 4407630"/>
              <a:gd name="connsiteY2" fmla="*/ 2226577 h 4380430"/>
              <a:gd name="connsiteX3" fmla="*/ 355896 w 4407630"/>
              <a:gd name="connsiteY3" fmla="*/ 2407659 h 4380430"/>
              <a:gd name="connsiteX4" fmla="*/ 856996 w 4407630"/>
              <a:gd name="connsiteY4" fmla="*/ 2588740 h 4380430"/>
              <a:gd name="connsiteX5" fmla="*/ 1828101 w 4407630"/>
              <a:gd name="connsiteY5" fmla="*/ 2468428 h 4380430"/>
              <a:gd name="connsiteX6" fmla="*/ 476808 w 4407630"/>
              <a:gd name="connsiteY6" fmla="*/ 3626895 h 4380430"/>
              <a:gd name="connsiteX7" fmla="*/ 36550 w 4407630"/>
              <a:gd name="connsiteY7" fmla="*/ 4341796 h 4380430"/>
              <a:gd name="connsiteX8" fmla="*/ 759941 w 4407630"/>
              <a:gd name="connsiteY8" fmla="*/ 3906765 h 4380430"/>
              <a:gd name="connsiteX9" fmla="*/ 1932177 w 4407630"/>
              <a:gd name="connsiteY9" fmla="*/ 2571493 h 4380430"/>
              <a:gd name="connsiteX10" fmla="*/ 1811503 w 4407630"/>
              <a:gd name="connsiteY10" fmla="*/ 3541869 h 4380430"/>
              <a:gd name="connsiteX11" fmla="*/ 1992861 w 4407630"/>
              <a:gd name="connsiteY11" fmla="*/ 4042105 h 4380430"/>
              <a:gd name="connsiteX12" fmla="*/ 2174219 w 4407630"/>
              <a:gd name="connsiteY12" fmla="*/ 3541869 h 4380430"/>
              <a:gd name="connsiteX13" fmla="*/ 2006683 w 4407630"/>
              <a:gd name="connsiteY13" fmla="*/ 2408213 h 4380430"/>
              <a:gd name="connsiteX14" fmla="*/ 2000714 w 4407630"/>
              <a:gd name="connsiteY14" fmla="*/ 2399045 h 4380430"/>
              <a:gd name="connsiteX15" fmla="*/ 1939752 w 4407630"/>
              <a:gd name="connsiteY15" fmla="*/ 1952905 h 4380430"/>
              <a:gd name="connsiteX16" fmla="*/ 1962380 w 4407630"/>
              <a:gd name="connsiteY16" fmla="*/ 1930273 h 4380430"/>
              <a:gd name="connsiteX17" fmla="*/ 777214 w 4407630"/>
              <a:gd name="connsiteY17" fmla="*/ 473997 h 4380430"/>
              <a:gd name="connsiteX18" fmla="*/ 45851 w 4407630"/>
              <a:gd name="connsiteY18" fmla="*/ 39223 h 4380430"/>
              <a:gd name="connsiteX19" fmla="*/ 481230 w 4407630"/>
              <a:gd name="connsiteY19" fmla="*/ 769509 h 4380430"/>
              <a:gd name="connsiteX20" fmla="*/ 1939733 w 4407630"/>
              <a:gd name="connsiteY20" fmla="*/ 1952905 h 4380430"/>
              <a:gd name="connsiteX21" fmla="*/ 2218027 w 4407630"/>
              <a:gd name="connsiteY21" fmla="*/ 279272 h 4380430"/>
              <a:gd name="connsiteX22" fmla="*/ 2036708 w 4407630"/>
              <a:gd name="connsiteY22" fmla="*/ 771153 h 4380430"/>
              <a:gd name="connsiteX23" fmla="*/ 2204205 w 4407630"/>
              <a:gd name="connsiteY23" fmla="*/ 1885601 h 4380430"/>
              <a:gd name="connsiteX24" fmla="*/ 2231869 w 4407630"/>
              <a:gd name="connsiteY24" fmla="*/ 1885601 h 4380430"/>
              <a:gd name="connsiteX25" fmla="*/ 2399405 w 4407630"/>
              <a:gd name="connsiteY25" fmla="*/ 771153 h 4380430"/>
              <a:gd name="connsiteX26" fmla="*/ 2218047 w 4407630"/>
              <a:gd name="connsiteY26" fmla="*/ 279272 h 4380430"/>
              <a:gd name="connsiteX27" fmla="*/ 2472425 w 4407630"/>
              <a:gd name="connsiteY27" fmla="*/ 2427638 h 4380430"/>
              <a:gd name="connsiteX28" fmla="*/ 2449797 w 4407630"/>
              <a:gd name="connsiteY28" fmla="*/ 2450231 h 4380430"/>
              <a:gd name="connsiteX29" fmla="*/ 3635002 w 4407630"/>
              <a:gd name="connsiteY29" fmla="*/ 3906507 h 4380430"/>
              <a:gd name="connsiteX30" fmla="*/ 4366346 w 4407630"/>
              <a:gd name="connsiteY30" fmla="*/ 4341162 h 4380430"/>
              <a:gd name="connsiteX31" fmla="*/ 3930927 w 4407630"/>
              <a:gd name="connsiteY31" fmla="*/ 3610975 h 4380430"/>
              <a:gd name="connsiteX32" fmla="*/ 2472425 w 4407630"/>
              <a:gd name="connsiteY32" fmla="*/ 2427618 h 4380430"/>
              <a:gd name="connsiteX33" fmla="*/ 3636986 w 4407630"/>
              <a:gd name="connsiteY33" fmla="*/ 474828 h 4380430"/>
              <a:gd name="connsiteX34" fmla="*/ 2451820 w 4407630"/>
              <a:gd name="connsiteY34" fmla="*/ 1931164 h 4380430"/>
              <a:gd name="connsiteX35" fmla="*/ 2474447 w 4407630"/>
              <a:gd name="connsiteY35" fmla="*/ 1953717 h 4380430"/>
              <a:gd name="connsiteX36" fmla="*/ 3932950 w 4407630"/>
              <a:gd name="connsiteY36" fmla="*/ 770400 h 4380430"/>
              <a:gd name="connsiteX37" fmla="*/ 4368329 w 4407630"/>
              <a:gd name="connsiteY37" fmla="*/ 40173 h 4380430"/>
              <a:gd name="connsiteX38" fmla="*/ 3636986 w 4407630"/>
              <a:gd name="connsiteY38" fmla="*/ 474828 h 4380430"/>
              <a:gd name="connsiteX39" fmla="*/ 3753932 w 4407630"/>
              <a:gd name="connsiteY39" fmla="*/ 2387382 h 4380430"/>
              <a:gd name="connsiteX40" fmla="*/ 4298642 w 4407630"/>
              <a:gd name="connsiteY40" fmla="*/ 2206380 h 4380430"/>
              <a:gd name="connsiteX41" fmla="*/ 3753932 w 4407630"/>
              <a:gd name="connsiteY41" fmla="*/ 2025239 h 4380430"/>
              <a:gd name="connsiteX42" fmla="*/ 2519604 w 4407630"/>
              <a:gd name="connsiteY42" fmla="*/ 2192519 h 4380430"/>
              <a:gd name="connsiteX43" fmla="*/ 2519604 w 4407630"/>
              <a:gd name="connsiteY43" fmla="*/ 2220181 h 4380430"/>
              <a:gd name="connsiteX44" fmla="*/ 3753932 w 4407630"/>
              <a:gd name="connsiteY44" fmla="*/ 2387363 h 4380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4407630" h="4380430">
                <a:moveTo>
                  <a:pt x="2000714" y="2399025"/>
                </a:moveTo>
                <a:cubicBezTo>
                  <a:pt x="1998691" y="2396867"/>
                  <a:pt x="1995955" y="2394986"/>
                  <a:pt x="1992345" y="2393857"/>
                </a:cubicBezTo>
                <a:cubicBezTo>
                  <a:pt x="1690213" y="2299960"/>
                  <a:pt x="1325553" y="2226577"/>
                  <a:pt x="856996" y="2226577"/>
                </a:cubicBezTo>
                <a:cubicBezTo>
                  <a:pt x="515816" y="2226577"/>
                  <a:pt x="355896" y="2260675"/>
                  <a:pt x="355896" y="2407659"/>
                </a:cubicBezTo>
                <a:cubicBezTo>
                  <a:pt x="355896" y="2554643"/>
                  <a:pt x="515816" y="2588740"/>
                  <a:pt x="856996" y="2588740"/>
                </a:cubicBezTo>
                <a:cubicBezTo>
                  <a:pt x="1243768" y="2588740"/>
                  <a:pt x="1559643" y="2538703"/>
                  <a:pt x="1828101" y="2468428"/>
                </a:cubicBezTo>
                <a:cubicBezTo>
                  <a:pt x="1427031" y="2741130"/>
                  <a:pt x="981676" y="3127926"/>
                  <a:pt x="476808" y="3626895"/>
                </a:cubicBezTo>
                <a:cubicBezTo>
                  <a:pt x="80675" y="4018364"/>
                  <a:pt x="-78492" y="4228157"/>
                  <a:pt x="36550" y="4341796"/>
                </a:cubicBezTo>
                <a:cubicBezTo>
                  <a:pt x="151493" y="4455375"/>
                  <a:pt x="363808" y="4298194"/>
                  <a:pt x="759941" y="3906765"/>
                </a:cubicBezTo>
                <a:cubicBezTo>
                  <a:pt x="1264750" y="3407835"/>
                  <a:pt x="1656242" y="2967774"/>
                  <a:pt x="1932177" y="2571493"/>
                </a:cubicBezTo>
                <a:cubicBezTo>
                  <a:pt x="1861696" y="2839680"/>
                  <a:pt x="1811503" y="3155311"/>
                  <a:pt x="1811503" y="3541869"/>
                </a:cubicBezTo>
                <a:cubicBezTo>
                  <a:pt x="1811503" y="3882449"/>
                  <a:pt x="1845652" y="4042105"/>
                  <a:pt x="1992861" y="4042105"/>
                </a:cubicBezTo>
                <a:cubicBezTo>
                  <a:pt x="2140070" y="4042105"/>
                  <a:pt x="2174219" y="3882429"/>
                  <a:pt x="2174219" y="3541869"/>
                </a:cubicBezTo>
                <a:cubicBezTo>
                  <a:pt x="2174219" y="3073987"/>
                  <a:pt x="2100784" y="2709844"/>
                  <a:pt x="2006683" y="2408213"/>
                </a:cubicBezTo>
                <a:cubicBezTo>
                  <a:pt x="2005414" y="2404035"/>
                  <a:pt x="2003253" y="2401025"/>
                  <a:pt x="2000714" y="2399045"/>
                </a:cubicBezTo>
                <a:moveTo>
                  <a:pt x="1939752" y="1952905"/>
                </a:moveTo>
                <a:cubicBezTo>
                  <a:pt x="1962420" y="1967420"/>
                  <a:pt x="1976916" y="1952945"/>
                  <a:pt x="1962380" y="1930273"/>
                </a:cubicBezTo>
                <a:cubicBezTo>
                  <a:pt x="1687397" y="1502469"/>
                  <a:pt x="1322777" y="1018667"/>
                  <a:pt x="777214" y="473997"/>
                </a:cubicBezTo>
                <a:cubicBezTo>
                  <a:pt x="380130" y="77399"/>
                  <a:pt x="166069" y="-80752"/>
                  <a:pt x="45851" y="39223"/>
                </a:cubicBezTo>
                <a:cubicBezTo>
                  <a:pt x="-74308" y="159198"/>
                  <a:pt x="84046" y="372932"/>
                  <a:pt x="481230" y="769509"/>
                </a:cubicBezTo>
                <a:cubicBezTo>
                  <a:pt x="1026733" y="1314279"/>
                  <a:pt x="1511235" y="1678303"/>
                  <a:pt x="1939733" y="1952905"/>
                </a:cubicBezTo>
                <a:moveTo>
                  <a:pt x="2218027" y="279272"/>
                </a:moveTo>
                <a:cubicBezTo>
                  <a:pt x="2070818" y="279272"/>
                  <a:pt x="2036708" y="436315"/>
                  <a:pt x="2036708" y="771153"/>
                </a:cubicBezTo>
                <a:cubicBezTo>
                  <a:pt x="2036708" y="1231133"/>
                  <a:pt x="2110104" y="1589039"/>
                  <a:pt x="2204205" y="1885601"/>
                </a:cubicBezTo>
                <a:cubicBezTo>
                  <a:pt x="2209143" y="1901343"/>
                  <a:pt x="2226872" y="1901343"/>
                  <a:pt x="2231869" y="1885601"/>
                </a:cubicBezTo>
                <a:cubicBezTo>
                  <a:pt x="2325970" y="1589039"/>
                  <a:pt x="2399405" y="1231133"/>
                  <a:pt x="2399405" y="771153"/>
                </a:cubicBezTo>
                <a:cubicBezTo>
                  <a:pt x="2399405" y="436315"/>
                  <a:pt x="2365256" y="279272"/>
                  <a:pt x="2218047" y="279272"/>
                </a:cubicBezTo>
                <a:moveTo>
                  <a:pt x="2472425" y="2427638"/>
                </a:moveTo>
                <a:cubicBezTo>
                  <a:pt x="2449757" y="2413084"/>
                  <a:pt x="2435260" y="2427598"/>
                  <a:pt x="2449797" y="2450231"/>
                </a:cubicBezTo>
                <a:cubicBezTo>
                  <a:pt x="2724839" y="2878035"/>
                  <a:pt x="3089400" y="3361797"/>
                  <a:pt x="3635002" y="3906507"/>
                </a:cubicBezTo>
                <a:cubicBezTo>
                  <a:pt x="4032127" y="4303025"/>
                  <a:pt x="4246148" y="4461237"/>
                  <a:pt x="4366346" y="4341162"/>
                </a:cubicBezTo>
                <a:cubicBezTo>
                  <a:pt x="4486504" y="4221227"/>
                  <a:pt x="4328151" y="4007493"/>
                  <a:pt x="3930927" y="3610975"/>
                </a:cubicBezTo>
                <a:cubicBezTo>
                  <a:pt x="3385464" y="3066206"/>
                  <a:pt x="2900922" y="2702181"/>
                  <a:pt x="2472425" y="2427618"/>
                </a:cubicBezTo>
                <a:moveTo>
                  <a:pt x="3636986" y="474828"/>
                </a:moveTo>
                <a:cubicBezTo>
                  <a:pt x="3091383" y="1019499"/>
                  <a:pt x="2726802" y="1503300"/>
                  <a:pt x="2451820" y="1931164"/>
                </a:cubicBezTo>
                <a:cubicBezTo>
                  <a:pt x="2437283" y="1953796"/>
                  <a:pt x="2451721" y="1968271"/>
                  <a:pt x="2474447" y="1953717"/>
                </a:cubicBezTo>
                <a:cubicBezTo>
                  <a:pt x="2902905" y="1679154"/>
                  <a:pt x="3387447" y="1315130"/>
                  <a:pt x="3932950" y="770400"/>
                </a:cubicBezTo>
                <a:cubicBezTo>
                  <a:pt x="4330114" y="373842"/>
                  <a:pt x="4488527" y="160188"/>
                  <a:pt x="4368329" y="40173"/>
                </a:cubicBezTo>
                <a:cubicBezTo>
                  <a:pt x="4248210" y="-79842"/>
                  <a:pt x="4034110" y="78310"/>
                  <a:pt x="3636986" y="474828"/>
                </a:cubicBezTo>
                <a:moveTo>
                  <a:pt x="3753932" y="2387382"/>
                </a:moveTo>
                <a:cubicBezTo>
                  <a:pt x="4124799" y="2387382"/>
                  <a:pt x="4298642" y="2353364"/>
                  <a:pt x="4298642" y="2206380"/>
                </a:cubicBezTo>
                <a:cubicBezTo>
                  <a:pt x="4298642" y="2059396"/>
                  <a:pt x="4124799" y="2025239"/>
                  <a:pt x="3753932" y="2025239"/>
                </a:cubicBezTo>
                <a:cubicBezTo>
                  <a:pt x="3244542" y="2025239"/>
                  <a:pt x="2848091" y="2098622"/>
                  <a:pt x="2519604" y="2192519"/>
                </a:cubicBezTo>
                <a:cubicBezTo>
                  <a:pt x="2502291" y="2197450"/>
                  <a:pt x="2502291" y="2215251"/>
                  <a:pt x="2519604" y="2220181"/>
                </a:cubicBezTo>
                <a:cubicBezTo>
                  <a:pt x="2848091" y="2314078"/>
                  <a:pt x="3244561" y="2387363"/>
                  <a:pt x="3753932" y="2387363"/>
                </a:cubicBezTo>
              </a:path>
            </a:pathLst>
          </a:custGeom>
          <a:solidFill>
            <a:schemeClr val="tx1"/>
          </a:solidFill>
          <a:ln w="0" cap="flat">
            <a:noFill/>
            <a:prstDash val="solid"/>
            <a:miter/>
          </a:ln>
        </p:spPr>
        <p:txBody>
          <a:bodyPr rtlCol="0" anchor="ctr"/>
          <a:lstStyle/>
          <a:p>
            <a:endParaRPr lang="de-DE"/>
          </a:p>
        </p:txBody>
      </p:sp>
    </p:spTree>
    <p:extLst>
      <p:ext uri="{BB962C8B-B14F-4D97-AF65-F5344CB8AC3E}">
        <p14:creationId xmlns:p14="http://schemas.microsoft.com/office/powerpoint/2010/main" val="39030202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E549ECD4-135F-0ADE-3E47-D4F250434173}"/>
              </a:ext>
            </a:extLst>
          </p:cNvPr>
          <p:cNvSpPr>
            <a:spLocks noGrp="1"/>
          </p:cNvSpPr>
          <p:nvPr>
            <p:ph type="title"/>
          </p:nvPr>
        </p:nvSpPr>
        <p:spPr/>
        <p:txBody>
          <a:bodyPr/>
          <a:lstStyle/>
          <a:p>
            <a:r>
              <a:rPr lang="de-DE" dirty="0"/>
              <a:t>Icons groß</a:t>
            </a:r>
          </a:p>
        </p:txBody>
      </p:sp>
      <p:sp>
        <p:nvSpPr>
          <p:cNvPr id="3" name="Datumsplatzhalter 2">
            <a:extLst>
              <a:ext uri="{FF2B5EF4-FFF2-40B4-BE49-F238E27FC236}">
                <a16:creationId xmlns:a16="http://schemas.microsoft.com/office/drawing/2014/main" id="{83520195-1703-889C-F15A-220FB005A2B6}"/>
              </a:ext>
            </a:extLst>
          </p:cNvPr>
          <p:cNvSpPr>
            <a:spLocks noGrp="1"/>
          </p:cNvSpPr>
          <p:nvPr>
            <p:ph type="dt" sz="half" idx="10"/>
          </p:nvPr>
        </p:nvSpPr>
        <p:spPr/>
        <p:txBody>
          <a:bodyPr/>
          <a:lstStyle/>
          <a:p>
            <a:fld id="{6AD0C3D8-42C6-5942-8EC4-711417AF2694}" type="datetime1">
              <a:rPr lang="de-DE"/>
              <a:t>22.06.2026</a:t>
            </a:fld>
            <a:endParaRPr lang="de-DE"/>
          </a:p>
        </p:txBody>
      </p:sp>
      <p:sp>
        <p:nvSpPr>
          <p:cNvPr id="4" name="Fußzeilenplatzhalter 3">
            <a:extLst>
              <a:ext uri="{FF2B5EF4-FFF2-40B4-BE49-F238E27FC236}">
                <a16:creationId xmlns:a16="http://schemas.microsoft.com/office/drawing/2014/main" id="{0F42379B-FF41-B65A-337B-0437006F11C9}"/>
              </a:ext>
            </a:extLst>
          </p:cNvPr>
          <p:cNvSpPr>
            <a:spLocks noGrp="1"/>
          </p:cNvSpPr>
          <p:nvPr>
            <p:ph type="ftr" sz="quarter" idx="11"/>
          </p:nvPr>
        </p:nvSpPr>
        <p:spPr/>
        <p:txBody>
          <a:bodyPr/>
          <a:lstStyle/>
          <a:p>
            <a:r>
              <a:rPr lang="de-DE"/>
              <a:t>Titel der Präsentation</a:t>
            </a:r>
          </a:p>
        </p:txBody>
      </p:sp>
      <p:sp>
        <p:nvSpPr>
          <p:cNvPr id="5" name="Foliennummernplatzhalter 4">
            <a:extLst>
              <a:ext uri="{FF2B5EF4-FFF2-40B4-BE49-F238E27FC236}">
                <a16:creationId xmlns:a16="http://schemas.microsoft.com/office/drawing/2014/main" id="{C9EFB834-91F0-EF4E-D1BE-AC8A6A22612B}"/>
              </a:ext>
            </a:extLst>
          </p:cNvPr>
          <p:cNvSpPr>
            <a:spLocks noGrp="1"/>
          </p:cNvSpPr>
          <p:nvPr>
            <p:ph type="sldNum" sz="quarter" idx="12"/>
          </p:nvPr>
        </p:nvSpPr>
        <p:spPr/>
        <p:txBody>
          <a:bodyPr/>
          <a:lstStyle/>
          <a:p>
            <a:fld id="{D188B27D-4802-6948-A101-6CF6A7142FF4}" type="slidenum">
              <a:rPr lang="de-DE" smtClean="0"/>
              <a:pPr/>
              <a:t>64</a:t>
            </a:fld>
            <a:endParaRPr lang="de-DE"/>
          </a:p>
        </p:txBody>
      </p:sp>
      <p:grpSp>
        <p:nvGrpSpPr>
          <p:cNvPr id="16" name="Grafik 13">
            <a:extLst>
              <a:ext uri="{FF2B5EF4-FFF2-40B4-BE49-F238E27FC236}">
                <a16:creationId xmlns:a16="http://schemas.microsoft.com/office/drawing/2014/main" id="{42CFC22F-01EF-44F0-18DB-F9C19AE97F3B}"/>
              </a:ext>
            </a:extLst>
          </p:cNvPr>
          <p:cNvGrpSpPr/>
          <p:nvPr/>
        </p:nvGrpSpPr>
        <p:grpSpPr>
          <a:xfrm>
            <a:off x="3329202" y="2492529"/>
            <a:ext cx="539822" cy="539795"/>
            <a:chOff x="5015337" y="1664854"/>
            <a:chExt cx="648166" cy="648134"/>
          </a:xfrm>
          <a:solidFill>
            <a:schemeClr val="tx1"/>
          </a:solidFill>
        </p:grpSpPr>
        <p:sp>
          <p:nvSpPr>
            <p:cNvPr id="17" name="Freihandform 16">
              <a:extLst>
                <a:ext uri="{FF2B5EF4-FFF2-40B4-BE49-F238E27FC236}">
                  <a16:creationId xmlns:a16="http://schemas.microsoft.com/office/drawing/2014/main" id="{6B48EC82-9200-2519-AD43-5D1F92D87C3F}"/>
                </a:ext>
              </a:extLst>
            </p:cNvPr>
            <p:cNvSpPr/>
            <p:nvPr/>
          </p:nvSpPr>
          <p:spPr>
            <a:xfrm>
              <a:off x="5015337" y="1664854"/>
              <a:ext cx="250080" cy="249151"/>
            </a:xfrm>
            <a:custGeom>
              <a:avLst/>
              <a:gdLst>
                <a:gd name="connsiteX0" fmla="*/ 238112 w 250080"/>
                <a:gd name="connsiteY0" fmla="*/ 0 h 249151"/>
                <a:gd name="connsiteX1" fmla="*/ 82522 w 250080"/>
                <a:gd name="connsiteY1" fmla="*/ 0 h 249151"/>
                <a:gd name="connsiteX2" fmla="*/ 24159 w 250080"/>
                <a:gd name="connsiteY2" fmla="*/ 24179 h 249151"/>
                <a:gd name="connsiteX3" fmla="*/ 0 w 250080"/>
                <a:gd name="connsiteY3" fmla="*/ 82539 h 249151"/>
                <a:gd name="connsiteX4" fmla="*/ 0 w 250080"/>
                <a:gd name="connsiteY4" fmla="*/ 237177 h 249151"/>
                <a:gd name="connsiteX5" fmla="*/ 11976 w 250080"/>
                <a:gd name="connsiteY5" fmla="*/ 249151 h 249151"/>
                <a:gd name="connsiteX6" fmla="*/ 23952 w 250080"/>
                <a:gd name="connsiteY6" fmla="*/ 237177 h 249151"/>
                <a:gd name="connsiteX7" fmla="*/ 23952 w 250080"/>
                <a:gd name="connsiteY7" fmla="*/ 82539 h 249151"/>
                <a:gd name="connsiteX8" fmla="*/ 41101 w 250080"/>
                <a:gd name="connsiteY8" fmla="*/ 41118 h 249151"/>
                <a:gd name="connsiteX9" fmla="*/ 82522 w 250080"/>
                <a:gd name="connsiteY9" fmla="*/ 23956 h 249151"/>
                <a:gd name="connsiteX10" fmla="*/ 238104 w 250080"/>
                <a:gd name="connsiteY10" fmla="*/ 23956 h 249151"/>
                <a:gd name="connsiteX11" fmla="*/ 250080 w 250080"/>
                <a:gd name="connsiteY11" fmla="*/ 11982 h 249151"/>
                <a:gd name="connsiteX12" fmla="*/ 238104 w 250080"/>
                <a:gd name="connsiteY12" fmla="*/ 8 h 249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50080" h="249151">
                  <a:moveTo>
                    <a:pt x="238112" y="0"/>
                  </a:moveTo>
                  <a:lnTo>
                    <a:pt x="82522" y="0"/>
                  </a:lnTo>
                  <a:cubicBezTo>
                    <a:pt x="60478" y="0"/>
                    <a:pt x="39752" y="8589"/>
                    <a:pt x="24159" y="24179"/>
                  </a:cubicBezTo>
                  <a:cubicBezTo>
                    <a:pt x="8567" y="39769"/>
                    <a:pt x="-8" y="60500"/>
                    <a:pt x="0" y="82539"/>
                  </a:cubicBezTo>
                  <a:lnTo>
                    <a:pt x="0" y="237177"/>
                  </a:lnTo>
                  <a:cubicBezTo>
                    <a:pt x="0" y="243787"/>
                    <a:pt x="5357" y="249151"/>
                    <a:pt x="11976" y="249151"/>
                  </a:cubicBezTo>
                  <a:cubicBezTo>
                    <a:pt x="18595" y="249151"/>
                    <a:pt x="23952" y="243787"/>
                    <a:pt x="23952" y="237177"/>
                  </a:cubicBezTo>
                  <a:lnTo>
                    <a:pt x="23952" y="82539"/>
                  </a:lnTo>
                  <a:cubicBezTo>
                    <a:pt x="23952" y="66894"/>
                    <a:pt x="30043" y="52182"/>
                    <a:pt x="41101" y="41118"/>
                  </a:cubicBezTo>
                  <a:cubicBezTo>
                    <a:pt x="52159" y="30054"/>
                    <a:pt x="66873" y="23956"/>
                    <a:pt x="82522" y="23956"/>
                  </a:cubicBezTo>
                  <a:lnTo>
                    <a:pt x="238104" y="23956"/>
                  </a:lnTo>
                  <a:cubicBezTo>
                    <a:pt x="244723" y="23956"/>
                    <a:pt x="250080" y="18591"/>
                    <a:pt x="250080" y="11982"/>
                  </a:cubicBezTo>
                  <a:cubicBezTo>
                    <a:pt x="250080" y="5372"/>
                    <a:pt x="244723" y="8"/>
                    <a:pt x="238104" y="8"/>
                  </a:cubicBezTo>
                  <a:close/>
                </a:path>
              </a:pathLst>
            </a:custGeom>
            <a:grpFill/>
            <a:ln w="0" cap="flat">
              <a:noFill/>
              <a:prstDash val="solid"/>
              <a:miter/>
            </a:ln>
          </p:spPr>
          <p:txBody>
            <a:bodyPr rtlCol="0" anchor="ctr"/>
            <a:lstStyle/>
            <a:p>
              <a:endParaRPr lang="de-DE"/>
            </a:p>
          </p:txBody>
        </p:sp>
        <p:sp>
          <p:nvSpPr>
            <p:cNvPr id="18" name="Freihandform 17">
              <a:extLst>
                <a:ext uri="{FF2B5EF4-FFF2-40B4-BE49-F238E27FC236}">
                  <a16:creationId xmlns:a16="http://schemas.microsoft.com/office/drawing/2014/main" id="{ADFADBC4-A482-BA23-46A7-249C7121BA05}"/>
                </a:ext>
              </a:extLst>
            </p:cNvPr>
            <p:cNvSpPr/>
            <p:nvPr/>
          </p:nvSpPr>
          <p:spPr>
            <a:xfrm>
              <a:off x="5015337" y="2063869"/>
              <a:ext cx="250048" cy="249119"/>
            </a:xfrm>
            <a:custGeom>
              <a:avLst/>
              <a:gdLst>
                <a:gd name="connsiteX0" fmla="*/ 238081 w 250048"/>
                <a:gd name="connsiteY0" fmla="*/ 225172 h 249119"/>
                <a:gd name="connsiteX1" fmla="*/ 82498 w 250048"/>
                <a:gd name="connsiteY1" fmla="*/ 225172 h 249119"/>
                <a:gd name="connsiteX2" fmla="*/ 41093 w 250048"/>
                <a:gd name="connsiteY2" fmla="*/ 208017 h 249119"/>
                <a:gd name="connsiteX3" fmla="*/ 23952 w 250048"/>
                <a:gd name="connsiteY3" fmla="*/ 166612 h 249119"/>
                <a:gd name="connsiteX4" fmla="*/ 23952 w 250048"/>
                <a:gd name="connsiteY4" fmla="*/ 11974 h 249119"/>
                <a:gd name="connsiteX5" fmla="*/ 11976 w 250048"/>
                <a:gd name="connsiteY5" fmla="*/ 0 h 249119"/>
                <a:gd name="connsiteX6" fmla="*/ 0 w 250048"/>
                <a:gd name="connsiteY6" fmla="*/ 11974 h 249119"/>
                <a:gd name="connsiteX7" fmla="*/ 0 w 250048"/>
                <a:gd name="connsiteY7" fmla="*/ 166612 h 249119"/>
                <a:gd name="connsiteX8" fmla="*/ 24151 w 250048"/>
                <a:gd name="connsiteY8" fmla="*/ 224948 h 249119"/>
                <a:gd name="connsiteX9" fmla="*/ 82522 w 250048"/>
                <a:gd name="connsiteY9" fmla="*/ 249119 h 249119"/>
                <a:gd name="connsiteX10" fmla="*/ 238072 w 250048"/>
                <a:gd name="connsiteY10" fmla="*/ 249119 h 249119"/>
                <a:gd name="connsiteX11" fmla="*/ 250048 w 250048"/>
                <a:gd name="connsiteY11" fmla="*/ 237145 h 249119"/>
                <a:gd name="connsiteX12" fmla="*/ 238072 w 250048"/>
                <a:gd name="connsiteY12" fmla="*/ 225172 h 249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50048" h="249119">
                  <a:moveTo>
                    <a:pt x="238081" y="225172"/>
                  </a:moveTo>
                  <a:lnTo>
                    <a:pt x="82498" y="225172"/>
                  </a:lnTo>
                  <a:cubicBezTo>
                    <a:pt x="66857" y="225172"/>
                    <a:pt x="52151" y="219073"/>
                    <a:pt x="41093" y="208017"/>
                  </a:cubicBezTo>
                  <a:cubicBezTo>
                    <a:pt x="30035" y="196953"/>
                    <a:pt x="23952" y="182249"/>
                    <a:pt x="23952" y="166612"/>
                  </a:cubicBezTo>
                  <a:lnTo>
                    <a:pt x="23952" y="11974"/>
                  </a:lnTo>
                  <a:cubicBezTo>
                    <a:pt x="23952" y="5364"/>
                    <a:pt x="18595" y="0"/>
                    <a:pt x="11976" y="0"/>
                  </a:cubicBezTo>
                  <a:cubicBezTo>
                    <a:pt x="5357" y="0"/>
                    <a:pt x="0" y="5364"/>
                    <a:pt x="0" y="11974"/>
                  </a:cubicBezTo>
                  <a:lnTo>
                    <a:pt x="0" y="166612"/>
                  </a:lnTo>
                  <a:cubicBezTo>
                    <a:pt x="0" y="188643"/>
                    <a:pt x="8575" y="209358"/>
                    <a:pt x="24151" y="224948"/>
                  </a:cubicBezTo>
                  <a:cubicBezTo>
                    <a:pt x="39728" y="240538"/>
                    <a:pt x="60446" y="249111"/>
                    <a:pt x="82522" y="249119"/>
                  </a:cubicBezTo>
                  <a:lnTo>
                    <a:pt x="238072" y="249119"/>
                  </a:lnTo>
                  <a:cubicBezTo>
                    <a:pt x="244691" y="249119"/>
                    <a:pt x="250048" y="243755"/>
                    <a:pt x="250048" y="237145"/>
                  </a:cubicBezTo>
                  <a:cubicBezTo>
                    <a:pt x="250048" y="230536"/>
                    <a:pt x="244691" y="225172"/>
                    <a:pt x="238072" y="225172"/>
                  </a:cubicBezTo>
                  <a:close/>
                </a:path>
              </a:pathLst>
            </a:custGeom>
            <a:grpFill/>
            <a:ln w="0" cap="flat">
              <a:noFill/>
              <a:prstDash val="solid"/>
              <a:miter/>
            </a:ln>
          </p:spPr>
          <p:txBody>
            <a:bodyPr rtlCol="0" anchor="ctr"/>
            <a:lstStyle/>
            <a:p>
              <a:endParaRPr lang="de-DE"/>
            </a:p>
          </p:txBody>
        </p:sp>
        <p:sp>
          <p:nvSpPr>
            <p:cNvPr id="19" name="Freihandform 18">
              <a:extLst>
                <a:ext uri="{FF2B5EF4-FFF2-40B4-BE49-F238E27FC236}">
                  <a16:creationId xmlns:a16="http://schemas.microsoft.com/office/drawing/2014/main" id="{66EDACC9-FFB7-6DC3-A3D1-CB0A18513CD3}"/>
                </a:ext>
              </a:extLst>
            </p:cNvPr>
            <p:cNvSpPr/>
            <p:nvPr/>
          </p:nvSpPr>
          <p:spPr>
            <a:xfrm>
              <a:off x="5415339" y="1664854"/>
              <a:ext cx="248156" cy="249151"/>
            </a:xfrm>
            <a:custGeom>
              <a:avLst/>
              <a:gdLst>
                <a:gd name="connsiteX0" fmla="*/ 223997 w 248156"/>
                <a:gd name="connsiteY0" fmla="*/ 24179 h 249151"/>
                <a:gd name="connsiteX1" fmla="*/ 165634 w 248156"/>
                <a:gd name="connsiteY1" fmla="*/ 0 h 249151"/>
                <a:gd name="connsiteX2" fmla="*/ 11976 w 248156"/>
                <a:gd name="connsiteY2" fmla="*/ 0 h 249151"/>
                <a:gd name="connsiteX3" fmla="*/ 0 w 248156"/>
                <a:gd name="connsiteY3" fmla="*/ 11974 h 249151"/>
                <a:gd name="connsiteX4" fmla="*/ 11976 w 248156"/>
                <a:gd name="connsiteY4" fmla="*/ 23948 h 249151"/>
                <a:gd name="connsiteX5" fmla="*/ 165627 w 248156"/>
                <a:gd name="connsiteY5" fmla="*/ 23948 h 249151"/>
                <a:gd name="connsiteX6" fmla="*/ 224204 w 248156"/>
                <a:gd name="connsiteY6" fmla="*/ 82539 h 249151"/>
                <a:gd name="connsiteX7" fmla="*/ 224204 w 248156"/>
                <a:gd name="connsiteY7" fmla="*/ 237177 h 249151"/>
                <a:gd name="connsiteX8" fmla="*/ 236180 w 248156"/>
                <a:gd name="connsiteY8" fmla="*/ 249151 h 249151"/>
                <a:gd name="connsiteX9" fmla="*/ 248156 w 248156"/>
                <a:gd name="connsiteY9" fmla="*/ 237177 h 249151"/>
                <a:gd name="connsiteX10" fmla="*/ 248156 w 248156"/>
                <a:gd name="connsiteY10" fmla="*/ 82539 h 249151"/>
                <a:gd name="connsiteX11" fmla="*/ 223989 w 248156"/>
                <a:gd name="connsiteY11" fmla="*/ 24179 h 249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8156" h="249151">
                  <a:moveTo>
                    <a:pt x="223997" y="24179"/>
                  </a:moveTo>
                  <a:cubicBezTo>
                    <a:pt x="208412" y="8589"/>
                    <a:pt x="187686" y="8"/>
                    <a:pt x="165634" y="0"/>
                  </a:cubicBezTo>
                  <a:lnTo>
                    <a:pt x="11976" y="0"/>
                  </a:lnTo>
                  <a:cubicBezTo>
                    <a:pt x="5357" y="0"/>
                    <a:pt x="0" y="5364"/>
                    <a:pt x="0" y="11974"/>
                  </a:cubicBezTo>
                  <a:cubicBezTo>
                    <a:pt x="0" y="18583"/>
                    <a:pt x="5357" y="23948"/>
                    <a:pt x="11976" y="23948"/>
                  </a:cubicBezTo>
                  <a:lnTo>
                    <a:pt x="165627" y="23948"/>
                  </a:lnTo>
                  <a:cubicBezTo>
                    <a:pt x="197929" y="23948"/>
                    <a:pt x="224212" y="50234"/>
                    <a:pt x="224204" y="82539"/>
                  </a:cubicBezTo>
                  <a:lnTo>
                    <a:pt x="224204" y="237177"/>
                  </a:lnTo>
                  <a:cubicBezTo>
                    <a:pt x="224204" y="243787"/>
                    <a:pt x="229562" y="249151"/>
                    <a:pt x="236180" y="249151"/>
                  </a:cubicBezTo>
                  <a:cubicBezTo>
                    <a:pt x="242799" y="249151"/>
                    <a:pt x="248156" y="243787"/>
                    <a:pt x="248156" y="237177"/>
                  </a:cubicBezTo>
                  <a:lnTo>
                    <a:pt x="248156" y="82539"/>
                  </a:lnTo>
                  <a:cubicBezTo>
                    <a:pt x="248156" y="60500"/>
                    <a:pt x="239582" y="39777"/>
                    <a:pt x="223989" y="24179"/>
                  </a:cubicBezTo>
                  <a:close/>
                </a:path>
              </a:pathLst>
            </a:custGeom>
            <a:grpFill/>
            <a:ln w="0" cap="flat">
              <a:noFill/>
              <a:prstDash val="solid"/>
              <a:miter/>
            </a:ln>
          </p:spPr>
          <p:txBody>
            <a:bodyPr rtlCol="0" anchor="ctr"/>
            <a:lstStyle/>
            <a:p>
              <a:endParaRPr lang="de-DE"/>
            </a:p>
          </p:txBody>
        </p:sp>
        <p:sp>
          <p:nvSpPr>
            <p:cNvPr id="20" name="Freihandform 19">
              <a:extLst>
                <a:ext uri="{FF2B5EF4-FFF2-40B4-BE49-F238E27FC236}">
                  <a16:creationId xmlns:a16="http://schemas.microsoft.com/office/drawing/2014/main" id="{40356B22-F8BE-D3A0-2310-5B69B558DAF0}"/>
                </a:ext>
              </a:extLst>
            </p:cNvPr>
            <p:cNvSpPr/>
            <p:nvPr/>
          </p:nvSpPr>
          <p:spPr>
            <a:xfrm>
              <a:off x="5415347" y="2063869"/>
              <a:ext cx="248156" cy="249119"/>
            </a:xfrm>
            <a:custGeom>
              <a:avLst/>
              <a:gdLst>
                <a:gd name="connsiteX0" fmla="*/ 236180 w 248156"/>
                <a:gd name="connsiteY0" fmla="*/ 0 h 249119"/>
                <a:gd name="connsiteX1" fmla="*/ 224204 w 248156"/>
                <a:gd name="connsiteY1" fmla="*/ 11974 h 249119"/>
                <a:gd name="connsiteX2" fmla="*/ 224204 w 248156"/>
                <a:gd name="connsiteY2" fmla="*/ 166612 h 249119"/>
                <a:gd name="connsiteX3" fmla="*/ 165634 w 248156"/>
                <a:gd name="connsiteY3" fmla="*/ 225172 h 249119"/>
                <a:gd name="connsiteX4" fmla="*/ 11976 w 248156"/>
                <a:gd name="connsiteY4" fmla="*/ 225172 h 249119"/>
                <a:gd name="connsiteX5" fmla="*/ 0 w 248156"/>
                <a:gd name="connsiteY5" fmla="*/ 237145 h 249119"/>
                <a:gd name="connsiteX6" fmla="*/ 11976 w 248156"/>
                <a:gd name="connsiteY6" fmla="*/ 249119 h 249119"/>
                <a:gd name="connsiteX7" fmla="*/ 165634 w 248156"/>
                <a:gd name="connsiteY7" fmla="*/ 249119 h 249119"/>
                <a:gd name="connsiteX8" fmla="*/ 248156 w 248156"/>
                <a:gd name="connsiteY8" fmla="*/ 166612 h 249119"/>
                <a:gd name="connsiteX9" fmla="*/ 248156 w 248156"/>
                <a:gd name="connsiteY9" fmla="*/ 11974 h 249119"/>
                <a:gd name="connsiteX10" fmla="*/ 236180 w 248156"/>
                <a:gd name="connsiteY10" fmla="*/ 0 h 249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8156" h="249119">
                  <a:moveTo>
                    <a:pt x="236180" y="0"/>
                  </a:moveTo>
                  <a:cubicBezTo>
                    <a:pt x="229562" y="0"/>
                    <a:pt x="224204" y="5364"/>
                    <a:pt x="224204" y="11974"/>
                  </a:cubicBezTo>
                  <a:lnTo>
                    <a:pt x="224204" y="166612"/>
                  </a:lnTo>
                  <a:cubicBezTo>
                    <a:pt x="224204" y="198901"/>
                    <a:pt x="197929" y="225172"/>
                    <a:pt x="165634" y="225172"/>
                  </a:cubicBezTo>
                  <a:lnTo>
                    <a:pt x="11976" y="225172"/>
                  </a:lnTo>
                  <a:cubicBezTo>
                    <a:pt x="5357" y="225172"/>
                    <a:pt x="0" y="230536"/>
                    <a:pt x="0" y="237145"/>
                  </a:cubicBezTo>
                  <a:cubicBezTo>
                    <a:pt x="0" y="243755"/>
                    <a:pt x="5357" y="249119"/>
                    <a:pt x="11976" y="249119"/>
                  </a:cubicBezTo>
                  <a:lnTo>
                    <a:pt x="165634" y="249119"/>
                  </a:lnTo>
                  <a:cubicBezTo>
                    <a:pt x="211143" y="249119"/>
                    <a:pt x="248156" y="212104"/>
                    <a:pt x="248156" y="166612"/>
                  </a:cubicBezTo>
                  <a:lnTo>
                    <a:pt x="248156" y="11974"/>
                  </a:lnTo>
                  <a:cubicBezTo>
                    <a:pt x="248156" y="5364"/>
                    <a:pt x="242799" y="0"/>
                    <a:pt x="236180" y="0"/>
                  </a:cubicBezTo>
                  <a:close/>
                </a:path>
              </a:pathLst>
            </a:custGeom>
            <a:grpFill/>
            <a:ln w="0" cap="flat">
              <a:noFill/>
              <a:prstDash val="solid"/>
              <a:miter/>
            </a:ln>
          </p:spPr>
          <p:txBody>
            <a:bodyPr rtlCol="0" anchor="ctr"/>
            <a:lstStyle/>
            <a:p>
              <a:endParaRPr lang="de-DE"/>
            </a:p>
          </p:txBody>
        </p:sp>
      </p:grpSp>
      <p:grpSp>
        <p:nvGrpSpPr>
          <p:cNvPr id="21" name="Grafik 13">
            <a:extLst>
              <a:ext uri="{FF2B5EF4-FFF2-40B4-BE49-F238E27FC236}">
                <a16:creationId xmlns:a16="http://schemas.microsoft.com/office/drawing/2014/main" id="{100D643C-EAE2-064A-73A4-7B3A30601726}"/>
              </a:ext>
            </a:extLst>
          </p:cNvPr>
          <p:cNvGrpSpPr/>
          <p:nvPr/>
        </p:nvGrpSpPr>
        <p:grpSpPr>
          <a:xfrm>
            <a:off x="7068191" y="2486243"/>
            <a:ext cx="552509" cy="552367"/>
            <a:chOff x="9927172" y="1657270"/>
            <a:chExt cx="663399" cy="663229"/>
          </a:xfrm>
          <a:solidFill>
            <a:schemeClr val="tx1"/>
          </a:solidFill>
        </p:grpSpPr>
        <p:sp>
          <p:nvSpPr>
            <p:cNvPr id="22" name="Freihandform 21">
              <a:extLst>
                <a:ext uri="{FF2B5EF4-FFF2-40B4-BE49-F238E27FC236}">
                  <a16:creationId xmlns:a16="http://schemas.microsoft.com/office/drawing/2014/main" id="{9BE6AE8E-4F88-FAD1-5488-D1C3F21293F7}"/>
                </a:ext>
              </a:extLst>
            </p:cNvPr>
            <p:cNvSpPr/>
            <p:nvPr/>
          </p:nvSpPr>
          <p:spPr>
            <a:xfrm>
              <a:off x="9927172" y="1657270"/>
              <a:ext cx="515449" cy="515328"/>
            </a:xfrm>
            <a:custGeom>
              <a:avLst/>
              <a:gdLst>
                <a:gd name="connsiteX0" fmla="*/ 515449 w 515449"/>
                <a:gd name="connsiteY0" fmla="*/ 431097 h 515328"/>
                <a:gd name="connsiteX1" fmla="*/ 515449 w 515449"/>
                <a:gd name="connsiteY1" fmla="*/ 84248 h 515328"/>
                <a:gd name="connsiteX2" fmla="*/ 431195 w 515449"/>
                <a:gd name="connsiteY2" fmla="*/ 0 h 515328"/>
                <a:gd name="connsiteX3" fmla="*/ 84334 w 515449"/>
                <a:gd name="connsiteY3" fmla="*/ 0 h 515328"/>
                <a:gd name="connsiteX4" fmla="*/ 0 w 515449"/>
                <a:gd name="connsiteY4" fmla="*/ 84248 h 515328"/>
                <a:gd name="connsiteX5" fmla="*/ 0 w 515449"/>
                <a:gd name="connsiteY5" fmla="*/ 431097 h 515328"/>
                <a:gd name="connsiteX6" fmla="*/ 84334 w 515449"/>
                <a:gd name="connsiteY6" fmla="*/ 515329 h 515328"/>
                <a:gd name="connsiteX7" fmla="*/ 431212 w 515449"/>
                <a:gd name="connsiteY7" fmla="*/ 515329 h 515328"/>
                <a:gd name="connsiteX8" fmla="*/ 515449 w 515449"/>
                <a:gd name="connsiteY8" fmla="*/ 431097 h 515328"/>
                <a:gd name="connsiteX9" fmla="*/ 84334 w 515449"/>
                <a:gd name="connsiteY9" fmla="*/ 491381 h 515328"/>
                <a:gd name="connsiteX10" fmla="*/ 23952 w 515449"/>
                <a:gd name="connsiteY10" fmla="*/ 431081 h 515328"/>
                <a:gd name="connsiteX11" fmla="*/ 23952 w 515449"/>
                <a:gd name="connsiteY11" fmla="*/ 84264 h 515328"/>
                <a:gd name="connsiteX12" fmla="*/ 84334 w 515449"/>
                <a:gd name="connsiteY12" fmla="*/ 23948 h 515328"/>
                <a:gd name="connsiteX13" fmla="*/ 431195 w 515449"/>
                <a:gd name="connsiteY13" fmla="*/ 23948 h 515328"/>
                <a:gd name="connsiteX14" fmla="*/ 491497 w 515449"/>
                <a:gd name="connsiteY14" fmla="*/ 84248 h 515328"/>
                <a:gd name="connsiteX15" fmla="*/ 491497 w 515449"/>
                <a:gd name="connsiteY15" fmla="*/ 431065 h 515328"/>
                <a:gd name="connsiteX16" fmla="*/ 431195 w 515449"/>
                <a:gd name="connsiteY16" fmla="*/ 491381 h 515328"/>
                <a:gd name="connsiteX17" fmla="*/ 84334 w 515449"/>
                <a:gd name="connsiteY17" fmla="*/ 491381 h 5153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15449" h="515328">
                  <a:moveTo>
                    <a:pt x="515449" y="431097"/>
                  </a:moveTo>
                  <a:lnTo>
                    <a:pt x="515449" y="84248"/>
                  </a:lnTo>
                  <a:cubicBezTo>
                    <a:pt x="515449" y="37797"/>
                    <a:pt x="477653" y="0"/>
                    <a:pt x="431195" y="0"/>
                  </a:cubicBezTo>
                  <a:lnTo>
                    <a:pt x="84334" y="0"/>
                  </a:lnTo>
                  <a:cubicBezTo>
                    <a:pt x="37884" y="0"/>
                    <a:pt x="48" y="37781"/>
                    <a:pt x="0" y="84248"/>
                  </a:cubicBezTo>
                  <a:lnTo>
                    <a:pt x="0" y="431097"/>
                  </a:lnTo>
                  <a:cubicBezTo>
                    <a:pt x="56" y="477539"/>
                    <a:pt x="37884" y="515329"/>
                    <a:pt x="84334" y="515329"/>
                  </a:cubicBezTo>
                  <a:lnTo>
                    <a:pt x="431212" y="515329"/>
                  </a:lnTo>
                  <a:cubicBezTo>
                    <a:pt x="477605" y="515273"/>
                    <a:pt x="515394" y="477491"/>
                    <a:pt x="515449" y="431097"/>
                  </a:cubicBezTo>
                  <a:close/>
                  <a:moveTo>
                    <a:pt x="84334" y="491381"/>
                  </a:moveTo>
                  <a:cubicBezTo>
                    <a:pt x="51073" y="491381"/>
                    <a:pt x="23983" y="464320"/>
                    <a:pt x="23952" y="431081"/>
                  </a:cubicBezTo>
                  <a:lnTo>
                    <a:pt x="23952" y="84264"/>
                  </a:lnTo>
                  <a:cubicBezTo>
                    <a:pt x="23992" y="51008"/>
                    <a:pt x="51073" y="23948"/>
                    <a:pt x="84334" y="23948"/>
                  </a:cubicBezTo>
                  <a:lnTo>
                    <a:pt x="431195" y="23948"/>
                  </a:lnTo>
                  <a:cubicBezTo>
                    <a:pt x="464448" y="23948"/>
                    <a:pt x="491497" y="51001"/>
                    <a:pt x="491497" y="84248"/>
                  </a:cubicBezTo>
                  <a:lnTo>
                    <a:pt x="491497" y="431065"/>
                  </a:lnTo>
                  <a:cubicBezTo>
                    <a:pt x="491457" y="464280"/>
                    <a:pt x="464401" y="491341"/>
                    <a:pt x="431195" y="491381"/>
                  </a:cubicBezTo>
                  <a:lnTo>
                    <a:pt x="84334" y="491381"/>
                  </a:lnTo>
                  <a:close/>
                </a:path>
              </a:pathLst>
            </a:custGeom>
            <a:grpFill/>
            <a:ln w="0" cap="flat">
              <a:noFill/>
              <a:prstDash val="solid"/>
              <a:miter/>
            </a:ln>
          </p:spPr>
          <p:txBody>
            <a:bodyPr rtlCol="0" anchor="ctr"/>
            <a:lstStyle/>
            <a:p>
              <a:endParaRPr lang="de-DE"/>
            </a:p>
          </p:txBody>
        </p:sp>
        <p:sp>
          <p:nvSpPr>
            <p:cNvPr id="23" name="Freihandform 22">
              <a:extLst>
                <a:ext uri="{FF2B5EF4-FFF2-40B4-BE49-F238E27FC236}">
                  <a16:creationId xmlns:a16="http://schemas.microsoft.com/office/drawing/2014/main" id="{3CD978DB-841F-6068-85B6-6D680E2728BC}"/>
                </a:ext>
              </a:extLst>
            </p:cNvPr>
            <p:cNvSpPr/>
            <p:nvPr/>
          </p:nvSpPr>
          <p:spPr>
            <a:xfrm>
              <a:off x="10126897" y="1856985"/>
              <a:ext cx="463673" cy="463514"/>
            </a:xfrm>
            <a:custGeom>
              <a:avLst/>
              <a:gdLst>
                <a:gd name="connsiteX0" fmla="*/ 451698 w 463673"/>
                <a:gd name="connsiteY0" fmla="*/ 0 h 463514"/>
                <a:gd name="connsiteX1" fmla="*/ 439722 w 463673"/>
                <a:gd name="connsiteY1" fmla="*/ 11974 h 463514"/>
                <a:gd name="connsiteX2" fmla="*/ 439722 w 463673"/>
                <a:gd name="connsiteY2" fmla="*/ 379330 h 463514"/>
                <a:gd name="connsiteX3" fmla="*/ 422062 w 463673"/>
                <a:gd name="connsiteY3" fmla="*/ 421925 h 463514"/>
                <a:gd name="connsiteX4" fmla="*/ 379427 w 463673"/>
                <a:gd name="connsiteY4" fmla="*/ 439566 h 463514"/>
                <a:gd name="connsiteX5" fmla="*/ 11976 w 463673"/>
                <a:gd name="connsiteY5" fmla="*/ 439566 h 463514"/>
                <a:gd name="connsiteX6" fmla="*/ 0 w 463673"/>
                <a:gd name="connsiteY6" fmla="*/ 451540 h 463514"/>
                <a:gd name="connsiteX7" fmla="*/ 11976 w 463673"/>
                <a:gd name="connsiteY7" fmla="*/ 463514 h 463514"/>
                <a:gd name="connsiteX8" fmla="*/ 379459 w 463673"/>
                <a:gd name="connsiteY8" fmla="*/ 463514 h 463514"/>
                <a:gd name="connsiteX9" fmla="*/ 438996 w 463673"/>
                <a:gd name="connsiteY9" fmla="*/ 438864 h 463514"/>
                <a:gd name="connsiteX10" fmla="*/ 463673 w 463673"/>
                <a:gd name="connsiteY10" fmla="*/ 379330 h 463514"/>
                <a:gd name="connsiteX11" fmla="*/ 463673 w 463673"/>
                <a:gd name="connsiteY11" fmla="*/ 11974 h 463514"/>
                <a:gd name="connsiteX12" fmla="*/ 451698 w 463673"/>
                <a:gd name="connsiteY12" fmla="*/ 0 h 4635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63673" h="463514">
                  <a:moveTo>
                    <a:pt x="451698" y="0"/>
                  </a:moveTo>
                  <a:cubicBezTo>
                    <a:pt x="445087" y="0"/>
                    <a:pt x="439722" y="5364"/>
                    <a:pt x="439722" y="11974"/>
                  </a:cubicBezTo>
                  <a:lnTo>
                    <a:pt x="439722" y="379330"/>
                  </a:lnTo>
                  <a:cubicBezTo>
                    <a:pt x="439722" y="395423"/>
                    <a:pt x="433446" y="410550"/>
                    <a:pt x="422062" y="421925"/>
                  </a:cubicBezTo>
                  <a:cubicBezTo>
                    <a:pt x="410677" y="433308"/>
                    <a:pt x="395555" y="439566"/>
                    <a:pt x="379427" y="439566"/>
                  </a:cubicBezTo>
                  <a:lnTo>
                    <a:pt x="11976" y="439566"/>
                  </a:lnTo>
                  <a:cubicBezTo>
                    <a:pt x="5365" y="439566"/>
                    <a:pt x="0" y="444931"/>
                    <a:pt x="0" y="451540"/>
                  </a:cubicBezTo>
                  <a:cubicBezTo>
                    <a:pt x="0" y="458150"/>
                    <a:pt x="5365" y="463514"/>
                    <a:pt x="11976" y="463514"/>
                  </a:cubicBezTo>
                  <a:lnTo>
                    <a:pt x="379459" y="463514"/>
                  </a:lnTo>
                  <a:cubicBezTo>
                    <a:pt x="401942" y="463514"/>
                    <a:pt x="423091" y="454757"/>
                    <a:pt x="438996" y="438864"/>
                  </a:cubicBezTo>
                  <a:cubicBezTo>
                    <a:pt x="454899" y="422971"/>
                    <a:pt x="463666" y="401817"/>
                    <a:pt x="463673" y="379330"/>
                  </a:cubicBezTo>
                  <a:lnTo>
                    <a:pt x="463673" y="11974"/>
                  </a:lnTo>
                  <a:cubicBezTo>
                    <a:pt x="463673" y="5364"/>
                    <a:pt x="458308" y="0"/>
                    <a:pt x="451698" y="0"/>
                  </a:cubicBezTo>
                  <a:close/>
                </a:path>
              </a:pathLst>
            </a:custGeom>
            <a:grpFill/>
            <a:ln w="0" cap="flat">
              <a:noFill/>
              <a:prstDash val="solid"/>
              <a:miter/>
            </a:ln>
          </p:spPr>
          <p:txBody>
            <a:bodyPr rtlCol="0" anchor="ctr"/>
            <a:lstStyle/>
            <a:p>
              <a:endParaRPr lang="de-DE"/>
            </a:p>
          </p:txBody>
        </p:sp>
      </p:grpSp>
      <p:grpSp>
        <p:nvGrpSpPr>
          <p:cNvPr id="24" name="Grafik 13">
            <a:extLst>
              <a:ext uri="{FF2B5EF4-FFF2-40B4-BE49-F238E27FC236}">
                <a16:creationId xmlns:a16="http://schemas.microsoft.com/office/drawing/2014/main" id="{8664FF68-0576-FA3C-E402-54265A4D5C79}"/>
              </a:ext>
            </a:extLst>
          </p:cNvPr>
          <p:cNvGrpSpPr/>
          <p:nvPr/>
        </p:nvGrpSpPr>
        <p:grpSpPr>
          <a:xfrm>
            <a:off x="8331830" y="2469649"/>
            <a:ext cx="522118" cy="585555"/>
            <a:chOff x="11582839" y="1653415"/>
            <a:chExt cx="626909" cy="703078"/>
          </a:xfrm>
          <a:solidFill>
            <a:schemeClr val="tx1"/>
          </a:solidFill>
        </p:grpSpPr>
        <p:sp>
          <p:nvSpPr>
            <p:cNvPr id="25" name="Freihandform 24">
              <a:extLst>
                <a:ext uri="{FF2B5EF4-FFF2-40B4-BE49-F238E27FC236}">
                  <a16:creationId xmlns:a16="http://schemas.microsoft.com/office/drawing/2014/main" id="{39EBBFA9-DE8E-84FE-C545-7E3E63232725}"/>
                </a:ext>
              </a:extLst>
            </p:cNvPr>
            <p:cNvSpPr/>
            <p:nvPr/>
          </p:nvSpPr>
          <p:spPr>
            <a:xfrm>
              <a:off x="11582839" y="1653415"/>
              <a:ext cx="626909" cy="336631"/>
            </a:xfrm>
            <a:custGeom>
              <a:avLst/>
              <a:gdLst>
                <a:gd name="connsiteX0" fmla="*/ 20987 w 626909"/>
                <a:gd name="connsiteY0" fmla="*/ 190655 h 336631"/>
                <a:gd name="connsiteX1" fmla="*/ 271907 w 626909"/>
                <a:gd name="connsiteY1" fmla="*/ 326837 h 336631"/>
                <a:gd name="connsiteX2" fmla="*/ 311514 w 626909"/>
                <a:gd name="connsiteY2" fmla="*/ 336568 h 336631"/>
                <a:gd name="connsiteX3" fmla="*/ 313279 w 626909"/>
                <a:gd name="connsiteY3" fmla="*/ 336632 h 336631"/>
                <a:gd name="connsiteX4" fmla="*/ 355346 w 626909"/>
                <a:gd name="connsiteY4" fmla="*/ 326677 h 336631"/>
                <a:gd name="connsiteX5" fmla="*/ 605938 w 626909"/>
                <a:gd name="connsiteY5" fmla="*/ 190703 h 336631"/>
                <a:gd name="connsiteX6" fmla="*/ 626904 w 626909"/>
                <a:gd name="connsiteY6" fmla="*/ 160609 h 336631"/>
                <a:gd name="connsiteX7" fmla="*/ 604093 w 626909"/>
                <a:gd name="connsiteY7" fmla="*/ 130914 h 336631"/>
                <a:gd name="connsiteX8" fmla="*/ 356424 w 626909"/>
                <a:gd name="connsiteY8" fmla="*/ 8701 h 336631"/>
                <a:gd name="connsiteX9" fmla="*/ 355666 w 626909"/>
                <a:gd name="connsiteY9" fmla="*/ 8358 h 336631"/>
                <a:gd name="connsiteX10" fmla="*/ 271364 w 626909"/>
                <a:gd name="connsiteY10" fmla="*/ 8358 h 336631"/>
                <a:gd name="connsiteX11" fmla="*/ 270613 w 626909"/>
                <a:gd name="connsiteY11" fmla="*/ 8693 h 336631"/>
                <a:gd name="connsiteX12" fmla="*/ 22864 w 626909"/>
                <a:gd name="connsiteY12" fmla="*/ 130850 h 336631"/>
                <a:gd name="connsiteX13" fmla="*/ 6 w 626909"/>
                <a:gd name="connsiteY13" fmla="*/ 160553 h 336631"/>
                <a:gd name="connsiteX14" fmla="*/ 21004 w 626909"/>
                <a:gd name="connsiteY14" fmla="*/ 190655 h 336631"/>
                <a:gd name="connsiteX15" fmla="*/ 33418 w 626909"/>
                <a:gd name="connsiteY15" fmla="*/ 152339 h 336631"/>
                <a:gd name="connsiteX16" fmla="*/ 280809 w 626909"/>
                <a:gd name="connsiteY16" fmla="*/ 30366 h 336631"/>
                <a:gd name="connsiteX17" fmla="*/ 346181 w 626909"/>
                <a:gd name="connsiteY17" fmla="*/ 30366 h 336631"/>
                <a:gd name="connsiteX18" fmla="*/ 593498 w 626909"/>
                <a:gd name="connsiteY18" fmla="*/ 152395 h 336631"/>
                <a:gd name="connsiteX19" fmla="*/ 602944 w 626909"/>
                <a:gd name="connsiteY19" fmla="*/ 161120 h 336631"/>
                <a:gd name="connsiteX20" fmla="*/ 594481 w 626909"/>
                <a:gd name="connsiteY20" fmla="*/ 169653 h 336631"/>
                <a:gd name="connsiteX21" fmla="*/ 344305 w 626909"/>
                <a:gd name="connsiteY21" fmla="*/ 305420 h 336631"/>
                <a:gd name="connsiteX22" fmla="*/ 314948 w 626909"/>
                <a:gd name="connsiteY22" fmla="*/ 312660 h 336631"/>
                <a:gd name="connsiteX23" fmla="*/ 314238 w 626909"/>
                <a:gd name="connsiteY23" fmla="*/ 312636 h 336631"/>
                <a:gd name="connsiteX24" fmla="*/ 314150 w 626909"/>
                <a:gd name="connsiteY24" fmla="*/ 312636 h 336631"/>
                <a:gd name="connsiteX25" fmla="*/ 282925 w 626909"/>
                <a:gd name="connsiteY25" fmla="*/ 305572 h 336631"/>
                <a:gd name="connsiteX26" fmla="*/ 32429 w 626909"/>
                <a:gd name="connsiteY26" fmla="*/ 169613 h 336631"/>
                <a:gd name="connsiteX27" fmla="*/ 23934 w 626909"/>
                <a:gd name="connsiteY27" fmla="*/ 161064 h 336631"/>
                <a:gd name="connsiteX28" fmla="*/ 33418 w 626909"/>
                <a:gd name="connsiteY28" fmla="*/ 152339 h 336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26909" h="336631">
                  <a:moveTo>
                    <a:pt x="20987" y="190655"/>
                  </a:moveTo>
                  <a:lnTo>
                    <a:pt x="271907" y="326837"/>
                  </a:lnTo>
                  <a:cubicBezTo>
                    <a:pt x="284186" y="332912"/>
                    <a:pt x="297822" y="336257"/>
                    <a:pt x="311514" y="336568"/>
                  </a:cubicBezTo>
                  <a:cubicBezTo>
                    <a:pt x="312090" y="336624"/>
                    <a:pt x="312665" y="336632"/>
                    <a:pt x="313279" y="336632"/>
                  </a:cubicBezTo>
                  <a:cubicBezTo>
                    <a:pt x="327658" y="336632"/>
                    <a:pt x="342054" y="333263"/>
                    <a:pt x="355346" y="326677"/>
                  </a:cubicBezTo>
                  <a:lnTo>
                    <a:pt x="605938" y="190703"/>
                  </a:lnTo>
                  <a:cubicBezTo>
                    <a:pt x="624516" y="180565"/>
                    <a:pt x="627047" y="167506"/>
                    <a:pt x="626904" y="160609"/>
                  </a:cubicBezTo>
                  <a:cubicBezTo>
                    <a:pt x="626744" y="153624"/>
                    <a:pt x="623582" y="140485"/>
                    <a:pt x="604093" y="130914"/>
                  </a:cubicBezTo>
                  <a:lnTo>
                    <a:pt x="356424" y="8701"/>
                  </a:lnTo>
                  <a:cubicBezTo>
                    <a:pt x="356176" y="8573"/>
                    <a:pt x="355929" y="8461"/>
                    <a:pt x="355666" y="8358"/>
                  </a:cubicBezTo>
                  <a:cubicBezTo>
                    <a:pt x="328488" y="-2786"/>
                    <a:pt x="298548" y="-2786"/>
                    <a:pt x="271364" y="8358"/>
                  </a:cubicBezTo>
                  <a:cubicBezTo>
                    <a:pt x="271108" y="8461"/>
                    <a:pt x="270860" y="8573"/>
                    <a:pt x="270613" y="8693"/>
                  </a:cubicBezTo>
                  <a:lnTo>
                    <a:pt x="22864" y="130850"/>
                  </a:lnTo>
                  <a:cubicBezTo>
                    <a:pt x="3328" y="140421"/>
                    <a:pt x="158" y="153568"/>
                    <a:pt x="6" y="160553"/>
                  </a:cubicBezTo>
                  <a:cubicBezTo>
                    <a:pt x="-146" y="167442"/>
                    <a:pt x="2385" y="180517"/>
                    <a:pt x="21004" y="190655"/>
                  </a:cubicBezTo>
                  <a:close/>
                  <a:moveTo>
                    <a:pt x="33418" y="152339"/>
                  </a:moveTo>
                  <a:lnTo>
                    <a:pt x="280809" y="30366"/>
                  </a:lnTo>
                  <a:cubicBezTo>
                    <a:pt x="301910" y="21824"/>
                    <a:pt x="325088" y="21824"/>
                    <a:pt x="346181" y="30366"/>
                  </a:cubicBezTo>
                  <a:lnTo>
                    <a:pt x="593498" y="152395"/>
                  </a:lnTo>
                  <a:cubicBezTo>
                    <a:pt x="599926" y="155548"/>
                    <a:pt x="602904" y="159132"/>
                    <a:pt x="602944" y="161120"/>
                  </a:cubicBezTo>
                  <a:cubicBezTo>
                    <a:pt x="602984" y="162987"/>
                    <a:pt x="600349" y="166460"/>
                    <a:pt x="594481" y="169653"/>
                  </a:cubicBezTo>
                  <a:lnTo>
                    <a:pt x="344305" y="305420"/>
                  </a:lnTo>
                  <a:cubicBezTo>
                    <a:pt x="335203" y="309922"/>
                    <a:pt x="325096" y="312413"/>
                    <a:pt x="314948" y="312660"/>
                  </a:cubicBezTo>
                  <a:cubicBezTo>
                    <a:pt x="314716" y="312644"/>
                    <a:pt x="314476" y="312636"/>
                    <a:pt x="314238" y="312636"/>
                  </a:cubicBezTo>
                  <a:lnTo>
                    <a:pt x="314150" y="312636"/>
                  </a:lnTo>
                  <a:cubicBezTo>
                    <a:pt x="303443" y="312524"/>
                    <a:pt x="292305" y="310201"/>
                    <a:pt x="282925" y="305572"/>
                  </a:cubicBezTo>
                  <a:lnTo>
                    <a:pt x="32429" y="169613"/>
                  </a:lnTo>
                  <a:cubicBezTo>
                    <a:pt x="26537" y="166404"/>
                    <a:pt x="23894" y="162932"/>
                    <a:pt x="23934" y="161064"/>
                  </a:cubicBezTo>
                  <a:cubicBezTo>
                    <a:pt x="23981" y="159076"/>
                    <a:pt x="26960" y="155508"/>
                    <a:pt x="33418" y="152339"/>
                  </a:cubicBezTo>
                  <a:close/>
                </a:path>
              </a:pathLst>
            </a:custGeom>
            <a:grpFill/>
            <a:ln w="0" cap="flat">
              <a:noFill/>
              <a:prstDash val="solid"/>
              <a:miter/>
            </a:ln>
          </p:spPr>
          <p:txBody>
            <a:bodyPr rtlCol="0" anchor="ctr"/>
            <a:lstStyle/>
            <a:p>
              <a:endParaRPr lang="de-DE"/>
            </a:p>
          </p:txBody>
        </p:sp>
        <p:sp>
          <p:nvSpPr>
            <p:cNvPr id="26" name="Freihandform 25">
              <a:extLst>
                <a:ext uri="{FF2B5EF4-FFF2-40B4-BE49-F238E27FC236}">
                  <a16:creationId xmlns:a16="http://schemas.microsoft.com/office/drawing/2014/main" id="{A4C11B37-5AFF-0BE6-46A4-95A4B3305B61}"/>
                </a:ext>
              </a:extLst>
            </p:cNvPr>
            <p:cNvSpPr/>
            <p:nvPr/>
          </p:nvSpPr>
          <p:spPr>
            <a:xfrm>
              <a:off x="11583158" y="1996610"/>
              <a:ext cx="626437" cy="176675"/>
            </a:xfrm>
            <a:custGeom>
              <a:avLst/>
              <a:gdLst>
                <a:gd name="connsiteX0" fmla="*/ 608731 w 626437"/>
                <a:gd name="connsiteY0" fmla="*/ 1458 h 176675"/>
                <a:gd name="connsiteX1" fmla="*/ 344096 w 626437"/>
                <a:gd name="connsiteY1" fmla="*/ 145440 h 176675"/>
                <a:gd name="connsiteX2" fmla="*/ 313279 w 626437"/>
                <a:gd name="connsiteY2" fmla="*/ 152720 h 176675"/>
                <a:gd name="connsiteX3" fmla="*/ 313048 w 626437"/>
                <a:gd name="connsiteY3" fmla="*/ 152720 h 176675"/>
                <a:gd name="connsiteX4" fmla="*/ 282700 w 626437"/>
                <a:gd name="connsiteY4" fmla="*/ 145663 h 176675"/>
                <a:gd name="connsiteX5" fmla="*/ 17698 w 626437"/>
                <a:gd name="connsiteY5" fmla="*/ 1458 h 176675"/>
                <a:gd name="connsiteX6" fmla="*/ 1459 w 626437"/>
                <a:gd name="connsiteY6" fmla="*/ 6256 h 176675"/>
                <a:gd name="connsiteX7" fmla="*/ 6257 w 626437"/>
                <a:gd name="connsiteY7" fmla="*/ 22493 h 176675"/>
                <a:gd name="connsiteX8" fmla="*/ 271690 w 626437"/>
                <a:gd name="connsiteY8" fmla="*/ 166929 h 176675"/>
                <a:gd name="connsiteX9" fmla="*/ 311865 w 626437"/>
                <a:gd name="connsiteY9" fmla="*/ 176659 h 176675"/>
                <a:gd name="connsiteX10" fmla="*/ 312871 w 626437"/>
                <a:gd name="connsiteY10" fmla="*/ 176675 h 176675"/>
                <a:gd name="connsiteX11" fmla="*/ 313510 w 626437"/>
                <a:gd name="connsiteY11" fmla="*/ 176675 h 176675"/>
                <a:gd name="connsiteX12" fmla="*/ 314612 w 626437"/>
                <a:gd name="connsiteY12" fmla="*/ 176659 h 176675"/>
                <a:gd name="connsiteX13" fmla="*/ 355123 w 626437"/>
                <a:gd name="connsiteY13" fmla="*/ 166705 h 176675"/>
                <a:gd name="connsiteX14" fmla="*/ 620181 w 626437"/>
                <a:gd name="connsiteY14" fmla="*/ 22500 h 176675"/>
                <a:gd name="connsiteX15" fmla="*/ 624979 w 626437"/>
                <a:gd name="connsiteY15" fmla="*/ 6264 h 176675"/>
                <a:gd name="connsiteX16" fmla="*/ 608740 w 626437"/>
                <a:gd name="connsiteY16" fmla="*/ 1467 h 176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26437" h="176675">
                  <a:moveTo>
                    <a:pt x="608731" y="1458"/>
                  </a:moveTo>
                  <a:lnTo>
                    <a:pt x="344096" y="145440"/>
                  </a:lnTo>
                  <a:cubicBezTo>
                    <a:pt x="334556" y="150149"/>
                    <a:pt x="323913" y="152656"/>
                    <a:pt x="313279" y="152720"/>
                  </a:cubicBezTo>
                  <a:lnTo>
                    <a:pt x="313048" y="152720"/>
                  </a:lnTo>
                  <a:cubicBezTo>
                    <a:pt x="302421" y="152648"/>
                    <a:pt x="291818" y="150149"/>
                    <a:pt x="282700" y="145663"/>
                  </a:cubicBezTo>
                  <a:lnTo>
                    <a:pt x="17698" y="1458"/>
                  </a:lnTo>
                  <a:cubicBezTo>
                    <a:pt x="11886" y="-1703"/>
                    <a:pt x="4612" y="445"/>
                    <a:pt x="1459" y="6256"/>
                  </a:cubicBezTo>
                  <a:cubicBezTo>
                    <a:pt x="-1703" y="12067"/>
                    <a:pt x="445" y="19339"/>
                    <a:pt x="6257" y="22493"/>
                  </a:cubicBezTo>
                  <a:lnTo>
                    <a:pt x="271690" y="166929"/>
                  </a:lnTo>
                  <a:cubicBezTo>
                    <a:pt x="284137" y="173067"/>
                    <a:pt x="297981" y="176412"/>
                    <a:pt x="311865" y="176659"/>
                  </a:cubicBezTo>
                  <a:cubicBezTo>
                    <a:pt x="312185" y="176675"/>
                    <a:pt x="312520" y="176675"/>
                    <a:pt x="312871" y="176675"/>
                  </a:cubicBezTo>
                  <a:cubicBezTo>
                    <a:pt x="313071" y="176675"/>
                    <a:pt x="313303" y="176675"/>
                    <a:pt x="313510" y="176675"/>
                  </a:cubicBezTo>
                  <a:cubicBezTo>
                    <a:pt x="313878" y="176675"/>
                    <a:pt x="314245" y="176675"/>
                    <a:pt x="314612" y="176659"/>
                  </a:cubicBezTo>
                  <a:cubicBezTo>
                    <a:pt x="328464" y="176404"/>
                    <a:pt x="342300" y="173043"/>
                    <a:pt x="355123" y="166705"/>
                  </a:cubicBezTo>
                  <a:lnTo>
                    <a:pt x="620181" y="22500"/>
                  </a:lnTo>
                  <a:cubicBezTo>
                    <a:pt x="625993" y="19339"/>
                    <a:pt x="628140" y="12067"/>
                    <a:pt x="624979" y="6264"/>
                  </a:cubicBezTo>
                  <a:cubicBezTo>
                    <a:pt x="621825" y="453"/>
                    <a:pt x="614544" y="-1679"/>
                    <a:pt x="608740" y="1467"/>
                  </a:cubicBezTo>
                  <a:close/>
                </a:path>
              </a:pathLst>
            </a:custGeom>
            <a:grpFill/>
            <a:ln w="0" cap="flat">
              <a:noFill/>
              <a:prstDash val="solid"/>
              <a:miter/>
            </a:ln>
          </p:spPr>
          <p:txBody>
            <a:bodyPr rtlCol="0" anchor="ctr"/>
            <a:lstStyle/>
            <a:p>
              <a:endParaRPr lang="de-DE"/>
            </a:p>
          </p:txBody>
        </p:sp>
        <p:sp>
          <p:nvSpPr>
            <p:cNvPr id="27" name="Freihandform 26">
              <a:extLst>
                <a:ext uri="{FF2B5EF4-FFF2-40B4-BE49-F238E27FC236}">
                  <a16:creationId xmlns:a16="http://schemas.microsoft.com/office/drawing/2014/main" id="{FAD3D284-537D-D2F8-BE84-F9D74CA8E458}"/>
                </a:ext>
              </a:extLst>
            </p:cNvPr>
            <p:cNvSpPr/>
            <p:nvPr/>
          </p:nvSpPr>
          <p:spPr>
            <a:xfrm>
              <a:off x="11583055" y="2179929"/>
              <a:ext cx="626631" cy="176563"/>
            </a:xfrm>
            <a:custGeom>
              <a:avLst/>
              <a:gdLst>
                <a:gd name="connsiteX0" fmla="*/ 608924 w 626631"/>
                <a:gd name="connsiteY0" fmla="*/ 1458 h 176563"/>
                <a:gd name="connsiteX1" fmla="*/ 344192 w 626631"/>
                <a:gd name="connsiteY1" fmla="*/ 145352 h 176563"/>
                <a:gd name="connsiteX2" fmla="*/ 313462 w 626631"/>
                <a:gd name="connsiteY2" fmla="*/ 152624 h 176563"/>
                <a:gd name="connsiteX3" fmla="*/ 313047 w 626631"/>
                <a:gd name="connsiteY3" fmla="*/ 152624 h 176563"/>
                <a:gd name="connsiteX4" fmla="*/ 282796 w 626631"/>
                <a:gd name="connsiteY4" fmla="*/ 145567 h 176563"/>
                <a:gd name="connsiteX5" fmla="*/ 17698 w 626631"/>
                <a:gd name="connsiteY5" fmla="*/ 1458 h 176563"/>
                <a:gd name="connsiteX6" fmla="*/ 1459 w 626631"/>
                <a:gd name="connsiteY6" fmla="*/ 6256 h 176563"/>
                <a:gd name="connsiteX7" fmla="*/ 6257 w 626631"/>
                <a:gd name="connsiteY7" fmla="*/ 22493 h 176563"/>
                <a:gd name="connsiteX8" fmla="*/ 271771 w 626631"/>
                <a:gd name="connsiteY8" fmla="*/ 166817 h 176563"/>
                <a:gd name="connsiteX9" fmla="*/ 312001 w 626631"/>
                <a:gd name="connsiteY9" fmla="*/ 176563 h 176563"/>
                <a:gd name="connsiteX10" fmla="*/ 313015 w 626631"/>
                <a:gd name="connsiteY10" fmla="*/ 176563 h 176563"/>
                <a:gd name="connsiteX11" fmla="*/ 313558 w 626631"/>
                <a:gd name="connsiteY11" fmla="*/ 176563 h 176563"/>
                <a:gd name="connsiteX12" fmla="*/ 314668 w 626631"/>
                <a:gd name="connsiteY12" fmla="*/ 176548 h 176563"/>
                <a:gd name="connsiteX13" fmla="*/ 355218 w 626631"/>
                <a:gd name="connsiteY13" fmla="*/ 166601 h 176563"/>
                <a:gd name="connsiteX14" fmla="*/ 620372 w 626631"/>
                <a:gd name="connsiteY14" fmla="*/ 22493 h 176563"/>
                <a:gd name="connsiteX15" fmla="*/ 625178 w 626631"/>
                <a:gd name="connsiteY15" fmla="*/ 6248 h 176563"/>
                <a:gd name="connsiteX16" fmla="*/ 608931 w 626631"/>
                <a:gd name="connsiteY16" fmla="*/ 1443 h 176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26631" h="176563">
                  <a:moveTo>
                    <a:pt x="608924" y="1458"/>
                  </a:moveTo>
                  <a:lnTo>
                    <a:pt x="344192" y="145352"/>
                  </a:lnTo>
                  <a:cubicBezTo>
                    <a:pt x="334684" y="150046"/>
                    <a:pt x="324073" y="152552"/>
                    <a:pt x="313462" y="152624"/>
                  </a:cubicBezTo>
                  <a:lnTo>
                    <a:pt x="313047" y="152624"/>
                  </a:lnTo>
                  <a:cubicBezTo>
                    <a:pt x="302452" y="152544"/>
                    <a:pt x="291882" y="150046"/>
                    <a:pt x="282796" y="145567"/>
                  </a:cubicBezTo>
                  <a:lnTo>
                    <a:pt x="17698" y="1458"/>
                  </a:lnTo>
                  <a:cubicBezTo>
                    <a:pt x="11894" y="-1703"/>
                    <a:pt x="4605" y="445"/>
                    <a:pt x="1459" y="6256"/>
                  </a:cubicBezTo>
                  <a:cubicBezTo>
                    <a:pt x="-1703" y="12075"/>
                    <a:pt x="445" y="19340"/>
                    <a:pt x="6257" y="22493"/>
                  </a:cubicBezTo>
                  <a:lnTo>
                    <a:pt x="271771" y="166817"/>
                  </a:lnTo>
                  <a:cubicBezTo>
                    <a:pt x="284233" y="172971"/>
                    <a:pt x="298094" y="176324"/>
                    <a:pt x="312001" y="176563"/>
                  </a:cubicBezTo>
                  <a:cubicBezTo>
                    <a:pt x="312329" y="176563"/>
                    <a:pt x="312672" y="176563"/>
                    <a:pt x="313015" y="176563"/>
                  </a:cubicBezTo>
                  <a:cubicBezTo>
                    <a:pt x="313199" y="176563"/>
                    <a:pt x="313390" y="176563"/>
                    <a:pt x="313558" y="176563"/>
                  </a:cubicBezTo>
                  <a:cubicBezTo>
                    <a:pt x="313925" y="176563"/>
                    <a:pt x="314300" y="176563"/>
                    <a:pt x="314668" y="176548"/>
                  </a:cubicBezTo>
                  <a:cubicBezTo>
                    <a:pt x="328536" y="176308"/>
                    <a:pt x="342388" y="172940"/>
                    <a:pt x="355218" y="166601"/>
                  </a:cubicBezTo>
                  <a:lnTo>
                    <a:pt x="620372" y="22493"/>
                  </a:lnTo>
                  <a:cubicBezTo>
                    <a:pt x="626185" y="19331"/>
                    <a:pt x="628332" y="12059"/>
                    <a:pt x="625178" y="6248"/>
                  </a:cubicBezTo>
                  <a:cubicBezTo>
                    <a:pt x="622016" y="437"/>
                    <a:pt x="614735" y="-1678"/>
                    <a:pt x="608931" y="1443"/>
                  </a:cubicBezTo>
                  <a:close/>
                </a:path>
              </a:pathLst>
            </a:custGeom>
            <a:grpFill/>
            <a:ln w="0" cap="flat">
              <a:noFill/>
              <a:prstDash val="solid"/>
              <a:miter/>
            </a:ln>
          </p:spPr>
          <p:txBody>
            <a:bodyPr rtlCol="0" anchor="ctr"/>
            <a:lstStyle/>
            <a:p>
              <a:endParaRPr lang="de-DE"/>
            </a:p>
          </p:txBody>
        </p:sp>
      </p:grpSp>
      <p:sp>
        <p:nvSpPr>
          <p:cNvPr id="28" name="Freihandform 27">
            <a:extLst>
              <a:ext uri="{FF2B5EF4-FFF2-40B4-BE49-F238E27FC236}">
                <a16:creationId xmlns:a16="http://schemas.microsoft.com/office/drawing/2014/main" id="{CF9A6876-7B29-068D-5277-9526800BC9D5}"/>
              </a:ext>
            </a:extLst>
          </p:cNvPr>
          <p:cNvSpPr/>
          <p:nvPr/>
        </p:nvSpPr>
        <p:spPr>
          <a:xfrm>
            <a:off x="9569444" y="2458846"/>
            <a:ext cx="543778" cy="607161"/>
          </a:xfrm>
          <a:custGeom>
            <a:avLst/>
            <a:gdLst>
              <a:gd name="connsiteX0" fmla="*/ 652836 w 652916"/>
              <a:gd name="connsiteY0" fmla="*/ 166938 h 729020"/>
              <a:gd name="connsiteX1" fmla="*/ 652861 w 652916"/>
              <a:gd name="connsiteY1" fmla="*/ 166235 h 729020"/>
              <a:gd name="connsiteX2" fmla="*/ 629420 w 652916"/>
              <a:gd name="connsiteY2" fmla="*/ 135774 h 729020"/>
              <a:gd name="connsiteX3" fmla="*/ 371875 w 652916"/>
              <a:gd name="connsiteY3" fmla="*/ 8876 h 729020"/>
              <a:gd name="connsiteX4" fmla="*/ 327516 w 652916"/>
              <a:gd name="connsiteY4" fmla="*/ 103 h 729020"/>
              <a:gd name="connsiteX5" fmla="*/ 326574 w 652916"/>
              <a:gd name="connsiteY5" fmla="*/ 175 h 729020"/>
              <a:gd name="connsiteX6" fmla="*/ 325488 w 652916"/>
              <a:gd name="connsiteY6" fmla="*/ 87 h 729020"/>
              <a:gd name="connsiteX7" fmla="*/ 280746 w 652916"/>
              <a:gd name="connsiteY7" fmla="*/ 9011 h 729020"/>
              <a:gd name="connsiteX8" fmla="*/ 23520 w 652916"/>
              <a:gd name="connsiteY8" fmla="*/ 135750 h 729020"/>
              <a:gd name="connsiteX9" fmla="*/ 40 w 652916"/>
              <a:gd name="connsiteY9" fmla="*/ 166291 h 729020"/>
              <a:gd name="connsiteX10" fmla="*/ 63 w 652916"/>
              <a:gd name="connsiteY10" fmla="*/ 167066 h 729020"/>
              <a:gd name="connsiteX11" fmla="*/ 0 w 652916"/>
              <a:gd name="connsiteY11" fmla="*/ 167720 h 729020"/>
              <a:gd name="connsiteX12" fmla="*/ 0 w 652916"/>
              <a:gd name="connsiteY12" fmla="*/ 547386 h 729020"/>
              <a:gd name="connsiteX13" fmla="*/ 112 w 652916"/>
              <a:gd name="connsiteY13" fmla="*/ 548990 h 729020"/>
              <a:gd name="connsiteX14" fmla="*/ 22235 w 652916"/>
              <a:gd name="connsiteY14" fmla="*/ 577815 h 729020"/>
              <a:gd name="connsiteX15" fmla="*/ 282096 w 652916"/>
              <a:gd name="connsiteY15" fmla="*/ 718851 h 729020"/>
              <a:gd name="connsiteX16" fmla="*/ 324547 w 652916"/>
              <a:gd name="connsiteY16" fmla="*/ 728933 h 729020"/>
              <a:gd name="connsiteX17" fmla="*/ 325400 w 652916"/>
              <a:gd name="connsiteY17" fmla="*/ 729021 h 729020"/>
              <a:gd name="connsiteX18" fmla="*/ 326463 w 652916"/>
              <a:gd name="connsiteY18" fmla="*/ 728917 h 729020"/>
              <a:gd name="connsiteX19" fmla="*/ 327524 w 652916"/>
              <a:gd name="connsiteY19" fmla="*/ 729021 h 729020"/>
              <a:gd name="connsiteX20" fmla="*/ 328386 w 652916"/>
              <a:gd name="connsiteY20" fmla="*/ 728933 h 729020"/>
              <a:gd name="connsiteX21" fmla="*/ 371292 w 652916"/>
              <a:gd name="connsiteY21" fmla="*/ 718667 h 729020"/>
              <a:gd name="connsiteX22" fmla="*/ 630673 w 652916"/>
              <a:gd name="connsiteY22" fmla="*/ 577823 h 729020"/>
              <a:gd name="connsiteX23" fmla="*/ 652813 w 652916"/>
              <a:gd name="connsiteY23" fmla="*/ 548942 h 729020"/>
              <a:gd name="connsiteX24" fmla="*/ 652916 w 652916"/>
              <a:gd name="connsiteY24" fmla="*/ 547386 h 729020"/>
              <a:gd name="connsiteX25" fmla="*/ 652916 w 652916"/>
              <a:gd name="connsiteY25" fmla="*/ 167720 h 729020"/>
              <a:gd name="connsiteX26" fmla="*/ 652836 w 652916"/>
              <a:gd name="connsiteY26" fmla="*/ 166938 h 729020"/>
              <a:gd name="connsiteX27" fmla="*/ 34107 w 652916"/>
              <a:gd name="connsiteY27" fmla="*/ 157239 h 729020"/>
              <a:gd name="connsiteX28" fmla="*/ 291013 w 652916"/>
              <a:gd name="connsiteY28" fmla="*/ 30652 h 729020"/>
              <a:gd name="connsiteX29" fmla="*/ 321936 w 652916"/>
              <a:gd name="connsiteY29" fmla="*/ 23971 h 729020"/>
              <a:gd name="connsiteX30" fmla="*/ 324626 w 652916"/>
              <a:gd name="connsiteY30" fmla="*/ 24019 h 729020"/>
              <a:gd name="connsiteX31" fmla="*/ 326455 w 652916"/>
              <a:gd name="connsiteY31" fmla="*/ 23947 h 729020"/>
              <a:gd name="connsiteX32" fmla="*/ 328419 w 652916"/>
              <a:gd name="connsiteY32" fmla="*/ 24035 h 729020"/>
              <a:gd name="connsiteX33" fmla="*/ 361631 w 652916"/>
              <a:gd name="connsiteY33" fmla="*/ 30516 h 729020"/>
              <a:gd name="connsiteX34" fmla="*/ 618866 w 652916"/>
              <a:gd name="connsiteY34" fmla="*/ 157271 h 729020"/>
              <a:gd name="connsiteX35" fmla="*/ 628925 w 652916"/>
              <a:gd name="connsiteY35" fmla="*/ 166746 h 729020"/>
              <a:gd name="connsiteX36" fmla="*/ 619839 w 652916"/>
              <a:gd name="connsiteY36" fmla="*/ 176038 h 729020"/>
              <a:gd name="connsiteX37" fmla="*/ 360170 w 652916"/>
              <a:gd name="connsiteY37" fmla="*/ 316978 h 729020"/>
              <a:gd name="connsiteX38" fmla="*/ 327213 w 652916"/>
              <a:gd name="connsiteY38" fmla="*/ 324577 h 729020"/>
              <a:gd name="connsiteX39" fmla="*/ 325664 w 652916"/>
              <a:gd name="connsiteY39" fmla="*/ 324577 h 729020"/>
              <a:gd name="connsiteX40" fmla="*/ 293129 w 652916"/>
              <a:gd name="connsiteY40" fmla="*/ 317161 h 729020"/>
              <a:gd name="connsiteX41" fmla="*/ 33029 w 652916"/>
              <a:gd name="connsiteY41" fmla="*/ 176006 h 729020"/>
              <a:gd name="connsiteX42" fmla="*/ 24007 w 652916"/>
              <a:gd name="connsiteY42" fmla="*/ 166770 h 729020"/>
              <a:gd name="connsiteX43" fmla="*/ 34123 w 652916"/>
              <a:gd name="connsiteY43" fmla="*/ 157247 h 729020"/>
              <a:gd name="connsiteX44" fmla="*/ 33085 w 652916"/>
              <a:gd name="connsiteY44" fmla="*/ 556454 h 729020"/>
              <a:gd name="connsiteX45" fmla="*/ 31744 w 652916"/>
              <a:gd name="connsiteY45" fmla="*/ 555831 h 729020"/>
              <a:gd name="connsiteX46" fmla="*/ 23960 w 652916"/>
              <a:gd name="connsiteY46" fmla="*/ 546452 h 729020"/>
              <a:gd name="connsiteX47" fmla="*/ 23960 w 652916"/>
              <a:gd name="connsiteY47" fmla="*/ 198341 h 729020"/>
              <a:gd name="connsiteX48" fmla="*/ 282024 w 652916"/>
              <a:gd name="connsiteY48" fmla="*/ 338379 h 729020"/>
              <a:gd name="connsiteX49" fmla="*/ 313424 w 652916"/>
              <a:gd name="connsiteY49" fmla="*/ 347814 h 729020"/>
              <a:gd name="connsiteX50" fmla="*/ 313424 w 652916"/>
              <a:gd name="connsiteY50" fmla="*/ 703971 h 729020"/>
              <a:gd name="connsiteX51" fmla="*/ 293169 w 652916"/>
              <a:gd name="connsiteY51" fmla="*/ 697625 h 729020"/>
              <a:gd name="connsiteX52" fmla="*/ 33085 w 652916"/>
              <a:gd name="connsiteY52" fmla="*/ 556454 h 729020"/>
              <a:gd name="connsiteX53" fmla="*/ 621213 w 652916"/>
              <a:gd name="connsiteY53" fmla="*/ 555815 h 729020"/>
              <a:gd name="connsiteX54" fmla="*/ 619839 w 652916"/>
              <a:gd name="connsiteY54" fmla="*/ 556454 h 729020"/>
              <a:gd name="connsiteX55" fmla="*/ 360227 w 652916"/>
              <a:gd name="connsiteY55" fmla="*/ 697426 h 729020"/>
              <a:gd name="connsiteX56" fmla="*/ 339492 w 652916"/>
              <a:gd name="connsiteY56" fmla="*/ 703963 h 729020"/>
              <a:gd name="connsiteX57" fmla="*/ 339492 w 652916"/>
              <a:gd name="connsiteY57" fmla="*/ 347766 h 729020"/>
              <a:gd name="connsiteX58" fmla="*/ 371220 w 652916"/>
              <a:gd name="connsiteY58" fmla="*/ 338195 h 729020"/>
              <a:gd name="connsiteX59" fmla="*/ 628957 w 652916"/>
              <a:gd name="connsiteY59" fmla="*/ 198309 h 729020"/>
              <a:gd name="connsiteX60" fmla="*/ 628957 w 652916"/>
              <a:gd name="connsiteY60" fmla="*/ 546476 h 729020"/>
              <a:gd name="connsiteX61" fmla="*/ 621205 w 652916"/>
              <a:gd name="connsiteY61" fmla="*/ 555815 h 729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52916" h="729020">
                <a:moveTo>
                  <a:pt x="652836" y="166938"/>
                </a:moveTo>
                <a:cubicBezTo>
                  <a:pt x="652836" y="166714"/>
                  <a:pt x="652869" y="166443"/>
                  <a:pt x="652861" y="166235"/>
                </a:cubicBezTo>
                <a:cubicBezTo>
                  <a:pt x="652718" y="159083"/>
                  <a:pt x="649476" y="145601"/>
                  <a:pt x="629420" y="135774"/>
                </a:cubicBezTo>
                <a:lnTo>
                  <a:pt x="371875" y="8876"/>
                </a:lnTo>
                <a:cubicBezTo>
                  <a:pt x="358046" y="2577"/>
                  <a:pt x="342741" y="-432"/>
                  <a:pt x="327516" y="103"/>
                </a:cubicBezTo>
                <a:cubicBezTo>
                  <a:pt x="327196" y="119"/>
                  <a:pt x="326886" y="143"/>
                  <a:pt x="326574" y="175"/>
                </a:cubicBezTo>
                <a:cubicBezTo>
                  <a:pt x="326215" y="135"/>
                  <a:pt x="325855" y="103"/>
                  <a:pt x="325488" y="87"/>
                </a:cubicBezTo>
                <a:cubicBezTo>
                  <a:pt x="310350" y="-576"/>
                  <a:pt x="294926" y="2562"/>
                  <a:pt x="280746" y="9011"/>
                </a:cubicBezTo>
                <a:lnTo>
                  <a:pt x="23520" y="135750"/>
                </a:lnTo>
                <a:cubicBezTo>
                  <a:pt x="3417" y="145617"/>
                  <a:pt x="175" y="159123"/>
                  <a:pt x="40" y="166291"/>
                </a:cubicBezTo>
                <a:cubicBezTo>
                  <a:pt x="40" y="166523"/>
                  <a:pt x="63" y="166818"/>
                  <a:pt x="63" y="167066"/>
                </a:cubicBezTo>
                <a:cubicBezTo>
                  <a:pt x="56" y="167289"/>
                  <a:pt x="0" y="167497"/>
                  <a:pt x="0" y="167720"/>
                </a:cubicBezTo>
                <a:lnTo>
                  <a:pt x="0" y="547386"/>
                </a:lnTo>
                <a:cubicBezTo>
                  <a:pt x="0" y="547921"/>
                  <a:pt x="40" y="548456"/>
                  <a:pt x="112" y="548990"/>
                </a:cubicBezTo>
                <a:cubicBezTo>
                  <a:pt x="1852" y="561842"/>
                  <a:pt x="10291" y="572818"/>
                  <a:pt x="22235" y="577815"/>
                </a:cubicBezTo>
                <a:lnTo>
                  <a:pt x="282096" y="718851"/>
                </a:lnTo>
                <a:cubicBezTo>
                  <a:pt x="295221" y="725396"/>
                  <a:pt x="309872" y="728869"/>
                  <a:pt x="324547" y="728933"/>
                </a:cubicBezTo>
                <a:cubicBezTo>
                  <a:pt x="324834" y="728957"/>
                  <a:pt x="325113" y="729021"/>
                  <a:pt x="325400" y="729021"/>
                </a:cubicBezTo>
                <a:cubicBezTo>
                  <a:pt x="325760" y="729021"/>
                  <a:pt x="326103" y="728949"/>
                  <a:pt x="326463" y="728917"/>
                </a:cubicBezTo>
                <a:cubicBezTo>
                  <a:pt x="326813" y="728949"/>
                  <a:pt x="327156" y="729021"/>
                  <a:pt x="327524" y="729021"/>
                </a:cubicBezTo>
                <a:cubicBezTo>
                  <a:pt x="327819" y="729021"/>
                  <a:pt x="328091" y="728957"/>
                  <a:pt x="328386" y="728933"/>
                </a:cubicBezTo>
                <a:cubicBezTo>
                  <a:pt x="343077" y="728869"/>
                  <a:pt x="357775" y="725404"/>
                  <a:pt x="371292" y="718667"/>
                </a:cubicBezTo>
                <a:lnTo>
                  <a:pt x="630673" y="577823"/>
                </a:lnTo>
                <a:cubicBezTo>
                  <a:pt x="642666" y="572842"/>
                  <a:pt x="651128" y="561842"/>
                  <a:pt x="652813" y="548942"/>
                </a:cubicBezTo>
                <a:cubicBezTo>
                  <a:pt x="652885" y="548431"/>
                  <a:pt x="652916" y="547905"/>
                  <a:pt x="652916" y="547386"/>
                </a:cubicBezTo>
                <a:lnTo>
                  <a:pt x="652916" y="167720"/>
                </a:lnTo>
                <a:cubicBezTo>
                  <a:pt x="652916" y="167449"/>
                  <a:pt x="652853" y="167201"/>
                  <a:pt x="652836" y="166938"/>
                </a:cubicBezTo>
                <a:close/>
                <a:moveTo>
                  <a:pt x="34107" y="157239"/>
                </a:moveTo>
                <a:lnTo>
                  <a:pt x="291013" y="30652"/>
                </a:lnTo>
                <a:cubicBezTo>
                  <a:pt x="300675" y="26262"/>
                  <a:pt x="311309" y="23971"/>
                  <a:pt x="321936" y="23971"/>
                </a:cubicBezTo>
                <a:cubicBezTo>
                  <a:pt x="322829" y="23971"/>
                  <a:pt x="323732" y="23987"/>
                  <a:pt x="324626" y="24019"/>
                </a:cubicBezTo>
                <a:cubicBezTo>
                  <a:pt x="325240" y="24051"/>
                  <a:pt x="325855" y="24019"/>
                  <a:pt x="326455" y="23947"/>
                </a:cubicBezTo>
                <a:cubicBezTo>
                  <a:pt x="327101" y="24027"/>
                  <a:pt x="327748" y="24066"/>
                  <a:pt x="328419" y="24035"/>
                </a:cubicBezTo>
                <a:cubicBezTo>
                  <a:pt x="339812" y="23675"/>
                  <a:pt x="351483" y="25895"/>
                  <a:pt x="361631" y="30516"/>
                </a:cubicBezTo>
                <a:lnTo>
                  <a:pt x="618866" y="157271"/>
                </a:lnTo>
                <a:cubicBezTo>
                  <a:pt x="625747" y="160648"/>
                  <a:pt x="628877" y="164455"/>
                  <a:pt x="628925" y="166746"/>
                </a:cubicBezTo>
                <a:cubicBezTo>
                  <a:pt x="628973" y="168902"/>
                  <a:pt x="626178" y="172598"/>
                  <a:pt x="619839" y="176038"/>
                </a:cubicBezTo>
                <a:lnTo>
                  <a:pt x="360170" y="316978"/>
                </a:lnTo>
                <a:cubicBezTo>
                  <a:pt x="350023" y="322047"/>
                  <a:pt x="338574" y="324705"/>
                  <a:pt x="327213" y="324577"/>
                </a:cubicBezTo>
                <a:lnTo>
                  <a:pt x="325664" y="324577"/>
                </a:lnTo>
                <a:cubicBezTo>
                  <a:pt x="314039" y="324737"/>
                  <a:pt x="302934" y="322079"/>
                  <a:pt x="293129" y="317161"/>
                </a:cubicBezTo>
                <a:lnTo>
                  <a:pt x="33029" y="176006"/>
                </a:lnTo>
                <a:cubicBezTo>
                  <a:pt x="26738" y="172606"/>
                  <a:pt x="23967" y="168910"/>
                  <a:pt x="24007" y="166770"/>
                </a:cubicBezTo>
                <a:cubicBezTo>
                  <a:pt x="24055" y="164479"/>
                  <a:pt x="27193" y="160640"/>
                  <a:pt x="34123" y="157247"/>
                </a:cubicBezTo>
                <a:close/>
                <a:moveTo>
                  <a:pt x="33085" y="556454"/>
                </a:moveTo>
                <a:cubicBezTo>
                  <a:pt x="32646" y="556223"/>
                  <a:pt x="32207" y="556007"/>
                  <a:pt x="31744" y="555831"/>
                </a:cubicBezTo>
                <a:cubicBezTo>
                  <a:pt x="27696" y="554251"/>
                  <a:pt x="24766" y="550683"/>
                  <a:pt x="23960" y="546452"/>
                </a:cubicBezTo>
                <a:lnTo>
                  <a:pt x="23960" y="198341"/>
                </a:lnTo>
                <a:lnTo>
                  <a:pt x="282024" y="338379"/>
                </a:lnTo>
                <a:cubicBezTo>
                  <a:pt x="291860" y="343312"/>
                  <a:pt x="302559" y="346497"/>
                  <a:pt x="313424" y="347814"/>
                </a:cubicBezTo>
                <a:lnTo>
                  <a:pt x="313424" y="703971"/>
                </a:lnTo>
                <a:cubicBezTo>
                  <a:pt x="306311" y="702822"/>
                  <a:pt x="299405" y="700738"/>
                  <a:pt x="293169" y="697625"/>
                </a:cubicBezTo>
                <a:lnTo>
                  <a:pt x="33085" y="556454"/>
                </a:lnTo>
                <a:close/>
                <a:moveTo>
                  <a:pt x="621213" y="555815"/>
                </a:moveTo>
                <a:cubicBezTo>
                  <a:pt x="620742" y="555999"/>
                  <a:pt x="620287" y="556214"/>
                  <a:pt x="619839" y="556454"/>
                </a:cubicBezTo>
                <a:lnTo>
                  <a:pt x="360227" y="697426"/>
                </a:lnTo>
                <a:cubicBezTo>
                  <a:pt x="353711" y="700667"/>
                  <a:pt x="346678" y="702798"/>
                  <a:pt x="339492" y="703963"/>
                </a:cubicBezTo>
                <a:lnTo>
                  <a:pt x="339492" y="347766"/>
                </a:lnTo>
                <a:cubicBezTo>
                  <a:pt x="350390" y="346425"/>
                  <a:pt x="361137" y="343232"/>
                  <a:pt x="371220" y="338195"/>
                </a:cubicBezTo>
                <a:lnTo>
                  <a:pt x="628957" y="198309"/>
                </a:lnTo>
                <a:lnTo>
                  <a:pt x="628957" y="546476"/>
                </a:lnTo>
                <a:cubicBezTo>
                  <a:pt x="628174" y="550698"/>
                  <a:pt x="625252" y="554251"/>
                  <a:pt x="621205" y="555815"/>
                </a:cubicBezTo>
                <a:close/>
              </a:path>
            </a:pathLst>
          </a:custGeom>
          <a:solidFill>
            <a:schemeClr val="tx1"/>
          </a:solidFill>
          <a:ln w="0" cap="flat">
            <a:noFill/>
            <a:prstDash val="solid"/>
            <a:miter/>
          </a:ln>
        </p:spPr>
        <p:txBody>
          <a:bodyPr rtlCol="0" anchor="ctr"/>
          <a:lstStyle/>
          <a:p>
            <a:endParaRPr lang="de-DE"/>
          </a:p>
        </p:txBody>
      </p:sp>
      <p:grpSp>
        <p:nvGrpSpPr>
          <p:cNvPr id="29" name="Grafik 13">
            <a:extLst>
              <a:ext uri="{FF2B5EF4-FFF2-40B4-BE49-F238E27FC236}">
                <a16:creationId xmlns:a16="http://schemas.microsoft.com/office/drawing/2014/main" id="{61280970-7BDE-B0DE-71F7-51DA690B9105}"/>
              </a:ext>
            </a:extLst>
          </p:cNvPr>
          <p:cNvGrpSpPr/>
          <p:nvPr/>
        </p:nvGrpSpPr>
        <p:grpSpPr>
          <a:xfrm>
            <a:off x="4556152" y="3389128"/>
            <a:ext cx="582810" cy="582689"/>
            <a:chOff x="6672823" y="3271036"/>
            <a:chExt cx="699782" cy="699637"/>
          </a:xfrm>
          <a:solidFill>
            <a:schemeClr val="tx1"/>
          </a:solidFill>
        </p:grpSpPr>
        <p:sp>
          <p:nvSpPr>
            <p:cNvPr id="30" name="Freihandform 29">
              <a:extLst>
                <a:ext uri="{FF2B5EF4-FFF2-40B4-BE49-F238E27FC236}">
                  <a16:creationId xmlns:a16="http://schemas.microsoft.com/office/drawing/2014/main" id="{3513CE17-1E6C-74BC-C656-3AD8D7028B67}"/>
                </a:ext>
              </a:extLst>
            </p:cNvPr>
            <p:cNvSpPr/>
            <p:nvPr/>
          </p:nvSpPr>
          <p:spPr>
            <a:xfrm>
              <a:off x="7079340" y="3271036"/>
              <a:ext cx="293265" cy="293206"/>
            </a:xfrm>
            <a:custGeom>
              <a:avLst/>
              <a:gdLst>
                <a:gd name="connsiteX0" fmla="*/ 250344 w 293265"/>
                <a:gd name="connsiteY0" fmla="*/ 42954 h 293206"/>
                <a:gd name="connsiteX1" fmla="*/ 146681 w 293265"/>
                <a:gd name="connsiteY1" fmla="*/ 0 h 293206"/>
                <a:gd name="connsiteX2" fmla="*/ 146633 w 293265"/>
                <a:gd name="connsiteY2" fmla="*/ 0 h 293206"/>
                <a:gd name="connsiteX3" fmla="*/ 0 w 293265"/>
                <a:gd name="connsiteY3" fmla="*/ 146560 h 293206"/>
                <a:gd name="connsiteX4" fmla="*/ 146585 w 293265"/>
                <a:gd name="connsiteY4" fmla="*/ 293207 h 293206"/>
                <a:gd name="connsiteX5" fmla="*/ 146633 w 293265"/>
                <a:gd name="connsiteY5" fmla="*/ 293207 h 293206"/>
                <a:gd name="connsiteX6" fmla="*/ 293265 w 293265"/>
                <a:gd name="connsiteY6" fmla="*/ 146647 h 293206"/>
                <a:gd name="connsiteX7" fmla="*/ 293265 w 293265"/>
                <a:gd name="connsiteY7" fmla="*/ 146608 h 293206"/>
                <a:gd name="connsiteX8" fmla="*/ 250344 w 293265"/>
                <a:gd name="connsiteY8" fmla="*/ 42954 h 293206"/>
                <a:gd name="connsiteX9" fmla="*/ 269314 w 293265"/>
                <a:gd name="connsiteY9" fmla="*/ 146655 h 293206"/>
                <a:gd name="connsiteX10" fmla="*/ 233354 w 293265"/>
                <a:gd name="connsiteY10" fmla="*/ 233370 h 293206"/>
                <a:gd name="connsiteX11" fmla="*/ 146633 w 293265"/>
                <a:gd name="connsiteY11" fmla="*/ 269267 h 293206"/>
                <a:gd name="connsiteX12" fmla="*/ 146593 w 293265"/>
                <a:gd name="connsiteY12" fmla="*/ 269267 h 293206"/>
                <a:gd name="connsiteX13" fmla="*/ 23952 w 293265"/>
                <a:gd name="connsiteY13" fmla="*/ 146568 h 293206"/>
                <a:gd name="connsiteX14" fmla="*/ 146648 w 293265"/>
                <a:gd name="connsiteY14" fmla="*/ 23956 h 293206"/>
                <a:gd name="connsiteX15" fmla="*/ 146688 w 293265"/>
                <a:gd name="connsiteY15" fmla="*/ 23956 h 293206"/>
                <a:gd name="connsiteX16" fmla="*/ 269314 w 293265"/>
                <a:gd name="connsiteY16" fmla="*/ 146615 h 293206"/>
                <a:gd name="connsiteX17" fmla="*/ 269314 w 293265"/>
                <a:gd name="connsiteY17" fmla="*/ 146655 h 29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93265" h="293206">
                  <a:moveTo>
                    <a:pt x="250344" y="42954"/>
                  </a:moveTo>
                  <a:cubicBezTo>
                    <a:pt x="222664" y="15263"/>
                    <a:pt x="185842" y="8"/>
                    <a:pt x="146681" y="0"/>
                  </a:cubicBezTo>
                  <a:lnTo>
                    <a:pt x="146633" y="0"/>
                  </a:lnTo>
                  <a:cubicBezTo>
                    <a:pt x="65804" y="0"/>
                    <a:pt x="32" y="65736"/>
                    <a:pt x="0" y="146560"/>
                  </a:cubicBezTo>
                  <a:cubicBezTo>
                    <a:pt x="-24" y="227391"/>
                    <a:pt x="65732" y="293183"/>
                    <a:pt x="146585" y="293207"/>
                  </a:cubicBezTo>
                  <a:lnTo>
                    <a:pt x="146633" y="293207"/>
                  </a:lnTo>
                  <a:cubicBezTo>
                    <a:pt x="227462" y="293207"/>
                    <a:pt x="293234" y="227470"/>
                    <a:pt x="293265" y="146647"/>
                  </a:cubicBezTo>
                  <a:lnTo>
                    <a:pt x="293265" y="146608"/>
                  </a:lnTo>
                  <a:cubicBezTo>
                    <a:pt x="293265" y="107453"/>
                    <a:pt x="278032" y="70637"/>
                    <a:pt x="250344" y="42954"/>
                  </a:cubicBezTo>
                  <a:close/>
                  <a:moveTo>
                    <a:pt x="269314" y="146655"/>
                  </a:moveTo>
                  <a:cubicBezTo>
                    <a:pt x="269306" y="179416"/>
                    <a:pt x="256531" y="210212"/>
                    <a:pt x="233354" y="233370"/>
                  </a:cubicBezTo>
                  <a:cubicBezTo>
                    <a:pt x="210185" y="256519"/>
                    <a:pt x="179391" y="269267"/>
                    <a:pt x="146633" y="269267"/>
                  </a:cubicBezTo>
                  <a:lnTo>
                    <a:pt x="146593" y="269267"/>
                  </a:lnTo>
                  <a:cubicBezTo>
                    <a:pt x="78945" y="269243"/>
                    <a:pt x="23928" y="214212"/>
                    <a:pt x="23952" y="146568"/>
                  </a:cubicBezTo>
                  <a:cubicBezTo>
                    <a:pt x="23968" y="78947"/>
                    <a:pt x="79009" y="23956"/>
                    <a:pt x="146648" y="23956"/>
                  </a:cubicBezTo>
                  <a:lnTo>
                    <a:pt x="146688" y="23956"/>
                  </a:lnTo>
                  <a:cubicBezTo>
                    <a:pt x="214320" y="23972"/>
                    <a:pt x="269330" y="78995"/>
                    <a:pt x="269314" y="146615"/>
                  </a:cubicBezTo>
                  <a:lnTo>
                    <a:pt x="269314" y="146655"/>
                  </a:lnTo>
                  <a:close/>
                </a:path>
              </a:pathLst>
            </a:custGeom>
            <a:grpFill/>
            <a:ln w="0" cap="flat">
              <a:noFill/>
              <a:prstDash val="solid"/>
              <a:miter/>
            </a:ln>
          </p:spPr>
          <p:txBody>
            <a:bodyPr rtlCol="0" anchor="ctr"/>
            <a:lstStyle/>
            <a:p>
              <a:endParaRPr lang="de-DE"/>
            </a:p>
          </p:txBody>
        </p:sp>
        <p:sp>
          <p:nvSpPr>
            <p:cNvPr id="31" name="Freihandform 30">
              <a:extLst>
                <a:ext uri="{FF2B5EF4-FFF2-40B4-BE49-F238E27FC236}">
                  <a16:creationId xmlns:a16="http://schemas.microsoft.com/office/drawing/2014/main" id="{C476761B-AEFC-CEC8-2354-44714F54B154}"/>
                </a:ext>
              </a:extLst>
            </p:cNvPr>
            <p:cNvSpPr/>
            <p:nvPr/>
          </p:nvSpPr>
          <p:spPr>
            <a:xfrm>
              <a:off x="6672823" y="3322564"/>
              <a:ext cx="648222" cy="648110"/>
            </a:xfrm>
            <a:custGeom>
              <a:avLst/>
              <a:gdLst>
                <a:gd name="connsiteX0" fmla="*/ 636255 w 648222"/>
                <a:gd name="connsiteY0" fmla="*/ 329846 h 648110"/>
                <a:gd name="connsiteX1" fmla="*/ 624279 w 648222"/>
                <a:gd name="connsiteY1" fmla="*/ 341820 h 648110"/>
                <a:gd name="connsiteX2" fmla="*/ 624279 w 648222"/>
                <a:gd name="connsiteY2" fmla="*/ 565563 h 648110"/>
                <a:gd name="connsiteX3" fmla="*/ 565709 w 648222"/>
                <a:gd name="connsiteY3" fmla="*/ 624163 h 648110"/>
                <a:gd name="connsiteX4" fmla="*/ 82586 w 648222"/>
                <a:gd name="connsiteY4" fmla="*/ 624163 h 648110"/>
                <a:gd name="connsiteX5" fmla="*/ 23960 w 648222"/>
                <a:gd name="connsiteY5" fmla="*/ 565563 h 648110"/>
                <a:gd name="connsiteX6" fmla="*/ 23960 w 648222"/>
                <a:gd name="connsiteY6" fmla="*/ 82523 h 648110"/>
                <a:gd name="connsiteX7" fmla="*/ 82562 w 648222"/>
                <a:gd name="connsiteY7" fmla="*/ 23948 h 648110"/>
                <a:gd name="connsiteX8" fmla="*/ 306367 w 648222"/>
                <a:gd name="connsiteY8" fmla="*/ 23948 h 648110"/>
                <a:gd name="connsiteX9" fmla="*/ 318343 w 648222"/>
                <a:gd name="connsiteY9" fmla="*/ 11974 h 648110"/>
                <a:gd name="connsiteX10" fmla="*/ 306367 w 648222"/>
                <a:gd name="connsiteY10" fmla="*/ 0 h 648110"/>
                <a:gd name="connsiteX11" fmla="*/ 82554 w 648222"/>
                <a:gd name="connsiteY11" fmla="*/ 0 h 648110"/>
                <a:gd name="connsiteX12" fmla="*/ 0 w 648222"/>
                <a:gd name="connsiteY12" fmla="*/ 82555 h 648110"/>
                <a:gd name="connsiteX13" fmla="*/ 0 w 648222"/>
                <a:gd name="connsiteY13" fmla="*/ 565571 h 648110"/>
                <a:gd name="connsiteX14" fmla="*/ 82570 w 648222"/>
                <a:gd name="connsiteY14" fmla="*/ 648110 h 648110"/>
                <a:gd name="connsiteX15" fmla="*/ 565709 w 648222"/>
                <a:gd name="connsiteY15" fmla="*/ 648110 h 648110"/>
                <a:gd name="connsiteX16" fmla="*/ 648222 w 648222"/>
                <a:gd name="connsiteY16" fmla="*/ 565563 h 648110"/>
                <a:gd name="connsiteX17" fmla="*/ 648222 w 648222"/>
                <a:gd name="connsiteY17" fmla="*/ 341820 h 648110"/>
                <a:gd name="connsiteX18" fmla="*/ 636246 w 648222"/>
                <a:gd name="connsiteY18" fmla="*/ 329846 h 648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48222" h="648110">
                  <a:moveTo>
                    <a:pt x="636255" y="329846"/>
                  </a:moveTo>
                  <a:cubicBezTo>
                    <a:pt x="629636" y="329846"/>
                    <a:pt x="624279" y="335211"/>
                    <a:pt x="624279" y="341820"/>
                  </a:cubicBezTo>
                  <a:lnTo>
                    <a:pt x="624279" y="565563"/>
                  </a:lnTo>
                  <a:cubicBezTo>
                    <a:pt x="624279" y="597844"/>
                    <a:pt x="597996" y="624139"/>
                    <a:pt x="565709" y="624163"/>
                  </a:cubicBezTo>
                  <a:lnTo>
                    <a:pt x="82586" y="624163"/>
                  </a:lnTo>
                  <a:cubicBezTo>
                    <a:pt x="50283" y="624147"/>
                    <a:pt x="23984" y="597852"/>
                    <a:pt x="23960" y="565563"/>
                  </a:cubicBezTo>
                  <a:lnTo>
                    <a:pt x="23960" y="82523"/>
                  </a:lnTo>
                  <a:cubicBezTo>
                    <a:pt x="23960" y="50226"/>
                    <a:pt x="50251" y="23948"/>
                    <a:pt x="82562" y="23948"/>
                  </a:cubicBezTo>
                  <a:lnTo>
                    <a:pt x="306367" y="23948"/>
                  </a:lnTo>
                  <a:cubicBezTo>
                    <a:pt x="312986" y="23948"/>
                    <a:pt x="318343" y="18583"/>
                    <a:pt x="318343" y="11974"/>
                  </a:cubicBezTo>
                  <a:cubicBezTo>
                    <a:pt x="318343" y="5364"/>
                    <a:pt x="312986" y="0"/>
                    <a:pt x="306367" y="0"/>
                  </a:cubicBezTo>
                  <a:lnTo>
                    <a:pt x="82554" y="0"/>
                  </a:lnTo>
                  <a:cubicBezTo>
                    <a:pt x="37046" y="0"/>
                    <a:pt x="8" y="37023"/>
                    <a:pt x="0" y="82555"/>
                  </a:cubicBezTo>
                  <a:lnTo>
                    <a:pt x="0" y="565571"/>
                  </a:lnTo>
                  <a:cubicBezTo>
                    <a:pt x="24" y="611055"/>
                    <a:pt x="37062" y="648078"/>
                    <a:pt x="82570" y="648110"/>
                  </a:cubicBezTo>
                  <a:lnTo>
                    <a:pt x="565709" y="648110"/>
                  </a:lnTo>
                  <a:cubicBezTo>
                    <a:pt x="611201" y="648070"/>
                    <a:pt x="648214" y="611039"/>
                    <a:pt x="648222" y="565563"/>
                  </a:cubicBezTo>
                  <a:lnTo>
                    <a:pt x="648222" y="341820"/>
                  </a:lnTo>
                  <a:cubicBezTo>
                    <a:pt x="648222" y="335211"/>
                    <a:pt x="642865" y="329846"/>
                    <a:pt x="636246" y="329846"/>
                  </a:cubicBezTo>
                  <a:close/>
                </a:path>
              </a:pathLst>
            </a:custGeom>
            <a:grpFill/>
            <a:ln w="0" cap="flat">
              <a:noFill/>
              <a:prstDash val="solid"/>
              <a:miter/>
            </a:ln>
          </p:spPr>
          <p:txBody>
            <a:bodyPr rtlCol="0" anchor="ctr"/>
            <a:lstStyle/>
            <a:p>
              <a:endParaRPr lang="de-DE"/>
            </a:p>
          </p:txBody>
        </p:sp>
      </p:grpSp>
      <p:grpSp>
        <p:nvGrpSpPr>
          <p:cNvPr id="32" name="Grafik 13">
            <a:extLst>
              <a:ext uri="{FF2B5EF4-FFF2-40B4-BE49-F238E27FC236}">
                <a16:creationId xmlns:a16="http://schemas.microsoft.com/office/drawing/2014/main" id="{7B02F526-EECE-B868-6A63-74057565B1E0}"/>
              </a:ext>
            </a:extLst>
          </p:cNvPr>
          <p:cNvGrpSpPr/>
          <p:nvPr/>
        </p:nvGrpSpPr>
        <p:grpSpPr>
          <a:xfrm>
            <a:off x="2080738" y="2492555"/>
            <a:ext cx="539862" cy="539742"/>
            <a:chOff x="3375496" y="1664846"/>
            <a:chExt cx="648214" cy="648070"/>
          </a:xfrm>
          <a:solidFill>
            <a:schemeClr val="tx1"/>
          </a:solidFill>
        </p:grpSpPr>
        <p:sp>
          <p:nvSpPr>
            <p:cNvPr id="33" name="Freihandform 32">
              <a:extLst>
                <a:ext uri="{FF2B5EF4-FFF2-40B4-BE49-F238E27FC236}">
                  <a16:creationId xmlns:a16="http://schemas.microsoft.com/office/drawing/2014/main" id="{765BCF22-8CF8-9185-1AD8-A9020A23EC10}"/>
                </a:ext>
              </a:extLst>
            </p:cNvPr>
            <p:cNvSpPr/>
            <p:nvPr/>
          </p:nvSpPr>
          <p:spPr>
            <a:xfrm>
              <a:off x="3375496" y="1664846"/>
              <a:ext cx="648214" cy="648070"/>
            </a:xfrm>
            <a:custGeom>
              <a:avLst/>
              <a:gdLst>
                <a:gd name="connsiteX0" fmla="*/ 636239 w 648214"/>
                <a:gd name="connsiteY0" fmla="*/ 364275 h 648070"/>
                <a:gd name="connsiteX1" fmla="*/ 624263 w 648214"/>
                <a:gd name="connsiteY1" fmla="*/ 376249 h 648070"/>
                <a:gd name="connsiteX2" fmla="*/ 624263 w 648214"/>
                <a:gd name="connsiteY2" fmla="*/ 565571 h 648070"/>
                <a:gd name="connsiteX3" fmla="*/ 565669 w 648214"/>
                <a:gd name="connsiteY3" fmla="*/ 624123 h 648070"/>
                <a:gd name="connsiteX4" fmla="*/ 82450 w 648214"/>
                <a:gd name="connsiteY4" fmla="*/ 624123 h 648070"/>
                <a:gd name="connsiteX5" fmla="*/ 41069 w 648214"/>
                <a:gd name="connsiteY5" fmla="*/ 606960 h 648070"/>
                <a:gd name="connsiteX6" fmla="*/ 23952 w 648214"/>
                <a:gd name="connsiteY6" fmla="*/ 565563 h 648070"/>
                <a:gd name="connsiteX7" fmla="*/ 23952 w 648214"/>
                <a:gd name="connsiteY7" fmla="*/ 82484 h 648070"/>
                <a:gd name="connsiteX8" fmla="*/ 82514 w 648214"/>
                <a:gd name="connsiteY8" fmla="*/ 23948 h 648070"/>
                <a:gd name="connsiteX9" fmla="*/ 271837 w 648214"/>
                <a:gd name="connsiteY9" fmla="*/ 23948 h 648070"/>
                <a:gd name="connsiteX10" fmla="*/ 283812 w 648214"/>
                <a:gd name="connsiteY10" fmla="*/ 11974 h 648070"/>
                <a:gd name="connsiteX11" fmla="*/ 271837 w 648214"/>
                <a:gd name="connsiteY11" fmla="*/ 0 h 648070"/>
                <a:gd name="connsiteX12" fmla="*/ 82506 w 648214"/>
                <a:gd name="connsiteY12" fmla="*/ 0 h 648070"/>
                <a:gd name="connsiteX13" fmla="*/ 0 w 648214"/>
                <a:gd name="connsiteY13" fmla="*/ 82539 h 648070"/>
                <a:gd name="connsiteX14" fmla="*/ 0 w 648214"/>
                <a:gd name="connsiteY14" fmla="*/ 565555 h 648070"/>
                <a:gd name="connsiteX15" fmla="*/ 24119 w 648214"/>
                <a:gd name="connsiteY15" fmla="*/ 623883 h 648070"/>
                <a:gd name="connsiteX16" fmla="*/ 82522 w 648214"/>
                <a:gd name="connsiteY16" fmla="*/ 648070 h 648070"/>
                <a:gd name="connsiteX17" fmla="*/ 565669 w 648214"/>
                <a:gd name="connsiteY17" fmla="*/ 648070 h 648070"/>
                <a:gd name="connsiteX18" fmla="*/ 624015 w 648214"/>
                <a:gd name="connsiteY18" fmla="*/ 623923 h 648070"/>
                <a:gd name="connsiteX19" fmla="*/ 648214 w 648214"/>
                <a:gd name="connsiteY19" fmla="*/ 565563 h 648070"/>
                <a:gd name="connsiteX20" fmla="*/ 648214 w 648214"/>
                <a:gd name="connsiteY20" fmla="*/ 376249 h 648070"/>
                <a:gd name="connsiteX21" fmla="*/ 636239 w 648214"/>
                <a:gd name="connsiteY21" fmla="*/ 364275 h 648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48214" h="648070">
                  <a:moveTo>
                    <a:pt x="636239" y="364275"/>
                  </a:moveTo>
                  <a:cubicBezTo>
                    <a:pt x="629620" y="364275"/>
                    <a:pt x="624263" y="369639"/>
                    <a:pt x="624263" y="376249"/>
                  </a:cubicBezTo>
                  <a:lnTo>
                    <a:pt x="624263" y="565571"/>
                  </a:lnTo>
                  <a:cubicBezTo>
                    <a:pt x="624255" y="597860"/>
                    <a:pt x="597972" y="624123"/>
                    <a:pt x="565669" y="624123"/>
                  </a:cubicBezTo>
                  <a:lnTo>
                    <a:pt x="82450" y="624123"/>
                  </a:lnTo>
                  <a:cubicBezTo>
                    <a:pt x="66817" y="624123"/>
                    <a:pt x="52119" y="618016"/>
                    <a:pt x="41069" y="606960"/>
                  </a:cubicBezTo>
                  <a:cubicBezTo>
                    <a:pt x="30020" y="595905"/>
                    <a:pt x="23944" y="581201"/>
                    <a:pt x="23952" y="565563"/>
                  </a:cubicBezTo>
                  <a:lnTo>
                    <a:pt x="23952" y="82484"/>
                  </a:lnTo>
                  <a:cubicBezTo>
                    <a:pt x="23952" y="50202"/>
                    <a:pt x="50227" y="23948"/>
                    <a:pt x="82514" y="23948"/>
                  </a:cubicBezTo>
                  <a:lnTo>
                    <a:pt x="271837" y="23948"/>
                  </a:lnTo>
                  <a:cubicBezTo>
                    <a:pt x="278455" y="23948"/>
                    <a:pt x="283812" y="18583"/>
                    <a:pt x="283812" y="11974"/>
                  </a:cubicBezTo>
                  <a:cubicBezTo>
                    <a:pt x="283812" y="5364"/>
                    <a:pt x="278455" y="0"/>
                    <a:pt x="271837" y="0"/>
                  </a:cubicBezTo>
                  <a:lnTo>
                    <a:pt x="82506" y="0"/>
                  </a:lnTo>
                  <a:cubicBezTo>
                    <a:pt x="37022" y="0"/>
                    <a:pt x="8" y="36999"/>
                    <a:pt x="0" y="82539"/>
                  </a:cubicBezTo>
                  <a:lnTo>
                    <a:pt x="0" y="565555"/>
                  </a:lnTo>
                  <a:cubicBezTo>
                    <a:pt x="-8" y="587587"/>
                    <a:pt x="8551" y="608293"/>
                    <a:pt x="24119" y="623883"/>
                  </a:cubicBezTo>
                  <a:cubicBezTo>
                    <a:pt x="39688" y="639473"/>
                    <a:pt x="60398" y="648054"/>
                    <a:pt x="82522" y="648070"/>
                  </a:cubicBezTo>
                  <a:lnTo>
                    <a:pt x="565669" y="648070"/>
                  </a:lnTo>
                  <a:cubicBezTo>
                    <a:pt x="587704" y="648070"/>
                    <a:pt x="608422" y="639497"/>
                    <a:pt x="624015" y="623923"/>
                  </a:cubicBezTo>
                  <a:cubicBezTo>
                    <a:pt x="639608" y="608341"/>
                    <a:pt x="648206" y="587619"/>
                    <a:pt x="648214" y="565563"/>
                  </a:cubicBezTo>
                  <a:lnTo>
                    <a:pt x="648214" y="376249"/>
                  </a:lnTo>
                  <a:cubicBezTo>
                    <a:pt x="648214" y="369639"/>
                    <a:pt x="642857" y="364275"/>
                    <a:pt x="636239" y="364275"/>
                  </a:cubicBezTo>
                  <a:close/>
                </a:path>
              </a:pathLst>
            </a:custGeom>
            <a:grpFill/>
            <a:ln w="0" cap="flat">
              <a:noFill/>
              <a:prstDash val="solid"/>
              <a:miter/>
            </a:ln>
          </p:spPr>
          <p:txBody>
            <a:bodyPr rtlCol="0" anchor="ctr"/>
            <a:lstStyle/>
            <a:p>
              <a:endParaRPr lang="de-DE"/>
            </a:p>
          </p:txBody>
        </p:sp>
        <p:sp>
          <p:nvSpPr>
            <p:cNvPr id="34" name="Freihandform 33">
              <a:extLst>
                <a:ext uri="{FF2B5EF4-FFF2-40B4-BE49-F238E27FC236}">
                  <a16:creationId xmlns:a16="http://schemas.microsoft.com/office/drawing/2014/main" id="{4E90CDAD-7F65-4A1E-16B8-C12E8B2AF9ED}"/>
                </a:ext>
              </a:extLst>
            </p:cNvPr>
            <p:cNvSpPr/>
            <p:nvPr/>
          </p:nvSpPr>
          <p:spPr>
            <a:xfrm>
              <a:off x="3728549" y="1664893"/>
              <a:ext cx="295145" cy="294987"/>
            </a:xfrm>
            <a:custGeom>
              <a:avLst/>
              <a:gdLst>
                <a:gd name="connsiteX0" fmla="*/ 11964 w 295145"/>
                <a:gd name="connsiteY0" fmla="*/ 294988 h 294987"/>
                <a:gd name="connsiteX1" fmla="*/ 20435 w 295145"/>
                <a:gd name="connsiteY1" fmla="*/ 291483 h 294987"/>
                <a:gd name="connsiteX2" fmla="*/ 271194 w 295145"/>
                <a:gd name="connsiteY2" fmla="*/ 40840 h 294987"/>
                <a:gd name="connsiteX3" fmla="*/ 271194 w 295145"/>
                <a:gd name="connsiteY3" fmla="*/ 176551 h 294987"/>
                <a:gd name="connsiteX4" fmla="*/ 283170 w 295145"/>
                <a:gd name="connsiteY4" fmla="*/ 188525 h 294987"/>
                <a:gd name="connsiteX5" fmla="*/ 295145 w 295145"/>
                <a:gd name="connsiteY5" fmla="*/ 176551 h 294987"/>
                <a:gd name="connsiteX6" fmla="*/ 295145 w 295145"/>
                <a:gd name="connsiteY6" fmla="*/ 11983 h 294987"/>
                <a:gd name="connsiteX7" fmla="*/ 295145 w 295145"/>
                <a:gd name="connsiteY7" fmla="*/ 11959 h 294987"/>
                <a:gd name="connsiteX8" fmla="*/ 295145 w 295145"/>
                <a:gd name="connsiteY8" fmla="*/ 11903 h 294987"/>
                <a:gd name="connsiteX9" fmla="*/ 294323 w 295145"/>
                <a:gd name="connsiteY9" fmla="*/ 7688 h 294987"/>
                <a:gd name="connsiteX10" fmla="*/ 294219 w 295145"/>
                <a:gd name="connsiteY10" fmla="*/ 7353 h 294987"/>
                <a:gd name="connsiteX11" fmla="*/ 291784 w 295145"/>
                <a:gd name="connsiteY11" fmla="*/ 3689 h 294987"/>
                <a:gd name="connsiteX12" fmla="*/ 291640 w 295145"/>
                <a:gd name="connsiteY12" fmla="*/ 3473 h 294987"/>
                <a:gd name="connsiteX13" fmla="*/ 291385 w 295145"/>
                <a:gd name="connsiteY13" fmla="*/ 3306 h 294987"/>
                <a:gd name="connsiteX14" fmla="*/ 287848 w 295145"/>
                <a:gd name="connsiteY14" fmla="*/ 951 h 294987"/>
                <a:gd name="connsiteX15" fmla="*/ 287201 w 295145"/>
                <a:gd name="connsiteY15" fmla="*/ 743 h 294987"/>
                <a:gd name="connsiteX16" fmla="*/ 283593 w 295145"/>
                <a:gd name="connsiteY16" fmla="*/ 41 h 294987"/>
                <a:gd name="connsiteX17" fmla="*/ 282978 w 295145"/>
                <a:gd name="connsiteY17" fmla="*/ 1 h 294987"/>
                <a:gd name="connsiteX18" fmla="*/ 118581 w 295145"/>
                <a:gd name="connsiteY18" fmla="*/ 1 h 294987"/>
                <a:gd name="connsiteX19" fmla="*/ 106605 w 295145"/>
                <a:gd name="connsiteY19" fmla="*/ 11975 h 294987"/>
                <a:gd name="connsiteX20" fmla="*/ 118581 w 295145"/>
                <a:gd name="connsiteY20" fmla="*/ 23949 h 294987"/>
                <a:gd name="connsiteX21" fmla="*/ 254220 w 295145"/>
                <a:gd name="connsiteY21" fmla="*/ 23949 h 294987"/>
                <a:gd name="connsiteX22" fmla="*/ 3509 w 295145"/>
                <a:gd name="connsiteY22" fmla="*/ 274552 h 294987"/>
                <a:gd name="connsiteX23" fmla="*/ 3509 w 295145"/>
                <a:gd name="connsiteY23" fmla="*/ 291483 h 294987"/>
                <a:gd name="connsiteX24" fmla="*/ 11980 w 295145"/>
                <a:gd name="connsiteY24" fmla="*/ 294988 h 294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95145" h="294987">
                  <a:moveTo>
                    <a:pt x="11964" y="294988"/>
                  </a:moveTo>
                  <a:cubicBezTo>
                    <a:pt x="15030" y="294988"/>
                    <a:pt x="18096" y="293822"/>
                    <a:pt x="20435" y="291483"/>
                  </a:cubicBezTo>
                  <a:lnTo>
                    <a:pt x="271194" y="40840"/>
                  </a:lnTo>
                  <a:lnTo>
                    <a:pt x="271194" y="176551"/>
                  </a:lnTo>
                  <a:cubicBezTo>
                    <a:pt x="271194" y="183160"/>
                    <a:pt x="276551" y="188525"/>
                    <a:pt x="283170" y="188525"/>
                  </a:cubicBezTo>
                  <a:cubicBezTo>
                    <a:pt x="289788" y="188525"/>
                    <a:pt x="295145" y="183160"/>
                    <a:pt x="295145" y="176551"/>
                  </a:cubicBezTo>
                  <a:lnTo>
                    <a:pt x="295145" y="11983"/>
                  </a:lnTo>
                  <a:cubicBezTo>
                    <a:pt x="295145" y="11983"/>
                    <a:pt x="295145" y="11967"/>
                    <a:pt x="295145" y="11959"/>
                  </a:cubicBezTo>
                  <a:cubicBezTo>
                    <a:pt x="295145" y="11935"/>
                    <a:pt x="295145" y="11919"/>
                    <a:pt x="295145" y="11903"/>
                  </a:cubicBezTo>
                  <a:cubicBezTo>
                    <a:pt x="295138" y="10418"/>
                    <a:pt x="294834" y="9005"/>
                    <a:pt x="294323" y="7688"/>
                  </a:cubicBezTo>
                  <a:cubicBezTo>
                    <a:pt x="294283" y="7576"/>
                    <a:pt x="294267" y="7465"/>
                    <a:pt x="294219" y="7353"/>
                  </a:cubicBezTo>
                  <a:cubicBezTo>
                    <a:pt x="293645" y="5980"/>
                    <a:pt x="292806" y="4742"/>
                    <a:pt x="291784" y="3689"/>
                  </a:cubicBezTo>
                  <a:cubicBezTo>
                    <a:pt x="291720" y="3625"/>
                    <a:pt x="291704" y="3537"/>
                    <a:pt x="291640" y="3473"/>
                  </a:cubicBezTo>
                  <a:cubicBezTo>
                    <a:pt x="291569" y="3401"/>
                    <a:pt x="291465" y="3378"/>
                    <a:pt x="291385" y="3306"/>
                  </a:cubicBezTo>
                  <a:cubicBezTo>
                    <a:pt x="290355" y="2332"/>
                    <a:pt x="289174" y="1518"/>
                    <a:pt x="287848" y="951"/>
                  </a:cubicBezTo>
                  <a:cubicBezTo>
                    <a:pt x="287633" y="863"/>
                    <a:pt x="287417" y="823"/>
                    <a:pt x="287201" y="743"/>
                  </a:cubicBezTo>
                  <a:cubicBezTo>
                    <a:pt x="286068" y="336"/>
                    <a:pt x="284862" y="89"/>
                    <a:pt x="283593" y="41"/>
                  </a:cubicBezTo>
                  <a:cubicBezTo>
                    <a:pt x="283385" y="41"/>
                    <a:pt x="283186" y="-7"/>
                    <a:pt x="282978" y="1"/>
                  </a:cubicBezTo>
                  <a:lnTo>
                    <a:pt x="118581" y="1"/>
                  </a:lnTo>
                  <a:cubicBezTo>
                    <a:pt x="111962" y="1"/>
                    <a:pt x="106605" y="5365"/>
                    <a:pt x="106605" y="11975"/>
                  </a:cubicBezTo>
                  <a:cubicBezTo>
                    <a:pt x="106605" y="18584"/>
                    <a:pt x="111962" y="23949"/>
                    <a:pt x="118581" y="23949"/>
                  </a:cubicBezTo>
                  <a:lnTo>
                    <a:pt x="254220" y="23949"/>
                  </a:lnTo>
                  <a:lnTo>
                    <a:pt x="3509" y="274552"/>
                  </a:lnTo>
                  <a:cubicBezTo>
                    <a:pt x="-1170" y="279222"/>
                    <a:pt x="-1170" y="286806"/>
                    <a:pt x="3509" y="291483"/>
                  </a:cubicBezTo>
                  <a:cubicBezTo>
                    <a:pt x="5848" y="293822"/>
                    <a:pt x="8914" y="294988"/>
                    <a:pt x="11980" y="294988"/>
                  </a:cubicBezTo>
                  <a:close/>
                </a:path>
              </a:pathLst>
            </a:custGeom>
            <a:grpFill/>
            <a:ln w="0" cap="flat">
              <a:noFill/>
              <a:prstDash val="solid"/>
              <a:miter/>
            </a:ln>
          </p:spPr>
          <p:txBody>
            <a:bodyPr rtlCol="0" anchor="ctr"/>
            <a:lstStyle/>
            <a:p>
              <a:endParaRPr lang="de-DE"/>
            </a:p>
          </p:txBody>
        </p:sp>
      </p:grpSp>
      <p:grpSp>
        <p:nvGrpSpPr>
          <p:cNvPr id="35" name="Grafik 13">
            <a:extLst>
              <a:ext uri="{FF2B5EF4-FFF2-40B4-BE49-F238E27FC236}">
                <a16:creationId xmlns:a16="http://schemas.microsoft.com/office/drawing/2014/main" id="{56994A34-65EE-1A61-2E79-9A91242641BE}"/>
              </a:ext>
            </a:extLst>
          </p:cNvPr>
          <p:cNvGrpSpPr/>
          <p:nvPr/>
        </p:nvGrpSpPr>
        <p:grpSpPr>
          <a:xfrm>
            <a:off x="4579073" y="2492559"/>
            <a:ext cx="536969" cy="539735"/>
            <a:chOff x="6656902" y="1664862"/>
            <a:chExt cx="644741" cy="648062"/>
          </a:xfrm>
          <a:solidFill>
            <a:schemeClr val="tx1"/>
          </a:solidFill>
        </p:grpSpPr>
        <p:sp>
          <p:nvSpPr>
            <p:cNvPr id="36" name="Freihandform 35">
              <a:extLst>
                <a:ext uri="{FF2B5EF4-FFF2-40B4-BE49-F238E27FC236}">
                  <a16:creationId xmlns:a16="http://schemas.microsoft.com/office/drawing/2014/main" id="{B673F42C-3DC4-0EA8-7C09-032AB211E6CC}"/>
                </a:ext>
              </a:extLst>
            </p:cNvPr>
            <p:cNvSpPr/>
            <p:nvPr/>
          </p:nvSpPr>
          <p:spPr>
            <a:xfrm>
              <a:off x="7068070" y="1664870"/>
              <a:ext cx="233573" cy="233425"/>
            </a:xfrm>
            <a:custGeom>
              <a:avLst/>
              <a:gdLst>
                <a:gd name="connsiteX0" fmla="*/ 11980 w 233573"/>
                <a:gd name="connsiteY0" fmla="*/ 233425 h 233425"/>
                <a:gd name="connsiteX1" fmla="*/ 20451 w 233573"/>
                <a:gd name="connsiteY1" fmla="*/ 229921 h 233425"/>
                <a:gd name="connsiteX2" fmla="*/ 209622 w 233573"/>
                <a:gd name="connsiteY2" fmla="*/ 40871 h 233425"/>
                <a:gd name="connsiteX3" fmla="*/ 209622 w 233573"/>
                <a:gd name="connsiteY3" fmla="*/ 176582 h 233425"/>
                <a:gd name="connsiteX4" fmla="*/ 221597 w 233573"/>
                <a:gd name="connsiteY4" fmla="*/ 188556 h 233425"/>
                <a:gd name="connsiteX5" fmla="*/ 233573 w 233573"/>
                <a:gd name="connsiteY5" fmla="*/ 176582 h 233425"/>
                <a:gd name="connsiteX6" fmla="*/ 233573 w 233573"/>
                <a:gd name="connsiteY6" fmla="*/ 11982 h 233425"/>
                <a:gd name="connsiteX7" fmla="*/ 233573 w 233573"/>
                <a:gd name="connsiteY7" fmla="*/ 11982 h 233425"/>
                <a:gd name="connsiteX8" fmla="*/ 232727 w 233573"/>
                <a:gd name="connsiteY8" fmla="*/ 7615 h 233425"/>
                <a:gd name="connsiteX9" fmla="*/ 232663 w 233573"/>
                <a:gd name="connsiteY9" fmla="*/ 7424 h 233425"/>
                <a:gd name="connsiteX10" fmla="*/ 230076 w 233573"/>
                <a:gd name="connsiteY10" fmla="*/ 3528 h 233425"/>
                <a:gd name="connsiteX11" fmla="*/ 230069 w 233573"/>
                <a:gd name="connsiteY11" fmla="*/ 3512 h 233425"/>
                <a:gd name="connsiteX12" fmla="*/ 230053 w 233573"/>
                <a:gd name="connsiteY12" fmla="*/ 3504 h 233425"/>
                <a:gd name="connsiteX13" fmla="*/ 226148 w 233573"/>
                <a:gd name="connsiteY13" fmla="*/ 910 h 233425"/>
                <a:gd name="connsiteX14" fmla="*/ 225957 w 233573"/>
                <a:gd name="connsiteY14" fmla="*/ 846 h 233425"/>
                <a:gd name="connsiteX15" fmla="*/ 221597 w 233573"/>
                <a:gd name="connsiteY15" fmla="*/ 0 h 233425"/>
                <a:gd name="connsiteX16" fmla="*/ 221597 w 233573"/>
                <a:gd name="connsiteY16" fmla="*/ 0 h 233425"/>
                <a:gd name="connsiteX17" fmla="*/ 56913 w 233573"/>
                <a:gd name="connsiteY17" fmla="*/ 0 h 233425"/>
                <a:gd name="connsiteX18" fmla="*/ 44937 w 233573"/>
                <a:gd name="connsiteY18" fmla="*/ 11974 h 233425"/>
                <a:gd name="connsiteX19" fmla="*/ 56913 w 233573"/>
                <a:gd name="connsiteY19" fmla="*/ 23948 h 233425"/>
                <a:gd name="connsiteX20" fmla="*/ 192672 w 233573"/>
                <a:gd name="connsiteY20" fmla="*/ 23948 h 233425"/>
                <a:gd name="connsiteX21" fmla="*/ 3509 w 233573"/>
                <a:gd name="connsiteY21" fmla="*/ 212990 h 233425"/>
                <a:gd name="connsiteX22" fmla="*/ 3509 w 233573"/>
                <a:gd name="connsiteY22" fmla="*/ 229921 h 233425"/>
                <a:gd name="connsiteX23" fmla="*/ 11980 w 233573"/>
                <a:gd name="connsiteY23" fmla="*/ 233425 h 233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3573" h="233425">
                  <a:moveTo>
                    <a:pt x="11980" y="233425"/>
                  </a:moveTo>
                  <a:cubicBezTo>
                    <a:pt x="15046" y="233425"/>
                    <a:pt x="18111" y="232260"/>
                    <a:pt x="20451" y="229921"/>
                  </a:cubicBezTo>
                  <a:lnTo>
                    <a:pt x="209622" y="40871"/>
                  </a:lnTo>
                  <a:lnTo>
                    <a:pt x="209622" y="176582"/>
                  </a:lnTo>
                  <a:cubicBezTo>
                    <a:pt x="209622" y="183191"/>
                    <a:pt x="214979" y="188556"/>
                    <a:pt x="221597" y="188556"/>
                  </a:cubicBezTo>
                  <a:cubicBezTo>
                    <a:pt x="228216" y="188556"/>
                    <a:pt x="233573" y="183191"/>
                    <a:pt x="233573" y="176582"/>
                  </a:cubicBezTo>
                  <a:lnTo>
                    <a:pt x="233573" y="11982"/>
                  </a:lnTo>
                  <a:lnTo>
                    <a:pt x="233573" y="11982"/>
                  </a:lnTo>
                  <a:cubicBezTo>
                    <a:pt x="233573" y="10433"/>
                    <a:pt x="233254" y="8972"/>
                    <a:pt x="232727" y="7615"/>
                  </a:cubicBezTo>
                  <a:cubicBezTo>
                    <a:pt x="232703" y="7551"/>
                    <a:pt x="232695" y="7488"/>
                    <a:pt x="232663" y="7424"/>
                  </a:cubicBezTo>
                  <a:cubicBezTo>
                    <a:pt x="232056" y="5955"/>
                    <a:pt x="231178" y="4630"/>
                    <a:pt x="230076" y="3528"/>
                  </a:cubicBezTo>
                  <a:cubicBezTo>
                    <a:pt x="230076" y="3528"/>
                    <a:pt x="230076" y="3520"/>
                    <a:pt x="230069" y="3512"/>
                  </a:cubicBezTo>
                  <a:cubicBezTo>
                    <a:pt x="230069" y="3512"/>
                    <a:pt x="230060" y="3512"/>
                    <a:pt x="230053" y="3504"/>
                  </a:cubicBezTo>
                  <a:cubicBezTo>
                    <a:pt x="228943" y="2403"/>
                    <a:pt x="227618" y="1517"/>
                    <a:pt x="226148" y="910"/>
                  </a:cubicBezTo>
                  <a:cubicBezTo>
                    <a:pt x="226085" y="886"/>
                    <a:pt x="226021" y="878"/>
                    <a:pt x="225957" y="846"/>
                  </a:cubicBezTo>
                  <a:cubicBezTo>
                    <a:pt x="224600" y="311"/>
                    <a:pt x="223138" y="0"/>
                    <a:pt x="221597" y="0"/>
                  </a:cubicBezTo>
                  <a:cubicBezTo>
                    <a:pt x="221597" y="0"/>
                    <a:pt x="221597" y="0"/>
                    <a:pt x="221597" y="0"/>
                  </a:cubicBezTo>
                  <a:lnTo>
                    <a:pt x="56913" y="0"/>
                  </a:lnTo>
                  <a:cubicBezTo>
                    <a:pt x="50295" y="0"/>
                    <a:pt x="44937" y="5364"/>
                    <a:pt x="44937" y="11974"/>
                  </a:cubicBezTo>
                  <a:cubicBezTo>
                    <a:pt x="44937" y="18583"/>
                    <a:pt x="50295" y="23948"/>
                    <a:pt x="56913" y="23948"/>
                  </a:cubicBezTo>
                  <a:lnTo>
                    <a:pt x="192672" y="23948"/>
                  </a:lnTo>
                  <a:lnTo>
                    <a:pt x="3509" y="212990"/>
                  </a:lnTo>
                  <a:cubicBezTo>
                    <a:pt x="-1170" y="217660"/>
                    <a:pt x="-1170" y="225243"/>
                    <a:pt x="3509" y="229921"/>
                  </a:cubicBezTo>
                  <a:cubicBezTo>
                    <a:pt x="5848" y="232260"/>
                    <a:pt x="8914" y="233425"/>
                    <a:pt x="11980" y="233425"/>
                  </a:cubicBezTo>
                  <a:close/>
                </a:path>
              </a:pathLst>
            </a:custGeom>
            <a:grpFill/>
            <a:ln w="0" cap="flat">
              <a:noFill/>
              <a:prstDash val="solid"/>
              <a:miter/>
            </a:ln>
          </p:spPr>
          <p:txBody>
            <a:bodyPr rtlCol="0" anchor="ctr"/>
            <a:lstStyle/>
            <a:p>
              <a:endParaRPr lang="de-DE"/>
            </a:p>
          </p:txBody>
        </p:sp>
        <p:sp>
          <p:nvSpPr>
            <p:cNvPr id="37" name="Freihandform 36">
              <a:extLst>
                <a:ext uri="{FF2B5EF4-FFF2-40B4-BE49-F238E27FC236}">
                  <a16:creationId xmlns:a16="http://schemas.microsoft.com/office/drawing/2014/main" id="{BA27F38B-2EBA-9B52-D7F3-56A3854C9575}"/>
                </a:ext>
              </a:extLst>
            </p:cNvPr>
            <p:cNvSpPr/>
            <p:nvPr/>
          </p:nvSpPr>
          <p:spPr>
            <a:xfrm>
              <a:off x="6656911" y="1664862"/>
              <a:ext cx="233559" cy="233425"/>
            </a:xfrm>
            <a:custGeom>
              <a:avLst/>
              <a:gdLst>
                <a:gd name="connsiteX0" fmla="*/ 40902 w 233559"/>
                <a:gd name="connsiteY0" fmla="*/ 23948 h 233425"/>
                <a:gd name="connsiteX1" fmla="*/ 176564 w 233559"/>
                <a:gd name="connsiteY1" fmla="*/ 23948 h 233425"/>
                <a:gd name="connsiteX2" fmla="*/ 188540 w 233559"/>
                <a:gd name="connsiteY2" fmla="*/ 11974 h 233425"/>
                <a:gd name="connsiteX3" fmla="*/ 176564 w 233559"/>
                <a:gd name="connsiteY3" fmla="*/ 0 h 233425"/>
                <a:gd name="connsiteX4" fmla="*/ 11968 w 233559"/>
                <a:gd name="connsiteY4" fmla="*/ 0 h 233425"/>
                <a:gd name="connsiteX5" fmla="*/ 7577 w 233559"/>
                <a:gd name="connsiteY5" fmla="*/ 854 h 233425"/>
                <a:gd name="connsiteX6" fmla="*/ 7441 w 233559"/>
                <a:gd name="connsiteY6" fmla="*/ 894 h 233425"/>
                <a:gd name="connsiteX7" fmla="*/ 886 w 233559"/>
                <a:gd name="connsiteY7" fmla="*/ 7464 h 233425"/>
                <a:gd name="connsiteX8" fmla="*/ 886 w 233559"/>
                <a:gd name="connsiteY8" fmla="*/ 7480 h 233425"/>
                <a:gd name="connsiteX9" fmla="*/ 0 w 233559"/>
                <a:gd name="connsiteY9" fmla="*/ 11974 h 233425"/>
                <a:gd name="connsiteX10" fmla="*/ 0 w 233559"/>
                <a:gd name="connsiteY10" fmla="*/ 176582 h 233425"/>
                <a:gd name="connsiteX11" fmla="*/ 11976 w 233559"/>
                <a:gd name="connsiteY11" fmla="*/ 188556 h 233425"/>
                <a:gd name="connsiteX12" fmla="*/ 23952 w 233559"/>
                <a:gd name="connsiteY12" fmla="*/ 176582 h 233425"/>
                <a:gd name="connsiteX13" fmla="*/ 23952 w 233559"/>
                <a:gd name="connsiteY13" fmla="*/ 40855 h 233425"/>
                <a:gd name="connsiteX14" fmla="*/ 213115 w 233559"/>
                <a:gd name="connsiteY14" fmla="*/ 229921 h 233425"/>
                <a:gd name="connsiteX15" fmla="*/ 221585 w 233559"/>
                <a:gd name="connsiteY15" fmla="*/ 233425 h 233425"/>
                <a:gd name="connsiteX16" fmla="*/ 230057 w 233559"/>
                <a:gd name="connsiteY16" fmla="*/ 229921 h 233425"/>
                <a:gd name="connsiteX17" fmla="*/ 230057 w 233559"/>
                <a:gd name="connsiteY17" fmla="*/ 212990 h 233425"/>
                <a:gd name="connsiteX18" fmla="*/ 40918 w 233559"/>
                <a:gd name="connsiteY18" fmla="*/ 23948 h 233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3559" h="233425">
                  <a:moveTo>
                    <a:pt x="40902" y="23948"/>
                  </a:moveTo>
                  <a:lnTo>
                    <a:pt x="176564" y="23948"/>
                  </a:lnTo>
                  <a:cubicBezTo>
                    <a:pt x="183183" y="23948"/>
                    <a:pt x="188540" y="18583"/>
                    <a:pt x="188540" y="11974"/>
                  </a:cubicBezTo>
                  <a:cubicBezTo>
                    <a:pt x="188540" y="5364"/>
                    <a:pt x="183183" y="0"/>
                    <a:pt x="176564" y="0"/>
                  </a:cubicBezTo>
                  <a:lnTo>
                    <a:pt x="11968" y="0"/>
                  </a:lnTo>
                  <a:cubicBezTo>
                    <a:pt x="10411" y="0"/>
                    <a:pt x="8942" y="319"/>
                    <a:pt x="7577" y="854"/>
                  </a:cubicBezTo>
                  <a:cubicBezTo>
                    <a:pt x="7529" y="870"/>
                    <a:pt x="7489" y="878"/>
                    <a:pt x="7441" y="894"/>
                  </a:cubicBezTo>
                  <a:cubicBezTo>
                    <a:pt x="4463" y="2115"/>
                    <a:pt x="2100" y="4486"/>
                    <a:pt x="886" y="7464"/>
                  </a:cubicBezTo>
                  <a:cubicBezTo>
                    <a:pt x="886" y="7464"/>
                    <a:pt x="886" y="7472"/>
                    <a:pt x="886" y="7480"/>
                  </a:cubicBezTo>
                  <a:cubicBezTo>
                    <a:pt x="319" y="8869"/>
                    <a:pt x="0" y="10377"/>
                    <a:pt x="0" y="11974"/>
                  </a:cubicBezTo>
                  <a:lnTo>
                    <a:pt x="0" y="176582"/>
                  </a:lnTo>
                  <a:cubicBezTo>
                    <a:pt x="0" y="183191"/>
                    <a:pt x="5357" y="188556"/>
                    <a:pt x="11976" y="188556"/>
                  </a:cubicBezTo>
                  <a:cubicBezTo>
                    <a:pt x="18594" y="188556"/>
                    <a:pt x="23952" y="183191"/>
                    <a:pt x="23952" y="176582"/>
                  </a:cubicBezTo>
                  <a:lnTo>
                    <a:pt x="23952" y="40855"/>
                  </a:lnTo>
                  <a:lnTo>
                    <a:pt x="213115" y="229921"/>
                  </a:lnTo>
                  <a:cubicBezTo>
                    <a:pt x="215454" y="232260"/>
                    <a:pt x="218520" y="233425"/>
                    <a:pt x="221585" y="233425"/>
                  </a:cubicBezTo>
                  <a:cubicBezTo>
                    <a:pt x="224652" y="233425"/>
                    <a:pt x="227717" y="232260"/>
                    <a:pt x="230057" y="229921"/>
                  </a:cubicBezTo>
                  <a:cubicBezTo>
                    <a:pt x="234727" y="225243"/>
                    <a:pt x="234727" y="217660"/>
                    <a:pt x="230057" y="212990"/>
                  </a:cubicBezTo>
                  <a:lnTo>
                    <a:pt x="40918" y="23948"/>
                  </a:lnTo>
                  <a:close/>
                </a:path>
              </a:pathLst>
            </a:custGeom>
            <a:grpFill/>
            <a:ln w="0" cap="flat">
              <a:noFill/>
              <a:prstDash val="solid"/>
              <a:miter/>
            </a:ln>
          </p:spPr>
          <p:txBody>
            <a:bodyPr rtlCol="0" anchor="ctr"/>
            <a:lstStyle/>
            <a:p>
              <a:endParaRPr lang="de-DE"/>
            </a:p>
          </p:txBody>
        </p:sp>
        <p:sp>
          <p:nvSpPr>
            <p:cNvPr id="38" name="Freihandform 37">
              <a:extLst>
                <a:ext uri="{FF2B5EF4-FFF2-40B4-BE49-F238E27FC236}">
                  <a16:creationId xmlns:a16="http://schemas.microsoft.com/office/drawing/2014/main" id="{FA6E14B0-A53A-79E6-AEEA-ABCD5DE6BBA4}"/>
                </a:ext>
              </a:extLst>
            </p:cNvPr>
            <p:cNvSpPr/>
            <p:nvPr/>
          </p:nvSpPr>
          <p:spPr>
            <a:xfrm>
              <a:off x="6656902" y="2079495"/>
              <a:ext cx="233557" cy="233429"/>
            </a:xfrm>
            <a:custGeom>
              <a:avLst/>
              <a:gdLst>
                <a:gd name="connsiteX0" fmla="*/ 213115 w 233557"/>
                <a:gd name="connsiteY0" fmla="*/ 3500 h 233429"/>
                <a:gd name="connsiteX1" fmla="*/ 23952 w 233557"/>
                <a:gd name="connsiteY1" fmla="*/ 192567 h 233429"/>
                <a:gd name="connsiteX2" fmla="*/ 23952 w 233557"/>
                <a:gd name="connsiteY2" fmla="*/ 56855 h 233429"/>
                <a:gd name="connsiteX3" fmla="*/ 11976 w 233557"/>
                <a:gd name="connsiteY3" fmla="*/ 44882 h 233429"/>
                <a:gd name="connsiteX4" fmla="*/ 0 w 233557"/>
                <a:gd name="connsiteY4" fmla="*/ 56855 h 233429"/>
                <a:gd name="connsiteX5" fmla="*/ 0 w 233557"/>
                <a:gd name="connsiteY5" fmla="*/ 221423 h 233429"/>
                <a:gd name="connsiteX6" fmla="*/ 879 w 233557"/>
                <a:gd name="connsiteY6" fmla="*/ 225878 h 233429"/>
                <a:gd name="connsiteX7" fmla="*/ 910 w 233557"/>
                <a:gd name="connsiteY7" fmla="*/ 225974 h 233429"/>
                <a:gd name="connsiteX8" fmla="*/ 3497 w 233557"/>
                <a:gd name="connsiteY8" fmla="*/ 229877 h 233429"/>
                <a:gd name="connsiteX9" fmla="*/ 3521 w 233557"/>
                <a:gd name="connsiteY9" fmla="*/ 229917 h 233429"/>
                <a:gd name="connsiteX10" fmla="*/ 3601 w 233557"/>
                <a:gd name="connsiteY10" fmla="*/ 229965 h 233429"/>
                <a:gd name="connsiteX11" fmla="*/ 7386 w 233557"/>
                <a:gd name="connsiteY11" fmla="*/ 232479 h 233429"/>
                <a:gd name="connsiteX12" fmla="*/ 7785 w 233557"/>
                <a:gd name="connsiteY12" fmla="*/ 232607 h 233429"/>
                <a:gd name="connsiteX13" fmla="*/ 11760 w 233557"/>
                <a:gd name="connsiteY13" fmla="*/ 233381 h 233429"/>
                <a:gd name="connsiteX14" fmla="*/ 11992 w 233557"/>
                <a:gd name="connsiteY14" fmla="*/ 233429 h 233429"/>
                <a:gd name="connsiteX15" fmla="*/ 12112 w 233557"/>
                <a:gd name="connsiteY15" fmla="*/ 233405 h 233429"/>
                <a:gd name="connsiteX16" fmla="*/ 176573 w 233557"/>
                <a:gd name="connsiteY16" fmla="*/ 233405 h 233429"/>
                <a:gd name="connsiteX17" fmla="*/ 188548 w 233557"/>
                <a:gd name="connsiteY17" fmla="*/ 221432 h 233429"/>
                <a:gd name="connsiteX18" fmla="*/ 176573 w 233557"/>
                <a:gd name="connsiteY18" fmla="*/ 209458 h 233429"/>
                <a:gd name="connsiteX19" fmla="*/ 40934 w 233557"/>
                <a:gd name="connsiteY19" fmla="*/ 209458 h 233429"/>
                <a:gd name="connsiteX20" fmla="*/ 230049 w 233557"/>
                <a:gd name="connsiteY20" fmla="*/ 20439 h 233429"/>
                <a:gd name="connsiteX21" fmla="*/ 230049 w 233557"/>
                <a:gd name="connsiteY21" fmla="*/ 3508 h 233429"/>
                <a:gd name="connsiteX22" fmla="*/ 213107 w 233557"/>
                <a:gd name="connsiteY22" fmla="*/ 3508 h 23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33557" h="233429">
                  <a:moveTo>
                    <a:pt x="213115" y="3500"/>
                  </a:moveTo>
                  <a:lnTo>
                    <a:pt x="23952" y="192567"/>
                  </a:lnTo>
                  <a:lnTo>
                    <a:pt x="23952" y="56855"/>
                  </a:lnTo>
                  <a:cubicBezTo>
                    <a:pt x="23952" y="50246"/>
                    <a:pt x="18595" y="44882"/>
                    <a:pt x="11976" y="44882"/>
                  </a:cubicBezTo>
                  <a:cubicBezTo>
                    <a:pt x="5357" y="44882"/>
                    <a:pt x="0" y="50246"/>
                    <a:pt x="0" y="56855"/>
                  </a:cubicBezTo>
                  <a:lnTo>
                    <a:pt x="0" y="221423"/>
                  </a:lnTo>
                  <a:cubicBezTo>
                    <a:pt x="0" y="223004"/>
                    <a:pt x="320" y="224497"/>
                    <a:pt x="879" y="225878"/>
                  </a:cubicBezTo>
                  <a:cubicBezTo>
                    <a:pt x="894" y="225910"/>
                    <a:pt x="894" y="225942"/>
                    <a:pt x="910" y="225974"/>
                  </a:cubicBezTo>
                  <a:cubicBezTo>
                    <a:pt x="1517" y="227442"/>
                    <a:pt x="2396" y="228768"/>
                    <a:pt x="3497" y="229877"/>
                  </a:cubicBezTo>
                  <a:cubicBezTo>
                    <a:pt x="3505" y="229885"/>
                    <a:pt x="3513" y="229901"/>
                    <a:pt x="3521" y="229917"/>
                  </a:cubicBezTo>
                  <a:cubicBezTo>
                    <a:pt x="3545" y="229941"/>
                    <a:pt x="3577" y="229949"/>
                    <a:pt x="3601" y="229965"/>
                  </a:cubicBezTo>
                  <a:cubicBezTo>
                    <a:pt x="4687" y="231027"/>
                    <a:pt x="5964" y="231889"/>
                    <a:pt x="7386" y="232479"/>
                  </a:cubicBezTo>
                  <a:cubicBezTo>
                    <a:pt x="7521" y="232535"/>
                    <a:pt x="7649" y="232551"/>
                    <a:pt x="7785" y="232607"/>
                  </a:cubicBezTo>
                  <a:cubicBezTo>
                    <a:pt x="9030" y="233070"/>
                    <a:pt x="10355" y="233358"/>
                    <a:pt x="11760" y="233381"/>
                  </a:cubicBezTo>
                  <a:cubicBezTo>
                    <a:pt x="11840" y="233381"/>
                    <a:pt x="11912" y="233429"/>
                    <a:pt x="11992" y="233429"/>
                  </a:cubicBezTo>
                  <a:cubicBezTo>
                    <a:pt x="12032" y="233429"/>
                    <a:pt x="12072" y="233405"/>
                    <a:pt x="12112" y="233405"/>
                  </a:cubicBezTo>
                  <a:lnTo>
                    <a:pt x="176573" y="233405"/>
                  </a:lnTo>
                  <a:cubicBezTo>
                    <a:pt x="183191" y="233405"/>
                    <a:pt x="188548" y="228041"/>
                    <a:pt x="188548" y="221432"/>
                  </a:cubicBezTo>
                  <a:cubicBezTo>
                    <a:pt x="188548" y="214822"/>
                    <a:pt x="183191" y="209458"/>
                    <a:pt x="176573" y="209458"/>
                  </a:cubicBezTo>
                  <a:lnTo>
                    <a:pt x="40934" y="209458"/>
                  </a:lnTo>
                  <a:lnTo>
                    <a:pt x="230049" y="20439"/>
                  </a:lnTo>
                  <a:cubicBezTo>
                    <a:pt x="234727" y="15769"/>
                    <a:pt x="234727" y="8186"/>
                    <a:pt x="230049" y="3508"/>
                  </a:cubicBezTo>
                  <a:cubicBezTo>
                    <a:pt x="225370" y="-1169"/>
                    <a:pt x="217785" y="-1169"/>
                    <a:pt x="213107" y="3508"/>
                  </a:cubicBezTo>
                  <a:close/>
                </a:path>
              </a:pathLst>
            </a:custGeom>
            <a:grpFill/>
            <a:ln w="0" cap="flat">
              <a:noFill/>
              <a:prstDash val="solid"/>
              <a:miter/>
            </a:ln>
          </p:spPr>
          <p:txBody>
            <a:bodyPr rtlCol="0" anchor="ctr"/>
            <a:lstStyle/>
            <a:p>
              <a:endParaRPr lang="de-DE"/>
            </a:p>
          </p:txBody>
        </p:sp>
        <p:sp>
          <p:nvSpPr>
            <p:cNvPr id="39" name="Freihandform 38">
              <a:extLst>
                <a:ext uri="{FF2B5EF4-FFF2-40B4-BE49-F238E27FC236}">
                  <a16:creationId xmlns:a16="http://schemas.microsoft.com/office/drawing/2014/main" id="{ACB223D2-0AA2-B6DE-C162-D2F0922D48B2}"/>
                </a:ext>
              </a:extLst>
            </p:cNvPr>
            <p:cNvSpPr/>
            <p:nvPr/>
          </p:nvSpPr>
          <p:spPr>
            <a:xfrm>
              <a:off x="7068069" y="2079487"/>
              <a:ext cx="233567" cy="233429"/>
            </a:xfrm>
            <a:custGeom>
              <a:avLst/>
              <a:gdLst>
                <a:gd name="connsiteX0" fmla="*/ 232737 w 233567"/>
                <a:gd name="connsiteY0" fmla="*/ 225750 h 233429"/>
                <a:gd name="connsiteX1" fmla="*/ 233568 w 233567"/>
                <a:gd name="connsiteY1" fmla="*/ 221480 h 233429"/>
                <a:gd name="connsiteX2" fmla="*/ 233568 w 233567"/>
                <a:gd name="connsiteY2" fmla="*/ 221440 h 233429"/>
                <a:gd name="connsiteX3" fmla="*/ 233568 w 233567"/>
                <a:gd name="connsiteY3" fmla="*/ 221432 h 233429"/>
                <a:gd name="connsiteX4" fmla="*/ 233568 w 233567"/>
                <a:gd name="connsiteY4" fmla="*/ 56864 h 233429"/>
                <a:gd name="connsiteX5" fmla="*/ 221592 w 233567"/>
                <a:gd name="connsiteY5" fmla="*/ 44890 h 233429"/>
                <a:gd name="connsiteX6" fmla="*/ 209616 w 233567"/>
                <a:gd name="connsiteY6" fmla="*/ 56864 h 233429"/>
                <a:gd name="connsiteX7" fmla="*/ 209616 w 233567"/>
                <a:gd name="connsiteY7" fmla="*/ 192559 h 233429"/>
                <a:gd name="connsiteX8" fmla="*/ 20445 w 233567"/>
                <a:gd name="connsiteY8" fmla="*/ 3508 h 233429"/>
                <a:gd name="connsiteX9" fmla="*/ 3503 w 233567"/>
                <a:gd name="connsiteY9" fmla="*/ 3508 h 233429"/>
                <a:gd name="connsiteX10" fmla="*/ 3503 w 233567"/>
                <a:gd name="connsiteY10" fmla="*/ 20439 h 233429"/>
                <a:gd name="connsiteX11" fmla="*/ 192642 w 233567"/>
                <a:gd name="connsiteY11" fmla="*/ 209458 h 233429"/>
                <a:gd name="connsiteX12" fmla="*/ 56907 w 233567"/>
                <a:gd name="connsiteY12" fmla="*/ 209458 h 233429"/>
                <a:gd name="connsiteX13" fmla="*/ 44931 w 233567"/>
                <a:gd name="connsiteY13" fmla="*/ 221432 h 233429"/>
                <a:gd name="connsiteX14" fmla="*/ 56907 w 233567"/>
                <a:gd name="connsiteY14" fmla="*/ 233405 h 233429"/>
                <a:gd name="connsiteX15" fmla="*/ 221464 w 233567"/>
                <a:gd name="connsiteY15" fmla="*/ 233405 h 233429"/>
                <a:gd name="connsiteX16" fmla="*/ 221583 w 233567"/>
                <a:gd name="connsiteY16" fmla="*/ 233429 h 233429"/>
                <a:gd name="connsiteX17" fmla="*/ 221831 w 233567"/>
                <a:gd name="connsiteY17" fmla="*/ 233381 h 233429"/>
                <a:gd name="connsiteX18" fmla="*/ 225743 w 233567"/>
                <a:gd name="connsiteY18" fmla="*/ 232623 h 233429"/>
                <a:gd name="connsiteX19" fmla="*/ 226198 w 233567"/>
                <a:gd name="connsiteY19" fmla="*/ 232479 h 233429"/>
                <a:gd name="connsiteX20" fmla="*/ 229895 w 233567"/>
                <a:gd name="connsiteY20" fmla="*/ 230029 h 233429"/>
                <a:gd name="connsiteX21" fmla="*/ 230055 w 233567"/>
                <a:gd name="connsiteY21" fmla="*/ 229925 h 233429"/>
                <a:gd name="connsiteX22" fmla="*/ 230142 w 233567"/>
                <a:gd name="connsiteY22" fmla="*/ 229789 h 233429"/>
                <a:gd name="connsiteX23" fmla="*/ 232633 w 233567"/>
                <a:gd name="connsiteY23" fmla="*/ 226030 h 233429"/>
                <a:gd name="connsiteX24" fmla="*/ 232721 w 233567"/>
                <a:gd name="connsiteY24" fmla="*/ 225750 h 23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33567" h="233429">
                  <a:moveTo>
                    <a:pt x="232737" y="225750"/>
                  </a:moveTo>
                  <a:cubicBezTo>
                    <a:pt x="233256" y="224425"/>
                    <a:pt x="233559" y="222988"/>
                    <a:pt x="233568" y="221480"/>
                  </a:cubicBezTo>
                  <a:cubicBezTo>
                    <a:pt x="233568" y="221463"/>
                    <a:pt x="233568" y="221456"/>
                    <a:pt x="233568" y="221440"/>
                  </a:cubicBezTo>
                  <a:cubicBezTo>
                    <a:pt x="233568" y="221440"/>
                    <a:pt x="233568" y="221440"/>
                    <a:pt x="233568" y="221432"/>
                  </a:cubicBezTo>
                  <a:lnTo>
                    <a:pt x="233568" y="56864"/>
                  </a:lnTo>
                  <a:cubicBezTo>
                    <a:pt x="233568" y="50254"/>
                    <a:pt x="228210" y="44890"/>
                    <a:pt x="221592" y="44890"/>
                  </a:cubicBezTo>
                  <a:cubicBezTo>
                    <a:pt x="214973" y="44890"/>
                    <a:pt x="209616" y="50254"/>
                    <a:pt x="209616" y="56864"/>
                  </a:cubicBezTo>
                  <a:lnTo>
                    <a:pt x="209616" y="192559"/>
                  </a:lnTo>
                  <a:lnTo>
                    <a:pt x="20445" y="3508"/>
                  </a:lnTo>
                  <a:cubicBezTo>
                    <a:pt x="15766" y="-1169"/>
                    <a:pt x="8182" y="-1169"/>
                    <a:pt x="3503" y="3508"/>
                  </a:cubicBezTo>
                  <a:cubicBezTo>
                    <a:pt x="-1168" y="8186"/>
                    <a:pt x="-1168" y="15770"/>
                    <a:pt x="3503" y="20439"/>
                  </a:cubicBezTo>
                  <a:lnTo>
                    <a:pt x="192642" y="209458"/>
                  </a:lnTo>
                  <a:lnTo>
                    <a:pt x="56907" y="209458"/>
                  </a:lnTo>
                  <a:cubicBezTo>
                    <a:pt x="50289" y="209458"/>
                    <a:pt x="44931" y="214822"/>
                    <a:pt x="44931" y="221432"/>
                  </a:cubicBezTo>
                  <a:cubicBezTo>
                    <a:pt x="44931" y="228041"/>
                    <a:pt x="50289" y="233405"/>
                    <a:pt x="56907" y="233405"/>
                  </a:cubicBezTo>
                  <a:lnTo>
                    <a:pt x="221464" y="233405"/>
                  </a:lnTo>
                  <a:cubicBezTo>
                    <a:pt x="221504" y="233405"/>
                    <a:pt x="221544" y="233429"/>
                    <a:pt x="221583" y="233429"/>
                  </a:cubicBezTo>
                  <a:cubicBezTo>
                    <a:pt x="221672" y="233429"/>
                    <a:pt x="221751" y="233381"/>
                    <a:pt x="221831" y="233381"/>
                  </a:cubicBezTo>
                  <a:cubicBezTo>
                    <a:pt x="223212" y="233350"/>
                    <a:pt x="224522" y="233078"/>
                    <a:pt x="225743" y="232623"/>
                  </a:cubicBezTo>
                  <a:cubicBezTo>
                    <a:pt x="225895" y="232567"/>
                    <a:pt x="226047" y="232543"/>
                    <a:pt x="226198" y="232479"/>
                  </a:cubicBezTo>
                  <a:cubicBezTo>
                    <a:pt x="227587" y="231897"/>
                    <a:pt x="228825" y="231059"/>
                    <a:pt x="229895" y="230029"/>
                  </a:cubicBezTo>
                  <a:cubicBezTo>
                    <a:pt x="229943" y="229981"/>
                    <a:pt x="230007" y="229973"/>
                    <a:pt x="230055" y="229925"/>
                  </a:cubicBezTo>
                  <a:cubicBezTo>
                    <a:pt x="230095" y="229885"/>
                    <a:pt x="230102" y="229829"/>
                    <a:pt x="230142" y="229789"/>
                  </a:cubicBezTo>
                  <a:cubicBezTo>
                    <a:pt x="231196" y="228712"/>
                    <a:pt x="232051" y="227443"/>
                    <a:pt x="232633" y="226030"/>
                  </a:cubicBezTo>
                  <a:cubicBezTo>
                    <a:pt x="232673" y="225942"/>
                    <a:pt x="232681" y="225846"/>
                    <a:pt x="232721" y="225750"/>
                  </a:cubicBezTo>
                  <a:close/>
                </a:path>
              </a:pathLst>
            </a:custGeom>
            <a:grpFill/>
            <a:ln w="0" cap="flat">
              <a:noFill/>
              <a:prstDash val="solid"/>
              <a:miter/>
            </a:ln>
          </p:spPr>
          <p:txBody>
            <a:bodyPr rtlCol="0" anchor="ctr"/>
            <a:lstStyle/>
            <a:p>
              <a:endParaRPr lang="de-DE"/>
            </a:p>
          </p:txBody>
        </p:sp>
      </p:grpSp>
      <p:grpSp>
        <p:nvGrpSpPr>
          <p:cNvPr id="40" name="Grafik 13">
            <a:extLst>
              <a:ext uri="{FF2B5EF4-FFF2-40B4-BE49-F238E27FC236}">
                <a16:creationId xmlns:a16="http://schemas.microsoft.com/office/drawing/2014/main" id="{9F760571-36F1-ECAF-72FB-2FA674326718}"/>
              </a:ext>
            </a:extLst>
          </p:cNvPr>
          <p:cNvGrpSpPr/>
          <p:nvPr/>
        </p:nvGrpSpPr>
        <p:grpSpPr>
          <a:xfrm>
            <a:off x="5827530" y="2492527"/>
            <a:ext cx="536943" cy="539799"/>
            <a:chOff x="8296205" y="1664810"/>
            <a:chExt cx="644709" cy="648138"/>
          </a:xfrm>
          <a:solidFill>
            <a:schemeClr val="tx1"/>
          </a:solidFill>
        </p:grpSpPr>
        <p:sp>
          <p:nvSpPr>
            <p:cNvPr id="41" name="Freihandform 40">
              <a:extLst>
                <a:ext uri="{FF2B5EF4-FFF2-40B4-BE49-F238E27FC236}">
                  <a16:creationId xmlns:a16="http://schemas.microsoft.com/office/drawing/2014/main" id="{7962D9D4-422B-98CC-21A3-E7793916B61F}"/>
                </a:ext>
              </a:extLst>
            </p:cNvPr>
            <p:cNvSpPr/>
            <p:nvPr/>
          </p:nvSpPr>
          <p:spPr>
            <a:xfrm>
              <a:off x="8707341" y="1664810"/>
              <a:ext cx="233565" cy="233461"/>
            </a:xfrm>
            <a:custGeom>
              <a:avLst/>
              <a:gdLst>
                <a:gd name="connsiteX0" fmla="*/ 8 w 233565"/>
                <a:gd name="connsiteY0" fmla="*/ 221511 h 233461"/>
                <a:gd name="connsiteX1" fmla="*/ 838 w 233565"/>
                <a:gd name="connsiteY1" fmla="*/ 225798 h 233461"/>
                <a:gd name="connsiteX2" fmla="*/ 918 w 233565"/>
                <a:gd name="connsiteY2" fmla="*/ 226062 h 233461"/>
                <a:gd name="connsiteX3" fmla="*/ 3425 w 233565"/>
                <a:gd name="connsiteY3" fmla="*/ 229837 h 233461"/>
                <a:gd name="connsiteX4" fmla="*/ 3505 w 233565"/>
                <a:gd name="connsiteY4" fmla="*/ 229957 h 233461"/>
                <a:gd name="connsiteX5" fmla="*/ 3648 w 233565"/>
                <a:gd name="connsiteY5" fmla="*/ 230053 h 233461"/>
                <a:gd name="connsiteX6" fmla="*/ 7353 w 233565"/>
                <a:gd name="connsiteY6" fmla="*/ 232511 h 233461"/>
                <a:gd name="connsiteX7" fmla="*/ 7808 w 233565"/>
                <a:gd name="connsiteY7" fmla="*/ 232655 h 233461"/>
                <a:gd name="connsiteX8" fmla="*/ 11720 w 233565"/>
                <a:gd name="connsiteY8" fmla="*/ 233413 h 233461"/>
                <a:gd name="connsiteX9" fmla="*/ 11968 w 233565"/>
                <a:gd name="connsiteY9" fmla="*/ 233461 h 233461"/>
                <a:gd name="connsiteX10" fmla="*/ 12087 w 233565"/>
                <a:gd name="connsiteY10" fmla="*/ 233437 h 233461"/>
                <a:gd name="connsiteX11" fmla="*/ 176676 w 233565"/>
                <a:gd name="connsiteY11" fmla="*/ 233437 h 233461"/>
                <a:gd name="connsiteX12" fmla="*/ 188652 w 233565"/>
                <a:gd name="connsiteY12" fmla="*/ 221464 h 233461"/>
                <a:gd name="connsiteX13" fmla="*/ 176676 w 233565"/>
                <a:gd name="connsiteY13" fmla="*/ 209490 h 233461"/>
                <a:gd name="connsiteX14" fmla="*/ 40909 w 233565"/>
                <a:gd name="connsiteY14" fmla="*/ 209490 h 233461"/>
                <a:gd name="connsiteX15" fmla="*/ 230057 w 233565"/>
                <a:gd name="connsiteY15" fmla="*/ 20439 h 233461"/>
                <a:gd name="connsiteX16" fmla="*/ 230057 w 233565"/>
                <a:gd name="connsiteY16" fmla="*/ 3508 h 233461"/>
                <a:gd name="connsiteX17" fmla="*/ 213122 w 233565"/>
                <a:gd name="connsiteY17" fmla="*/ 3508 h 233461"/>
                <a:gd name="connsiteX18" fmla="*/ 23952 w 233565"/>
                <a:gd name="connsiteY18" fmla="*/ 192583 h 233461"/>
                <a:gd name="connsiteX19" fmla="*/ 23952 w 233565"/>
                <a:gd name="connsiteY19" fmla="*/ 56888 h 233461"/>
                <a:gd name="connsiteX20" fmla="*/ 11976 w 233565"/>
                <a:gd name="connsiteY20" fmla="*/ 44914 h 233461"/>
                <a:gd name="connsiteX21" fmla="*/ 0 w 233565"/>
                <a:gd name="connsiteY21" fmla="*/ 56888 h 233461"/>
                <a:gd name="connsiteX22" fmla="*/ 0 w 233565"/>
                <a:gd name="connsiteY22" fmla="*/ 221456 h 233461"/>
                <a:gd name="connsiteX23" fmla="*/ 0 w 233565"/>
                <a:gd name="connsiteY23" fmla="*/ 221471 h 233461"/>
                <a:gd name="connsiteX24" fmla="*/ 0 w 233565"/>
                <a:gd name="connsiteY24" fmla="*/ 221503 h 233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33565" h="233461">
                  <a:moveTo>
                    <a:pt x="8" y="221511"/>
                  </a:moveTo>
                  <a:cubicBezTo>
                    <a:pt x="8" y="223028"/>
                    <a:pt x="319" y="224465"/>
                    <a:pt x="838" y="225798"/>
                  </a:cubicBezTo>
                  <a:cubicBezTo>
                    <a:pt x="870" y="225886"/>
                    <a:pt x="886" y="225974"/>
                    <a:pt x="918" y="226062"/>
                  </a:cubicBezTo>
                  <a:cubicBezTo>
                    <a:pt x="1509" y="227482"/>
                    <a:pt x="2371" y="228760"/>
                    <a:pt x="3425" y="229837"/>
                  </a:cubicBezTo>
                  <a:cubicBezTo>
                    <a:pt x="3457" y="229869"/>
                    <a:pt x="3465" y="229925"/>
                    <a:pt x="3505" y="229957"/>
                  </a:cubicBezTo>
                  <a:cubicBezTo>
                    <a:pt x="3545" y="229997"/>
                    <a:pt x="3608" y="230013"/>
                    <a:pt x="3648" y="230053"/>
                  </a:cubicBezTo>
                  <a:cubicBezTo>
                    <a:pt x="4710" y="231083"/>
                    <a:pt x="5964" y="231929"/>
                    <a:pt x="7353" y="232511"/>
                  </a:cubicBezTo>
                  <a:cubicBezTo>
                    <a:pt x="7505" y="232575"/>
                    <a:pt x="7656" y="232599"/>
                    <a:pt x="7808" y="232655"/>
                  </a:cubicBezTo>
                  <a:cubicBezTo>
                    <a:pt x="9037" y="233110"/>
                    <a:pt x="10347" y="233389"/>
                    <a:pt x="11720" y="233413"/>
                  </a:cubicBezTo>
                  <a:cubicBezTo>
                    <a:pt x="11808" y="233413"/>
                    <a:pt x="11888" y="233461"/>
                    <a:pt x="11968" y="233461"/>
                  </a:cubicBezTo>
                  <a:cubicBezTo>
                    <a:pt x="12008" y="233461"/>
                    <a:pt x="12048" y="233437"/>
                    <a:pt x="12087" y="233437"/>
                  </a:cubicBezTo>
                  <a:lnTo>
                    <a:pt x="176676" y="233437"/>
                  </a:lnTo>
                  <a:cubicBezTo>
                    <a:pt x="183287" y="233437"/>
                    <a:pt x="188652" y="228073"/>
                    <a:pt x="188652" y="221464"/>
                  </a:cubicBezTo>
                  <a:cubicBezTo>
                    <a:pt x="188652" y="214854"/>
                    <a:pt x="183287" y="209490"/>
                    <a:pt x="176676" y="209490"/>
                  </a:cubicBezTo>
                  <a:lnTo>
                    <a:pt x="40909" y="209490"/>
                  </a:lnTo>
                  <a:lnTo>
                    <a:pt x="230057" y="20439"/>
                  </a:lnTo>
                  <a:cubicBezTo>
                    <a:pt x="234735" y="15769"/>
                    <a:pt x="234735" y="8186"/>
                    <a:pt x="230057" y="3508"/>
                  </a:cubicBezTo>
                  <a:cubicBezTo>
                    <a:pt x="225378" y="-1169"/>
                    <a:pt x="217801" y="-1169"/>
                    <a:pt x="213122" y="3508"/>
                  </a:cubicBezTo>
                  <a:lnTo>
                    <a:pt x="23952" y="192583"/>
                  </a:lnTo>
                  <a:lnTo>
                    <a:pt x="23952" y="56888"/>
                  </a:lnTo>
                  <a:cubicBezTo>
                    <a:pt x="23952" y="50278"/>
                    <a:pt x="18587" y="44914"/>
                    <a:pt x="11976" y="44914"/>
                  </a:cubicBezTo>
                  <a:cubicBezTo>
                    <a:pt x="5365" y="44914"/>
                    <a:pt x="0" y="50278"/>
                    <a:pt x="0" y="56888"/>
                  </a:cubicBezTo>
                  <a:lnTo>
                    <a:pt x="0" y="221456"/>
                  </a:lnTo>
                  <a:cubicBezTo>
                    <a:pt x="0" y="221456"/>
                    <a:pt x="0" y="221464"/>
                    <a:pt x="0" y="221471"/>
                  </a:cubicBezTo>
                  <a:cubicBezTo>
                    <a:pt x="0" y="221480"/>
                    <a:pt x="0" y="221487"/>
                    <a:pt x="0" y="221503"/>
                  </a:cubicBezTo>
                  <a:close/>
                </a:path>
              </a:pathLst>
            </a:custGeom>
            <a:grpFill/>
            <a:ln w="0" cap="flat">
              <a:noFill/>
              <a:prstDash val="solid"/>
              <a:miter/>
            </a:ln>
          </p:spPr>
          <p:txBody>
            <a:bodyPr rtlCol="0" anchor="ctr"/>
            <a:lstStyle/>
            <a:p>
              <a:endParaRPr lang="de-DE"/>
            </a:p>
          </p:txBody>
        </p:sp>
        <p:sp>
          <p:nvSpPr>
            <p:cNvPr id="42" name="Freihandform 41">
              <a:extLst>
                <a:ext uri="{FF2B5EF4-FFF2-40B4-BE49-F238E27FC236}">
                  <a16:creationId xmlns:a16="http://schemas.microsoft.com/office/drawing/2014/main" id="{FF025DC7-9373-0537-C88E-F18F41DFC348}"/>
                </a:ext>
              </a:extLst>
            </p:cNvPr>
            <p:cNvSpPr/>
            <p:nvPr/>
          </p:nvSpPr>
          <p:spPr>
            <a:xfrm>
              <a:off x="8296205" y="1664818"/>
              <a:ext cx="233501" cy="233461"/>
            </a:xfrm>
            <a:custGeom>
              <a:avLst/>
              <a:gdLst>
                <a:gd name="connsiteX0" fmla="*/ 233502 w 233501"/>
                <a:gd name="connsiteY0" fmla="*/ 56896 h 233461"/>
                <a:gd name="connsiteX1" fmla="*/ 221526 w 233501"/>
                <a:gd name="connsiteY1" fmla="*/ 44922 h 233461"/>
                <a:gd name="connsiteX2" fmla="*/ 209550 w 233501"/>
                <a:gd name="connsiteY2" fmla="*/ 56896 h 233461"/>
                <a:gd name="connsiteX3" fmla="*/ 209550 w 233501"/>
                <a:gd name="connsiteY3" fmla="*/ 192567 h 233461"/>
                <a:gd name="connsiteX4" fmla="*/ 20443 w 233501"/>
                <a:gd name="connsiteY4" fmla="*/ 3508 h 233461"/>
                <a:gd name="connsiteX5" fmla="*/ 3509 w 233501"/>
                <a:gd name="connsiteY5" fmla="*/ 3508 h 233461"/>
                <a:gd name="connsiteX6" fmla="*/ 3509 w 233501"/>
                <a:gd name="connsiteY6" fmla="*/ 20439 h 233461"/>
                <a:gd name="connsiteX7" fmla="*/ 192600 w 233501"/>
                <a:gd name="connsiteY7" fmla="*/ 209490 h 233461"/>
                <a:gd name="connsiteX8" fmla="*/ 56921 w 233501"/>
                <a:gd name="connsiteY8" fmla="*/ 209490 h 233461"/>
                <a:gd name="connsiteX9" fmla="*/ 44945 w 233501"/>
                <a:gd name="connsiteY9" fmla="*/ 221464 h 233461"/>
                <a:gd name="connsiteX10" fmla="*/ 56921 w 233501"/>
                <a:gd name="connsiteY10" fmla="*/ 233437 h 233461"/>
                <a:gd name="connsiteX11" fmla="*/ 221414 w 233501"/>
                <a:gd name="connsiteY11" fmla="*/ 233437 h 233461"/>
                <a:gd name="connsiteX12" fmla="*/ 221534 w 233501"/>
                <a:gd name="connsiteY12" fmla="*/ 233461 h 233461"/>
                <a:gd name="connsiteX13" fmla="*/ 221797 w 233501"/>
                <a:gd name="connsiteY13" fmla="*/ 233413 h 233461"/>
                <a:gd name="connsiteX14" fmla="*/ 225653 w 233501"/>
                <a:gd name="connsiteY14" fmla="*/ 232663 h 233461"/>
                <a:gd name="connsiteX15" fmla="*/ 226164 w 233501"/>
                <a:gd name="connsiteY15" fmla="*/ 232503 h 233461"/>
                <a:gd name="connsiteX16" fmla="*/ 229773 w 233501"/>
                <a:gd name="connsiteY16" fmla="*/ 230109 h 233461"/>
                <a:gd name="connsiteX17" fmla="*/ 229997 w 233501"/>
                <a:gd name="connsiteY17" fmla="*/ 229957 h 233461"/>
                <a:gd name="connsiteX18" fmla="*/ 230140 w 233501"/>
                <a:gd name="connsiteY18" fmla="*/ 229741 h 233461"/>
                <a:gd name="connsiteX19" fmla="*/ 232551 w 233501"/>
                <a:gd name="connsiteY19" fmla="*/ 226109 h 233461"/>
                <a:gd name="connsiteX20" fmla="*/ 232687 w 233501"/>
                <a:gd name="connsiteY20" fmla="*/ 225662 h 233461"/>
                <a:gd name="connsiteX21" fmla="*/ 233462 w 233501"/>
                <a:gd name="connsiteY21" fmla="*/ 221687 h 233461"/>
                <a:gd name="connsiteX22" fmla="*/ 233486 w 233501"/>
                <a:gd name="connsiteY22" fmla="*/ 221416 h 233461"/>
                <a:gd name="connsiteX23" fmla="*/ 233486 w 233501"/>
                <a:gd name="connsiteY23" fmla="*/ 56904 h 233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3501" h="233461">
                  <a:moveTo>
                    <a:pt x="233502" y="56896"/>
                  </a:moveTo>
                  <a:cubicBezTo>
                    <a:pt x="233502" y="50286"/>
                    <a:pt x="228137" y="44922"/>
                    <a:pt x="221526" y="44922"/>
                  </a:cubicBezTo>
                  <a:cubicBezTo>
                    <a:pt x="214915" y="44922"/>
                    <a:pt x="209550" y="50286"/>
                    <a:pt x="209550" y="56896"/>
                  </a:cubicBezTo>
                  <a:lnTo>
                    <a:pt x="209550" y="192567"/>
                  </a:lnTo>
                  <a:lnTo>
                    <a:pt x="20443" y="3508"/>
                  </a:lnTo>
                  <a:cubicBezTo>
                    <a:pt x="15765" y="-1169"/>
                    <a:pt x="8187" y="-1169"/>
                    <a:pt x="3509" y="3508"/>
                  </a:cubicBezTo>
                  <a:cubicBezTo>
                    <a:pt x="-1170" y="8186"/>
                    <a:pt x="-1170" y="15762"/>
                    <a:pt x="3509" y="20439"/>
                  </a:cubicBezTo>
                  <a:lnTo>
                    <a:pt x="192600" y="209490"/>
                  </a:lnTo>
                  <a:lnTo>
                    <a:pt x="56921" y="209490"/>
                  </a:lnTo>
                  <a:cubicBezTo>
                    <a:pt x="50311" y="209490"/>
                    <a:pt x="44945" y="214854"/>
                    <a:pt x="44945" y="221464"/>
                  </a:cubicBezTo>
                  <a:cubicBezTo>
                    <a:pt x="44945" y="228073"/>
                    <a:pt x="50311" y="233437"/>
                    <a:pt x="56921" y="233437"/>
                  </a:cubicBezTo>
                  <a:lnTo>
                    <a:pt x="221414" y="233437"/>
                  </a:lnTo>
                  <a:cubicBezTo>
                    <a:pt x="221454" y="233437"/>
                    <a:pt x="221494" y="233461"/>
                    <a:pt x="221534" y="233461"/>
                  </a:cubicBezTo>
                  <a:cubicBezTo>
                    <a:pt x="221622" y="233461"/>
                    <a:pt x="221710" y="233413"/>
                    <a:pt x="221797" y="233413"/>
                  </a:cubicBezTo>
                  <a:cubicBezTo>
                    <a:pt x="223154" y="233382"/>
                    <a:pt x="224448" y="233110"/>
                    <a:pt x="225653" y="232663"/>
                  </a:cubicBezTo>
                  <a:cubicBezTo>
                    <a:pt x="225821" y="232599"/>
                    <a:pt x="225997" y="232575"/>
                    <a:pt x="226164" y="232503"/>
                  </a:cubicBezTo>
                  <a:cubicBezTo>
                    <a:pt x="227514" y="231937"/>
                    <a:pt x="228727" y="231107"/>
                    <a:pt x="229773" y="230109"/>
                  </a:cubicBezTo>
                  <a:cubicBezTo>
                    <a:pt x="229837" y="230045"/>
                    <a:pt x="229933" y="230029"/>
                    <a:pt x="229997" y="229957"/>
                  </a:cubicBezTo>
                  <a:cubicBezTo>
                    <a:pt x="230060" y="229893"/>
                    <a:pt x="230076" y="229805"/>
                    <a:pt x="230140" y="229741"/>
                  </a:cubicBezTo>
                  <a:cubicBezTo>
                    <a:pt x="231147" y="228688"/>
                    <a:pt x="231985" y="227466"/>
                    <a:pt x="232551" y="226109"/>
                  </a:cubicBezTo>
                  <a:cubicBezTo>
                    <a:pt x="232615" y="225966"/>
                    <a:pt x="232639" y="225814"/>
                    <a:pt x="232687" y="225662"/>
                  </a:cubicBezTo>
                  <a:cubicBezTo>
                    <a:pt x="233158" y="224417"/>
                    <a:pt x="233438" y="223084"/>
                    <a:pt x="233462" y="221687"/>
                  </a:cubicBezTo>
                  <a:cubicBezTo>
                    <a:pt x="233462" y="221591"/>
                    <a:pt x="233486" y="221512"/>
                    <a:pt x="233486" y="221416"/>
                  </a:cubicBezTo>
                  <a:lnTo>
                    <a:pt x="233486" y="56904"/>
                  </a:lnTo>
                  <a:close/>
                </a:path>
              </a:pathLst>
            </a:custGeom>
            <a:grpFill/>
            <a:ln w="0" cap="flat">
              <a:noFill/>
              <a:prstDash val="solid"/>
              <a:miter/>
            </a:ln>
          </p:spPr>
          <p:txBody>
            <a:bodyPr rtlCol="0" anchor="ctr"/>
            <a:lstStyle/>
            <a:p>
              <a:endParaRPr lang="de-DE"/>
            </a:p>
          </p:txBody>
        </p:sp>
        <p:sp>
          <p:nvSpPr>
            <p:cNvPr id="43" name="Freihandform 42">
              <a:extLst>
                <a:ext uri="{FF2B5EF4-FFF2-40B4-BE49-F238E27FC236}">
                  <a16:creationId xmlns:a16="http://schemas.microsoft.com/office/drawing/2014/main" id="{899B49D7-2606-B02C-A4E1-A325E3AB9E4D}"/>
                </a:ext>
              </a:extLst>
            </p:cNvPr>
            <p:cNvSpPr/>
            <p:nvPr/>
          </p:nvSpPr>
          <p:spPr>
            <a:xfrm>
              <a:off x="8296212" y="2079491"/>
              <a:ext cx="233510" cy="233457"/>
            </a:xfrm>
            <a:custGeom>
              <a:avLst/>
              <a:gdLst>
                <a:gd name="connsiteX0" fmla="*/ 233478 w 233510"/>
                <a:gd name="connsiteY0" fmla="*/ 11806 h 233457"/>
                <a:gd name="connsiteX1" fmla="*/ 232687 w 233510"/>
                <a:gd name="connsiteY1" fmla="*/ 7743 h 233457"/>
                <a:gd name="connsiteX2" fmla="*/ 232576 w 233510"/>
                <a:gd name="connsiteY2" fmla="*/ 7376 h 233457"/>
                <a:gd name="connsiteX3" fmla="*/ 230069 w 233510"/>
                <a:gd name="connsiteY3" fmla="*/ 3600 h 233457"/>
                <a:gd name="connsiteX4" fmla="*/ 230005 w 233510"/>
                <a:gd name="connsiteY4" fmla="*/ 3504 h 233457"/>
                <a:gd name="connsiteX5" fmla="*/ 229925 w 233510"/>
                <a:gd name="connsiteY5" fmla="*/ 3449 h 233457"/>
                <a:gd name="connsiteX6" fmla="*/ 226101 w 233510"/>
                <a:gd name="connsiteY6" fmla="*/ 910 h 233457"/>
                <a:gd name="connsiteX7" fmla="*/ 225861 w 233510"/>
                <a:gd name="connsiteY7" fmla="*/ 838 h 233457"/>
                <a:gd name="connsiteX8" fmla="*/ 221550 w 233510"/>
                <a:gd name="connsiteY8" fmla="*/ 0 h 233457"/>
                <a:gd name="connsiteX9" fmla="*/ 221526 w 233510"/>
                <a:gd name="connsiteY9" fmla="*/ 0 h 233457"/>
                <a:gd name="connsiteX10" fmla="*/ 221518 w 233510"/>
                <a:gd name="connsiteY10" fmla="*/ 0 h 233457"/>
                <a:gd name="connsiteX11" fmla="*/ 56921 w 233510"/>
                <a:gd name="connsiteY11" fmla="*/ 0 h 233457"/>
                <a:gd name="connsiteX12" fmla="*/ 44945 w 233510"/>
                <a:gd name="connsiteY12" fmla="*/ 11974 h 233457"/>
                <a:gd name="connsiteX13" fmla="*/ 56921 w 233510"/>
                <a:gd name="connsiteY13" fmla="*/ 23948 h 233457"/>
                <a:gd name="connsiteX14" fmla="*/ 192624 w 233510"/>
                <a:gd name="connsiteY14" fmla="*/ 23948 h 233457"/>
                <a:gd name="connsiteX15" fmla="*/ 3509 w 233510"/>
                <a:gd name="connsiteY15" fmla="*/ 213022 h 233457"/>
                <a:gd name="connsiteX16" fmla="*/ 3509 w 233510"/>
                <a:gd name="connsiteY16" fmla="*/ 229953 h 233457"/>
                <a:gd name="connsiteX17" fmla="*/ 11980 w 233510"/>
                <a:gd name="connsiteY17" fmla="*/ 233457 h 233457"/>
                <a:gd name="connsiteX18" fmla="*/ 20451 w 233510"/>
                <a:gd name="connsiteY18" fmla="*/ 229953 h 233457"/>
                <a:gd name="connsiteX19" fmla="*/ 209558 w 233510"/>
                <a:gd name="connsiteY19" fmla="*/ 40894 h 233457"/>
                <a:gd name="connsiteX20" fmla="*/ 209558 w 233510"/>
                <a:gd name="connsiteY20" fmla="*/ 176526 h 233457"/>
                <a:gd name="connsiteX21" fmla="*/ 221534 w 233510"/>
                <a:gd name="connsiteY21" fmla="*/ 188500 h 233457"/>
                <a:gd name="connsiteX22" fmla="*/ 233510 w 233510"/>
                <a:gd name="connsiteY22" fmla="*/ 176526 h 233457"/>
                <a:gd name="connsiteX23" fmla="*/ 233510 w 233510"/>
                <a:gd name="connsiteY23" fmla="*/ 12054 h 233457"/>
                <a:gd name="connsiteX24" fmla="*/ 233494 w 233510"/>
                <a:gd name="connsiteY24" fmla="*/ 11806 h 23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33510" h="233457">
                  <a:moveTo>
                    <a:pt x="233478" y="11806"/>
                  </a:moveTo>
                  <a:cubicBezTo>
                    <a:pt x="233454" y="10369"/>
                    <a:pt x="233166" y="9012"/>
                    <a:pt x="232687" y="7743"/>
                  </a:cubicBezTo>
                  <a:cubicBezTo>
                    <a:pt x="232640" y="7623"/>
                    <a:pt x="232624" y="7496"/>
                    <a:pt x="232576" y="7376"/>
                  </a:cubicBezTo>
                  <a:cubicBezTo>
                    <a:pt x="231985" y="5955"/>
                    <a:pt x="231123" y="4686"/>
                    <a:pt x="230069" y="3600"/>
                  </a:cubicBezTo>
                  <a:cubicBezTo>
                    <a:pt x="230037" y="3568"/>
                    <a:pt x="230037" y="3528"/>
                    <a:pt x="230005" y="3504"/>
                  </a:cubicBezTo>
                  <a:cubicBezTo>
                    <a:pt x="229981" y="3480"/>
                    <a:pt x="229949" y="3472"/>
                    <a:pt x="229925" y="3449"/>
                  </a:cubicBezTo>
                  <a:cubicBezTo>
                    <a:pt x="228831" y="2371"/>
                    <a:pt x="227538" y="1509"/>
                    <a:pt x="226101" y="910"/>
                  </a:cubicBezTo>
                  <a:cubicBezTo>
                    <a:pt x="226021" y="878"/>
                    <a:pt x="225941" y="870"/>
                    <a:pt x="225861" y="838"/>
                  </a:cubicBezTo>
                  <a:cubicBezTo>
                    <a:pt x="224520" y="319"/>
                    <a:pt x="223075" y="0"/>
                    <a:pt x="221550" y="0"/>
                  </a:cubicBezTo>
                  <a:cubicBezTo>
                    <a:pt x="221550" y="0"/>
                    <a:pt x="221534" y="0"/>
                    <a:pt x="221526" y="0"/>
                  </a:cubicBezTo>
                  <a:cubicBezTo>
                    <a:pt x="221526" y="0"/>
                    <a:pt x="221526" y="0"/>
                    <a:pt x="221518" y="0"/>
                  </a:cubicBezTo>
                  <a:lnTo>
                    <a:pt x="56921" y="0"/>
                  </a:lnTo>
                  <a:cubicBezTo>
                    <a:pt x="50311" y="0"/>
                    <a:pt x="44945" y="5364"/>
                    <a:pt x="44945" y="11974"/>
                  </a:cubicBezTo>
                  <a:cubicBezTo>
                    <a:pt x="44945" y="18583"/>
                    <a:pt x="50311" y="23948"/>
                    <a:pt x="56921" y="23948"/>
                  </a:cubicBezTo>
                  <a:lnTo>
                    <a:pt x="192624" y="23948"/>
                  </a:lnTo>
                  <a:lnTo>
                    <a:pt x="3509" y="213022"/>
                  </a:lnTo>
                  <a:cubicBezTo>
                    <a:pt x="-1170" y="217700"/>
                    <a:pt x="-1170" y="225275"/>
                    <a:pt x="3509" y="229953"/>
                  </a:cubicBezTo>
                  <a:cubicBezTo>
                    <a:pt x="5848" y="232292"/>
                    <a:pt x="8914" y="233457"/>
                    <a:pt x="11980" y="233457"/>
                  </a:cubicBezTo>
                  <a:cubicBezTo>
                    <a:pt x="15046" y="233457"/>
                    <a:pt x="18112" y="232292"/>
                    <a:pt x="20451" y="229953"/>
                  </a:cubicBezTo>
                  <a:lnTo>
                    <a:pt x="209558" y="40894"/>
                  </a:lnTo>
                  <a:lnTo>
                    <a:pt x="209558" y="176526"/>
                  </a:lnTo>
                  <a:cubicBezTo>
                    <a:pt x="209558" y="183135"/>
                    <a:pt x="214923" y="188500"/>
                    <a:pt x="221534" y="188500"/>
                  </a:cubicBezTo>
                  <a:cubicBezTo>
                    <a:pt x="228145" y="188500"/>
                    <a:pt x="233510" y="183135"/>
                    <a:pt x="233510" y="176526"/>
                  </a:cubicBezTo>
                  <a:lnTo>
                    <a:pt x="233510" y="12054"/>
                  </a:lnTo>
                  <a:cubicBezTo>
                    <a:pt x="233510" y="11974"/>
                    <a:pt x="233494" y="11894"/>
                    <a:pt x="233494" y="11806"/>
                  </a:cubicBezTo>
                  <a:close/>
                </a:path>
              </a:pathLst>
            </a:custGeom>
            <a:grpFill/>
            <a:ln w="0" cap="flat">
              <a:noFill/>
              <a:prstDash val="solid"/>
              <a:miter/>
            </a:ln>
          </p:spPr>
          <p:txBody>
            <a:bodyPr rtlCol="0" anchor="ctr"/>
            <a:lstStyle/>
            <a:p>
              <a:endParaRPr lang="de-DE"/>
            </a:p>
          </p:txBody>
        </p:sp>
        <p:sp>
          <p:nvSpPr>
            <p:cNvPr id="44" name="Freihandform 43">
              <a:extLst>
                <a:ext uri="{FF2B5EF4-FFF2-40B4-BE49-F238E27FC236}">
                  <a16:creationId xmlns:a16="http://schemas.microsoft.com/office/drawing/2014/main" id="{66280EE4-2B45-7E13-5C87-71E61B9DCAA5}"/>
                </a:ext>
              </a:extLst>
            </p:cNvPr>
            <p:cNvSpPr/>
            <p:nvPr/>
          </p:nvSpPr>
          <p:spPr>
            <a:xfrm>
              <a:off x="8707341" y="2079491"/>
              <a:ext cx="233573" cy="233449"/>
            </a:xfrm>
            <a:custGeom>
              <a:avLst/>
              <a:gdLst>
                <a:gd name="connsiteX0" fmla="*/ 40893 w 233573"/>
                <a:gd name="connsiteY0" fmla="*/ 23948 h 233449"/>
                <a:gd name="connsiteX1" fmla="*/ 176684 w 233573"/>
                <a:gd name="connsiteY1" fmla="*/ 23948 h 233449"/>
                <a:gd name="connsiteX2" fmla="*/ 188660 w 233573"/>
                <a:gd name="connsiteY2" fmla="*/ 11974 h 233449"/>
                <a:gd name="connsiteX3" fmla="*/ 176684 w 233573"/>
                <a:gd name="connsiteY3" fmla="*/ 0 h 233449"/>
                <a:gd name="connsiteX4" fmla="*/ 11976 w 233573"/>
                <a:gd name="connsiteY4" fmla="*/ 0 h 233449"/>
                <a:gd name="connsiteX5" fmla="*/ 7609 w 233573"/>
                <a:gd name="connsiteY5" fmla="*/ 846 h 233449"/>
                <a:gd name="connsiteX6" fmla="*/ 7425 w 233573"/>
                <a:gd name="connsiteY6" fmla="*/ 902 h 233449"/>
                <a:gd name="connsiteX7" fmla="*/ 910 w 233573"/>
                <a:gd name="connsiteY7" fmla="*/ 7424 h 233449"/>
                <a:gd name="connsiteX8" fmla="*/ 854 w 233573"/>
                <a:gd name="connsiteY8" fmla="*/ 7607 h 233449"/>
                <a:gd name="connsiteX9" fmla="*/ 0 w 233573"/>
                <a:gd name="connsiteY9" fmla="*/ 11974 h 233449"/>
                <a:gd name="connsiteX10" fmla="*/ 0 w 233573"/>
                <a:gd name="connsiteY10" fmla="*/ 176526 h 233449"/>
                <a:gd name="connsiteX11" fmla="*/ 11976 w 233573"/>
                <a:gd name="connsiteY11" fmla="*/ 188500 h 233449"/>
                <a:gd name="connsiteX12" fmla="*/ 23952 w 233573"/>
                <a:gd name="connsiteY12" fmla="*/ 176526 h 233449"/>
                <a:gd name="connsiteX13" fmla="*/ 23952 w 233573"/>
                <a:gd name="connsiteY13" fmla="*/ 40871 h 233449"/>
                <a:gd name="connsiteX14" fmla="*/ 213122 w 233573"/>
                <a:gd name="connsiteY14" fmla="*/ 229945 h 233449"/>
                <a:gd name="connsiteX15" fmla="*/ 221594 w 233573"/>
                <a:gd name="connsiteY15" fmla="*/ 233449 h 233449"/>
                <a:gd name="connsiteX16" fmla="*/ 230064 w 233573"/>
                <a:gd name="connsiteY16" fmla="*/ 229945 h 233449"/>
                <a:gd name="connsiteX17" fmla="*/ 230064 w 233573"/>
                <a:gd name="connsiteY17" fmla="*/ 213014 h 233449"/>
                <a:gd name="connsiteX18" fmla="*/ 40902 w 233573"/>
                <a:gd name="connsiteY18" fmla="*/ 23940 h 233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33573" h="233449">
                  <a:moveTo>
                    <a:pt x="40893" y="23948"/>
                  </a:moveTo>
                  <a:lnTo>
                    <a:pt x="176684" y="23948"/>
                  </a:lnTo>
                  <a:cubicBezTo>
                    <a:pt x="183294" y="23948"/>
                    <a:pt x="188660" y="18583"/>
                    <a:pt x="188660" y="11974"/>
                  </a:cubicBezTo>
                  <a:cubicBezTo>
                    <a:pt x="188660" y="5364"/>
                    <a:pt x="183294" y="0"/>
                    <a:pt x="176684" y="0"/>
                  </a:cubicBezTo>
                  <a:lnTo>
                    <a:pt x="11976" y="0"/>
                  </a:lnTo>
                  <a:cubicBezTo>
                    <a:pt x="10435" y="0"/>
                    <a:pt x="8966" y="319"/>
                    <a:pt x="7609" y="846"/>
                  </a:cubicBezTo>
                  <a:cubicBezTo>
                    <a:pt x="7544" y="870"/>
                    <a:pt x="7481" y="878"/>
                    <a:pt x="7425" y="902"/>
                  </a:cubicBezTo>
                  <a:cubicBezTo>
                    <a:pt x="4479" y="2115"/>
                    <a:pt x="2124" y="4470"/>
                    <a:pt x="910" y="7424"/>
                  </a:cubicBezTo>
                  <a:cubicBezTo>
                    <a:pt x="886" y="7488"/>
                    <a:pt x="878" y="7544"/>
                    <a:pt x="854" y="7607"/>
                  </a:cubicBezTo>
                  <a:cubicBezTo>
                    <a:pt x="319" y="8964"/>
                    <a:pt x="0" y="10425"/>
                    <a:pt x="0" y="11974"/>
                  </a:cubicBezTo>
                  <a:lnTo>
                    <a:pt x="0" y="176526"/>
                  </a:lnTo>
                  <a:cubicBezTo>
                    <a:pt x="0" y="183135"/>
                    <a:pt x="5365" y="188500"/>
                    <a:pt x="11976" y="188500"/>
                  </a:cubicBezTo>
                  <a:cubicBezTo>
                    <a:pt x="18587" y="188500"/>
                    <a:pt x="23952" y="183135"/>
                    <a:pt x="23952" y="176526"/>
                  </a:cubicBezTo>
                  <a:lnTo>
                    <a:pt x="23952" y="40871"/>
                  </a:lnTo>
                  <a:lnTo>
                    <a:pt x="213122" y="229945"/>
                  </a:lnTo>
                  <a:cubicBezTo>
                    <a:pt x="215462" y="232284"/>
                    <a:pt x="218528" y="233449"/>
                    <a:pt x="221594" y="233449"/>
                  </a:cubicBezTo>
                  <a:cubicBezTo>
                    <a:pt x="224659" y="233449"/>
                    <a:pt x="227725" y="232284"/>
                    <a:pt x="230064" y="229945"/>
                  </a:cubicBezTo>
                  <a:cubicBezTo>
                    <a:pt x="234743" y="225267"/>
                    <a:pt x="234743" y="217684"/>
                    <a:pt x="230064" y="213014"/>
                  </a:cubicBezTo>
                  <a:lnTo>
                    <a:pt x="40902" y="23940"/>
                  </a:lnTo>
                  <a:close/>
                </a:path>
              </a:pathLst>
            </a:custGeom>
            <a:grpFill/>
            <a:ln w="0" cap="flat">
              <a:noFill/>
              <a:prstDash val="solid"/>
              <a:miter/>
            </a:ln>
          </p:spPr>
          <p:txBody>
            <a:bodyPr rtlCol="0" anchor="ctr"/>
            <a:lstStyle/>
            <a:p>
              <a:endParaRPr lang="de-DE"/>
            </a:p>
          </p:txBody>
        </p:sp>
      </p:grpSp>
      <p:sp>
        <p:nvSpPr>
          <p:cNvPr id="45" name="Freihandform 44">
            <a:extLst>
              <a:ext uri="{FF2B5EF4-FFF2-40B4-BE49-F238E27FC236}">
                <a16:creationId xmlns:a16="http://schemas.microsoft.com/office/drawing/2014/main" id="{B7EE53E0-A287-C1AC-ABF7-1FCC7912705B}"/>
              </a:ext>
            </a:extLst>
          </p:cNvPr>
          <p:cNvSpPr/>
          <p:nvPr/>
        </p:nvSpPr>
        <p:spPr>
          <a:xfrm>
            <a:off x="10819854" y="3410618"/>
            <a:ext cx="539842" cy="539709"/>
          </a:xfrm>
          <a:custGeom>
            <a:avLst/>
            <a:gdLst>
              <a:gd name="connsiteX0" fmla="*/ 644677 w 648190"/>
              <a:gd name="connsiteY0" fmla="*/ 141075 h 648030"/>
              <a:gd name="connsiteX1" fmla="*/ 507074 w 648190"/>
              <a:gd name="connsiteY1" fmla="*/ 3504 h 648030"/>
              <a:gd name="connsiteX2" fmla="*/ 498604 w 648190"/>
              <a:gd name="connsiteY2" fmla="*/ 0 h 648030"/>
              <a:gd name="connsiteX3" fmla="*/ 82521 w 648190"/>
              <a:gd name="connsiteY3" fmla="*/ 0 h 648030"/>
              <a:gd name="connsiteX4" fmla="*/ 0 w 648190"/>
              <a:gd name="connsiteY4" fmla="*/ 82516 h 648030"/>
              <a:gd name="connsiteX5" fmla="*/ 0 w 648190"/>
              <a:gd name="connsiteY5" fmla="*/ 565547 h 648030"/>
              <a:gd name="connsiteX6" fmla="*/ 82521 w 648190"/>
              <a:gd name="connsiteY6" fmla="*/ 648030 h 648030"/>
              <a:gd name="connsiteX7" fmla="*/ 565693 w 648190"/>
              <a:gd name="connsiteY7" fmla="*/ 648030 h 648030"/>
              <a:gd name="connsiteX8" fmla="*/ 648191 w 648190"/>
              <a:gd name="connsiteY8" fmla="*/ 565547 h 648030"/>
              <a:gd name="connsiteX9" fmla="*/ 648191 w 648190"/>
              <a:gd name="connsiteY9" fmla="*/ 149553 h 648030"/>
              <a:gd name="connsiteX10" fmla="*/ 644686 w 648190"/>
              <a:gd name="connsiteY10" fmla="*/ 141083 h 648030"/>
              <a:gd name="connsiteX11" fmla="*/ 459594 w 648190"/>
              <a:gd name="connsiteY11" fmla="*/ 23940 h 648030"/>
              <a:gd name="connsiteX12" fmla="*/ 459594 w 648190"/>
              <a:gd name="connsiteY12" fmla="*/ 194439 h 648030"/>
              <a:gd name="connsiteX13" fmla="*/ 188596 w 648190"/>
              <a:gd name="connsiteY13" fmla="*/ 194439 h 648030"/>
              <a:gd name="connsiteX14" fmla="*/ 188596 w 648190"/>
              <a:gd name="connsiteY14" fmla="*/ 23940 h 648030"/>
              <a:gd name="connsiteX15" fmla="*/ 459594 w 648190"/>
              <a:gd name="connsiteY15" fmla="*/ 23940 h 648030"/>
              <a:gd name="connsiteX16" fmla="*/ 624231 w 648190"/>
              <a:gd name="connsiteY16" fmla="*/ 565587 h 648030"/>
              <a:gd name="connsiteX17" fmla="*/ 565677 w 648190"/>
              <a:gd name="connsiteY17" fmla="*/ 624067 h 648030"/>
              <a:gd name="connsiteX18" fmla="*/ 82481 w 648190"/>
              <a:gd name="connsiteY18" fmla="*/ 624067 h 648030"/>
              <a:gd name="connsiteX19" fmla="*/ 23944 w 648190"/>
              <a:gd name="connsiteY19" fmla="*/ 565531 h 648030"/>
              <a:gd name="connsiteX20" fmla="*/ 23944 w 648190"/>
              <a:gd name="connsiteY20" fmla="*/ 82499 h 648030"/>
              <a:gd name="connsiteX21" fmla="*/ 82513 w 648190"/>
              <a:gd name="connsiteY21" fmla="*/ 23932 h 648030"/>
              <a:gd name="connsiteX22" fmla="*/ 164636 w 648190"/>
              <a:gd name="connsiteY22" fmla="*/ 23932 h 648030"/>
              <a:gd name="connsiteX23" fmla="*/ 164636 w 648190"/>
              <a:gd name="connsiteY23" fmla="*/ 206404 h 648030"/>
              <a:gd name="connsiteX24" fmla="*/ 176612 w 648190"/>
              <a:gd name="connsiteY24" fmla="*/ 218378 h 648030"/>
              <a:gd name="connsiteX25" fmla="*/ 471562 w 648190"/>
              <a:gd name="connsiteY25" fmla="*/ 218378 h 648030"/>
              <a:gd name="connsiteX26" fmla="*/ 483538 w 648190"/>
              <a:gd name="connsiteY26" fmla="*/ 206404 h 648030"/>
              <a:gd name="connsiteX27" fmla="*/ 483538 w 648190"/>
              <a:gd name="connsiteY27" fmla="*/ 23932 h 648030"/>
              <a:gd name="connsiteX28" fmla="*/ 493638 w 648190"/>
              <a:gd name="connsiteY28" fmla="*/ 23932 h 648030"/>
              <a:gd name="connsiteX29" fmla="*/ 624222 w 648190"/>
              <a:gd name="connsiteY29" fmla="*/ 154486 h 648030"/>
              <a:gd name="connsiteX30" fmla="*/ 624222 w 648190"/>
              <a:gd name="connsiteY30" fmla="*/ 565579 h 64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48190" h="648030">
                <a:moveTo>
                  <a:pt x="644677" y="141075"/>
                </a:moveTo>
                <a:lnTo>
                  <a:pt x="507074" y="3504"/>
                </a:lnTo>
                <a:cubicBezTo>
                  <a:pt x="504831" y="1261"/>
                  <a:pt x="501781" y="0"/>
                  <a:pt x="498604" y="0"/>
                </a:cubicBezTo>
                <a:lnTo>
                  <a:pt x="82521" y="0"/>
                </a:lnTo>
                <a:cubicBezTo>
                  <a:pt x="37021" y="0"/>
                  <a:pt x="0" y="37015"/>
                  <a:pt x="0" y="82516"/>
                </a:cubicBezTo>
                <a:lnTo>
                  <a:pt x="0" y="565547"/>
                </a:lnTo>
                <a:cubicBezTo>
                  <a:pt x="0" y="611023"/>
                  <a:pt x="37006" y="648030"/>
                  <a:pt x="82521" y="648030"/>
                </a:cubicBezTo>
                <a:lnTo>
                  <a:pt x="565693" y="648030"/>
                </a:lnTo>
                <a:cubicBezTo>
                  <a:pt x="611145" y="648030"/>
                  <a:pt x="648151" y="611071"/>
                  <a:pt x="648191" y="565547"/>
                </a:cubicBezTo>
                <a:lnTo>
                  <a:pt x="648191" y="149553"/>
                </a:lnTo>
                <a:cubicBezTo>
                  <a:pt x="648191" y="146384"/>
                  <a:pt x="646929" y="143334"/>
                  <a:pt x="644686" y="141083"/>
                </a:cubicBezTo>
                <a:close/>
                <a:moveTo>
                  <a:pt x="459594" y="23940"/>
                </a:moveTo>
                <a:lnTo>
                  <a:pt x="459594" y="194439"/>
                </a:lnTo>
                <a:lnTo>
                  <a:pt x="188596" y="194439"/>
                </a:lnTo>
                <a:lnTo>
                  <a:pt x="188596" y="23940"/>
                </a:lnTo>
                <a:lnTo>
                  <a:pt x="459594" y="23940"/>
                </a:lnTo>
                <a:close/>
                <a:moveTo>
                  <a:pt x="624231" y="565587"/>
                </a:moveTo>
                <a:cubicBezTo>
                  <a:pt x="624207" y="597844"/>
                  <a:pt x="597948" y="624067"/>
                  <a:pt x="565677" y="624067"/>
                </a:cubicBezTo>
                <a:lnTo>
                  <a:pt x="82481" y="624067"/>
                </a:lnTo>
                <a:cubicBezTo>
                  <a:pt x="50203" y="624067"/>
                  <a:pt x="23944" y="597804"/>
                  <a:pt x="23944" y="565531"/>
                </a:cubicBezTo>
                <a:lnTo>
                  <a:pt x="23944" y="82499"/>
                </a:lnTo>
                <a:cubicBezTo>
                  <a:pt x="23944" y="50202"/>
                  <a:pt x="50219" y="23932"/>
                  <a:pt x="82513" y="23932"/>
                </a:cubicBezTo>
                <a:lnTo>
                  <a:pt x="164636" y="23932"/>
                </a:lnTo>
                <a:lnTo>
                  <a:pt x="164636" y="206404"/>
                </a:lnTo>
                <a:cubicBezTo>
                  <a:pt x="164636" y="213014"/>
                  <a:pt x="170001" y="218378"/>
                  <a:pt x="176612" y="218378"/>
                </a:cubicBezTo>
                <a:lnTo>
                  <a:pt x="471562" y="218378"/>
                </a:lnTo>
                <a:cubicBezTo>
                  <a:pt x="478173" y="218378"/>
                  <a:pt x="483538" y="213014"/>
                  <a:pt x="483538" y="206404"/>
                </a:cubicBezTo>
                <a:lnTo>
                  <a:pt x="483538" y="23932"/>
                </a:lnTo>
                <a:lnTo>
                  <a:pt x="493638" y="23932"/>
                </a:lnTo>
                <a:lnTo>
                  <a:pt x="624222" y="154486"/>
                </a:lnTo>
                <a:lnTo>
                  <a:pt x="624222" y="565579"/>
                </a:lnTo>
                <a:close/>
              </a:path>
            </a:pathLst>
          </a:custGeom>
          <a:solidFill>
            <a:schemeClr val="tx1"/>
          </a:solidFill>
          <a:ln w="0" cap="flat">
            <a:noFill/>
            <a:prstDash val="solid"/>
            <a:miter/>
          </a:ln>
        </p:spPr>
        <p:txBody>
          <a:bodyPr rtlCol="0" anchor="ctr"/>
          <a:lstStyle/>
          <a:p>
            <a:endParaRPr lang="de-DE"/>
          </a:p>
        </p:txBody>
      </p:sp>
      <p:sp>
        <p:nvSpPr>
          <p:cNvPr id="46" name="Freihandform 45">
            <a:extLst>
              <a:ext uri="{FF2B5EF4-FFF2-40B4-BE49-F238E27FC236}">
                <a16:creationId xmlns:a16="http://schemas.microsoft.com/office/drawing/2014/main" id="{3898B8DB-8D79-EF4C-BE59-E9575C177C80}"/>
              </a:ext>
            </a:extLst>
          </p:cNvPr>
          <p:cNvSpPr/>
          <p:nvPr/>
        </p:nvSpPr>
        <p:spPr>
          <a:xfrm>
            <a:off x="4577540" y="1588426"/>
            <a:ext cx="540034" cy="511909"/>
          </a:xfrm>
          <a:custGeom>
            <a:avLst/>
            <a:gdLst>
              <a:gd name="connsiteX0" fmla="*/ 647520 w 648421"/>
              <a:gd name="connsiteY0" fmla="*/ 311970 h 614651"/>
              <a:gd name="connsiteX1" fmla="*/ 647672 w 648421"/>
              <a:gd name="connsiteY1" fmla="*/ 311475 h 614651"/>
              <a:gd name="connsiteX2" fmla="*/ 648422 w 648421"/>
              <a:gd name="connsiteY2" fmla="*/ 307635 h 614651"/>
              <a:gd name="connsiteX3" fmla="*/ 648422 w 648421"/>
              <a:gd name="connsiteY3" fmla="*/ 307052 h 614651"/>
              <a:gd name="connsiteX4" fmla="*/ 647672 w 648421"/>
              <a:gd name="connsiteY4" fmla="*/ 303213 h 614651"/>
              <a:gd name="connsiteX5" fmla="*/ 647520 w 648421"/>
              <a:gd name="connsiteY5" fmla="*/ 302718 h 614651"/>
              <a:gd name="connsiteX6" fmla="*/ 645077 w 648421"/>
              <a:gd name="connsiteY6" fmla="*/ 299038 h 614651"/>
              <a:gd name="connsiteX7" fmla="*/ 644973 w 648421"/>
              <a:gd name="connsiteY7" fmla="*/ 298878 h 614651"/>
              <a:gd name="connsiteX8" fmla="*/ 349576 w 648421"/>
              <a:gd name="connsiteY8" fmla="*/ 3508 h 614651"/>
              <a:gd name="connsiteX9" fmla="*/ 332642 w 648421"/>
              <a:gd name="connsiteY9" fmla="*/ 3508 h 614651"/>
              <a:gd name="connsiteX10" fmla="*/ 332642 w 648421"/>
              <a:gd name="connsiteY10" fmla="*/ 20439 h 614651"/>
              <a:gd name="connsiteX11" fmla="*/ 607593 w 648421"/>
              <a:gd name="connsiteY11" fmla="*/ 295366 h 614651"/>
              <a:gd name="connsiteX12" fmla="*/ 11976 w 648421"/>
              <a:gd name="connsiteY12" fmla="*/ 295366 h 614651"/>
              <a:gd name="connsiteX13" fmla="*/ 0 w 648421"/>
              <a:gd name="connsiteY13" fmla="*/ 307340 h 614651"/>
              <a:gd name="connsiteX14" fmla="*/ 11976 w 648421"/>
              <a:gd name="connsiteY14" fmla="*/ 319314 h 614651"/>
              <a:gd name="connsiteX15" fmla="*/ 607593 w 648421"/>
              <a:gd name="connsiteY15" fmla="*/ 319314 h 614651"/>
              <a:gd name="connsiteX16" fmla="*/ 332658 w 648421"/>
              <a:gd name="connsiteY16" fmla="*/ 594216 h 614651"/>
              <a:gd name="connsiteX17" fmla="*/ 332658 w 648421"/>
              <a:gd name="connsiteY17" fmla="*/ 611147 h 614651"/>
              <a:gd name="connsiteX18" fmla="*/ 341129 w 648421"/>
              <a:gd name="connsiteY18" fmla="*/ 614651 h 614651"/>
              <a:gd name="connsiteX19" fmla="*/ 349600 w 648421"/>
              <a:gd name="connsiteY19" fmla="*/ 611147 h 614651"/>
              <a:gd name="connsiteX20" fmla="*/ 644981 w 648421"/>
              <a:gd name="connsiteY20" fmla="*/ 315809 h 614651"/>
              <a:gd name="connsiteX21" fmla="*/ 645085 w 648421"/>
              <a:gd name="connsiteY21" fmla="*/ 315650 h 614651"/>
              <a:gd name="connsiteX22" fmla="*/ 647528 w 648421"/>
              <a:gd name="connsiteY22" fmla="*/ 311970 h 614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8421" h="614651">
                <a:moveTo>
                  <a:pt x="647520" y="311970"/>
                </a:moveTo>
                <a:cubicBezTo>
                  <a:pt x="647592" y="311810"/>
                  <a:pt x="647616" y="311642"/>
                  <a:pt x="647672" y="311475"/>
                </a:cubicBezTo>
                <a:cubicBezTo>
                  <a:pt x="648119" y="310269"/>
                  <a:pt x="648390" y="308984"/>
                  <a:pt x="648422" y="307635"/>
                </a:cubicBezTo>
                <a:cubicBezTo>
                  <a:pt x="648422" y="307435"/>
                  <a:pt x="648422" y="307252"/>
                  <a:pt x="648422" y="307052"/>
                </a:cubicBezTo>
                <a:cubicBezTo>
                  <a:pt x="648390" y="305703"/>
                  <a:pt x="648119" y="304410"/>
                  <a:pt x="647672" y="303213"/>
                </a:cubicBezTo>
                <a:cubicBezTo>
                  <a:pt x="647608" y="303045"/>
                  <a:pt x="647584" y="302885"/>
                  <a:pt x="647520" y="302718"/>
                </a:cubicBezTo>
                <a:cubicBezTo>
                  <a:pt x="646937" y="301337"/>
                  <a:pt x="646099" y="300100"/>
                  <a:pt x="645077" y="299038"/>
                </a:cubicBezTo>
                <a:cubicBezTo>
                  <a:pt x="645029" y="298990"/>
                  <a:pt x="645021" y="298926"/>
                  <a:pt x="644973" y="298878"/>
                </a:cubicBezTo>
                <a:lnTo>
                  <a:pt x="349576" y="3508"/>
                </a:lnTo>
                <a:cubicBezTo>
                  <a:pt x="344898" y="-1169"/>
                  <a:pt x="337321" y="-1169"/>
                  <a:pt x="332642" y="3508"/>
                </a:cubicBezTo>
                <a:cubicBezTo>
                  <a:pt x="327963" y="8186"/>
                  <a:pt x="327963" y="15762"/>
                  <a:pt x="332642" y="20439"/>
                </a:cubicBezTo>
                <a:lnTo>
                  <a:pt x="607593" y="295366"/>
                </a:lnTo>
                <a:lnTo>
                  <a:pt x="11976" y="295366"/>
                </a:lnTo>
                <a:cubicBezTo>
                  <a:pt x="5357" y="295366"/>
                  <a:pt x="0" y="300730"/>
                  <a:pt x="0" y="307340"/>
                </a:cubicBezTo>
                <a:cubicBezTo>
                  <a:pt x="0" y="313949"/>
                  <a:pt x="5357" y="319314"/>
                  <a:pt x="11976" y="319314"/>
                </a:cubicBezTo>
                <a:lnTo>
                  <a:pt x="607593" y="319314"/>
                </a:lnTo>
                <a:lnTo>
                  <a:pt x="332658" y="594216"/>
                </a:lnTo>
                <a:cubicBezTo>
                  <a:pt x="327980" y="598894"/>
                  <a:pt x="327980" y="606469"/>
                  <a:pt x="332658" y="611147"/>
                </a:cubicBezTo>
                <a:cubicBezTo>
                  <a:pt x="334998" y="613486"/>
                  <a:pt x="338063" y="614651"/>
                  <a:pt x="341129" y="614651"/>
                </a:cubicBezTo>
                <a:cubicBezTo>
                  <a:pt x="344195" y="614651"/>
                  <a:pt x="347261" y="613486"/>
                  <a:pt x="349600" y="611147"/>
                </a:cubicBezTo>
                <a:lnTo>
                  <a:pt x="644981" y="315809"/>
                </a:lnTo>
                <a:cubicBezTo>
                  <a:pt x="645029" y="315761"/>
                  <a:pt x="645045" y="315697"/>
                  <a:pt x="645085" y="315650"/>
                </a:cubicBezTo>
                <a:cubicBezTo>
                  <a:pt x="646107" y="314588"/>
                  <a:pt x="646953" y="313351"/>
                  <a:pt x="647528" y="311970"/>
                </a:cubicBezTo>
                <a:close/>
              </a:path>
            </a:pathLst>
          </a:custGeom>
          <a:solidFill>
            <a:schemeClr val="tx1"/>
          </a:solidFill>
          <a:ln w="0" cap="flat">
            <a:noFill/>
            <a:prstDash val="solid"/>
            <a:miter/>
          </a:ln>
        </p:spPr>
        <p:txBody>
          <a:bodyPr rtlCol="0" anchor="ctr"/>
          <a:lstStyle/>
          <a:p>
            <a:endParaRPr lang="de-DE"/>
          </a:p>
        </p:txBody>
      </p:sp>
      <p:sp>
        <p:nvSpPr>
          <p:cNvPr id="47" name="Freihandform 46">
            <a:extLst>
              <a:ext uri="{FF2B5EF4-FFF2-40B4-BE49-F238E27FC236}">
                <a16:creationId xmlns:a16="http://schemas.microsoft.com/office/drawing/2014/main" id="{9AAC798C-97D7-A132-CD83-1662A4634A78}"/>
              </a:ext>
            </a:extLst>
          </p:cNvPr>
          <p:cNvSpPr/>
          <p:nvPr/>
        </p:nvSpPr>
        <p:spPr>
          <a:xfrm>
            <a:off x="5844296" y="1691559"/>
            <a:ext cx="503410" cy="305642"/>
          </a:xfrm>
          <a:custGeom>
            <a:avLst/>
            <a:gdLst>
              <a:gd name="connsiteX0" fmla="*/ 600937 w 604446"/>
              <a:gd name="connsiteY0" fmla="*/ 3508 h 366985"/>
              <a:gd name="connsiteX1" fmla="*/ 584004 w 604446"/>
              <a:gd name="connsiteY1" fmla="*/ 3508 h 366985"/>
              <a:gd name="connsiteX2" fmla="*/ 249421 w 604446"/>
              <a:gd name="connsiteY2" fmla="*/ 338096 h 366985"/>
              <a:gd name="connsiteX3" fmla="*/ 20443 w 604446"/>
              <a:gd name="connsiteY3" fmla="*/ 109157 h 366985"/>
              <a:gd name="connsiteX4" fmla="*/ 3509 w 604446"/>
              <a:gd name="connsiteY4" fmla="*/ 109157 h 366985"/>
              <a:gd name="connsiteX5" fmla="*/ 3509 w 604446"/>
              <a:gd name="connsiteY5" fmla="*/ 126088 h 366985"/>
              <a:gd name="connsiteX6" fmla="*/ 240935 w 604446"/>
              <a:gd name="connsiteY6" fmla="*/ 363473 h 366985"/>
              <a:gd name="connsiteX7" fmla="*/ 240942 w 604446"/>
              <a:gd name="connsiteY7" fmla="*/ 363473 h 366985"/>
              <a:gd name="connsiteX8" fmla="*/ 240942 w 604446"/>
              <a:gd name="connsiteY8" fmla="*/ 363481 h 366985"/>
              <a:gd name="connsiteX9" fmla="*/ 249414 w 604446"/>
              <a:gd name="connsiteY9" fmla="*/ 366985 h 366985"/>
              <a:gd name="connsiteX10" fmla="*/ 257884 w 604446"/>
              <a:gd name="connsiteY10" fmla="*/ 363481 h 366985"/>
              <a:gd name="connsiteX11" fmla="*/ 600937 w 604446"/>
              <a:gd name="connsiteY11" fmla="*/ 20423 h 366985"/>
              <a:gd name="connsiteX12" fmla="*/ 600937 w 604446"/>
              <a:gd name="connsiteY12" fmla="*/ 3492 h 366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04446" h="366985">
                <a:moveTo>
                  <a:pt x="600937" y="3508"/>
                </a:moveTo>
                <a:cubicBezTo>
                  <a:pt x="596259" y="-1169"/>
                  <a:pt x="588682" y="-1169"/>
                  <a:pt x="584004" y="3508"/>
                </a:cubicBezTo>
                <a:lnTo>
                  <a:pt x="249421" y="338096"/>
                </a:lnTo>
                <a:lnTo>
                  <a:pt x="20443" y="109157"/>
                </a:lnTo>
                <a:cubicBezTo>
                  <a:pt x="15764" y="104479"/>
                  <a:pt x="8187" y="104479"/>
                  <a:pt x="3509" y="109157"/>
                </a:cubicBezTo>
                <a:cubicBezTo>
                  <a:pt x="-1170" y="113835"/>
                  <a:pt x="-1170" y="121410"/>
                  <a:pt x="3509" y="126088"/>
                </a:cubicBezTo>
                <a:lnTo>
                  <a:pt x="240935" y="363473"/>
                </a:lnTo>
                <a:cubicBezTo>
                  <a:pt x="240935" y="363473"/>
                  <a:pt x="240935" y="363473"/>
                  <a:pt x="240942" y="363473"/>
                </a:cubicBezTo>
                <a:cubicBezTo>
                  <a:pt x="240951" y="363473"/>
                  <a:pt x="240942" y="363473"/>
                  <a:pt x="240942" y="363481"/>
                </a:cubicBezTo>
                <a:cubicBezTo>
                  <a:pt x="243282" y="365820"/>
                  <a:pt x="246347" y="366985"/>
                  <a:pt x="249414" y="366985"/>
                </a:cubicBezTo>
                <a:cubicBezTo>
                  <a:pt x="252479" y="366985"/>
                  <a:pt x="255545" y="365820"/>
                  <a:pt x="257884" y="363481"/>
                </a:cubicBezTo>
                <a:lnTo>
                  <a:pt x="600937" y="20423"/>
                </a:lnTo>
                <a:cubicBezTo>
                  <a:pt x="605616" y="15746"/>
                  <a:pt x="605616" y="8170"/>
                  <a:pt x="600937" y="3492"/>
                </a:cubicBezTo>
                <a:close/>
              </a:path>
            </a:pathLst>
          </a:custGeom>
          <a:solidFill>
            <a:schemeClr val="tx1"/>
          </a:solidFill>
          <a:ln w="0" cap="flat">
            <a:noFill/>
            <a:prstDash val="solid"/>
            <a:miter/>
          </a:ln>
        </p:spPr>
        <p:txBody>
          <a:bodyPr rtlCol="0" anchor="ctr"/>
          <a:lstStyle/>
          <a:p>
            <a:endParaRPr lang="de-DE"/>
          </a:p>
        </p:txBody>
      </p:sp>
      <p:sp>
        <p:nvSpPr>
          <p:cNvPr id="48" name="Freihandform 47">
            <a:extLst>
              <a:ext uri="{FF2B5EF4-FFF2-40B4-BE49-F238E27FC236}">
                <a16:creationId xmlns:a16="http://schemas.microsoft.com/office/drawing/2014/main" id="{DAF4AF5E-88DA-2AA5-1425-DFBE28516CAD}"/>
              </a:ext>
            </a:extLst>
          </p:cNvPr>
          <p:cNvSpPr/>
          <p:nvPr/>
        </p:nvSpPr>
        <p:spPr>
          <a:xfrm>
            <a:off x="7109573" y="1609537"/>
            <a:ext cx="469744" cy="469686"/>
          </a:xfrm>
          <a:custGeom>
            <a:avLst/>
            <a:gdLst>
              <a:gd name="connsiteX0" fmla="*/ 298962 w 564023"/>
              <a:gd name="connsiteY0" fmla="*/ 281955 h 563954"/>
              <a:gd name="connsiteX1" fmla="*/ 560500 w 564023"/>
              <a:gd name="connsiteY1" fmla="*/ 20439 h 563954"/>
              <a:gd name="connsiteX2" fmla="*/ 560500 w 564023"/>
              <a:gd name="connsiteY2" fmla="*/ 3508 h 563954"/>
              <a:gd name="connsiteX3" fmla="*/ 543565 w 564023"/>
              <a:gd name="connsiteY3" fmla="*/ 3508 h 563954"/>
              <a:gd name="connsiteX4" fmla="*/ 282028 w 564023"/>
              <a:gd name="connsiteY4" fmla="*/ 265024 h 563954"/>
              <a:gd name="connsiteX5" fmla="*/ 20538 w 564023"/>
              <a:gd name="connsiteY5" fmla="*/ 3508 h 563954"/>
              <a:gd name="connsiteX6" fmla="*/ 3605 w 564023"/>
              <a:gd name="connsiteY6" fmla="*/ 3508 h 563954"/>
              <a:gd name="connsiteX7" fmla="*/ 3605 w 564023"/>
              <a:gd name="connsiteY7" fmla="*/ 20439 h 563954"/>
              <a:gd name="connsiteX8" fmla="*/ 265095 w 564023"/>
              <a:gd name="connsiteY8" fmla="*/ 281955 h 563954"/>
              <a:gd name="connsiteX9" fmla="*/ 3509 w 564023"/>
              <a:gd name="connsiteY9" fmla="*/ 543519 h 563954"/>
              <a:gd name="connsiteX10" fmla="*/ 3509 w 564023"/>
              <a:gd name="connsiteY10" fmla="*/ 560450 h 563954"/>
              <a:gd name="connsiteX11" fmla="*/ 11981 w 564023"/>
              <a:gd name="connsiteY11" fmla="*/ 563954 h 563954"/>
              <a:gd name="connsiteX12" fmla="*/ 20451 w 564023"/>
              <a:gd name="connsiteY12" fmla="*/ 560450 h 563954"/>
              <a:gd name="connsiteX13" fmla="*/ 282036 w 564023"/>
              <a:gd name="connsiteY13" fmla="*/ 298894 h 563954"/>
              <a:gd name="connsiteX14" fmla="*/ 543573 w 564023"/>
              <a:gd name="connsiteY14" fmla="*/ 560450 h 563954"/>
              <a:gd name="connsiteX15" fmla="*/ 552044 w 564023"/>
              <a:gd name="connsiteY15" fmla="*/ 563954 h 563954"/>
              <a:gd name="connsiteX16" fmla="*/ 560515 w 564023"/>
              <a:gd name="connsiteY16" fmla="*/ 560450 h 563954"/>
              <a:gd name="connsiteX17" fmla="*/ 560515 w 564023"/>
              <a:gd name="connsiteY17" fmla="*/ 543519 h 563954"/>
              <a:gd name="connsiteX18" fmla="*/ 298978 w 564023"/>
              <a:gd name="connsiteY18" fmla="*/ 281955 h 563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4023" h="563954">
                <a:moveTo>
                  <a:pt x="298962" y="281955"/>
                </a:moveTo>
                <a:lnTo>
                  <a:pt x="560500" y="20439"/>
                </a:lnTo>
                <a:cubicBezTo>
                  <a:pt x="565178" y="15762"/>
                  <a:pt x="565178" y="8186"/>
                  <a:pt x="560500" y="3508"/>
                </a:cubicBezTo>
                <a:cubicBezTo>
                  <a:pt x="555821" y="-1169"/>
                  <a:pt x="548244" y="-1169"/>
                  <a:pt x="543565" y="3508"/>
                </a:cubicBezTo>
                <a:lnTo>
                  <a:pt x="282028" y="265024"/>
                </a:lnTo>
                <a:lnTo>
                  <a:pt x="20538" y="3508"/>
                </a:lnTo>
                <a:cubicBezTo>
                  <a:pt x="15860" y="-1169"/>
                  <a:pt x="8284" y="-1169"/>
                  <a:pt x="3605" y="3508"/>
                </a:cubicBezTo>
                <a:cubicBezTo>
                  <a:pt x="-1073" y="8186"/>
                  <a:pt x="-1073" y="15762"/>
                  <a:pt x="3605" y="20439"/>
                </a:cubicBezTo>
                <a:lnTo>
                  <a:pt x="265095" y="281955"/>
                </a:lnTo>
                <a:lnTo>
                  <a:pt x="3509" y="543519"/>
                </a:lnTo>
                <a:cubicBezTo>
                  <a:pt x="-1170" y="548197"/>
                  <a:pt x="-1170" y="555772"/>
                  <a:pt x="3509" y="560450"/>
                </a:cubicBezTo>
                <a:cubicBezTo>
                  <a:pt x="5848" y="562789"/>
                  <a:pt x="8914" y="563954"/>
                  <a:pt x="11981" y="563954"/>
                </a:cubicBezTo>
                <a:cubicBezTo>
                  <a:pt x="15046" y="563954"/>
                  <a:pt x="18112" y="562789"/>
                  <a:pt x="20451" y="560450"/>
                </a:cubicBezTo>
                <a:lnTo>
                  <a:pt x="282036" y="298894"/>
                </a:lnTo>
                <a:lnTo>
                  <a:pt x="543573" y="560450"/>
                </a:lnTo>
                <a:cubicBezTo>
                  <a:pt x="545913" y="562789"/>
                  <a:pt x="548978" y="563954"/>
                  <a:pt x="552044" y="563954"/>
                </a:cubicBezTo>
                <a:cubicBezTo>
                  <a:pt x="555110" y="563954"/>
                  <a:pt x="558176" y="562789"/>
                  <a:pt x="560515" y="560450"/>
                </a:cubicBezTo>
                <a:cubicBezTo>
                  <a:pt x="565193" y="555772"/>
                  <a:pt x="565193" y="548197"/>
                  <a:pt x="560515" y="543519"/>
                </a:cubicBezTo>
                <a:lnTo>
                  <a:pt x="298978" y="281955"/>
                </a:lnTo>
                <a:close/>
              </a:path>
            </a:pathLst>
          </a:custGeom>
          <a:solidFill>
            <a:schemeClr val="tx1"/>
          </a:solidFill>
          <a:ln w="0" cap="flat">
            <a:noFill/>
            <a:prstDash val="solid"/>
            <a:miter/>
          </a:ln>
        </p:spPr>
        <p:txBody>
          <a:bodyPr rtlCol="0" anchor="ctr"/>
          <a:lstStyle/>
          <a:p>
            <a:endParaRPr lang="de-DE"/>
          </a:p>
        </p:txBody>
      </p:sp>
      <p:grpSp>
        <p:nvGrpSpPr>
          <p:cNvPr id="49" name="Grafik 13">
            <a:extLst>
              <a:ext uri="{FF2B5EF4-FFF2-40B4-BE49-F238E27FC236}">
                <a16:creationId xmlns:a16="http://schemas.microsoft.com/office/drawing/2014/main" id="{5A6A2679-40E1-7333-42A8-57A2BF086FDB}"/>
              </a:ext>
            </a:extLst>
          </p:cNvPr>
          <p:cNvGrpSpPr/>
          <p:nvPr/>
        </p:nvGrpSpPr>
        <p:grpSpPr>
          <a:xfrm>
            <a:off x="9571403" y="3408813"/>
            <a:ext cx="539861" cy="543318"/>
            <a:chOff x="13214926" y="3326882"/>
            <a:chExt cx="648213" cy="652364"/>
          </a:xfrm>
          <a:solidFill>
            <a:schemeClr val="tx1"/>
          </a:solidFill>
        </p:grpSpPr>
        <p:sp>
          <p:nvSpPr>
            <p:cNvPr id="50" name="Freihandform 49">
              <a:extLst>
                <a:ext uri="{FF2B5EF4-FFF2-40B4-BE49-F238E27FC236}">
                  <a16:creationId xmlns:a16="http://schemas.microsoft.com/office/drawing/2014/main" id="{16DEE558-42CD-274E-7FF1-68FCF3FE7625}"/>
                </a:ext>
              </a:extLst>
            </p:cNvPr>
            <p:cNvSpPr/>
            <p:nvPr/>
          </p:nvSpPr>
          <p:spPr>
            <a:xfrm>
              <a:off x="13319782" y="3326882"/>
              <a:ext cx="438468" cy="462173"/>
            </a:xfrm>
            <a:custGeom>
              <a:avLst/>
              <a:gdLst>
                <a:gd name="connsiteX0" fmla="*/ 210604 w 438468"/>
                <a:gd name="connsiteY0" fmla="*/ 458485 h 462173"/>
                <a:gd name="connsiteX1" fmla="*/ 216895 w 438468"/>
                <a:gd name="connsiteY1" fmla="*/ 461934 h 462173"/>
                <a:gd name="connsiteX2" fmla="*/ 217590 w 438468"/>
                <a:gd name="connsiteY2" fmla="*/ 462006 h 462173"/>
                <a:gd name="connsiteX3" fmla="*/ 219211 w 438468"/>
                <a:gd name="connsiteY3" fmla="*/ 462173 h 462173"/>
                <a:gd name="connsiteX4" fmla="*/ 219226 w 438468"/>
                <a:gd name="connsiteY4" fmla="*/ 462173 h 462173"/>
                <a:gd name="connsiteX5" fmla="*/ 219243 w 438468"/>
                <a:gd name="connsiteY5" fmla="*/ 462173 h 462173"/>
                <a:gd name="connsiteX6" fmla="*/ 227713 w 438468"/>
                <a:gd name="connsiteY6" fmla="*/ 458669 h 462173"/>
                <a:gd name="connsiteX7" fmla="*/ 434960 w 438468"/>
                <a:gd name="connsiteY7" fmla="*/ 251418 h 462173"/>
                <a:gd name="connsiteX8" fmla="*/ 434960 w 438468"/>
                <a:gd name="connsiteY8" fmla="*/ 234487 h 462173"/>
                <a:gd name="connsiteX9" fmla="*/ 418026 w 438468"/>
                <a:gd name="connsiteY9" fmla="*/ 234487 h 462173"/>
                <a:gd name="connsiteX10" fmla="*/ 231194 w 438468"/>
                <a:gd name="connsiteY10" fmla="*/ 421326 h 462173"/>
                <a:gd name="connsiteX11" fmla="*/ 231194 w 438468"/>
                <a:gd name="connsiteY11" fmla="*/ 11974 h 462173"/>
                <a:gd name="connsiteX12" fmla="*/ 219218 w 438468"/>
                <a:gd name="connsiteY12" fmla="*/ 0 h 462173"/>
                <a:gd name="connsiteX13" fmla="*/ 207242 w 438468"/>
                <a:gd name="connsiteY13" fmla="*/ 11974 h 462173"/>
                <a:gd name="connsiteX14" fmla="*/ 207242 w 438468"/>
                <a:gd name="connsiteY14" fmla="*/ 421263 h 462173"/>
                <a:gd name="connsiteX15" fmla="*/ 20443 w 438468"/>
                <a:gd name="connsiteY15" fmla="*/ 234487 h 462173"/>
                <a:gd name="connsiteX16" fmla="*/ 3509 w 438468"/>
                <a:gd name="connsiteY16" fmla="*/ 234487 h 462173"/>
                <a:gd name="connsiteX17" fmla="*/ 3509 w 438468"/>
                <a:gd name="connsiteY17" fmla="*/ 251418 h 462173"/>
                <a:gd name="connsiteX18" fmla="*/ 210612 w 438468"/>
                <a:gd name="connsiteY18" fmla="*/ 458493 h 462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8468" h="462173">
                  <a:moveTo>
                    <a:pt x="210604" y="458485"/>
                  </a:moveTo>
                  <a:cubicBezTo>
                    <a:pt x="212272" y="460217"/>
                    <a:pt x="214444" y="461455"/>
                    <a:pt x="216895" y="461934"/>
                  </a:cubicBezTo>
                  <a:cubicBezTo>
                    <a:pt x="217127" y="461982"/>
                    <a:pt x="217367" y="461974"/>
                    <a:pt x="217590" y="462006"/>
                  </a:cubicBezTo>
                  <a:cubicBezTo>
                    <a:pt x="218125" y="462077"/>
                    <a:pt x="218660" y="462173"/>
                    <a:pt x="219211" y="462173"/>
                  </a:cubicBezTo>
                  <a:cubicBezTo>
                    <a:pt x="219211" y="462173"/>
                    <a:pt x="219218" y="462173"/>
                    <a:pt x="219226" y="462173"/>
                  </a:cubicBezTo>
                  <a:cubicBezTo>
                    <a:pt x="219235" y="462173"/>
                    <a:pt x="219235" y="462173"/>
                    <a:pt x="219243" y="462173"/>
                  </a:cubicBezTo>
                  <a:cubicBezTo>
                    <a:pt x="222412" y="462173"/>
                    <a:pt x="225462" y="460912"/>
                    <a:pt x="227713" y="458669"/>
                  </a:cubicBezTo>
                  <a:lnTo>
                    <a:pt x="434960" y="251418"/>
                  </a:lnTo>
                  <a:cubicBezTo>
                    <a:pt x="439639" y="246740"/>
                    <a:pt x="439639" y="239165"/>
                    <a:pt x="434960" y="234487"/>
                  </a:cubicBezTo>
                  <a:cubicBezTo>
                    <a:pt x="430282" y="229809"/>
                    <a:pt x="422705" y="229809"/>
                    <a:pt x="418026" y="234487"/>
                  </a:cubicBezTo>
                  <a:lnTo>
                    <a:pt x="231194" y="421326"/>
                  </a:lnTo>
                  <a:lnTo>
                    <a:pt x="231194" y="11974"/>
                  </a:lnTo>
                  <a:cubicBezTo>
                    <a:pt x="231194" y="5364"/>
                    <a:pt x="225829" y="0"/>
                    <a:pt x="219218" y="0"/>
                  </a:cubicBezTo>
                  <a:cubicBezTo>
                    <a:pt x="212608" y="0"/>
                    <a:pt x="207242" y="5364"/>
                    <a:pt x="207242" y="11974"/>
                  </a:cubicBezTo>
                  <a:lnTo>
                    <a:pt x="207242" y="421263"/>
                  </a:lnTo>
                  <a:lnTo>
                    <a:pt x="20443" y="234487"/>
                  </a:lnTo>
                  <a:cubicBezTo>
                    <a:pt x="15764" y="229809"/>
                    <a:pt x="8187" y="229809"/>
                    <a:pt x="3509" y="234487"/>
                  </a:cubicBezTo>
                  <a:cubicBezTo>
                    <a:pt x="-1170" y="239165"/>
                    <a:pt x="-1170" y="246740"/>
                    <a:pt x="3509" y="251418"/>
                  </a:cubicBezTo>
                  <a:lnTo>
                    <a:pt x="210612" y="458493"/>
                  </a:lnTo>
                  <a:close/>
                </a:path>
              </a:pathLst>
            </a:custGeom>
            <a:grpFill/>
            <a:ln w="0" cap="flat">
              <a:noFill/>
              <a:prstDash val="solid"/>
              <a:miter/>
            </a:ln>
          </p:spPr>
          <p:txBody>
            <a:bodyPr rtlCol="0" anchor="ctr"/>
            <a:lstStyle/>
            <a:p>
              <a:endParaRPr lang="de-DE"/>
            </a:p>
          </p:txBody>
        </p:sp>
        <p:sp>
          <p:nvSpPr>
            <p:cNvPr id="51" name="Freihandform 50">
              <a:extLst>
                <a:ext uri="{FF2B5EF4-FFF2-40B4-BE49-F238E27FC236}">
                  <a16:creationId xmlns:a16="http://schemas.microsoft.com/office/drawing/2014/main" id="{C7E4742C-2710-3CB7-B350-0380E8FFBC3C}"/>
                </a:ext>
              </a:extLst>
            </p:cNvPr>
            <p:cNvSpPr/>
            <p:nvPr/>
          </p:nvSpPr>
          <p:spPr>
            <a:xfrm>
              <a:off x="13214926" y="3822845"/>
              <a:ext cx="648213" cy="156401"/>
            </a:xfrm>
            <a:custGeom>
              <a:avLst/>
              <a:gdLst>
                <a:gd name="connsiteX0" fmla="*/ 636230 w 648213"/>
                <a:gd name="connsiteY0" fmla="*/ 0 h 156401"/>
                <a:gd name="connsiteX1" fmla="*/ 624254 w 648213"/>
                <a:gd name="connsiteY1" fmla="*/ 11974 h 156401"/>
                <a:gd name="connsiteX2" fmla="*/ 624254 w 648213"/>
                <a:gd name="connsiteY2" fmla="*/ 76768 h 156401"/>
                <a:gd name="connsiteX3" fmla="*/ 607999 w 648213"/>
                <a:gd name="connsiteY3" fmla="*/ 116122 h 156401"/>
                <a:gd name="connsiteX4" fmla="*/ 568550 w 648213"/>
                <a:gd name="connsiteY4" fmla="*/ 132454 h 156401"/>
                <a:gd name="connsiteX5" fmla="*/ 79615 w 648213"/>
                <a:gd name="connsiteY5" fmla="*/ 132454 h 156401"/>
                <a:gd name="connsiteX6" fmla="*/ 23952 w 648213"/>
                <a:gd name="connsiteY6" fmla="*/ 76752 h 156401"/>
                <a:gd name="connsiteX7" fmla="*/ 23952 w 648213"/>
                <a:gd name="connsiteY7" fmla="*/ 11974 h 156401"/>
                <a:gd name="connsiteX8" fmla="*/ 11976 w 648213"/>
                <a:gd name="connsiteY8" fmla="*/ 0 h 156401"/>
                <a:gd name="connsiteX9" fmla="*/ 0 w 648213"/>
                <a:gd name="connsiteY9" fmla="*/ 11974 h 156401"/>
                <a:gd name="connsiteX10" fmla="*/ 0 w 648213"/>
                <a:gd name="connsiteY10" fmla="*/ 76792 h 156401"/>
                <a:gd name="connsiteX11" fmla="*/ 79615 w 648213"/>
                <a:gd name="connsiteY11" fmla="*/ 156402 h 156401"/>
                <a:gd name="connsiteX12" fmla="*/ 568710 w 648213"/>
                <a:gd name="connsiteY12" fmla="*/ 156402 h 156401"/>
                <a:gd name="connsiteX13" fmla="*/ 624965 w 648213"/>
                <a:gd name="connsiteY13" fmla="*/ 133029 h 156401"/>
                <a:gd name="connsiteX14" fmla="*/ 648214 w 648213"/>
                <a:gd name="connsiteY14" fmla="*/ 76752 h 156401"/>
                <a:gd name="connsiteX15" fmla="*/ 648214 w 648213"/>
                <a:gd name="connsiteY15" fmla="*/ 11974 h 156401"/>
                <a:gd name="connsiteX16" fmla="*/ 636238 w 648213"/>
                <a:gd name="connsiteY16" fmla="*/ 0 h 15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48213" h="156401">
                  <a:moveTo>
                    <a:pt x="636230" y="0"/>
                  </a:moveTo>
                  <a:cubicBezTo>
                    <a:pt x="629620" y="0"/>
                    <a:pt x="624254" y="5364"/>
                    <a:pt x="624254" y="11974"/>
                  </a:cubicBezTo>
                  <a:lnTo>
                    <a:pt x="624254" y="76768"/>
                  </a:lnTo>
                  <a:cubicBezTo>
                    <a:pt x="624270" y="91624"/>
                    <a:pt x="618498" y="105593"/>
                    <a:pt x="607999" y="116122"/>
                  </a:cubicBezTo>
                  <a:cubicBezTo>
                    <a:pt x="597508" y="126635"/>
                    <a:pt x="583544" y="132438"/>
                    <a:pt x="568550" y="132454"/>
                  </a:cubicBezTo>
                  <a:lnTo>
                    <a:pt x="79615" y="132454"/>
                  </a:lnTo>
                  <a:cubicBezTo>
                    <a:pt x="48925" y="132454"/>
                    <a:pt x="23952" y="107485"/>
                    <a:pt x="23952" y="76752"/>
                  </a:cubicBezTo>
                  <a:lnTo>
                    <a:pt x="23952" y="11974"/>
                  </a:lnTo>
                  <a:cubicBezTo>
                    <a:pt x="23952" y="5364"/>
                    <a:pt x="18587" y="0"/>
                    <a:pt x="11976" y="0"/>
                  </a:cubicBezTo>
                  <a:cubicBezTo>
                    <a:pt x="5365" y="0"/>
                    <a:pt x="0" y="5364"/>
                    <a:pt x="0" y="11974"/>
                  </a:cubicBezTo>
                  <a:lnTo>
                    <a:pt x="0" y="76792"/>
                  </a:lnTo>
                  <a:cubicBezTo>
                    <a:pt x="0" y="120688"/>
                    <a:pt x="35720" y="156402"/>
                    <a:pt x="79615" y="156402"/>
                  </a:cubicBezTo>
                  <a:lnTo>
                    <a:pt x="568710" y="156402"/>
                  </a:lnTo>
                  <a:cubicBezTo>
                    <a:pt x="589963" y="156378"/>
                    <a:pt x="609947" y="148084"/>
                    <a:pt x="624965" y="133029"/>
                  </a:cubicBezTo>
                  <a:cubicBezTo>
                    <a:pt x="639982" y="117982"/>
                    <a:pt x="648238" y="97994"/>
                    <a:pt x="648214" y="76752"/>
                  </a:cubicBezTo>
                  <a:lnTo>
                    <a:pt x="648214" y="11974"/>
                  </a:lnTo>
                  <a:cubicBezTo>
                    <a:pt x="648214" y="5364"/>
                    <a:pt x="642849" y="0"/>
                    <a:pt x="636238" y="0"/>
                  </a:cubicBezTo>
                  <a:close/>
                </a:path>
              </a:pathLst>
            </a:custGeom>
            <a:grpFill/>
            <a:ln w="0" cap="flat">
              <a:noFill/>
              <a:prstDash val="solid"/>
              <a:miter/>
            </a:ln>
          </p:spPr>
          <p:txBody>
            <a:bodyPr rtlCol="0" anchor="ctr"/>
            <a:lstStyle/>
            <a:p>
              <a:endParaRPr lang="de-DE"/>
            </a:p>
          </p:txBody>
        </p:sp>
      </p:grpSp>
      <p:grpSp>
        <p:nvGrpSpPr>
          <p:cNvPr id="52" name="Grafik 13">
            <a:extLst>
              <a:ext uri="{FF2B5EF4-FFF2-40B4-BE49-F238E27FC236}">
                <a16:creationId xmlns:a16="http://schemas.microsoft.com/office/drawing/2014/main" id="{D2ED5EC5-C6D7-D5B2-4AEB-6209831BAA47}"/>
              </a:ext>
            </a:extLst>
          </p:cNvPr>
          <p:cNvGrpSpPr/>
          <p:nvPr/>
        </p:nvGrpSpPr>
        <p:grpSpPr>
          <a:xfrm>
            <a:off x="8322972" y="3408828"/>
            <a:ext cx="539835" cy="543289"/>
            <a:chOff x="11575044" y="3326918"/>
            <a:chExt cx="648182" cy="652329"/>
          </a:xfrm>
          <a:solidFill>
            <a:schemeClr val="tx1"/>
          </a:solidFill>
        </p:grpSpPr>
        <p:sp>
          <p:nvSpPr>
            <p:cNvPr id="53" name="Freihandform 52">
              <a:extLst>
                <a:ext uri="{FF2B5EF4-FFF2-40B4-BE49-F238E27FC236}">
                  <a16:creationId xmlns:a16="http://schemas.microsoft.com/office/drawing/2014/main" id="{57F9FB54-0422-C08A-AA24-90296C887E05}"/>
                </a:ext>
              </a:extLst>
            </p:cNvPr>
            <p:cNvSpPr/>
            <p:nvPr/>
          </p:nvSpPr>
          <p:spPr>
            <a:xfrm>
              <a:off x="11679845" y="3326918"/>
              <a:ext cx="438573" cy="462137"/>
            </a:xfrm>
            <a:custGeom>
              <a:avLst/>
              <a:gdLst>
                <a:gd name="connsiteX0" fmla="*/ 20435 w 438573"/>
                <a:gd name="connsiteY0" fmla="*/ 227570 h 462137"/>
                <a:gd name="connsiteX1" fmla="*/ 207307 w 438573"/>
                <a:gd name="connsiteY1" fmla="*/ 40779 h 462137"/>
                <a:gd name="connsiteX2" fmla="*/ 207307 w 438573"/>
                <a:gd name="connsiteY2" fmla="*/ 450163 h 462137"/>
                <a:gd name="connsiteX3" fmla="*/ 219283 w 438573"/>
                <a:gd name="connsiteY3" fmla="*/ 462137 h 462137"/>
                <a:gd name="connsiteX4" fmla="*/ 231259 w 438573"/>
                <a:gd name="connsiteY4" fmla="*/ 450163 h 462137"/>
                <a:gd name="connsiteX5" fmla="*/ 231259 w 438573"/>
                <a:gd name="connsiteY5" fmla="*/ 40787 h 462137"/>
                <a:gd name="connsiteX6" fmla="*/ 418122 w 438573"/>
                <a:gd name="connsiteY6" fmla="*/ 227626 h 462137"/>
                <a:gd name="connsiteX7" fmla="*/ 426593 w 438573"/>
                <a:gd name="connsiteY7" fmla="*/ 231131 h 462137"/>
                <a:gd name="connsiteX8" fmla="*/ 435064 w 438573"/>
                <a:gd name="connsiteY8" fmla="*/ 227626 h 462137"/>
                <a:gd name="connsiteX9" fmla="*/ 435064 w 438573"/>
                <a:gd name="connsiteY9" fmla="*/ 210695 h 462137"/>
                <a:gd name="connsiteX10" fmla="*/ 227754 w 438573"/>
                <a:gd name="connsiteY10" fmla="*/ 3413 h 462137"/>
                <a:gd name="connsiteX11" fmla="*/ 227419 w 438573"/>
                <a:gd name="connsiteY11" fmla="*/ 3189 h 462137"/>
                <a:gd name="connsiteX12" fmla="*/ 224081 w 438573"/>
                <a:gd name="connsiteY12" fmla="*/ 970 h 462137"/>
                <a:gd name="connsiteX13" fmla="*/ 223187 w 438573"/>
                <a:gd name="connsiteY13" fmla="*/ 659 h 462137"/>
                <a:gd name="connsiteX14" fmla="*/ 219873 w 438573"/>
                <a:gd name="connsiteY14" fmla="*/ 12 h 462137"/>
                <a:gd name="connsiteX15" fmla="*/ 218708 w 438573"/>
                <a:gd name="connsiteY15" fmla="*/ 12 h 462137"/>
                <a:gd name="connsiteX16" fmla="*/ 215394 w 438573"/>
                <a:gd name="connsiteY16" fmla="*/ 659 h 462137"/>
                <a:gd name="connsiteX17" fmla="*/ 214500 w 438573"/>
                <a:gd name="connsiteY17" fmla="*/ 970 h 462137"/>
                <a:gd name="connsiteX18" fmla="*/ 211163 w 438573"/>
                <a:gd name="connsiteY18" fmla="*/ 3189 h 462137"/>
                <a:gd name="connsiteX19" fmla="*/ 210828 w 438573"/>
                <a:gd name="connsiteY19" fmla="*/ 3413 h 462137"/>
                <a:gd name="connsiteX20" fmla="*/ 3509 w 438573"/>
                <a:gd name="connsiteY20" fmla="*/ 210639 h 462137"/>
                <a:gd name="connsiteX21" fmla="*/ 3509 w 438573"/>
                <a:gd name="connsiteY21" fmla="*/ 227570 h 462137"/>
                <a:gd name="connsiteX22" fmla="*/ 20443 w 438573"/>
                <a:gd name="connsiteY22" fmla="*/ 227570 h 46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38573" h="462137">
                  <a:moveTo>
                    <a:pt x="20435" y="227570"/>
                  </a:moveTo>
                  <a:lnTo>
                    <a:pt x="207307" y="40779"/>
                  </a:lnTo>
                  <a:lnTo>
                    <a:pt x="207307" y="450163"/>
                  </a:lnTo>
                  <a:cubicBezTo>
                    <a:pt x="207307" y="456773"/>
                    <a:pt x="212672" y="462137"/>
                    <a:pt x="219283" y="462137"/>
                  </a:cubicBezTo>
                  <a:cubicBezTo>
                    <a:pt x="225893" y="462137"/>
                    <a:pt x="231259" y="456773"/>
                    <a:pt x="231259" y="450163"/>
                  </a:cubicBezTo>
                  <a:lnTo>
                    <a:pt x="231259" y="40787"/>
                  </a:lnTo>
                  <a:lnTo>
                    <a:pt x="418122" y="227626"/>
                  </a:lnTo>
                  <a:cubicBezTo>
                    <a:pt x="420461" y="229965"/>
                    <a:pt x="423528" y="231131"/>
                    <a:pt x="426593" y="231131"/>
                  </a:cubicBezTo>
                  <a:cubicBezTo>
                    <a:pt x="429659" y="231131"/>
                    <a:pt x="432725" y="229965"/>
                    <a:pt x="435064" y="227626"/>
                  </a:cubicBezTo>
                  <a:cubicBezTo>
                    <a:pt x="439743" y="222948"/>
                    <a:pt x="439743" y="215373"/>
                    <a:pt x="435064" y="210695"/>
                  </a:cubicBezTo>
                  <a:lnTo>
                    <a:pt x="227754" y="3413"/>
                  </a:lnTo>
                  <a:cubicBezTo>
                    <a:pt x="227657" y="3309"/>
                    <a:pt x="227514" y="3285"/>
                    <a:pt x="227419" y="3189"/>
                  </a:cubicBezTo>
                  <a:cubicBezTo>
                    <a:pt x="226436" y="2279"/>
                    <a:pt x="225326" y="1521"/>
                    <a:pt x="224081" y="970"/>
                  </a:cubicBezTo>
                  <a:cubicBezTo>
                    <a:pt x="223785" y="842"/>
                    <a:pt x="223490" y="762"/>
                    <a:pt x="223187" y="659"/>
                  </a:cubicBezTo>
                  <a:cubicBezTo>
                    <a:pt x="222141" y="300"/>
                    <a:pt x="221031" y="68"/>
                    <a:pt x="219873" y="12"/>
                  </a:cubicBezTo>
                  <a:cubicBezTo>
                    <a:pt x="219482" y="-4"/>
                    <a:pt x="219107" y="-4"/>
                    <a:pt x="218708" y="12"/>
                  </a:cubicBezTo>
                  <a:cubicBezTo>
                    <a:pt x="217550" y="68"/>
                    <a:pt x="216441" y="291"/>
                    <a:pt x="215394" y="659"/>
                  </a:cubicBezTo>
                  <a:cubicBezTo>
                    <a:pt x="215091" y="762"/>
                    <a:pt x="214796" y="834"/>
                    <a:pt x="214500" y="970"/>
                  </a:cubicBezTo>
                  <a:cubicBezTo>
                    <a:pt x="213263" y="1513"/>
                    <a:pt x="212145" y="2279"/>
                    <a:pt x="211163" y="3189"/>
                  </a:cubicBezTo>
                  <a:cubicBezTo>
                    <a:pt x="211059" y="3285"/>
                    <a:pt x="210924" y="3317"/>
                    <a:pt x="210828" y="3413"/>
                  </a:cubicBezTo>
                  <a:lnTo>
                    <a:pt x="3509" y="210639"/>
                  </a:lnTo>
                  <a:cubicBezTo>
                    <a:pt x="-1170" y="215317"/>
                    <a:pt x="-1170" y="222892"/>
                    <a:pt x="3509" y="227570"/>
                  </a:cubicBezTo>
                  <a:cubicBezTo>
                    <a:pt x="8187" y="232248"/>
                    <a:pt x="15765" y="232248"/>
                    <a:pt x="20443" y="227570"/>
                  </a:cubicBezTo>
                  <a:close/>
                </a:path>
              </a:pathLst>
            </a:custGeom>
            <a:grpFill/>
            <a:ln w="0" cap="flat">
              <a:noFill/>
              <a:prstDash val="solid"/>
              <a:miter/>
            </a:ln>
          </p:spPr>
          <p:txBody>
            <a:bodyPr rtlCol="0" anchor="ctr"/>
            <a:lstStyle/>
            <a:p>
              <a:endParaRPr lang="de-DE"/>
            </a:p>
          </p:txBody>
        </p:sp>
        <p:sp>
          <p:nvSpPr>
            <p:cNvPr id="54" name="Freihandform 53">
              <a:extLst>
                <a:ext uri="{FF2B5EF4-FFF2-40B4-BE49-F238E27FC236}">
                  <a16:creationId xmlns:a16="http://schemas.microsoft.com/office/drawing/2014/main" id="{31482CB6-B64D-03D2-5658-A12C243981EF}"/>
                </a:ext>
              </a:extLst>
            </p:cNvPr>
            <p:cNvSpPr/>
            <p:nvPr/>
          </p:nvSpPr>
          <p:spPr>
            <a:xfrm>
              <a:off x="11575044" y="3822845"/>
              <a:ext cx="648182" cy="156401"/>
            </a:xfrm>
            <a:custGeom>
              <a:avLst/>
              <a:gdLst>
                <a:gd name="connsiteX0" fmla="*/ 636207 w 648182"/>
                <a:gd name="connsiteY0" fmla="*/ 0 h 156401"/>
                <a:gd name="connsiteX1" fmla="*/ 624231 w 648182"/>
                <a:gd name="connsiteY1" fmla="*/ 11974 h 156401"/>
                <a:gd name="connsiteX2" fmla="*/ 624231 w 648182"/>
                <a:gd name="connsiteY2" fmla="*/ 76760 h 156401"/>
                <a:gd name="connsiteX3" fmla="*/ 607952 w 648182"/>
                <a:gd name="connsiteY3" fmla="*/ 116130 h 156401"/>
                <a:gd name="connsiteX4" fmla="*/ 568567 w 648182"/>
                <a:gd name="connsiteY4" fmla="*/ 132454 h 156401"/>
                <a:gd name="connsiteX5" fmla="*/ 79640 w 648182"/>
                <a:gd name="connsiteY5" fmla="*/ 132454 h 156401"/>
                <a:gd name="connsiteX6" fmla="*/ 23952 w 648182"/>
                <a:gd name="connsiteY6" fmla="*/ 76752 h 156401"/>
                <a:gd name="connsiteX7" fmla="*/ 23952 w 648182"/>
                <a:gd name="connsiteY7" fmla="*/ 11974 h 156401"/>
                <a:gd name="connsiteX8" fmla="*/ 11976 w 648182"/>
                <a:gd name="connsiteY8" fmla="*/ 0 h 156401"/>
                <a:gd name="connsiteX9" fmla="*/ 0 w 648182"/>
                <a:gd name="connsiteY9" fmla="*/ 11974 h 156401"/>
                <a:gd name="connsiteX10" fmla="*/ 0 w 648182"/>
                <a:gd name="connsiteY10" fmla="*/ 76848 h 156401"/>
                <a:gd name="connsiteX11" fmla="*/ 79624 w 648182"/>
                <a:gd name="connsiteY11" fmla="*/ 156402 h 156401"/>
                <a:gd name="connsiteX12" fmla="*/ 568615 w 648182"/>
                <a:gd name="connsiteY12" fmla="*/ 156402 h 156401"/>
                <a:gd name="connsiteX13" fmla="*/ 624901 w 648182"/>
                <a:gd name="connsiteY13" fmla="*/ 133045 h 156401"/>
                <a:gd name="connsiteX14" fmla="*/ 648183 w 648182"/>
                <a:gd name="connsiteY14" fmla="*/ 76752 h 156401"/>
                <a:gd name="connsiteX15" fmla="*/ 648183 w 648182"/>
                <a:gd name="connsiteY15" fmla="*/ 11974 h 156401"/>
                <a:gd name="connsiteX16" fmla="*/ 636207 w 648182"/>
                <a:gd name="connsiteY16" fmla="*/ 0 h 156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48182" h="156401">
                  <a:moveTo>
                    <a:pt x="636207" y="0"/>
                  </a:moveTo>
                  <a:cubicBezTo>
                    <a:pt x="629596" y="0"/>
                    <a:pt x="624231" y="5364"/>
                    <a:pt x="624231" y="11974"/>
                  </a:cubicBezTo>
                  <a:lnTo>
                    <a:pt x="624231" y="76760"/>
                  </a:lnTo>
                  <a:cubicBezTo>
                    <a:pt x="624231" y="91624"/>
                    <a:pt x="618458" y="105601"/>
                    <a:pt x="607952" y="116130"/>
                  </a:cubicBezTo>
                  <a:cubicBezTo>
                    <a:pt x="597453" y="126643"/>
                    <a:pt x="583473" y="132446"/>
                    <a:pt x="568567" y="132454"/>
                  </a:cubicBezTo>
                  <a:lnTo>
                    <a:pt x="79640" y="132454"/>
                  </a:lnTo>
                  <a:cubicBezTo>
                    <a:pt x="48958" y="132454"/>
                    <a:pt x="23976" y="107509"/>
                    <a:pt x="23952" y="76752"/>
                  </a:cubicBezTo>
                  <a:lnTo>
                    <a:pt x="23952" y="11974"/>
                  </a:lnTo>
                  <a:cubicBezTo>
                    <a:pt x="23952" y="5364"/>
                    <a:pt x="18587" y="0"/>
                    <a:pt x="11976" y="0"/>
                  </a:cubicBezTo>
                  <a:cubicBezTo>
                    <a:pt x="5365" y="0"/>
                    <a:pt x="0" y="5364"/>
                    <a:pt x="0" y="11974"/>
                  </a:cubicBezTo>
                  <a:lnTo>
                    <a:pt x="0" y="76848"/>
                  </a:lnTo>
                  <a:cubicBezTo>
                    <a:pt x="40" y="120728"/>
                    <a:pt x="35760" y="156402"/>
                    <a:pt x="79624" y="156402"/>
                  </a:cubicBezTo>
                  <a:lnTo>
                    <a:pt x="568615" y="156402"/>
                  </a:lnTo>
                  <a:cubicBezTo>
                    <a:pt x="589884" y="156386"/>
                    <a:pt x="609876" y="148092"/>
                    <a:pt x="624901" y="133045"/>
                  </a:cubicBezTo>
                  <a:cubicBezTo>
                    <a:pt x="639927" y="117998"/>
                    <a:pt x="648198" y="98009"/>
                    <a:pt x="648183" y="76752"/>
                  </a:cubicBezTo>
                  <a:lnTo>
                    <a:pt x="648183" y="11974"/>
                  </a:lnTo>
                  <a:cubicBezTo>
                    <a:pt x="648183" y="5364"/>
                    <a:pt x="642818" y="0"/>
                    <a:pt x="636207" y="0"/>
                  </a:cubicBezTo>
                  <a:close/>
                </a:path>
              </a:pathLst>
            </a:custGeom>
            <a:grpFill/>
            <a:ln w="0" cap="flat">
              <a:noFill/>
              <a:prstDash val="solid"/>
              <a:miter/>
            </a:ln>
          </p:spPr>
          <p:txBody>
            <a:bodyPr rtlCol="0" anchor="ctr"/>
            <a:lstStyle/>
            <a:p>
              <a:endParaRPr lang="de-DE"/>
            </a:p>
          </p:txBody>
        </p:sp>
      </p:grpSp>
      <p:sp>
        <p:nvSpPr>
          <p:cNvPr id="55" name="Freihandform 54">
            <a:extLst>
              <a:ext uri="{FF2B5EF4-FFF2-40B4-BE49-F238E27FC236}">
                <a16:creationId xmlns:a16="http://schemas.microsoft.com/office/drawing/2014/main" id="{5EEB6B68-634B-79DE-1A13-E48DC163BF8A}"/>
              </a:ext>
            </a:extLst>
          </p:cNvPr>
          <p:cNvSpPr/>
          <p:nvPr/>
        </p:nvSpPr>
        <p:spPr>
          <a:xfrm>
            <a:off x="8315142" y="1579572"/>
            <a:ext cx="555494" cy="529616"/>
          </a:xfrm>
          <a:custGeom>
            <a:avLst/>
            <a:gdLst>
              <a:gd name="connsiteX0" fmla="*/ 657256 w 666984"/>
              <a:gd name="connsiteY0" fmla="*/ 112793 h 635912"/>
              <a:gd name="connsiteX1" fmla="*/ 536101 w 666984"/>
              <a:gd name="connsiteY1" fmla="*/ 89500 h 635912"/>
              <a:gd name="connsiteX2" fmla="*/ 534176 w 666984"/>
              <a:gd name="connsiteY2" fmla="*/ 89317 h 635912"/>
              <a:gd name="connsiteX3" fmla="*/ 533610 w 666984"/>
              <a:gd name="connsiteY3" fmla="*/ 89293 h 635912"/>
              <a:gd name="connsiteX4" fmla="*/ 529674 w 666984"/>
              <a:gd name="connsiteY4" fmla="*/ 90067 h 635912"/>
              <a:gd name="connsiteX5" fmla="*/ 529218 w 666984"/>
              <a:gd name="connsiteY5" fmla="*/ 90211 h 635912"/>
              <a:gd name="connsiteX6" fmla="*/ 527119 w 666984"/>
              <a:gd name="connsiteY6" fmla="*/ 91336 h 635912"/>
              <a:gd name="connsiteX7" fmla="*/ 526344 w 666984"/>
              <a:gd name="connsiteY7" fmla="*/ 92126 h 635912"/>
              <a:gd name="connsiteX8" fmla="*/ 525371 w 666984"/>
              <a:gd name="connsiteY8" fmla="*/ 92773 h 635912"/>
              <a:gd name="connsiteX9" fmla="*/ 524691 w 666984"/>
              <a:gd name="connsiteY9" fmla="*/ 93803 h 635912"/>
              <a:gd name="connsiteX10" fmla="*/ 523398 w 666984"/>
              <a:gd name="connsiteY10" fmla="*/ 95759 h 635912"/>
              <a:gd name="connsiteX11" fmla="*/ 522528 w 666984"/>
              <a:gd name="connsiteY11" fmla="*/ 97906 h 635912"/>
              <a:gd name="connsiteX12" fmla="*/ 522089 w 666984"/>
              <a:gd name="connsiteY12" fmla="*/ 98991 h 635912"/>
              <a:gd name="connsiteX13" fmla="*/ 498792 w 666984"/>
              <a:gd name="connsiteY13" fmla="*/ 220150 h 635912"/>
              <a:gd name="connsiteX14" fmla="*/ 508285 w 666984"/>
              <a:gd name="connsiteY14" fmla="*/ 234168 h 635912"/>
              <a:gd name="connsiteX15" fmla="*/ 510561 w 666984"/>
              <a:gd name="connsiteY15" fmla="*/ 234383 h 635912"/>
              <a:gd name="connsiteX16" fmla="*/ 522305 w 666984"/>
              <a:gd name="connsiteY16" fmla="*/ 224669 h 635912"/>
              <a:gd name="connsiteX17" fmla="*/ 541131 w 666984"/>
              <a:gd name="connsiteY17" fmla="*/ 126755 h 635912"/>
              <a:gd name="connsiteX18" fmla="*/ 611908 w 666984"/>
              <a:gd name="connsiteY18" fmla="*/ 317442 h 635912"/>
              <a:gd name="connsiteX19" fmla="*/ 526153 w 666984"/>
              <a:gd name="connsiteY19" fmla="*/ 525491 h 635912"/>
              <a:gd name="connsiteX20" fmla="*/ 318379 w 666984"/>
              <a:gd name="connsiteY20" fmla="*/ 611973 h 635912"/>
              <a:gd name="connsiteX21" fmla="*/ 317844 w 666984"/>
              <a:gd name="connsiteY21" fmla="*/ 611973 h 635912"/>
              <a:gd name="connsiteX22" fmla="*/ 110295 w 666984"/>
              <a:gd name="connsiteY22" fmla="*/ 526233 h 635912"/>
              <a:gd name="connsiteX23" fmla="*/ 109560 w 666984"/>
              <a:gd name="connsiteY23" fmla="*/ 110438 h 635912"/>
              <a:gd name="connsiteX24" fmla="*/ 317869 w 666984"/>
              <a:gd name="connsiteY24" fmla="*/ 23956 h 635912"/>
              <a:gd name="connsiteX25" fmla="*/ 318531 w 666984"/>
              <a:gd name="connsiteY25" fmla="*/ 23956 h 635912"/>
              <a:gd name="connsiteX26" fmla="*/ 375081 w 666984"/>
              <a:gd name="connsiteY26" fmla="*/ 29567 h 635912"/>
              <a:gd name="connsiteX27" fmla="*/ 389181 w 666984"/>
              <a:gd name="connsiteY27" fmla="*/ 20180 h 635912"/>
              <a:gd name="connsiteX28" fmla="*/ 379792 w 666984"/>
              <a:gd name="connsiteY28" fmla="*/ 6083 h 635912"/>
              <a:gd name="connsiteX29" fmla="*/ 318555 w 666984"/>
              <a:gd name="connsiteY29" fmla="*/ 0 h 635912"/>
              <a:gd name="connsiteX30" fmla="*/ 317837 w 666984"/>
              <a:gd name="connsiteY30" fmla="*/ 0 h 635912"/>
              <a:gd name="connsiteX31" fmla="*/ 92594 w 666984"/>
              <a:gd name="connsiteY31" fmla="*/ 93531 h 635912"/>
              <a:gd name="connsiteX32" fmla="*/ 93392 w 666984"/>
              <a:gd name="connsiteY32" fmla="*/ 543188 h 635912"/>
              <a:gd name="connsiteX33" fmla="*/ 317844 w 666984"/>
              <a:gd name="connsiteY33" fmla="*/ 635913 h 635912"/>
              <a:gd name="connsiteX34" fmla="*/ 318419 w 666984"/>
              <a:gd name="connsiteY34" fmla="*/ 635913 h 635912"/>
              <a:gd name="connsiteX35" fmla="*/ 543127 w 666984"/>
              <a:gd name="connsiteY35" fmla="*/ 542382 h 635912"/>
              <a:gd name="connsiteX36" fmla="*/ 635868 w 666984"/>
              <a:gd name="connsiteY36" fmla="*/ 317386 h 635912"/>
              <a:gd name="connsiteX37" fmla="*/ 566424 w 666984"/>
              <a:gd name="connsiteY37" fmla="*/ 119682 h 635912"/>
              <a:gd name="connsiteX38" fmla="*/ 652746 w 666984"/>
              <a:gd name="connsiteY38" fmla="*/ 136278 h 635912"/>
              <a:gd name="connsiteX39" fmla="*/ 666766 w 666984"/>
              <a:gd name="connsiteY39" fmla="*/ 126787 h 635912"/>
              <a:gd name="connsiteX40" fmla="*/ 657273 w 666984"/>
              <a:gd name="connsiteY40" fmla="*/ 112769 h 635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66984" h="635912">
                <a:moveTo>
                  <a:pt x="657256" y="112793"/>
                </a:moveTo>
                <a:lnTo>
                  <a:pt x="536101" y="89500"/>
                </a:lnTo>
                <a:cubicBezTo>
                  <a:pt x="535462" y="89373"/>
                  <a:pt x="534816" y="89333"/>
                  <a:pt x="534176" y="89317"/>
                </a:cubicBezTo>
                <a:cubicBezTo>
                  <a:pt x="533985" y="89317"/>
                  <a:pt x="533801" y="89293"/>
                  <a:pt x="533610" y="89293"/>
                </a:cubicBezTo>
                <a:cubicBezTo>
                  <a:pt x="532260" y="89317"/>
                  <a:pt x="530936" y="89596"/>
                  <a:pt x="529674" y="90067"/>
                </a:cubicBezTo>
                <a:cubicBezTo>
                  <a:pt x="529522" y="90123"/>
                  <a:pt x="529370" y="90147"/>
                  <a:pt x="529218" y="90211"/>
                </a:cubicBezTo>
                <a:cubicBezTo>
                  <a:pt x="528492" y="90514"/>
                  <a:pt x="527790" y="90889"/>
                  <a:pt x="527119" y="91336"/>
                </a:cubicBezTo>
                <a:cubicBezTo>
                  <a:pt x="526807" y="91544"/>
                  <a:pt x="526632" y="91887"/>
                  <a:pt x="526344" y="92126"/>
                </a:cubicBezTo>
                <a:cubicBezTo>
                  <a:pt x="526041" y="92382"/>
                  <a:pt x="525658" y="92486"/>
                  <a:pt x="525371" y="92773"/>
                </a:cubicBezTo>
                <a:cubicBezTo>
                  <a:pt x="525067" y="93076"/>
                  <a:pt x="524955" y="93476"/>
                  <a:pt x="524691" y="93803"/>
                </a:cubicBezTo>
                <a:cubicBezTo>
                  <a:pt x="524188" y="94425"/>
                  <a:pt x="523773" y="95048"/>
                  <a:pt x="523398" y="95759"/>
                </a:cubicBezTo>
                <a:cubicBezTo>
                  <a:pt x="523031" y="96461"/>
                  <a:pt x="522744" y="97155"/>
                  <a:pt x="522528" y="97906"/>
                </a:cubicBezTo>
                <a:cubicBezTo>
                  <a:pt x="522417" y="98281"/>
                  <a:pt x="522161" y="98600"/>
                  <a:pt x="522089" y="98991"/>
                </a:cubicBezTo>
                <a:lnTo>
                  <a:pt x="498792" y="220150"/>
                </a:lnTo>
                <a:cubicBezTo>
                  <a:pt x="497538" y="226640"/>
                  <a:pt x="501794" y="232922"/>
                  <a:pt x="508285" y="234168"/>
                </a:cubicBezTo>
                <a:cubicBezTo>
                  <a:pt x="509051" y="234319"/>
                  <a:pt x="509809" y="234383"/>
                  <a:pt x="510561" y="234383"/>
                </a:cubicBezTo>
                <a:cubicBezTo>
                  <a:pt x="516181" y="234383"/>
                  <a:pt x="521202" y="230400"/>
                  <a:pt x="522305" y="224669"/>
                </a:cubicBezTo>
                <a:lnTo>
                  <a:pt x="541131" y="126755"/>
                </a:lnTo>
                <a:cubicBezTo>
                  <a:pt x="586759" y="179847"/>
                  <a:pt x="611781" y="246692"/>
                  <a:pt x="611908" y="317442"/>
                </a:cubicBezTo>
                <a:cubicBezTo>
                  <a:pt x="612052" y="395974"/>
                  <a:pt x="581593" y="469868"/>
                  <a:pt x="526153" y="525491"/>
                </a:cubicBezTo>
                <a:cubicBezTo>
                  <a:pt x="470712" y="581113"/>
                  <a:pt x="396917" y="611830"/>
                  <a:pt x="318379" y="611973"/>
                </a:cubicBezTo>
                <a:lnTo>
                  <a:pt x="317844" y="611973"/>
                </a:lnTo>
                <a:cubicBezTo>
                  <a:pt x="239506" y="611973"/>
                  <a:pt x="165807" y="581536"/>
                  <a:pt x="110295" y="526233"/>
                </a:cubicBezTo>
                <a:cubicBezTo>
                  <a:pt x="-4562" y="411795"/>
                  <a:pt x="-4889" y="225275"/>
                  <a:pt x="109560" y="110438"/>
                </a:cubicBezTo>
                <a:cubicBezTo>
                  <a:pt x="164322" y="55487"/>
                  <a:pt x="240233" y="23964"/>
                  <a:pt x="317869" y="23956"/>
                </a:cubicBezTo>
                <a:lnTo>
                  <a:pt x="318531" y="23956"/>
                </a:lnTo>
                <a:cubicBezTo>
                  <a:pt x="337453" y="23956"/>
                  <a:pt x="356478" y="25839"/>
                  <a:pt x="375081" y="29567"/>
                </a:cubicBezTo>
                <a:cubicBezTo>
                  <a:pt x="381596" y="30845"/>
                  <a:pt x="387887" y="26670"/>
                  <a:pt x="389181" y="20180"/>
                </a:cubicBezTo>
                <a:cubicBezTo>
                  <a:pt x="390482" y="13698"/>
                  <a:pt x="386275" y="7384"/>
                  <a:pt x="379792" y="6083"/>
                </a:cubicBezTo>
                <a:cubicBezTo>
                  <a:pt x="359640" y="2044"/>
                  <a:pt x="339034" y="0"/>
                  <a:pt x="318555" y="0"/>
                </a:cubicBezTo>
                <a:lnTo>
                  <a:pt x="317837" y="0"/>
                </a:lnTo>
                <a:cubicBezTo>
                  <a:pt x="233910" y="0"/>
                  <a:pt x="151818" y="34093"/>
                  <a:pt x="92594" y="93531"/>
                </a:cubicBezTo>
                <a:cubicBezTo>
                  <a:pt x="-31172" y="217716"/>
                  <a:pt x="-30822" y="419427"/>
                  <a:pt x="93392" y="543188"/>
                </a:cubicBezTo>
                <a:cubicBezTo>
                  <a:pt x="153431" y="603001"/>
                  <a:pt x="233111" y="635913"/>
                  <a:pt x="317844" y="635913"/>
                </a:cubicBezTo>
                <a:lnTo>
                  <a:pt x="318419" y="635913"/>
                </a:lnTo>
                <a:cubicBezTo>
                  <a:pt x="403368" y="635753"/>
                  <a:pt x="483168" y="602546"/>
                  <a:pt x="543127" y="542382"/>
                </a:cubicBezTo>
                <a:cubicBezTo>
                  <a:pt x="603086" y="482225"/>
                  <a:pt x="636020" y="402312"/>
                  <a:pt x="635868" y="317386"/>
                </a:cubicBezTo>
                <a:cubicBezTo>
                  <a:pt x="635732" y="244609"/>
                  <a:pt x="611261" y="175664"/>
                  <a:pt x="566424" y="119682"/>
                </a:cubicBezTo>
                <a:lnTo>
                  <a:pt x="652746" y="136278"/>
                </a:lnTo>
                <a:cubicBezTo>
                  <a:pt x="659165" y="137515"/>
                  <a:pt x="665520" y="133284"/>
                  <a:pt x="666766" y="126787"/>
                </a:cubicBezTo>
                <a:cubicBezTo>
                  <a:pt x="668019" y="120297"/>
                  <a:pt x="663764" y="114015"/>
                  <a:pt x="657273" y="112769"/>
                </a:cubicBezTo>
                <a:close/>
              </a:path>
            </a:pathLst>
          </a:custGeom>
          <a:solidFill>
            <a:schemeClr val="tx1"/>
          </a:solidFill>
          <a:ln w="0" cap="flat">
            <a:noFill/>
            <a:prstDash val="solid"/>
            <a:miter/>
          </a:ln>
        </p:spPr>
        <p:txBody>
          <a:bodyPr rtlCol="0" anchor="ctr"/>
          <a:lstStyle/>
          <a:p>
            <a:endParaRPr lang="de-DE"/>
          </a:p>
        </p:txBody>
      </p:sp>
      <p:grpSp>
        <p:nvGrpSpPr>
          <p:cNvPr id="56" name="Grafik 13">
            <a:extLst>
              <a:ext uri="{FF2B5EF4-FFF2-40B4-BE49-F238E27FC236}">
                <a16:creationId xmlns:a16="http://schemas.microsoft.com/office/drawing/2014/main" id="{196CFB65-DC6A-127A-3758-F9E9A7D95085}"/>
              </a:ext>
            </a:extLst>
          </p:cNvPr>
          <p:cNvGrpSpPr/>
          <p:nvPr/>
        </p:nvGrpSpPr>
        <p:grpSpPr>
          <a:xfrm>
            <a:off x="9550440" y="1579544"/>
            <a:ext cx="581786" cy="529672"/>
            <a:chOff x="13187832" y="6670"/>
            <a:chExt cx="698552" cy="635979"/>
          </a:xfrm>
          <a:solidFill>
            <a:schemeClr val="tx1"/>
          </a:solidFill>
        </p:grpSpPr>
        <p:sp>
          <p:nvSpPr>
            <p:cNvPr id="57" name="Freihandform 56">
              <a:extLst>
                <a:ext uri="{FF2B5EF4-FFF2-40B4-BE49-F238E27FC236}">
                  <a16:creationId xmlns:a16="http://schemas.microsoft.com/office/drawing/2014/main" id="{87928762-D82A-4412-6D59-3EFF6E47F721}"/>
                </a:ext>
              </a:extLst>
            </p:cNvPr>
            <p:cNvSpPr/>
            <p:nvPr/>
          </p:nvSpPr>
          <p:spPr>
            <a:xfrm>
              <a:off x="13465195" y="95926"/>
              <a:ext cx="421189" cy="546724"/>
            </a:xfrm>
            <a:custGeom>
              <a:avLst/>
              <a:gdLst>
                <a:gd name="connsiteX0" fmla="*/ 411478 w 421189"/>
                <a:gd name="connsiteY0" fmla="*/ 23517 h 546724"/>
                <a:gd name="connsiteX1" fmla="*/ 290369 w 421189"/>
                <a:gd name="connsiteY1" fmla="*/ 224 h 546724"/>
                <a:gd name="connsiteX2" fmla="*/ 288182 w 421189"/>
                <a:gd name="connsiteY2" fmla="*/ 16 h 546724"/>
                <a:gd name="connsiteX3" fmla="*/ 287958 w 421189"/>
                <a:gd name="connsiteY3" fmla="*/ 0 h 546724"/>
                <a:gd name="connsiteX4" fmla="*/ 283998 w 421189"/>
                <a:gd name="connsiteY4" fmla="*/ 774 h 546724"/>
                <a:gd name="connsiteX5" fmla="*/ 283208 w 421189"/>
                <a:gd name="connsiteY5" fmla="*/ 1078 h 546724"/>
                <a:gd name="connsiteX6" fmla="*/ 281371 w 421189"/>
                <a:gd name="connsiteY6" fmla="*/ 2091 h 546724"/>
                <a:gd name="connsiteX7" fmla="*/ 280118 w 421189"/>
                <a:gd name="connsiteY7" fmla="*/ 3121 h 546724"/>
                <a:gd name="connsiteX8" fmla="*/ 280030 w 421189"/>
                <a:gd name="connsiteY8" fmla="*/ 3193 h 546724"/>
                <a:gd name="connsiteX9" fmla="*/ 279566 w 421189"/>
                <a:gd name="connsiteY9" fmla="*/ 3504 h 546724"/>
                <a:gd name="connsiteX10" fmla="*/ 279271 w 421189"/>
                <a:gd name="connsiteY10" fmla="*/ 3951 h 546724"/>
                <a:gd name="connsiteX11" fmla="*/ 277235 w 421189"/>
                <a:gd name="connsiteY11" fmla="*/ 7025 h 546724"/>
                <a:gd name="connsiteX12" fmla="*/ 276812 w 421189"/>
                <a:gd name="connsiteY12" fmla="*/ 8126 h 546724"/>
                <a:gd name="connsiteX13" fmla="*/ 276334 w 421189"/>
                <a:gd name="connsiteY13" fmla="*/ 9739 h 546724"/>
                <a:gd name="connsiteX14" fmla="*/ 253108 w 421189"/>
                <a:gd name="connsiteY14" fmla="*/ 130906 h 546724"/>
                <a:gd name="connsiteX15" fmla="*/ 262617 w 421189"/>
                <a:gd name="connsiteY15" fmla="*/ 144923 h 546724"/>
                <a:gd name="connsiteX16" fmla="*/ 264884 w 421189"/>
                <a:gd name="connsiteY16" fmla="*/ 145131 h 546724"/>
                <a:gd name="connsiteX17" fmla="*/ 276637 w 421189"/>
                <a:gd name="connsiteY17" fmla="*/ 135408 h 546724"/>
                <a:gd name="connsiteX18" fmla="*/ 295383 w 421189"/>
                <a:gd name="connsiteY18" fmla="*/ 37606 h 546724"/>
                <a:gd name="connsiteX19" fmla="*/ 365929 w 421189"/>
                <a:gd name="connsiteY19" fmla="*/ 228341 h 546724"/>
                <a:gd name="connsiteX20" fmla="*/ 279950 w 421189"/>
                <a:gd name="connsiteY20" fmla="*/ 436405 h 546724"/>
                <a:gd name="connsiteX21" fmla="*/ 14318 w 421189"/>
                <a:gd name="connsiteY21" fmla="*/ 517085 h 546724"/>
                <a:gd name="connsiteX22" fmla="*/ 234 w 421189"/>
                <a:gd name="connsiteY22" fmla="*/ 526488 h 546724"/>
                <a:gd name="connsiteX23" fmla="*/ 9638 w 421189"/>
                <a:gd name="connsiteY23" fmla="*/ 540570 h 546724"/>
                <a:gd name="connsiteX24" fmla="*/ 72009 w 421189"/>
                <a:gd name="connsiteY24" fmla="*/ 546724 h 546724"/>
                <a:gd name="connsiteX25" fmla="*/ 296900 w 421189"/>
                <a:gd name="connsiteY25" fmla="*/ 453320 h 546724"/>
                <a:gd name="connsiteX26" fmla="*/ 389880 w 421189"/>
                <a:gd name="connsiteY26" fmla="*/ 228317 h 546724"/>
                <a:gd name="connsiteX27" fmla="*/ 320516 w 421189"/>
                <a:gd name="connsiteY27" fmla="*/ 30398 h 546724"/>
                <a:gd name="connsiteX28" fmla="*/ 406951 w 421189"/>
                <a:gd name="connsiteY28" fmla="*/ 47025 h 546724"/>
                <a:gd name="connsiteX29" fmla="*/ 409226 w 421189"/>
                <a:gd name="connsiteY29" fmla="*/ 47241 h 546724"/>
                <a:gd name="connsiteX30" fmla="*/ 420970 w 421189"/>
                <a:gd name="connsiteY30" fmla="*/ 37526 h 546724"/>
                <a:gd name="connsiteX31" fmla="*/ 411478 w 421189"/>
                <a:gd name="connsiteY31" fmla="*/ 23509 h 546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21189" h="546724">
                  <a:moveTo>
                    <a:pt x="411478" y="23517"/>
                  </a:moveTo>
                  <a:lnTo>
                    <a:pt x="290369" y="224"/>
                  </a:lnTo>
                  <a:cubicBezTo>
                    <a:pt x="289635" y="80"/>
                    <a:pt x="288900" y="24"/>
                    <a:pt x="288182" y="16"/>
                  </a:cubicBezTo>
                  <a:cubicBezTo>
                    <a:pt x="288102" y="16"/>
                    <a:pt x="288030" y="0"/>
                    <a:pt x="287958" y="0"/>
                  </a:cubicBezTo>
                  <a:cubicBezTo>
                    <a:pt x="286577" y="16"/>
                    <a:pt x="285251" y="311"/>
                    <a:pt x="283998" y="774"/>
                  </a:cubicBezTo>
                  <a:cubicBezTo>
                    <a:pt x="283726" y="870"/>
                    <a:pt x="283471" y="958"/>
                    <a:pt x="283208" y="1078"/>
                  </a:cubicBezTo>
                  <a:cubicBezTo>
                    <a:pt x="282569" y="1365"/>
                    <a:pt x="281946" y="1700"/>
                    <a:pt x="281371" y="2091"/>
                  </a:cubicBezTo>
                  <a:cubicBezTo>
                    <a:pt x="280924" y="2395"/>
                    <a:pt x="280524" y="2762"/>
                    <a:pt x="280118" y="3121"/>
                  </a:cubicBezTo>
                  <a:cubicBezTo>
                    <a:pt x="280086" y="3145"/>
                    <a:pt x="280054" y="3169"/>
                    <a:pt x="280030" y="3193"/>
                  </a:cubicBezTo>
                  <a:cubicBezTo>
                    <a:pt x="279886" y="3321"/>
                    <a:pt x="279703" y="3369"/>
                    <a:pt x="279566" y="3504"/>
                  </a:cubicBezTo>
                  <a:cubicBezTo>
                    <a:pt x="279431" y="3640"/>
                    <a:pt x="279391" y="3816"/>
                    <a:pt x="279271" y="3951"/>
                  </a:cubicBezTo>
                  <a:cubicBezTo>
                    <a:pt x="278450" y="4853"/>
                    <a:pt x="277755" y="5883"/>
                    <a:pt x="277235" y="7025"/>
                  </a:cubicBezTo>
                  <a:cubicBezTo>
                    <a:pt x="277068" y="7392"/>
                    <a:pt x="276940" y="7751"/>
                    <a:pt x="276812" y="8126"/>
                  </a:cubicBezTo>
                  <a:cubicBezTo>
                    <a:pt x="276629" y="8653"/>
                    <a:pt x="276437" y="9172"/>
                    <a:pt x="276334" y="9739"/>
                  </a:cubicBezTo>
                  <a:lnTo>
                    <a:pt x="253108" y="130906"/>
                  </a:lnTo>
                  <a:cubicBezTo>
                    <a:pt x="251870" y="137395"/>
                    <a:pt x="256126" y="143678"/>
                    <a:pt x="262617" y="144923"/>
                  </a:cubicBezTo>
                  <a:cubicBezTo>
                    <a:pt x="263383" y="145067"/>
                    <a:pt x="264134" y="145131"/>
                    <a:pt x="264884" y="145131"/>
                  </a:cubicBezTo>
                  <a:cubicBezTo>
                    <a:pt x="270513" y="145131"/>
                    <a:pt x="275535" y="141147"/>
                    <a:pt x="276637" y="135408"/>
                  </a:cubicBezTo>
                  <a:lnTo>
                    <a:pt x="295383" y="37606"/>
                  </a:lnTo>
                  <a:cubicBezTo>
                    <a:pt x="340931" y="90746"/>
                    <a:pt x="365865" y="157607"/>
                    <a:pt x="365929" y="228341"/>
                  </a:cubicBezTo>
                  <a:cubicBezTo>
                    <a:pt x="366001" y="306913"/>
                    <a:pt x="335470" y="380807"/>
                    <a:pt x="279950" y="436405"/>
                  </a:cubicBezTo>
                  <a:cubicBezTo>
                    <a:pt x="210307" y="506157"/>
                    <a:pt x="111010" y="536331"/>
                    <a:pt x="14318" y="517085"/>
                  </a:cubicBezTo>
                  <a:cubicBezTo>
                    <a:pt x="7906" y="515768"/>
                    <a:pt x="1519" y="519991"/>
                    <a:pt x="234" y="526488"/>
                  </a:cubicBezTo>
                  <a:cubicBezTo>
                    <a:pt x="-1060" y="532970"/>
                    <a:pt x="3148" y="539284"/>
                    <a:pt x="9638" y="540570"/>
                  </a:cubicBezTo>
                  <a:cubicBezTo>
                    <a:pt x="30421" y="544712"/>
                    <a:pt x="51283" y="546724"/>
                    <a:pt x="72009" y="546724"/>
                  </a:cubicBezTo>
                  <a:cubicBezTo>
                    <a:pt x="155593" y="546724"/>
                    <a:pt x="236550" y="513764"/>
                    <a:pt x="296900" y="453320"/>
                  </a:cubicBezTo>
                  <a:cubicBezTo>
                    <a:pt x="356939" y="393188"/>
                    <a:pt x="389953" y="313283"/>
                    <a:pt x="389880" y="228317"/>
                  </a:cubicBezTo>
                  <a:cubicBezTo>
                    <a:pt x="389817" y="155476"/>
                    <a:pt x="365370" y="86443"/>
                    <a:pt x="320516" y="30398"/>
                  </a:cubicBezTo>
                  <a:lnTo>
                    <a:pt x="406951" y="47025"/>
                  </a:lnTo>
                  <a:cubicBezTo>
                    <a:pt x="407717" y="47177"/>
                    <a:pt x="408467" y="47241"/>
                    <a:pt x="409226" y="47241"/>
                  </a:cubicBezTo>
                  <a:cubicBezTo>
                    <a:pt x="414847" y="47241"/>
                    <a:pt x="419868" y="43257"/>
                    <a:pt x="420970" y="37526"/>
                  </a:cubicBezTo>
                  <a:cubicBezTo>
                    <a:pt x="422223" y="31036"/>
                    <a:pt x="417968" y="24754"/>
                    <a:pt x="411478" y="23509"/>
                  </a:cubicBezTo>
                  <a:close/>
                </a:path>
              </a:pathLst>
            </a:custGeom>
            <a:grpFill/>
            <a:ln w="0" cap="flat">
              <a:noFill/>
              <a:prstDash val="solid"/>
              <a:miter/>
            </a:ln>
          </p:spPr>
          <p:txBody>
            <a:bodyPr rtlCol="0" anchor="ctr"/>
            <a:lstStyle/>
            <a:p>
              <a:endParaRPr lang="de-DE"/>
            </a:p>
          </p:txBody>
        </p:sp>
        <p:sp>
          <p:nvSpPr>
            <p:cNvPr id="58" name="Freihandform 57">
              <a:extLst>
                <a:ext uri="{FF2B5EF4-FFF2-40B4-BE49-F238E27FC236}">
                  <a16:creationId xmlns:a16="http://schemas.microsoft.com/office/drawing/2014/main" id="{181EE410-E871-3D82-98C4-4C0C8AB9EE3A}"/>
                </a:ext>
              </a:extLst>
            </p:cNvPr>
            <p:cNvSpPr/>
            <p:nvPr/>
          </p:nvSpPr>
          <p:spPr>
            <a:xfrm>
              <a:off x="13187832" y="6670"/>
              <a:ext cx="421106" cy="546343"/>
            </a:xfrm>
            <a:custGeom>
              <a:avLst/>
              <a:gdLst>
                <a:gd name="connsiteX0" fmla="*/ 158668 w 421106"/>
                <a:gd name="connsiteY0" fmla="*/ 401460 h 546343"/>
                <a:gd name="connsiteX1" fmla="*/ 144641 w 421106"/>
                <a:gd name="connsiteY1" fmla="*/ 410944 h 546343"/>
                <a:gd name="connsiteX2" fmla="*/ 125775 w 421106"/>
                <a:gd name="connsiteY2" fmla="*/ 508730 h 546343"/>
                <a:gd name="connsiteX3" fmla="*/ 55476 w 421106"/>
                <a:gd name="connsiteY3" fmla="*/ 317947 h 546343"/>
                <a:gd name="connsiteX4" fmla="*/ 141687 w 421106"/>
                <a:gd name="connsiteY4" fmla="*/ 110042 h 546343"/>
                <a:gd name="connsiteX5" fmla="*/ 406793 w 421106"/>
                <a:gd name="connsiteY5" fmla="*/ 29594 h 546343"/>
                <a:gd name="connsiteX6" fmla="*/ 420877 w 421106"/>
                <a:gd name="connsiteY6" fmla="*/ 20175 h 546343"/>
                <a:gd name="connsiteX7" fmla="*/ 411455 w 421106"/>
                <a:gd name="connsiteY7" fmla="*/ 6093 h 546343"/>
                <a:gd name="connsiteX8" fmla="*/ 124752 w 421106"/>
                <a:gd name="connsiteY8" fmla="*/ 93103 h 546343"/>
                <a:gd name="connsiteX9" fmla="*/ 31524 w 421106"/>
                <a:gd name="connsiteY9" fmla="*/ 317931 h 546343"/>
                <a:gd name="connsiteX10" fmla="*/ 100665 w 421106"/>
                <a:gd name="connsiteY10" fmla="*/ 515938 h 546343"/>
                <a:gd name="connsiteX11" fmla="*/ 14240 w 421106"/>
                <a:gd name="connsiteY11" fmla="*/ 499310 h 546343"/>
                <a:gd name="connsiteX12" fmla="*/ 219 w 421106"/>
                <a:gd name="connsiteY12" fmla="*/ 508802 h 546343"/>
                <a:gd name="connsiteX13" fmla="*/ 9712 w 421106"/>
                <a:gd name="connsiteY13" fmla="*/ 522819 h 546343"/>
                <a:gd name="connsiteX14" fmla="*/ 130589 w 421106"/>
                <a:gd name="connsiteY14" fmla="*/ 546080 h 546343"/>
                <a:gd name="connsiteX15" fmla="*/ 130748 w 421106"/>
                <a:gd name="connsiteY15" fmla="*/ 546128 h 546343"/>
                <a:gd name="connsiteX16" fmla="*/ 133031 w 421106"/>
                <a:gd name="connsiteY16" fmla="*/ 546344 h 546343"/>
                <a:gd name="connsiteX17" fmla="*/ 133056 w 421106"/>
                <a:gd name="connsiteY17" fmla="*/ 546344 h 546343"/>
                <a:gd name="connsiteX18" fmla="*/ 133080 w 421106"/>
                <a:gd name="connsiteY18" fmla="*/ 546344 h 546343"/>
                <a:gd name="connsiteX19" fmla="*/ 133503 w 421106"/>
                <a:gd name="connsiteY19" fmla="*/ 546264 h 546343"/>
                <a:gd name="connsiteX20" fmla="*/ 137263 w 421106"/>
                <a:gd name="connsiteY20" fmla="*/ 545529 h 546343"/>
                <a:gd name="connsiteX21" fmla="*/ 138796 w 421106"/>
                <a:gd name="connsiteY21" fmla="*/ 544659 h 546343"/>
                <a:gd name="connsiteX22" fmla="*/ 140960 w 421106"/>
                <a:gd name="connsiteY22" fmla="*/ 543222 h 546343"/>
                <a:gd name="connsiteX23" fmla="*/ 141550 w 421106"/>
                <a:gd name="connsiteY23" fmla="*/ 542831 h 546343"/>
                <a:gd name="connsiteX24" fmla="*/ 142357 w 421106"/>
                <a:gd name="connsiteY24" fmla="*/ 541618 h 546343"/>
                <a:gd name="connsiteX25" fmla="*/ 143563 w 421106"/>
                <a:gd name="connsiteY25" fmla="*/ 539806 h 546343"/>
                <a:gd name="connsiteX26" fmla="*/ 144449 w 421106"/>
                <a:gd name="connsiteY26" fmla="*/ 537483 h 546343"/>
                <a:gd name="connsiteX27" fmla="*/ 144776 w 421106"/>
                <a:gd name="connsiteY27" fmla="*/ 536629 h 546343"/>
                <a:gd name="connsiteX28" fmla="*/ 168153 w 421106"/>
                <a:gd name="connsiteY28" fmla="*/ 415454 h 546343"/>
                <a:gd name="connsiteX29" fmla="*/ 158668 w 421106"/>
                <a:gd name="connsiteY29" fmla="*/ 401429 h 54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21106" h="546343">
                  <a:moveTo>
                    <a:pt x="158668" y="401460"/>
                  </a:moveTo>
                  <a:cubicBezTo>
                    <a:pt x="152217" y="400199"/>
                    <a:pt x="145885" y="404446"/>
                    <a:pt x="144641" y="410944"/>
                  </a:cubicBezTo>
                  <a:lnTo>
                    <a:pt x="125775" y="508730"/>
                  </a:lnTo>
                  <a:cubicBezTo>
                    <a:pt x="80306" y="455542"/>
                    <a:pt x="55452" y="388672"/>
                    <a:pt x="55476" y="317947"/>
                  </a:cubicBezTo>
                  <a:cubicBezTo>
                    <a:pt x="55500" y="239399"/>
                    <a:pt x="86118" y="165568"/>
                    <a:pt x="141687" y="110042"/>
                  </a:cubicBezTo>
                  <a:cubicBezTo>
                    <a:pt x="211234" y="40554"/>
                    <a:pt x="310371" y="10484"/>
                    <a:pt x="406793" y="29594"/>
                  </a:cubicBezTo>
                  <a:cubicBezTo>
                    <a:pt x="413299" y="30887"/>
                    <a:pt x="419591" y="26664"/>
                    <a:pt x="420877" y="20175"/>
                  </a:cubicBezTo>
                  <a:cubicBezTo>
                    <a:pt x="422161" y="13685"/>
                    <a:pt x="417946" y="7379"/>
                    <a:pt x="411455" y="6093"/>
                  </a:cubicBezTo>
                  <a:cubicBezTo>
                    <a:pt x="307097" y="-14550"/>
                    <a:pt x="199961" y="17947"/>
                    <a:pt x="124752" y="93103"/>
                  </a:cubicBezTo>
                  <a:cubicBezTo>
                    <a:pt x="64665" y="153140"/>
                    <a:pt x="31548" y="232989"/>
                    <a:pt x="31524" y="317931"/>
                  </a:cubicBezTo>
                  <a:cubicBezTo>
                    <a:pt x="31501" y="390772"/>
                    <a:pt x="55875" y="459837"/>
                    <a:pt x="100665" y="515938"/>
                  </a:cubicBezTo>
                  <a:lnTo>
                    <a:pt x="14240" y="499310"/>
                  </a:lnTo>
                  <a:cubicBezTo>
                    <a:pt x="7764" y="498041"/>
                    <a:pt x="1457" y="502304"/>
                    <a:pt x="219" y="508802"/>
                  </a:cubicBezTo>
                  <a:cubicBezTo>
                    <a:pt x="-1034" y="515291"/>
                    <a:pt x="3222" y="521574"/>
                    <a:pt x="9712" y="522819"/>
                  </a:cubicBezTo>
                  <a:lnTo>
                    <a:pt x="130589" y="546080"/>
                  </a:lnTo>
                  <a:cubicBezTo>
                    <a:pt x="130645" y="546088"/>
                    <a:pt x="130692" y="546120"/>
                    <a:pt x="130748" y="546128"/>
                  </a:cubicBezTo>
                  <a:cubicBezTo>
                    <a:pt x="131515" y="546280"/>
                    <a:pt x="132273" y="546344"/>
                    <a:pt x="133031" y="546344"/>
                  </a:cubicBezTo>
                  <a:cubicBezTo>
                    <a:pt x="133040" y="546344"/>
                    <a:pt x="133048" y="546344"/>
                    <a:pt x="133056" y="546344"/>
                  </a:cubicBezTo>
                  <a:cubicBezTo>
                    <a:pt x="133056" y="546344"/>
                    <a:pt x="133071" y="546344"/>
                    <a:pt x="133080" y="546344"/>
                  </a:cubicBezTo>
                  <a:cubicBezTo>
                    <a:pt x="133223" y="546344"/>
                    <a:pt x="133359" y="546264"/>
                    <a:pt x="133503" y="546264"/>
                  </a:cubicBezTo>
                  <a:cubicBezTo>
                    <a:pt x="134812" y="546208"/>
                    <a:pt x="136082" y="545984"/>
                    <a:pt x="137263" y="545529"/>
                  </a:cubicBezTo>
                  <a:cubicBezTo>
                    <a:pt x="137806" y="545322"/>
                    <a:pt x="138278" y="544947"/>
                    <a:pt x="138796" y="544659"/>
                  </a:cubicBezTo>
                  <a:cubicBezTo>
                    <a:pt x="139554" y="544228"/>
                    <a:pt x="140305" y="543805"/>
                    <a:pt x="140960" y="543222"/>
                  </a:cubicBezTo>
                  <a:cubicBezTo>
                    <a:pt x="141143" y="543063"/>
                    <a:pt x="141375" y="543007"/>
                    <a:pt x="141550" y="542831"/>
                  </a:cubicBezTo>
                  <a:cubicBezTo>
                    <a:pt x="141910" y="542472"/>
                    <a:pt x="142053" y="542009"/>
                    <a:pt x="142357" y="541618"/>
                  </a:cubicBezTo>
                  <a:cubicBezTo>
                    <a:pt x="142804" y="541043"/>
                    <a:pt x="143219" y="540468"/>
                    <a:pt x="143563" y="539806"/>
                  </a:cubicBezTo>
                  <a:cubicBezTo>
                    <a:pt x="143954" y="539048"/>
                    <a:pt x="144234" y="538297"/>
                    <a:pt x="144449" y="537483"/>
                  </a:cubicBezTo>
                  <a:cubicBezTo>
                    <a:pt x="144529" y="537188"/>
                    <a:pt x="144712" y="536940"/>
                    <a:pt x="144776" y="536629"/>
                  </a:cubicBezTo>
                  <a:lnTo>
                    <a:pt x="168153" y="415454"/>
                  </a:lnTo>
                  <a:cubicBezTo>
                    <a:pt x="169406" y="408964"/>
                    <a:pt x="165159" y="402674"/>
                    <a:pt x="158668" y="401429"/>
                  </a:cubicBezTo>
                  <a:close/>
                </a:path>
              </a:pathLst>
            </a:custGeom>
            <a:grpFill/>
            <a:ln w="0" cap="flat">
              <a:noFill/>
              <a:prstDash val="solid"/>
              <a:miter/>
            </a:ln>
          </p:spPr>
          <p:txBody>
            <a:bodyPr rtlCol="0" anchor="ctr"/>
            <a:lstStyle/>
            <a:p>
              <a:endParaRPr lang="de-DE"/>
            </a:p>
          </p:txBody>
        </p:sp>
      </p:grpSp>
      <p:sp>
        <p:nvSpPr>
          <p:cNvPr id="59" name="Freihandform 58">
            <a:extLst>
              <a:ext uri="{FF2B5EF4-FFF2-40B4-BE49-F238E27FC236}">
                <a16:creationId xmlns:a16="http://schemas.microsoft.com/office/drawing/2014/main" id="{95F6B83A-5A86-6CC4-8EAC-D659846EA285}"/>
              </a:ext>
            </a:extLst>
          </p:cNvPr>
          <p:cNvSpPr/>
          <p:nvPr/>
        </p:nvSpPr>
        <p:spPr>
          <a:xfrm>
            <a:off x="850297" y="4300881"/>
            <a:ext cx="503856" cy="595274"/>
          </a:xfrm>
          <a:custGeom>
            <a:avLst/>
            <a:gdLst>
              <a:gd name="connsiteX0" fmla="*/ 459602 w 604981"/>
              <a:gd name="connsiteY0" fmla="*/ 219871 h 714748"/>
              <a:gd name="connsiteX1" fmla="*/ 459554 w 604981"/>
              <a:gd name="connsiteY1" fmla="*/ 219871 h 714748"/>
              <a:gd name="connsiteX2" fmla="*/ 347748 w 604981"/>
              <a:gd name="connsiteY2" fmla="*/ 272436 h 714748"/>
              <a:gd name="connsiteX3" fmla="*/ 270711 w 604981"/>
              <a:gd name="connsiteY3" fmla="*/ 218554 h 714748"/>
              <a:gd name="connsiteX4" fmla="*/ 290718 w 604981"/>
              <a:gd name="connsiteY4" fmla="*/ 145330 h 714748"/>
              <a:gd name="connsiteX5" fmla="*/ 145363 w 604981"/>
              <a:gd name="connsiteY5" fmla="*/ 0 h 714748"/>
              <a:gd name="connsiteX6" fmla="*/ 8 w 604981"/>
              <a:gd name="connsiteY6" fmla="*/ 145330 h 714748"/>
              <a:gd name="connsiteX7" fmla="*/ 145363 w 604981"/>
              <a:gd name="connsiteY7" fmla="*/ 290660 h 714748"/>
              <a:gd name="connsiteX8" fmla="*/ 257026 w 604981"/>
              <a:gd name="connsiteY8" fmla="*/ 238215 h 714748"/>
              <a:gd name="connsiteX9" fmla="*/ 334087 w 604981"/>
              <a:gd name="connsiteY9" fmla="*/ 292113 h 714748"/>
              <a:gd name="connsiteX10" fmla="*/ 314127 w 604981"/>
              <a:gd name="connsiteY10" fmla="*/ 365233 h 714748"/>
              <a:gd name="connsiteX11" fmla="*/ 331540 w 604981"/>
              <a:gd name="connsiteY11" fmla="*/ 434178 h 714748"/>
              <a:gd name="connsiteX12" fmla="*/ 260148 w 604981"/>
              <a:gd name="connsiteY12" fmla="*/ 480589 h 714748"/>
              <a:gd name="connsiteX13" fmla="*/ 145355 w 604981"/>
              <a:gd name="connsiteY13" fmla="*/ 424088 h 714748"/>
              <a:gd name="connsiteX14" fmla="*/ 0 w 604981"/>
              <a:gd name="connsiteY14" fmla="*/ 569299 h 714748"/>
              <a:gd name="connsiteX15" fmla="*/ 145228 w 604981"/>
              <a:gd name="connsiteY15" fmla="*/ 714749 h 714748"/>
              <a:gd name="connsiteX16" fmla="*/ 145355 w 604981"/>
              <a:gd name="connsiteY16" fmla="*/ 714749 h 714748"/>
              <a:gd name="connsiteX17" fmla="*/ 290710 w 604981"/>
              <a:gd name="connsiteY17" fmla="*/ 569546 h 714748"/>
              <a:gd name="connsiteX18" fmla="*/ 290710 w 604981"/>
              <a:gd name="connsiteY18" fmla="*/ 569419 h 714748"/>
              <a:gd name="connsiteX19" fmla="*/ 273330 w 604981"/>
              <a:gd name="connsiteY19" fmla="*/ 500593 h 714748"/>
              <a:gd name="connsiteX20" fmla="*/ 344730 w 604981"/>
              <a:gd name="connsiteY20" fmla="*/ 454174 h 714748"/>
              <a:gd name="connsiteX21" fmla="*/ 459506 w 604981"/>
              <a:gd name="connsiteY21" fmla="*/ 510675 h 714748"/>
              <a:gd name="connsiteX22" fmla="*/ 459554 w 604981"/>
              <a:gd name="connsiteY22" fmla="*/ 510675 h 714748"/>
              <a:gd name="connsiteX23" fmla="*/ 604981 w 604981"/>
              <a:gd name="connsiteY23" fmla="*/ 365321 h 714748"/>
              <a:gd name="connsiteX24" fmla="*/ 604981 w 604981"/>
              <a:gd name="connsiteY24" fmla="*/ 365201 h 714748"/>
              <a:gd name="connsiteX25" fmla="*/ 459602 w 604981"/>
              <a:gd name="connsiteY25" fmla="*/ 219871 h 714748"/>
              <a:gd name="connsiteX26" fmla="*/ 145363 w 604981"/>
              <a:gd name="connsiteY26" fmla="*/ 266705 h 714748"/>
              <a:gd name="connsiteX27" fmla="*/ 23960 w 604981"/>
              <a:gd name="connsiteY27" fmla="*/ 145322 h 714748"/>
              <a:gd name="connsiteX28" fmla="*/ 145363 w 604981"/>
              <a:gd name="connsiteY28" fmla="*/ 23940 h 714748"/>
              <a:gd name="connsiteX29" fmla="*/ 266767 w 604981"/>
              <a:gd name="connsiteY29" fmla="*/ 145322 h 714748"/>
              <a:gd name="connsiteX30" fmla="*/ 145363 w 604981"/>
              <a:gd name="connsiteY30" fmla="*/ 266705 h 714748"/>
              <a:gd name="connsiteX31" fmla="*/ 266767 w 604981"/>
              <a:gd name="connsiteY31" fmla="*/ 569530 h 714748"/>
              <a:gd name="connsiteX32" fmla="*/ 145363 w 604981"/>
              <a:gd name="connsiteY32" fmla="*/ 690801 h 714748"/>
              <a:gd name="connsiteX33" fmla="*/ 145259 w 604981"/>
              <a:gd name="connsiteY33" fmla="*/ 690801 h 714748"/>
              <a:gd name="connsiteX34" fmla="*/ 23960 w 604981"/>
              <a:gd name="connsiteY34" fmla="*/ 569315 h 714748"/>
              <a:gd name="connsiteX35" fmla="*/ 145363 w 604981"/>
              <a:gd name="connsiteY35" fmla="*/ 448036 h 714748"/>
              <a:gd name="connsiteX36" fmla="*/ 246943 w 604981"/>
              <a:gd name="connsiteY36" fmla="*/ 503139 h 714748"/>
              <a:gd name="connsiteX37" fmla="*/ 247070 w 604981"/>
              <a:gd name="connsiteY37" fmla="*/ 503379 h 714748"/>
              <a:gd name="connsiteX38" fmla="*/ 247150 w 604981"/>
              <a:gd name="connsiteY38" fmla="*/ 503475 h 714748"/>
              <a:gd name="connsiteX39" fmla="*/ 266767 w 604981"/>
              <a:gd name="connsiteY39" fmla="*/ 569419 h 714748"/>
              <a:gd name="connsiteX40" fmla="*/ 266767 w 604981"/>
              <a:gd name="connsiteY40" fmla="*/ 569530 h 714748"/>
              <a:gd name="connsiteX41" fmla="*/ 581030 w 604981"/>
              <a:gd name="connsiteY41" fmla="*/ 365313 h 714748"/>
              <a:gd name="connsiteX42" fmla="*/ 545429 w 604981"/>
              <a:gd name="connsiteY42" fmla="*/ 451181 h 714748"/>
              <a:gd name="connsiteX43" fmla="*/ 459562 w 604981"/>
              <a:gd name="connsiteY43" fmla="*/ 486720 h 714748"/>
              <a:gd name="connsiteX44" fmla="*/ 459523 w 604981"/>
              <a:gd name="connsiteY44" fmla="*/ 486720 h 714748"/>
              <a:gd name="connsiteX45" fmla="*/ 338087 w 604981"/>
              <a:gd name="connsiteY45" fmla="*/ 365225 h 714748"/>
              <a:gd name="connsiteX46" fmla="*/ 459594 w 604981"/>
              <a:gd name="connsiteY46" fmla="*/ 243810 h 714748"/>
              <a:gd name="connsiteX47" fmla="*/ 459634 w 604981"/>
              <a:gd name="connsiteY47" fmla="*/ 243810 h 714748"/>
              <a:gd name="connsiteX48" fmla="*/ 581038 w 604981"/>
              <a:gd name="connsiteY48" fmla="*/ 365193 h 714748"/>
              <a:gd name="connsiteX49" fmla="*/ 581038 w 604981"/>
              <a:gd name="connsiteY49" fmla="*/ 365313 h 714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04981" h="714748">
                <a:moveTo>
                  <a:pt x="459602" y="219871"/>
                </a:moveTo>
                <a:lnTo>
                  <a:pt x="459554" y="219871"/>
                </a:lnTo>
                <a:cubicBezTo>
                  <a:pt x="414653" y="219871"/>
                  <a:pt x="374446" y="240346"/>
                  <a:pt x="347748" y="272436"/>
                </a:cubicBezTo>
                <a:lnTo>
                  <a:pt x="270711" y="218554"/>
                </a:lnTo>
                <a:cubicBezTo>
                  <a:pt x="283341" y="197017"/>
                  <a:pt x="290718" y="172047"/>
                  <a:pt x="290718" y="145330"/>
                </a:cubicBezTo>
                <a:cubicBezTo>
                  <a:pt x="290718" y="65193"/>
                  <a:pt x="225514" y="0"/>
                  <a:pt x="145363" y="0"/>
                </a:cubicBezTo>
                <a:cubicBezTo>
                  <a:pt x="65213" y="0"/>
                  <a:pt x="8" y="65193"/>
                  <a:pt x="8" y="145330"/>
                </a:cubicBezTo>
                <a:cubicBezTo>
                  <a:pt x="8" y="225467"/>
                  <a:pt x="65213" y="290660"/>
                  <a:pt x="145363" y="290660"/>
                </a:cubicBezTo>
                <a:cubicBezTo>
                  <a:pt x="190201" y="290660"/>
                  <a:pt x="230344" y="270233"/>
                  <a:pt x="257026" y="238215"/>
                </a:cubicBezTo>
                <a:lnTo>
                  <a:pt x="334087" y="292113"/>
                </a:lnTo>
                <a:cubicBezTo>
                  <a:pt x="321489" y="313626"/>
                  <a:pt x="314135" y="338555"/>
                  <a:pt x="314127" y="365233"/>
                </a:cubicBezTo>
                <a:cubicBezTo>
                  <a:pt x="314119" y="390163"/>
                  <a:pt x="320435" y="413647"/>
                  <a:pt x="331540" y="434178"/>
                </a:cubicBezTo>
                <a:lnTo>
                  <a:pt x="260148" y="480589"/>
                </a:lnTo>
                <a:cubicBezTo>
                  <a:pt x="233538" y="446288"/>
                  <a:pt x="192037" y="424088"/>
                  <a:pt x="145355" y="424088"/>
                </a:cubicBezTo>
                <a:cubicBezTo>
                  <a:pt x="65277" y="424088"/>
                  <a:pt x="72" y="489226"/>
                  <a:pt x="0" y="569299"/>
                </a:cubicBezTo>
                <a:cubicBezTo>
                  <a:pt x="-64" y="649428"/>
                  <a:pt x="65077" y="714676"/>
                  <a:pt x="145228" y="714749"/>
                </a:cubicBezTo>
                <a:lnTo>
                  <a:pt x="145355" y="714749"/>
                </a:lnTo>
                <a:cubicBezTo>
                  <a:pt x="225450" y="714749"/>
                  <a:pt x="290647" y="649635"/>
                  <a:pt x="290710" y="569546"/>
                </a:cubicBezTo>
                <a:lnTo>
                  <a:pt x="290710" y="569419"/>
                </a:lnTo>
                <a:cubicBezTo>
                  <a:pt x="290710" y="544529"/>
                  <a:pt x="284403" y="521092"/>
                  <a:pt x="273330" y="500593"/>
                </a:cubicBezTo>
                <a:lnTo>
                  <a:pt x="344730" y="454174"/>
                </a:lnTo>
                <a:cubicBezTo>
                  <a:pt x="371348" y="488459"/>
                  <a:pt x="412832" y="510659"/>
                  <a:pt x="459506" y="510675"/>
                </a:cubicBezTo>
                <a:lnTo>
                  <a:pt x="459554" y="510675"/>
                </a:lnTo>
                <a:cubicBezTo>
                  <a:pt x="539721" y="510675"/>
                  <a:pt x="604950" y="445473"/>
                  <a:pt x="604981" y="365321"/>
                </a:cubicBezTo>
                <a:lnTo>
                  <a:pt x="604981" y="365201"/>
                </a:lnTo>
                <a:cubicBezTo>
                  <a:pt x="604981" y="285064"/>
                  <a:pt x="539777" y="219871"/>
                  <a:pt x="459602" y="219871"/>
                </a:cubicBezTo>
                <a:close/>
                <a:moveTo>
                  <a:pt x="145363" y="266705"/>
                </a:moveTo>
                <a:cubicBezTo>
                  <a:pt x="78418" y="266705"/>
                  <a:pt x="23960" y="212256"/>
                  <a:pt x="23960" y="145322"/>
                </a:cubicBezTo>
                <a:cubicBezTo>
                  <a:pt x="23960" y="78389"/>
                  <a:pt x="78418" y="23940"/>
                  <a:pt x="145363" y="23940"/>
                </a:cubicBezTo>
                <a:cubicBezTo>
                  <a:pt x="212308" y="23940"/>
                  <a:pt x="266767" y="78389"/>
                  <a:pt x="266767" y="145322"/>
                </a:cubicBezTo>
                <a:cubicBezTo>
                  <a:pt x="266767" y="212256"/>
                  <a:pt x="212308" y="266705"/>
                  <a:pt x="145363" y="266705"/>
                </a:cubicBezTo>
                <a:close/>
                <a:moveTo>
                  <a:pt x="266767" y="569530"/>
                </a:moveTo>
                <a:cubicBezTo>
                  <a:pt x="266711" y="636424"/>
                  <a:pt x="212261" y="690801"/>
                  <a:pt x="145363" y="690801"/>
                </a:cubicBezTo>
                <a:lnTo>
                  <a:pt x="145259" y="690801"/>
                </a:lnTo>
                <a:cubicBezTo>
                  <a:pt x="78314" y="690745"/>
                  <a:pt x="23904" y="636248"/>
                  <a:pt x="23960" y="569315"/>
                </a:cubicBezTo>
                <a:cubicBezTo>
                  <a:pt x="24016" y="502437"/>
                  <a:pt x="78474" y="448036"/>
                  <a:pt x="145363" y="448036"/>
                </a:cubicBezTo>
                <a:cubicBezTo>
                  <a:pt x="187846" y="448036"/>
                  <a:pt x="225242" y="470012"/>
                  <a:pt x="246943" y="503139"/>
                </a:cubicBezTo>
                <a:cubicBezTo>
                  <a:pt x="246991" y="503219"/>
                  <a:pt x="247015" y="503307"/>
                  <a:pt x="247070" y="503379"/>
                </a:cubicBezTo>
                <a:cubicBezTo>
                  <a:pt x="247094" y="503411"/>
                  <a:pt x="247126" y="503435"/>
                  <a:pt x="247150" y="503475"/>
                </a:cubicBezTo>
                <a:cubicBezTo>
                  <a:pt x="259509" y="522481"/>
                  <a:pt x="266767" y="545104"/>
                  <a:pt x="266767" y="569419"/>
                </a:cubicBezTo>
                <a:lnTo>
                  <a:pt x="266767" y="569530"/>
                </a:lnTo>
                <a:close/>
                <a:moveTo>
                  <a:pt x="581030" y="365313"/>
                </a:moveTo>
                <a:cubicBezTo>
                  <a:pt x="581022" y="397746"/>
                  <a:pt x="568375" y="428247"/>
                  <a:pt x="545429" y="451181"/>
                </a:cubicBezTo>
                <a:cubicBezTo>
                  <a:pt x="522484" y="474099"/>
                  <a:pt x="491993" y="486720"/>
                  <a:pt x="459562" y="486720"/>
                </a:cubicBezTo>
                <a:lnTo>
                  <a:pt x="459523" y="486720"/>
                </a:lnTo>
                <a:cubicBezTo>
                  <a:pt x="392537" y="486695"/>
                  <a:pt x="338071" y="432199"/>
                  <a:pt x="338087" y="365225"/>
                </a:cubicBezTo>
                <a:cubicBezTo>
                  <a:pt x="338103" y="298267"/>
                  <a:pt x="392601" y="243810"/>
                  <a:pt x="459594" y="243810"/>
                </a:cubicBezTo>
                <a:lnTo>
                  <a:pt x="459634" y="243810"/>
                </a:lnTo>
                <a:cubicBezTo>
                  <a:pt x="526579" y="243810"/>
                  <a:pt x="581038" y="298260"/>
                  <a:pt x="581038" y="365193"/>
                </a:cubicBezTo>
                <a:lnTo>
                  <a:pt x="581038" y="365313"/>
                </a:lnTo>
                <a:close/>
              </a:path>
            </a:pathLst>
          </a:custGeom>
          <a:solidFill>
            <a:schemeClr val="tx1"/>
          </a:solidFill>
          <a:ln w="0" cap="flat">
            <a:noFill/>
            <a:prstDash val="solid"/>
            <a:miter/>
          </a:ln>
        </p:spPr>
        <p:txBody>
          <a:bodyPr rtlCol="0" anchor="ctr"/>
          <a:lstStyle/>
          <a:p>
            <a:endParaRPr lang="de-DE"/>
          </a:p>
        </p:txBody>
      </p:sp>
      <p:sp>
        <p:nvSpPr>
          <p:cNvPr id="60" name="Freihandform 59">
            <a:extLst>
              <a:ext uri="{FF2B5EF4-FFF2-40B4-BE49-F238E27FC236}">
                <a16:creationId xmlns:a16="http://schemas.microsoft.com/office/drawing/2014/main" id="{F4BF7B4E-F50D-B800-9094-3168B33EA9BD}"/>
              </a:ext>
            </a:extLst>
          </p:cNvPr>
          <p:cNvSpPr/>
          <p:nvPr/>
        </p:nvSpPr>
        <p:spPr>
          <a:xfrm>
            <a:off x="10819280" y="1573977"/>
            <a:ext cx="540990" cy="540806"/>
          </a:xfrm>
          <a:custGeom>
            <a:avLst/>
            <a:gdLst>
              <a:gd name="connsiteX0" fmla="*/ 646051 w 649568"/>
              <a:gd name="connsiteY0" fmla="*/ 628904 h 649347"/>
              <a:gd name="connsiteX1" fmla="*/ 462629 w 649568"/>
              <a:gd name="connsiteY1" fmla="*/ 445601 h 649347"/>
              <a:gd name="connsiteX2" fmla="*/ 532416 w 649568"/>
              <a:gd name="connsiteY2" fmla="*/ 266202 h 649347"/>
              <a:gd name="connsiteX3" fmla="*/ 520440 w 649568"/>
              <a:gd name="connsiteY3" fmla="*/ 266202 h 649347"/>
              <a:gd name="connsiteX4" fmla="*/ 532416 w 649568"/>
              <a:gd name="connsiteY4" fmla="*/ 266130 h 649347"/>
              <a:gd name="connsiteX5" fmla="*/ 266248 w 649568"/>
              <a:gd name="connsiteY5" fmla="*/ 0 h 649347"/>
              <a:gd name="connsiteX6" fmla="*/ 266200 w 649568"/>
              <a:gd name="connsiteY6" fmla="*/ 0 h 649347"/>
              <a:gd name="connsiteX7" fmla="*/ 78003 w 649568"/>
              <a:gd name="connsiteY7" fmla="*/ 77926 h 649347"/>
              <a:gd name="connsiteX8" fmla="*/ 0 w 649568"/>
              <a:gd name="connsiteY8" fmla="*/ 266114 h 649347"/>
              <a:gd name="connsiteX9" fmla="*/ 266168 w 649568"/>
              <a:gd name="connsiteY9" fmla="*/ 532324 h 649347"/>
              <a:gd name="connsiteX10" fmla="*/ 266216 w 649568"/>
              <a:gd name="connsiteY10" fmla="*/ 532324 h 649347"/>
              <a:gd name="connsiteX11" fmla="*/ 445695 w 649568"/>
              <a:gd name="connsiteY11" fmla="*/ 462540 h 649347"/>
              <a:gd name="connsiteX12" fmla="*/ 629118 w 649568"/>
              <a:gd name="connsiteY12" fmla="*/ 645843 h 649347"/>
              <a:gd name="connsiteX13" fmla="*/ 637588 w 649568"/>
              <a:gd name="connsiteY13" fmla="*/ 649348 h 649347"/>
              <a:gd name="connsiteX14" fmla="*/ 646059 w 649568"/>
              <a:gd name="connsiteY14" fmla="*/ 645843 h 649347"/>
              <a:gd name="connsiteX15" fmla="*/ 646059 w 649568"/>
              <a:gd name="connsiteY15" fmla="*/ 628912 h 649347"/>
              <a:gd name="connsiteX16" fmla="*/ 266168 w 649568"/>
              <a:gd name="connsiteY16" fmla="*/ 508376 h 649347"/>
              <a:gd name="connsiteX17" fmla="*/ 23952 w 649568"/>
              <a:gd name="connsiteY17" fmla="*/ 266114 h 649347"/>
              <a:gd name="connsiteX18" fmla="*/ 94937 w 649568"/>
              <a:gd name="connsiteY18" fmla="*/ 94864 h 649347"/>
              <a:gd name="connsiteX19" fmla="*/ 266280 w 649568"/>
              <a:gd name="connsiteY19" fmla="*/ 23948 h 649347"/>
              <a:gd name="connsiteX20" fmla="*/ 266328 w 649568"/>
              <a:gd name="connsiteY20" fmla="*/ 23948 h 649347"/>
              <a:gd name="connsiteX21" fmla="*/ 437559 w 649568"/>
              <a:gd name="connsiteY21" fmla="*/ 94896 h 649347"/>
              <a:gd name="connsiteX22" fmla="*/ 508464 w 649568"/>
              <a:gd name="connsiteY22" fmla="*/ 266130 h 649347"/>
              <a:gd name="connsiteX23" fmla="*/ 508464 w 649568"/>
              <a:gd name="connsiteY23" fmla="*/ 266202 h 649347"/>
              <a:gd name="connsiteX24" fmla="*/ 437647 w 649568"/>
              <a:gd name="connsiteY24" fmla="*/ 437291 h 649347"/>
              <a:gd name="connsiteX25" fmla="*/ 437487 w 649568"/>
              <a:gd name="connsiteY25" fmla="*/ 437395 h 649347"/>
              <a:gd name="connsiteX26" fmla="*/ 437376 w 649568"/>
              <a:gd name="connsiteY26" fmla="*/ 437563 h 649347"/>
              <a:gd name="connsiteX27" fmla="*/ 266225 w 649568"/>
              <a:gd name="connsiteY27" fmla="*/ 508368 h 649347"/>
              <a:gd name="connsiteX28" fmla="*/ 266177 w 649568"/>
              <a:gd name="connsiteY28" fmla="*/ 508368 h 6493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49568" h="649347">
                <a:moveTo>
                  <a:pt x="646051" y="628904"/>
                </a:moveTo>
                <a:lnTo>
                  <a:pt x="462629" y="445601"/>
                </a:lnTo>
                <a:cubicBezTo>
                  <a:pt x="505933" y="398257"/>
                  <a:pt x="532400" y="335267"/>
                  <a:pt x="532416" y="266202"/>
                </a:cubicBezTo>
                <a:lnTo>
                  <a:pt x="520440" y="266202"/>
                </a:lnTo>
                <a:lnTo>
                  <a:pt x="532416" y="266130"/>
                </a:lnTo>
                <a:cubicBezTo>
                  <a:pt x="532440" y="119411"/>
                  <a:pt x="413072" y="24"/>
                  <a:pt x="266248" y="0"/>
                </a:cubicBezTo>
                <a:lnTo>
                  <a:pt x="266200" y="0"/>
                </a:lnTo>
                <a:cubicBezTo>
                  <a:pt x="195120" y="0"/>
                  <a:pt x="128278" y="27675"/>
                  <a:pt x="78003" y="77926"/>
                </a:cubicBezTo>
                <a:cubicBezTo>
                  <a:pt x="27713" y="128192"/>
                  <a:pt x="17" y="195021"/>
                  <a:pt x="0" y="266114"/>
                </a:cubicBezTo>
                <a:cubicBezTo>
                  <a:pt x="-23" y="412881"/>
                  <a:pt x="119376" y="532300"/>
                  <a:pt x="266168" y="532324"/>
                </a:cubicBezTo>
                <a:lnTo>
                  <a:pt x="266216" y="532324"/>
                </a:lnTo>
                <a:cubicBezTo>
                  <a:pt x="335309" y="532324"/>
                  <a:pt x="398326" y="505853"/>
                  <a:pt x="445695" y="462540"/>
                </a:cubicBezTo>
                <a:lnTo>
                  <a:pt x="629118" y="645843"/>
                </a:lnTo>
                <a:cubicBezTo>
                  <a:pt x="631457" y="648182"/>
                  <a:pt x="634523" y="649348"/>
                  <a:pt x="637588" y="649348"/>
                </a:cubicBezTo>
                <a:cubicBezTo>
                  <a:pt x="640654" y="649348"/>
                  <a:pt x="643720" y="648182"/>
                  <a:pt x="646059" y="645843"/>
                </a:cubicBezTo>
                <a:cubicBezTo>
                  <a:pt x="650738" y="641165"/>
                  <a:pt x="650738" y="633582"/>
                  <a:pt x="646059" y="628912"/>
                </a:cubicBezTo>
                <a:close/>
                <a:moveTo>
                  <a:pt x="266168" y="508376"/>
                </a:moveTo>
                <a:cubicBezTo>
                  <a:pt x="132589" y="508352"/>
                  <a:pt x="23928" y="399678"/>
                  <a:pt x="23952" y="266114"/>
                </a:cubicBezTo>
                <a:cubicBezTo>
                  <a:pt x="23952" y="201423"/>
                  <a:pt x="49173" y="140596"/>
                  <a:pt x="94937" y="94864"/>
                </a:cubicBezTo>
                <a:cubicBezTo>
                  <a:pt x="140685" y="49133"/>
                  <a:pt x="201515" y="23948"/>
                  <a:pt x="266280" y="23948"/>
                </a:cubicBezTo>
                <a:lnTo>
                  <a:pt x="266328" y="23948"/>
                </a:lnTo>
                <a:cubicBezTo>
                  <a:pt x="331022" y="23948"/>
                  <a:pt x="391827" y="49156"/>
                  <a:pt x="437559" y="94896"/>
                </a:cubicBezTo>
                <a:cubicBezTo>
                  <a:pt x="483299" y="140636"/>
                  <a:pt x="508472" y="201455"/>
                  <a:pt x="508464" y="266130"/>
                </a:cubicBezTo>
                <a:lnTo>
                  <a:pt x="508464" y="266202"/>
                </a:lnTo>
                <a:cubicBezTo>
                  <a:pt x="508464" y="330820"/>
                  <a:pt x="483299" y="391567"/>
                  <a:pt x="437647" y="437291"/>
                </a:cubicBezTo>
                <a:cubicBezTo>
                  <a:pt x="437599" y="437339"/>
                  <a:pt x="437535" y="437355"/>
                  <a:pt x="437487" y="437395"/>
                </a:cubicBezTo>
                <a:cubicBezTo>
                  <a:pt x="437439" y="437443"/>
                  <a:pt x="437424" y="437515"/>
                  <a:pt x="437376" y="437563"/>
                </a:cubicBezTo>
                <a:cubicBezTo>
                  <a:pt x="391627" y="483231"/>
                  <a:pt x="330862" y="508368"/>
                  <a:pt x="266225" y="508368"/>
                </a:cubicBezTo>
                <a:lnTo>
                  <a:pt x="266177" y="508368"/>
                </a:lnTo>
                <a:close/>
              </a:path>
            </a:pathLst>
          </a:custGeom>
          <a:solidFill>
            <a:schemeClr val="tx1"/>
          </a:solidFill>
          <a:ln w="0" cap="flat">
            <a:noFill/>
            <a:prstDash val="solid"/>
            <a:miter/>
          </a:ln>
        </p:spPr>
        <p:txBody>
          <a:bodyPr rtlCol="0" anchor="ctr"/>
          <a:lstStyle/>
          <a:p>
            <a:endParaRPr lang="de-DE"/>
          </a:p>
        </p:txBody>
      </p:sp>
      <p:grpSp>
        <p:nvGrpSpPr>
          <p:cNvPr id="61" name="Grafik 13">
            <a:extLst>
              <a:ext uri="{FF2B5EF4-FFF2-40B4-BE49-F238E27FC236}">
                <a16:creationId xmlns:a16="http://schemas.microsoft.com/office/drawing/2014/main" id="{B3619FE2-CAB6-D8D1-FF78-A0BA27A713FF}"/>
              </a:ext>
            </a:extLst>
          </p:cNvPr>
          <p:cNvGrpSpPr/>
          <p:nvPr/>
        </p:nvGrpSpPr>
        <p:grpSpPr>
          <a:xfrm>
            <a:off x="8321417" y="4308722"/>
            <a:ext cx="542945" cy="579592"/>
            <a:chOff x="11572639" y="4990778"/>
            <a:chExt cx="651916" cy="695918"/>
          </a:xfrm>
          <a:solidFill>
            <a:schemeClr val="tx1"/>
          </a:solidFill>
        </p:grpSpPr>
        <p:sp>
          <p:nvSpPr>
            <p:cNvPr id="62" name="Freihandform 61">
              <a:extLst>
                <a:ext uri="{FF2B5EF4-FFF2-40B4-BE49-F238E27FC236}">
                  <a16:creationId xmlns:a16="http://schemas.microsoft.com/office/drawing/2014/main" id="{E3AD4154-9B3E-6BF8-F2C1-49D75CE1B34E}"/>
                </a:ext>
              </a:extLst>
            </p:cNvPr>
            <p:cNvSpPr/>
            <p:nvPr/>
          </p:nvSpPr>
          <p:spPr>
            <a:xfrm>
              <a:off x="11886672" y="4990778"/>
              <a:ext cx="23951" cy="342147"/>
            </a:xfrm>
            <a:custGeom>
              <a:avLst/>
              <a:gdLst>
                <a:gd name="connsiteX0" fmla="*/ 11976 w 23951"/>
                <a:gd name="connsiteY0" fmla="*/ 342148 h 342147"/>
                <a:gd name="connsiteX1" fmla="*/ 23952 w 23951"/>
                <a:gd name="connsiteY1" fmla="*/ 330174 h 342147"/>
                <a:gd name="connsiteX2" fmla="*/ 23952 w 23951"/>
                <a:gd name="connsiteY2" fmla="*/ 11974 h 342147"/>
                <a:gd name="connsiteX3" fmla="*/ 11976 w 23951"/>
                <a:gd name="connsiteY3" fmla="*/ 0 h 342147"/>
                <a:gd name="connsiteX4" fmla="*/ 0 w 23951"/>
                <a:gd name="connsiteY4" fmla="*/ 11974 h 342147"/>
                <a:gd name="connsiteX5" fmla="*/ 0 w 23951"/>
                <a:gd name="connsiteY5" fmla="*/ 330174 h 342147"/>
                <a:gd name="connsiteX6" fmla="*/ 11976 w 23951"/>
                <a:gd name="connsiteY6" fmla="*/ 342148 h 3421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951" h="342147">
                  <a:moveTo>
                    <a:pt x="11976" y="342148"/>
                  </a:moveTo>
                  <a:cubicBezTo>
                    <a:pt x="18587" y="342148"/>
                    <a:pt x="23952" y="336783"/>
                    <a:pt x="23952" y="330174"/>
                  </a:cubicBezTo>
                  <a:lnTo>
                    <a:pt x="23952" y="11974"/>
                  </a:lnTo>
                  <a:cubicBezTo>
                    <a:pt x="23952" y="5364"/>
                    <a:pt x="18587" y="0"/>
                    <a:pt x="11976" y="0"/>
                  </a:cubicBezTo>
                  <a:cubicBezTo>
                    <a:pt x="5365" y="0"/>
                    <a:pt x="0" y="5364"/>
                    <a:pt x="0" y="11974"/>
                  </a:cubicBezTo>
                  <a:lnTo>
                    <a:pt x="0" y="330174"/>
                  </a:lnTo>
                  <a:cubicBezTo>
                    <a:pt x="0" y="336783"/>
                    <a:pt x="5365" y="342148"/>
                    <a:pt x="11976" y="342148"/>
                  </a:cubicBezTo>
                  <a:close/>
                </a:path>
              </a:pathLst>
            </a:custGeom>
            <a:grpFill/>
            <a:ln w="0" cap="flat">
              <a:noFill/>
              <a:prstDash val="solid"/>
              <a:miter/>
            </a:ln>
          </p:spPr>
          <p:txBody>
            <a:bodyPr rtlCol="0" anchor="ctr"/>
            <a:lstStyle/>
            <a:p>
              <a:endParaRPr lang="de-DE"/>
            </a:p>
          </p:txBody>
        </p:sp>
        <p:sp>
          <p:nvSpPr>
            <p:cNvPr id="63" name="Freihandform 62">
              <a:extLst>
                <a:ext uri="{FF2B5EF4-FFF2-40B4-BE49-F238E27FC236}">
                  <a16:creationId xmlns:a16="http://schemas.microsoft.com/office/drawing/2014/main" id="{65011846-17E3-A501-F464-C49A4066C548}"/>
                </a:ext>
              </a:extLst>
            </p:cNvPr>
            <p:cNvSpPr/>
            <p:nvPr/>
          </p:nvSpPr>
          <p:spPr>
            <a:xfrm>
              <a:off x="11572639" y="5072603"/>
              <a:ext cx="651916" cy="614093"/>
            </a:xfrm>
            <a:custGeom>
              <a:avLst/>
              <a:gdLst>
                <a:gd name="connsiteX0" fmla="*/ 637917 w 651916"/>
                <a:gd name="connsiteY0" fmla="*/ 194451 h 614093"/>
                <a:gd name="connsiteX1" fmla="*/ 480107 w 651916"/>
                <a:gd name="connsiteY1" fmla="*/ 1417 h 614093"/>
                <a:gd name="connsiteX2" fmla="*/ 463892 w 651916"/>
                <a:gd name="connsiteY2" fmla="*/ 6294 h 614093"/>
                <a:gd name="connsiteX3" fmla="*/ 468771 w 651916"/>
                <a:gd name="connsiteY3" fmla="*/ 22507 h 614093"/>
                <a:gd name="connsiteX4" fmla="*/ 614980 w 651916"/>
                <a:gd name="connsiteY4" fmla="*/ 201348 h 614093"/>
                <a:gd name="connsiteX5" fmla="*/ 591874 w 651916"/>
                <a:gd name="connsiteY5" fmla="*/ 431173 h 614093"/>
                <a:gd name="connsiteX6" fmla="*/ 183138 w 651916"/>
                <a:gd name="connsiteY6" fmla="*/ 554264 h 614093"/>
                <a:gd name="connsiteX7" fmla="*/ 36929 w 651916"/>
                <a:gd name="connsiteY7" fmla="*/ 375415 h 614093"/>
                <a:gd name="connsiteX8" fmla="*/ 60034 w 651916"/>
                <a:gd name="connsiteY8" fmla="*/ 145590 h 614093"/>
                <a:gd name="connsiteX9" fmla="*/ 183146 w 651916"/>
                <a:gd name="connsiteY9" fmla="*/ 22507 h 614093"/>
                <a:gd name="connsiteX10" fmla="*/ 188024 w 651916"/>
                <a:gd name="connsiteY10" fmla="*/ 6294 h 614093"/>
                <a:gd name="connsiteX11" fmla="*/ 171808 w 651916"/>
                <a:gd name="connsiteY11" fmla="*/ 1417 h 614093"/>
                <a:gd name="connsiteX12" fmla="*/ 38932 w 651916"/>
                <a:gd name="connsiteY12" fmla="*/ 134262 h 614093"/>
                <a:gd name="connsiteX13" fmla="*/ 13998 w 651916"/>
                <a:gd name="connsiteY13" fmla="*/ 382328 h 614093"/>
                <a:gd name="connsiteX14" fmla="*/ 171808 w 651916"/>
                <a:gd name="connsiteY14" fmla="*/ 575370 h 614093"/>
                <a:gd name="connsiteX15" fmla="*/ 325411 w 651916"/>
                <a:gd name="connsiteY15" fmla="*/ 614093 h 614093"/>
                <a:gd name="connsiteX16" fmla="*/ 612984 w 651916"/>
                <a:gd name="connsiteY16" fmla="*/ 442524 h 614093"/>
                <a:gd name="connsiteX17" fmla="*/ 637917 w 651916"/>
                <a:gd name="connsiteY17" fmla="*/ 194459 h 614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51916" h="614093">
                  <a:moveTo>
                    <a:pt x="637917" y="194451"/>
                  </a:moveTo>
                  <a:cubicBezTo>
                    <a:pt x="612817" y="111129"/>
                    <a:pt x="556777" y="42583"/>
                    <a:pt x="480107" y="1417"/>
                  </a:cubicBezTo>
                  <a:cubicBezTo>
                    <a:pt x="474287" y="-1688"/>
                    <a:pt x="467022" y="475"/>
                    <a:pt x="463892" y="6294"/>
                  </a:cubicBezTo>
                  <a:cubicBezTo>
                    <a:pt x="460755" y="12122"/>
                    <a:pt x="462950" y="19386"/>
                    <a:pt x="468771" y="22507"/>
                  </a:cubicBezTo>
                  <a:cubicBezTo>
                    <a:pt x="539804" y="60647"/>
                    <a:pt x="591722" y="124157"/>
                    <a:pt x="614980" y="201348"/>
                  </a:cubicBezTo>
                  <a:cubicBezTo>
                    <a:pt x="638229" y="278539"/>
                    <a:pt x="630030" y="360160"/>
                    <a:pt x="591874" y="431173"/>
                  </a:cubicBezTo>
                  <a:cubicBezTo>
                    <a:pt x="513121" y="577780"/>
                    <a:pt x="329731" y="632980"/>
                    <a:pt x="183138" y="554264"/>
                  </a:cubicBezTo>
                  <a:cubicBezTo>
                    <a:pt x="112104" y="516123"/>
                    <a:pt x="60186" y="452606"/>
                    <a:pt x="36929" y="375415"/>
                  </a:cubicBezTo>
                  <a:cubicBezTo>
                    <a:pt x="13679" y="298224"/>
                    <a:pt x="21879" y="216602"/>
                    <a:pt x="60034" y="145590"/>
                  </a:cubicBezTo>
                  <a:cubicBezTo>
                    <a:pt x="88177" y="93193"/>
                    <a:pt x="130748" y="50629"/>
                    <a:pt x="183146" y="22507"/>
                  </a:cubicBezTo>
                  <a:cubicBezTo>
                    <a:pt x="188966" y="19378"/>
                    <a:pt x="191162" y="12122"/>
                    <a:pt x="188024" y="6294"/>
                  </a:cubicBezTo>
                  <a:cubicBezTo>
                    <a:pt x="184894" y="475"/>
                    <a:pt x="177645" y="-1688"/>
                    <a:pt x="171808" y="1417"/>
                  </a:cubicBezTo>
                  <a:cubicBezTo>
                    <a:pt x="115266" y="31775"/>
                    <a:pt x="69311" y="77714"/>
                    <a:pt x="38932" y="134262"/>
                  </a:cubicBezTo>
                  <a:cubicBezTo>
                    <a:pt x="-2240" y="210919"/>
                    <a:pt x="-11103" y="299022"/>
                    <a:pt x="13998" y="382328"/>
                  </a:cubicBezTo>
                  <a:cubicBezTo>
                    <a:pt x="39100" y="465650"/>
                    <a:pt x="95139" y="534196"/>
                    <a:pt x="171808" y="575370"/>
                  </a:cubicBezTo>
                  <a:cubicBezTo>
                    <a:pt x="220726" y="601632"/>
                    <a:pt x="273428" y="614093"/>
                    <a:pt x="325411" y="614093"/>
                  </a:cubicBezTo>
                  <a:cubicBezTo>
                    <a:pt x="441625" y="614093"/>
                    <a:pt x="554254" y="551845"/>
                    <a:pt x="612984" y="442524"/>
                  </a:cubicBezTo>
                  <a:cubicBezTo>
                    <a:pt x="654157" y="365868"/>
                    <a:pt x="663019" y="277764"/>
                    <a:pt x="637917" y="194459"/>
                  </a:cubicBezTo>
                  <a:close/>
                </a:path>
              </a:pathLst>
            </a:custGeom>
            <a:grpFill/>
            <a:ln w="0" cap="flat">
              <a:noFill/>
              <a:prstDash val="solid"/>
              <a:miter/>
            </a:ln>
          </p:spPr>
          <p:txBody>
            <a:bodyPr rtlCol="0" anchor="ctr"/>
            <a:lstStyle/>
            <a:p>
              <a:endParaRPr lang="de-DE"/>
            </a:p>
          </p:txBody>
        </p:sp>
      </p:grpSp>
      <p:sp>
        <p:nvSpPr>
          <p:cNvPr id="192" name="Freihandform 191">
            <a:extLst>
              <a:ext uri="{FF2B5EF4-FFF2-40B4-BE49-F238E27FC236}">
                <a16:creationId xmlns:a16="http://schemas.microsoft.com/office/drawing/2014/main" id="{1CC4C067-81F5-B41F-211E-50B58B844D3A}"/>
              </a:ext>
            </a:extLst>
          </p:cNvPr>
          <p:cNvSpPr/>
          <p:nvPr/>
        </p:nvSpPr>
        <p:spPr>
          <a:xfrm>
            <a:off x="7060355" y="4313975"/>
            <a:ext cx="568181" cy="569087"/>
          </a:xfrm>
          <a:custGeom>
            <a:avLst/>
            <a:gdLst>
              <a:gd name="connsiteX0" fmla="*/ 670242 w 682217"/>
              <a:gd name="connsiteY0" fmla="*/ 8 h 683305"/>
              <a:gd name="connsiteX1" fmla="*/ 11976 w 682217"/>
              <a:gd name="connsiteY1" fmla="*/ 8 h 683305"/>
              <a:gd name="connsiteX2" fmla="*/ 0 w 682217"/>
              <a:gd name="connsiteY2" fmla="*/ 11982 h 683305"/>
              <a:gd name="connsiteX3" fmla="*/ 0 w 682217"/>
              <a:gd name="connsiteY3" fmla="*/ 150846 h 683305"/>
              <a:gd name="connsiteX4" fmla="*/ 11976 w 682217"/>
              <a:gd name="connsiteY4" fmla="*/ 162820 h 683305"/>
              <a:gd name="connsiteX5" fmla="*/ 42658 w 682217"/>
              <a:gd name="connsiteY5" fmla="*/ 162820 h 683305"/>
              <a:gd name="connsiteX6" fmla="*/ 93068 w 682217"/>
              <a:gd name="connsiteY6" fmla="*/ 610481 h 683305"/>
              <a:gd name="connsiteX7" fmla="*/ 175742 w 682217"/>
              <a:gd name="connsiteY7" fmla="*/ 683305 h 683305"/>
              <a:gd name="connsiteX8" fmla="*/ 506891 w 682217"/>
              <a:gd name="connsiteY8" fmla="*/ 683305 h 683305"/>
              <a:gd name="connsiteX9" fmla="*/ 589221 w 682217"/>
              <a:gd name="connsiteY9" fmla="*/ 609962 h 683305"/>
              <a:gd name="connsiteX10" fmla="*/ 639624 w 682217"/>
              <a:gd name="connsiteY10" fmla="*/ 162812 h 683305"/>
              <a:gd name="connsiteX11" fmla="*/ 670242 w 682217"/>
              <a:gd name="connsiteY11" fmla="*/ 162812 h 683305"/>
              <a:gd name="connsiteX12" fmla="*/ 682218 w 682217"/>
              <a:gd name="connsiteY12" fmla="*/ 150838 h 683305"/>
              <a:gd name="connsiteX13" fmla="*/ 682218 w 682217"/>
              <a:gd name="connsiteY13" fmla="*/ 11974 h 683305"/>
              <a:gd name="connsiteX14" fmla="*/ 670242 w 682217"/>
              <a:gd name="connsiteY14" fmla="*/ 0 h 683305"/>
              <a:gd name="connsiteX15" fmla="*/ 565493 w 682217"/>
              <a:gd name="connsiteY15" fmla="*/ 606761 h 683305"/>
              <a:gd name="connsiteX16" fmla="*/ 506459 w 682217"/>
              <a:gd name="connsiteY16" fmla="*/ 659366 h 683305"/>
              <a:gd name="connsiteX17" fmla="*/ 176141 w 682217"/>
              <a:gd name="connsiteY17" fmla="*/ 659366 h 683305"/>
              <a:gd name="connsiteX18" fmla="*/ 116780 w 682217"/>
              <a:gd name="connsiteY18" fmla="*/ 607296 h 683305"/>
              <a:gd name="connsiteX19" fmla="*/ 66745 w 682217"/>
              <a:gd name="connsiteY19" fmla="*/ 162828 h 683305"/>
              <a:gd name="connsiteX20" fmla="*/ 615520 w 682217"/>
              <a:gd name="connsiteY20" fmla="*/ 162828 h 683305"/>
              <a:gd name="connsiteX21" fmla="*/ 565493 w 682217"/>
              <a:gd name="connsiteY21" fmla="*/ 606761 h 683305"/>
              <a:gd name="connsiteX22" fmla="*/ 658266 w 682217"/>
              <a:gd name="connsiteY22" fmla="*/ 138880 h 683305"/>
              <a:gd name="connsiteX23" fmla="*/ 23952 w 682217"/>
              <a:gd name="connsiteY23" fmla="*/ 138880 h 683305"/>
              <a:gd name="connsiteX24" fmla="*/ 23952 w 682217"/>
              <a:gd name="connsiteY24" fmla="*/ 23964 h 683305"/>
              <a:gd name="connsiteX25" fmla="*/ 658266 w 682217"/>
              <a:gd name="connsiteY25" fmla="*/ 23964 h 683305"/>
              <a:gd name="connsiteX26" fmla="*/ 658266 w 682217"/>
              <a:gd name="connsiteY26" fmla="*/ 138880 h 683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82217" h="683305">
                <a:moveTo>
                  <a:pt x="670242" y="8"/>
                </a:moveTo>
                <a:lnTo>
                  <a:pt x="11976" y="8"/>
                </a:lnTo>
                <a:cubicBezTo>
                  <a:pt x="5365" y="8"/>
                  <a:pt x="0" y="5372"/>
                  <a:pt x="0" y="11982"/>
                </a:cubicBezTo>
                <a:lnTo>
                  <a:pt x="0" y="150846"/>
                </a:lnTo>
                <a:cubicBezTo>
                  <a:pt x="0" y="157455"/>
                  <a:pt x="5365" y="162820"/>
                  <a:pt x="11976" y="162820"/>
                </a:cubicBezTo>
                <a:lnTo>
                  <a:pt x="42658" y="162820"/>
                </a:lnTo>
                <a:lnTo>
                  <a:pt x="93068" y="610481"/>
                </a:lnTo>
                <a:cubicBezTo>
                  <a:pt x="99464" y="651271"/>
                  <a:pt x="134066" y="681892"/>
                  <a:pt x="175742" y="683305"/>
                </a:cubicBezTo>
                <a:lnTo>
                  <a:pt x="506891" y="683305"/>
                </a:lnTo>
                <a:cubicBezTo>
                  <a:pt x="548120" y="681852"/>
                  <a:pt x="582714" y="651231"/>
                  <a:pt x="589221" y="609962"/>
                </a:cubicBezTo>
                <a:lnTo>
                  <a:pt x="639624" y="162812"/>
                </a:lnTo>
                <a:lnTo>
                  <a:pt x="670242" y="162812"/>
                </a:lnTo>
                <a:cubicBezTo>
                  <a:pt x="676853" y="162812"/>
                  <a:pt x="682218" y="157448"/>
                  <a:pt x="682218" y="150838"/>
                </a:cubicBezTo>
                <a:lnTo>
                  <a:pt x="682218" y="11974"/>
                </a:lnTo>
                <a:cubicBezTo>
                  <a:pt x="682218" y="5364"/>
                  <a:pt x="676853" y="0"/>
                  <a:pt x="670242" y="0"/>
                </a:cubicBezTo>
                <a:close/>
                <a:moveTo>
                  <a:pt x="565493" y="606761"/>
                </a:moveTo>
                <a:cubicBezTo>
                  <a:pt x="560838" y="636200"/>
                  <a:pt x="535833" y="658328"/>
                  <a:pt x="506459" y="659366"/>
                </a:cubicBezTo>
                <a:lnTo>
                  <a:pt x="176141" y="659366"/>
                </a:lnTo>
                <a:cubicBezTo>
                  <a:pt x="146337" y="658360"/>
                  <a:pt x="121340" y="636248"/>
                  <a:pt x="116780" y="607296"/>
                </a:cubicBezTo>
                <a:lnTo>
                  <a:pt x="66745" y="162828"/>
                </a:lnTo>
                <a:lnTo>
                  <a:pt x="615520" y="162828"/>
                </a:lnTo>
                <a:lnTo>
                  <a:pt x="565493" y="606761"/>
                </a:lnTo>
                <a:close/>
                <a:moveTo>
                  <a:pt x="658266" y="138880"/>
                </a:moveTo>
                <a:lnTo>
                  <a:pt x="23952" y="138880"/>
                </a:lnTo>
                <a:lnTo>
                  <a:pt x="23952" y="23964"/>
                </a:lnTo>
                <a:lnTo>
                  <a:pt x="658266" y="23964"/>
                </a:lnTo>
                <a:lnTo>
                  <a:pt x="658266" y="138880"/>
                </a:lnTo>
                <a:close/>
              </a:path>
            </a:pathLst>
          </a:custGeom>
          <a:solidFill>
            <a:schemeClr val="tx1"/>
          </a:solidFill>
          <a:ln w="0" cap="flat">
            <a:noFill/>
            <a:prstDash val="solid"/>
            <a:miter/>
          </a:ln>
        </p:spPr>
        <p:txBody>
          <a:bodyPr rtlCol="0" anchor="ctr"/>
          <a:lstStyle/>
          <a:p>
            <a:endParaRPr lang="de-DE"/>
          </a:p>
        </p:txBody>
      </p:sp>
      <p:sp>
        <p:nvSpPr>
          <p:cNvPr id="193" name="Freihandform 192">
            <a:extLst>
              <a:ext uri="{FF2B5EF4-FFF2-40B4-BE49-F238E27FC236}">
                <a16:creationId xmlns:a16="http://schemas.microsoft.com/office/drawing/2014/main" id="{2D9EF969-D6E8-9DDB-3BC9-D233D21E17AE}"/>
              </a:ext>
            </a:extLst>
          </p:cNvPr>
          <p:cNvSpPr/>
          <p:nvPr/>
        </p:nvSpPr>
        <p:spPr>
          <a:xfrm>
            <a:off x="5826107" y="4291800"/>
            <a:ext cx="539789" cy="613437"/>
          </a:xfrm>
          <a:custGeom>
            <a:avLst/>
            <a:gdLst>
              <a:gd name="connsiteX0" fmla="*/ 565589 w 648126"/>
              <a:gd name="connsiteY0" fmla="*/ 147502 h 736556"/>
              <a:gd name="connsiteX1" fmla="*/ 528376 w 648126"/>
              <a:gd name="connsiteY1" fmla="*/ 147502 h 736556"/>
              <a:gd name="connsiteX2" fmla="*/ 529494 w 648126"/>
              <a:gd name="connsiteY2" fmla="*/ 146376 h 736556"/>
              <a:gd name="connsiteX3" fmla="*/ 529494 w 648126"/>
              <a:gd name="connsiteY3" fmla="*/ 25065 h 736556"/>
              <a:gd name="connsiteX4" fmla="*/ 408002 w 648126"/>
              <a:gd name="connsiteY4" fmla="*/ 25217 h 736556"/>
              <a:gd name="connsiteX5" fmla="*/ 397687 w 648126"/>
              <a:gd name="connsiteY5" fmla="*/ 37765 h 736556"/>
              <a:gd name="connsiteX6" fmla="*/ 325832 w 648126"/>
              <a:gd name="connsiteY6" fmla="*/ 138872 h 736556"/>
              <a:gd name="connsiteX7" fmla="*/ 254080 w 648126"/>
              <a:gd name="connsiteY7" fmla="*/ 38005 h 736556"/>
              <a:gd name="connsiteX8" fmla="*/ 243374 w 648126"/>
              <a:gd name="connsiteY8" fmla="*/ 25041 h 736556"/>
              <a:gd name="connsiteX9" fmla="*/ 122074 w 648126"/>
              <a:gd name="connsiteY9" fmla="*/ 25105 h 736556"/>
              <a:gd name="connsiteX10" fmla="*/ 96980 w 648126"/>
              <a:gd name="connsiteY10" fmla="*/ 85765 h 736556"/>
              <a:gd name="connsiteX11" fmla="*/ 122114 w 648126"/>
              <a:gd name="connsiteY11" fmla="*/ 146384 h 736556"/>
              <a:gd name="connsiteX12" fmla="*/ 123240 w 648126"/>
              <a:gd name="connsiteY12" fmla="*/ 147517 h 736556"/>
              <a:gd name="connsiteX13" fmla="*/ 82458 w 648126"/>
              <a:gd name="connsiteY13" fmla="*/ 147517 h 736556"/>
              <a:gd name="connsiteX14" fmla="*/ 0 w 648126"/>
              <a:gd name="connsiteY14" fmla="*/ 230073 h 736556"/>
              <a:gd name="connsiteX15" fmla="*/ 0 w 648126"/>
              <a:gd name="connsiteY15" fmla="*/ 654002 h 736556"/>
              <a:gd name="connsiteX16" fmla="*/ 82474 w 648126"/>
              <a:gd name="connsiteY16" fmla="*/ 736557 h 736556"/>
              <a:gd name="connsiteX17" fmla="*/ 565573 w 648126"/>
              <a:gd name="connsiteY17" fmla="*/ 736557 h 736556"/>
              <a:gd name="connsiteX18" fmla="*/ 648127 w 648126"/>
              <a:gd name="connsiteY18" fmla="*/ 654002 h 736556"/>
              <a:gd name="connsiteX19" fmla="*/ 648127 w 648126"/>
              <a:gd name="connsiteY19" fmla="*/ 230073 h 736556"/>
              <a:gd name="connsiteX20" fmla="*/ 565565 w 648126"/>
              <a:gd name="connsiteY20" fmla="*/ 147517 h 736556"/>
              <a:gd name="connsiteX21" fmla="*/ 417304 w 648126"/>
              <a:gd name="connsiteY21" fmla="*/ 51519 h 736556"/>
              <a:gd name="connsiteX22" fmla="*/ 425112 w 648126"/>
              <a:gd name="connsiteY22" fmla="*/ 41988 h 736556"/>
              <a:gd name="connsiteX23" fmla="*/ 512575 w 648126"/>
              <a:gd name="connsiteY23" fmla="*/ 41988 h 736556"/>
              <a:gd name="connsiteX24" fmla="*/ 512559 w 648126"/>
              <a:gd name="connsiteY24" fmla="*/ 129445 h 736556"/>
              <a:gd name="connsiteX25" fmla="*/ 494548 w 648126"/>
              <a:gd name="connsiteY25" fmla="*/ 147493 h 736556"/>
              <a:gd name="connsiteX26" fmla="*/ 349097 w 648126"/>
              <a:gd name="connsiteY26" fmla="*/ 147493 h 736556"/>
              <a:gd name="connsiteX27" fmla="*/ 417304 w 648126"/>
              <a:gd name="connsiteY27" fmla="*/ 51519 h 736556"/>
              <a:gd name="connsiteX28" fmla="*/ 139080 w 648126"/>
              <a:gd name="connsiteY28" fmla="*/ 129437 h 736556"/>
              <a:gd name="connsiteX29" fmla="*/ 120948 w 648126"/>
              <a:gd name="connsiteY29" fmla="*/ 85732 h 736556"/>
              <a:gd name="connsiteX30" fmla="*/ 139040 w 648126"/>
              <a:gd name="connsiteY30" fmla="*/ 42020 h 736556"/>
              <a:gd name="connsiteX31" fmla="*/ 226472 w 648126"/>
              <a:gd name="connsiteY31" fmla="*/ 41972 h 736556"/>
              <a:gd name="connsiteX32" fmla="*/ 234400 w 648126"/>
              <a:gd name="connsiteY32" fmla="*/ 51615 h 736556"/>
              <a:gd name="connsiteX33" fmla="*/ 302590 w 648126"/>
              <a:gd name="connsiteY33" fmla="*/ 147493 h 736556"/>
              <a:gd name="connsiteX34" fmla="*/ 157091 w 648126"/>
              <a:gd name="connsiteY34" fmla="*/ 147493 h 736556"/>
              <a:gd name="connsiteX35" fmla="*/ 139072 w 648126"/>
              <a:gd name="connsiteY35" fmla="*/ 129429 h 736556"/>
              <a:gd name="connsiteX36" fmla="*/ 23976 w 648126"/>
              <a:gd name="connsiteY36" fmla="*/ 653985 h 736556"/>
              <a:gd name="connsiteX37" fmla="*/ 23976 w 648126"/>
              <a:gd name="connsiteY37" fmla="*/ 230049 h 736556"/>
              <a:gd name="connsiteX38" fmla="*/ 82498 w 648126"/>
              <a:gd name="connsiteY38" fmla="*/ 171449 h 736556"/>
              <a:gd name="connsiteX39" fmla="*/ 151990 w 648126"/>
              <a:gd name="connsiteY39" fmla="*/ 171449 h 736556"/>
              <a:gd name="connsiteX40" fmla="*/ 152309 w 648126"/>
              <a:gd name="connsiteY40" fmla="*/ 171449 h 736556"/>
              <a:gd name="connsiteX41" fmla="*/ 313856 w 648126"/>
              <a:gd name="connsiteY41" fmla="*/ 171449 h 736556"/>
              <a:gd name="connsiteX42" fmla="*/ 313856 w 648126"/>
              <a:gd name="connsiteY42" fmla="*/ 712593 h 736556"/>
              <a:gd name="connsiteX43" fmla="*/ 82513 w 648126"/>
              <a:gd name="connsiteY43" fmla="*/ 712593 h 736556"/>
              <a:gd name="connsiteX44" fmla="*/ 23976 w 648126"/>
              <a:gd name="connsiteY44" fmla="*/ 653985 h 736556"/>
              <a:gd name="connsiteX45" fmla="*/ 624199 w 648126"/>
              <a:gd name="connsiteY45" fmla="*/ 653978 h 736556"/>
              <a:gd name="connsiteX46" fmla="*/ 565589 w 648126"/>
              <a:gd name="connsiteY46" fmla="*/ 712593 h 736556"/>
              <a:gd name="connsiteX47" fmla="*/ 337807 w 648126"/>
              <a:gd name="connsiteY47" fmla="*/ 712593 h 736556"/>
              <a:gd name="connsiteX48" fmla="*/ 337807 w 648126"/>
              <a:gd name="connsiteY48" fmla="*/ 171449 h 736556"/>
              <a:gd name="connsiteX49" fmla="*/ 499362 w 648126"/>
              <a:gd name="connsiteY49" fmla="*/ 171449 h 736556"/>
              <a:gd name="connsiteX50" fmla="*/ 499626 w 648126"/>
              <a:gd name="connsiteY50" fmla="*/ 171449 h 736556"/>
              <a:gd name="connsiteX51" fmla="*/ 565597 w 648126"/>
              <a:gd name="connsiteY51" fmla="*/ 171449 h 736556"/>
              <a:gd name="connsiteX52" fmla="*/ 624207 w 648126"/>
              <a:gd name="connsiteY52" fmla="*/ 230057 h 736556"/>
              <a:gd name="connsiteX53" fmla="*/ 624207 w 648126"/>
              <a:gd name="connsiteY53" fmla="*/ 653978 h 736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648126" h="736556">
                <a:moveTo>
                  <a:pt x="565589" y="147502"/>
                </a:moveTo>
                <a:lnTo>
                  <a:pt x="528376" y="147502"/>
                </a:lnTo>
                <a:lnTo>
                  <a:pt x="529494" y="146376"/>
                </a:lnTo>
                <a:cubicBezTo>
                  <a:pt x="562946" y="112945"/>
                  <a:pt x="562946" y="58512"/>
                  <a:pt x="529494" y="25065"/>
                </a:cubicBezTo>
                <a:cubicBezTo>
                  <a:pt x="496049" y="-8374"/>
                  <a:pt x="441622" y="-8382"/>
                  <a:pt x="408002" y="25217"/>
                </a:cubicBezTo>
                <a:cubicBezTo>
                  <a:pt x="404194" y="29168"/>
                  <a:pt x="400697" y="33423"/>
                  <a:pt x="397687" y="37765"/>
                </a:cubicBezTo>
                <a:lnTo>
                  <a:pt x="325832" y="138872"/>
                </a:lnTo>
                <a:lnTo>
                  <a:pt x="254080" y="38005"/>
                </a:lnTo>
                <a:cubicBezTo>
                  <a:pt x="250958" y="33375"/>
                  <a:pt x="247358" y="29008"/>
                  <a:pt x="243374" y="25041"/>
                </a:cubicBezTo>
                <a:cubicBezTo>
                  <a:pt x="209921" y="-8382"/>
                  <a:pt x="155495" y="-8334"/>
                  <a:pt x="122074" y="25105"/>
                </a:cubicBezTo>
                <a:cubicBezTo>
                  <a:pt x="105882" y="41309"/>
                  <a:pt x="96965" y="62855"/>
                  <a:pt x="96980" y="85765"/>
                </a:cubicBezTo>
                <a:cubicBezTo>
                  <a:pt x="96980" y="108666"/>
                  <a:pt x="105922" y="130195"/>
                  <a:pt x="122114" y="146384"/>
                </a:cubicBezTo>
                <a:lnTo>
                  <a:pt x="123240" y="147517"/>
                </a:lnTo>
                <a:lnTo>
                  <a:pt x="82458" y="147517"/>
                </a:lnTo>
                <a:cubicBezTo>
                  <a:pt x="36982" y="147565"/>
                  <a:pt x="-16" y="184604"/>
                  <a:pt x="0" y="230073"/>
                </a:cubicBezTo>
                <a:lnTo>
                  <a:pt x="0" y="654002"/>
                </a:lnTo>
                <a:cubicBezTo>
                  <a:pt x="0" y="699462"/>
                  <a:pt x="36982" y="736501"/>
                  <a:pt x="82474" y="736557"/>
                </a:cubicBezTo>
                <a:lnTo>
                  <a:pt x="565573" y="736557"/>
                </a:lnTo>
                <a:cubicBezTo>
                  <a:pt x="611073" y="736541"/>
                  <a:pt x="648111" y="699502"/>
                  <a:pt x="648127" y="654002"/>
                </a:cubicBezTo>
                <a:lnTo>
                  <a:pt x="648127" y="230073"/>
                </a:lnTo>
                <a:cubicBezTo>
                  <a:pt x="648127" y="184556"/>
                  <a:pt x="611089" y="147517"/>
                  <a:pt x="565565" y="147517"/>
                </a:cubicBezTo>
                <a:close/>
                <a:moveTo>
                  <a:pt x="417304" y="51519"/>
                </a:moveTo>
                <a:cubicBezTo>
                  <a:pt x="419666" y="48119"/>
                  <a:pt x="422341" y="44854"/>
                  <a:pt x="425112" y="41988"/>
                </a:cubicBezTo>
                <a:cubicBezTo>
                  <a:pt x="449231" y="17881"/>
                  <a:pt x="488472" y="17873"/>
                  <a:pt x="512575" y="41988"/>
                </a:cubicBezTo>
                <a:cubicBezTo>
                  <a:pt x="536687" y="66103"/>
                  <a:pt x="536687" y="105337"/>
                  <a:pt x="512559" y="129445"/>
                </a:cubicBezTo>
                <a:lnTo>
                  <a:pt x="494548" y="147493"/>
                </a:lnTo>
                <a:lnTo>
                  <a:pt x="349097" y="147493"/>
                </a:lnTo>
                <a:lnTo>
                  <a:pt x="417304" y="51519"/>
                </a:lnTo>
                <a:close/>
                <a:moveTo>
                  <a:pt x="139080" y="129437"/>
                </a:moveTo>
                <a:cubicBezTo>
                  <a:pt x="127391" y="117766"/>
                  <a:pt x="120956" y="102248"/>
                  <a:pt x="120948" y="85732"/>
                </a:cubicBezTo>
                <a:cubicBezTo>
                  <a:pt x="120940" y="69217"/>
                  <a:pt x="127367" y="53698"/>
                  <a:pt x="139040" y="42020"/>
                </a:cubicBezTo>
                <a:cubicBezTo>
                  <a:pt x="163135" y="17905"/>
                  <a:pt x="202352" y="17889"/>
                  <a:pt x="226472" y="41972"/>
                </a:cubicBezTo>
                <a:cubicBezTo>
                  <a:pt x="229362" y="44854"/>
                  <a:pt x="231973" y="48023"/>
                  <a:pt x="234400" y="51615"/>
                </a:cubicBezTo>
                <a:lnTo>
                  <a:pt x="302590" y="147493"/>
                </a:lnTo>
                <a:lnTo>
                  <a:pt x="157091" y="147493"/>
                </a:lnTo>
                <a:lnTo>
                  <a:pt x="139072" y="129429"/>
                </a:lnTo>
                <a:close/>
                <a:moveTo>
                  <a:pt x="23976" y="653985"/>
                </a:moveTo>
                <a:lnTo>
                  <a:pt x="23976" y="230049"/>
                </a:lnTo>
                <a:cubicBezTo>
                  <a:pt x="23968" y="197768"/>
                  <a:pt x="50219" y="171481"/>
                  <a:pt x="82498" y="171449"/>
                </a:cubicBezTo>
                <a:lnTo>
                  <a:pt x="151990" y="171449"/>
                </a:lnTo>
                <a:cubicBezTo>
                  <a:pt x="152101" y="171449"/>
                  <a:pt x="152197" y="171449"/>
                  <a:pt x="152309" y="171449"/>
                </a:cubicBezTo>
                <a:lnTo>
                  <a:pt x="313856" y="171449"/>
                </a:lnTo>
                <a:lnTo>
                  <a:pt x="313856" y="712593"/>
                </a:lnTo>
                <a:lnTo>
                  <a:pt x="82513" y="712593"/>
                </a:lnTo>
                <a:cubicBezTo>
                  <a:pt x="50227" y="712553"/>
                  <a:pt x="23968" y="686267"/>
                  <a:pt x="23976" y="653985"/>
                </a:cubicBezTo>
                <a:close/>
                <a:moveTo>
                  <a:pt x="624199" y="653978"/>
                </a:moveTo>
                <a:cubicBezTo>
                  <a:pt x="624183" y="686291"/>
                  <a:pt x="597891" y="712577"/>
                  <a:pt x="565589" y="712593"/>
                </a:cubicBezTo>
                <a:lnTo>
                  <a:pt x="337807" y="712593"/>
                </a:lnTo>
                <a:lnTo>
                  <a:pt x="337807" y="171449"/>
                </a:lnTo>
                <a:lnTo>
                  <a:pt x="499362" y="171449"/>
                </a:lnTo>
                <a:cubicBezTo>
                  <a:pt x="499450" y="171449"/>
                  <a:pt x="499538" y="171449"/>
                  <a:pt x="499626" y="171449"/>
                </a:cubicBezTo>
                <a:lnTo>
                  <a:pt x="565597" y="171449"/>
                </a:lnTo>
                <a:cubicBezTo>
                  <a:pt x="597916" y="171449"/>
                  <a:pt x="624207" y="197743"/>
                  <a:pt x="624207" y="230057"/>
                </a:cubicBezTo>
                <a:lnTo>
                  <a:pt x="624207" y="653978"/>
                </a:lnTo>
                <a:close/>
              </a:path>
            </a:pathLst>
          </a:custGeom>
          <a:solidFill>
            <a:schemeClr val="tx1"/>
          </a:solidFill>
          <a:ln w="0" cap="flat">
            <a:noFill/>
            <a:prstDash val="solid"/>
            <a:miter/>
          </a:ln>
        </p:spPr>
        <p:txBody>
          <a:bodyPr rtlCol="0" anchor="ctr"/>
          <a:lstStyle/>
          <a:p>
            <a:endParaRPr lang="de-DE"/>
          </a:p>
        </p:txBody>
      </p:sp>
      <p:grpSp>
        <p:nvGrpSpPr>
          <p:cNvPr id="194" name="Grafik 13">
            <a:extLst>
              <a:ext uri="{FF2B5EF4-FFF2-40B4-BE49-F238E27FC236}">
                <a16:creationId xmlns:a16="http://schemas.microsoft.com/office/drawing/2014/main" id="{023D0F5A-24BB-8EF4-FD3B-695ED451AA01}"/>
              </a:ext>
            </a:extLst>
          </p:cNvPr>
          <p:cNvGrpSpPr/>
          <p:nvPr/>
        </p:nvGrpSpPr>
        <p:grpSpPr>
          <a:xfrm>
            <a:off x="4577650" y="4305279"/>
            <a:ext cx="539815" cy="586479"/>
            <a:chOff x="6655146" y="4945007"/>
            <a:chExt cx="648158" cy="704187"/>
          </a:xfrm>
          <a:solidFill>
            <a:schemeClr val="tx1"/>
          </a:solidFill>
        </p:grpSpPr>
        <p:sp>
          <p:nvSpPr>
            <p:cNvPr id="228" name="Freihandform 227">
              <a:extLst>
                <a:ext uri="{FF2B5EF4-FFF2-40B4-BE49-F238E27FC236}">
                  <a16:creationId xmlns:a16="http://schemas.microsoft.com/office/drawing/2014/main" id="{A2CAC592-EC7E-0AE0-32AE-4AFBB6D79A9A}"/>
                </a:ext>
              </a:extLst>
            </p:cNvPr>
            <p:cNvSpPr/>
            <p:nvPr/>
          </p:nvSpPr>
          <p:spPr>
            <a:xfrm>
              <a:off x="6655146" y="4945007"/>
              <a:ext cx="648158" cy="704187"/>
            </a:xfrm>
            <a:custGeom>
              <a:avLst/>
              <a:gdLst>
                <a:gd name="connsiteX0" fmla="*/ 647328 w 648158"/>
                <a:gd name="connsiteY0" fmla="*/ 143494 h 704187"/>
                <a:gd name="connsiteX1" fmla="*/ 647248 w 648158"/>
                <a:gd name="connsiteY1" fmla="*/ 143246 h 704187"/>
                <a:gd name="connsiteX2" fmla="*/ 644725 w 648158"/>
                <a:gd name="connsiteY2" fmla="*/ 139399 h 704187"/>
                <a:gd name="connsiteX3" fmla="*/ 644685 w 648158"/>
                <a:gd name="connsiteY3" fmla="*/ 139335 h 704187"/>
                <a:gd name="connsiteX4" fmla="*/ 510428 w 648158"/>
                <a:gd name="connsiteY4" fmla="*/ 3552 h 704187"/>
                <a:gd name="connsiteX5" fmla="*/ 501909 w 648158"/>
                <a:gd name="connsiteY5" fmla="*/ 0 h 704187"/>
                <a:gd name="connsiteX6" fmla="*/ 146242 w 648158"/>
                <a:gd name="connsiteY6" fmla="*/ 0 h 704187"/>
                <a:gd name="connsiteX7" fmla="*/ 137730 w 648158"/>
                <a:gd name="connsiteY7" fmla="*/ 3552 h 704187"/>
                <a:gd name="connsiteX8" fmla="*/ 3505 w 648158"/>
                <a:gd name="connsiteY8" fmla="*/ 139279 h 704187"/>
                <a:gd name="connsiteX9" fmla="*/ 3497 w 648158"/>
                <a:gd name="connsiteY9" fmla="*/ 139287 h 704187"/>
                <a:gd name="connsiteX10" fmla="*/ 3457 w 648158"/>
                <a:gd name="connsiteY10" fmla="*/ 139327 h 704187"/>
                <a:gd name="connsiteX11" fmla="*/ 3433 w 648158"/>
                <a:gd name="connsiteY11" fmla="*/ 139367 h 704187"/>
                <a:gd name="connsiteX12" fmla="*/ 894 w 648158"/>
                <a:gd name="connsiteY12" fmla="*/ 143238 h 704187"/>
                <a:gd name="connsiteX13" fmla="*/ 822 w 648158"/>
                <a:gd name="connsiteY13" fmla="*/ 143470 h 704187"/>
                <a:gd name="connsiteX14" fmla="*/ 0 w 648158"/>
                <a:gd name="connsiteY14" fmla="*/ 147741 h 704187"/>
                <a:gd name="connsiteX15" fmla="*/ 0 w 648158"/>
                <a:gd name="connsiteY15" fmla="*/ 621664 h 704187"/>
                <a:gd name="connsiteX16" fmla="*/ 82498 w 648158"/>
                <a:gd name="connsiteY16" fmla="*/ 704187 h 704187"/>
                <a:gd name="connsiteX17" fmla="*/ 565660 w 648158"/>
                <a:gd name="connsiteY17" fmla="*/ 704187 h 704187"/>
                <a:gd name="connsiteX18" fmla="*/ 648158 w 648158"/>
                <a:gd name="connsiteY18" fmla="*/ 621664 h 704187"/>
                <a:gd name="connsiteX19" fmla="*/ 648158 w 648158"/>
                <a:gd name="connsiteY19" fmla="*/ 147741 h 704187"/>
                <a:gd name="connsiteX20" fmla="*/ 647344 w 648158"/>
                <a:gd name="connsiteY20" fmla="*/ 143486 h 704187"/>
                <a:gd name="connsiteX21" fmla="*/ 151239 w 648158"/>
                <a:gd name="connsiteY21" fmla="*/ 23948 h 704187"/>
                <a:gd name="connsiteX22" fmla="*/ 496903 w 648158"/>
                <a:gd name="connsiteY22" fmla="*/ 23948 h 704187"/>
                <a:gd name="connsiteX23" fmla="*/ 607481 w 648158"/>
                <a:gd name="connsiteY23" fmla="*/ 135783 h 704187"/>
                <a:gd name="connsiteX24" fmla="*/ 40638 w 648158"/>
                <a:gd name="connsiteY24" fmla="*/ 135783 h 704187"/>
                <a:gd name="connsiteX25" fmla="*/ 151232 w 648158"/>
                <a:gd name="connsiteY25" fmla="*/ 23948 h 704187"/>
                <a:gd name="connsiteX26" fmla="*/ 624191 w 648158"/>
                <a:gd name="connsiteY26" fmla="*/ 621672 h 704187"/>
                <a:gd name="connsiteX27" fmla="*/ 565644 w 648158"/>
                <a:gd name="connsiteY27" fmla="*/ 680248 h 704187"/>
                <a:gd name="connsiteX28" fmla="*/ 82490 w 648158"/>
                <a:gd name="connsiteY28" fmla="*/ 680248 h 704187"/>
                <a:gd name="connsiteX29" fmla="*/ 23943 w 648158"/>
                <a:gd name="connsiteY29" fmla="*/ 621672 h 704187"/>
                <a:gd name="connsiteX30" fmla="*/ 23943 w 648158"/>
                <a:gd name="connsiteY30" fmla="*/ 159722 h 704187"/>
                <a:gd name="connsiteX31" fmla="*/ 624199 w 648158"/>
                <a:gd name="connsiteY31" fmla="*/ 159722 h 704187"/>
                <a:gd name="connsiteX32" fmla="*/ 624199 w 648158"/>
                <a:gd name="connsiteY32" fmla="*/ 621672 h 704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648158" h="704187">
                  <a:moveTo>
                    <a:pt x="647328" y="143494"/>
                  </a:moveTo>
                  <a:cubicBezTo>
                    <a:pt x="647296" y="143414"/>
                    <a:pt x="647280" y="143326"/>
                    <a:pt x="647248" y="143246"/>
                  </a:cubicBezTo>
                  <a:cubicBezTo>
                    <a:pt x="646657" y="141802"/>
                    <a:pt x="645795" y="140500"/>
                    <a:pt x="644725" y="139399"/>
                  </a:cubicBezTo>
                  <a:cubicBezTo>
                    <a:pt x="644709" y="139383"/>
                    <a:pt x="644701" y="139351"/>
                    <a:pt x="644685" y="139335"/>
                  </a:cubicBezTo>
                  <a:lnTo>
                    <a:pt x="510428" y="3552"/>
                  </a:lnTo>
                  <a:cubicBezTo>
                    <a:pt x="508176" y="1277"/>
                    <a:pt x="505111" y="0"/>
                    <a:pt x="501909" y="0"/>
                  </a:cubicBezTo>
                  <a:lnTo>
                    <a:pt x="146242" y="0"/>
                  </a:lnTo>
                  <a:cubicBezTo>
                    <a:pt x="143040" y="0"/>
                    <a:pt x="139974" y="1277"/>
                    <a:pt x="137730" y="3552"/>
                  </a:cubicBezTo>
                  <a:lnTo>
                    <a:pt x="3505" y="139279"/>
                  </a:lnTo>
                  <a:cubicBezTo>
                    <a:pt x="3505" y="139279"/>
                    <a:pt x="3505" y="139279"/>
                    <a:pt x="3497" y="139287"/>
                  </a:cubicBezTo>
                  <a:lnTo>
                    <a:pt x="3457" y="139327"/>
                  </a:lnTo>
                  <a:cubicBezTo>
                    <a:pt x="3457" y="139327"/>
                    <a:pt x="3441" y="139359"/>
                    <a:pt x="3433" y="139367"/>
                  </a:cubicBezTo>
                  <a:cubicBezTo>
                    <a:pt x="2347" y="140469"/>
                    <a:pt x="1485" y="141786"/>
                    <a:pt x="894" y="143238"/>
                  </a:cubicBezTo>
                  <a:cubicBezTo>
                    <a:pt x="862" y="143318"/>
                    <a:pt x="854" y="143390"/>
                    <a:pt x="822" y="143470"/>
                  </a:cubicBezTo>
                  <a:cubicBezTo>
                    <a:pt x="311" y="144803"/>
                    <a:pt x="0" y="146232"/>
                    <a:pt x="0" y="147741"/>
                  </a:cubicBezTo>
                  <a:lnTo>
                    <a:pt x="0" y="621664"/>
                  </a:lnTo>
                  <a:cubicBezTo>
                    <a:pt x="0" y="667149"/>
                    <a:pt x="36997" y="704172"/>
                    <a:pt x="82498" y="704187"/>
                  </a:cubicBezTo>
                  <a:lnTo>
                    <a:pt x="565660" y="704187"/>
                  </a:lnTo>
                  <a:cubicBezTo>
                    <a:pt x="611161" y="704172"/>
                    <a:pt x="648158" y="667149"/>
                    <a:pt x="648158" y="621664"/>
                  </a:cubicBezTo>
                  <a:lnTo>
                    <a:pt x="648158" y="147741"/>
                  </a:lnTo>
                  <a:cubicBezTo>
                    <a:pt x="648158" y="146232"/>
                    <a:pt x="647847" y="144811"/>
                    <a:pt x="647344" y="143486"/>
                  </a:cubicBezTo>
                  <a:close/>
                  <a:moveTo>
                    <a:pt x="151239" y="23948"/>
                  </a:moveTo>
                  <a:lnTo>
                    <a:pt x="496903" y="23948"/>
                  </a:lnTo>
                  <a:lnTo>
                    <a:pt x="607481" y="135783"/>
                  </a:lnTo>
                  <a:lnTo>
                    <a:pt x="40638" y="135783"/>
                  </a:lnTo>
                  <a:lnTo>
                    <a:pt x="151232" y="23948"/>
                  </a:lnTo>
                  <a:close/>
                  <a:moveTo>
                    <a:pt x="624191" y="621672"/>
                  </a:moveTo>
                  <a:cubicBezTo>
                    <a:pt x="624191" y="653961"/>
                    <a:pt x="597931" y="680232"/>
                    <a:pt x="565644" y="680248"/>
                  </a:cubicBezTo>
                  <a:lnTo>
                    <a:pt x="82490" y="680248"/>
                  </a:lnTo>
                  <a:cubicBezTo>
                    <a:pt x="50203" y="680232"/>
                    <a:pt x="23936" y="653961"/>
                    <a:pt x="23943" y="621672"/>
                  </a:cubicBezTo>
                  <a:lnTo>
                    <a:pt x="23943" y="159722"/>
                  </a:lnTo>
                  <a:lnTo>
                    <a:pt x="624199" y="159722"/>
                  </a:lnTo>
                  <a:lnTo>
                    <a:pt x="624199" y="621672"/>
                  </a:lnTo>
                  <a:close/>
                </a:path>
              </a:pathLst>
            </a:custGeom>
            <a:grpFill/>
            <a:ln w="0" cap="flat">
              <a:noFill/>
              <a:prstDash val="solid"/>
              <a:miter/>
            </a:ln>
          </p:spPr>
          <p:txBody>
            <a:bodyPr rtlCol="0" anchor="ctr"/>
            <a:lstStyle/>
            <a:p>
              <a:endParaRPr lang="de-DE"/>
            </a:p>
          </p:txBody>
        </p:sp>
        <p:sp>
          <p:nvSpPr>
            <p:cNvPr id="229" name="Freihandform 228">
              <a:extLst>
                <a:ext uri="{FF2B5EF4-FFF2-40B4-BE49-F238E27FC236}">
                  <a16:creationId xmlns:a16="http://schemas.microsoft.com/office/drawing/2014/main" id="{A5B457EB-7B75-E84D-7729-1AD2F4AADD3B}"/>
                </a:ext>
              </a:extLst>
            </p:cNvPr>
            <p:cNvSpPr/>
            <p:nvPr/>
          </p:nvSpPr>
          <p:spPr>
            <a:xfrm>
              <a:off x="6825810" y="5213188"/>
              <a:ext cx="306798" cy="165342"/>
            </a:xfrm>
            <a:custGeom>
              <a:avLst/>
              <a:gdLst>
                <a:gd name="connsiteX0" fmla="*/ 153395 w 306798"/>
                <a:gd name="connsiteY0" fmla="*/ 165342 h 165342"/>
                <a:gd name="connsiteX1" fmla="*/ 306798 w 306798"/>
                <a:gd name="connsiteY1" fmla="*/ 11974 h 165342"/>
                <a:gd name="connsiteX2" fmla="*/ 294822 w 306798"/>
                <a:gd name="connsiteY2" fmla="*/ 0 h 165342"/>
                <a:gd name="connsiteX3" fmla="*/ 282846 w 306798"/>
                <a:gd name="connsiteY3" fmla="*/ 11974 h 165342"/>
                <a:gd name="connsiteX4" fmla="*/ 153395 w 306798"/>
                <a:gd name="connsiteY4" fmla="*/ 141395 h 165342"/>
                <a:gd name="connsiteX5" fmla="*/ 23952 w 306798"/>
                <a:gd name="connsiteY5" fmla="*/ 11974 h 165342"/>
                <a:gd name="connsiteX6" fmla="*/ 11976 w 306798"/>
                <a:gd name="connsiteY6" fmla="*/ 0 h 165342"/>
                <a:gd name="connsiteX7" fmla="*/ 0 w 306798"/>
                <a:gd name="connsiteY7" fmla="*/ 11974 h 165342"/>
                <a:gd name="connsiteX8" fmla="*/ 153395 w 306798"/>
                <a:gd name="connsiteY8" fmla="*/ 165342 h 165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6798" h="165342">
                  <a:moveTo>
                    <a:pt x="153395" y="165342"/>
                  </a:moveTo>
                  <a:cubicBezTo>
                    <a:pt x="237985" y="165342"/>
                    <a:pt x="306798" y="96541"/>
                    <a:pt x="306798" y="11974"/>
                  </a:cubicBezTo>
                  <a:cubicBezTo>
                    <a:pt x="306798" y="5364"/>
                    <a:pt x="301441" y="0"/>
                    <a:pt x="294822" y="0"/>
                  </a:cubicBezTo>
                  <a:cubicBezTo>
                    <a:pt x="288204" y="0"/>
                    <a:pt x="282846" y="5364"/>
                    <a:pt x="282846" y="11974"/>
                  </a:cubicBezTo>
                  <a:cubicBezTo>
                    <a:pt x="282846" y="83330"/>
                    <a:pt x="224779" y="141395"/>
                    <a:pt x="153395" y="141395"/>
                  </a:cubicBezTo>
                  <a:cubicBezTo>
                    <a:pt x="82011" y="141395"/>
                    <a:pt x="23952" y="83338"/>
                    <a:pt x="23952" y="11974"/>
                  </a:cubicBezTo>
                  <a:cubicBezTo>
                    <a:pt x="23952" y="5364"/>
                    <a:pt x="18595" y="0"/>
                    <a:pt x="11976" y="0"/>
                  </a:cubicBezTo>
                  <a:cubicBezTo>
                    <a:pt x="5357" y="0"/>
                    <a:pt x="0" y="5364"/>
                    <a:pt x="0" y="11974"/>
                  </a:cubicBezTo>
                  <a:cubicBezTo>
                    <a:pt x="0" y="96541"/>
                    <a:pt x="68814" y="165342"/>
                    <a:pt x="153395" y="165342"/>
                  </a:cubicBezTo>
                  <a:close/>
                </a:path>
              </a:pathLst>
            </a:custGeom>
            <a:grpFill/>
            <a:ln w="0" cap="flat">
              <a:noFill/>
              <a:prstDash val="solid"/>
              <a:miter/>
            </a:ln>
          </p:spPr>
          <p:txBody>
            <a:bodyPr rtlCol="0" anchor="ctr"/>
            <a:lstStyle/>
            <a:p>
              <a:endParaRPr lang="de-DE"/>
            </a:p>
          </p:txBody>
        </p:sp>
      </p:grpSp>
      <p:grpSp>
        <p:nvGrpSpPr>
          <p:cNvPr id="230" name="Grafik 13">
            <a:extLst>
              <a:ext uri="{FF2B5EF4-FFF2-40B4-BE49-F238E27FC236}">
                <a16:creationId xmlns:a16="http://schemas.microsoft.com/office/drawing/2014/main" id="{D0F4C7C5-68E4-7EDF-FA43-FD75AA666962}"/>
              </a:ext>
            </a:extLst>
          </p:cNvPr>
          <p:cNvGrpSpPr/>
          <p:nvPr/>
        </p:nvGrpSpPr>
        <p:grpSpPr>
          <a:xfrm>
            <a:off x="866858" y="1630551"/>
            <a:ext cx="470735" cy="427659"/>
            <a:chOff x="1777163" y="67923"/>
            <a:chExt cx="565213" cy="513492"/>
          </a:xfrm>
          <a:solidFill>
            <a:schemeClr val="tx1"/>
          </a:solidFill>
        </p:grpSpPr>
        <p:sp>
          <p:nvSpPr>
            <p:cNvPr id="231" name="Freihandform 230">
              <a:extLst>
                <a:ext uri="{FF2B5EF4-FFF2-40B4-BE49-F238E27FC236}">
                  <a16:creationId xmlns:a16="http://schemas.microsoft.com/office/drawing/2014/main" id="{E8C97103-72B2-925F-26D1-A48F34C9FD0D}"/>
                </a:ext>
              </a:extLst>
            </p:cNvPr>
            <p:cNvSpPr/>
            <p:nvPr/>
          </p:nvSpPr>
          <p:spPr>
            <a:xfrm>
              <a:off x="1777163" y="67923"/>
              <a:ext cx="565213" cy="23947"/>
            </a:xfrm>
            <a:custGeom>
              <a:avLst/>
              <a:gdLst>
                <a:gd name="connsiteX0" fmla="*/ 11976 w 565213"/>
                <a:gd name="connsiteY0" fmla="*/ 23948 h 23947"/>
                <a:gd name="connsiteX1" fmla="*/ 553238 w 565213"/>
                <a:gd name="connsiteY1" fmla="*/ 23948 h 23947"/>
                <a:gd name="connsiteX2" fmla="*/ 565214 w 565213"/>
                <a:gd name="connsiteY2" fmla="*/ 11974 h 23947"/>
                <a:gd name="connsiteX3" fmla="*/ 553238 w 565213"/>
                <a:gd name="connsiteY3" fmla="*/ 0 h 23947"/>
                <a:gd name="connsiteX4" fmla="*/ 11976 w 565213"/>
                <a:gd name="connsiteY4" fmla="*/ 0 h 23947"/>
                <a:gd name="connsiteX5" fmla="*/ 0 w 565213"/>
                <a:gd name="connsiteY5" fmla="*/ 11974 h 23947"/>
                <a:gd name="connsiteX6" fmla="*/ 11976 w 565213"/>
                <a:gd name="connsiteY6" fmla="*/ 23948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5213" h="23947">
                  <a:moveTo>
                    <a:pt x="11976" y="23948"/>
                  </a:moveTo>
                  <a:lnTo>
                    <a:pt x="553238" y="23948"/>
                  </a:lnTo>
                  <a:cubicBezTo>
                    <a:pt x="559856" y="23948"/>
                    <a:pt x="565214" y="18583"/>
                    <a:pt x="565214" y="11974"/>
                  </a:cubicBezTo>
                  <a:cubicBezTo>
                    <a:pt x="565214" y="5364"/>
                    <a:pt x="559856" y="0"/>
                    <a:pt x="553238" y="0"/>
                  </a:cubicBezTo>
                  <a:lnTo>
                    <a:pt x="11976" y="0"/>
                  </a:lnTo>
                  <a:cubicBezTo>
                    <a:pt x="5357" y="0"/>
                    <a:pt x="0" y="5364"/>
                    <a:pt x="0" y="11974"/>
                  </a:cubicBezTo>
                  <a:cubicBezTo>
                    <a:pt x="0" y="18583"/>
                    <a:pt x="5357" y="23948"/>
                    <a:pt x="11976" y="23948"/>
                  </a:cubicBezTo>
                  <a:close/>
                </a:path>
              </a:pathLst>
            </a:custGeom>
            <a:grpFill/>
            <a:ln w="0" cap="flat">
              <a:noFill/>
              <a:prstDash val="solid"/>
              <a:miter/>
            </a:ln>
          </p:spPr>
          <p:txBody>
            <a:bodyPr rtlCol="0" anchor="ctr"/>
            <a:lstStyle/>
            <a:p>
              <a:endParaRPr lang="de-DE"/>
            </a:p>
          </p:txBody>
        </p:sp>
        <p:sp>
          <p:nvSpPr>
            <p:cNvPr id="332" name="Freihandform 331">
              <a:extLst>
                <a:ext uri="{FF2B5EF4-FFF2-40B4-BE49-F238E27FC236}">
                  <a16:creationId xmlns:a16="http://schemas.microsoft.com/office/drawing/2014/main" id="{1C1DA9F4-344E-38A0-AD64-EEC5D3DDB09C}"/>
                </a:ext>
              </a:extLst>
            </p:cNvPr>
            <p:cNvSpPr/>
            <p:nvPr/>
          </p:nvSpPr>
          <p:spPr>
            <a:xfrm>
              <a:off x="1777163" y="312692"/>
              <a:ext cx="565213" cy="23947"/>
            </a:xfrm>
            <a:custGeom>
              <a:avLst/>
              <a:gdLst>
                <a:gd name="connsiteX0" fmla="*/ 553238 w 565213"/>
                <a:gd name="connsiteY0" fmla="*/ 0 h 23947"/>
                <a:gd name="connsiteX1" fmla="*/ 11976 w 565213"/>
                <a:gd name="connsiteY1" fmla="*/ 0 h 23947"/>
                <a:gd name="connsiteX2" fmla="*/ 0 w 565213"/>
                <a:gd name="connsiteY2" fmla="*/ 11974 h 23947"/>
                <a:gd name="connsiteX3" fmla="*/ 11976 w 565213"/>
                <a:gd name="connsiteY3" fmla="*/ 23948 h 23947"/>
                <a:gd name="connsiteX4" fmla="*/ 553238 w 565213"/>
                <a:gd name="connsiteY4" fmla="*/ 23948 h 23947"/>
                <a:gd name="connsiteX5" fmla="*/ 565214 w 565213"/>
                <a:gd name="connsiteY5" fmla="*/ 11974 h 23947"/>
                <a:gd name="connsiteX6" fmla="*/ 553238 w 565213"/>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5213" h="23947">
                  <a:moveTo>
                    <a:pt x="553238" y="0"/>
                  </a:moveTo>
                  <a:lnTo>
                    <a:pt x="11976" y="0"/>
                  </a:lnTo>
                  <a:cubicBezTo>
                    <a:pt x="5357" y="0"/>
                    <a:pt x="0" y="5364"/>
                    <a:pt x="0" y="11974"/>
                  </a:cubicBezTo>
                  <a:cubicBezTo>
                    <a:pt x="0" y="18583"/>
                    <a:pt x="5357" y="23948"/>
                    <a:pt x="11976" y="23948"/>
                  </a:cubicBezTo>
                  <a:lnTo>
                    <a:pt x="553238" y="23948"/>
                  </a:lnTo>
                  <a:cubicBezTo>
                    <a:pt x="559856" y="23948"/>
                    <a:pt x="565214" y="18583"/>
                    <a:pt x="565214" y="11974"/>
                  </a:cubicBezTo>
                  <a:cubicBezTo>
                    <a:pt x="565214" y="5364"/>
                    <a:pt x="559856" y="0"/>
                    <a:pt x="553238" y="0"/>
                  </a:cubicBezTo>
                  <a:close/>
                </a:path>
              </a:pathLst>
            </a:custGeom>
            <a:grpFill/>
            <a:ln w="0" cap="flat">
              <a:noFill/>
              <a:prstDash val="solid"/>
              <a:miter/>
            </a:ln>
          </p:spPr>
          <p:txBody>
            <a:bodyPr rtlCol="0" anchor="ctr"/>
            <a:lstStyle/>
            <a:p>
              <a:endParaRPr lang="de-DE"/>
            </a:p>
          </p:txBody>
        </p:sp>
        <p:sp>
          <p:nvSpPr>
            <p:cNvPr id="333" name="Freihandform 332">
              <a:extLst>
                <a:ext uri="{FF2B5EF4-FFF2-40B4-BE49-F238E27FC236}">
                  <a16:creationId xmlns:a16="http://schemas.microsoft.com/office/drawing/2014/main" id="{BA232520-901C-0121-D37D-305FE5E1C452}"/>
                </a:ext>
              </a:extLst>
            </p:cNvPr>
            <p:cNvSpPr/>
            <p:nvPr/>
          </p:nvSpPr>
          <p:spPr>
            <a:xfrm>
              <a:off x="1777163" y="557468"/>
              <a:ext cx="565213" cy="23947"/>
            </a:xfrm>
            <a:custGeom>
              <a:avLst/>
              <a:gdLst>
                <a:gd name="connsiteX0" fmla="*/ 553238 w 565213"/>
                <a:gd name="connsiteY0" fmla="*/ 0 h 23947"/>
                <a:gd name="connsiteX1" fmla="*/ 11976 w 565213"/>
                <a:gd name="connsiteY1" fmla="*/ 0 h 23947"/>
                <a:gd name="connsiteX2" fmla="*/ 0 w 565213"/>
                <a:gd name="connsiteY2" fmla="*/ 11974 h 23947"/>
                <a:gd name="connsiteX3" fmla="*/ 11976 w 565213"/>
                <a:gd name="connsiteY3" fmla="*/ 23948 h 23947"/>
                <a:gd name="connsiteX4" fmla="*/ 553238 w 565213"/>
                <a:gd name="connsiteY4" fmla="*/ 23948 h 23947"/>
                <a:gd name="connsiteX5" fmla="*/ 565214 w 565213"/>
                <a:gd name="connsiteY5" fmla="*/ 11974 h 23947"/>
                <a:gd name="connsiteX6" fmla="*/ 553238 w 565213"/>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5213" h="23947">
                  <a:moveTo>
                    <a:pt x="553238" y="0"/>
                  </a:moveTo>
                  <a:lnTo>
                    <a:pt x="11976" y="0"/>
                  </a:lnTo>
                  <a:cubicBezTo>
                    <a:pt x="5357" y="0"/>
                    <a:pt x="0" y="5364"/>
                    <a:pt x="0" y="11974"/>
                  </a:cubicBezTo>
                  <a:cubicBezTo>
                    <a:pt x="0" y="18583"/>
                    <a:pt x="5357" y="23948"/>
                    <a:pt x="11976" y="23948"/>
                  </a:cubicBezTo>
                  <a:lnTo>
                    <a:pt x="553238" y="23948"/>
                  </a:lnTo>
                  <a:cubicBezTo>
                    <a:pt x="559856" y="23948"/>
                    <a:pt x="565214" y="18583"/>
                    <a:pt x="565214" y="11974"/>
                  </a:cubicBezTo>
                  <a:cubicBezTo>
                    <a:pt x="565214" y="5364"/>
                    <a:pt x="559856" y="0"/>
                    <a:pt x="553238" y="0"/>
                  </a:cubicBezTo>
                  <a:close/>
                </a:path>
              </a:pathLst>
            </a:custGeom>
            <a:grpFill/>
            <a:ln w="0" cap="flat">
              <a:noFill/>
              <a:prstDash val="solid"/>
              <a:miter/>
            </a:ln>
          </p:spPr>
          <p:txBody>
            <a:bodyPr rtlCol="0" anchor="ctr"/>
            <a:lstStyle/>
            <a:p>
              <a:endParaRPr lang="de-DE"/>
            </a:p>
          </p:txBody>
        </p:sp>
      </p:grpSp>
      <p:grpSp>
        <p:nvGrpSpPr>
          <p:cNvPr id="334" name="Grafik 13">
            <a:extLst>
              <a:ext uri="{FF2B5EF4-FFF2-40B4-BE49-F238E27FC236}">
                <a16:creationId xmlns:a16="http://schemas.microsoft.com/office/drawing/2014/main" id="{9581291F-2803-67F5-5C28-5B868E92BF74}"/>
              </a:ext>
            </a:extLst>
          </p:cNvPr>
          <p:cNvGrpSpPr/>
          <p:nvPr/>
        </p:nvGrpSpPr>
        <p:grpSpPr>
          <a:xfrm>
            <a:off x="2115312" y="1626984"/>
            <a:ext cx="470715" cy="434793"/>
            <a:chOff x="3416996" y="63644"/>
            <a:chExt cx="565189" cy="522058"/>
          </a:xfrm>
          <a:solidFill>
            <a:schemeClr val="tx1"/>
          </a:solidFill>
        </p:grpSpPr>
        <p:sp>
          <p:nvSpPr>
            <p:cNvPr id="335" name="Freihandform 334">
              <a:extLst>
                <a:ext uri="{FF2B5EF4-FFF2-40B4-BE49-F238E27FC236}">
                  <a16:creationId xmlns:a16="http://schemas.microsoft.com/office/drawing/2014/main" id="{4FD67361-52F4-6591-7132-E2033B5F90C5}"/>
                </a:ext>
              </a:extLst>
            </p:cNvPr>
            <p:cNvSpPr/>
            <p:nvPr/>
          </p:nvSpPr>
          <p:spPr>
            <a:xfrm>
              <a:off x="3622231" y="63644"/>
              <a:ext cx="359955" cy="23947"/>
            </a:xfrm>
            <a:custGeom>
              <a:avLst/>
              <a:gdLst>
                <a:gd name="connsiteX0" fmla="*/ 11976 w 359955"/>
                <a:gd name="connsiteY0" fmla="*/ 23948 h 23947"/>
                <a:gd name="connsiteX1" fmla="*/ 347979 w 359955"/>
                <a:gd name="connsiteY1" fmla="*/ 23948 h 23947"/>
                <a:gd name="connsiteX2" fmla="*/ 359955 w 359955"/>
                <a:gd name="connsiteY2" fmla="*/ 11974 h 23947"/>
                <a:gd name="connsiteX3" fmla="*/ 347979 w 359955"/>
                <a:gd name="connsiteY3" fmla="*/ 0 h 23947"/>
                <a:gd name="connsiteX4" fmla="*/ 11976 w 359955"/>
                <a:gd name="connsiteY4" fmla="*/ 0 h 23947"/>
                <a:gd name="connsiteX5" fmla="*/ 0 w 359955"/>
                <a:gd name="connsiteY5" fmla="*/ 11974 h 23947"/>
                <a:gd name="connsiteX6" fmla="*/ 11976 w 359955"/>
                <a:gd name="connsiteY6" fmla="*/ 23948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9955" h="23947">
                  <a:moveTo>
                    <a:pt x="11976" y="23948"/>
                  </a:moveTo>
                  <a:lnTo>
                    <a:pt x="347979" y="23948"/>
                  </a:lnTo>
                  <a:cubicBezTo>
                    <a:pt x="354598" y="23948"/>
                    <a:pt x="359955" y="18583"/>
                    <a:pt x="359955" y="11974"/>
                  </a:cubicBezTo>
                  <a:cubicBezTo>
                    <a:pt x="359955" y="5364"/>
                    <a:pt x="354598" y="0"/>
                    <a:pt x="347979" y="0"/>
                  </a:cubicBezTo>
                  <a:lnTo>
                    <a:pt x="11976" y="0"/>
                  </a:lnTo>
                  <a:cubicBezTo>
                    <a:pt x="5357" y="0"/>
                    <a:pt x="0" y="5364"/>
                    <a:pt x="0" y="11974"/>
                  </a:cubicBezTo>
                  <a:cubicBezTo>
                    <a:pt x="0" y="18583"/>
                    <a:pt x="5357" y="23948"/>
                    <a:pt x="11976" y="23948"/>
                  </a:cubicBezTo>
                  <a:close/>
                </a:path>
              </a:pathLst>
            </a:custGeom>
            <a:grpFill/>
            <a:ln w="0" cap="flat">
              <a:noFill/>
              <a:prstDash val="solid"/>
              <a:miter/>
            </a:ln>
          </p:spPr>
          <p:txBody>
            <a:bodyPr rtlCol="0" anchor="ctr"/>
            <a:lstStyle/>
            <a:p>
              <a:endParaRPr lang="de-DE"/>
            </a:p>
          </p:txBody>
        </p:sp>
        <p:sp>
          <p:nvSpPr>
            <p:cNvPr id="336" name="Freihandform 335">
              <a:extLst>
                <a:ext uri="{FF2B5EF4-FFF2-40B4-BE49-F238E27FC236}">
                  <a16:creationId xmlns:a16="http://schemas.microsoft.com/office/drawing/2014/main" id="{E9A23D3A-737E-6E5C-69EA-DDC19E071207}"/>
                </a:ext>
              </a:extLst>
            </p:cNvPr>
            <p:cNvSpPr/>
            <p:nvPr/>
          </p:nvSpPr>
          <p:spPr>
            <a:xfrm>
              <a:off x="3416996" y="63644"/>
              <a:ext cx="106026" cy="23947"/>
            </a:xfrm>
            <a:custGeom>
              <a:avLst/>
              <a:gdLst>
                <a:gd name="connsiteX0" fmla="*/ 94051 w 106026"/>
                <a:gd name="connsiteY0" fmla="*/ 0 h 23947"/>
                <a:gd name="connsiteX1" fmla="*/ 11976 w 106026"/>
                <a:gd name="connsiteY1" fmla="*/ 0 h 23947"/>
                <a:gd name="connsiteX2" fmla="*/ 0 w 106026"/>
                <a:gd name="connsiteY2" fmla="*/ 11974 h 23947"/>
                <a:gd name="connsiteX3" fmla="*/ 11976 w 106026"/>
                <a:gd name="connsiteY3" fmla="*/ 23948 h 23947"/>
                <a:gd name="connsiteX4" fmla="*/ 94051 w 106026"/>
                <a:gd name="connsiteY4" fmla="*/ 23948 h 23947"/>
                <a:gd name="connsiteX5" fmla="*/ 106026 w 106026"/>
                <a:gd name="connsiteY5" fmla="*/ 11974 h 23947"/>
                <a:gd name="connsiteX6" fmla="*/ 94051 w 106026"/>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6026" h="23947">
                  <a:moveTo>
                    <a:pt x="94051" y="0"/>
                  </a:moveTo>
                  <a:lnTo>
                    <a:pt x="11976" y="0"/>
                  </a:lnTo>
                  <a:cubicBezTo>
                    <a:pt x="5357" y="0"/>
                    <a:pt x="0" y="5364"/>
                    <a:pt x="0" y="11974"/>
                  </a:cubicBezTo>
                  <a:cubicBezTo>
                    <a:pt x="0" y="18583"/>
                    <a:pt x="5357" y="23948"/>
                    <a:pt x="11976" y="23948"/>
                  </a:cubicBezTo>
                  <a:lnTo>
                    <a:pt x="94051" y="23948"/>
                  </a:lnTo>
                  <a:cubicBezTo>
                    <a:pt x="100669" y="23948"/>
                    <a:pt x="106026" y="18583"/>
                    <a:pt x="106026" y="11974"/>
                  </a:cubicBezTo>
                  <a:cubicBezTo>
                    <a:pt x="106026" y="5364"/>
                    <a:pt x="100669" y="0"/>
                    <a:pt x="94051" y="0"/>
                  </a:cubicBezTo>
                  <a:close/>
                </a:path>
              </a:pathLst>
            </a:custGeom>
            <a:grpFill/>
            <a:ln w="0" cap="flat">
              <a:noFill/>
              <a:prstDash val="solid"/>
              <a:miter/>
            </a:ln>
          </p:spPr>
          <p:txBody>
            <a:bodyPr rtlCol="0" anchor="ctr"/>
            <a:lstStyle/>
            <a:p>
              <a:endParaRPr lang="de-DE"/>
            </a:p>
          </p:txBody>
        </p:sp>
        <p:sp>
          <p:nvSpPr>
            <p:cNvPr id="337" name="Freihandform 336">
              <a:extLst>
                <a:ext uri="{FF2B5EF4-FFF2-40B4-BE49-F238E27FC236}">
                  <a16:creationId xmlns:a16="http://schemas.microsoft.com/office/drawing/2014/main" id="{069ABCD9-F6F6-208E-9CD3-EFE2993FC755}"/>
                </a:ext>
              </a:extLst>
            </p:cNvPr>
            <p:cNvSpPr/>
            <p:nvPr/>
          </p:nvSpPr>
          <p:spPr>
            <a:xfrm>
              <a:off x="3622231" y="312692"/>
              <a:ext cx="359955" cy="23947"/>
            </a:xfrm>
            <a:custGeom>
              <a:avLst/>
              <a:gdLst>
                <a:gd name="connsiteX0" fmla="*/ 347979 w 359955"/>
                <a:gd name="connsiteY0" fmla="*/ 0 h 23947"/>
                <a:gd name="connsiteX1" fmla="*/ 11976 w 359955"/>
                <a:gd name="connsiteY1" fmla="*/ 0 h 23947"/>
                <a:gd name="connsiteX2" fmla="*/ 0 w 359955"/>
                <a:gd name="connsiteY2" fmla="*/ 11974 h 23947"/>
                <a:gd name="connsiteX3" fmla="*/ 11976 w 359955"/>
                <a:gd name="connsiteY3" fmla="*/ 23948 h 23947"/>
                <a:gd name="connsiteX4" fmla="*/ 347979 w 359955"/>
                <a:gd name="connsiteY4" fmla="*/ 23948 h 23947"/>
                <a:gd name="connsiteX5" fmla="*/ 359955 w 359955"/>
                <a:gd name="connsiteY5" fmla="*/ 11974 h 23947"/>
                <a:gd name="connsiteX6" fmla="*/ 347979 w 359955"/>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9955" h="23947">
                  <a:moveTo>
                    <a:pt x="347979" y="0"/>
                  </a:moveTo>
                  <a:lnTo>
                    <a:pt x="11976" y="0"/>
                  </a:lnTo>
                  <a:cubicBezTo>
                    <a:pt x="5357" y="0"/>
                    <a:pt x="0" y="5364"/>
                    <a:pt x="0" y="11974"/>
                  </a:cubicBezTo>
                  <a:cubicBezTo>
                    <a:pt x="0" y="18583"/>
                    <a:pt x="5357" y="23948"/>
                    <a:pt x="11976" y="23948"/>
                  </a:cubicBezTo>
                  <a:lnTo>
                    <a:pt x="347979" y="23948"/>
                  </a:lnTo>
                  <a:cubicBezTo>
                    <a:pt x="354598" y="23948"/>
                    <a:pt x="359955" y="18583"/>
                    <a:pt x="359955" y="11974"/>
                  </a:cubicBezTo>
                  <a:cubicBezTo>
                    <a:pt x="359955" y="5364"/>
                    <a:pt x="354598" y="0"/>
                    <a:pt x="347979" y="0"/>
                  </a:cubicBezTo>
                  <a:close/>
                </a:path>
              </a:pathLst>
            </a:custGeom>
            <a:grpFill/>
            <a:ln w="0" cap="flat">
              <a:noFill/>
              <a:prstDash val="solid"/>
              <a:miter/>
            </a:ln>
          </p:spPr>
          <p:txBody>
            <a:bodyPr rtlCol="0" anchor="ctr"/>
            <a:lstStyle/>
            <a:p>
              <a:endParaRPr lang="de-DE"/>
            </a:p>
          </p:txBody>
        </p:sp>
        <p:sp>
          <p:nvSpPr>
            <p:cNvPr id="338" name="Freihandform 337">
              <a:extLst>
                <a:ext uri="{FF2B5EF4-FFF2-40B4-BE49-F238E27FC236}">
                  <a16:creationId xmlns:a16="http://schemas.microsoft.com/office/drawing/2014/main" id="{70CE407B-22AD-1318-3643-9DC950AB3B83}"/>
                </a:ext>
              </a:extLst>
            </p:cNvPr>
            <p:cNvSpPr/>
            <p:nvPr/>
          </p:nvSpPr>
          <p:spPr>
            <a:xfrm>
              <a:off x="3416996" y="312692"/>
              <a:ext cx="106026" cy="23947"/>
            </a:xfrm>
            <a:custGeom>
              <a:avLst/>
              <a:gdLst>
                <a:gd name="connsiteX0" fmla="*/ 94051 w 106026"/>
                <a:gd name="connsiteY0" fmla="*/ 0 h 23947"/>
                <a:gd name="connsiteX1" fmla="*/ 11976 w 106026"/>
                <a:gd name="connsiteY1" fmla="*/ 0 h 23947"/>
                <a:gd name="connsiteX2" fmla="*/ 0 w 106026"/>
                <a:gd name="connsiteY2" fmla="*/ 11974 h 23947"/>
                <a:gd name="connsiteX3" fmla="*/ 11976 w 106026"/>
                <a:gd name="connsiteY3" fmla="*/ 23948 h 23947"/>
                <a:gd name="connsiteX4" fmla="*/ 94051 w 106026"/>
                <a:gd name="connsiteY4" fmla="*/ 23948 h 23947"/>
                <a:gd name="connsiteX5" fmla="*/ 106026 w 106026"/>
                <a:gd name="connsiteY5" fmla="*/ 11974 h 23947"/>
                <a:gd name="connsiteX6" fmla="*/ 94051 w 106026"/>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6026" h="23947">
                  <a:moveTo>
                    <a:pt x="94051" y="0"/>
                  </a:moveTo>
                  <a:lnTo>
                    <a:pt x="11976" y="0"/>
                  </a:lnTo>
                  <a:cubicBezTo>
                    <a:pt x="5357" y="0"/>
                    <a:pt x="0" y="5364"/>
                    <a:pt x="0" y="11974"/>
                  </a:cubicBezTo>
                  <a:cubicBezTo>
                    <a:pt x="0" y="18583"/>
                    <a:pt x="5357" y="23948"/>
                    <a:pt x="11976" y="23948"/>
                  </a:cubicBezTo>
                  <a:lnTo>
                    <a:pt x="94051" y="23948"/>
                  </a:lnTo>
                  <a:cubicBezTo>
                    <a:pt x="100669" y="23948"/>
                    <a:pt x="106026" y="18583"/>
                    <a:pt x="106026" y="11974"/>
                  </a:cubicBezTo>
                  <a:cubicBezTo>
                    <a:pt x="106026" y="5364"/>
                    <a:pt x="100669" y="0"/>
                    <a:pt x="94051" y="0"/>
                  </a:cubicBezTo>
                  <a:close/>
                </a:path>
              </a:pathLst>
            </a:custGeom>
            <a:grpFill/>
            <a:ln w="0" cap="flat">
              <a:noFill/>
              <a:prstDash val="solid"/>
              <a:miter/>
            </a:ln>
          </p:spPr>
          <p:txBody>
            <a:bodyPr rtlCol="0" anchor="ctr"/>
            <a:lstStyle/>
            <a:p>
              <a:endParaRPr lang="de-DE"/>
            </a:p>
          </p:txBody>
        </p:sp>
        <p:sp>
          <p:nvSpPr>
            <p:cNvPr id="339" name="Freihandform 338">
              <a:extLst>
                <a:ext uri="{FF2B5EF4-FFF2-40B4-BE49-F238E27FC236}">
                  <a16:creationId xmlns:a16="http://schemas.microsoft.com/office/drawing/2014/main" id="{A34FA621-2ED2-38E3-A5F6-EB1619A6CF5F}"/>
                </a:ext>
              </a:extLst>
            </p:cNvPr>
            <p:cNvSpPr/>
            <p:nvPr/>
          </p:nvSpPr>
          <p:spPr>
            <a:xfrm>
              <a:off x="3622231" y="561755"/>
              <a:ext cx="359955" cy="23947"/>
            </a:xfrm>
            <a:custGeom>
              <a:avLst/>
              <a:gdLst>
                <a:gd name="connsiteX0" fmla="*/ 347979 w 359955"/>
                <a:gd name="connsiteY0" fmla="*/ 0 h 23947"/>
                <a:gd name="connsiteX1" fmla="*/ 11976 w 359955"/>
                <a:gd name="connsiteY1" fmla="*/ 0 h 23947"/>
                <a:gd name="connsiteX2" fmla="*/ 0 w 359955"/>
                <a:gd name="connsiteY2" fmla="*/ 11974 h 23947"/>
                <a:gd name="connsiteX3" fmla="*/ 11976 w 359955"/>
                <a:gd name="connsiteY3" fmla="*/ 23948 h 23947"/>
                <a:gd name="connsiteX4" fmla="*/ 347979 w 359955"/>
                <a:gd name="connsiteY4" fmla="*/ 23948 h 23947"/>
                <a:gd name="connsiteX5" fmla="*/ 359955 w 359955"/>
                <a:gd name="connsiteY5" fmla="*/ 11974 h 23947"/>
                <a:gd name="connsiteX6" fmla="*/ 347979 w 359955"/>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9955" h="23947">
                  <a:moveTo>
                    <a:pt x="347979" y="0"/>
                  </a:moveTo>
                  <a:lnTo>
                    <a:pt x="11976" y="0"/>
                  </a:lnTo>
                  <a:cubicBezTo>
                    <a:pt x="5357" y="0"/>
                    <a:pt x="0" y="5364"/>
                    <a:pt x="0" y="11974"/>
                  </a:cubicBezTo>
                  <a:cubicBezTo>
                    <a:pt x="0" y="18583"/>
                    <a:pt x="5357" y="23948"/>
                    <a:pt x="11976" y="23948"/>
                  </a:cubicBezTo>
                  <a:lnTo>
                    <a:pt x="347979" y="23948"/>
                  </a:lnTo>
                  <a:cubicBezTo>
                    <a:pt x="354598" y="23948"/>
                    <a:pt x="359955" y="18583"/>
                    <a:pt x="359955" y="11974"/>
                  </a:cubicBezTo>
                  <a:cubicBezTo>
                    <a:pt x="359955" y="5364"/>
                    <a:pt x="354598" y="0"/>
                    <a:pt x="347979" y="0"/>
                  </a:cubicBezTo>
                  <a:close/>
                </a:path>
              </a:pathLst>
            </a:custGeom>
            <a:grpFill/>
            <a:ln w="0" cap="flat">
              <a:noFill/>
              <a:prstDash val="solid"/>
              <a:miter/>
            </a:ln>
          </p:spPr>
          <p:txBody>
            <a:bodyPr rtlCol="0" anchor="ctr"/>
            <a:lstStyle/>
            <a:p>
              <a:endParaRPr lang="de-DE"/>
            </a:p>
          </p:txBody>
        </p:sp>
        <p:sp>
          <p:nvSpPr>
            <p:cNvPr id="340" name="Freihandform 339">
              <a:extLst>
                <a:ext uri="{FF2B5EF4-FFF2-40B4-BE49-F238E27FC236}">
                  <a16:creationId xmlns:a16="http://schemas.microsoft.com/office/drawing/2014/main" id="{4549261E-443F-6EDB-A104-31AF8D9070A2}"/>
                </a:ext>
              </a:extLst>
            </p:cNvPr>
            <p:cNvSpPr/>
            <p:nvPr/>
          </p:nvSpPr>
          <p:spPr>
            <a:xfrm>
              <a:off x="3416996" y="561755"/>
              <a:ext cx="106026" cy="23947"/>
            </a:xfrm>
            <a:custGeom>
              <a:avLst/>
              <a:gdLst>
                <a:gd name="connsiteX0" fmla="*/ 94051 w 106026"/>
                <a:gd name="connsiteY0" fmla="*/ 0 h 23947"/>
                <a:gd name="connsiteX1" fmla="*/ 11976 w 106026"/>
                <a:gd name="connsiteY1" fmla="*/ 0 h 23947"/>
                <a:gd name="connsiteX2" fmla="*/ 0 w 106026"/>
                <a:gd name="connsiteY2" fmla="*/ 11974 h 23947"/>
                <a:gd name="connsiteX3" fmla="*/ 11976 w 106026"/>
                <a:gd name="connsiteY3" fmla="*/ 23948 h 23947"/>
                <a:gd name="connsiteX4" fmla="*/ 94051 w 106026"/>
                <a:gd name="connsiteY4" fmla="*/ 23948 h 23947"/>
                <a:gd name="connsiteX5" fmla="*/ 106026 w 106026"/>
                <a:gd name="connsiteY5" fmla="*/ 11974 h 23947"/>
                <a:gd name="connsiteX6" fmla="*/ 94051 w 106026"/>
                <a:gd name="connsiteY6" fmla="*/ 0 h 23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6026" h="23947">
                  <a:moveTo>
                    <a:pt x="94051" y="0"/>
                  </a:moveTo>
                  <a:lnTo>
                    <a:pt x="11976" y="0"/>
                  </a:lnTo>
                  <a:cubicBezTo>
                    <a:pt x="5357" y="0"/>
                    <a:pt x="0" y="5364"/>
                    <a:pt x="0" y="11974"/>
                  </a:cubicBezTo>
                  <a:cubicBezTo>
                    <a:pt x="0" y="18583"/>
                    <a:pt x="5357" y="23948"/>
                    <a:pt x="11976" y="23948"/>
                  </a:cubicBezTo>
                  <a:lnTo>
                    <a:pt x="94051" y="23948"/>
                  </a:lnTo>
                  <a:cubicBezTo>
                    <a:pt x="100669" y="23948"/>
                    <a:pt x="106026" y="18583"/>
                    <a:pt x="106026" y="11974"/>
                  </a:cubicBezTo>
                  <a:cubicBezTo>
                    <a:pt x="106026" y="5364"/>
                    <a:pt x="100669" y="0"/>
                    <a:pt x="94051" y="0"/>
                  </a:cubicBezTo>
                  <a:close/>
                </a:path>
              </a:pathLst>
            </a:custGeom>
            <a:grpFill/>
            <a:ln w="0" cap="flat">
              <a:noFill/>
              <a:prstDash val="solid"/>
              <a:miter/>
            </a:ln>
          </p:spPr>
          <p:txBody>
            <a:bodyPr rtlCol="0" anchor="ctr"/>
            <a:lstStyle/>
            <a:p>
              <a:endParaRPr lang="de-DE"/>
            </a:p>
          </p:txBody>
        </p:sp>
      </p:grpSp>
      <p:grpSp>
        <p:nvGrpSpPr>
          <p:cNvPr id="341" name="Grafik 13">
            <a:extLst>
              <a:ext uri="{FF2B5EF4-FFF2-40B4-BE49-F238E27FC236}">
                <a16:creationId xmlns:a16="http://schemas.microsoft.com/office/drawing/2014/main" id="{31082C35-EFF0-1FDF-6960-05EA6603FE72}"/>
              </a:ext>
            </a:extLst>
          </p:cNvPr>
          <p:cNvGrpSpPr/>
          <p:nvPr/>
        </p:nvGrpSpPr>
        <p:grpSpPr>
          <a:xfrm>
            <a:off x="835998" y="3453931"/>
            <a:ext cx="532455" cy="453082"/>
            <a:chOff x="1740597" y="3381060"/>
            <a:chExt cx="639320" cy="544017"/>
          </a:xfrm>
          <a:solidFill>
            <a:schemeClr val="tx1"/>
          </a:solidFill>
        </p:grpSpPr>
        <p:sp>
          <p:nvSpPr>
            <p:cNvPr id="342" name="Freihandform 341">
              <a:extLst>
                <a:ext uri="{FF2B5EF4-FFF2-40B4-BE49-F238E27FC236}">
                  <a16:creationId xmlns:a16="http://schemas.microsoft.com/office/drawing/2014/main" id="{6F9DD8E5-D4EA-500B-1CEE-C31FD6E28638}"/>
                </a:ext>
              </a:extLst>
            </p:cNvPr>
            <p:cNvSpPr/>
            <p:nvPr/>
          </p:nvSpPr>
          <p:spPr>
            <a:xfrm>
              <a:off x="1740597" y="3381060"/>
              <a:ext cx="639296" cy="232180"/>
            </a:xfrm>
            <a:custGeom>
              <a:avLst/>
              <a:gdLst>
                <a:gd name="connsiteX0" fmla="*/ 11976 w 639296"/>
                <a:gd name="connsiteY0" fmla="*/ 128048 h 232180"/>
                <a:gd name="connsiteX1" fmla="*/ 305417 w 639296"/>
                <a:gd name="connsiteY1" fmla="*/ 128048 h 232180"/>
                <a:gd name="connsiteX2" fmla="*/ 420912 w 639296"/>
                <a:gd name="connsiteY2" fmla="*/ 232180 h 232180"/>
                <a:gd name="connsiteX3" fmla="*/ 536408 w 639296"/>
                <a:gd name="connsiteY3" fmla="*/ 128048 h 232180"/>
                <a:gd name="connsiteX4" fmla="*/ 627320 w 639296"/>
                <a:gd name="connsiteY4" fmla="*/ 128048 h 232180"/>
                <a:gd name="connsiteX5" fmla="*/ 639296 w 639296"/>
                <a:gd name="connsiteY5" fmla="*/ 116074 h 232180"/>
                <a:gd name="connsiteX6" fmla="*/ 627320 w 639296"/>
                <a:gd name="connsiteY6" fmla="*/ 104100 h 232180"/>
                <a:gd name="connsiteX7" fmla="*/ 536400 w 639296"/>
                <a:gd name="connsiteY7" fmla="*/ 104100 h 232180"/>
                <a:gd name="connsiteX8" fmla="*/ 420904 w 639296"/>
                <a:gd name="connsiteY8" fmla="*/ 0 h 232180"/>
                <a:gd name="connsiteX9" fmla="*/ 305417 w 639296"/>
                <a:gd name="connsiteY9" fmla="*/ 104100 h 232180"/>
                <a:gd name="connsiteX10" fmla="*/ 11976 w 639296"/>
                <a:gd name="connsiteY10" fmla="*/ 104100 h 232180"/>
                <a:gd name="connsiteX11" fmla="*/ 0 w 639296"/>
                <a:gd name="connsiteY11" fmla="*/ 116074 h 232180"/>
                <a:gd name="connsiteX12" fmla="*/ 11976 w 639296"/>
                <a:gd name="connsiteY12" fmla="*/ 128048 h 232180"/>
                <a:gd name="connsiteX13" fmla="*/ 420904 w 639296"/>
                <a:gd name="connsiteY13" fmla="*/ 23948 h 232180"/>
                <a:gd name="connsiteX14" fmla="*/ 513063 w 639296"/>
                <a:gd name="connsiteY14" fmla="*/ 116090 h 232180"/>
                <a:gd name="connsiteX15" fmla="*/ 420904 w 639296"/>
                <a:gd name="connsiteY15" fmla="*/ 208232 h 232180"/>
                <a:gd name="connsiteX16" fmla="*/ 328754 w 639296"/>
                <a:gd name="connsiteY16" fmla="*/ 116186 h 232180"/>
                <a:gd name="connsiteX17" fmla="*/ 328762 w 639296"/>
                <a:gd name="connsiteY17" fmla="*/ 116074 h 232180"/>
                <a:gd name="connsiteX18" fmla="*/ 328754 w 639296"/>
                <a:gd name="connsiteY18" fmla="*/ 115978 h 232180"/>
                <a:gd name="connsiteX19" fmla="*/ 420904 w 639296"/>
                <a:gd name="connsiteY19" fmla="*/ 23948 h 232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39296" h="232180">
                  <a:moveTo>
                    <a:pt x="11976" y="128048"/>
                  </a:moveTo>
                  <a:lnTo>
                    <a:pt x="305417" y="128048"/>
                  </a:lnTo>
                  <a:cubicBezTo>
                    <a:pt x="311421" y="186456"/>
                    <a:pt x="360929" y="232180"/>
                    <a:pt x="420912" y="232180"/>
                  </a:cubicBezTo>
                  <a:cubicBezTo>
                    <a:pt x="480895" y="232180"/>
                    <a:pt x="530404" y="186464"/>
                    <a:pt x="536408" y="128048"/>
                  </a:cubicBezTo>
                  <a:lnTo>
                    <a:pt x="627320" y="128048"/>
                  </a:lnTo>
                  <a:cubicBezTo>
                    <a:pt x="633939" y="128048"/>
                    <a:pt x="639296" y="122684"/>
                    <a:pt x="639296" y="116074"/>
                  </a:cubicBezTo>
                  <a:cubicBezTo>
                    <a:pt x="639296" y="109464"/>
                    <a:pt x="633939" y="104100"/>
                    <a:pt x="627320" y="104100"/>
                  </a:cubicBezTo>
                  <a:lnTo>
                    <a:pt x="536400" y="104100"/>
                  </a:lnTo>
                  <a:cubicBezTo>
                    <a:pt x="530380" y="45700"/>
                    <a:pt x="480887" y="0"/>
                    <a:pt x="420904" y="0"/>
                  </a:cubicBezTo>
                  <a:cubicBezTo>
                    <a:pt x="360937" y="0"/>
                    <a:pt x="311445" y="45708"/>
                    <a:pt x="305417" y="104100"/>
                  </a:cubicBezTo>
                  <a:lnTo>
                    <a:pt x="11976" y="104100"/>
                  </a:lnTo>
                  <a:cubicBezTo>
                    <a:pt x="5357" y="104100"/>
                    <a:pt x="0" y="109464"/>
                    <a:pt x="0" y="116074"/>
                  </a:cubicBezTo>
                  <a:cubicBezTo>
                    <a:pt x="0" y="122684"/>
                    <a:pt x="5357" y="128048"/>
                    <a:pt x="11976" y="128048"/>
                  </a:cubicBezTo>
                  <a:close/>
                  <a:moveTo>
                    <a:pt x="420904" y="23948"/>
                  </a:moveTo>
                  <a:cubicBezTo>
                    <a:pt x="471722" y="23948"/>
                    <a:pt x="513063" y="65289"/>
                    <a:pt x="513063" y="116090"/>
                  </a:cubicBezTo>
                  <a:cubicBezTo>
                    <a:pt x="513063" y="166891"/>
                    <a:pt x="471722" y="208232"/>
                    <a:pt x="420904" y="208232"/>
                  </a:cubicBezTo>
                  <a:cubicBezTo>
                    <a:pt x="370087" y="208232"/>
                    <a:pt x="328802" y="166947"/>
                    <a:pt x="328754" y="116186"/>
                  </a:cubicBezTo>
                  <a:cubicBezTo>
                    <a:pt x="328754" y="116146"/>
                    <a:pt x="328762" y="116114"/>
                    <a:pt x="328762" y="116074"/>
                  </a:cubicBezTo>
                  <a:cubicBezTo>
                    <a:pt x="328762" y="116042"/>
                    <a:pt x="328754" y="116010"/>
                    <a:pt x="328754" y="115978"/>
                  </a:cubicBezTo>
                  <a:cubicBezTo>
                    <a:pt x="328826" y="65225"/>
                    <a:pt x="370134" y="23956"/>
                    <a:pt x="420904" y="23948"/>
                  </a:cubicBezTo>
                  <a:close/>
                </a:path>
              </a:pathLst>
            </a:custGeom>
            <a:grpFill/>
            <a:ln w="0" cap="flat">
              <a:noFill/>
              <a:prstDash val="solid"/>
              <a:miter/>
            </a:ln>
          </p:spPr>
          <p:txBody>
            <a:bodyPr rtlCol="0" anchor="ctr"/>
            <a:lstStyle/>
            <a:p>
              <a:endParaRPr lang="de-DE"/>
            </a:p>
          </p:txBody>
        </p:sp>
        <p:sp>
          <p:nvSpPr>
            <p:cNvPr id="343" name="Freihandform 342">
              <a:extLst>
                <a:ext uri="{FF2B5EF4-FFF2-40B4-BE49-F238E27FC236}">
                  <a16:creationId xmlns:a16="http://schemas.microsoft.com/office/drawing/2014/main" id="{A96F99CE-ADBB-2941-627A-E608834F1BCA}"/>
                </a:ext>
              </a:extLst>
            </p:cNvPr>
            <p:cNvSpPr/>
            <p:nvPr/>
          </p:nvSpPr>
          <p:spPr>
            <a:xfrm>
              <a:off x="1740605" y="3692929"/>
              <a:ext cx="639312" cy="232148"/>
            </a:xfrm>
            <a:custGeom>
              <a:avLst/>
              <a:gdLst>
                <a:gd name="connsiteX0" fmla="*/ 627328 w 639312"/>
                <a:gd name="connsiteY0" fmla="*/ 104100 h 232148"/>
                <a:gd name="connsiteX1" fmla="*/ 333584 w 639312"/>
                <a:gd name="connsiteY1" fmla="*/ 104100 h 232148"/>
                <a:gd name="connsiteX2" fmla="*/ 218113 w 639312"/>
                <a:gd name="connsiteY2" fmla="*/ 0 h 232148"/>
                <a:gd name="connsiteX3" fmla="*/ 218113 w 639312"/>
                <a:gd name="connsiteY3" fmla="*/ 0 h 232148"/>
                <a:gd name="connsiteX4" fmla="*/ 102649 w 639312"/>
                <a:gd name="connsiteY4" fmla="*/ 104100 h 232148"/>
                <a:gd name="connsiteX5" fmla="*/ 11976 w 639312"/>
                <a:gd name="connsiteY5" fmla="*/ 104100 h 232148"/>
                <a:gd name="connsiteX6" fmla="*/ 0 w 639312"/>
                <a:gd name="connsiteY6" fmla="*/ 116074 h 232148"/>
                <a:gd name="connsiteX7" fmla="*/ 11976 w 639312"/>
                <a:gd name="connsiteY7" fmla="*/ 128048 h 232148"/>
                <a:gd name="connsiteX8" fmla="*/ 102641 w 639312"/>
                <a:gd name="connsiteY8" fmla="*/ 128048 h 232148"/>
                <a:gd name="connsiteX9" fmla="*/ 218121 w 639312"/>
                <a:gd name="connsiteY9" fmla="*/ 232148 h 232148"/>
                <a:gd name="connsiteX10" fmla="*/ 333592 w 639312"/>
                <a:gd name="connsiteY10" fmla="*/ 128048 h 232148"/>
                <a:gd name="connsiteX11" fmla="*/ 627336 w 639312"/>
                <a:gd name="connsiteY11" fmla="*/ 128048 h 232148"/>
                <a:gd name="connsiteX12" fmla="*/ 639312 w 639312"/>
                <a:gd name="connsiteY12" fmla="*/ 116074 h 232148"/>
                <a:gd name="connsiteX13" fmla="*/ 627336 w 639312"/>
                <a:gd name="connsiteY13" fmla="*/ 104100 h 232148"/>
                <a:gd name="connsiteX14" fmla="*/ 218105 w 639312"/>
                <a:gd name="connsiteY14" fmla="*/ 208201 h 232148"/>
                <a:gd name="connsiteX15" fmla="*/ 125954 w 639312"/>
                <a:gd name="connsiteY15" fmla="*/ 116082 h 232148"/>
                <a:gd name="connsiteX16" fmla="*/ 218105 w 639312"/>
                <a:gd name="connsiteY16" fmla="*/ 23948 h 232148"/>
                <a:gd name="connsiteX17" fmla="*/ 310239 w 639312"/>
                <a:gd name="connsiteY17" fmla="*/ 116074 h 232148"/>
                <a:gd name="connsiteX18" fmla="*/ 218097 w 639312"/>
                <a:gd name="connsiteY18" fmla="*/ 208201 h 232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39312" h="232148">
                  <a:moveTo>
                    <a:pt x="627328" y="104100"/>
                  </a:moveTo>
                  <a:lnTo>
                    <a:pt x="333584" y="104100"/>
                  </a:lnTo>
                  <a:cubicBezTo>
                    <a:pt x="327572" y="45708"/>
                    <a:pt x="278080" y="0"/>
                    <a:pt x="218113" y="0"/>
                  </a:cubicBezTo>
                  <a:lnTo>
                    <a:pt x="218113" y="0"/>
                  </a:lnTo>
                  <a:cubicBezTo>
                    <a:pt x="158177" y="32"/>
                    <a:pt x="108693" y="45732"/>
                    <a:pt x="102649" y="104100"/>
                  </a:cubicBezTo>
                  <a:lnTo>
                    <a:pt x="11976" y="104100"/>
                  </a:lnTo>
                  <a:cubicBezTo>
                    <a:pt x="5357" y="104100"/>
                    <a:pt x="0" y="109464"/>
                    <a:pt x="0" y="116074"/>
                  </a:cubicBezTo>
                  <a:cubicBezTo>
                    <a:pt x="0" y="122684"/>
                    <a:pt x="5357" y="128048"/>
                    <a:pt x="11976" y="128048"/>
                  </a:cubicBezTo>
                  <a:lnTo>
                    <a:pt x="102641" y="128048"/>
                  </a:lnTo>
                  <a:cubicBezTo>
                    <a:pt x="108653" y="186440"/>
                    <a:pt x="158145" y="232148"/>
                    <a:pt x="218121" y="232148"/>
                  </a:cubicBezTo>
                  <a:cubicBezTo>
                    <a:pt x="278096" y="232148"/>
                    <a:pt x="327580" y="186440"/>
                    <a:pt x="333592" y="128048"/>
                  </a:cubicBezTo>
                  <a:lnTo>
                    <a:pt x="627336" y="128048"/>
                  </a:lnTo>
                  <a:cubicBezTo>
                    <a:pt x="633955" y="128048"/>
                    <a:pt x="639312" y="122684"/>
                    <a:pt x="639312" y="116074"/>
                  </a:cubicBezTo>
                  <a:cubicBezTo>
                    <a:pt x="639312" y="109464"/>
                    <a:pt x="633955" y="104100"/>
                    <a:pt x="627336" y="104100"/>
                  </a:cubicBezTo>
                  <a:close/>
                  <a:moveTo>
                    <a:pt x="218105" y="208201"/>
                  </a:moveTo>
                  <a:cubicBezTo>
                    <a:pt x="167295" y="208201"/>
                    <a:pt x="125954" y="166867"/>
                    <a:pt x="125954" y="116082"/>
                  </a:cubicBezTo>
                  <a:cubicBezTo>
                    <a:pt x="125978" y="65305"/>
                    <a:pt x="167319" y="23980"/>
                    <a:pt x="218105" y="23948"/>
                  </a:cubicBezTo>
                  <a:cubicBezTo>
                    <a:pt x="268906" y="23956"/>
                    <a:pt x="310239" y="65281"/>
                    <a:pt x="310239" y="116074"/>
                  </a:cubicBezTo>
                  <a:cubicBezTo>
                    <a:pt x="310239" y="166867"/>
                    <a:pt x="268906" y="208201"/>
                    <a:pt x="218097" y="208201"/>
                  </a:cubicBezTo>
                  <a:close/>
                </a:path>
              </a:pathLst>
            </a:custGeom>
            <a:grpFill/>
            <a:ln w="0" cap="flat">
              <a:noFill/>
              <a:prstDash val="solid"/>
              <a:miter/>
            </a:ln>
          </p:spPr>
          <p:txBody>
            <a:bodyPr rtlCol="0" anchor="ctr"/>
            <a:lstStyle/>
            <a:p>
              <a:endParaRPr lang="de-DE"/>
            </a:p>
          </p:txBody>
        </p:sp>
      </p:grpSp>
      <p:sp>
        <p:nvSpPr>
          <p:cNvPr id="344" name="Freihandform 343">
            <a:extLst>
              <a:ext uri="{FF2B5EF4-FFF2-40B4-BE49-F238E27FC236}">
                <a16:creationId xmlns:a16="http://schemas.microsoft.com/office/drawing/2014/main" id="{ABC6BAC3-4519-C72C-2FA8-F2EF115E2409}"/>
              </a:ext>
            </a:extLst>
          </p:cNvPr>
          <p:cNvSpPr/>
          <p:nvPr/>
        </p:nvSpPr>
        <p:spPr>
          <a:xfrm>
            <a:off x="3329112" y="1588426"/>
            <a:ext cx="540002" cy="511909"/>
          </a:xfrm>
          <a:custGeom>
            <a:avLst/>
            <a:gdLst>
              <a:gd name="connsiteX0" fmla="*/ 636406 w 648382"/>
              <a:gd name="connsiteY0" fmla="*/ 295382 h 614651"/>
              <a:gd name="connsiteX1" fmla="*/ 40830 w 648382"/>
              <a:gd name="connsiteY1" fmla="*/ 295382 h 614651"/>
              <a:gd name="connsiteX2" fmla="*/ 315732 w 648382"/>
              <a:gd name="connsiteY2" fmla="*/ 20439 h 614651"/>
              <a:gd name="connsiteX3" fmla="*/ 315732 w 648382"/>
              <a:gd name="connsiteY3" fmla="*/ 3508 h 614651"/>
              <a:gd name="connsiteX4" fmla="*/ 298790 w 648382"/>
              <a:gd name="connsiteY4" fmla="*/ 3508 h 614651"/>
              <a:gd name="connsiteX5" fmla="*/ 3441 w 648382"/>
              <a:gd name="connsiteY5" fmla="*/ 298910 h 614651"/>
              <a:gd name="connsiteX6" fmla="*/ 3353 w 648382"/>
              <a:gd name="connsiteY6" fmla="*/ 299038 h 614651"/>
              <a:gd name="connsiteX7" fmla="*/ 894 w 648382"/>
              <a:gd name="connsiteY7" fmla="*/ 302750 h 614651"/>
              <a:gd name="connsiteX8" fmla="*/ 742 w 648382"/>
              <a:gd name="connsiteY8" fmla="*/ 303245 h 614651"/>
              <a:gd name="connsiteX9" fmla="*/ 0 w 648382"/>
              <a:gd name="connsiteY9" fmla="*/ 307052 h 614651"/>
              <a:gd name="connsiteX10" fmla="*/ 0 w 648382"/>
              <a:gd name="connsiteY10" fmla="*/ 307731 h 614651"/>
              <a:gd name="connsiteX11" fmla="*/ 719 w 648382"/>
              <a:gd name="connsiteY11" fmla="*/ 311435 h 614651"/>
              <a:gd name="connsiteX12" fmla="*/ 910 w 648382"/>
              <a:gd name="connsiteY12" fmla="*/ 312041 h 614651"/>
              <a:gd name="connsiteX13" fmla="*/ 3257 w 648382"/>
              <a:gd name="connsiteY13" fmla="*/ 315578 h 614651"/>
              <a:gd name="connsiteX14" fmla="*/ 3433 w 648382"/>
              <a:gd name="connsiteY14" fmla="*/ 315841 h 614651"/>
              <a:gd name="connsiteX15" fmla="*/ 298782 w 648382"/>
              <a:gd name="connsiteY15" fmla="*/ 611147 h 614651"/>
              <a:gd name="connsiteX16" fmla="*/ 307253 w 648382"/>
              <a:gd name="connsiteY16" fmla="*/ 614651 h 614651"/>
              <a:gd name="connsiteX17" fmla="*/ 315724 w 648382"/>
              <a:gd name="connsiteY17" fmla="*/ 611147 h 614651"/>
              <a:gd name="connsiteX18" fmla="*/ 315724 w 648382"/>
              <a:gd name="connsiteY18" fmla="*/ 594216 h 614651"/>
              <a:gd name="connsiteX19" fmla="*/ 40798 w 648382"/>
              <a:gd name="connsiteY19" fmla="*/ 319329 h 614651"/>
              <a:gd name="connsiteX20" fmla="*/ 636406 w 648382"/>
              <a:gd name="connsiteY20" fmla="*/ 319329 h 614651"/>
              <a:gd name="connsiteX21" fmla="*/ 648382 w 648382"/>
              <a:gd name="connsiteY21" fmla="*/ 307356 h 614651"/>
              <a:gd name="connsiteX22" fmla="*/ 636406 w 648382"/>
              <a:gd name="connsiteY22" fmla="*/ 295382 h 614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8382" h="614651">
                <a:moveTo>
                  <a:pt x="636406" y="295382"/>
                </a:moveTo>
                <a:lnTo>
                  <a:pt x="40830" y="295382"/>
                </a:lnTo>
                <a:lnTo>
                  <a:pt x="315732" y="20439"/>
                </a:lnTo>
                <a:cubicBezTo>
                  <a:pt x="320403" y="15762"/>
                  <a:pt x="320403" y="8178"/>
                  <a:pt x="315732" y="3508"/>
                </a:cubicBezTo>
                <a:cubicBezTo>
                  <a:pt x="311053" y="-1169"/>
                  <a:pt x="303469" y="-1169"/>
                  <a:pt x="298790" y="3508"/>
                </a:cubicBezTo>
                <a:lnTo>
                  <a:pt x="3441" y="298910"/>
                </a:lnTo>
                <a:cubicBezTo>
                  <a:pt x="3441" y="298910"/>
                  <a:pt x="3393" y="298998"/>
                  <a:pt x="3353" y="299038"/>
                </a:cubicBezTo>
                <a:cubicBezTo>
                  <a:pt x="2315" y="300108"/>
                  <a:pt x="1477" y="301353"/>
                  <a:pt x="894" y="302750"/>
                </a:cubicBezTo>
                <a:cubicBezTo>
                  <a:pt x="822" y="302917"/>
                  <a:pt x="798" y="303085"/>
                  <a:pt x="742" y="303245"/>
                </a:cubicBezTo>
                <a:cubicBezTo>
                  <a:pt x="303" y="304442"/>
                  <a:pt x="40" y="305711"/>
                  <a:pt x="0" y="307052"/>
                </a:cubicBezTo>
                <a:cubicBezTo>
                  <a:pt x="0" y="307284"/>
                  <a:pt x="0" y="307499"/>
                  <a:pt x="0" y="307731"/>
                </a:cubicBezTo>
                <a:cubicBezTo>
                  <a:pt x="40" y="309032"/>
                  <a:pt x="295" y="310269"/>
                  <a:pt x="719" y="311435"/>
                </a:cubicBezTo>
                <a:cubicBezTo>
                  <a:pt x="790" y="311642"/>
                  <a:pt x="822" y="311842"/>
                  <a:pt x="910" y="312041"/>
                </a:cubicBezTo>
                <a:cubicBezTo>
                  <a:pt x="1469" y="313367"/>
                  <a:pt x="2283" y="314548"/>
                  <a:pt x="3257" y="315578"/>
                </a:cubicBezTo>
                <a:cubicBezTo>
                  <a:pt x="3329" y="315658"/>
                  <a:pt x="3353" y="315761"/>
                  <a:pt x="3433" y="315841"/>
                </a:cubicBezTo>
                <a:lnTo>
                  <a:pt x="298782" y="611147"/>
                </a:lnTo>
                <a:cubicBezTo>
                  <a:pt x="301122" y="613486"/>
                  <a:pt x="304187" y="614651"/>
                  <a:pt x="307253" y="614651"/>
                </a:cubicBezTo>
                <a:cubicBezTo>
                  <a:pt x="310319" y="614651"/>
                  <a:pt x="313385" y="613486"/>
                  <a:pt x="315724" y="611147"/>
                </a:cubicBezTo>
                <a:cubicBezTo>
                  <a:pt x="320403" y="606469"/>
                  <a:pt x="320403" y="598894"/>
                  <a:pt x="315724" y="594216"/>
                </a:cubicBezTo>
                <a:lnTo>
                  <a:pt x="40798" y="319329"/>
                </a:lnTo>
                <a:lnTo>
                  <a:pt x="636406" y="319329"/>
                </a:lnTo>
                <a:cubicBezTo>
                  <a:pt x="643025" y="319329"/>
                  <a:pt x="648382" y="313965"/>
                  <a:pt x="648382" y="307356"/>
                </a:cubicBezTo>
                <a:cubicBezTo>
                  <a:pt x="648382" y="300746"/>
                  <a:pt x="643025" y="295382"/>
                  <a:pt x="636406" y="295382"/>
                </a:cubicBezTo>
                <a:close/>
              </a:path>
            </a:pathLst>
          </a:custGeom>
          <a:solidFill>
            <a:schemeClr val="tx1"/>
          </a:solidFill>
          <a:ln w="0" cap="flat">
            <a:noFill/>
            <a:prstDash val="solid"/>
            <a:miter/>
          </a:ln>
        </p:spPr>
        <p:txBody>
          <a:bodyPr rtlCol="0" anchor="ctr"/>
          <a:lstStyle/>
          <a:p>
            <a:endParaRPr lang="de-DE"/>
          </a:p>
        </p:txBody>
      </p:sp>
      <p:grpSp>
        <p:nvGrpSpPr>
          <p:cNvPr id="346" name="Grafik 13">
            <a:extLst>
              <a:ext uri="{FF2B5EF4-FFF2-40B4-BE49-F238E27FC236}">
                <a16:creationId xmlns:a16="http://schemas.microsoft.com/office/drawing/2014/main" id="{1AF7291D-01DA-920A-6628-54640B93E0E8}"/>
              </a:ext>
            </a:extLst>
          </p:cNvPr>
          <p:cNvGrpSpPr/>
          <p:nvPr/>
        </p:nvGrpSpPr>
        <p:grpSpPr>
          <a:xfrm>
            <a:off x="10776929" y="5203775"/>
            <a:ext cx="625692" cy="625577"/>
            <a:chOff x="14798471" y="6606013"/>
            <a:chExt cx="751270" cy="751133"/>
          </a:xfrm>
          <a:solidFill>
            <a:schemeClr val="tx1"/>
          </a:solidFill>
        </p:grpSpPr>
        <p:sp>
          <p:nvSpPr>
            <p:cNvPr id="347" name="Freihandform 346">
              <a:extLst>
                <a:ext uri="{FF2B5EF4-FFF2-40B4-BE49-F238E27FC236}">
                  <a16:creationId xmlns:a16="http://schemas.microsoft.com/office/drawing/2014/main" id="{804EE94A-9733-35AF-5E72-8678CA36F4EC}"/>
                </a:ext>
              </a:extLst>
            </p:cNvPr>
            <p:cNvSpPr/>
            <p:nvPr/>
          </p:nvSpPr>
          <p:spPr>
            <a:xfrm>
              <a:off x="14798471" y="6606013"/>
              <a:ext cx="751270" cy="751133"/>
            </a:xfrm>
            <a:custGeom>
              <a:avLst/>
              <a:gdLst>
                <a:gd name="connsiteX0" fmla="*/ 375619 w 751270"/>
                <a:gd name="connsiteY0" fmla="*/ 0 h 751133"/>
                <a:gd name="connsiteX1" fmla="*/ 0 w 751270"/>
                <a:gd name="connsiteY1" fmla="*/ 375578 h 751133"/>
                <a:gd name="connsiteX2" fmla="*/ 375652 w 751270"/>
                <a:gd name="connsiteY2" fmla="*/ 751133 h 751133"/>
                <a:gd name="connsiteX3" fmla="*/ 751271 w 751270"/>
                <a:gd name="connsiteY3" fmla="*/ 375554 h 751133"/>
                <a:gd name="connsiteX4" fmla="*/ 375619 w 751270"/>
                <a:gd name="connsiteY4" fmla="*/ 0 h 751133"/>
                <a:gd name="connsiteX5" fmla="*/ 375652 w 751270"/>
                <a:gd name="connsiteY5" fmla="*/ 727177 h 751133"/>
                <a:gd name="connsiteX6" fmla="*/ 23952 w 751270"/>
                <a:gd name="connsiteY6" fmla="*/ 375571 h 751133"/>
                <a:gd name="connsiteX7" fmla="*/ 126945 w 751270"/>
                <a:gd name="connsiteY7" fmla="*/ 126939 h 751133"/>
                <a:gd name="connsiteX8" fmla="*/ 375644 w 751270"/>
                <a:gd name="connsiteY8" fmla="*/ 23948 h 751133"/>
                <a:gd name="connsiteX9" fmla="*/ 727311 w 751270"/>
                <a:gd name="connsiteY9" fmla="*/ 375554 h 751133"/>
                <a:gd name="connsiteX10" fmla="*/ 375644 w 751270"/>
                <a:gd name="connsiteY10" fmla="*/ 727186 h 751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51270" h="751133">
                  <a:moveTo>
                    <a:pt x="375619" y="0"/>
                  </a:moveTo>
                  <a:cubicBezTo>
                    <a:pt x="168501" y="0"/>
                    <a:pt x="-8" y="168487"/>
                    <a:pt x="0" y="375578"/>
                  </a:cubicBezTo>
                  <a:cubicBezTo>
                    <a:pt x="9" y="582670"/>
                    <a:pt x="168525" y="751141"/>
                    <a:pt x="375652" y="751133"/>
                  </a:cubicBezTo>
                  <a:cubicBezTo>
                    <a:pt x="582778" y="751125"/>
                    <a:pt x="751279" y="582645"/>
                    <a:pt x="751271" y="375554"/>
                  </a:cubicBezTo>
                  <a:cubicBezTo>
                    <a:pt x="751271" y="168487"/>
                    <a:pt x="582763" y="8"/>
                    <a:pt x="375619" y="0"/>
                  </a:cubicBezTo>
                  <a:close/>
                  <a:moveTo>
                    <a:pt x="375652" y="727177"/>
                  </a:moveTo>
                  <a:cubicBezTo>
                    <a:pt x="181731" y="727177"/>
                    <a:pt x="23961" y="569451"/>
                    <a:pt x="23952" y="375571"/>
                  </a:cubicBezTo>
                  <a:cubicBezTo>
                    <a:pt x="23952" y="281648"/>
                    <a:pt x="60527" y="193353"/>
                    <a:pt x="126945" y="126939"/>
                  </a:cubicBezTo>
                  <a:cubicBezTo>
                    <a:pt x="193362" y="60532"/>
                    <a:pt x="281681" y="23948"/>
                    <a:pt x="375644" y="23948"/>
                  </a:cubicBezTo>
                  <a:cubicBezTo>
                    <a:pt x="569541" y="23948"/>
                    <a:pt x="727304" y="181690"/>
                    <a:pt x="727311" y="375554"/>
                  </a:cubicBezTo>
                  <a:cubicBezTo>
                    <a:pt x="727311" y="569435"/>
                    <a:pt x="569557" y="727177"/>
                    <a:pt x="375644" y="727186"/>
                  </a:cubicBezTo>
                  <a:close/>
                </a:path>
              </a:pathLst>
            </a:custGeom>
            <a:grpFill/>
            <a:ln w="0" cap="flat">
              <a:noFill/>
              <a:prstDash val="solid"/>
              <a:miter/>
            </a:ln>
          </p:spPr>
          <p:txBody>
            <a:bodyPr rtlCol="0" anchor="ctr"/>
            <a:lstStyle/>
            <a:p>
              <a:endParaRPr lang="de-DE"/>
            </a:p>
          </p:txBody>
        </p:sp>
        <p:sp>
          <p:nvSpPr>
            <p:cNvPr id="348" name="Freihandform 347">
              <a:extLst>
                <a:ext uri="{FF2B5EF4-FFF2-40B4-BE49-F238E27FC236}">
                  <a16:creationId xmlns:a16="http://schemas.microsoft.com/office/drawing/2014/main" id="{60D78B8E-7D08-503F-E9BA-DCEDA68022CE}"/>
                </a:ext>
              </a:extLst>
            </p:cNvPr>
            <p:cNvSpPr/>
            <p:nvPr/>
          </p:nvSpPr>
          <p:spPr>
            <a:xfrm>
              <a:off x="15020451" y="6827966"/>
              <a:ext cx="307303" cy="307185"/>
            </a:xfrm>
            <a:custGeom>
              <a:avLst/>
              <a:gdLst>
                <a:gd name="connsiteX0" fmla="*/ 292089 w 307303"/>
                <a:gd name="connsiteY0" fmla="*/ 441 h 307185"/>
                <a:gd name="connsiteX1" fmla="*/ 70951 w 307303"/>
                <a:gd name="connsiteY1" fmla="*/ 62529 h 307185"/>
                <a:gd name="connsiteX2" fmla="*/ 62655 w 307303"/>
                <a:gd name="connsiteY2" fmla="*/ 70815 h 307185"/>
                <a:gd name="connsiteX3" fmla="*/ 444 w 307303"/>
                <a:gd name="connsiteY3" fmla="*/ 291971 h 307185"/>
                <a:gd name="connsiteX4" fmla="*/ 3510 w 307303"/>
                <a:gd name="connsiteY4" fmla="*/ 303681 h 307185"/>
                <a:gd name="connsiteX5" fmla="*/ 11981 w 307303"/>
                <a:gd name="connsiteY5" fmla="*/ 307185 h 307185"/>
                <a:gd name="connsiteX6" fmla="*/ 15223 w 307303"/>
                <a:gd name="connsiteY6" fmla="*/ 306739 h 307185"/>
                <a:gd name="connsiteX7" fmla="*/ 236465 w 307303"/>
                <a:gd name="connsiteY7" fmla="*/ 244547 h 307185"/>
                <a:gd name="connsiteX8" fmla="*/ 244753 w 307303"/>
                <a:gd name="connsiteY8" fmla="*/ 236253 h 307185"/>
                <a:gd name="connsiteX9" fmla="*/ 306859 w 307303"/>
                <a:gd name="connsiteY9" fmla="*/ 15201 h 307185"/>
                <a:gd name="connsiteX10" fmla="*/ 303793 w 307303"/>
                <a:gd name="connsiteY10" fmla="*/ 3498 h 307185"/>
                <a:gd name="connsiteX11" fmla="*/ 292089 w 307303"/>
                <a:gd name="connsiteY11" fmla="*/ 433 h 307185"/>
                <a:gd name="connsiteX12" fmla="*/ 223499 w 307303"/>
                <a:gd name="connsiteY12" fmla="*/ 223321 h 307185"/>
                <a:gd name="connsiteX13" fmla="*/ 29282 w 307303"/>
                <a:gd name="connsiteY13" fmla="*/ 277914 h 307185"/>
                <a:gd name="connsiteX14" fmla="*/ 83892 w 307303"/>
                <a:gd name="connsiteY14" fmla="*/ 83778 h 307185"/>
                <a:gd name="connsiteX15" fmla="*/ 278022 w 307303"/>
                <a:gd name="connsiteY15" fmla="*/ 29266 h 307185"/>
                <a:gd name="connsiteX16" fmla="*/ 223499 w 307303"/>
                <a:gd name="connsiteY16" fmla="*/ 223329 h 30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07303" h="307185">
                  <a:moveTo>
                    <a:pt x="292089" y="441"/>
                  </a:moveTo>
                  <a:lnTo>
                    <a:pt x="70951" y="62529"/>
                  </a:lnTo>
                  <a:cubicBezTo>
                    <a:pt x="66926" y="63663"/>
                    <a:pt x="63789" y="66800"/>
                    <a:pt x="62655" y="70815"/>
                  </a:cubicBezTo>
                  <a:lnTo>
                    <a:pt x="444" y="291971"/>
                  </a:lnTo>
                  <a:cubicBezTo>
                    <a:pt x="-722" y="296138"/>
                    <a:pt x="444" y="300616"/>
                    <a:pt x="3510" y="303681"/>
                  </a:cubicBezTo>
                  <a:cubicBezTo>
                    <a:pt x="5786" y="305956"/>
                    <a:pt x="8843" y="307185"/>
                    <a:pt x="11981" y="307185"/>
                  </a:cubicBezTo>
                  <a:cubicBezTo>
                    <a:pt x="13067" y="307185"/>
                    <a:pt x="14153" y="307034"/>
                    <a:pt x="15223" y="306739"/>
                  </a:cubicBezTo>
                  <a:lnTo>
                    <a:pt x="236465" y="244547"/>
                  </a:lnTo>
                  <a:cubicBezTo>
                    <a:pt x="240481" y="243413"/>
                    <a:pt x="243618" y="240276"/>
                    <a:pt x="244753" y="236253"/>
                  </a:cubicBezTo>
                  <a:lnTo>
                    <a:pt x="306859" y="15201"/>
                  </a:lnTo>
                  <a:cubicBezTo>
                    <a:pt x="308025" y="11041"/>
                    <a:pt x="306859" y="6563"/>
                    <a:pt x="303793" y="3498"/>
                  </a:cubicBezTo>
                  <a:cubicBezTo>
                    <a:pt x="300728" y="441"/>
                    <a:pt x="296249" y="-709"/>
                    <a:pt x="292089" y="433"/>
                  </a:cubicBezTo>
                  <a:close/>
                  <a:moveTo>
                    <a:pt x="223499" y="223321"/>
                  </a:moveTo>
                  <a:lnTo>
                    <a:pt x="29282" y="277914"/>
                  </a:lnTo>
                  <a:lnTo>
                    <a:pt x="83892" y="83778"/>
                  </a:lnTo>
                  <a:lnTo>
                    <a:pt x="278022" y="29266"/>
                  </a:lnTo>
                  <a:lnTo>
                    <a:pt x="223499" y="223329"/>
                  </a:lnTo>
                  <a:close/>
                </a:path>
              </a:pathLst>
            </a:custGeom>
            <a:grpFill/>
            <a:ln w="0" cap="flat">
              <a:noFill/>
              <a:prstDash val="solid"/>
              <a:miter/>
            </a:ln>
          </p:spPr>
          <p:txBody>
            <a:bodyPr rtlCol="0" anchor="ctr"/>
            <a:lstStyle/>
            <a:p>
              <a:endParaRPr lang="de-DE"/>
            </a:p>
          </p:txBody>
        </p:sp>
      </p:grpSp>
      <p:sp>
        <p:nvSpPr>
          <p:cNvPr id="353" name="Freihandform 352">
            <a:extLst>
              <a:ext uri="{FF2B5EF4-FFF2-40B4-BE49-F238E27FC236}">
                <a16:creationId xmlns:a16="http://schemas.microsoft.com/office/drawing/2014/main" id="{7CEF0E6F-1195-F408-B97A-9FE940D58E4D}"/>
              </a:ext>
            </a:extLst>
          </p:cNvPr>
          <p:cNvSpPr/>
          <p:nvPr/>
        </p:nvSpPr>
        <p:spPr>
          <a:xfrm>
            <a:off x="749767" y="5215780"/>
            <a:ext cx="704916" cy="601566"/>
          </a:xfrm>
          <a:custGeom>
            <a:avLst/>
            <a:gdLst>
              <a:gd name="connsiteX0" fmla="*/ 842346 w 846395"/>
              <a:gd name="connsiteY0" fmla="*/ 365962 h 722302"/>
              <a:gd name="connsiteX1" fmla="*/ 431142 w 846395"/>
              <a:gd name="connsiteY1" fmla="*/ 2940 h 722302"/>
              <a:gd name="connsiteX2" fmla="*/ 430871 w 846395"/>
              <a:gd name="connsiteY2" fmla="*/ 2749 h 722302"/>
              <a:gd name="connsiteX3" fmla="*/ 429601 w 846395"/>
              <a:gd name="connsiteY3" fmla="*/ 1839 h 722302"/>
              <a:gd name="connsiteX4" fmla="*/ 428875 w 846395"/>
              <a:gd name="connsiteY4" fmla="*/ 1400 h 722302"/>
              <a:gd name="connsiteX5" fmla="*/ 427557 w 846395"/>
              <a:gd name="connsiteY5" fmla="*/ 809 h 722302"/>
              <a:gd name="connsiteX6" fmla="*/ 426695 w 846395"/>
              <a:gd name="connsiteY6" fmla="*/ 497 h 722302"/>
              <a:gd name="connsiteX7" fmla="*/ 425386 w 846395"/>
              <a:gd name="connsiteY7" fmla="*/ 194 h 722302"/>
              <a:gd name="connsiteX8" fmla="*/ 424420 w 846395"/>
              <a:gd name="connsiteY8" fmla="*/ 43 h 722302"/>
              <a:gd name="connsiteX9" fmla="*/ 423134 w 846395"/>
              <a:gd name="connsiteY9" fmla="*/ 3 h 722302"/>
              <a:gd name="connsiteX10" fmla="*/ 422112 w 846395"/>
              <a:gd name="connsiteY10" fmla="*/ 35 h 722302"/>
              <a:gd name="connsiteX11" fmla="*/ 420907 w 846395"/>
              <a:gd name="connsiteY11" fmla="*/ 226 h 722302"/>
              <a:gd name="connsiteX12" fmla="*/ 419829 w 846395"/>
              <a:gd name="connsiteY12" fmla="*/ 474 h 722302"/>
              <a:gd name="connsiteX13" fmla="*/ 418783 w 846395"/>
              <a:gd name="connsiteY13" fmla="*/ 857 h 722302"/>
              <a:gd name="connsiteX14" fmla="*/ 417625 w 846395"/>
              <a:gd name="connsiteY14" fmla="*/ 1376 h 722302"/>
              <a:gd name="connsiteX15" fmla="*/ 416795 w 846395"/>
              <a:gd name="connsiteY15" fmla="*/ 1879 h 722302"/>
              <a:gd name="connsiteX16" fmla="*/ 415597 w 846395"/>
              <a:gd name="connsiteY16" fmla="*/ 2741 h 722302"/>
              <a:gd name="connsiteX17" fmla="*/ 415310 w 846395"/>
              <a:gd name="connsiteY17" fmla="*/ 2948 h 722302"/>
              <a:gd name="connsiteX18" fmla="*/ 112248 w 846395"/>
              <a:gd name="connsiteY18" fmla="*/ 270459 h 722302"/>
              <a:gd name="connsiteX19" fmla="*/ 112121 w 846395"/>
              <a:gd name="connsiteY19" fmla="*/ 270571 h 722302"/>
              <a:gd name="connsiteX20" fmla="*/ 4050 w 846395"/>
              <a:gd name="connsiteY20" fmla="*/ 365962 h 722302"/>
              <a:gd name="connsiteX21" fmla="*/ 2996 w 846395"/>
              <a:gd name="connsiteY21" fmla="*/ 382861 h 722302"/>
              <a:gd name="connsiteX22" fmla="*/ 11978 w 846395"/>
              <a:gd name="connsiteY22" fmla="*/ 386909 h 722302"/>
              <a:gd name="connsiteX23" fmla="*/ 19898 w 846395"/>
              <a:gd name="connsiteY23" fmla="*/ 383907 h 722302"/>
              <a:gd name="connsiteX24" fmla="*/ 108632 w 846395"/>
              <a:gd name="connsiteY24" fmla="*/ 305583 h 722302"/>
              <a:gd name="connsiteX25" fmla="*/ 108632 w 846395"/>
              <a:gd name="connsiteY25" fmla="*/ 630551 h 722302"/>
              <a:gd name="connsiteX26" fmla="*/ 135577 w 846395"/>
              <a:gd name="connsiteY26" fmla="*/ 695457 h 722302"/>
              <a:gd name="connsiteX27" fmla="*/ 200455 w 846395"/>
              <a:gd name="connsiteY27" fmla="*/ 722303 h 722302"/>
              <a:gd name="connsiteX28" fmla="*/ 645941 w 846395"/>
              <a:gd name="connsiteY28" fmla="*/ 722303 h 722302"/>
              <a:gd name="connsiteX29" fmla="*/ 710859 w 846395"/>
              <a:gd name="connsiteY29" fmla="*/ 695378 h 722302"/>
              <a:gd name="connsiteX30" fmla="*/ 737724 w 846395"/>
              <a:gd name="connsiteY30" fmla="*/ 630448 h 722302"/>
              <a:gd name="connsiteX31" fmla="*/ 737724 w 846395"/>
              <a:gd name="connsiteY31" fmla="*/ 305526 h 722302"/>
              <a:gd name="connsiteX32" fmla="*/ 826498 w 846395"/>
              <a:gd name="connsiteY32" fmla="*/ 383899 h 722302"/>
              <a:gd name="connsiteX33" fmla="*/ 834418 w 846395"/>
              <a:gd name="connsiteY33" fmla="*/ 386900 h 722302"/>
              <a:gd name="connsiteX34" fmla="*/ 843400 w 846395"/>
              <a:gd name="connsiteY34" fmla="*/ 382853 h 722302"/>
              <a:gd name="connsiteX35" fmla="*/ 842346 w 846395"/>
              <a:gd name="connsiteY35" fmla="*/ 365954 h 722302"/>
              <a:gd name="connsiteX36" fmla="*/ 713773 w 846395"/>
              <a:gd name="connsiteY36" fmla="*/ 630464 h 722302"/>
              <a:gd name="connsiteX37" fmla="*/ 693917 w 846395"/>
              <a:gd name="connsiteY37" fmla="*/ 678463 h 722302"/>
              <a:gd name="connsiteX38" fmla="*/ 645885 w 846395"/>
              <a:gd name="connsiteY38" fmla="*/ 698363 h 722302"/>
              <a:gd name="connsiteX39" fmla="*/ 200455 w 846395"/>
              <a:gd name="connsiteY39" fmla="*/ 698363 h 722302"/>
              <a:gd name="connsiteX40" fmla="*/ 152495 w 846395"/>
              <a:gd name="connsiteY40" fmla="*/ 678519 h 722302"/>
              <a:gd name="connsiteX41" fmla="*/ 132575 w 846395"/>
              <a:gd name="connsiteY41" fmla="*/ 630456 h 722302"/>
              <a:gd name="connsiteX42" fmla="*/ 132575 w 846395"/>
              <a:gd name="connsiteY42" fmla="*/ 284445 h 722302"/>
              <a:gd name="connsiteX43" fmla="*/ 423222 w 846395"/>
              <a:gd name="connsiteY43" fmla="*/ 27894 h 722302"/>
              <a:gd name="connsiteX44" fmla="*/ 713773 w 846395"/>
              <a:gd name="connsiteY44" fmla="*/ 284396 h 722302"/>
              <a:gd name="connsiteX45" fmla="*/ 713773 w 846395"/>
              <a:gd name="connsiteY45" fmla="*/ 630464 h 722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846395" h="722302">
                <a:moveTo>
                  <a:pt x="842346" y="365962"/>
                </a:moveTo>
                <a:lnTo>
                  <a:pt x="431142" y="2940"/>
                </a:lnTo>
                <a:cubicBezTo>
                  <a:pt x="431054" y="2868"/>
                  <a:pt x="430958" y="2820"/>
                  <a:pt x="430871" y="2749"/>
                </a:cubicBezTo>
                <a:cubicBezTo>
                  <a:pt x="430463" y="2414"/>
                  <a:pt x="430040" y="2118"/>
                  <a:pt x="429601" y="1839"/>
                </a:cubicBezTo>
                <a:cubicBezTo>
                  <a:pt x="429362" y="1687"/>
                  <a:pt x="429122" y="1527"/>
                  <a:pt x="428875" y="1400"/>
                </a:cubicBezTo>
                <a:cubicBezTo>
                  <a:pt x="428443" y="1168"/>
                  <a:pt x="428004" y="985"/>
                  <a:pt x="427557" y="809"/>
                </a:cubicBezTo>
                <a:cubicBezTo>
                  <a:pt x="427270" y="697"/>
                  <a:pt x="426990" y="586"/>
                  <a:pt x="426695" y="497"/>
                </a:cubicBezTo>
                <a:cubicBezTo>
                  <a:pt x="426264" y="370"/>
                  <a:pt x="425825" y="274"/>
                  <a:pt x="425386" y="194"/>
                </a:cubicBezTo>
                <a:cubicBezTo>
                  <a:pt x="425066" y="138"/>
                  <a:pt x="424747" y="75"/>
                  <a:pt x="424420" y="43"/>
                </a:cubicBezTo>
                <a:cubicBezTo>
                  <a:pt x="423988" y="3"/>
                  <a:pt x="423565" y="-5"/>
                  <a:pt x="423134" y="3"/>
                </a:cubicBezTo>
                <a:cubicBezTo>
                  <a:pt x="422791" y="3"/>
                  <a:pt x="422455" y="3"/>
                  <a:pt x="422112" y="35"/>
                </a:cubicBezTo>
                <a:cubicBezTo>
                  <a:pt x="421705" y="75"/>
                  <a:pt x="421306" y="147"/>
                  <a:pt x="420907" y="226"/>
                </a:cubicBezTo>
                <a:cubicBezTo>
                  <a:pt x="420539" y="298"/>
                  <a:pt x="420180" y="370"/>
                  <a:pt x="419829" y="474"/>
                </a:cubicBezTo>
                <a:cubicBezTo>
                  <a:pt x="419469" y="577"/>
                  <a:pt x="419126" y="713"/>
                  <a:pt x="418783" y="857"/>
                </a:cubicBezTo>
                <a:cubicBezTo>
                  <a:pt x="418392" y="1016"/>
                  <a:pt x="418000" y="1176"/>
                  <a:pt x="417625" y="1376"/>
                </a:cubicBezTo>
                <a:cubicBezTo>
                  <a:pt x="417338" y="1527"/>
                  <a:pt x="417074" y="1703"/>
                  <a:pt x="416795" y="1879"/>
                </a:cubicBezTo>
                <a:cubicBezTo>
                  <a:pt x="416380" y="2142"/>
                  <a:pt x="415981" y="2421"/>
                  <a:pt x="415597" y="2741"/>
                </a:cubicBezTo>
                <a:cubicBezTo>
                  <a:pt x="415509" y="2820"/>
                  <a:pt x="415406" y="2868"/>
                  <a:pt x="415310" y="2948"/>
                </a:cubicBezTo>
                <a:lnTo>
                  <a:pt x="112248" y="270459"/>
                </a:lnTo>
                <a:cubicBezTo>
                  <a:pt x="112208" y="270499"/>
                  <a:pt x="112160" y="270531"/>
                  <a:pt x="112121" y="270571"/>
                </a:cubicBezTo>
                <a:lnTo>
                  <a:pt x="4050" y="365962"/>
                </a:lnTo>
                <a:cubicBezTo>
                  <a:pt x="-908" y="370337"/>
                  <a:pt x="-1379" y="377904"/>
                  <a:pt x="2996" y="382861"/>
                </a:cubicBezTo>
                <a:cubicBezTo>
                  <a:pt x="5360" y="385536"/>
                  <a:pt x="8665" y="386909"/>
                  <a:pt x="11978" y="386909"/>
                </a:cubicBezTo>
                <a:cubicBezTo>
                  <a:pt x="14797" y="386909"/>
                  <a:pt x="17623" y="385919"/>
                  <a:pt x="19898" y="383907"/>
                </a:cubicBezTo>
                <a:lnTo>
                  <a:pt x="108632" y="305583"/>
                </a:lnTo>
                <a:lnTo>
                  <a:pt x="108632" y="630551"/>
                </a:lnTo>
                <a:cubicBezTo>
                  <a:pt x="108648" y="655074"/>
                  <a:pt x="118220" y="678127"/>
                  <a:pt x="135577" y="695457"/>
                </a:cubicBezTo>
                <a:cubicBezTo>
                  <a:pt x="152918" y="712771"/>
                  <a:pt x="175960" y="722303"/>
                  <a:pt x="200455" y="722303"/>
                </a:cubicBezTo>
                <a:lnTo>
                  <a:pt x="645941" y="722303"/>
                </a:lnTo>
                <a:cubicBezTo>
                  <a:pt x="670468" y="722287"/>
                  <a:pt x="693525" y="712731"/>
                  <a:pt x="710859" y="695378"/>
                </a:cubicBezTo>
                <a:cubicBezTo>
                  <a:pt x="728192" y="678024"/>
                  <a:pt x="737732" y="654970"/>
                  <a:pt x="737724" y="630448"/>
                </a:cubicBezTo>
                <a:lnTo>
                  <a:pt x="737724" y="305526"/>
                </a:lnTo>
                <a:lnTo>
                  <a:pt x="826498" y="383899"/>
                </a:lnTo>
                <a:cubicBezTo>
                  <a:pt x="828773" y="385911"/>
                  <a:pt x="831599" y="386900"/>
                  <a:pt x="834418" y="386900"/>
                </a:cubicBezTo>
                <a:cubicBezTo>
                  <a:pt x="837731" y="386900"/>
                  <a:pt x="841036" y="385527"/>
                  <a:pt x="843400" y="382853"/>
                </a:cubicBezTo>
                <a:cubicBezTo>
                  <a:pt x="847775" y="377896"/>
                  <a:pt x="847304" y="370329"/>
                  <a:pt x="842346" y="365954"/>
                </a:cubicBezTo>
                <a:close/>
                <a:moveTo>
                  <a:pt x="713773" y="630464"/>
                </a:moveTo>
                <a:cubicBezTo>
                  <a:pt x="713773" y="648592"/>
                  <a:pt x="706731" y="665635"/>
                  <a:pt x="693917" y="678463"/>
                </a:cubicBezTo>
                <a:cubicBezTo>
                  <a:pt x="681103" y="691291"/>
                  <a:pt x="664057" y="698355"/>
                  <a:pt x="645885" y="698363"/>
                </a:cubicBezTo>
                <a:lnTo>
                  <a:pt x="200455" y="698363"/>
                </a:lnTo>
                <a:cubicBezTo>
                  <a:pt x="182339" y="698363"/>
                  <a:pt x="165309" y="691314"/>
                  <a:pt x="152495" y="678519"/>
                </a:cubicBezTo>
                <a:cubicBezTo>
                  <a:pt x="139665" y="665715"/>
                  <a:pt x="132591" y="648680"/>
                  <a:pt x="132575" y="630456"/>
                </a:cubicBezTo>
                <a:lnTo>
                  <a:pt x="132575" y="284445"/>
                </a:lnTo>
                <a:lnTo>
                  <a:pt x="423222" y="27894"/>
                </a:lnTo>
                <a:lnTo>
                  <a:pt x="713773" y="284396"/>
                </a:lnTo>
                <a:lnTo>
                  <a:pt x="713773" y="630464"/>
                </a:lnTo>
                <a:close/>
              </a:path>
            </a:pathLst>
          </a:custGeom>
          <a:solidFill>
            <a:schemeClr val="tx1"/>
          </a:solidFill>
          <a:ln w="0" cap="flat">
            <a:noFill/>
            <a:prstDash val="solid"/>
            <a:miter/>
          </a:ln>
        </p:spPr>
        <p:txBody>
          <a:bodyPr rtlCol="0" anchor="ctr"/>
          <a:lstStyle/>
          <a:p>
            <a:endParaRPr lang="de-DE"/>
          </a:p>
        </p:txBody>
      </p:sp>
      <p:sp>
        <p:nvSpPr>
          <p:cNvPr id="354" name="Freihandform 353">
            <a:extLst>
              <a:ext uri="{FF2B5EF4-FFF2-40B4-BE49-F238E27FC236}">
                <a16:creationId xmlns:a16="http://schemas.microsoft.com/office/drawing/2014/main" id="{3B441085-74EA-A7A0-B34E-CA87E8FC1BB5}"/>
              </a:ext>
            </a:extLst>
          </p:cNvPr>
          <p:cNvSpPr/>
          <p:nvPr/>
        </p:nvSpPr>
        <p:spPr>
          <a:xfrm>
            <a:off x="3261864" y="5229318"/>
            <a:ext cx="674498" cy="574491"/>
          </a:xfrm>
          <a:custGeom>
            <a:avLst/>
            <a:gdLst>
              <a:gd name="connsiteX0" fmla="*/ 404921 w 809872"/>
              <a:gd name="connsiteY0" fmla="*/ 0 h 689793"/>
              <a:gd name="connsiteX1" fmla="*/ 0 w 809872"/>
              <a:gd name="connsiteY1" fmla="*/ 344933 h 689793"/>
              <a:gd name="connsiteX2" fmla="*/ 39225 w 809872"/>
              <a:gd name="connsiteY2" fmla="*/ 493233 h 689793"/>
              <a:gd name="connsiteX3" fmla="*/ 39225 w 809872"/>
              <a:gd name="connsiteY3" fmla="*/ 677805 h 689793"/>
              <a:gd name="connsiteX4" fmla="*/ 43424 w 809872"/>
              <a:gd name="connsiteY4" fmla="*/ 686913 h 689793"/>
              <a:gd name="connsiteX5" fmla="*/ 53077 w 809872"/>
              <a:gd name="connsiteY5" fmla="*/ 689636 h 689793"/>
              <a:gd name="connsiteX6" fmla="*/ 240037 w 809872"/>
              <a:gd name="connsiteY6" fmla="*/ 659909 h 689793"/>
              <a:gd name="connsiteX7" fmla="*/ 403292 w 809872"/>
              <a:gd name="connsiteY7" fmla="*/ 689779 h 689793"/>
              <a:gd name="connsiteX8" fmla="*/ 404921 w 809872"/>
              <a:gd name="connsiteY8" fmla="*/ 689779 h 689793"/>
              <a:gd name="connsiteX9" fmla="*/ 809873 w 809872"/>
              <a:gd name="connsiteY9" fmla="*/ 344902 h 689793"/>
              <a:gd name="connsiteX10" fmla="*/ 404921 w 809872"/>
              <a:gd name="connsiteY10" fmla="*/ 0 h 689793"/>
              <a:gd name="connsiteX11" fmla="*/ 404881 w 809872"/>
              <a:gd name="connsiteY11" fmla="*/ 665832 h 689793"/>
              <a:gd name="connsiteX12" fmla="*/ 245657 w 809872"/>
              <a:gd name="connsiteY12" fmla="*/ 636400 h 689793"/>
              <a:gd name="connsiteX13" fmla="*/ 241338 w 809872"/>
              <a:gd name="connsiteY13" fmla="*/ 635594 h 689793"/>
              <a:gd name="connsiteX14" fmla="*/ 239462 w 809872"/>
              <a:gd name="connsiteY14" fmla="*/ 635746 h 689793"/>
              <a:gd name="connsiteX15" fmla="*/ 63185 w 809872"/>
              <a:gd name="connsiteY15" fmla="*/ 663772 h 689793"/>
              <a:gd name="connsiteX16" fmla="*/ 63185 w 809872"/>
              <a:gd name="connsiteY16" fmla="*/ 490040 h 689793"/>
              <a:gd name="connsiteX17" fmla="*/ 61572 w 809872"/>
              <a:gd name="connsiteY17" fmla="*/ 484037 h 689793"/>
              <a:gd name="connsiteX18" fmla="*/ 23968 w 809872"/>
              <a:gd name="connsiteY18" fmla="*/ 344894 h 689793"/>
              <a:gd name="connsiteX19" fmla="*/ 404936 w 809872"/>
              <a:gd name="connsiteY19" fmla="*/ 23940 h 689793"/>
              <a:gd name="connsiteX20" fmla="*/ 785937 w 809872"/>
              <a:gd name="connsiteY20" fmla="*/ 344894 h 689793"/>
              <a:gd name="connsiteX21" fmla="*/ 404897 w 809872"/>
              <a:gd name="connsiteY21" fmla="*/ 665824 h 6897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809872" h="689793">
                <a:moveTo>
                  <a:pt x="404921" y="0"/>
                </a:moveTo>
                <a:cubicBezTo>
                  <a:pt x="181650" y="0"/>
                  <a:pt x="0" y="154726"/>
                  <a:pt x="0" y="344933"/>
                </a:cubicBezTo>
                <a:cubicBezTo>
                  <a:pt x="128" y="396860"/>
                  <a:pt x="13677" y="448060"/>
                  <a:pt x="39225" y="493233"/>
                </a:cubicBezTo>
                <a:lnTo>
                  <a:pt x="39225" y="677805"/>
                </a:lnTo>
                <a:cubicBezTo>
                  <a:pt x="39225" y="681309"/>
                  <a:pt x="40758" y="684630"/>
                  <a:pt x="43424" y="686913"/>
                </a:cubicBezTo>
                <a:cubicBezTo>
                  <a:pt x="46091" y="689197"/>
                  <a:pt x="49628" y="690210"/>
                  <a:pt x="53077" y="689636"/>
                </a:cubicBezTo>
                <a:lnTo>
                  <a:pt x="240037" y="659909"/>
                </a:lnTo>
                <a:cubicBezTo>
                  <a:pt x="292403" y="679737"/>
                  <a:pt x="347309" y="689779"/>
                  <a:pt x="403292" y="689779"/>
                </a:cubicBezTo>
                <a:lnTo>
                  <a:pt x="404921" y="689779"/>
                </a:lnTo>
                <a:cubicBezTo>
                  <a:pt x="628207" y="689779"/>
                  <a:pt x="809873" y="535070"/>
                  <a:pt x="809873" y="344902"/>
                </a:cubicBezTo>
                <a:cubicBezTo>
                  <a:pt x="809873" y="154734"/>
                  <a:pt x="628215" y="0"/>
                  <a:pt x="404921" y="0"/>
                </a:cubicBezTo>
                <a:close/>
                <a:moveTo>
                  <a:pt x="404881" y="665832"/>
                </a:moveTo>
                <a:cubicBezTo>
                  <a:pt x="350470" y="665720"/>
                  <a:pt x="296635" y="656125"/>
                  <a:pt x="245657" y="636400"/>
                </a:cubicBezTo>
                <a:cubicBezTo>
                  <a:pt x="244276" y="635873"/>
                  <a:pt x="242815" y="635594"/>
                  <a:pt x="241338" y="635594"/>
                </a:cubicBezTo>
                <a:cubicBezTo>
                  <a:pt x="240707" y="635594"/>
                  <a:pt x="240085" y="635642"/>
                  <a:pt x="239462" y="635746"/>
                </a:cubicBezTo>
                <a:lnTo>
                  <a:pt x="63185" y="663772"/>
                </a:lnTo>
                <a:lnTo>
                  <a:pt x="63185" y="490040"/>
                </a:lnTo>
                <a:cubicBezTo>
                  <a:pt x="63185" y="487925"/>
                  <a:pt x="62626" y="485865"/>
                  <a:pt x="61572" y="484037"/>
                </a:cubicBezTo>
                <a:cubicBezTo>
                  <a:pt x="37085" y="441809"/>
                  <a:pt x="24080" y="393691"/>
                  <a:pt x="23968" y="344894"/>
                </a:cubicBezTo>
                <a:cubicBezTo>
                  <a:pt x="23968" y="167921"/>
                  <a:pt x="194872" y="23940"/>
                  <a:pt x="404936" y="23940"/>
                </a:cubicBezTo>
                <a:cubicBezTo>
                  <a:pt x="615001" y="23940"/>
                  <a:pt x="785937" y="167921"/>
                  <a:pt x="785937" y="344894"/>
                </a:cubicBezTo>
                <a:cubicBezTo>
                  <a:pt x="785937" y="521866"/>
                  <a:pt x="615025" y="665824"/>
                  <a:pt x="404897" y="665824"/>
                </a:cubicBezTo>
                <a:close/>
              </a:path>
            </a:pathLst>
          </a:custGeom>
          <a:solidFill>
            <a:schemeClr val="tx1"/>
          </a:solidFill>
          <a:ln w="0" cap="flat">
            <a:noFill/>
            <a:prstDash val="solid"/>
            <a:miter/>
          </a:ln>
        </p:spPr>
        <p:txBody>
          <a:bodyPr rtlCol="0" anchor="ctr"/>
          <a:lstStyle/>
          <a:p>
            <a:endParaRPr lang="de-DE"/>
          </a:p>
        </p:txBody>
      </p:sp>
      <p:grpSp>
        <p:nvGrpSpPr>
          <p:cNvPr id="358" name="Grafik 13">
            <a:extLst>
              <a:ext uri="{FF2B5EF4-FFF2-40B4-BE49-F238E27FC236}">
                <a16:creationId xmlns:a16="http://schemas.microsoft.com/office/drawing/2014/main" id="{05A059C0-FE03-966E-8BFD-E0AAC3EDC822}"/>
              </a:ext>
            </a:extLst>
          </p:cNvPr>
          <p:cNvGrpSpPr/>
          <p:nvPr/>
        </p:nvGrpSpPr>
        <p:grpSpPr>
          <a:xfrm>
            <a:off x="5804952" y="3389464"/>
            <a:ext cx="582099" cy="582017"/>
            <a:chOff x="8313110" y="3271971"/>
            <a:chExt cx="698928" cy="698830"/>
          </a:xfrm>
          <a:solidFill>
            <a:schemeClr val="tx1"/>
          </a:solidFill>
        </p:grpSpPr>
        <p:sp>
          <p:nvSpPr>
            <p:cNvPr id="359" name="Freihandform 358">
              <a:extLst>
                <a:ext uri="{FF2B5EF4-FFF2-40B4-BE49-F238E27FC236}">
                  <a16:creationId xmlns:a16="http://schemas.microsoft.com/office/drawing/2014/main" id="{3EF66B5F-F60F-7643-E300-6A2BD36F58B0}"/>
                </a:ext>
              </a:extLst>
            </p:cNvPr>
            <p:cNvSpPr/>
            <p:nvPr/>
          </p:nvSpPr>
          <p:spPr>
            <a:xfrm>
              <a:off x="8313110" y="3322691"/>
              <a:ext cx="648206" cy="648110"/>
            </a:xfrm>
            <a:custGeom>
              <a:avLst/>
              <a:gdLst>
                <a:gd name="connsiteX0" fmla="*/ 636231 w 648206"/>
                <a:gd name="connsiteY0" fmla="*/ 295402 h 648110"/>
                <a:gd name="connsiteX1" fmla="*/ 624255 w 648206"/>
                <a:gd name="connsiteY1" fmla="*/ 307376 h 648110"/>
                <a:gd name="connsiteX2" fmla="*/ 624255 w 648206"/>
                <a:gd name="connsiteY2" fmla="*/ 565571 h 648110"/>
                <a:gd name="connsiteX3" fmla="*/ 565637 w 648206"/>
                <a:gd name="connsiteY3" fmla="*/ 624171 h 648110"/>
                <a:gd name="connsiteX4" fmla="*/ 82458 w 648206"/>
                <a:gd name="connsiteY4" fmla="*/ 624171 h 648110"/>
                <a:gd name="connsiteX5" fmla="*/ 41070 w 648206"/>
                <a:gd name="connsiteY5" fmla="*/ 606992 h 648110"/>
                <a:gd name="connsiteX6" fmla="*/ 23952 w 648206"/>
                <a:gd name="connsiteY6" fmla="*/ 565579 h 648110"/>
                <a:gd name="connsiteX7" fmla="*/ 23952 w 648206"/>
                <a:gd name="connsiteY7" fmla="*/ 82436 h 648110"/>
                <a:gd name="connsiteX8" fmla="*/ 41094 w 648206"/>
                <a:gd name="connsiteY8" fmla="*/ 41078 h 648110"/>
                <a:gd name="connsiteX9" fmla="*/ 82450 w 648206"/>
                <a:gd name="connsiteY9" fmla="*/ 23948 h 648110"/>
                <a:gd name="connsiteX10" fmla="*/ 340714 w 648206"/>
                <a:gd name="connsiteY10" fmla="*/ 23948 h 648110"/>
                <a:gd name="connsiteX11" fmla="*/ 352690 w 648206"/>
                <a:gd name="connsiteY11" fmla="*/ 11974 h 648110"/>
                <a:gd name="connsiteX12" fmla="*/ 340714 w 648206"/>
                <a:gd name="connsiteY12" fmla="*/ 0 h 648110"/>
                <a:gd name="connsiteX13" fmla="*/ 82450 w 648206"/>
                <a:gd name="connsiteY13" fmla="*/ 0 h 648110"/>
                <a:gd name="connsiteX14" fmla="*/ 24159 w 648206"/>
                <a:gd name="connsiteY14" fmla="*/ 24131 h 648110"/>
                <a:gd name="connsiteX15" fmla="*/ 0 w 648206"/>
                <a:gd name="connsiteY15" fmla="*/ 82532 h 648110"/>
                <a:gd name="connsiteX16" fmla="*/ 0 w 648206"/>
                <a:gd name="connsiteY16" fmla="*/ 565563 h 648110"/>
                <a:gd name="connsiteX17" fmla="*/ 24119 w 648206"/>
                <a:gd name="connsiteY17" fmla="*/ 623907 h 648110"/>
                <a:gd name="connsiteX18" fmla="*/ 82474 w 648206"/>
                <a:gd name="connsiteY18" fmla="*/ 648110 h 648110"/>
                <a:gd name="connsiteX19" fmla="*/ 565637 w 648206"/>
                <a:gd name="connsiteY19" fmla="*/ 648110 h 648110"/>
                <a:gd name="connsiteX20" fmla="*/ 648207 w 648206"/>
                <a:gd name="connsiteY20" fmla="*/ 565571 h 648110"/>
                <a:gd name="connsiteX21" fmla="*/ 648207 w 648206"/>
                <a:gd name="connsiteY21" fmla="*/ 307368 h 648110"/>
                <a:gd name="connsiteX22" fmla="*/ 636231 w 648206"/>
                <a:gd name="connsiteY22" fmla="*/ 295394 h 648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48206" h="648110">
                  <a:moveTo>
                    <a:pt x="636231" y="295402"/>
                  </a:moveTo>
                  <a:cubicBezTo>
                    <a:pt x="629620" y="295402"/>
                    <a:pt x="624255" y="300766"/>
                    <a:pt x="624255" y="307376"/>
                  </a:cubicBezTo>
                  <a:lnTo>
                    <a:pt x="624255" y="565571"/>
                  </a:lnTo>
                  <a:cubicBezTo>
                    <a:pt x="624239" y="597876"/>
                    <a:pt x="597948" y="624163"/>
                    <a:pt x="565637" y="624171"/>
                  </a:cubicBezTo>
                  <a:lnTo>
                    <a:pt x="82458" y="624171"/>
                  </a:lnTo>
                  <a:cubicBezTo>
                    <a:pt x="66818" y="624155"/>
                    <a:pt x="52119" y="618056"/>
                    <a:pt x="41070" y="606992"/>
                  </a:cubicBezTo>
                  <a:cubicBezTo>
                    <a:pt x="30020" y="595928"/>
                    <a:pt x="23936" y="581225"/>
                    <a:pt x="23952" y="565579"/>
                  </a:cubicBezTo>
                  <a:lnTo>
                    <a:pt x="23952" y="82436"/>
                  </a:lnTo>
                  <a:cubicBezTo>
                    <a:pt x="23952" y="66814"/>
                    <a:pt x="30044" y="52126"/>
                    <a:pt x="41094" y="41078"/>
                  </a:cubicBezTo>
                  <a:cubicBezTo>
                    <a:pt x="52143" y="30030"/>
                    <a:pt x="66834" y="23948"/>
                    <a:pt x="82450" y="23948"/>
                  </a:cubicBezTo>
                  <a:lnTo>
                    <a:pt x="340714" y="23948"/>
                  </a:lnTo>
                  <a:cubicBezTo>
                    <a:pt x="347325" y="23948"/>
                    <a:pt x="352690" y="18583"/>
                    <a:pt x="352690" y="11974"/>
                  </a:cubicBezTo>
                  <a:cubicBezTo>
                    <a:pt x="352690" y="5364"/>
                    <a:pt x="347325" y="0"/>
                    <a:pt x="340714" y="0"/>
                  </a:cubicBezTo>
                  <a:lnTo>
                    <a:pt x="82450" y="0"/>
                  </a:lnTo>
                  <a:cubicBezTo>
                    <a:pt x="60431" y="0"/>
                    <a:pt x="39728" y="8573"/>
                    <a:pt x="24159" y="24131"/>
                  </a:cubicBezTo>
                  <a:cubicBezTo>
                    <a:pt x="8583" y="39697"/>
                    <a:pt x="0" y="60404"/>
                    <a:pt x="0" y="82532"/>
                  </a:cubicBezTo>
                  <a:lnTo>
                    <a:pt x="0" y="565563"/>
                  </a:lnTo>
                  <a:cubicBezTo>
                    <a:pt x="-16" y="587595"/>
                    <a:pt x="8543" y="608310"/>
                    <a:pt x="24119" y="623907"/>
                  </a:cubicBezTo>
                  <a:cubicBezTo>
                    <a:pt x="39696" y="639505"/>
                    <a:pt x="60398" y="648094"/>
                    <a:pt x="82474" y="648110"/>
                  </a:cubicBezTo>
                  <a:lnTo>
                    <a:pt x="565637" y="648110"/>
                  </a:lnTo>
                  <a:cubicBezTo>
                    <a:pt x="611145" y="648110"/>
                    <a:pt x="648191" y="611071"/>
                    <a:pt x="648207" y="565571"/>
                  </a:cubicBezTo>
                  <a:lnTo>
                    <a:pt x="648207" y="307368"/>
                  </a:lnTo>
                  <a:cubicBezTo>
                    <a:pt x="648207" y="300758"/>
                    <a:pt x="642841" y="295394"/>
                    <a:pt x="636231" y="295394"/>
                  </a:cubicBezTo>
                  <a:close/>
                </a:path>
              </a:pathLst>
            </a:custGeom>
            <a:grpFill/>
            <a:ln w="0" cap="flat">
              <a:noFill/>
              <a:prstDash val="solid"/>
              <a:miter/>
            </a:ln>
          </p:spPr>
          <p:txBody>
            <a:bodyPr rtlCol="0" anchor="ctr"/>
            <a:lstStyle/>
            <a:p>
              <a:endParaRPr lang="de-DE"/>
            </a:p>
          </p:txBody>
        </p:sp>
        <p:sp>
          <p:nvSpPr>
            <p:cNvPr id="360" name="Freihandform 359">
              <a:extLst>
                <a:ext uri="{FF2B5EF4-FFF2-40B4-BE49-F238E27FC236}">
                  <a16:creationId xmlns:a16="http://schemas.microsoft.com/office/drawing/2014/main" id="{C84BAD98-E673-6C0C-D01C-4D3561646936}"/>
                </a:ext>
              </a:extLst>
            </p:cNvPr>
            <p:cNvSpPr/>
            <p:nvPr/>
          </p:nvSpPr>
          <p:spPr>
            <a:xfrm>
              <a:off x="8582666" y="3271971"/>
              <a:ext cx="429372" cy="429259"/>
            </a:xfrm>
            <a:custGeom>
              <a:avLst/>
              <a:gdLst>
                <a:gd name="connsiteX0" fmla="*/ 414028 w 429372"/>
                <a:gd name="connsiteY0" fmla="*/ 93371 h 429259"/>
                <a:gd name="connsiteX1" fmla="*/ 335985 w 429372"/>
                <a:gd name="connsiteY1" fmla="*/ 15341 h 429259"/>
                <a:gd name="connsiteX2" fmla="*/ 261687 w 429372"/>
                <a:gd name="connsiteY2" fmla="*/ 15341 h 429259"/>
                <a:gd name="connsiteX3" fmla="*/ 20963 w 429372"/>
                <a:gd name="connsiteY3" fmla="*/ 256031 h 429259"/>
                <a:gd name="connsiteX4" fmla="*/ 17530 w 429372"/>
                <a:gd name="connsiteY4" fmla="*/ 263143 h 429259"/>
                <a:gd name="connsiteX5" fmla="*/ 78 w 429372"/>
                <a:gd name="connsiteY5" fmla="*/ 415937 h 429259"/>
                <a:gd name="connsiteX6" fmla="*/ 3511 w 429372"/>
                <a:gd name="connsiteY6" fmla="*/ 425756 h 429259"/>
                <a:gd name="connsiteX7" fmla="*/ 11982 w 429372"/>
                <a:gd name="connsiteY7" fmla="*/ 429260 h 429259"/>
                <a:gd name="connsiteX8" fmla="*/ 13339 w 429372"/>
                <a:gd name="connsiteY8" fmla="*/ 429180 h 429259"/>
                <a:gd name="connsiteX9" fmla="*/ 166103 w 429372"/>
                <a:gd name="connsiteY9" fmla="*/ 411730 h 429259"/>
                <a:gd name="connsiteX10" fmla="*/ 173217 w 429372"/>
                <a:gd name="connsiteY10" fmla="*/ 408306 h 429259"/>
                <a:gd name="connsiteX11" fmla="*/ 383474 w 429372"/>
                <a:gd name="connsiteY11" fmla="*/ 198253 h 429259"/>
                <a:gd name="connsiteX12" fmla="*/ 414052 w 429372"/>
                <a:gd name="connsiteY12" fmla="*/ 167704 h 429259"/>
                <a:gd name="connsiteX13" fmla="*/ 414036 w 429372"/>
                <a:gd name="connsiteY13" fmla="*/ 93363 h 429259"/>
                <a:gd name="connsiteX14" fmla="*/ 159221 w 429372"/>
                <a:gd name="connsiteY14" fmla="*/ 388429 h 429259"/>
                <a:gd name="connsiteX15" fmla="*/ 25578 w 429372"/>
                <a:gd name="connsiteY15" fmla="*/ 403692 h 429259"/>
                <a:gd name="connsiteX16" fmla="*/ 40844 w 429372"/>
                <a:gd name="connsiteY16" fmla="*/ 270016 h 429259"/>
                <a:gd name="connsiteX17" fmla="*/ 214702 w 429372"/>
                <a:gd name="connsiteY17" fmla="*/ 96189 h 429259"/>
                <a:gd name="connsiteX18" fmla="*/ 333159 w 429372"/>
                <a:gd name="connsiteY18" fmla="*/ 214665 h 429259"/>
                <a:gd name="connsiteX19" fmla="*/ 159221 w 429372"/>
                <a:gd name="connsiteY19" fmla="*/ 388437 h 429259"/>
                <a:gd name="connsiteX20" fmla="*/ 397158 w 429372"/>
                <a:gd name="connsiteY20" fmla="*/ 150725 h 429259"/>
                <a:gd name="connsiteX21" fmla="*/ 350109 w 429372"/>
                <a:gd name="connsiteY21" fmla="*/ 197734 h 429259"/>
                <a:gd name="connsiteX22" fmla="*/ 231643 w 429372"/>
                <a:gd name="connsiteY22" fmla="*/ 79258 h 429259"/>
                <a:gd name="connsiteX23" fmla="*/ 278621 w 429372"/>
                <a:gd name="connsiteY23" fmla="*/ 32288 h 429259"/>
                <a:gd name="connsiteX24" fmla="*/ 319043 w 429372"/>
                <a:gd name="connsiteY24" fmla="*/ 32288 h 429259"/>
                <a:gd name="connsiteX25" fmla="*/ 397070 w 429372"/>
                <a:gd name="connsiteY25" fmla="*/ 110294 h 429259"/>
                <a:gd name="connsiteX26" fmla="*/ 397158 w 429372"/>
                <a:gd name="connsiteY26" fmla="*/ 150733 h 429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29372" h="429259">
                  <a:moveTo>
                    <a:pt x="414028" y="93371"/>
                  </a:moveTo>
                  <a:lnTo>
                    <a:pt x="335985" y="15341"/>
                  </a:lnTo>
                  <a:cubicBezTo>
                    <a:pt x="315490" y="-5118"/>
                    <a:pt x="282174" y="-5110"/>
                    <a:pt x="261687" y="15341"/>
                  </a:cubicBezTo>
                  <a:lnTo>
                    <a:pt x="20963" y="256031"/>
                  </a:lnTo>
                  <a:cubicBezTo>
                    <a:pt x="19047" y="257939"/>
                    <a:pt x="17834" y="260453"/>
                    <a:pt x="17530" y="263143"/>
                  </a:cubicBezTo>
                  <a:lnTo>
                    <a:pt x="78" y="415937"/>
                  </a:lnTo>
                  <a:cubicBezTo>
                    <a:pt x="-337" y="419561"/>
                    <a:pt x="924" y="423177"/>
                    <a:pt x="3511" y="425756"/>
                  </a:cubicBezTo>
                  <a:cubicBezTo>
                    <a:pt x="5770" y="428015"/>
                    <a:pt x="8820" y="429260"/>
                    <a:pt x="11982" y="429260"/>
                  </a:cubicBezTo>
                  <a:cubicBezTo>
                    <a:pt x="12437" y="429260"/>
                    <a:pt x="12884" y="429236"/>
                    <a:pt x="13339" y="429180"/>
                  </a:cubicBezTo>
                  <a:lnTo>
                    <a:pt x="166103" y="411730"/>
                  </a:lnTo>
                  <a:cubicBezTo>
                    <a:pt x="168794" y="411427"/>
                    <a:pt x="171293" y="410222"/>
                    <a:pt x="173217" y="408306"/>
                  </a:cubicBezTo>
                  <a:lnTo>
                    <a:pt x="383474" y="198253"/>
                  </a:lnTo>
                  <a:lnTo>
                    <a:pt x="414052" y="167704"/>
                  </a:lnTo>
                  <a:cubicBezTo>
                    <a:pt x="434483" y="147213"/>
                    <a:pt x="434483" y="113870"/>
                    <a:pt x="414036" y="93363"/>
                  </a:cubicBezTo>
                  <a:close/>
                  <a:moveTo>
                    <a:pt x="159221" y="388429"/>
                  </a:moveTo>
                  <a:lnTo>
                    <a:pt x="25578" y="403692"/>
                  </a:lnTo>
                  <a:lnTo>
                    <a:pt x="40844" y="270016"/>
                  </a:lnTo>
                  <a:lnTo>
                    <a:pt x="214702" y="96189"/>
                  </a:lnTo>
                  <a:lnTo>
                    <a:pt x="333159" y="214665"/>
                  </a:lnTo>
                  <a:lnTo>
                    <a:pt x="159221" y="388437"/>
                  </a:lnTo>
                  <a:close/>
                  <a:moveTo>
                    <a:pt x="397158" y="150725"/>
                  </a:moveTo>
                  <a:lnTo>
                    <a:pt x="350109" y="197734"/>
                  </a:lnTo>
                  <a:lnTo>
                    <a:pt x="231643" y="79258"/>
                  </a:lnTo>
                  <a:lnTo>
                    <a:pt x="278621" y="32288"/>
                  </a:lnTo>
                  <a:cubicBezTo>
                    <a:pt x="289766" y="21145"/>
                    <a:pt x="307898" y="21145"/>
                    <a:pt x="319043" y="32288"/>
                  </a:cubicBezTo>
                  <a:lnTo>
                    <a:pt x="397070" y="110294"/>
                  </a:lnTo>
                  <a:cubicBezTo>
                    <a:pt x="408208" y="121461"/>
                    <a:pt x="408208" y="139653"/>
                    <a:pt x="397158" y="150733"/>
                  </a:cubicBezTo>
                  <a:close/>
                </a:path>
              </a:pathLst>
            </a:custGeom>
            <a:grpFill/>
            <a:ln w="0" cap="flat">
              <a:noFill/>
              <a:prstDash val="solid"/>
              <a:miter/>
            </a:ln>
          </p:spPr>
          <p:txBody>
            <a:bodyPr rtlCol="0" anchor="ctr"/>
            <a:lstStyle/>
            <a:p>
              <a:endParaRPr lang="de-DE"/>
            </a:p>
          </p:txBody>
        </p:sp>
      </p:grpSp>
      <p:sp>
        <p:nvSpPr>
          <p:cNvPr id="362" name="Freihandform 361">
            <a:extLst>
              <a:ext uri="{FF2B5EF4-FFF2-40B4-BE49-F238E27FC236}">
                <a16:creationId xmlns:a16="http://schemas.microsoft.com/office/drawing/2014/main" id="{25EA8E45-F2B2-4048-F681-C683F779E5F6}"/>
              </a:ext>
            </a:extLst>
          </p:cNvPr>
          <p:cNvSpPr/>
          <p:nvPr/>
        </p:nvSpPr>
        <p:spPr>
          <a:xfrm>
            <a:off x="2058490" y="5222543"/>
            <a:ext cx="584359" cy="588041"/>
          </a:xfrm>
          <a:custGeom>
            <a:avLst/>
            <a:gdLst>
              <a:gd name="connsiteX0" fmla="*/ 425439 w 701642"/>
              <a:gd name="connsiteY0" fmla="*/ 351392 h 706063"/>
              <a:gd name="connsiteX1" fmla="*/ 534547 w 701642"/>
              <a:gd name="connsiteY1" fmla="*/ 183630 h 706063"/>
              <a:gd name="connsiteX2" fmla="*/ 350885 w 701642"/>
              <a:gd name="connsiteY2" fmla="*/ 0 h 706063"/>
              <a:gd name="connsiteX3" fmla="*/ 167223 w 701642"/>
              <a:gd name="connsiteY3" fmla="*/ 183630 h 706063"/>
              <a:gd name="connsiteX4" fmla="*/ 221011 w 701642"/>
              <a:gd name="connsiteY4" fmla="*/ 313482 h 706063"/>
              <a:gd name="connsiteX5" fmla="*/ 276307 w 701642"/>
              <a:gd name="connsiteY5" fmla="*/ 351375 h 706063"/>
              <a:gd name="connsiteX6" fmla="*/ 0 w 701642"/>
              <a:gd name="connsiteY6" fmla="*/ 694090 h 706063"/>
              <a:gd name="connsiteX7" fmla="*/ 11976 w 701642"/>
              <a:gd name="connsiteY7" fmla="*/ 706063 h 706063"/>
              <a:gd name="connsiteX8" fmla="*/ 689667 w 701642"/>
              <a:gd name="connsiteY8" fmla="*/ 706063 h 706063"/>
              <a:gd name="connsiteX9" fmla="*/ 701643 w 701642"/>
              <a:gd name="connsiteY9" fmla="*/ 694090 h 706063"/>
              <a:gd name="connsiteX10" fmla="*/ 425439 w 701642"/>
              <a:gd name="connsiteY10" fmla="*/ 351399 h 706063"/>
              <a:gd name="connsiteX11" fmla="*/ 191167 w 701642"/>
              <a:gd name="connsiteY11" fmla="*/ 183630 h 706063"/>
              <a:gd name="connsiteX12" fmla="*/ 350877 w 701642"/>
              <a:gd name="connsiteY12" fmla="*/ 23948 h 706063"/>
              <a:gd name="connsiteX13" fmla="*/ 510588 w 701642"/>
              <a:gd name="connsiteY13" fmla="*/ 183630 h 706063"/>
              <a:gd name="connsiteX14" fmla="*/ 350877 w 701642"/>
              <a:gd name="connsiteY14" fmla="*/ 343321 h 706063"/>
              <a:gd name="connsiteX15" fmla="*/ 237937 w 701642"/>
              <a:gd name="connsiteY15" fmla="*/ 296552 h 706063"/>
              <a:gd name="connsiteX16" fmla="*/ 191159 w 701642"/>
              <a:gd name="connsiteY16" fmla="*/ 183630 h 706063"/>
              <a:gd name="connsiteX17" fmla="*/ 24167 w 701642"/>
              <a:gd name="connsiteY17" fmla="*/ 682108 h 706063"/>
              <a:gd name="connsiteX18" fmla="*/ 350821 w 701642"/>
              <a:gd name="connsiteY18" fmla="*/ 367277 h 706063"/>
              <a:gd name="connsiteX19" fmla="*/ 677476 w 701642"/>
              <a:gd name="connsiteY19" fmla="*/ 682108 h 706063"/>
              <a:gd name="connsiteX20" fmla="*/ 24167 w 701642"/>
              <a:gd name="connsiteY20" fmla="*/ 682108 h 706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01642" h="706063">
                <a:moveTo>
                  <a:pt x="425439" y="351392"/>
                </a:moveTo>
                <a:cubicBezTo>
                  <a:pt x="489654" y="322750"/>
                  <a:pt x="534547" y="258347"/>
                  <a:pt x="534547" y="183630"/>
                </a:cubicBezTo>
                <a:cubicBezTo>
                  <a:pt x="534547" y="82372"/>
                  <a:pt x="452153" y="0"/>
                  <a:pt x="350885" y="0"/>
                </a:cubicBezTo>
                <a:cubicBezTo>
                  <a:pt x="249617" y="0"/>
                  <a:pt x="167223" y="82372"/>
                  <a:pt x="167223" y="183630"/>
                </a:cubicBezTo>
                <a:cubicBezTo>
                  <a:pt x="167223" y="232683"/>
                  <a:pt x="186329" y="278798"/>
                  <a:pt x="221011" y="313482"/>
                </a:cubicBezTo>
                <a:cubicBezTo>
                  <a:pt x="237210" y="329687"/>
                  <a:pt x="255980" y="342331"/>
                  <a:pt x="276307" y="351375"/>
                </a:cubicBezTo>
                <a:cubicBezTo>
                  <a:pt x="118553" y="385636"/>
                  <a:pt x="0" y="526249"/>
                  <a:pt x="0" y="694090"/>
                </a:cubicBezTo>
                <a:cubicBezTo>
                  <a:pt x="0" y="700699"/>
                  <a:pt x="5357" y="706063"/>
                  <a:pt x="11976" y="706063"/>
                </a:cubicBezTo>
                <a:lnTo>
                  <a:pt x="689667" y="706063"/>
                </a:lnTo>
                <a:cubicBezTo>
                  <a:pt x="696286" y="706063"/>
                  <a:pt x="701643" y="700699"/>
                  <a:pt x="701643" y="694090"/>
                </a:cubicBezTo>
                <a:cubicBezTo>
                  <a:pt x="701643" y="526289"/>
                  <a:pt x="583146" y="385700"/>
                  <a:pt x="425439" y="351399"/>
                </a:cubicBezTo>
                <a:close/>
                <a:moveTo>
                  <a:pt x="191167" y="183630"/>
                </a:moveTo>
                <a:cubicBezTo>
                  <a:pt x="191167" y="95583"/>
                  <a:pt x="262815" y="23948"/>
                  <a:pt x="350877" y="23948"/>
                </a:cubicBezTo>
                <a:cubicBezTo>
                  <a:pt x="438940" y="23948"/>
                  <a:pt x="510588" y="95583"/>
                  <a:pt x="510588" y="183630"/>
                </a:cubicBezTo>
                <a:cubicBezTo>
                  <a:pt x="510588" y="271678"/>
                  <a:pt x="438940" y="343321"/>
                  <a:pt x="350877" y="343321"/>
                </a:cubicBezTo>
                <a:cubicBezTo>
                  <a:pt x="308211" y="343321"/>
                  <a:pt x="268108" y="326709"/>
                  <a:pt x="237937" y="296552"/>
                </a:cubicBezTo>
                <a:cubicBezTo>
                  <a:pt x="207765" y="266393"/>
                  <a:pt x="191159" y="226289"/>
                  <a:pt x="191159" y="183630"/>
                </a:cubicBezTo>
                <a:close/>
                <a:moveTo>
                  <a:pt x="24167" y="682108"/>
                </a:moveTo>
                <a:cubicBezTo>
                  <a:pt x="30483" y="507418"/>
                  <a:pt x="174584" y="367277"/>
                  <a:pt x="350821" y="367277"/>
                </a:cubicBezTo>
                <a:cubicBezTo>
                  <a:pt x="527059" y="367277"/>
                  <a:pt x="671160" y="507426"/>
                  <a:pt x="677476" y="682108"/>
                </a:cubicBezTo>
                <a:lnTo>
                  <a:pt x="24167" y="682108"/>
                </a:lnTo>
                <a:close/>
              </a:path>
            </a:pathLst>
          </a:custGeom>
          <a:solidFill>
            <a:schemeClr val="tx1"/>
          </a:solidFill>
          <a:ln w="0" cap="flat">
            <a:noFill/>
            <a:prstDash val="solid"/>
            <a:miter/>
          </a:ln>
        </p:spPr>
        <p:txBody>
          <a:bodyPr rtlCol="0" anchor="ctr"/>
          <a:lstStyle/>
          <a:p>
            <a:endParaRPr lang="de-DE"/>
          </a:p>
        </p:txBody>
      </p:sp>
      <p:grpSp>
        <p:nvGrpSpPr>
          <p:cNvPr id="368" name="Grafik 13">
            <a:extLst>
              <a:ext uri="{FF2B5EF4-FFF2-40B4-BE49-F238E27FC236}">
                <a16:creationId xmlns:a16="http://schemas.microsoft.com/office/drawing/2014/main" id="{B0B2B53F-360B-FD0A-DA53-45E14EC89269}"/>
              </a:ext>
            </a:extLst>
          </p:cNvPr>
          <p:cNvGrpSpPr/>
          <p:nvPr/>
        </p:nvGrpSpPr>
        <p:grpSpPr>
          <a:xfrm>
            <a:off x="7074263" y="3410605"/>
            <a:ext cx="540364" cy="539735"/>
            <a:chOff x="9934868" y="3329061"/>
            <a:chExt cx="648817" cy="648062"/>
          </a:xfrm>
          <a:solidFill>
            <a:schemeClr val="tx1"/>
          </a:solidFill>
        </p:grpSpPr>
        <p:sp>
          <p:nvSpPr>
            <p:cNvPr id="369" name="Freihandform 368">
              <a:extLst>
                <a:ext uri="{FF2B5EF4-FFF2-40B4-BE49-F238E27FC236}">
                  <a16:creationId xmlns:a16="http://schemas.microsoft.com/office/drawing/2014/main" id="{B82A2D09-A005-7E38-71B2-A84F5D149595}"/>
                </a:ext>
              </a:extLst>
            </p:cNvPr>
            <p:cNvSpPr/>
            <p:nvPr/>
          </p:nvSpPr>
          <p:spPr>
            <a:xfrm>
              <a:off x="9934868" y="3329061"/>
              <a:ext cx="648817" cy="648062"/>
            </a:xfrm>
            <a:custGeom>
              <a:avLst/>
              <a:gdLst>
                <a:gd name="connsiteX0" fmla="*/ 648183 w 648817"/>
                <a:gd name="connsiteY0" fmla="*/ 503139 h 648062"/>
                <a:gd name="connsiteX1" fmla="*/ 648183 w 648817"/>
                <a:gd name="connsiteY1" fmla="*/ 82516 h 648062"/>
                <a:gd name="connsiteX2" fmla="*/ 565693 w 648817"/>
                <a:gd name="connsiteY2" fmla="*/ 0 h 648062"/>
                <a:gd name="connsiteX3" fmla="*/ 82586 w 648817"/>
                <a:gd name="connsiteY3" fmla="*/ 0 h 648062"/>
                <a:gd name="connsiteX4" fmla="*/ 56 w 648817"/>
                <a:gd name="connsiteY4" fmla="*/ 82516 h 648062"/>
                <a:gd name="connsiteX5" fmla="*/ 56 w 648817"/>
                <a:gd name="connsiteY5" fmla="*/ 409792 h 648062"/>
                <a:gd name="connsiteX6" fmla="*/ 0 w 648817"/>
                <a:gd name="connsiteY6" fmla="*/ 410941 h 648062"/>
                <a:gd name="connsiteX7" fmla="*/ 0 w 648817"/>
                <a:gd name="connsiteY7" fmla="*/ 565579 h 648062"/>
                <a:gd name="connsiteX8" fmla="*/ 82538 w 648817"/>
                <a:gd name="connsiteY8" fmla="*/ 648062 h 648062"/>
                <a:gd name="connsiteX9" fmla="*/ 565693 w 648817"/>
                <a:gd name="connsiteY9" fmla="*/ 648062 h 648062"/>
                <a:gd name="connsiteX10" fmla="*/ 648183 w 648817"/>
                <a:gd name="connsiteY10" fmla="*/ 565579 h 648062"/>
                <a:gd name="connsiteX11" fmla="*/ 648183 w 648817"/>
                <a:gd name="connsiteY11" fmla="*/ 510819 h 648062"/>
                <a:gd name="connsiteX12" fmla="*/ 648183 w 648817"/>
                <a:gd name="connsiteY12" fmla="*/ 503139 h 648062"/>
                <a:gd name="connsiteX13" fmla="*/ 24007 w 648817"/>
                <a:gd name="connsiteY13" fmla="*/ 410949 h 648062"/>
                <a:gd name="connsiteX14" fmla="*/ 24007 w 648817"/>
                <a:gd name="connsiteY14" fmla="*/ 82492 h 648062"/>
                <a:gd name="connsiteX15" fmla="*/ 82593 w 648817"/>
                <a:gd name="connsiteY15" fmla="*/ 23948 h 648062"/>
                <a:gd name="connsiteX16" fmla="*/ 565693 w 648817"/>
                <a:gd name="connsiteY16" fmla="*/ 23948 h 648062"/>
                <a:gd name="connsiteX17" fmla="*/ 624231 w 648817"/>
                <a:gd name="connsiteY17" fmla="*/ 82516 h 648062"/>
                <a:gd name="connsiteX18" fmla="*/ 624231 w 648817"/>
                <a:gd name="connsiteY18" fmla="*/ 480892 h 648062"/>
                <a:gd name="connsiteX19" fmla="*/ 454396 w 648817"/>
                <a:gd name="connsiteY19" fmla="*/ 339761 h 648062"/>
                <a:gd name="connsiteX20" fmla="*/ 454373 w 648817"/>
                <a:gd name="connsiteY20" fmla="*/ 339745 h 648062"/>
                <a:gd name="connsiteX21" fmla="*/ 452568 w 648817"/>
                <a:gd name="connsiteY21" fmla="*/ 338531 h 648062"/>
                <a:gd name="connsiteX22" fmla="*/ 452369 w 648817"/>
                <a:gd name="connsiteY22" fmla="*/ 338404 h 648062"/>
                <a:gd name="connsiteX23" fmla="*/ 450436 w 648817"/>
                <a:gd name="connsiteY23" fmla="*/ 337606 h 648062"/>
                <a:gd name="connsiteX24" fmla="*/ 450197 w 648817"/>
                <a:gd name="connsiteY24" fmla="*/ 337510 h 648062"/>
                <a:gd name="connsiteX25" fmla="*/ 439116 w 648817"/>
                <a:gd name="connsiteY25" fmla="*/ 339721 h 648062"/>
                <a:gd name="connsiteX26" fmla="*/ 249617 w 648817"/>
                <a:gd name="connsiteY26" fmla="*/ 495788 h 648062"/>
                <a:gd name="connsiteX27" fmla="*/ 145371 w 648817"/>
                <a:gd name="connsiteY27" fmla="*/ 408419 h 648062"/>
                <a:gd name="connsiteX28" fmla="*/ 145331 w 648817"/>
                <a:gd name="connsiteY28" fmla="*/ 408387 h 648062"/>
                <a:gd name="connsiteX29" fmla="*/ 143543 w 648817"/>
                <a:gd name="connsiteY29" fmla="*/ 407165 h 648062"/>
                <a:gd name="connsiteX30" fmla="*/ 143351 w 648817"/>
                <a:gd name="connsiteY30" fmla="*/ 407038 h 648062"/>
                <a:gd name="connsiteX31" fmla="*/ 141372 w 648817"/>
                <a:gd name="connsiteY31" fmla="*/ 406207 h 648062"/>
                <a:gd name="connsiteX32" fmla="*/ 141187 w 648817"/>
                <a:gd name="connsiteY32" fmla="*/ 406136 h 648062"/>
                <a:gd name="connsiteX33" fmla="*/ 130712 w 648817"/>
                <a:gd name="connsiteY33" fmla="*/ 407900 h 648062"/>
                <a:gd name="connsiteX34" fmla="*/ 130209 w 648817"/>
                <a:gd name="connsiteY34" fmla="*/ 408235 h 648062"/>
                <a:gd name="connsiteX35" fmla="*/ 130074 w 648817"/>
                <a:gd name="connsiteY35" fmla="*/ 408323 h 648062"/>
                <a:gd name="connsiteX36" fmla="*/ 23967 w 648817"/>
                <a:gd name="connsiteY36" fmla="*/ 495644 h 648062"/>
                <a:gd name="connsiteX37" fmla="*/ 23967 w 648817"/>
                <a:gd name="connsiteY37" fmla="*/ 412107 h 648062"/>
                <a:gd name="connsiteX38" fmla="*/ 24024 w 648817"/>
                <a:gd name="connsiteY38" fmla="*/ 410957 h 648062"/>
                <a:gd name="connsiteX39" fmla="*/ 565693 w 648817"/>
                <a:gd name="connsiteY39" fmla="*/ 624115 h 648062"/>
                <a:gd name="connsiteX40" fmla="*/ 82513 w 648817"/>
                <a:gd name="connsiteY40" fmla="*/ 624115 h 648062"/>
                <a:gd name="connsiteX41" fmla="*/ 23952 w 648817"/>
                <a:gd name="connsiteY41" fmla="*/ 565579 h 648062"/>
                <a:gd name="connsiteX42" fmla="*/ 23952 w 648817"/>
                <a:gd name="connsiteY42" fmla="*/ 526656 h 648062"/>
                <a:gd name="connsiteX43" fmla="*/ 137587 w 648817"/>
                <a:gd name="connsiteY43" fmla="*/ 433140 h 648062"/>
                <a:gd name="connsiteX44" fmla="*/ 241809 w 648817"/>
                <a:gd name="connsiteY44" fmla="*/ 520494 h 648062"/>
                <a:gd name="connsiteX45" fmla="*/ 242256 w 648817"/>
                <a:gd name="connsiteY45" fmla="*/ 520749 h 648062"/>
                <a:gd name="connsiteX46" fmla="*/ 244955 w 648817"/>
                <a:gd name="connsiteY46" fmla="*/ 522297 h 648062"/>
                <a:gd name="connsiteX47" fmla="*/ 246232 w 648817"/>
                <a:gd name="connsiteY47" fmla="*/ 522729 h 648062"/>
                <a:gd name="connsiteX48" fmla="*/ 249058 w 648817"/>
                <a:gd name="connsiteY48" fmla="*/ 523216 h 648062"/>
                <a:gd name="connsiteX49" fmla="*/ 249497 w 648817"/>
                <a:gd name="connsiteY49" fmla="*/ 523287 h 648062"/>
                <a:gd name="connsiteX50" fmla="*/ 253018 w 648817"/>
                <a:gd name="connsiteY50" fmla="*/ 522689 h 648062"/>
                <a:gd name="connsiteX51" fmla="*/ 253985 w 648817"/>
                <a:gd name="connsiteY51" fmla="*/ 522369 h 648062"/>
                <a:gd name="connsiteX52" fmla="*/ 256842 w 648817"/>
                <a:gd name="connsiteY52" fmla="*/ 520757 h 648062"/>
                <a:gd name="connsiteX53" fmla="*/ 257226 w 648817"/>
                <a:gd name="connsiteY53" fmla="*/ 520541 h 648062"/>
                <a:gd name="connsiteX54" fmla="*/ 446692 w 648817"/>
                <a:gd name="connsiteY54" fmla="*/ 364507 h 648062"/>
                <a:gd name="connsiteX55" fmla="*/ 624231 w 648817"/>
                <a:gd name="connsiteY55" fmla="*/ 512032 h 648062"/>
                <a:gd name="connsiteX56" fmla="*/ 624231 w 648817"/>
                <a:gd name="connsiteY56" fmla="*/ 565579 h 648062"/>
                <a:gd name="connsiteX57" fmla="*/ 565693 w 648817"/>
                <a:gd name="connsiteY57" fmla="*/ 624115 h 6480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48817" h="648062">
                  <a:moveTo>
                    <a:pt x="648183" y="503139"/>
                  </a:moveTo>
                  <a:lnTo>
                    <a:pt x="648183" y="82516"/>
                  </a:lnTo>
                  <a:cubicBezTo>
                    <a:pt x="648183" y="37031"/>
                    <a:pt x="611185" y="8"/>
                    <a:pt x="565693" y="0"/>
                  </a:cubicBezTo>
                  <a:lnTo>
                    <a:pt x="82586" y="0"/>
                  </a:lnTo>
                  <a:cubicBezTo>
                    <a:pt x="37101" y="0"/>
                    <a:pt x="72" y="36999"/>
                    <a:pt x="56" y="82516"/>
                  </a:cubicBezTo>
                  <a:lnTo>
                    <a:pt x="56" y="409792"/>
                  </a:lnTo>
                  <a:cubicBezTo>
                    <a:pt x="16" y="410175"/>
                    <a:pt x="0" y="410558"/>
                    <a:pt x="0" y="410941"/>
                  </a:cubicBezTo>
                  <a:lnTo>
                    <a:pt x="0" y="565579"/>
                  </a:lnTo>
                  <a:cubicBezTo>
                    <a:pt x="0" y="611063"/>
                    <a:pt x="37029" y="648062"/>
                    <a:pt x="82538" y="648062"/>
                  </a:cubicBezTo>
                  <a:lnTo>
                    <a:pt x="565693" y="648062"/>
                  </a:lnTo>
                  <a:cubicBezTo>
                    <a:pt x="611177" y="648062"/>
                    <a:pt x="648183" y="611055"/>
                    <a:pt x="648183" y="565579"/>
                  </a:cubicBezTo>
                  <a:lnTo>
                    <a:pt x="648183" y="510819"/>
                  </a:lnTo>
                  <a:cubicBezTo>
                    <a:pt x="649036" y="508312"/>
                    <a:pt x="649021" y="505614"/>
                    <a:pt x="648183" y="503139"/>
                  </a:cubicBezTo>
                  <a:close/>
                  <a:moveTo>
                    <a:pt x="24007" y="410949"/>
                  </a:moveTo>
                  <a:lnTo>
                    <a:pt x="24007" y="82492"/>
                  </a:lnTo>
                  <a:cubicBezTo>
                    <a:pt x="24024" y="50202"/>
                    <a:pt x="50298" y="23948"/>
                    <a:pt x="82593" y="23948"/>
                  </a:cubicBezTo>
                  <a:lnTo>
                    <a:pt x="565693" y="23948"/>
                  </a:lnTo>
                  <a:cubicBezTo>
                    <a:pt x="597979" y="23948"/>
                    <a:pt x="624239" y="50226"/>
                    <a:pt x="624231" y="82516"/>
                  </a:cubicBezTo>
                  <a:lnTo>
                    <a:pt x="624231" y="480892"/>
                  </a:lnTo>
                  <a:lnTo>
                    <a:pt x="454396" y="339761"/>
                  </a:lnTo>
                  <a:cubicBezTo>
                    <a:pt x="454396" y="339761"/>
                    <a:pt x="454381" y="339753"/>
                    <a:pt x="454373" y="339745"/>
                  </a:cubicBezTo>
                  <a:cubicBezTo>
                    <a:pt x="453806" y="339274"/>
                    <a:pt x="453199" y="338875"/>
                    <a:pt x="452568" y="338531"/>
                  </a:cubicBezTo>
                  <a:cubicBezTo>
                    <a:pt x="452497" y="338492"/>
                    <a:pt x="452440" y="338436"/>
                    <a:pt x="452369" y="338404"/>
                  </a:cubicBezTo>
                  <a:cubicBezTo>
                    <a:pt x="451746" y="338076"/>
                    <a:pt x="451099" y="337821"/>
                    <a:pt x="450436" y="337606"/>
                  </a:cubicBezTo>
                  <a:cubicBezTo>
                    <a:pt x="450357" y="337582"/>
                    <a:pt x="450277" y="337534"/>
                    <a:pt x="450197" y="337510"/>
                  </a:cubicBezTo>
                  <a:cubicBezTo>
                    <a:pt x="446492" y="336392"/>
                    <a:pt x="442317" y="337079"/>
                    <a:pt x="439116" y="339721"/>
                  </a:cubicBezTo>
                  <a:lnTo>
                    <a:pt x="249617" y="495788"/>
                  </a:lnTo>
                  <a:lnTo>
                    <a:pt x="145371" y="408419"/>
                  </a:lnTo>
                  <a:cubicBezTo>
                    <a:pt x="145371" y="408419"/>
                    <a:pt x="145339" y="408403"/>
                    <a:pt x="145331" y="408387"/>
                  </a:cubicBezTo>
                  <a:cubicBezTo>
                    <a:pt x="144764" y="407916"/>
                    <a:pt x="144166" y="407517"/>
                    <a:pt x="143543" y="407165"/>
                  </a:cubicBezTo>
                  <a:cubicBezTo>
                    <a:pt x="143479" y="407126"/>
                    <a:pt x="143423" y="407078"/>
                    <a:pt x="143351" y="407038"/>
                  </a:cubicBezTo>
                  <a:cubicBezTo>
                    <a:pt x="142713" y="406694"/>
                    <a:pt x="142050" y="406431"/>
                    <a:pt x="141372" y="406207"/>
                  </a:cubicBezTo>
                  <a:cubicBezTo>
                    <a:pt x="141307" y="406184"/>
                    <a:pt x="141252" y="406152"/>
                    <a:pt x="141187" y="406136"/>
                  </a:cubicBezTo>
                  <a:cubicBezTo>
                    <a:pt x="137715" y="405074"/>
                    <a:pt x="133842" y="405649"/>
                    <a:pt x="130712" y="407900"/>
                  </a:cubicBezTo>
                  <a:cubicBezTo>
                    <a:pt x="130545" y="408020"/>
                    <a:pt x="130369" y="408107"/>
                    <a:pt x="130209" y="408235"/>
                  </a:cubicBezTo>
                  <a:cubicBezTo>
                    <a:pt x="130169" y="408267"/>
                    <a:pt x="130122" y="408291"/>
                    <a:pt x="130074" y="408323"/>
                  </a:cubicBezTo>
                  <a:lnTo>
                    <a:pt x="23967" y="495644"/>
                  </a:lnTo>
                  <a:lnTo>
                    <a:pt x="23967" y="412107"/>
                  </a:lnTo>
                  <a:cubicBezTo>
                    <a:pt x="24007" y="411723"/>
                    <a:pt x="24024" y="411340"/>
                    <a:pt x="24024" y="410957"/>
                  </a:cubicBezTo>
                  <a:close/>
                  <a:moveTo>
                    <a:pt x="565693" y="624115"/>
                  </a:moveTo>
                  <a:lnTo>
                    <a:pt x="82513" y="624115"/>
                  </a:lnTo>
                  <a:cubicBezTo>
                    <a:pt x="50227" y="624115"/>
                    <a:pt x="23960" y="597860"/>
                    <a:pt x="23952" y="565579"/>
                  </a:cubicBezTo>
                  <a:lnTo>
                    <a:pt x="23952" y="526656"/>
                  </a:lnTo>
                  <a:lnTo>
                    <a:pt x="137587" y="433140"/>
                  </a:lnTo>
                  <a:lnTo>
                    <a:pt x="241809" y="520494"/>
                  </a:lnTo>
                  <a:cubicBezTo>
                    <a:pt x="241944" y="520605"/>
                    <a:pt x="242120" y="520645"/>
                    <a:pt x="242256" y="520749"/>
                  </a:cubicBezTo>
                  <a:cubicBezTo>
                    <a:pt x="243094" y="521395"/>
                    <a:pt x="244005" y="521898"/>
                    <a:pt x="244955" y="522297"/>
                  </a:cubicBezTo>
                  <a:cubicBezTo>
                    <a:pt x="245378" y="522473"/>
                    <a:pt x="245793" y="522601"/>
                    <a:pt x="246232" y="522729"/>
                  </a:cubicBezTo>
                  <a:cubicBezTo>
                    <a:pt x="247158" y="523000"/>
                    <a:pt x="248100" y="523176"/>
                    <a:pt x="249058" y="523216"/>
                  </a:cubicBezTo>
                  <a:cubicBezTo>
                    <a:pt x="249202" y="523216"/>
                    <a:pt x="249345" y="523287"/>
                    <a:pt x="249497" y="523287"/>
                  </a:cubicBezTo>
                  <a:cubicBezTo>
                    <a:pt x="250695" y="523287"/>
                    <a:pt x="251869" y="523048"/>
                    <a:pt x="253018" y="522689"/>
                  </a:cubicBezTo>
                  <a:cubicBezTo>
                    <a:pt x="253345" y="522593"/>
                    <a:pt x="253665" y="522497"/>
                    <a:pt x="253985" y="522369"/>
                  </a:cubicBezTo>
                  <a:cubicBezTo>
                    <a:pt x="254990" y="521962"/>
                    <a:pt x="255956" y="521443"/>
                    <a:pt x="256842" y="520757"/>
                  </a:cubicBezTo>
                  <a:cubicBezTo>
                    <a:pt x="256962" y="520669"/>
                    <a:pt x="257106" y="520637"/>
                    <a:pt x="257226" y="520541"/>
                  </a:cubicBezTo>
                  <a:lnTo>
                    <a:pt x="446692" y="364507"/>
                  </a:lnTo>
                  <a:lnTo>
                    <a:pt x="624231" y="512032"/>
                  </a:lnTo>
                  <a:lnTo>
                    <a:pt x="624231" y="565579"/>
                  </a:lnTo>
                  <a:cubicBezTo>
                    <a:pt x="624231" y="597852"/>
                    <a:pt x="597971" y="624115"/>
                    <a:pt x="565693" y="624115"/>
                  </a:cubicBezTo>
                  <a:close/>
                </a:path>
              </a:pathLst>
            </a:custGeom>
            <a:grpFill/>
            <a:ln w="0" cap="flat">
              <a:noFill/>
              <a:prstDash val="solid"/>
              <a:miter/>
            </a:ln>
          </p:spPr>
          <p:txBody>
            <a:bodyPr rtlCol="0" anchor="ctr"/>
            <a:lstStyle/>
            <a:p>
              <a:endParaRPr lang="de-DE"/>
            </a:p>
          </p:txBody>
        </p:sp>
        <p:sp>
          <p:nvSpPr>
            <p:cNvPr id="370" name="Freihandform 369">
              <a:extLst>
                <a:ext uri="{FF2B5EF4-FFF2-40B4-BE49-F238E27FC236}">
                  <a16:creationId xmlns:a16="http://schemas.microsoft.com/office/drawing/2014/main" id="{39C04CBD-2176-6BC0-D85F-E71F08577E71}"/>
                </a:ext>
              </a:extLst>
            </p:cNvPr>
            <p:cNvSpPr/>
            <p:nvPr/>
          </p:nvSpPr>
          <p:spPr>
            <a:xfrm>
              <a:off x="10048120" y="3442389"/>
              <a:ext cx="202903" cy="202868"/>
            </a:xfrm>
            <a:custGeom>
              <a:avLst/>
              <a:gdLst>
                <a:gd name="connsiteX0" fmla="*/ 101452 w 202903"/>
                <a:gd name="connsiteY0" fmla="*/ 202868 h 202868"/>
                <a:gd name="connsiteX1" fmla="*/ 202904 w 202903"/>
                <a:gd name="connsiteY1" fmla="*/ 101434 h 202868"/>
                <a:gd name="connsiteX2" fmla="*/ 101452 w 202903"/>
                <a:gd name="connsiteY2" fmla="*/ 0 h 202868"/>
                <a:gd name="connsiteX3" fmla="*/ 0 w 202903"/>
                <a:gd name="connsiteY3" fmla="*/ 101434 h 202868"/>
                <a:gd name="connsiteX4" fmla="*/ 101452 w 202903"/>
                <a:gd name="connsiteY4" fmla="*/ 202868 h 202868"/>
                <a:gd name="connsiteX5" fmla="*/ 101452 w 202903"/>
                <a:gd name="connsiteY5" fmla="*/ 23948 h 202868"/>
                <a:gd name="connsiteX6" fmla="*/ 178952 w 202903"/>
                <a:gd name="connsiteY6" fmla="*/ 101434 h 202868"/>
                <a:gd name="connsiteX7" fmla="*/ 101452 w 202903"/>
                <a:gd name="connsiteY7" fmla="*/ 178921 h 202868"/>
                <a:gd name="connsiteX8" fmla="*/ 23952 w 202903"/>
                <a:gd name="connsiteY8" fmla="*/ 101434 h 202868"/>
                <a:gd name="connsiteX9" fmla="*/ 101452 w 202903"/>
                <a:gd name="connsiteY9" fmla="*/ 23948 h 202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2903" h="202868">
                  <a:moveTo>
                    <a:pt x="101452" y="202868"/>
                  </a:moveTo>
                  <a:cubicBezTo>
                    <a:pt x="157395" y="202868"/>
                    <a:pt x="202904" y="157368"/>
                    <a:pt x="202904" y="101434"/>
                  </a:cubicBezTo>
                  <a:cubicBezTo>
                    <a:pt x="202904" y="45501"/>
                    <a:pt x="157395" y="0"/>
                    <a:pt x="101452" y="0"/>
                  </a:cubicBezTo>
                  <a:cubicBezTo>
                    <a:pt x="45525" y="16"/>
                    <a:pt x="17" y="45516"/>
                    <a:pt x="0" y="101434"/>
                  </a:cubicBezTo>
                  <a:cubicBezTo>
                    <a:pt x="0" y="157368"/>
                    <a:pt x="45509" y="202868"/>
                    <a:pt x="101452" y="202868"/>
                  </a:cubicBezTo>
                  <a:close/>
                  <a:moveTo>
                    <a:pt x="101452" y="23948"/>
                  </a:moveTo>
                  <a:cubicBezTo>
                    <a:pt x="144190" y="23948"/>
                    <a:pt x="178952" y="58704"/>
                    <a:pt x="178952" y="101434"/>
                  </a:cubicBezTo>
                  <a:cubicBezTo>
                    <a:pt x="178952" y="144165"/>
                    <a:pt x="144190" y="178921"/>
                    <a:pt x="101452" y="178921"/>
                  </a:cubicBezTo>
                  <a:cubicBezTo>
                    <a:pt x="58714" y="178921"/>
                    <a:pt x="23952" y="144165"/>
                    <a:pt x="23952" y="101434"/>
                  </a:cubicBezTo>
                  <a:cubicBezTo>
                    <a:pt x="23968" y="58720"/>
                    <a:pt x="58730" y="23964"/>
                    <a:pt x="101452" y="23948"/>
                  </a:cubicBezTo>
                  <a:close/>
                </a:path>
              </a:pathLst>
            </a:custGeom>
            <a:grpFill/>
            <a:ln w="0" cap="flat">
              <a:noFill/>
              <a:prstDash val="solid"/>
              <a:miter/>
            </a:ln>
          </p:spPr>
          <p:txBody>
            <a:bodyPr rtlCol="0" anchor="ctr"/>
            <a:lstStyle/>
            <a:p>
              <a:endParaRPr lang="de-DE"/>
            </a:p>
          </p:txBody>
        </p:sp>
      </p:grpSp>
      <p:grpSp>
        <p:nvGrpSpPr>
          <p:cNvPr id="371" name="Grafik 13">
            <a:extLst>
              <a:ext uri="{FF2B5EF4-FFF2-40B4-BE49-F238E27FC236}">
                <a16:creationId xmlns:a16="http://schemas.microsoft.com/office/drawing/2014/main" id="{FFA37282-F5E2-81F9-43A7-EB64E082E0AB}"/>
              </a:ext>
            </a:extLst>
          </p:cNvPr>
          <p:cNvGrpSpPr/>
          <p:nvPr/>
        </p:nvGrpSpPr>
        <p:grpSpPr>
          <a:xfrm>
            <a:off x="9578214" y="5201049"/>
            <a:ext cx="526239" cy="631028"/>
            <a:chOff x="13223860" y="6598134"/>
            <a:chExt cx="631857" cy="757678"/>
          </a:xfrm>
          <a:solidFill>
            <a:schemeClr val="tx1"/>
          </a:solidFill>
        </p:grpSpPr>
        <p:sp>
          <p:nvSpPr>
            <p:cNvPr id="372" name="Freihandform 371">
              <a:extLst>
                <a:ext uri="{FF2B5EF4-FFF2-40B4-BE49-F238E27FC236}">
                  <a16:creationId xmlns:a16="http://schemas.microsoft.com/office/drawing/2014/main" id="{003CE431-EC11-CD34-B0B2-073058CC49A3}"/>
                </a:ext>
              </a:extLst>
            </p:cNvPr>
            <p:cNvSpPr/>
            <p:nvPr/>
          </p:nvSpPr>
          <p:spPr>
            <a:xfrm>
              <a:off x="13223860" y="6598134"/>
              <a:ext cx="631857" cy="757678"/>
            </a:xfrm>
            <a:custGeom>
              <a:avLst/>
              <a:gdLst>
                <a:gd name="connsiteX0" fmla="*/ 539433 w 631857"/>
                <a:gd name="connsiteY0" fmla="*/ 92542 h 757678"/>
                <a:gd name="connsiteX1" fmla="*/ 315995 w 631857"/>
                <a:gd name="connsiteY1" fmla="*/ 0 h 757678"/>
                <a:gd name="connsiteX2" fmla="*/ 315995 w 631857"/>
                <a:gd name="connsiteY2" fmla="*/ 0 h 757678"/>
                <a:gd name="connsiteX3" fmla="*/ 92557 w 631857"/>
                <a:gd name="connsiteY3" fmla="*/ 92534 h 757678"/>
                <a:gd name="connsiteX4" fmla="*/ 0 w 631857"/>
                <a:gd name="connsiteY4" fmla="*/ 315933 h 757678"/>
                <a:gd name="connsiteX5" fmla="*/ 92557 w 631857"/>
                <a:gd name="connsiteY5" fmla="*/ 539340 h 757678"/>
                <a:gd name="connsiteX6" fmla="*/ 307532 w 631857"/>
                <a:gd name="connsiteY6" fmla="*/ 754175 h 757678"/>
                <a:gd name="connsiteX7" fmla="*/ 316003 w 631857"/>
                <a:gd name="connsiteY7" fmla="*/ 757679 h 757678"/>
                <a:gd name="connsiteX8" fmla="*/ 316043 w 631857"/>
                <a:gd name="connsiteY8" fmla="*/ 757679 h 757678"/>
                <a:gd name="connsiteX9" fmla="*/ 324514 w 631857"/>
                <a:gd name="connsiteY9" fmla="*/ 754175 h 757678"/>
                <a:gd name="connsiteX10" fmla="*/ 539441 w 631857"/>
                <a:gd name="connsiteY10" fmla="*/ 539340 h 757678"/>
                <a:gd name="connsiteX11" fmla="*/ 539457 w 631857"/>
                <a:gd name="connsiteY11" fmla="*/ 92534 h 757678"/>
                <a:gd name="connsiteX12" fmla="*/ 522483 w 631857"/>
                <a:gd name="connsiteY12" fmla="*/ 522417 h 757678"/>
                <a:gd name="connsiteX13" fmla="*/ 316003 w 631857"/>
                <a:gd name="connsiteY13" fmla="*/ 728806 h 757678"/>
                <a:gd name="connsiteX14" fmla="*/ 109475 w 631857"/>
                <a:gd name="connsiteY14" fmla="*/ 522410 h 757678"/>
                <a:gd name="connsiteX15" fmla="*/ 23943 w 631857"/>
                <a:gd name="connsiteY15" fmla="*/ 315941 h 757678"/>
                <a:gd name="connsiteX16" fmla="*/ 109483 w 631857"/>
                <a:gd name="connsiteY16" fmla="*/ 109472 h 757678"/>
                <a:gd name="connsiteX17" fmla="*/ 315995 w 631857"/>
                <a:gd name="connsiteY17" fmla="*/ 23956 h 757678"/>
                <a:gd name="connsiteX18" fmla="*/ 522499 w 631857"/>
                <a:gd name="connsiteY18" fmla="*/ 109481 h 757678"/>
                <a:gd name="connsiteX19" fmla="*/ 522483 w 631857"/>
                <a:gd name="connsiteY19" fmla="*/ 522417 h 757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31857" h="757678">
                  <a:moveTo>
                    <a:pt x="539433" y="92542"/>
                  </a:moveTo>
                  <a:cubicBezTo>
                    <a:pt x="479753" y="32864"/>
                    <a:pt x="400402" y="0"/>
                    <a:pt x="315995" y="0"/>
                  </a:cubicBezTo>
                  <a:lnTo>
                    <a:pt x="315995" y="0"/>
                  </a:lnTo>
                  <a:cubicBezTo>
                    <a:pt x="231597" y="0"/>
                    <a:pt x="152237" y="32856"/>
                    <a:pt x="92557" y="92534"/>
                  </a:cubicBezTo>
                  <a:cubicBezTo>
                    <a:pt x="32869" y="152203"/>
                    <a:pt x="0" y="231542"/>
                    <a:pt x="0" y="315933"/>
                  </a:cubicBezTo>
                  <a:cubicBezTo>
                    <a:pt x="0" y="400325"/>
                    <a:pt x="32869" y="479671"/>
                    <a:pt x="92557" y="539340"/>
                  </a:cubicBezTo>
                  <a:lnTo>
                    <a:pt x="307532" y="754175"/>
                  </a:lnTo>
                  <a:cubicBezTo>
                    <a:pt x="309871" y="756513"/>
                    <a:pt x="312937" y="757679"/>
                    <a:pt x="316003" y="757679"/>
                  </a:cubicBezTo>
                  <a:lnTo>
                    <a:pt x="316043" y="757679"/>
                  </a:lnTo>
                  <a:cubicBezTo>
                    <a:pt x="319109" y="757679"/>
                    <a:pt x="322174" y="756513"/>
                    <a:pt x="324514" y="754175"/>
                  </a:cubicBezTo>
                  <a:lnTo>
                    <a:pt x="539441" y="539340"/>
                  </a:lnTo>
                  <a:cubicBezTo>
                    <a:pt x="662657" y="416154"/>
                    <a:pt x="662665" y="215728"/>
                    <a:pt x="539457" y="92534"/>
                  </a:cubicBezTo>
                  <a:close/>
                  <a:moveTo>
                    <a:pt x="522483" y="522417"/>
                  </a:moveTo>
                  <a:lnTo>
                    <a:pt x="316003" y="728806"/>
                  </a:lnTo>
                  <a:lnTo>
                    <a:pt x="109475" y="522410"/>
                  </a:lnTo>
                  <a:cubicBezTo>
                    <a:pt x="54322" y="467258"/>
                    <a:pt x="23943" y="393930"/>
                    <a:pt x="23943" y="315941"/>
                  </a:cubicBezTo>
                  <a:cubicBezTo>
                    <a:pt x="23943" y="237952"/>
                    <a:pt x="54322" y="164616"/>
                    <a:pt x="109483" y="109472"/>
                  </a:cubicBezTo>
                  <a:cubicBezTo>
                    <a:pt x="164644" y="54321"/>
                    <a:pt x="237992" y="23948"/>
                    <a:pt x="315995" y="23956"/>
                  </a:cubicBezTo>
                  <a:cubicBezTo>
                    <a:pt x="394006" y="23956"/>
                    <a:pt x="467338" y="54329"/>
                    <a:pt x="522499" y="109481"/>
                  </a:cubicBezTo>
                  <a:cubicBezTo>
                    <a:pt x="636366" y="223336"/>
                    <a:pt x="636358" y="408578"/>
                    <a:pt x="522483" y="522417"/>
                  </a:cubicBezTo>
                  <a:close/>
                </a:path>
              </a:pathLst>
            </a:custGeom>
            <a:grpFill/>
            <a:ln w="0" cap="flat">
              <a:noFill/>
              <a:prstDash val="solid"/>
              <a:miter/>
            </a:ln>
          </p:spPr>
          <p:txBody>
            <a:bodyPr rtlCol="0" anchor="ctr"/>
            <a:lstStyle/>
            <a:p>
              <a:endParaRPr lang="de-DE"/>
            </a:p>
          </p:txBody>
        </p:sp>
        <p:sp>
          <p:nvSpPr>
            <p:cNvPr id="373" name="Freihandform 372">
              <a:extLst>
                <a:ext uri="{FF2B5EF4-FFF2-40B4-BE49-F238E27FC236}">
                  <a16:creationId xmlns:a16="http://schemas.microsoft.com/office/drawing/2014/main" id="{28AB9045-7321-FA81-D32E-AADFAE2F28EB}"/>
                </a:ext>
              </a:extLst>
            </p:cNvPr>
            <p:cNvSpPr/>
            <p:nvPr/>
          </p:nvSpPr>
          <p:spPr>
            <a:xfrm>
              <a:off x="13401819" y="6776093"/>
              <a:ext cx="276031" cy="275944"/>
            </a:xfrm>
            <a:custGeom>
              <a:avLst/>
              <a:gdLst>
                <a:gd name="connsiteX0" fmla="*/ 40376 w 276031"/>
                <a:gd name="connsiteY0" fmla="*/ 40316 h 275944"/>
                <a:gd name="connsiteX1" fmla="*/ 40376 w 276031"/>
                <a:gd name="connsiteY1" fmla="*/ 40316 h 275944"/>
                <a:gd name="connsiteX2" fmla="*/ 40376 w 276031"/>
                <a:gd name="connsiteY2" fmla="*/ 235577 h 275944"/>
                <a:gd name="connsiteX3" fmla="*/ 138012 w 276031"/>
                <a:gd name="connsiteY3" fmla="*/ 275944 h 275944"/>
                <a:gd name="connsiteX4" fmla="*/ 235655 w 276031"/>
                <a:gd name="connsiteY4" fmla="*/ 235569 h 275944"/>
                <a:gd name="connsiteX5" fmla="*/ 235655 w 276031"/>
                <a:gd name="connsiteY5" fmla="*/ 40316 h 275944"/>
                <a:gd name="connsiteX6" fmla="*/ 40368 w 276031"/>
                <a:gd name="connsiteY6" fmla="*/ 40316 h 275944"/>
                <a:gd name="connsiteX7" fmla="*/ 218737 w 276031"/>
                <a:gd name="connsiteY7" fmla="*/ 218638 h 275944"/>
                <a:gd name="connsiteX8" fmla="*/ 57319 w 276031"/>
                <a:gd name="connsiteY8" fmla="*/ 218638 h 275944"/>
                <a:gd name="connsiteX9" fmla="*/ 57319 w 276031"/>
                <a:gd name="connsiteY9" fmla="*/ 57255 h 275944"/>
                <a:gd name="connsiteX10" fmla="*/ 218745 w 276031"/>
                <a:gd name="connsiteY10" fmla="*/ 57255 h 275944"/>
                <a:gd name="connsiteX11" fmla="*/ 218745 w 276031"/>
                <a:gd name="connsiteY11" fmla="*/ 218638 h 275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6031" h="275944">
                  <a:moveTo>
                    <a:pt x="40376" y="40316"/>
                  </a:moveTo>
                  <a:lnTo>
                    <a:pt x="40376" y="40316"/>
                  </a:lnTo>
                  <a:cubicBezTo>
                    <a:pt x="-13459" y="94150"/>
                    <a:pt x="-13459" y="181743"/>
                    <a:pt x="40376" y="235577"/>
                  </a:cubicBezTo>
                  <a:cubicBezTo>
                    <a:pt x="67299" y="262494"/>
                    <a:pt x="102659" y="275944"/>
                    <a:pt x="138012" y="275944"/>
                  </a:cubicBezTo>
                  <a:cubicBezTo>
                    <a:pt x="173364" y="275944"/>
                    <a:pt x="208741" y="262486"/>
                    <a:pt x="235655" y="235569"/>
                  </a:cubicBezTo>
                  <a:cubicBezTo>
                    <a:pt x="289491" y="181734"/>
                    <a:pt x="289491" y="94150"/>
                    <a:pt x="235655" y="40316"/>
                  </a:cubicBezTo>
                  <a:cubicBezTo>
                    <a:pt x="181803" y="-13447"/>
                    <a:pt x="94204" y="-13431"/>
                    <a:pt x="40368" y="40316"/>
                  </a:cubicBezTo>
                  <a:close/>
                  <a:moveTo>
                    <a:pt x="218737" y="218638"/>
                  </a:moveTo>
                  <a:cubicBezTo>
                    <a:pt x="174242" y="263125"/>
                    <a:pt x="101829" y="263132"/>
                    <a:pt x="57319" y="218638"/>
                  </a:cubicBezTo>
                  <a:cubicBezTo>
                    <a:pt x="12815" y="174143"/>
                    <a:pt x="12815" y="101741"/>
                    <a:pt x="57319" y="57255"/>
                  </a:cubicBezTo>
                  <a:cubicBezTo>
                    <a:pt x="101804" y="12808"/>
                    <a:pt x="174227" y="12800"/>
                    <a:pt x="218745" y="57255"/>
                  </a:cubicBezTo>
                  <a:cubicBezTo>
                    <a:pt x="263240" y="101741"/>
                    <a:pt x="263240" y="174143"/>
                    <a:pt x="218745" y="218638"/>
                  </a:cubicBezTo>
                  <a:close/>
                </a:path>
              </a:pathLst>
            </a:custGeom>
            <a:grpFill/>
            <a:ln w="0" cap="flat">
              <a:noFill/>
              <a:prstDash val="solid"/>
              <a:miter/>
            </a:ln>
          </p:spPr>
          <p:txBody>
            <a:bodyPr rtlCol="0" anchor="ctr"/>
            <a:lstStyle/>
            <a:p>
              <a:endParaRPr lang="de-DE"/>
            </a:p>
          </p:txBody>
        </p:sp>
      </p:grpSp>
      <p:sp>
        <p:nvSpPr>
          <p:cNvPr id="374" name="Freihandform 373">
            <a:extLst>
              <a:ext uri="{FF2B5EF4-FFF2-40B4-BE49-F238E27FC236}">
                <a16:creationId xmlns:a16="http://schemas.microsoft.com/office/drawing/2014/main" id="{94391EC4-2ADA-18CC-98A0-35152F0B1BF4}"/>
              </a:ext>
            </a:extLst>
          </p:cNvPr>
          <p:cNvSpPr/>
          <p:nvPr/>
        </p:nvSpPr>
        <p:spPr>
          <a:xfrm>
            <a:off x="9571432" y="4305418"/>
            <a:ext cx="539802" cy="586200"/>
          </a:xfrm>
          <a:custGeom>
            <a:avLst/>
            <a:gdLst>
              <a:gd name="connsiteX0" fmla="*/ 565637 w 648142"/>
              <a:gd name="connsiteY0" fmla="*/ 55870 h 703852"/>
              <a:gd name="connsiteX1" fmla="*/ 503162 w 648142"/>
              <a:gd name="connsiteY1" fmla="*/ 55870 h 703852"/>
              <a:gd name="connsiteX2" fmla="*/ 503162 w 648142"/>
              <a:gd name="connsiteY2" fmla="*/ 11974 h 703852"/>
              <a:gd name="connsiteX3" fmla="*/ 491186 w 648142"/>
              <a:gd name="connsiteY3" fmla="*/ 0 h 703852"/>
              <a:gd name="connsiteX4" fmla="*/ 479211 w 648142"/>
              <a:gd name="connsiteY4" fmla="*/ 11974 h 703852"/>
              <a:gd name="connsiteX5" fmla="*/ 479211 w 648142"/>
              <a:gd name="connsiteY5" fmla="*/ 55870 h 703852"/>
              <a:gd name="connsiteX6" fmla="*/ 168963 w 648142"/>
              <a:gd name="connsiteY6" fmla="*/ 55870 h 703852"/>
              <a:gd name="connsiteX7" fmla="*/ 168963 w 648142"/>
              <a:gd name="connsiteY7" fmla="*/ 11974 h 703852"/>
              <a:gd name="connsiteX8" fmla="*/ 156988 w 648142"/>
              <a:gd name="connsiteY8" fmla="*/ 0 h 703852"/>
              <a:gd name="connsiteX9" fmla="*/ 145012 w 648142"/>
              <a:gd name="connsiteY9" fmla="*/ 11974 h 703852"/>
              <a:gd name="connsiteX10" fmla="*/ 145012 w 648142"/>
              <a:gd name="connsiteY10" fmla="*/ 55870 h 703852"/>
              <a:gd name="connsiteX11" fmla="*/ 82521 w 648142"/>
              <a:gd name="connsiteY11" fmla="*/ 55870 h 703852"/>
              <a:gd name="connsiteX12" fmla="*/ 24231 w 648142"/>
              <a:gd name="connsiteY12" fmla="*/ 79985 h 703852"/>
              <a:gd name="connsiteX13" fmla="*/ 32 w 648142"/>
              <a:gd name="connsiteY13" fmla="*/ 138354 h 703852"/>
              <a:gd name="connsiteX14" fmla="*/ 32 w 648142"/>
              <a:gd name="connsiteY14" fmla="*/ 256391 h 703852"/>
              <a:gd name="connsiteX15" fmla="*/ 0 w 648142"/>
              <a:gd name="connsiteY15" fmla="*/ 256647 h 703852"/>
              <a:gd name="connsiteX16" fmla="*/ 24 w 648142"/>
              <a:gd name="connsiteY16" fmla="*/ 256902 h 703852"/>
              <a:gd name="connsiteX17" fmla="*/ 24 w 648142"/>
              <a:gd name="connsiteY17" fmla="*/ 466771 h 703852"/>
              <a:gd name="connsiteX18" fmla="*/ 16 w 648142"/>
              <a:gd name="connsiteY18" fmla="*/ 621409 h 703852"/>
              <a:gd name="connsiteX19" fmla="*/ 24184 w 648142"/>
              <a:gd name="connsiteY19" fmla="*/ 679713 h 703852"/>
              <a:gd name="connsiteX20" fmla="*/ 82538 w 648142"/>
              <a:gd name="connsiteY20" fmla="*/ 703852 h 703852"/>
              <a:gd name="connsiteX21" fmla="*/ 565645 w 648142"/>
              <a:gd name="connsiteY21" fmla="*/ 703852 h 703852"/>
              <a:gd name="connsiteX22" fmla="*/ 648143 w 648142"/>
              <a:gd name="connsiteY22" fmla="*/ 621409 h 703852"/>
              <a:gd name="connsiteX23" fmla="*/ 648143 w 648142"/>
              <a:gd name="connsiteY23" fmla="*/ 138354 h 703852"/>
              <a:gd name="connsiteX24" fmla="*/ 565645 w 648142"/>
              <a:gd name="connsiteY24" fmla="*/ 55878 h 703852"/>
              <a:gd name="connsiteX25" fmla="*/ 41141 w 648142"/>
              <a:gd name="connsiteY25" fmla="*/ 96940 h 703852"/>
              <a:gd name="connsiteX26" fmla="*/ 82521 w 648142"/>
              <a:gd name="connsiteY26" fmla="*/ 79818 h 703852"/>
              <a:gd name="connsiteX27" fmla="*/ 145004 w 648142"/>
              <a:gd name="connsiteY27" fmla="*/ 79818 h 703852"/>
              <a:gd name="connsiteX28" fmla="*/ 145004 w 648142"/>
              <a:gd name="connsiteY28" fmla="*/ 124097 h 703852"/>
              <a:gd name="connsiteX29" fmla="*/ 156980 w 648142"/>
              <a:gd name="connsiteY29" fmla="*/ 136071 h 703852"/>
              <a:gd name="connsiteX30" fmla="*/ 168956 w 648142"/>
              <a:gd name="connsiteY30" fmla="*/ 124097 h 703852"/>
              <a:gd name="connsiteX31" fmla="*/ 168956 w 648142"/>
              <a:gd name="connsiteY31" fmla="*/ 79818 h 703852"/>
              <a:gd name="connsiteX32" fmla="*/ 479203 w 648142"/>
              <a:gd name="connsiteY32" fmla="*/ 79818 h 703852"/>
              <a:gd name="connsiteX33" fmla="*/ 479203 w 648142"/>
              <a:gd name="connsiteY33" fmla="*/ 124097 h 703852"/>
              <a:gd name="connsiteX34" fmla="*/ 491179 w 648142"/>
              <a:gd name="connsiteY34" fmla="*/ 136071 h 703852"/>
              <a:gd name="connsiteX35" fmla="*/ 503155 w 648142"/>
              <a:gd name="connsiteY35" fmla="*/ 124097 h 703852"/>
              <a:gd name="connsiteX36" fmla="*/ 503155 w 648142"/>
              <a:gd name="connsiteY36" fmla="*/ 79818 h 703852"/>
              <a:gd name="connsiteX37" fmla="*/ 565621 w 648142"/>
              <a:gd name="connsiteY37" fmla="*/ 79818 h 703852"/>
              <a:gd name="connsiteX38" fmla="*/ 624174 w 648142"/>
              <a:gd name="connsiteY38" fmla="*/ 138354 h 703852"/>
              <a:gd name="connsiteX39" fmla="*/ 624174 w 648142"/>
              <a:gd name="connsiteY39" fmla="*/ 244665 h 703852"/>
              <a:gd name="connsiteX40" fmla="*/ 23967 w 648142"/>
              <a:gd name="connsiteY40" fmla="*/ 244665 h 703852"/>
              <a:gd name="connsiteX41" fmla="*/ 23967 w 648142"/>
              <a:gd name="connsiteY41" fmla="*/ 138314 h 703852"/>
              <a:gd name="connsiteX42" fmla="*/ 41141 w 648142"/>
              <a:gd name="connsiteY42" fmla="*/ 96932 h 703852"/>
              <a:gd name="connsiteX43" fmla="*/ 565637 w 648142"/>
              <a:gd name="connsiteY43" fmla="*/ 679897 h 703852"/>
              <a:gd name="connsiteX44" fmla="*/ 82474 w 648142"/>
              <a:gd name="connsiteY44" fmla="*/ 679897 h 703852"/>
              <a:gd name="connsiteX45" fmla="*/ 41101 w 648142"/>
              <a:gd name="connsiteY45" fmla="*/ 662767 h 703852"/>
              <a:gd name="connsiteX46" fmla="*/ 23960 w 648142"/>
              <a:gd name="connsiteY46" fmla="*/ 621401 h 703852"/>
              <a:gd name="connsiteX47" fmla="*/ 23960 w 648142"/>
              <a:gd name="connsiteY47" fmla="*/ 268620 h 703852"/>
              <a:gd name="connsiteX48" fmla="*/ 624183 w 648142"/>
              <a:gd name="connsiteY48" fmla="*/ 268620 h 703852"/>
              <a:gd name="connsiteX49" fmla="*/ 624183 w 648142"/>
              <a:gd name="connsiteY49" fmla="*/ 621393 h 703852"/>
              <a:gd name="connsiteX50" fmla="*/ 565637 w 648142"/>
              <a:gd name="connsiteY50" fmla="*/ 679897 h 703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48142" h="703852">
                <a:moveTo>
                  <a:pt x="565637" y="55870"/>
                </a:moveTo>
                <a:lnTo>
                  <a:pt x="503162" y="55870"/>
                </a:lnTo>
                <a:lnTo>
                  <a:pt x="503162" y="11974"/>
                </a:lnTo>
                <a:cubicBezTo>
                  <a:pt x="503162" y="5364"/>
                  <a:pt x="497797" y="0"/>
                  <a:pt x="491186" y="0"/>
                </a:cubicBezTo>
                <a:cubicBezTo>
                  <a:pt x="484576" y="0"/>
                  <a:pt x="479211" y="5364"/>
                  <a:pt x="479211" y="11974"/>
                </a:cubicBezTo>
                <a:lnTo>
                  <a:pt x="479211" y="55870"/>
                </a:lnTo>
                <a:lnTo>
                  <a:pt x="168963" y="55870"/>
                </a:lnTo>
                <a:lnTo>
                  <a:pt x="168963" y="11974"/>
                </a:lnTo>
                <a:cubicBezTo>
                  <a:pt x="168963" y="5364"/>
                  <a:pt x="163598" y="0"/>
                  <a:pt x="156988" y="0"/>
                </a:cubicBezTo>
                <a:cubicBezTo>
                  <a:pt x="150377" y="0"/>
                  <a:pt x="145012" y="5364"/>
                  <a:pt x="145012" y="11974"/>
                </a:cubicBezTo>
                <a:lnTo>
                  <a:pt x="145012" y="55870"/>
                </a:lnTo>
                <a:lnTo>
                  <a:pt x="82521" y="55870"/>
                </a:lnTo>
                <a:cubicBezTo>
                  <a:pt x="60510" y="55870"/>
                  <a:pt x="39808" y="64435"/>
                  <a:pt x="24231" y="79985"/>
                </a:cubicBezTo>
                <a:cubicBezTo>
                  <a:pt x="8639" y="95559"/>
                  <a:pt x="48" y="116266"/>
                  <a:pt x="32" y="138354"/>
                </a:cubicBezTo>
                <a:lnTo>
                  <a:pt x="32" y="256391"/>
                </a:lnTo>
                <a:cubicBezTo>
                  <a:pt x="32" y="256479"/>
                  <a:pt x="0" y="256559"/>
                  <a:pt x="0" y="256647"/>
                </a:cubicBezTo>
                <a:cubicBezTo>
                  <a:pt x="0" y="256734"/>
                  <a:pt x="24" y="256814"/>
                  <a:pt x="24" y="256902"/>
                </a:cubicBezTo>
                <a:lnTo>
                  <a:pt x="24" y="466771"/>
                </a:lnTo>
                <a:cubicBezTo>
                  <a:pt x="24" y="466771"/>
                  <a:pt x="16" y="621409"/>
                  <a:pt x="16" y="621409"/>
                </a:cubicBezTo>
                <a:cubicBezTo>
                  <a:pt x="16" y="643433"/>
                  <a:pt x="8599" y="664140"/>
                  <a:pt x="24184" y="679713"/>
                </a:cubicBezTo>
                <a:cubicBezTo>
                  <a:pt x="39752" y="695279"/>
                  <a:pt x="60462" y="703852"/>
                  <a:pt x="82538" y="703852"/>
                </a:cubicBezTo>
                <a:lnTo>
                  <a:pt x="565645" y="703852"/>
                </a:lnTo>
                <a:cubicBezTo>
                  <a:pt x="611113" y="703852"/>
                  <a:pt x="648126" y="666869"/>
                  <a:pt x="648143" y="621409"/>
                </a:cubicBezTo>
                <a:lnTo>
                  <a:pt x="648143" y="138354"/>
                </a:lnTo>
                <a:cubicBezTo>
                  <a:pt x="648126" y="92901"/>
                  <a:pt x="611113" y="55894"/>
                  <a:pt x="565645" y="55878"/>
                </a:cubicBezTo>
                <a:close/>
                <a:moveTo>
                  <a:pt x="41141" y="96940"/>
                </a:moveTo>
                <a:cubicBezTo>
                  <a:pt x="52199" y="85900"/>
                  <a:pt x="66897" y="79818"/>
                  <a:pt x="82521" y="79818"/>
                </a:cubicBezTo>
                <a:lnTo>
                  <a:pt x="145004" y="79818"/>
                </a:lnTo>
                <a:lnTo>
                  <a:pt x="145004" y="124097"/>
                </a:lnTo>
                <a:cubicBezTo>
                  <a:pt x="145004" y="130706"/>
                  <a:pt x="150369" y="136071"/>
                  <a:pt x="156980" y="136071"/>
                </a:cubicBezTo>
                <a:cubicBezTo>
                  <a:pt x="163590" y="136071"/>
                  <a:pt x="168956" y="130706"/>
                  <a:pt x="168956" y="124097"/>
                </a:cubicBezTo>
                <a:lnTo>
                  <a:pt x="168956" y="79818"/>
                </a:lnTo>
                <a:lnTo>
                  <a:pt x="479203" y="79818"/>
                </a:lnTo>
                <a:lnTo>
                  <a:pt x="479203" y="124097"/>
                </a:lnTo>
                <a:cubicBezTo>
                  <a:pt x="479203" y="130706"/>
                  <a:pt x="484568" y="136071"/>
                  <a:pt x="491179" y="136071"/>
                </a:cubicBezTo>
                <a:cubicBezTo>
                  <a:pt x="497789" y="136071"/>
                  <a:pt x="503155" y="130706"/>
                  <a:pt x="503155" y="124097"/>
                </a:cubicBezTo>
                <a:lnTo>
                  <a:pt x="503155" y="79818"/>
                </a:lnTo>
                <a:lnTo>
                  <a:pt x="565621" y="79818"/>
                </a:lnTo>
                <a:cubicBezTo>
                  <a:pt x="597899" y="79834"/>
                  <a:pt x="624159" y="106088"/>
                  <a:pt x="624174" y="138354"/>
                </a:cubicBezTo>
                <a:lnTo>
                  <a:pt x="624174" y="244665"/>
                </a:lnTo>
                <a:lnTo>
                  <a:pt x="23967" y="244665"/>
                </a:lnTo>
                <a:lnTo>
                  <a:pt x="23967" y="138314"/>
                </a:lnTo>
                <a:cubicBezTo>
                  <a:pt x="23984" y="122676"/>
                  <a:pt x="30075" y="107980"/>
                  <a:pt x="41141" y="96932"/>
                </a:cubicBezTo>
                <a:close/>
                <a:moveTo>
                  <a:pt x="565637" y="679897"/>
                </a:moveTo>
                <a:lnTo>
                  <a:pt x="82474" y="679897"/>
                </a:lnTo>
                <a:cubicBezTo>
                  <a:pt x="66850" y="679897"/>
                  <a:pt x="52159" y="673814"/>
                  <a:pt x="41101" y="662767"/>
                </a:cubicBezTo>
                <a:cubicBezTo>
                  <a:pt x="30043" y="651718"/>
                  <a:pt x="23960" y="637023"/>
                  <a:pt x="23960" y="621401"/>
                </a:cubicBezTo>
                <a:lnTo>
                  <a:pt x="23960" y="268620"/>
                </a:lnTo>
                <a:lnTo>
                  <a:pt x="624183" y="268620"/>
                </a:lnTo>
                <a:lnTo>
                  <a:pt x="624183" y="621393"/>
                </a:lnTo>
                <a:cubicBezTo>
                  <a:pt x="624167" y="653650"/>
                  <a:pt x="597908" y="679897"/>
                  <a:pt x="565637" y="679897"/>
                </a:cubicBezTo>
                <a:close/>
              </a:path>
            </a:pathLst>
          </a:custGeom>
          <a:solidFill>
            <a:schemeClr val="tx1"/>
          </a:solidFill>
          <a:ln w="0" cap="flat">
            <a:noFill/>
            <a:prstDash val="solid"/>
            <a:miter/>
          </a:ln>
        </p:spPr>
        <p:txBody>
          <a:bodyPr rtlCol="0" anchor="ctr"/>
          <a:lstStyle/>
          <a:p>
            <a:endParaRPr lang="de-DE"/>
          </a:p>
        </p:txBody>
      </p:sp>
      <p:sp>
        <p:nvSpPr>
          <p:cNvPr id="375" name="Freihandform 374">
            <a:extLst>
              <a:ext uri="{FF2B5EF4-FFF2-40B4-BE49-F238E27FC236}">
                <a16:creationId xmlns:a16="http://schemas.microsoft.com/office/drawing/2014/main" id="{252962DE-5480-FD7B-073D-71569F6421DF}"/>
              </a:ext>
            </a:extLst>
          </p:cNvPr>
          <p:cNvSpPr/>
          <p:nvPr/>
        </p:nvSpPr>
        <p:spPr>
          <a:xfrm>
            <a:off x="4532344" y="5273392"/>
            <a:ext cx="630426" cy="486343"/>
          </a:xfrm>
          <a:custGeom>
            <a:avLst/>
            <a:gdLst>
              <a:gd name="connsiteX0" fmla="*/ 705435 w 756955"/>
              <a:gd name="connsiteY0" fmla="*/ 0 h 583954"/>
              <a:gd name="connsiteX1" fmla="*/ 51552 w 756955"/>
              <a:gd name="connsiteY1" fmla="*/ 0 h 583954"/>
              <a:gd name="connsiteX2" fmla="*/ 0 w 756955"/>
              <a:gd name="connsiteY2" fmla="*/ 51543 h 583954"/>
              <a:gd name="connsiteX3" fmla="*/ 0 w 756955"/>
              <a:gd name="connsiteY3" fmla="*/ 532419 h 583954"/>
              <a:gd name="connsiteX4" fmla="*/ 51552 w 756955"/>
              <a:gd name="connsiteY4" fmla="*/ 583955 h 583954"/>
              <a:gd name="connsiteX5" fmla="*/ 705435 w 756955"/>
              <a:gd name="connsiteY5" fmla="*/ 583955 h 583954"/>
              <a:gd name="connsiteX6" fmla="*/ 756955 w 756955"/>
              <a:gd name="connsiteY6" fmla="*/ 532443 h 583954"/>
              <a:gd name="connsiteX7" fmla="*/ 756955 w 756955"/>
              <a:gd name="connsiteY7" fmla="*/ 51511 h 583954"/>
              <a:gd name="connsiteX8" fmla="*/ 705435 w 756955"/>
              <a:gd name="connsiteY8" fmla="*/ 0 h 583954"/>
              <a:gd name="connsiteX9" fmla="*/ 705435 w 756955"/>
              <a:gd name="connsiteY9" fmla="*/ 23948 h 583954"/>
              <a:gd name="connsiteX10" fmla="*/ 716469 w 756955"/>
              <a:gd name="connsiteY10" fmla="*/ 26286 h 583954"/>
              <a:gd name="connsiteX11" fmla="*/ 504352 w 756955"/>
              <a:gd name="connsiteY11" fmla="*/ 234527 h 583954"/>
              <a:gd name="connsiteX12" fmla="*/ 447682 w 756955"/>
              <a:gd name="connsiteY12" fmla="*/ 290181 h 583954"/>
              <a:gd name="connsiteX13" fmla="*/ 446900 w 756955"/>
              <a:gd name="connsiteY13" fmla="*/ 291027 h 583954"/>
              <a:gd name="connsiteX14" fmla="*/ 321113 w 756955"/>
              <a:gd name="connsiteY14" fmla="*/ 302003 h 583954"/>
              <a:gd name="connsiteX15" fmla="*/ 310127 w 756955"/>
              <a:gd name="connsiteY15" fmla="*/ 291019 h 583954"/>
              <a:gd name="connsiteX16" fmla="*/ 309345 w 756955"/>
              <a:gd name="connsiteY16" fmla="*/ 290181 h 583954"/>
              <a:gd name="connsiteX17" fmla="*/ 40518 w 756955"/>
              <a:gd name="connsiteY17" fmla="*/ 26286 h 583954"/>
              <a:gd name="connsiteX18" fmla="*/ 51552 w 756955"/>
              <a:gd name="connsiteY18" fmla="*/ 23948 h 583954"/>
              <a:gd name="connsiteX19" fmla="*/ 705435 w 756955"/>
              <a:gd name="connsiteY19" fmla="*/ 23948 h 583954"/>
              <a:gd name="connsiteX20" fmla="*/ 733004 w 756955"/>
              <a:gd name="connsiteY20" fmla="*/ 532443 h 583954"/>
              <a:gd name="connsiteX21" fmla="*/ 705435 w 756955"/>
              <a:gd name="connsiteY21" fmla="*/ 560007 h 583954"/>
              <a:gd name="connsiteX22" fmla="*/ 51552 w 756955"/>
              <a:gd name="connsiteY22" fmla="*/ 560007 h 583954"/>
              <a:gd name="connsiteX23" fmla="*/ 23952 w 756955"/>
              <a:gd name="connsiteY23" fmla="*/ 532403 h 583954"/>
              <a:gd name="connsiteX24" fmla="*/ 23952 w 756955"/>
              <a:gd name="connsiteY24" fmla="*/ 51543 h 583954"/>
              <a:gd name="connsiteX25" fmla="*/ 24958 w 756955"/>
              <a:gd name="connsiteY25" fmla="*/ 44567 h 583954"/>
              <a:gd name="connsiteX26" fmla="*/ 292163 w 756955"/>
              <a:gd name="connsiteY26" fmla="*/ 306873 h 583954"/>
              <a:gd name="connsiteX27" fmla="*/ 305720 w 756955"/>
              <a:gd name="connsiteY27" fmla="*/ 320347 h 583954"/>
              <a:gd name="connsiteX28" fmla="*/ 378430 w 756955"/>
              <a:gd name="connsiteY28" fmla="*/ 346785 h 583954"/>
              <a:gd name="connsiteX29" fmla="*/ 464864 w 756955"/>
              <a:gd name="connsiteY29" fmla="*/ 306864 h 583954"/>
              <a:gd name="connsiteX30" fmla="*/ 521134 w 756955"/>
              <a:gd name="connsiteY30" fmla="*/ 251601 h 583954"/>
              <a:gd name="connsiteX31" fmla="*/ 732014 w 756955"/>
              <a:gd name="connsiteY31" fmla="*/ 44567 h 583954"/>
              <a:gd name="connsiteX32" fmla="*/ 733004 w 756955"/>
              <a:gd name="connsiteY32" fmla="*/ 51495 h 583954"/>
              <a:gd name="connsiteX33" fmla="*/ 733004 w 756955"/>
              <a:gd name="connsiteY33" fmla="*/ 532427 h 5839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756955" h="583954">
                <a:moveTo>
                  <a:pt x="705435" y="0"/>
                </a:moveTo>
                <a:lnTo>
                  <a:pt x="51552" y="0"/>
                </a:lnTo>
                <a:cubicBezTo>
                  <a:pt x="23121" y="0"/>
                  <a:pt x="0" y="23117"/>
                  <a:pt x="0" y="51543"/>
                </a:cubicBezTo>
                <a:lnTo>
                  <a:pt x="0" y="532419"/>
                </a:lnTo>
                <a:cubicBezTo>
                  <a:pt x="0" y="560837"/>
                  <a:pt x="23121" y="583955"/>
                  <a:pt x="51552" y="583955"/>
                </a:cubicBezTo>
                <a:lnTo>
                  <a:pt x="705435" y="583955"/>
                </a:lnTo>
                <a:cubicBezTo>
                  <a:pt x="733842" y="583955"/>
                  <a:pt x="756955" y="560845"/>
                  <a:pt x="756955" y="532443"/>
                </a:cubicBezTo>
                <a:lnTo>
                  <a:pt x="756955" y="51511"/>
                </a:lnTo>
                <a:cubicBezTo>
                  <a:pt x="756955" y="23101"/>
                  <a:pt x="733842" y="0"/>
                  <a:pt x="705435" y="0"/>
                </a:cubicBezTo>
                <a:close/>
                <a:moveTo>
                  <a:pt x="705435" y="23948"/>
                </a:moveTo>
                <a:cubicBezTo>
                  <a:pt x="709363" y="23948"/>
                  <a:pt x="713084" y="24802"/>
                  <a:pt x="716469" y="26286"/>
                </a:cubicBezTo>
                <a:cubicBezTo>
                  <a:pt x="642299" y="99063"/>
                  <a:pt x="566259" y="173740"/>
                  <a:pt x="504352" y="234527"/>
                </a:cubicBezTo>
                <a:lnTo>
                  <a:pt x="447682" y="290181"/>
                </a:lnTo>
                <a:cubicBezTo>
                  <a:pt x="447411" y="290453"/>
                  <a:pt x="447148" y="290732"/>
                  <a:pt x="446900" y="291027"/>
                </a:cubicBezTo>
                <a:cubicBezTo>
                  <a:pt x="415260" y="328721"/>
                  <a:pt x="358829" y="333662"/>
                  <a:pt x="321113" y="302003"/>
                </a:cubicBezTo>
                <a:cubicBezTo>
                  <a:pt x="317161" y="298690"/>
                  <a:pt x="313465" y="294994"/>
                  <a:pt x="310127" y="291019"/>
                </a:cubicBezTo>
                <a:cubicBezTo>
                  <a:pt x="309880" y="290724"/>
                  <a:pt x="309624" y="290445"/>
                  <a:pt x="309345" y="290181"/>
                </a:cubicBezTo>
                <a:lnTo>
                  <a:pt x="40518" y="26286"/>
                </a:lnTo>
                <a:cubicBezTo>
                  <a:pt x="43904" y="24802"/>
                  <a:pt x="47624" y="23948"/>
                  <a:pt x="51552" y="23948"/>
                </a:cubicBezTo>
                <a:lnTo>
                  <a:pt x="705435" y="23948"/>
                </a:lnTo>
                <a:close/>
                <a:moveTo>
                  <a:pt x="733004" y="532443"/>
                </a:moveTo>
                <a:cubicBezTo>
                  <a:pt x="733004" y="547642"/>
                  <a:pt x="720636" y="560007"/>
                  <a:pt x="705435" y="560007"/>
                </a:cubicBezTo>
                <a:lnTo>
                  <a:pt x="51552" y="560007"/>
                </a:lnTo>
                <a:cubicBezTo>
                  <a:pt x="36335" y="560007"/>
                  <a:pt x="23952" y="547626"/>
                  <a:pt x="23952" y="532403"/>
                </a:cubicBezTo>
                <a:lnTo>
                  <a:pt x="23952" y="51543"/>
                </a:lnTo>
                <a:cubicBezTo>
                  <a:pt x="23952" y="49116"/>
                  <a:pt x="24367" y="46809"/>
                  <a:pt x="24958" y="44567"/>
                </a:cubicBezTo>
                <a:lnTo>
                  <a:pt x="292163" y="306873"/>
                </a:lnTo>
                <a:cubicBezTo>
                  <a:pt x="296299" y="311742"/>
                  <a:pt x="300858" y="316276"/>
                  <a:pt x="305720" y="320347"/>
                </a:cubicBezTo>
                <a:cubicBezTo>
                  <a:pt x="326902" y="338124"/>
                  <a:pt x="352729" y="346793"/>
                  <a:pt x="378430" y="346785"/>
                </a:cubicBezTo>
                <a:cubicBezTo>
                  <a:pt x="410573" y="346785"/>
                  <a:pt x="442517" y="333207"/>
                  <a:pt x="464864" y="306864"/>
                </a:cubicBezTo>
                <a:lnTo>
                  <a:pt x="521134" y="251601"/>
                </a:lnTo>
                <a:cubicBezTo>
                  <a:pt x="582691" y="191150"/>
                  <a:pt x="658234" y="116968"/>
                  <a:pt x="732014" y="44567"/>
                </a:cubicBezTo>
                <a:cubicBezTo>
                  <a:pt x="732597" y="46794"/>
                  <a:pt x="733004" y="49092"/>
                  <a:pt x="733004" y="51495"/>
                </a:cubicBezTo>
                <a:lnTo>
                  <a:pt x="733004" y="532427"/>
                </a:lnTo>
                <a:close/>
              </a:path>
            </a:pathLst>
          </a:custGeom>
          <a:solidFill>
            <a:schemeClr val="tx1"/>
          </a:solidFill>
          <a:ln w="0" cap="flat">
            <a:noFill/>
            <a:prstDash val="solid"/>
            <a:miter/>
          </a:ln>
        </p:spPr>
        <p:txBody>
          <a:bodyPr rtlCol="0" anchor="ctr"/>
          <a:lstStyle/>
          <a:p>
            <a:endParaRPr lang="de-DE"/>
          </a:p>
        </p:txBody>
      </p:sp>
      <p:grpSp>
        <p:nvGrpSpPr>
          <p:cNvPr id="376" name="Grafik 13">
            <a:extLst>
              <a:ext uri="{FF2B5EF4-FFF2-40B4-BE49-F238E27FC236}">
                <a16:creationId xmlns:a16="http://schemas.microsoft.com/office/drawing/2014/main" id="{F3997CAD-1C92-3660-E18D-E9E191B4211A}"/>
              </a:ext>
            </a:extLst>
          </p:cNvPr>
          <p:cNvGrpSpPr/>
          <p:nvPr/>
        </p:nvGrpSpPr>
        <p:grpSpPr>
          <a:xfrm>
            <a:off x="10776929" y="4285726"/>
            <a:ext cx="625692" cy="625584"/>
            <a:chOff x="14798471" y="4940951"/>
            <a:chExt cx="751270" cy="751141"/>
          </a:xfrm>
          <a:solidFill>
            <a:schemeClr val="tx1"/>
          </a:solidFill>
        </p:grpSpPr>
        <p:sp>
          <p:nvSpPr>
            <p:cNvPr id="377" name="Freihandform 376">
              <a:extLst>
                <a:ext uri="{FF2B5EF4-FFF2-40B4-BE49-F238E27FC236}">
                  <a16:creationId xmlns:a16="http://schemas.microsoft.com/office/drawing/2014/main" id="{95D40165-2A75-FCC5-CE23-7F4A761A7224}"/>
                </a:ext>
              </a:extLst>
            </p:cNvPr>
            <p:cNvSpPr/>
            <p:nvPr/>
          </p:nvSpPr>
          <p:spPr>
            <a:xfrm>
              <a:off x="14798471" y="4940951"/>
              <a:ext cx="751270" cy="751141"/>
            </a:xfrm>
            <a:custGeom>
              <a:avLst/>
              <a:gdLst>
                <a:gd name="connsiteX0" fmla="*/ 375564 w 751270"/>
                <a:gd name="connsiteY0" fmla="*/ 8 h 751141"/>
                <a:gd name="connsiteX1" fmla="*/ 109963 w 751270"/>
                <a:gd name="connsiteY1" fmla="*/ 110056 h 751141"/>
                <a:gd name="connsiteX2" fmla="*/ 0 w 751270"/>
                <a:gd name="connsiteY2" fmla="*/ 375643 h 751141"/>
                <a:gd name="connsiteX3" fmla="*/ 375636 w 751270"/>
                <a:gd name="connsiteY3" fmla="*/ 751141 h 751141"/>
                <a:gd name="connsiteX4" fmla="*/ 375708 w 751270"/>
                <a:gd name="connsiteY4" fmla="*/ 751141 h 751141"/>
                <a:gd name="connsiteX5" fmla="*/ 641309 w 751270"/>
                <a:gd name="connsiteY5" fmla="*/ 641086 h 751141"/>
                <a:gd name="connsiteX6" fmla="*/ 751271 w 751270"/>
                <a:gd name="connsiteY6" fmla="*/ 375499 h 751141"/>
                <a:gd name="connsiteX7" fmla="*/ 375564 w 751270"/>
                <a:gd name="connsiteY7" fmla="*/ 0 h 751141"/>
                <a:gd name="connsiteX8" fmla="*/ 624359 w 751270"/>
                <a:gd name="connsiteY8" fmla="*/ 624155 h 751141"/>
                <a:gd name="connsiteX9" fmla="*/ 375699 w 751270"/>
                <a:gd name="connsiteY9" fmla="*/ 727193 h 751141"/>
                <a:gd name="connsiteX10" fmla="*/ 375628 w 751270"/>
                <a:gd name="connsiteY10" fmla="*/ 727193 h 751141"/>
                <a:gd name="connsiteX11" fmla="*/ 23944 w 751270"/>
                <a:gd name="connsiteY11" fmla="*/ 375643 h 751141"/>
                <a:gd name="connsiteX12" fmla="*/ 126905 w 751270"/>
                <a:gd name="connsiteY12" fmla="*/ 126986 h 751141"/>
                <a:gd name="connsiteX13" fmla="*/ 375596 w 751270"/>
                <a:gd name="connsiteY13" fmla="*/ 23956 h 751141"/>
                <a:gd name="connsiteX14" fmla="*/ 727311 w 751270"/>
                <a:gd name="connsiteY14" fmla="*/ 375507 h 751141"/>
                <a:gd name="connsiteX15" fmla="*/ 624351 w 751270"/>
                <a:gd name="connsiteY15" fmla="*/ 624155 h 751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751270" h="751141">
                  <a:moveTo>
                    <a:pt x="375564" y="8"/>
                  </a:moveTo>
                  <a:cubicBezTo>
                    <a:pt x="275230" y="32"/>
                    <a:pt x="180900" y="39107"/>
                    <a:pt x="109963" y="110056"/>
                  </a:cubicBezTo>
                  <a:cubicBezTo>
                    <a:pt x="39034" y="181012"/>
                    <a:pt x="-16" y="275326"/>
                    <a:pt x="0" y="375643"/>
                  </a:cubicBezTo>
                  <a:cubicBezTo>
                    <a:pt x="40" y="582718"/>
                    <a:pt x="168525" y="751141"/>
                    <a:pt x="375636" y="751141"/>
                  </a:cubicBezTo>
                  <a:lnTo>
                    <a:pt x="375708" y="751141"/>
                  </a:lnTo>
                  <a:cubicBezTo>
                    <a:pt x="476041" y="751125"/>
                    <a:pt x="570372" y="712043"/>
                    <a:pt x="641309" y="641086"/>
                  </a:cubicBezTo>
                  <a:cubicBezTo>
                    <a:pt x="712238" y="570137"/>
                    <a:pt x="751288" y="475816"/>
                    <a:pt x="751271" y="375499"/>
                  </a:cubicBezTo>
                  <a:cubicBezTo>
                    <a:pt x="751223" y="168440"/>
                    <a:pt x="582698" y="-8"/>
                    <a:pt x="375564" y="0"/>
                  </a:cubicBezTo>
                  <a:close/>
                  <a:moveTo>
                    <a:pt x="624359" y="624155"/>
                  </a:moveTo>
                  <a:cubicBezTo>
                    <a:pt x="557948" y="690586"/>
                    <a:pt x="469638" y="727177"/>
                    <a:pt x="375699" y="727193"/>
                  </a:cubicBezTo>
                  <a:lnTo>
                    <a:pt x="375628" y="727193"/>
                  </a:lnTo>
                  <a:cubicBezTo>
                    <a:pt x="181738" y="727193"/>
                    <a:pt x="23984" y="569498"/>
                    <a:pt x="23944" y="375643"/>
                  </a:cubicBezTo>
                  <a:cubicBezTo>
                    <a:pt x="23928" y="281712"/>
                    <a:pt x="60487" y="193409"/>
                    <a:pt x="126905" y="126986"/>
                  </a:cubicBezTo>
                  <a:cubicBezTo>
                    <a:pt x="193323" y="60564"/>
                    <a:pt x="281625" y="23972"/>
                    <a:pt x="375596" y="23956"/>
                  </a:cubicBezTo>
                  <a:cubicBezTo>
                    <a:pt x="569486" y="23956"/>
                    <a:pt x="727264" y="181659"/>
                    <a:pt x="727311" y="375507"/>
                  </a:cubicBezTo>
                  <a:cubicBezTo>
                    <a:pt x="727327" y="469429"/>
                    <a:pt x="690761" y="557740"/>
                    <a:pt x="624351" y="624155"/>
                  </a:cubicBezTo>
                  <a:close/>
                </a:path>
              </a:pathLst>
            </a:custGeom>
            <a:grpFill/>
            <a:ln w="0" cap="flat">
              <a:noFill/>
              <a:prstDash val="solid"/>
              <a:miter/>
            </a:ln>
          </p:spPr>
          <p:txBody>
            <a:bodyPr rtlCol="0" anchor="ctr"/>
            <a:lstStyle/>
            <a:p>
              <a:endParaRPr lang="de-DE"/>
            </a:p>
          </p:txBody>
        </p:sp>
        <p:sp>
          <p:nvSpPr>
            <p:cNvPr id="378" name="Freihandform 377">
              <a:extLst>
                <a:ext uri="{FF2B5EF4-FFF2-40B4-BE49-F238E27FC236}">
                  <a16:creationId xmlns:a16="http://schemas.microsoft.com/office/drawing/2014/main" id="{4339E340-6B5C-4660-232D-29B27F71E9CE}"/>
                </a:ext>
              </a:extLst>
            </p:cNvPr>
            <p:cNvSpPr/>
            <p:nvPr/>
          </p:nvSpPr>
          <p:spPr>
            <a:xfrm>
              <a:off x="15162084" y="5107666"/>
              <a:ext cx="148037" cy="220765"/>
            </a:xfrm>
            <a:custGeom>
              <a:avLst/>
              <a:gdLst>
                <a:gd name="connsiteX0" fmla="*/ 136062 w 148037"/>
                <a:gd name="connsiteY0" fmla="*/ 196818 h 220765"/>
                <a:gd name="connsiteX1" fmla="*/ 23952 w 148037"/>
                <a:gd name="connsiteY1" fmla="*/ 196818 h 220765"/>
                <a:gd name="connsiteX2" fmla="*/ 23952 w 148037"/>
                <a:gd name="connsiteY2" fmla="*/ 11974 h 220765"/>
                <a:gd name="connsiteX3" fmla="*/ 11976 w 148037"/>
                <a:gd name="connsiteY3" fmla="*/ 0 h 220765"/>
                <a:gd name="connsiteX4" fmla="*/ 0 w 148037"/>
                <a:gd name="connsiteY4" fmla="*/ 11974 h 220765"/>
                <a:gd name="connsiteX5" fmla="*/ 0 w 148037"/>
                <a:gd name="connsiteY5" fmla="*/ 208791 h 220765"/>
                <a:gd name="connsiteX6" fmla="*/ 11976 w 148037"/>
                <a:gd name="connsiteY6" fmla="*/ 220765 h 220765"/>
                <a:gd name="connsiteX7" fmla="*/ 136062 w 148037"/>
                <a:gd name="connsiteY7" fmla="*/ 220765 h 220765"/>
                <a:gd name="connsiteX8" fmla="*/ 148038 w 148037"/>
                <a:gd name="connsiteY8" fmla="*/ 208791 h 220765"/>
                <a:gd name="connsiteX9" fmla="*/ 136062 w 148037"/>
                <a:gd name="connsiteY9" fmla="*/ 196818 h 220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8037" h="220765">
                  <a:moveTo>
                    <a:pt x="136062" y="196818"/>
                  </a:moveTo>
                  <a:lnTo>
                    <a:pt x="23952" y="196818"/>
                  </a:lnTo>
                  <a:lnTo>
                    <a:pt x="23952" y="11974"/>
                  </a:lnTo>
                  <a:cubicBezTo>
                    <a:pt x="23952" y="5364"/>
                    <a:pt x="18587" y="0"/>
                    <a:pt x="11976" y="0"/>
                  </a:cubicBezTo>
                  <a:cubicBezTo>
                    <a:pt x="5365" y="0"/>
                    <a:pt x="0" y="5364"/>
                    <a:pt x="0" y="11974"/>
                  </a:cubicBezTo>
                  <a:lnTo>
                    <a:pt x="0" y="208791"/>
                  </a:lnTo>
                  <a:cubicBezTo>
                    <a:pt x="0" y="215401"/>
                    <a:pt x="5365" y="220765"/>
                    <a:pt x="11976" y="220765"/>
                  </a:cubicBezTo>
                  <a:lnTo>
                    <a:pt x="136062" y="220765"/>
                  </a:lnTo>
                  <a:cubicBezTo>
                    <a:pt x="142673" y="220765"/>
                    <a:pt x="148038" y="215401"/>
                    <a:pt x="148038" y="208791"/>
                  </a:cubicBezTo>
                  <a:cubicBezTo>
                    <a:pt x="148038" y="202182"/>
                    <a:pt x="142673" y="196818"/>
                    <a:pt x="136062" y="196818"/>
                  </a:cubicBezTo>
                  <a:close/>
                </a:path>
              </a:pathLst>
            </a:custGeom>
            <a:grpFill/>
            <a:ln w="0" cap="flat">
              <a:noFill/>
              <a:prstDash val="solid"/>
              <a:miter/>
            </a:ln>
          </p:spPr>
          <p:txBody>
            <a:bodyPr rtlCol="0" anchor="ctr"/>
            <a:lstStyle/>
            <a:p>
              <a:endParaRPr lang="de-DE"/>
            </a:p>
          </p:txBody>
        </p:sp>
      </p:grpSp>
      <p:sp>
        <p:nvSpPr>
          <p:cNvPr id="379" name="Freihandform 378">
            <a:extLst>
              <a:ext uri="{FF2B5EF4-FFF2-40B4-BE49-F238E27FC236}">
                <a16:creationId xmlns:a16="http://schemas.microsoft.com/office/drawing/2014/main" id="{F65E9577-A29B-C502-7FFB-B99C5935CEED}"/>
              </a:ext>
            </a:extLst>
          </p:cNvPr>
          <p:cNvSpPr/>
          <p:nvPr/>
        </p:nvSpPr>
        <p:spPr>
          <a:xfrm>
            <a:off x="10800525" y="2496498"/>
            <a:ext cx="578501" cy="531857"/>
          </a:xfrm>
          <a:custGeom>
            <a:avLst/>
            <a:gdLst>
              <a:gd name="connsiteX0" fmla="*/ 694601 w 694608"/>
              <a:gd name="connsiteY0" fmla="*/ 449480 h 638602"/>
              <a:gd name="connsiteX1" fmla="*/ 694601 w 694608"/>
              <a:gd name="connsiteY1" fmla="*/ 11965 h 638602"/>
              <a:gd name="connsiteX2" fmla="*/ 690545 w 694608"/>
              <a:gd name="connsiteY2" fmla="*/ 2984 h 638602"/>
              <a:gd name="connsiteX3" fmla="*/ 681116 w 694608"/>
              <a:gd name="connsiteY3" fmla="*/ 87 h 638602"/>
              <a:gd name="connsiteX4" fmla="*/ 256779 w 694608"/>
              <a:gd name="connsiteY4" fmla="*/ 53841 h 638602"/>
              <a:gd name="connsiteX5" fmla="*/ 246304 w 694608"/>
              <a:gd name="connsiteY5" fmla="*/ 65719 h 638602"/>
              <a:gd name="connsiteX6" fmla="*/ 246304 w 694608"/>
              <a:gd name="connsiteY6" fmla="*/ 426809 h 638602"/>
              <a:gd name="connsiteX7" fmla="*/ 230703 w 694608"/>
              <a:gd name="connsiteY7" fmla="*/ 407994 h 638602"/>
              <a:gd name="connsiteX8" fmla="*/ 135159 w 694608"/>
              <a:gd name="connsiteY8" fmla="*/ 368401 h 638602"/>
              <a:gd name="connsiteX9" fmla="*/ 135127 w 694608"/>
              <a:gd name="connsiteY9" fmla="*/ 368401 h 638602"/>
              <a:gd name="connsiteX10" fmla="*/ 0 w 694608"/>
              <a:gd name="connsiteY10" fmla="*/ 503474 h 638602"/>
              <a:gd name="connsiteX11" fmla="*/ 39552 w 694608"/>
              <a:gd name="connsiteY11" fmla="*/ 599008 h 638602"/>
              <a:gd name="connsiteX12" fmla="*/ 135096 w 694608"/>
              <a:gd name="connsiteY12" fmla="*/ 638602 h 638602"/>
              <a:gd name="connsiteX13" fmla="*/ 135127 w 694608"/>
              <a:gd name="connsiteY13" fmla="*/ 638602 h 638602"/>
              <a:gd name="connsiteX14" fmla="*/ 270255 w 694608"/>
              <a:gd name="connsiteY14" fmla="*/ 503529 h 638602"/>
              <a:gd name="connsiteX15" fmla="*/ 270255 w 694608"/>
              <a:gd name="connsiteY15" fmla="*/ 76272 h 638602"/>
              <a:gd name="connsiteX16" fmla="*/ 670641 w 694608"/>
              <a:gd name="connsiteY16" fmla="*/ 25551 h 638602"/>
              <a:gd name="connsiteX17" fmla="*/ 670641 w 694608"/>
              <a:gd name="connsiteY17" fmla="*/ 373143 h 638602"/>
              <a:gd name="connsiteX18" fmla="*/ 559513 w 694608"/>
              <a:gd name="connsiteY18" fmla="*/ 314687 h 638602"/>
              <a:gd name="connsiteX19" fmla="*/ 559497 w 694608"/>
              <a:gd name="connsiteY19" fmla="*/ 314687 h 638602"/>
              <a:gd name="connsiteX20" fmla="*/ 463970 w 694608"/>
              <a:gd name="connsiteY20" fmla="*/ 354240 h 638602"/>
              <a:gd name="connsiteX21" fmla="*/ 424385 w 694608"/>
              <a:gd name="connsiteY21" fmla="*/ 449759 h 638602"/>
              <a:gd name="connsiteX22" fmla="*/ 463945 w 694608"/>
              <a:gd name="connsiteY22" fmla="*/ 545286 h 638602"/>
              <a:gd name="connsiteX23" fmla="*/ 559481 w 694608"/>
              <a:gd name="connsiteY23" fmla="*/ 584864 h 638602"/>
              <a:gd name="connsiteX24" fmla="*/ 559497 w 694608"/>
              <a:gd name="connsiteY24" fmla="*/ 584864 h 638602"/>
              <a:gd name="connsiteX25" fmla="*/ 694609 w 694608"/>
              <a:gd name="connsiteY25" fmla="*/ 449791 h 638602"/>
              <a:gd name="connsiteX26" fmla="*/ 694593 w 694608"/>
              <a:gd name="connsiteY26" fmla="*/ 449480 h 638602"/>
              <a:gd name="connsiteX27" fmla="*/ 135136 w 694608"/>
              <a:gd name="connsiteY27" fmla="*/ 614662 h 638602"/>
              <a:gd name="connsiteX28" fmla="*/ 135104 w 694608"/>
              <a:gd name="connsiteY28" fmla="*/ 614662 h 638602"/>
              <a:gd name="connsiteX29" fmla="*/ 56502 w 694608"/>
              <a:gd name="connsiteY29" fmla="*/ 582086 h 638602"/>
              <a:gd name="connsiteX30" fmla="*/ 23960 w 694608"/>
              <a:gd name="connsiteY30" fmla="*/ 503482 h 638602"/>
              <a:gd name="connsiteX31" fmla="*/ 135136 w 694608"/>
              <a:gd name="connsiteY31" fmla="*/ 392356 h 638602"/>
              <a:gd name="connsiteX32" fmla="*/ 135167 w 694608"/>
              <a:gd name="connsiteY32" fmla="*/ 392356 h 638602"/>
              <a:gd name="connsiteX33" fmla="*/ 213770 w 694608"/>
              <a:gd name="connsiteY33" fmla="*/ 424933 h 638602"/>
              <a:gd name="connsiteX34" fmla="*/ 246311 w 694608"/>
              <a:gd name="connsiteY34" fmla="*/ 503537 h 638602"/>
              <a:gd name="connsiteX35" fmla="*/ 135136 w 694608"/>
              <a:gd name="connsiteY35" fmla="*/ 614662 h 638602"/>
              <a:gd name="connsiteX36" fmla="*/ 559505 w 694608"/>
              <a:gd name="connsiteY36" fmla="*/ 560916 h 638602"/>
              <a:gd name="connsiteX37" fmla="*/ 559489 w 694608"/>
              <a:gd name="connsiteY37" fmla="*/ 560916 h 638602"/>
              <a:gd name="connsiteX38" fmla="*/ 448345 w 694608"/>
              <a:gd name="connsiteY38" fmla="*/ 449759 h 638602"/>
              <a:gd name="connsiteX39" fmla="*/ 480911 w 694608"/>
              <a:gd name="connsiteY39" fmla="*/ 371179 h 638602"/>
              <a:gd name="connsiteX40" fmla="*/ 559545 w 694608"/>
              <a:gd name="connsiteY40" fmla="*/ 338634 h 638602"/>
              <a:gd name="connsiteX41" fmla="*/ 559545 w 694608"/>
              <a:gd name="connsiteY41" fmla="*/ 338634 h 638602"/>
              <a:gd name="connsiteX42" fmla="*/ 670641 w 694608"/>
              <a:gd name="connsiteY42" fmla="*/ 449480 h 638602"/>
              <a:gd name="connsiteX43" fmla="*/ 670641 w 694608"/>
              <a:gd name="connsiteY43" fmla="*/ 449759 h 638602"/>
              <a:gd name="connsiteX44" fmla="*/ 670649 w 694608"/>
              <a:gd name="connsiteY44" fmla="*/ 449871 h 638602"/>
              <a:gd name="connsiteX45" fmla="*/ 559497 w 694608"/>
              <a:gd name="connsiteY45" fmla="*/ 560916 h 63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94608" h="638602">
                <a:moveTo>
                  <a:pt x="694601" y="449480"/>
                </a:moveTo>
                <a:lnTo>
                  <a:pt x="694601" y="11965"/>
                </a:lnTo>
                <a:cubicBezTo>
                  <a:pt x="694601" y="8524"/>
                  <a:pt x="693116" y="5251"/>
                  <a:pt x="690545" y="2984"/>
                </a:cubicBezTo>
                <a:cubicBezTo>
                  <a:pt x="687958" y="717"/>
                  <a:pt x="684526" y="-320"/>
                  <a:pt x="681116" y="87"/>
                </a:cubicBezTo>
                <a:lnTo>
                  <a:pt x="256779" y="53841"/>
                </a:lnTo>
                <a:cubicBezTo>
                  <a:pt x="250791" y="54599"/>
                  <a:pt x="246304" y="59684"/>
                  <a:pt x="246304" y="65719"/>
                </a:cubicBezTo>
                <a:lnTo>
                  <a:pt x="246304" y="426809"/>
                </a:lnTo>
                <a:cubicBezTo>
                  <a:pt x="241697" y="420168"/>
                  <a:pt x="236539" y="413838"/>
                  <a:pt x="230703" y="407994"/>
                </a:cubicBezTo>
                <a:cubicBezTo>
                  <a:pt x="205186" y="382474"/>
                  <a:pt x="171255" y="368409"/>
                  <a:pt x="135159" y="368401"/>
                </a:cubicBezTo>
                <a:lnTo>
                  <a:pt x="135127" y="368401"/>
                </a:lnTo>
                <a:cubicBezTo>
                  <a:pt x="60638" y="368401"/>
                  <a:pt x="16" y="428989"/>
                  <a:pt x="0" y="503474"/>
                </a:cubicBezTo>
                <a:cubicBezTo>
                  <a:pt x="0" y="539563"/>
                  <a:pt x="14044" y="573488"/>
                  <a:pt x="39552" y="599008"/>
                </a:cubicBezTo>
                <a:cubicBezTo>
                  <a:pt x="65069" y="624529"/>
                  <a:pt x="99001" y="638594"/>
                  <a:pt x="135096" y="638602"/>
                </a:cubicBezTo>
                <a:lnTo>
                  <a:pt x="135127" y="638602"/>
                </a:lnTo>
                <a:cubicBezTo>
                  <a:pt x="209618" y="638602"/>
                  <a:pt x="270240" y="578015"/>
                  <a:pt x="270255" y="503529"/>
                </a:cubicBezTo>
                <a:lnTo>
                  <a:pt x="270255" y="76272"/>
                </a:lnTo>
                <a:lnTo>
                  <a:pt x="670641" y="25551"/>
                </a:lnTo>
                <a:lnTo>
                  <a:pt x="670641" y="373143"/>
                </a:lnTo>
                <a:cubicBezTo>
                  <a:pt x="646242" y="337884"/>
                  <a:pt x="605564" y="314703"/>
                  <a:pt x="559513" y="314687"/>
                </a:cubicBezTo>
                <a:lnTo>
                  <a:pt x="559497" y="314687"/>
                </a:lnTo>
                <a:cubicBezTo>
                  <a:pt x="523410" y="314687"/>
                  <a:pt x="489486" y="328736"/>
                  <a:pt x="463970" y="354240"/>
                </a:cubicBezTo>
                <a:cubicBezTo>
                  <a:pt x="438453" y="379752"/>
                  <a:pt x="424393" y="413670"/>
                  <a:pt x="424385" y="449759"/>
                </a:cubicBezTo>
                <a:cubicBezTo>
                  <a:pt x="424385" y="485840"/>
                  <a:pt x="438428" y="519766"/>
                  <a:pt x="463945" y="545286"/>
                </a:cubicBezTo>
                <a:cubicBezTo>
                  <a:pt x="489462" y="570798"/>
                  <a:pt x="523385" y="584856"/>
                  <a:pt x="559481" y="584864"/>
                </a:cubicBezTo>
                <a:lnTo>
                  <a:pt x="559497" y="584864"/>
                </a:lnTo>
                <a:cubicBezTo>
                  <a:pt x="633987" y="584864"/>
                  <a:pt x="694601" y="524268"/>
                  <a:pt x="694609" y="449791"/>
                </a:cubicBezTo>
                <a:cubicBezTo>
                  <a:pt x="694609" y="449687"/>
                  <a:pt x="694593" y="449583"/>
                  <a:pt x="694593" y="449480"/>
                </a:cubicBezTo>
                <a:close/>
                <a:moveTo>
                  <a:pt x="135136" y="614662"/>
                </a:moveTo>
                <a:lnTo>
                  <a:pt x="135104" y="614662"/>
                </a:lnTo>
                <a:cubicBezTo>
                  <a:pt x="105412" y="614662"/>
                  <a:pt x="77491" y="603088"/>
                  <a:pt x="56502" y="582086"/>
                </a:cubicBezTo>
                <a:cubicBezTo>
                  <a:pt x="35505" y="561091"/>
                  <a:pt x="23952" y="533177"/>
                  <a:pt x="23960" y="503482"/>
                </a:cubicBezTo>
                <a:cubicBezTo>
                  <a:pt x="23975" y="442200"/>
                  <a:pt x="73843" y="392356"/>
                  <a:pt x="135136" y="392356"/>
                </a:cubicBezTo>
                <a:lnTo>
                  <a:pt x="135167" y="392356"/>
                </a:lnTo>
                <a:cubicBezTo>
                  <a:pt x="164859" y="392356"/>
                  <a:pt x="192780" y="403931"/>
                  <a:pt x="213770" y="424933"/>
                </a:cubicBezTo>
                <a:cubicBezTo>
                  <a:pt x="234767" y="445928"/>
                  <a:pt x="246319" y="473842"/>
                  <a:pt x="246311" y="503537"/>
                </a:cubicBezTo>
                <a:cubicBezTo>
                  <a:pt x="246296" y="564819"/>
                  <a:pt x="196429" y="614662"/>
                  <a:pt x="135136" y="614662"/>
                </a:cubicBezTo>
                <a:close/>
                <a:moveTo>
                  <a:pt x="559505" y="560916"/>
                </a:moveTo>
                <a:lnTo>
                  <a:pt x="559489" y="560916"/>
                </a:lnTo>
                <a:cubicBezTo>
                  <a:pt x="498197" y="560916"/>
                  <a:pt x="448337" y="511049"/>
                  <a:pt x="448345" y="449759"/>
                </a:cubicBezTo>
                <a:cubicBezTo>
                  <a:pt x="448345" y="420072"/>
                  <a:pt x="459913" y="392165"/>
                  <a:pt x="480911" y="371179"/>
                </a:cubicBezTo>
                <a:cubicBezTo>
                  <a:pt x="501909" y="350185"/>
                  <a:pt x="529821" y="338634"/>
                  <a:pt x="559545" y="338634"/>
                </a:cubicBezTo>
                <a:lnTo>
                  <a:pt x="559545" y="338634"/>
                </a:lnTo>
                <a:cubicBezTo>
                  <a:pt x="620725" y="338658"/>
                  <a:pt x="670489" y="388349"/>
                  <a:pt x="670641" y="449480"/>
                </a:cubicBezTo>
                <a:lnTo>
                  <a:pt x="670641" y="449759"/>
                </a:lnTo>
                <a:cubicBezTo>
                  <a:pt x="670641" y="449759"/>
                  <a:pt x="670649" y="449831"/>
                  <a:pt x="670649" y="449871"/>
                </a:cubicBezTo>
                <a:cubicBezTo>
                  <a:pt x="670594" y="511113"/>
                  <a:pt x="620758" y="560916"/>
                  <a:pt x="559497" y="560916"/>
                </a:cubicBezTo>
                <a:close/>
              </a:path>
            </a:pathLst>
          </a:custGeom>
          <a:solidFill>
            <a:schemeClr val="tx1"/>
          </a:solidFill>
          <a:ln w="0" cap="flat">
            <a:noFill/>
            <a:prstDash val="solid"/>
            <a:miter/>
          </a:ln>
        </p:spPr>
        <p:txBody>
          <a:bodyPr rtlCol="0" anchor="ctr"/>
          <a:lstStyle/>
          <a:p>
            <a:endParaRPr lang="de-DE"/>
          </a:p>
        </p:txBody>
      </p:sp>
      <p:sp>
        <p:nvSpPr>
          <p:cNvPr id="386" name="Freihandform 385">
            <a:extLst>
              <a:ext uri="{FF2B5EF4-FFF2-40B4-BE49-F238E27FC236}">
                <a16:creationId xmlns:a16="http://schemas.microsoft.com/office/drawing/2014/main" id="{4CC53C9A-57F6-FFD0-7EA3-7ACD59FCB334}"/>
              </a:ext>
            </a:extLst>
          </p:cNvPr>
          <p:cNvSpPr/>
          <p:nvPr/>
        </p:nvSpPr>
        <p:spPr>
          <a:xfrm>
            <a:off x="5795101" y="5247623"/>
            <a:ext cx="601801" cy="537881"/>
          </a:xfrm>
          <a:custGeom>
            <a:avLst/>
            <a:gdLst>
              <a:gd name="connsiteX0" fmla="*/ 641771 w 722584"/>
              <a:gd name="connsiteY0" fmla="*/ 96238 h 645835"/>
              <a:gd name="connsiteX1" fmla="*/ 350263 w 722584"/>
              <a:gd name="connsiteY1" fmla="*/ 96238 h 645835"/>
              <a:gd name="connsiteX2" fmla="*/ 350263 w 722584"/>
              <a:gd name="connsiteY2" fmla="*/ 80743 h 645835"/>
              <a:gd name="connsiteX3" fmla="*/ 326574 w 722584"/>
              <a:gd name="connsiteY3" fmla="*/ 23636 h 645835"/>
              <a:gd name="connsiteX4" fmla="*/ 269473 w 722584"/>
              <a:gd name="connsiteY4" fmla="*/ 0 h 645835"/>
              <a:gd name="connsiteX5" fmla="*/ 80773 w 722584"/>
              <a:gd name="connsiteY5" fmla="*/ 0 h 645835"/>
              <a:gd name="connsiteX6" fmla="*/ 16 w 722584"/>
              <a:gd name="connsiteY6" fmla="*/ 80807 h 645835"/>
              <a:gd name="connsiteX7" fmla="*/ 16 w 722584"/>
              <a:gd name="connsiteY7" fmla="*/ 232907 h 645835"/>
              <a:gd name="connsiteX8" fmla="*/ 0 w 722584"/>
              <a:gd name="connsiteY8" fmla="*/ 233058 h 645835"/>
              <a:gd name="connsiteX9" fmla="*/ 16 w 722584"/>
              <a:gd name="connsiteY9" fmla="*/ 233210 h 645835"/>
              <a:gd name="connsiteX10" fmla="*/ 16 w 722584"/>
              <a:gd name="connsiteY10" fmla="*/ 565180 h 645835"/>
              <a:gd name="connsiteX11" fmla="*/ 80749 w 722584"/>
              <a:gd name="connsiteY11" fmla="*/ 645835 h 645835"/>
              <a:gd name="connsiteX12" fmla="*/ 641803 w 722584"/>
              <a:gd name="connsiteY12" fmla="*/ 645835 h 645835"/>
              <a:gd name="connsiteX13" fmla="*/ 722585 w 722584"/>
              <a:gd name="connsiteY13" fmla="*/ 565092 h 645835"/>
              <a:gd name="connsiteX14" fmla="*/ 722585 w 722584"/>
              <a:gd name="connsiteY14" fmla="*/ 177149 h 645835"/>
              <a:gd name="connsiteX15" fmla="*/ 641764 w 722584"/>
              <a:gd name="connsiteY15" fmla="*/ 96238 h 645835"/>
              <a:gd name="connsiteX16" fmla="*/ 80837 w 722584"/>
              <a:gd name="connsiteY16" fmla="*/ 23948 h 645835"/>
              <a:gd name="connsiteX17" fmla="*/ 269473 w 722584"/>
              <a:gd name="connsiteY17" fmla="*/ 23948 h 645835"/>
              <a:gd name="connsiteX18" fmla="*/ 309640 w 722584"/>
              <a:gd name="connsiteY18" fmla="*/ 40575 h 645835"/>
              <a:gd name="connsiteX19" fmla="*/ 326311 w 722584"/>
              <a:gd name="connsiteY19" fmla="*/ 80807 h 645835"/>
              <a:gd name="connsiteX20" fmla="*/ 326311 w 722584"/>
              <a:gd name="connsiteY20" fmla="*/ 108219 h 645835"/>
              <a:gd name="connsiteX21" fmla="*/ 338287 w 722584"/>
              <a:gd name="connsiteY21" fmla="*/ 120193 h 645835"/>
              <a:gd name="connsiteX22" fmla="*/ 641755 w 722584"/>
              <a:gd name="connsiteY22" fmla="*/ 120193 h 645835"/>
              <a:gd name="connsiteX23" fmla="*/ 698641 w 722584"/>
              <a:gd name="connsiteY23" fmla="*/ 177156 h 645835"/>
              <a:gd name="connsiteX24" fmla="*/ 698641 w 722584"/>
              <a:gd name="connsiteY24" fmla="*/ 221093 h 645835"/>
              <a:gd name="connsiteX25" fmla="*/ 23968 w 722584"/>
              <a:gd name="connsiteY25" fmla="*/ 221093 h 645835"/>
              <a:gd name="connsiteX26" fmla="*/ 23968 w 722584"/>
              <a:gd name="connsiteY26" fmla="*/ 80807 h 645835"/>
              <a:gd name="connsiteX27" fmla="*/ 80837 w 722584"/>
              <a:gd name="connsiteY27" fmla="*/ 23955 h 645835"/>
              <a:gd name="connsiteX28" fmla="*/ 641787 w 722584"/>
              <a:gd name="connsiteY28" fmla="*/ 621888 h 645835"/>
              <a:gd name="connsiteX29" fmla="*/ 80766 w 722584"/>
              <a:gd name="connsiteY29" fmla="*/ 621888 h 645835"/>
              <a:gd name="connsiteX30" fmla="*/ 23968 w 722584"/>
              <a:gd name="connsiteY30" fmla="*/ 565092 h 645835"/>
              <a:gd name="connsiteX31" fmla="*/ 23968 w 722584"/>
              <a:gd name="connsiteY31" fmla="*/ 245032 h 645835"/>
              <a:gd name="connsiteX32" fmla="*/ 698641 w 722584"/>
              <a:gd name="connsiteY32" fmla="*/ 245032 h 645835"/>
              <a:gd name="connsiteX33" fmla="*/ 698641 w 722584"/>
              <a:gd name="connsiteY33" fmla="*/ 565092 h 645835"/>
              <a:gd name="connsiteX34" fmla="*/ 641787 w 722584"/>
              <a:gd name="connsiteY34" fmla="*/ 621888 h 64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722584" h="645835">
                <a:moveTo>
                  <a:pt x="641771" y="96238"/>
                </a:moveTo>
                <a:lnTo>
                  <a:pt x="350263" y="96238"/>
                </a:lnTo>
                <a:lnTo>
                  <a:pt x="350263" y="80743"/>
                </a:lnTo>
                <a:cubicBezTo>
                  <a:pt x="350263" y="59166"/>
                  <a:pt x="341840" y="38891"/>
                  <a:pt x="326574" y="23636"/>
                </a:cubicBezTo>
                <a:cubicBezTo>
                  <a:pt x="311317" y="8398"/>
                  <a:pt x="291038" y="0"/>
                  <a:pt x="269473" y="0"/>
                </a:cubicBezTo>
                <a:lnTo>
                  <a:pt x="80773" y="0"/>
                </a:lnTo>
                <a:cubicBezTo>
                  <a:pt x="36223" y="16"/>
                  <a:pt x="-8" y="36273"/>
                  <a:pt x="16" y="80807"/>
                </a:cubicBezTo>
                <a:lnTo>
                  <a:pt x="16" y="232907"/>
                </a:lnTo>
                <a:cubicBezTo>
                  <a:pt x="16" y="232963"/>
                  <a:pt x="0" y="233010"/>
                  <a:pt x="0" y="233058"/>
                </a:cubicBezTo>
                <a:cubicBezTo>
                  <a:pt x="0" y="233106"/>
                  <a:pt x="16" y="233162"/>
                  <a:pt x="16" y="233210"/>
                </a:cubicBezTo>
                <a:lnTo>
                  <a:pt x="16" y="565180"/>
                </a:lnTo>
                <a:cubicBezTo>
                  <a:pt x="64" y="609666"/>
                  <a:pt x="36279" y="645835"/>
                  <a:pt x="80749" y="645835"/>
                </a:cubicBezTo>
                <a:lnTo>
                  <a:pt x="641803" y="645835"/>
                </a:lnTo>
                <a:cubicBezTo>
                  <a:pt x="686338" y="645835"/>
                  <a:pt x="722577" y="609619"/>
                  <a:pt x="722585" y="565092"/>
                </a:cubicBezTo>
                <a:lnTo>
                  <a:pt x="722585" y="177149"/>
                </a:lnTo>
                <a:cubicBezTo>
                  <a:pt x="722585" y="132590"/>
                  <a:pt x="686346" y="96293"/>
                  <a:pt x="641764" y="96238"/>
                </a:cubicBezTo>
                <a:close/>
                <a:moveTo>
                  <a:pt x="80837" y="23948"/>
                </a:moveTo>
                <a:lnTo>
                  <a:pt x="269473" y="23948"/>
                </a:lnTo>
                <a:cubicBezTo>
                  <a:pt x="284643" y="23948"/>
                  <a:pt x="298918" y="29855"/>
                  <a:pt x="309640" y="40575"/>
                </a:cubicBezTo>
                <a:cubicBezTo>
                  <a:pt x="320387" y="51312"/>
                  <a:pt x="326303" y="65577"/>
                  <a:pt x="326311" y="80807"/>
                </a:cubicBezTo>
                <a:lnTo>
                  <a:pt x="326311" y="108219"/>
                </a:lnTo>
                <a:cubicBezTo>
                  <a:pt x="326311" y="114829"/>
                  <a:pt x="331676" y="120193"/>
                  <a:pt x="338287" y="120193"/>
                </a:cubicBezTo>
                <a:lnTo>
                  <a:pt x="641755" y="120193"/>
                </a:lnTo>
                <a:cubicBezTo>
                  <a:pt x="673132" y="120233"/>
                  <a:pt x="698649" y="145785"/>
                  <a:pt x="698641" y="177156"/>
                </a:cubicBezTo>
                <a:lnTo>
                  <a:pt x="698641" y="221093"/>
                </a:lnTo>
                <a:lnTo>
                  <a:pt x="23968" y="221093"/>
                </a:lnTo>
                <a:lnTo>
                  <a:pt x="23968" y="80807"/>
                </a:lnTo>
                <a:cubicBezTo>
                  <a:pt x="23960" y="49468"/>
                  <a:pt x="49444" y="23971"/>
                  <a:pt x="80837" y="23955"/>
                </a:cubicBezTo>
                <a:close/>
                <a:moveTo>
                  <a:pt x="641787" y="621888"/>
                </a:moveTo>
                <a:lnTo>
                  <a:pt x="80766" y="621888"/>
                </a:lnTo>
                <a:cubicBezTo>
                  <a:pt x="49477" y="621888"/>
                  <a:pt x="24000" y="596447"/>
                  <a:pt x="23968" y="565092"/>
                </a:cubicBezTo>
                <a:lnTo>
                  <a:pt x="23968" y="245032"/>
                </a:lnTo>
                <a:lnTo>
                  <a:pt x="698641" y="245032"/>
                </a:lnTo>
                <a:lnTo>
                  <a:pt x="698641" y="565092"/>
                </a:lnTo>
                <a:cubicBezTo>
                  <a:pt x="698641" y="596416"/>
                  <a:pt x="673140" y="621888"/>
                  <a:pt x="641787" y="621888"/>
                </a:cubicBezTo>
                <a:close/>
              </a:path>
            </a:pathLst>
          </a:custGeom>
          <a:solidFill>
            <a:schemeClr val="tx1"/>
          </a:solidFill>
          <a:ln w="0" cap="flat">
            <a:noFill/>
            <a:prstDash val="solid"/>
            <a:miter/>
          </a:ln>
        </p:spPr>
        <p:txBody>
          <a:bodyPr rtlCol="0" anchor="ctr"/>
          <a:lstStyle/>
          <a:p>
            <a:endParaRPr lang="de-DE"/>
          </a:p>
        </p:txBody>
      </p:sp>
      <p:sp>
        <p:nvSpPr>
          <p:cNvPr id="387" name="Freihandform 386">
            <a:extLst>
              <a:ext uri="{FF2B5EF4-FFF2-40B4-BE49-F238E27FC236}">
                <a16:creationId xmlns:a16="http://schemas.microsoft.com/office/drawing/2014/main" id="{0D45D2FA-48B7-C3DE-928B-7CC80E02549C}"/>
              </a:ext>
            </a:extLst>
          </p:cNvPr>
          <p:cNvSpPr/>
          <p:nvPr/>
        </p:nvSpPr>
        <p:spPr>
          <a:xfrm>
            <a:off x="8360637" y="5229503"/>
            <a:ext cx="464505" cy="574120"/>
          </a:xfrm>
          <a:custGeom>
            <a:avLst/>
            <a:gdLst>
              <a:gd name="connsiteX0" fmla="*/ 545757 w 557733"/>
              <a:gd name="connsiteY0" fmla="*/ 0 h 689348"/>
              <a:gd name="connsiteX1" fmla="*/ 533781 w 557733"/>
              <a:gd name="connsiteY1" fmla="*/ 11974 h 689348"/>
              <a:gd name="connsiteX2" fmla="*/ 533781 w 557733"/>
              <a:gd name="connsiteY2" fmla="*/ 81574 h 689348"/>
              <a:gd name="connsiteX3" fmla="*/ 271589 w 557733"/>
              <a:gd name="connsiteY3" fmla="*/ 85277 h 689348"/>
              <a:gd name="connsiteX4" fmla="*/ 16598 w 557733"/>
              <a:gd name="connsiteY4" fmla="*/ 84663 h 689348"/>
              <a:gd name="connsiteX5" fmla="*/ 5342 w 557733"/>
              <a:gd name="connsiteY5" fmla="*/ 85740 h 689348"/>
              <a:gd name="connsiteX6" fmla="*/ 0 w 557733"/>
              <a:gd name="connsiteY6" fmla="*/ 95711 h 689348"/>
              <a:gd name="connsiteX7" fmla="*/ 0 w 557733"/>
              <a:gd name="connsiteY7" fmla="*/ 435400 h 689348"/>
              <a:gd name="connsiteX8" fmla="*/ 7353 w 557733"/>
              <a:gd name="connsiteY8" fmla="*/ 446447 h 689348"/>
              <a:gd name="connsiteX9" fmla="*/ 144836 w 557733"/>
              <a:gd name="connsiteY9" fmla="*/ 473859 h 689348"/>
              <a:gd name="connsiteX10" fmla="*/ 280730 w 557733"/>
              <a:gd name="connsiteY10" fmla="*/ 447094 h 689348"/>
              <a:gd name="connsiteX11" fmla="*/ 533781 w 557733"/>
              <a:gd name="connsiteY11" fmla="*/ 446918 h 689348"/>
              <a:gd name="connsiteX12" fmla="*/ 533781 w 557733"/>
              <a:gd name="connsiteY12" fmla="*/ 677374 h 689348"/>
              <a:gd name="connsiteX13" fmla="*/ 545757 w 557733"/>
              <a:gd name="connsiteY13" fmla="*/ 689348 h 689348"/>
              <a:gd name="connsiteX14" fmla="*/ 557733 w 557733"/>
              <a:gd name="connsiteY14" fmla="*/ 677374 h 689348"/>
              <a:gd name="connsiteX15" fmla="*/ 557733 w 557733"/>
              <a:gd name="connsiteY15" fmla="*/ 11990 h 689348"/>
              <a:gd name="connsiteX16" fmla="*/ 545757 w 557733"/>
              <a:gd name="connsiteY16" fmla="*/ 16 h 689348"/>
              <a:gd name="connsiteX17" fmla="*/ 271589 w 557733"/>
              <a:gd name="connsiteY17" fmla="*/ 424943 h 689348"/>
              <a:gd name="connsiteX18" fmla="*/ 23944 w 557733"/>
              <a:gd name="connsiteY18" fmla="*/ 427313 h 689348"/>
              <a:gd name="connsiteX19" fmla="*/ 23944 w 557733"/>
              <a:gd name="connsiteY19" fmla="*/ 113200 h 689348"/>
              <a:gd name="connsiteX20" fmla="*/ 280715 w 557733"/>
              <a:gd name="connsiteY20" fmla="*/ 107405 h 689348"/>
              <a:gd name="connsiteX21" fmla="*/ 533773 w 557733"/>
              <a:gd name="connsiteY21" fmla="*/ 107253 h 689348"/>
              <a:gd name="connsiteX22" fmla="*/ 533773 w 557733"/>
              <a:gd name="connsiteY22" fmla="*/ 421214 h 689348"/>
              <a:gd name="connsiteX23" fmla="*/ 271581 w 557733"/>
              <a:gd name="connsiteY23" fmla="*/ 424943 h 689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57733" h="689348">
                <a:moveTo>
                  <a:pt x="545757" y="0"/>
                </a:moveTo>
                <a:cubicBezTo>
                  <a:pt x="539146" y="0"/>
                  <a:pt x="533781" y="5364"/>
                  <a:pt x="533781" y="11974"/>
                </a:cubicBezTo>
                <a:lnTo>
                  <a:pt x="533781" y="81574"/>
                </a:lnTo>
                <a:cubicBezTo>
                  <a:pt x="449695" y="49811"/>
                  <a:pt x="354837" y="50960"/>
                  <a:pt x="271589" y="85277"/>
                </a:cubicBezTo>
                <a:cubicBezTo>
                  <a:pt x="190488" y="118764"/>
                  <a:pt x="97540" y="118533"/>
                  <a:pt x="16598" y="84663"/>
                </a:cubicBezTo>
                <a:cubicBezTo>
                  <a:pt x="12902" y="83122"/>
                  <a:pt x="8694" y="83521"/>
                  <a:pt x="5342" y="85740"/>
                </a:cubicBezTo>
                <a:cubicBezTo>
                  <a:pt x="2004" y="87959"/>
                  <a:pt x="0" y="91703"/>
                  <a:pt x="0" y="95711"/>
                </a:cubicBezTo>
                <a:lnTo>
                  <a:pt x="0" y="435400"/>
                </a:lnTo>
                <a:cubicBezTo>
                  <a:pt x="0" y="440221"/>
                  <a:pt x="2898" y="444579"/>
                  <a:pt x="7353" y="446447"/>
                </a:cubicBezTo>
                <a:cubicBezTo>
                  <a:pt x="51017" y="464719"/>
                  <a:pt x="97923" y="473867"/>
                  <a:pt x="144836" y="473859"/>
                </a:cubicBezTo>
                <a:cubicBezTo>
                  <a:pt x="191175" y="473859"/>
                  <a:pt x="237529" y="464943"/>
                  <a:pt x="280730" y="447094"/>
                </a:cubicBezTo>
                <a:cubicBezTo>
                  <a:pt x="361192" y="413903"/>
                  <a:pt x="453295" y="413879"/>
                  <a:pt x="533781" y="446918"/>
                </a:cubicBezTo>
                <a:lnTo>
                  <a:pt x="533781" y="677374"/>
                </a:lnTo>
                <a:cubicBezTo>
                  <a:pt x="533781" y="683984"/>
                  <a:pt x="539146" y="689348"/>
                  <a:pt x="545757" y="689348"/>
                </a:cubicBezTo>
                <a:cubicBezTo>
                  <a:pt x="552368" y="689348"/>
                  <a:pt x="557733" y="683984"/>
                  <a:pt x="557733" y="677374"/>
                </a:cubicBezTo>
                <a:lnTo>
                  <a:pt x="557733" y="11990"/>
                </a:lnTo>
                <a:cubicBezTo>
                  <a:pt x="557733" y="5380"/>
                  <a:pt x="552368" y="16"/>
                  <a:pt x="545757" y="16"/>
                </a:cubicBezTo>
                <a:close/>
                <a:moveTo>
                  <a:pt x="271589" y="424943"/>
                </a:moveTo>
                <a:cubicBezTo>
                  <a:pt x="192932" y="457432"/>
                  <a:pt x="103136" y="458206"/>
                  <a:pt x="23944" y="427313"/>
                </a:cubicBezTo>
                <a:lnTo>
                  <a:pt x="23944" y="113200"/>
                </a:lnTo>
                <a:cubicBezTo>
                  <a:pt x="106649" y="142943"/>
                  <a:pt x="199239" y="141035"/>
                  <a:pt x="280715" y="107405"/>
                </a:cubicBezTo>
                <a:cubicBezTo>
                  <a:pt x="361177" y="74221"/>
                  <a:pt x="453287" y="74238"/>
                  <a:pt x="533773" y="107253"/>
                </a:cubicBezTo>
                <a:lnTo>
                  <a:pt x="533773" y="421214"/>
                </a:lnTo>
                <a:cubicBezTo>
                  <a:pt x="449670" y="389420"/>
                  <a:pt x="354821" y="390578"/>
                  <a:pt x="271581" y="424943"/>
                </a:cubicBezTo>
                <a:close/>
              </a:path>
            </a:pathLst>
          </a:custGeom>
          <a:solidFill>
            <a:schemeClr val="tx1"/>
          </a:solidFill>
          <a:ln w="0" cap="flat">
            <a:noFill/>
            <a:prstDash val="solid"/>
            <a:miter/>
          </a:ln>
        </p:spPr>
        <p:txBody>
          <a:bodyPr rtlCol="0" anchor="ctr"/>
          <a:lstStyle/>
          <a:p>
            <a:endParaRPr lang="de-DE"/>
          </a:p>
        </p:txBody>
      </p:sp>
      <p:sp>
        <p:nvSpPr>
          <p:cNvPr id="388" name="Freihandform 387">
            <a:extLst>
              <a:ext uri="{FF2B5EF4-FFF2-40B4-BE49-F238E27FC236}">
                <a16:creationId xmlns:a16="http://schemas.microsoft.com/office/drawing/2014/main" id="{7C003894-A5AD-9060-21F0-662F80AC6D00}"/>
              </a:ext>
            </a:extLst>
          </p:cNvPr>
          <p:cNvSpPr/>
          <p:nvPr/>
        </p:nvSpPr>
        <p:spPr>
          <a:xfrm>
            <a:off x="808612" y="2521086"/>
            <a:ext cx="587227" cy="482680"/>
          </a:xfrm>
          <a:custGeom>
            <a:avLst/>
            <a:gdLst>
              <a:gd name="connsiteX0" fmla="*/ 704916 w 705086"/>
              <a:gd name="connsiteY0" fmla="*/ 270528 h 579556"/>
              <a:gd name="connsiteX1" fmla="*/ 684797 w 705086"/>
              <a:gd name="connsiteY1" fmla="*/ 230815 h 579556"/>
              <a:gd name="connsiteX2" fmla="*/ 431698 w 705086"/>
              <a:gd name="connsiteY2" fmla="*/ 13914 h 579556"/>
              <a:gd name="connsiteX3" fmla="*/ 394022 w 705086"/>
              <a:gd name="connsiteY3" fmla="*/ 0 h 579556"/>
              <a:gd name="connsiteX4" fmla="*/ 393935 w 705086"/>
              <a:gd name="connsiteY4" fmla="*/ 0 h 579556"/>
              <a:gd name="connsiteX5" fmla="*/ 335732 w 705086"/>
              <a:gd name="connsiteY5" fmla="*/ 58121 h 579556"/>
              <a:gd name="connsiteX6" fmla="*/ 335732 w 705086"/>
              <a:gd name="connsiteY6" fmla="*/ 164432 h 579556"/>
              <a:gd name="connsiteX7" fmla="*/ 0 w 705086"/>
              <a:gd name="connsiteY7" fmla="*/ 512000 h 579556"/>
              <a:gd name="connsiteX8" fmla="*/ 3744 w 705086"/>
              <a:gd name="connsiteY8" fmla="*/ 569139 h 579556"/>
              <a:gd name="connsiteX9" fmla="*/ 14379 w 705086"/>
              <a:gd name="connsiteY9" fmla="*/ 579493 h 579556"/>
              <a:gd name="connsiteX10" fmla="*/ 15625 w 705086"/>
              <a:gd name="connsiteY10" fmla="*/ 579556 h 579556"/>
              <a:gd name="connsiteX11" fmla="*/ 26914 w 705086"/>
              <a:gd name="connsiteY11" fmla="*/ 571558 h 579556"/>
              <a:gd name="connsiteX12" fmla="*/ 335668 w 705086"/>
              <a:gd name="connsiteY12" fmla="*/ 385022 h 579556"/>
              <a:gd name="connsiteX13" fmla="*/ 335668 w 705086"/>
              <a:gd name="connsiteY13" fmla="*/ 491788 h 579556"/>
              <a:gd name="connsiteX14" fmla="*/ 369624 w 705086"/>
              <a:gd name="connsiteY14" fmla="*/ 544609 h 579556"/>
              <a:gd name="connsiteX15" fmla="*/ 393887 w 705086"/>
              <a:gd name="connsiteY15" fmla="*/ 549949 h 579556"/>
              <a:gd name="connsiteX16" fmla="*/ 431722 w 705086"/>
              <a:gd name="connsiteY16" fmla="*/ 535956 h 579556"/>
              <a:gd name="connsiteX17" fmla="*/ 684797 w 705086"/>
              <a:gd name="connsiteY17" fmla="*/ 319054 h 579556"/>
              <a:gd name="connsiteX18" fmla="*/ 691048 w 705086"/>
              <a:gd name="connsiteY18" fmla="*/ 312820 h 579556"/>
              <a:gd name="connsiteX19" fmla="*/ 704916 w 705086"/>
              <a:gd name="connsiteY19" fmla="*/ 270520 h 579556"/>
              <a:gd name="connsiteX20" fmla="*/ 672885 w 705086"/>
              <a:gd name="connsiteY20" fmla="*/ 297214 h 579556"/>
              <a:gd name="connsiteX21" fmla="*/ 669212 w 705086"/>
              <a:gd name="connsiteY21" fmla="*/ 300886 h 579556"/>
              <a:gd name="connsiteX22" fmla="*/ 416130 w 705086"/>
              <a:gd name="connsiteY22" fmla="*/ 517787 h 579556"/>
              <a:gd name="connsiteX23" fmla="*/ 393959 w 705086"/>
              <a:gd name="connsiteY23" fmla="*/ 526009 h 579556"/>
              <a:gd name="connsiteX24" fmla="*/ 379595 w 705086"/>
              <a:gd name="connsiteY24" fmla="*/ 522840 h 579556"/>
              <a:gd name="connsiteX25" fmla="*/ 359628 w 705086"/>
              <a:gd name="connsiteY25" fmla="*/ 491780 h 579556"/>
              <a:gd name="connsiteX26" fmla="*/ 359628 w 705086"/>
              <a:gd name="connsiteY26" fmla="*/ 373583 h 579556"/>
              <a:gd name="connsiteX27" fmla="*/ 348235 w 705086"/>
              <a:gd name="connsiteY27" fmla="*/ 361625 h 579556"/>
              <a:gd name="connsiteX28" fmla="*/ 289513 w 705086"/>
              <a:gd name="connsiteY28" fmla="*/ 360029 h 579556"/>
              <a:gd name="connsiteX29" fmla="*/ 23960 w 705086"/>
              <a:gd name="connsiteY29" fmla="*/ 514315 h 579556"/>
              <a:gd name="connsiteX30" fmla="*/ 23960 w 705086"/>
              <a:gd name="connsiteY30" fmla="*/ 512008 h 579556"/>
              <a:gd name="connsiteX31" fmla="*/ 347109 w 705086"/>
              <a:gd name="connsiteY31" fmla="*/ 188292 h 579556"/>
              <a:gd name="connsiteX32" fmla="*/ 359700 w 705086"/>
              <a:gd name="connsiteY32" fmla="*/ 176334 h 579556"/>
              <a:gd name="connsiteX33" fmla="*/ 359700 w 705086"/>
              <a:gd name="connsiteY33" fmla="*/ 58137 h 579556"/>
              <a:gd name="connsiteX34" fmla="*/ 393951 w 705086"/>
              <a:gd name="connsiteY34" fmla="*/ 23948 h 579556"/>
              <a:gd name="connsiteX35" fmla="*/ 394006 w 705086"/>
              <a:gd name="connsiteY35" fmla="*/ 23948 h 579556"/>
              <a:gd name="connsiteX36" fmla="*/ 416154 w 705086"/>
              <a:gd name="connsiteY36" fmla="*/ 32114 h 579556"/>
              <a:gd name="connsiteX37" fmla="*/ 669220 w 705086"/>
              <a:gd name="connsiteY37" fmla="*/ 248983 h 579556"/>
              <a:gd name="connsiteX38" fmla="*/ 681044 w 705086"/>
              <a:gd name="connsiteY38" fmla="*/ 272340 h 579556"/>
              <a:gd name="connsiteX39" fmla="*/ 672901 w 705086"/>
              <a:gd name="connsiteY39" fmla="*/ 297206 h 57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705086" h="579556">
                <a:moveTo>
                  <a:pt x="704916" y="270528"/>
                </a:moveTo>
                <a:cubicBezTo>
                  <a:pt x="703743" y="255042"/>
                  <a:pt x="696597" y="240937"/>
                  <a:pt x="684797" y="230815"/>
                </a:cubicBezTo>
                <a:lnTo>
                  <a:pt x="431698" y="13914"/>
                </a:lnTo>
                <a:cubicBezTo>
                  <a:pt x="421192" y="4957"/>
                  <a:pt x="407811" y="24"/>
                  <a:pt x="394022" y="0"/>
                </a:cubicBezTo>
                <a:lnTo>
                  <a:pt x="393935" y="0"/>
                </a:lnTo>
                <a:cubicBezTo>
                  <a:pt x="361879" y="0"/>
                  <a:pt x="335780" y="26047"/>
                  <a:pt x="335732" y="58121"/>
                </a:cubicBezTo>
                <a:lnTo>
                  <a:pt x="335732" y="164432"/>
                </a:lnTo>
                <a:cubicBezTo>
                  <a:pt x="103671" y="167961"/>
                  <a:pt x="0" y="275581"/>
                  <a:pt x="0" y="512000"/>
                </a:cubicBezTo>
                <a:cubicBezTo>
                  <a:pt x="0" y="531054"/>
                  <a:pt x="1261" y="550276"/>
                  <a:pt x="3744" y="569139"/>
                </a:cubicBezTo>
                <a:cubicBezTo>
                  <a:pt x="4471" y="574631"/>
                  <a:pt x="8870" y="578918"/>
                  <a:pt x="14379" y="579493"/>
                </a:cubicBezTo>
                <a:cubicBezTo>
                  <a:pt x="14794" y="579532"/>
                  <a:pt x="15209" y="579556"/>
                  <a:pt x="15625" y="579556"/>
                </a:cubicBezTo>
                <a:cubicBezTo>
                  <a:pt x="20654" y="579556"/>
                  <a:pt x="25213" y="576395"/>
                  <a:pt x="26914" y="571558"/>
                </a:cubicBezTo>
                <a:cubicBezTo>
                  <a:pt x="85404" y="405449"/>
                  <a:pt x="156213" y="377454"/>
                  <a:pt x="335668" y="385022"/>
                </a:cubicBezTo>
                <a:lnTo>
                  <a:pt x="335668" y="491788"/>
                </a:lnTo>
                <a:cubicBezTo>
                  <a:pt x="335700" y="514443"/>
                  <a:pt x="349025" y="535181"/>
                  <a:pt x="369624" y="544609"/>
                </a:cubicBezTo>
                <a:cubicBezTo>
                  <a:pt x="377272" y="548105"/>
                  <a:pt x="385408" y="549901"/>
                  <a:pt x="393887" y="549949"/>
                </a:cubicBezTo>
                <a:cubicBezTo>
                  <a:pt x="407763" y="549949"/>
                  <a:pt x="421200" y="544984"/>
                  <a:pt x="431722" y="535956"/>
                </a:cubicBezTo>
                <a:lnTo>
                  <a:pt x="684797" y="319054"/>
                </a:lnTo>
                <a:cubicBezTo>
                  <a:pt x="687008" y="317162"/>
                  <a:pt x="689108" y="315071"/>
                  <a:pt x="691048" y="312820"/>
                </a:cubicBezTo>
                <a:cubicBezTo>
                  <a:pt x="701172" y="301030"/>
                  <a:pt x="706090" y="286014"/>
                  <a:pt x="704916" y="270520"/>
                </a:cubicBezTo>
                <a:close/>
                <a:moveTo>
                  <a:pt x="672885" y="297214"/>
                </a:moveTo>
                <a:cubicBezTo>
                  <a:pt x="671751" y="298523"/>
                  <a:pt x="670529" y="299752"/>
                  <a:pt x="669212" y="300886"/>
                </a:cubicBezTo>
                <a:lnTo>
                  <a:pt x="416130" y="517787"/>
                </a:lnTo>
                <a:cubicBezTo>
                  <a:pt x="409942" y="523088"/>
                  <a:pt x="402046" y="526009"/>
                  <a:pt x="393959" y="526009"/>
                </a:cubicBezTo>
                <a:cubicBezTo>
                  <a:pt x="388969" y="525978"/>
                  <a:pt x="384130" y="524908"/>
                  <a:pt x="379595" y="522840"/>
                </a:cubicBezTo>
                <a:cubicBezTo>
                  <a:pt x="367476" y="517300"/>
                  <a:pt x="359636" y="505095"/>
                  <a:pt x="359628" y="491780"/>
                </a:cubicBezTo>
                <a:lnTo>
                  <a:pt x="359628" y="373583"/>
                </a:lnTo>
                <a:cubicBezTo>
                  <a:pt x="359628" y="367197"/>
                  <a:pt x="354614" y="361936"/>
                  <a:pt x="348235" y="361625"/>
                </a:cubicBezTo>
                <a:cubicBezTo>
                  <a:pt x="327492" y="360611"/>
                  <a:pt x="307964" y="360029"/>
                  <a:pt x="289513" y="360029"/>
                </a:cubicBezTo>
                <a:cubicBezTo>
                  <a:pt x="156006" y="360029"/>
                  <a:pt x="80007" y="390809"/>
                  <a:pt x="23960" y="514315"/>
                </a:cubicBezTo>
                <a:cubicBezTo>
                  <a:pt x="23960" y="513549"/>
                  <a:pt x="23960" y="512782"/>
                  <a:pt x="23960" y="512008"/>
                </a:cubicBezTo>
                <a:cubicBezTo>
                  <a:pt x="23960" y="285304"/>
                  <a:pt x="120597" y="188460"/>
                  <a:pt x="347109" y="188292"/>
                </a:cubicBezTo>
                <a:cubicBezTo>
                  <a:pt x="353775" y="188564"/>
                  <a:pt x="359700" y="183151"/>
                  <a:pt x="359700" y="176334"/>
                </a:cubicBezTo>
                <a:lnTo>
                  <a:pt x="359700" y="58137"/>
                </a:lnTo>
                <a:cubicBezTo>
                  <a:pt x="359723" y="39274"/>
                  <a:pt x="375085" y="23948"/>
                  <a:pt x="393951" y="23948"/>
                </a:cubicBezTo>
                <a:lnTo>
                  <a:pt x="394006" y="23948"/>
                </a:lnTo>
                <a:cubicBezTo>
                  <a:pt x="402118" y="23948"/>
                  <a:pt x="409998" y="26869"/>
                  <a:pt x="416154" y="32114"/>
                </a:cubicBezTo>
                <a:lnTo>
                  <a:pt x="669220" y="248983"/>
                </a:lnTo>
                <a:cubicBezTo>
                  <a:pt x="676150" y="254938"/>
                  <a:pt x="680358" y="263232"/>
                  <a:pt x="681044" y="272340"/>
                </a:cubicBezTo>
                <a:cubicBezTo>
                  <a:pt x="681739" y="281456"/>
                  <a:pt x="678841" y="290285"/>
                  <a:pt x="672901" y="297206"/>
                </a:cubicBezTo>
                <a:close/>
              </a:path>
            </a:pathLst>
          </a:custGeom>
          <a:solidFill>
            <a:schemeClr val="tx1"/>
          </a:solidFill>
          <a:ln w="0" cap="flat">
            <a:noFill/>
            <a:prstDash val="solid"/>
            <a:miter/>
          </a:ln>
        </p:spPr>
        <p:txBody>
          <a:bodyPr rtlCol="0" anchor="ctr"/>
          <a:lstStyle/>
          <a:p>
            <a:endParaRPr lang="de-DE"/>
          </a:p>
        </p:txBody>
      </p:sp>
      <p:sp>
        <p:nvSpPr>
          <p:cNvPr id="389" name="Freihandform 388">
            <a:extLst>
              <a:ext uri="{FF2B5EF4-FFF2-40B4-BE49-F238E27FC236}">
                <a16:creationId xmlns:a16="http://schemas.microsoft.com/office/drawing/2014/main" id="{8726420F-6178-A2F2-D546-7CFBC8E2E8CD}"/>
              </a:ext>
            </a:extLst>
          </p:cNvPr>
          <p:cNvSpPr/>
          <p:nvPr/>
        </p:nvSpPr>
        <p:spPr>
          <a:xfrm>
            <a:off x="7043562" y="5254401"/>
            <a:ext cx="601767" cy="524324"/>
          </a:xfrm>
          <a:custGeom>
            <a:avLst/>
            <a:gdLst>
              <a:gd name="connsiteX0" fmla="*/ 710584 w 722544"/>
              <a:gd name="connsiteY0" fmla="*/ 8 h 629558"/>
              <a:gd name="connsiteX1" fmla="*/ 465366 w 722544"/>
              <a:gd name="connsiteY1" fmla="*/ 8 h 629558"/>
              <a:gd name="connsiteX2" fmla="*/ 361288 w 722544"/>
              <a:gd name="connsiteY2" fmla="*/ 38986 h 629558"/>
              <a:gd name="connsiteX3" fmla="*/ 257137 w 722544"/>
              <a:gd name="connsiteY3" fmla="*/ 8 h 629558"/>
              <a:gd name="connsiteX4" fmla="*/ 11976 w 722544"/>
              <a:gd name="connsiteY4" fmla="*/ 8 h 629558"/>
              <a:gd name="connsiteX5" fmla="*/ 0 w 722544"/>
              <a:gd name="connsiteY5" fmla="*/ 11982 h 629558"/>
              <a:gd name="connsiteX6" fmla="*/ 0 w 722544"/>
              <a:gd name="connsiteY6" fmla="*/ 574408 h 629558"/>
              <a:gd name="connsiteX7" fmla="*/ 11976 w 722544"/>
              <a:gd name="connsiteY7" fmla="*/ 586381 h 629558"/>
              <a:gd name="connsiteX8" fmla="*/ 257162 w 722544"/>
              <a:gd name="connsiteY8" fmla="*/ 586381 h 629558"/>
              <a:gd name="connsiteX9" fmla="*/ 352801 w 722544"/>
              <a:gd name="connsiteY9" fmla="*/ 626047 h 629558"/>
              <a:gd name="connsiteX10" fmla="*/ 353432 w 722544"/>
              <a:gd name="connsiteY10" fmla="*/ 626565 h 629558"/>
              <a:gd name="connsiteX11" fmla="*/ 353975 w 722544"/>
              <a:gd name="connsiteY11" fmla="*/ 627012 h 629558"/>
              <a:gd name="connsiteX12" fmla="*/ 361272 w 722544"/>
              <a:gd name="connsiteY12" fmla="*/ 629559 h 629558"/>
              <a:gd name="connsiteX13" fmla="*/ 361272 w 722544"/>
              <a:gd name="connsiteY13" fmla="*/ 629559 h 629558"/>
              <a:gd name="connsiteX14" fmla="*/ 361272 w 722544"/>
              <a:gd name="connsiteY14" fmla="*/ 629559 h 629558"/>
              <a:gd name="connsiteX15" fmla="*/ 368577 w 722544"/>
              <a:gd name="connsiteY15" fmla="*/ 626997 h 629558"/>
              <a:gd name="connsiteX16" fmla="*/ 369104 w 722544"/>
              <a:gd name="connsiteY16" fmla="*/ 626565 h 629558"/>
              <a:gd name="connsiteX17" fmla="*/ 369751 w 722544"/>
              <a:gd name="connsiteY17" fmla="*/ 626031 h 629558"/>
              <a:gd name="connsiteX18" fmla="*/ 465311 w 722544"/>
              <a:gd name="connsiteY18" fmla="*/ 586373 h 629558"/>
              <a:gd name="connsiteX19" fmla="*/ 710569 w 722544"/>
              <a:gd name="connsiteY19" fmla="*/ 586373 h 629558"/>
              <a:gd name="connsiteX20" fmla="*/ 722545 w 722544"/>
              <a:gd name="connsiteY20" fmla="*/ 574399 h 629558"/>
              <a:gd name="connsiteX21" fmla="*/ 722545 w 722544"/>
              <a:gd name="connsiteY21" fmla="*/ 11974 h 629558"/>
              <a:gd name="connsiteX22" fmla="*/ 710569 w 722544"/>
              <a:gd name="connsiteY22" fmla="*/ 0 h 629558"/>
              <a:gd name="connsiteX23" fmla="*/ 349296 w 722544"/>
              <a:gd name="connsiteY23" fmla="*/ 591881 h 629558"/>
              <a:gd name="connsiteX24" fmla="*/ 257170 w 722544"/>
              <a:gd name="connsiteY24" fmla="*/ 562442 h 629558"/>
              <a:gd name="connsiteX25" fmla="*/ 23952 w 722544"/>
              <a:gd name="connsiteY25" fmla="*/ 562442 h 629558"/>
              <a:gd name="connsiteX26" fmla="*/ 23952 w 722544"/>
              <a:gd name="connsiteY26" fmla="*/ 23964 h 629558"/>
              <a:gd name="connsiteX27" fmla="*/ 257137 w 722544"/>
              <a:gd name="connsiteY27" fmla="*/ 23964 h 629558"/>
              <a:gd name="connsiteX28" fmla="*/ 349296 w 722544"/>
              <a:gd name="connsiteY28" fmla="*/ 60213 h 629558"/>
              <a:gd name="connsiteX29" fmla="*/ 349296 w 722544"/>
              <a:gd name="connsiteY29" fmla="*/ 591881 h 629558"/>
              <a:gd name="connsiteX30" fmla="*/ 698609 w 722544"/>
              <a:gd name="connsiteY30" fmla="*/ 562434 h 629558"/>
              <a:gd name="connsiteX31" fmla="*/ 465311 w 722544"/>
              <a:gd name="connsiteY31" fmla="*/ 562434 h 629558"/>
              <a:gd name="connsiteX32" fmla="*/ 373264 w 722544"/>
              <a:gd name="connsiteY32" fmla="*/ 591865 h 629558"/>
              <a:gd name="connsiteX33" fmla="*/ 373264 w 722544"/>
              <a:gd name="connsiteY33" fmla="*/ 60204 h 629558"/>
              <a:gd name="connsiteX34" fmla="*/ 465366 w 722544"/>
              <a:gd name="connsiteY34" fmla="*/ 23955 h 629558"/>
              <a:gd name="connsiteX35" fmla="*/ 698609 w 722544"/>
              <a:gd name="connsiteY35" fmla="*/ 23955 h 629558"/>
              <a:gd name="connsiteX36" fmla="*/ 698609 w 722544"/>
              <a:gd name="connsiteY36" fmla="*/ 562434 h 629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722544" h="629558">
                <a:moveTo>
                  <a:pt x="710584" y="8"/>
                </a:moveTo>
                <a:lnTo>
                  <a:pt x="465366" y="8"/>
                </a:lnTo>
                <a:cubicBezTo>
                  <a:pt x="427275" y="8"/>
                  <a:pt x="390014" y="14169"/>
                  <a:pt x="361288" y="38986"/>
                </a:cubicBezTo>
                <a:cubicBezTo>
                  <a:pt x="332346" y="13850"/>
                  <a:pt x="295844" y="8"/>
                  <a:pt x="257137" y="8"/>
                </a:cubicBezTo>
                <a:lnTo>
                  <a:pt x="11976" y="8"/>
                </a:lnTo>
                <a:cubicBezTo>
                  <a:pt x="5365" y="8"/>
                  <a:pt x="0" y="5372"/>
                  <a:pt x="0" y="11982"/>
                </a:cubicBezTo>
                <a:lnTo>
                  <a:pt x="0" y="574408"/>
                </a:lnTo>
                <a:cubicBezTo>
                  <a:pt x="0" y="581017"/>
                  <a:pt x="5365" y="586381"/>
                  <a:pt x="11976" y="586381"/>
                </a:cubicBezTo>
                <a:lnTo>
                  <a:pt x="257162" y="586381"/>
                </a:lnTo>
                <a:cubicBezTo>
                  <a:pt x="292786" y="586381"/>
                  <a:pt x="327636" y="600838"/>
                  <a:pt x="352801" y="626047"/>
                </a:cubicBezTo>
                <a:cubicBezTo>
                  <a:pt x="353001" y="626246"/>
                  <a:pt x="353224" y="626382"/>
                  <a:pt x="353432" y="626565"/>
                </a:cubicBezTo>
                <a:cubicBezTo>
                  <a:pt x="353607" y="626725"/>
                  <a:pt x="353791" y="626869"/>
                  <a:pt x="353975" y="627012"/>
                </a:cubicBezTo>
                <a:cubicBezTo>
                  <a:pt x="356098" y="628657"/>
                  <a:pt x="358646" y="629559"/>
                  <a:pt x="361272" y="629559"/>
                </a:cubicBezTo>
                <a:cubicBezTo>
                  <a:pt x="361272" y="629559"/>
                  <a:pt x="361272" y="629559"/>
                  <a:pt x="361272" y="629559"/>
                </a:cubicBezTo>
                <a:cubicBezTo>
                  <a:pt x="361272" y="629559"/>
                  <a:pt x="361272" y="629559"/>
                  <a:pt x="361272" y="629559"/>
                </a:cubicBezTo>
                <a:cubicBezTo>
                  <a:pt x="363899" y="629559"/>
                  <a:pt x="366461" y="628641"/>
                  <a:pt x="368577" y="626997"/>
                </a:cubicBezTo>
                <a:cubicBezTo>
                  <a:pt x="368761" y="626853"/>
                  <a:pt x="368929" y="626717"/>
                  <a:pt x="369104" y="626565"/>
                </a:cubicBezTo>
                <a:cubicBezTo>
                  <a:pt x="369312" y="626382"/>
                  <a:pt x="369552" y="626238"/>
                  <a:pt x="369751" y="626031"/>
                </a:cubicBezTo>
                <a:cubicBezTo>
                  <a:pt x="394884" y="600830"/>
                  <a:pt x="429702" y="586373"/>
                  <a:pt x="465311" y="586373"/>
                </a:cubicBezTo>
                <a:lnTo>
                  <a:pt x="710569" y="586373"/>
                </a:lnTo>
                <a:cubicBezTo>
                  <a:pt x="717179" y="586373"/>
                  <a:pt x="722545" y="581009"/>
                  <a:pt x="722545" y="574399"/>
                </a:cubicBezTo>
                <a:lnTo>
                  <a:pt x="722545" y="11974"/>
                </a:lnTo>
                <a:cubicBezTo>
                  <a:pt x="722545" y="5364"/>
                  <a:pt x="717179" y="0"/>
                  <a:pt x="710569" y="0"/>
                </a:cubicBezTo>
                <a:close/>
                <a:moveTo>
                  <a:pt x="349296" y="591881"/>
                </a:moveTo>
                <a:cubicBezTo>
                  <a:pt x="322550" y="572963"/>
                  <a:pt x="290135" y="562442"/>
                  <a:pt x="257170" y="562442"/>
                </a:cubicBezTo>
                <a:lnTo>
                  <a:pt x="23952" y="562442"/>
                </a:lnTo>
                <a:lnTo>
                  <a:pt x="23952" y="23964"/>
                </a:lnTo>
                <a:lnTo>
                  <a:pt x="257137" y="23964"/>
                </a:lnTo>
                <a:cubicBezTo>
                  <a:pt x="291644" y="23964"/>
                  <a:pt x="324179" y="36792"/>
                  <a:pt x="349296" y="60213"/>
                </a:cubicBezTo>
                <a:lnTo>
                  <a:pt x="349296" y="591881"/>
                </a:lnTo>
                <a:close/>
                <a:moveTo>
                  <a:pt x="698609" y="562434"/>
                </a:moveTo>
                <a:lnTo>
                  <a:pt x="465311" y="562434"/>
                </a:lnTo>
                <a:cubicBezTo>
                  <a:pt x="432368" y="562434"/>
                  <a:pt x="399979" y="572947"/>
                  <a:pt x="373264" y="591865"/>
                </a:cubicBezTo>
                <a:lnTo>
                  <a:pt x="373264" y="60204"/>
                </a:lnTo>
                <a:cubicBezTo>
                  <a:pt x="398094" y="37103"/>
                  <a:pt x="431387" y="23955"/>
                  <a:pt x="465366" y="23955"/>
                </a:cubicBezTo>
                <a:lnTo>
                  <a:pt x="698609" y="23955"/>
                </a:lnTo>
                <a:lnTo>
                  <a:pt x="698609" y="562434"/>
                </a:lnTo>
                <a:close/>
              </a:path>
            </a:pathLst>
          </a:custGeom>
          <a:solidFill>
            <a:schemeClr val="tx1"/>
          </a:solidFill>
          <a:ln w="0" cap="flat">
            <a:noFill/>
            <a:prstDash val="solid"/>
            <a:miter/>
          </a:ln>
        </p:spPr>
        <p:txBody>
          <a:bodyPr rtlCol="0" anchor="ctr"/>
          <a:lstStyle/>
          <a:p>
            <a:endParaRPr lang="de-DE"/>
          </a:p>
        </p:txBody>
      </p:sp>
      <p:sp>
        <p:nvSpPr>
          <p:cNvPr id="390" name="Freihandform 389">
            <a:extLst>
              <a:ext uri="{FF2B5EF4-FFF2-40B4-BE49-F238E27FC236}">
                <a16:creationId xmlns:a16="http://schemas.microsoft.com/office/drawing/2014/main" id="{E97463F4-D503-5F2C-85F5-6C8DE5AE8A26}"/>
              </a:ext>
            </a:extLst>
          </p:cNvPr>
          <p:cNvSpPr/>
          <p:nvPr/>
        </p:nvSpPr>
        <p:spPr>
          <a:xfrm>
            <a:off x="2080765" y="3410618"/>
            <a:ext cx="539809" cy="539709"/>
          </a:xfrm>
          <a:custGeom>
            <a:avLst/>
            <a:gdLst>
              <a:gd name="connsiteX0" fmla="*/ 565629 w 648150"/>
              <a:gd name="connsiteY0" fmla="*/ 0 h 648030"/>
              <a:gd name="connsiteX1" fmla="*/ 210009 w 648150"/>
              <a:gd name="connsiteY1" fmla="*/ 0 h 648030"/>
              <a:gd name="connsiteX2" fmla="*/ 209929 w 648150"/>
              <a:gd name="connsiteY2" fmla="*/ 0 h 648030"/>
              <a:gd name="connsiteX3" fmla="*/ 209849 w 648150"/>
              <a:gd name="connsiteY3" fmla="*/ 0 h 648030"/>
              <a:gd name="connsiteX4" fmla="*/ 82490 w 648150"/>
              <a:gd name="connsiteY4" fmla="*/ 0 h 648030"/>
              <a:gd name="connsiteX5" fmla="*/ 0 w 648150"/>
              <a:gd name="connsiteY5" fmla="*/ 82532 h 648030"/>
              <a:gd name="connsiteX6" fmla="*/ 0 w 648150"/>
              <a:gd name="connsiteY6" fmla="*/ 565579 h 648030"/>
              <a:gd name="connsiteX7" fmla="*/ 82498 w 648150"/>
              <a:gd name="connsiteY7" fmla="*/ 648030 h 648030"/>
              <a:gd name="connsiteX8" fmla="*/ 565653 w 648150"/>
              <a:gd name="connsiteY8" fmla="*/ 648030 h 648030"/>
              <a:gd name="connsiteX9" fmla="*/ 648151 w 648150"/>
              <a:gd name="connsiteY9" fmla="*/ 565579 h 648030"/>
              <a:gd name="connsiteX10" fmla="*/ 648151 w 648150"/>
              <a:gd name="connsiteY10" fmla="*/ 82532 h 648030"/>
              <a:gd name="connsiteX11" fmla="*/ 565629 w 648150"/>
              <a:gd name="connsiteY11" fmla="*/ 0 h 648030"/>
              <a:gd name="connsiteX12" fmla="*/ 197953 w 648150"/>
              <a:gd name="connsiteY12" fmla="*/ 624083 h 648030"/>
              <a:gd name="connsiteX13" fmla="*/ 82466 w 648150"/>
              <a:gd name="connsiteY13" fmla="*/ 624083 h 648030"/>
              <a:gd name="connsiteX14" fmla="*/ 23952 w 648150"/>
              <a:gd name="connsiteY14" fmla="*/ 565579 h 648030"/>
              <a:gd name="connsiteX15" fmla="*/ 23952 w 648150"/>
              <a:gd name="connsiteY15" fmla="*/ 82532 h 648030"/>
              <a:gd name="connsiteX16" fmla="*/ 82498 w 648150"/>
              <a:gd name="connsiteY16" fmla="*/ 23948 h 648030"/>
              <a:gd name="connsiteX17" fmla="*/ 197953 w 648150"/>
              <a:gd name="connsiteY17" fmla="*/ 23948 h 648030"/>
              <a:gd name="connsiteX18" fmla="*/ 197953 w 648150"/>
              <a:gd name="connsiteY18" fmla="*/ 624083 h 648030"/>
              <a:gd name="connsiteX19" fmla="*/ 624199 w 648150"/>
              <a:gd name="connsiteY19" fmla="*/ 565571 h 648030"/>
              <a:gd name="connsiteX20" fmla="*/ 565653 w 648150"/>
              <a:gd name="connsiteY20" fmla="*/ 624083 h 648030"/>
              <a:gd name="connsiteX21" fmla="*/ 221905 w 648150"/>
              <a:gd name="connsiteY21" fmla="*/ 624083 h 648030"/>
              <a:gd name="connsiteX22" fmla="*/ 221905 w 648150"/>
              <a:gd name="connsiteY22" fmla="*/ 23948 h 648030"/>
              <a:gd name="connsiteX23" fmla="*/ 565621 w 648150"/>
              <a:gd name="connsiteY23" fmla="*/ 23948 h 648030"/>
              <a:gd name="connsiteX24" fmla="*/ 624199 w 648150"/>
              <a:gd name="connsiteY24" fmla="*/ 82532 h 648030"/>
              <a:gd name="connsiteX25" fmla="*/ 624199 w 648150"/>
              <a:gd name="connsiteY25" fmla="*/ 565571 h 648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48150" h="648030">
                <a:moveTo>
                  <a:pt x="565629" y="0"/>
                </a:moveTo>
                <a:lnTo>
                  <a:pt x="210009" y="0"/>
                </a:lnTo>
                <a:cubicBezTo>
                  <a:pt x="210009" y="0"/>
                  <a:pt x="209961" y="0"/>
                  <a:pt x="209929" y="0"/>
                </a:cubicBezTo>
                <a:cubicBezTo>
                  <a:pt x="209897" y="0"/>
                  <a:pt x="209881" y="0"/>
                  <a:pt x="209849" y="0"/>
                </a:cubicBezTo>
                <a:lnTo>
                  <a:pt x="82490" y="0"/>
                </a:lnTo>
                <a:cubicBezTo>
                  <a:pt x="37006" y="32"/>
                  <a:pt x="0" y="37055"/>
                  <a:pt x="0" y="82532"/>
                </a:cubicBezTo>
                <a:lnTo>
                  <a:pt x="0" y="565579"/>
                </a:lnTo>
                <a:cubicBezTo>
                  <a:pt x="0" y="611040"/>
                  <a:pt x="36998" y="648030"/>
                  <a:pt x="82498" y="648030"/>
                </a:cubicBezTo>
                <a:lnTo>
                  <a:pt x="565653" y="648030"/>
                </a:lnTo>
                <a:cubicBezTo>
                  <a:pt x="611121" y="648030"/>
                  <a:pt x="648134" y="611047"/>
                  <a:pt x="648151" y="565579"/>
                </a:cubicBezTo>
                <a:lnTo>
                  <a:pt x="648151" y="82532"/>
                </a:lnTo>
                <a:cubicBezTo>
                  <a:pt x="648151" y="37047"/>
                  <a:pt x="611121" y="16"/>
                  <a:pt x="565629" y="0"/>
                </a:cubicBezTo>
                <a:close/>
                <a:moveTo>
                  <a:pt x="197953" y="624083"/>
                </a:moveTo>
                <a:lnTo>
                  <a:pt x="82466" y="624083"/>
                </a:lnTo>
                <a:cubicBezTo>
                  <a:pt x="50195" y="624083"/>
                  <a:pt x="23952" y="597836"/>
                  <a:pt x="23952" y="565579"/>
                </a:cubicBezTo>
                <a:lnTo>
                  <a:pt x="23952" y="82532"/>
                </a:lnTo>
                <a:cubicBezTo>
                  <a:pt x="23952" y="50250"/>
                  <a:pt x="50219" y="23964"/>
                  <a:pt x="82498" y="23948"/>
                </a:cubicBezTo>
                <a:lnTo>
                  <a:pt x="197953" y="23948"/>
                </a:lnTo>
                <a:lnTo>
                  <a:pt x="197953" y="624083"/>
                </a:lnTo>
                <a:close/>
                <a:moveTo>
                  <a:pt x="624199" y="565571"/>
                </a:moveTo>
                <a:cubicBezTo>
                  <a:pt x="624191" y="597844"/>
                  <a:pt x="597924" y="624083"/>
                  <a:pt x="565653" y="624083"/>
                </a:cubicBezTo>
                <a:lnTo>
                  <a:pt x="221905" y="624083"/>
                </a:lnTo>
                <a:lnTo>
                  <a:pt x="221905" y="23948"/>
                </a:lnTo>
                <a:lnTo>
                  <a:pt x="565621" y="23948"/>
                </a:lnTo>
                <a:cubicBezTo>
                  <a:pt x="597916" y="23964"/>
                  <a:pt x="624191" y="50242"/>
                  <a:pt x="624199" y="82532"/>
                </a:cubicBezTo>
                <a:lnTo>
                  <a:pt x="624199" y="565571"/>
                </a:lnTo>
                <a:close/>
              </a:path>
            </a:pathLst>
          </a:custGeom>
          <a:solidFill>
            <a:schemeClr val="tx1"/>
          </a:solidFill>
          <a:ln w="0" cap="flat">
            <a:noFill/>
            <a:prstDash val="solid"/>
            <a:miter/>
          </a:ln>
        </p:spPr>
        <p:txBody>
          <a:bodyPr rtlCol="0" anchor="ctr"/>
          <a:lstStyle/>
          <a:p>
            <a:endParaRPr lang="de-DE"/>
          </a:p>
        </p:txBody>
      </p:sp>
      <p:grpSp>
        <p:nvGrpSpPr>
          <p:cNvPr id="391" name="Grafik 13">
            <a:extLst>
              <a:ext uri="{FF2B5EF4-FFF2-40B4-BE49-F238E27FC236}">
                <a16:creationId xmlns:a16="http://schemas.microsoft.com/office/drawing/2014/main" id="{C2668FF3-17DD-8B98-C883-93E501E7F70F}"/>
              </a:ext>
            </a:extLst>
          </p:cNvPr>
          <p:cNvGrpSpPr/>
          <p:nvPr/>
        </p:nvGrpSpPr>
        <p:grpSpPr>
          <a:xfrm>
            <a:off x="3329209" y="3410588"/>
            <a:ext cx="539809" cy="539769"/>
            <a:chOff x="5015345" y="3329037"/>
            <a:chExt cx="648150" cy="648102"/>
          </a:xfrm>
          <a:solidFill>
            <a:schemeClr val="tx1"/>
          </a:solidFill>
        </p:grpSpPr>
        <p:sp>
          <p:nvSpPr>
            <p:cNvPr id="392" name="Freihandform 391">
              <a:extLst>
                <a:ext uri="{FF2B5EF4-FFF2-40B4-BE49-F238E27FC236}">
                  <a16:creationId xmlns:a16="http://schemas.microsoft.com/office/drawing/2014/main" id="{327D606D-7907-AA43-BA0B-3F38D8F4BC92}"/>
                </a:ext>
              </a:extLst>
            </p:cNvPr>
            <p:cNvSpPr/>
            <p:nvPr/>
          </p:nvSpPr>
          <p:spPr>
            <a:xfrm>
              <a:off x="5517294" y="3394893"/>
              <a:ext cx="74098" cy="74093"/>
            </a:xfrm>
            <a:custGeom>
              <a:avLst/>
              <a:gdLst>
                <a:gd name="connsiteX0" fmla="*/ 37053 w 74098"/>
                <a:gd name="connsiteY0" fmla="*/ 74094 h 74093"/>
                <a:gd name="connsiteX1" fmla="*/ 74099 w 74098"/>
                <a:gd name="connsiteY1" fmla="*/ 37047 h 74093"/>
                <a:gd name="connsiteX2" fmla="*/ 74099 w 74098"/>
                <a:gd name="connsiteY2" fmla="*/ 36895 h 74093"/>
                <a:gd name="connsiteX3" fmla="*/ 37141 w 74098"/>
                <a:gd name="connsiteY3" fmla="*/ 0 h 74093"/>
                <a:gd name="connsiteX4" fmla="*/ 37053 w 74098"/>
                <a:gd name="connsiteY4" fmla="*/ 0 h 74093"/>
                <a:gd name="connsiteX5" fmla="*/ 0 w 74098"/>
                <a:gd name="connsiteY5" fmla="*/ 37047 h 74093"/>
                <a:gd name="connsiteX6" fmla="*/ 37053 w 74098"/>
                <a:gd name="connsiteY6" fmla="*/ 74094 h 74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4098" h="74093">
                  <a:moveTo>
                    <a:pt x="37053" y="74094"/>
                  </a:moveTo>
                  <a:cubicBezTo>
                    <a:pt x="57484" y="74094"/>
                    <a:pt x="74099" y="57474"/>
                    <a:pt x="74099" y="37047"/>
                  </a:cubicBezTo>
                  <a:lnTo>
                    <a:pt x="74099" y="36895"/>
                  </a:lnTo>
                  <a:cubicBezTo>
                    <a:pt x="74051" y="16532"/>
                    <a:pt x="57468" y="0"/>
                    <a:pt x="37141" y="0"/>
                  </a:cubicBezTo>
                  <a:lnTo>
                    <a:pt x="37053" y="0"/>
                  </a:lnTo>
                  <a:cubicBezTo>
                    <a:pt x="16623" y="0"/>
                    <a:pt x="0" y="16620"/>
                    <a:pt x="0" y="37047"/>
                  </a:cubicBezTo>
                  <a:cubicBezTo>
                    <a:pt x="0" y="57474"/>
                    <a:pt x="16623" y="74094"/>
                    <a:pt x="37053" y="74094"/>
                  </a:cubicBezTo>
                  <a:close/>
                </a:path>
              </a:pathLst>
            </a:custGeom>
            <a:grpFill/>
            <a:ln w="0" cap="flat">
              <a:noFill/>
              <a:prstDash val="solid"/>
              <a:miter/>
            </a:ln>
          </p:spPr>
          <p:txBody>
            <a:bodyPr rtlCol="0" anchor="ctr"/>
            <a:lstStyle/>
            <a:p>
              <a:endParaRPr lang="de-DE"/>
            </a:p>
          </p:txBody>
        </p:sp>
        <p:sp>
          <p:nvSpPr>
            <p:cNvPr id="393" name="Freihandform 392">
              <a:extLst>
                <a:ext uri="{FF2B5EF4-FFF2-40B4-BE49-F238E27FC236}">
                  <a16:creationId xmlns:a16="http://schemas.microsoft.com/office/drawing/2014/main" id="{DD17B71B-3FCE-C20E-0C7B-1671D22E88F9}"/>
                </a:ext>
              </a:extLst>
            </p:cNvPr>
            <p:cNvSpPr/>
            <p:nvPr/>
          </p:nvSpPr>
          <p:spPr>
            <a:xfrm>
              <a:off x="5421543" y="3394901"/>
              <a:ext cx="74074" cy="74054"/>
            </a:xfrm>
            <a:custGeom>
              <a:avLst/>
              <a:gdLst>
                <a:gd name="connsiteX0" fmla="*/ 37014 w 74074"/>
                <a:gd name="connsiteY0" fmla="*/ 74054 h 74054"/>
                <a:gd name="connsiteX1" fmla="*/ 37037 w 74074"/>
                <a:gd name="connsiteY1" fmla="*/ 74054 h 74054"/>
                <a:gd name="connsiteX2" fmla="*/ 63209 w 74074"/>
                <a:gd name="connsiteY2" fmla="*/ 63230 h 74054"/>
                <a:gd name="connsiteX3" fmla="*/ 74075 w 74074"/>
                <a:gd name="connsiteY3" fmla="*/ 37055 h 74054"/>
                <a:gd name="connsiteX4" fmla="*/ 74075 w 74074"/>
                <a:gd name="connsiteY4" fmla="*/ 36919 h 74054"/>
                <a:gd name="connsiteX5" fmla="*/ 63193 w 74074"/>
                <a:gd name="connsiteY5" fmla="*/ 10793 h 74054"/>
                <a:gd name="connsiteX6" fmla="*/ 37101 w 74074"/>
                <a:gd name="connsiteY6" fmla="*/ 0 h 74054"/>
                <a:gd name="connsiteX7" fmla="*/ 37037 w 74074"/>
                <a:gd name="connsiteY7" fmla="*/ 0 h 74054"/>
                <a:gd name="connsiteX8" fmla="*/ 0 w 74074"/>
                <a:gd name="connsiteY8" fmla="*/ 37015 h 74054"/>
                <a:gd name="connsiteX9" fmla="*/ 10834 w 74074"/>
                <a:gd name="connsiteY9" fmla="*/ 63198 h 74054"/>
                <a:gd name="connsiteX10" fmla="*/ 37014 w 74074"/>
                <a:gd name="connsiteY10" fmla="*/ 74054 h 740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074" h="74054">
                  <a:moveTo>
                    <a:pt x="37014" y="74054"/>
                  </a:moveTo>
                  <a:lnTo>
                    <a:pt x="37037" y="74054"/>
                  </a:lnTo>
                  <a:cubicBezTo>
                    <a:pt x="46922" y="74054"/>
                    <a:pt x="56215" y="70215"/>
                    <a:pt x="63209" y="63230"/>
                  </a:cubicBezTo>
                  <a:cubicBezTo>
                    <a:pt x="70211" y="56237"/>
                    <a:pt x="74067" y="46945"/>
                    <a:pt x="74075" y="37055"/>
                  </a:cubicBezTo>
                  <a:lnTo>
                    <a:pt x="74075" y="36919"/>
                  </a:lnTo>
                  <a:cubicBezTo>
                    <a:pt x="74059" y="27045"/>
                    <a:pt x="70195" y="17761"/>
                    <a:pt x="63193" y="10793"/>
                  </a:cubicBezTo>
                  <a:cubicBezTo>
                    <a:pt x="56207" y="3832"/>
                    <a:pt x="46937" y="0"/>
                    <a:pt x="37101" y="0"/>
                  </a:cubicBezTo>
                  <a:lnTo>
                    <a:pt x="37037" y="0"/>
                  </a:lnTo>
                  <a:cubicBezTo>
                    <a:pt x="16631" y="0"/>
                    <a:pt x="16" y="16604"/>
                    <a:pt x="0" y="37015"/>
                  </a:cubicBezTo>
                  <a:cubicBezTo>
                    <a:pt x="0" y="46905"/>
                    <a:pt x="3840" y="56205"/>
                    <a:pt x="10834" y="63198"/>
                  </a:cubicBezTo>
                  <a:cubicBezTo>
                    <a:pt x="17820" y="70198"/>
                    <a:pt x="27121" y="74046"/>
                    <a:pt x="37014" y="74054"/>
                  </a:cubicBezTo>
                  <a:close/>
                </a:path>
              </a:pathLst>
            </a:custGeom>
            <a:grpFill/>
            <a:ln w="0" cap="flat">
              <a:noFill/>
              <a:prstDash val="solid"/>
              <a:miter/>
            </a:ln>
          </p:spPr>
          <p:txBody>
            <a:bodyPr rtlCol="0" anchor="ctr"/>
            <a:lstStyle/>
            <a:p>
              <a:endParaRPr lang="de-DE"/>
            </a:p>
          </p:txBody>
        </p:sp>
        <p:sp>
          <p:nvSpPr>
            <p:cNvPr id="394" name="Freihandform 393">
              <a:extLst>
                <a:ext uri="{FF2B5EF4-FFF2-40B4-BE49-F238E27FC236}">
                  <a16:creationId xmlns:a16="http://schemas.microsoft.com/office/drawing/2014/main" id="{29975B93-1354-639A-FE91-F6BC4CF024F4}"/>
                </a:ext>
              </a:extLst>
            </p:cNvPr>
            <p:cNvSpPr/>
            <p:nvPr/>
          </p:nvSpPr>
          <p:spPr>
            <a:xfrm>
              <a:off x="5015345" y="3329037"/>
              <a:ext cx="648150" cy="648102"/>
            </a:xfrm>
            <a:custGeom>
              <a:avLst/>
              <a:gdLst>
                <a:gd name="connsiteX0" fmla="*/ 648143 w 648150"/>
                <a:gd name="connsiteY0" fmla="*/ 193816 h 648102"/>
                <a:gd name="connsiteX1" fmla="*/ 648126 w 648150"/>
                <a:gd name="connsiteY1" fmla="*/ 193664 h 648102"/>
                <a:gd name="connsiteX2" fmla="*/ 648126 w 648150"/>
                <a:gd name="connsiteY2" fmla="*/ 82468 h 648102"/>
                <a:gd name="connsiteX3" fmla="*/ 565605 w 648150"/>
                <a:gd name="connsiteY3" fmla="*/ 0 h 648102"/>
                <a:gd name="connsiteX4" fmla="*/ 82506 w 648150"/>
                <a:gd name="connsiteY4" fmla="*/ 0 h 648102"/>
                <a:gd name="connsiteX5" fmla="*/ 0 w 648150"/>
                <a:gd name="connsiteY5" fmla="*/ 82476 h 648102"/>
                <a:gd name="connsiteX6" fmla="*/ 0 w 648150"/>
                <a:gd name="connsiteY6" fmla="*/ 565587 h 648102"/>
                <a:gd name="connsiteX7" fmla="*/ 82522 w 648150"/>
                <a:gd name="connsiteY7" fmla="*/ 648102 h 648102"/>
                <a:gd name="connsiteX8" fmla="*/ 565613 w 648150"/>
                <a:gd name="connsiteY8" fmla="*/ 648102 h 648102"/>
                <a:gd name="connsiteX9" fmla="*/ 648134 w 648150"/>
                <a:gd name="connsiteY9" fmla="*/ 565587 h 648102"/>
                <a:gd name="connsiteX10" fmla="*/ 648134 w 648150"/>
                <a:gd name="connsiteY10" fmla="*/ 193976 h 648102"/>
                <a:gd name="connsiteX11" fmla="*/ 648150 w 648150"/>
                <a:gd name="connsiteY11" fmla="*/ 193824 h 648102"/>
                <a:gd name="connsiteX12" fmla="*/ 82506 w 648150"/>
                <a:gd name="connsiteY12" fmla="*/ 23948 h 648102"/>
                <a:gd name="connsiteX13" fmla="*/ 565605 w 648150"/>
                <a:gd name="connsiteY13" fmla="*/ 23948 h 648102"/>
                <a:gd name="connsiteX14" fmla="*/ 624175 w 648150"/>
                <a:gd name="connsiteY14" fmla="*/ 82476 h 648102"/>
                <a:gd name="connsiteX15" fmla="*/ 624175 w 648150"/>
                <a:gd name="connsiteY15" fmla="*/ 181842 h 648102"/>
                <a:gd name="connsiteX16" fmla="*/ 23944 w 648150"/>
                <a:gd name="connsiteY16" fmla="*/ 181842 h 648102"/>
                <a:gd name="connsiteX17" fmla="*/ 23944 w 648150"/>
                <a:gd name="connsiteY17" fmla="*/ 82476 h 648102"/>
                <a:gd name="connsiteX18" fmla="*/ 82506 w 648150"/>
                <a:gd name="connsiteY18" fmla="*/ 23948 h 648102"/>
                <a:gd name="connsiteX19" fmla="*/ 565605 w 648150"/>
                <a:gd name="connsiteY19" fmla="*/ 624147 h 648102"/>
                <a:gd name="connsiteX20" fmla="*/ 82522 w 648150"/>
                <a:gd name="connsiteY20" fmla="*/ 624147 h 648102"/>
                <a:gd name="connsiteX21" fmla="*/ 23952 w 648150"/>
                <a:gd name="connsiteY21" fmla="*/ 565579 h 648102"/>
                <a:gd name="connsiteX22" fmla="*/ 23952 w 648150"/>
                <a:gd name="connsiteY22" fmla="*/ 205790 h 648102"/>
                <a:gd name="connsiteX23" fmla="*/ 624183 w 648150"/>
                <a:gd name="connsiteY23" fmla="*/ 205790 h 648102"/>
                <a:gd name="connsiteX24" fmla="*/ 624183 w 648150"/>
                <a:gd name="connsiteY24" fmla="*/ 565579 h 648102"/>
                <a:gd name="connsiteX25" fmla="*/ 565613 w 648150"/>
                <a:gd name="connsiteY25" fmla="*/ 624147 h 648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48150" h="648102">
                  <a:moveTo>
                    <a:pt x="648143" y="193816"/>
                  </a:moveTo>
                  <a:cubicBezTo>
                    <a:pt x="648143" y="193760"/>
                    <a:pt x="648126" y="193712"/>
                    <a:pt x="648126" y="193664"/>
                  </a:cubicBezTo>
                  <a:lnTo>
                    <a:pt x="648126" y="82468"/>
                  </a:lnTo>
                  <a:cubicBezTo>
                    <a:pt x="648111" y="36999"/>
                    <a:pt x="611089" y="0"/>
                    <a:pt x="565605" y="0"/>
                  </a:cubicBezTo>
                  <a:lnTo>
                    <a:pt x="82506" y="0"/>
                  </a:lnTo>
                  <a:cubicBezTo>
                    <a:pt x="37021" y="0"/>
                    <a:pt x="8" y="36999"/>
                    <a:pt x="0" y="82476"/>
                  </a:cubicBezTo>
                  <a:lnTo>
                    <a:pt x="0" y="565587"/>
                  </a:lnTo>
                  <a:cubicBezTo>
                    <a:pt x="0" y="611087"/>
                    <a:pt x="37021" y="648102"/>
                    <a:pt x="82522" y="648102"/>
                  </a:cubicBezTo>
                  <a:lnTo>
                    <a:pt x="565613" y="648102"/>
                  </a:lnTo>
                  <a:cubicBezTo>
                    <a:pt x="611105" y="648102"/>
                    <a:pt x="648126" y="611079"/>
                    <a:pt x="648134" y="565587"/>
                  </a:cubicBezTo>
                  <a:lnTo>
                    <a:pt x="648134" y="193976"/>
                  </a:lnTo>
                  <a:cubicBezTo>
                    <a:pt x="648134" y="193920"/>
                    <a:pt x="648150" y="193872"/>
                    <a:pt x="648150" y="193824"/>
                  </a:cubicBezTo>
                  <a:close/>
                  <a:moveTo>
                    <a:pt x="82506" y="23948"/>
                  </a:moveTo>
                  <a:lnTo>
                    <a:pt x="565605" y="23948"/>
                  </a:lnTo>
                  <a:cubicBezTo>
                    <a:pt x="597892" y="23948"/>
                    <a:pt x="624167" y="50202"/>
                    <a:pt x="624175" y="82476"/>
                  </a:cubicBezTo>
                  <a:lnTo>
                    <a:pt x="624175" y="181842"/>
                  </a:lnTo>
                  <a:lnTo>
                    <a:pt x="23944" y="181842"/>
                  </a:lnTo>
                  <a:lnTo>
                    <a:pt x="23944" y="82476"/>
                  </a:lnTo>
                  <a:cubicBezTo>
                    <a:pt x="23944" y="50202"/>
                    <a:pt x="50219" y="23948"/>
                    <a:pt x="82506" y="23948"/>
                  </a:cubicBezTo>
                  <a:close/>
                  <a:moveTo>
                    <a:pt x="565605" y="624147"/>
                  </a:moveTo>
                  <a:lnTo>
                    <a:pt x="82522" y="624147"/>
                  </a:lnTo>
                  <a:cubicBezTo>
                    <a:pt x="50227" y="624147"/>
                    <a:pt x="23952" y="597876"/>
                    <a:pt x="23952" y="565579"/>
                  </a:cubicBezTo>
                  <a:lnTo>
                    <a:pt x="23952" y="205790"/>
                  </a:lnTo>
                  <a:lnTo>
                    <a:pt x="624183" y="205790"/>
                  </a:lnTo>
                  <a:lnTo>
                    <a:pt x="624183" y="565579"/>
                  </a:lnTo>
                  <a:cubicBezTo>
                    <a:pt x="624183" y="597868"/>
                    <a:pt x="597900" y="624139"/>
                    <a:pt x="565613" y="624147"/>
                  </a:cubicBezTo>
                  <a:close/>
                </a:path>
              </a:pathLst>
            </a:custGeom>
            <a:grpFill/>
            <a:ln w="0" cap="flat">
              <a:noFill/>
              <a:prstDash val="solid"/>
              <a:miter/>
            </a:ln>
          </p:spPr>
          <p:txBody>
            <a:bodyPr rtlCol="0" anchor="ctr"/>
            <a:lstStyle/>
            <a:p>
              <a:endParaRPr lang="de-DE"/>
            </a:p>
          </p:txBody>
        </p:sp>
      </p:grpSp>
      <p:grpSp>
        <p:nvGrpSpPr>
          <p:cNvPr id="398" name="Grafik 13">
            <a:extLst>
              <a:ext uri="{FF2B5EF4-FFF2-40B4-BE49-F238E27FC236}">
                <a16:creationId xmlns:a16="http://schemas.microsoft.com/office/drawing/2014/main" id="{65A7C808-0360-80A9-689C-E18934192D3D}"/>
              </a:ext>
            </a:extLst>
          </p:cNvPr>
          <p:cNvGrpSpPr/>
          <p:nvPr/>
        </p:nvGrpSpPr>
        <p:grpSpPr>
          <a:xfrm>
            <a:off x="2109716" y="4289200"/>
            <a:ext cx="481906" cy="618636"/>
            <a:chOff x="3410290" y="4945948"/>
            <a:chExt cx="578626" cy="742798"/>
          </a:xfrm>
          <a:solidFill>
            <a:schemeClr val="tx1"/>
          </a:solidFill>
        </p:grpSpPr>
        <p:sp>
          <p:nvSpPr>
            <p:cNvPr id="399" name="Freihandform 398">
              <a:extLst>
                <a:ext uri="{FF2B5EF4-FFF2-40B4-BE49-F238E27FC236}">
                  <a16:creationId xmlns:a16="http://schemas.microsoft.com/office/drawing/2014/main" id="{0B194138-2B7D-B746-419B-A76706CA3DA4}"/>
                </a:ext>
              </a:extLst>
            </p:cNvPr>
            <p:cNvSpPr/>
            <p:nvPr/>
          </p:nvSpPr>
          <p:spPr>
            <a:xfrm>
              <a:off x="3687619" y="5389275"/>
              <a:ext cx="23951" cy="109304"/>
            </a:xfrm>
            <a:custGeom>
              <a:avLst/>
              <a:gdLst>
                <a:gd name="connsiteX0" fmla="*/ 11976 w 23951"/>
                <a:gd name="connsiteY0" fmla="*/ 0 h 109304"/>
                <a:gd name="connsiteX1" fmla="*/ 0 w 23951"/>
                <a:gd name="connsiteY1" fmla="*/ 11974 h 109304"/>
                <a:gd name="connsiteX2" fmla="*/ 0 w 23951"/>
                <a:gd name="connsiteY2" fmla="*/ 97331 h 109304"/>
                <a:gd name="connsiteX3" fmla="*/ 11976 w 23951"/>
                <a:gd name="connsiteY3" fmla="*/ 109305 h 109304"/>
                <a:gd name="connsiteX4" fmla="*/ 23952 w 23951"/>
                <a:gd name="connsiteY4" fmla="*/ 97331 h 109304"/>
                <a:gd name="connsiteX5" fmla="*/ 23952 w 23951"/>
                <a:gd name="connsiteY5" fmla="*/ 11974 h 109304"/>
                <a:gd name="connsiteX6" fmla="*/ 11976 w 23951"/>
                <a:gd name="connsiteY6" fmla="*/ 0 h 109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951" h="109304">
                  <a:moveTo>
                    <a:pt x="11976" y="0"/>
                  </a:moveTo>
                  <a:cubicBezTo>
                    <a:pt x="5357" y="0"/>
                    <a:pt x="0" y="5364"/>
                    <a:pt x="0" y="11974"/>
                  </a:cubicBezTo>
                  <a:lnTo>
                    <a:pt x="0" y="97331"/>
                  </a:lnTo>
                  <a:cubicBezTo>
                    <a:pt x="0" y="103941"/>
                    <a:pt x="5357" y="109305"/>
                    <a:pt x="11976" y="109305"/>
                  </a:cubicBezTo>
                  <a:cubicBezTo>
                    <a:pt x="18595" y="109305"/>
                    <a:pt x="23952" y="103941"/>
                    <a:pt x="23952" y="97331"/>
                  </a:cubicBezTo>
                  <a:lnTo>
                    <a:pt x="23952" y="11974"/>
                  </a:lnTo>
                  <a:cubicBezTo>
                    <a:pt x="23952" y="5364"/>
                    <a:pt x="18595" y="0"/>
                    <a:pt x="11976" y="0"/>
                  </a:cubicBezTo>
                  <a:close/>
                </a:path>
              </a:pathLst>
            </a:custGeom>
            <a:grpFill/>
            <a:ln w="0" cap="flat">
              <a:noFill/>
              <a:prstDash val="solid"/>
              <a:miter/>
            </a:ln>
          </p:spPr>
          <p:txBody>
            <a:bodyPr rtlCol="0" anchor="ctr"/>
            <a:lstStyle/>
            <a:p>
              <a:endParaRPr lang="de-DE"/>
            </a:p>
          </p:txBody>
        </p:sp>
        <p:sp>
          <p:nvSpPr>
            <p:cNvPr id="400" name="Freihandform 399">
              <a:extLst>
                <a:ext uri="{FF2B5EF4-FFF2-40B4-BE49-F238E27FC236}">
                  <a16:creationId xmlns:a16="http://schemas.microsoft.com/office/drawing/2014/main" id="{928D1A12-84CF-9216-2EB7-53C58FF8211C}"/>
                </a:ext>
              </a:extLst>
            </p:cNvPr>
            <p:cNvSpPr/>
            <p:nvPr/>
          </p:nvSpPr>
          <p:spPr>
            <a:xfrm>
              <a:off x="3410290" y="4945948"/>
              <a:ext cx="578626" cy="742798"/>
            </a:xfrm>
            <a:custGeom>
              <a:avLst/>
              <a:gdLst>
                <a:gd name="connsiteX0" fmla="*/ 522092 w 578626"/>
                <a:gd name="connsiteY0" fmla="*/ 253246 h 742798"/>
                <a:gd name="connsiteX1" fmla="*/ 465095 w 578626"/>
                <a:gd name="connsiteY1" fmla="*/ 253246 h 742798"/>
                <a:gd name="connsiteX2" fmla="*/ 465095 w 578626"/>
                <a:gd name="connsiteY2" fmla="*/ 175664 h 742798"/>
                <a:gd name="connsiteX3" fmla="*/ 413559 w 578626"/>
                <a:gd name="connsiteY3" fmla="*/ 51415 h 742798"/>
                <a:gd name="connsiteX4" fmla="*/ 289321 w 578626"/>
                <a:gd name="connsiteY4" fmla="*/ 0 h 742798"/>
                <a:gd name="connsiteX5" fmla="*/ 289241 w 578626"/>
                <a:gd name="connsiteY5" fmla="*/ 0 h 742798"/>
                <a:gd name="connsiteX6" fmla="*/ 113539 w 578626"/>
                <a:gd name="connsiteY6" fmla="*/ 175680 h 742798"/>
                <a:gd name="connsiteX7" fmla="*/ 113539 w 578626"/>
                <a:gd name="connsiteY7" fmla="*/ 253254 h 742798"/>
                <a:gd name="connsiteX8" fmla="*/ 56542 w 578626"/>
                <a:gd name="connsiteY8" fmla="*/ 253254 h 742798"/>
                <a:gd name="connsiteX9" fmla="*/ 0 w 578626"/>
                <a:gd name="connsiteY9" fmla="*/ 309795 h 742798"/>
                <a:gd name="connsiteX10" fmla="*/ 0 w 578626"/>
                <a:gd name="connsiteY10" fmla="*/ 686282 h 742798"/>
                <a:gd name="connsiteX11" fmla="*/ 56534 w 578626"/>
                <a:gd name="connsiteY11" fmla="*/ 742799 h 742798"/>
                <a:gd name="connsiteX12" fmla="*/ 522108 w 578626"/>
                <a:gd name="connsiteY12" fmla="*/ 742799 h 742798"/>
                <a:gd name="connsiteX13" fmla="*/ 578627 w 578626"/>
                <a:gd name="connsiteY13" fmla="*/ 686291 h 742798"/>
                <a:gd name="connsiteX14" fmla="*/ 578627 w 578626"/>
                <a:gd name="connsiteY14" fmla="*/ 309778 h 742798"/>
                <a:gd name="connsiteX15" fmla="*/ 522092 w 578626"/>
                <a:gd name="connsiteY15" fmla="*/ 253254 h 742798"/>
                <a:gd name="connsiteX16" fmla="*/ 137491 w 578626"/>
                <a:gd name="connsiteY16" fmla="*/ 175680 h 742798"/>
                <a:gd name="connsiteX17" fmla="*/ 289249 w 578626"/>
                <a:gd name="connsiteY17" fmla="*/ 23939 h 742798"/>
                <a:gd name="connsiteX18" fmla="*/ 289321 w 578626"/>
                <a:gd name="connsiteY18" fmla="*/ 23939 h 742798"/>
                <a:gd name="connsiteX19" fmla="*/ 396625 w 578626"/>
                <a:gd name="connsiteY19" fmla="*/ 68354 h 742798"/>
                <a:gd name="connsiteX20" fmla="*/ 441143 w 578626"/>
                <a:gd name="connsiteY20" fmla="*/ 175664 h 742798"/>
                <a:gd name="connsiteX21" fmla="*/ 441143 w 578626"/>
                <a:gd name="connsiteY21" fmla="*/ 253238 h 742798"/>
                <a:gd name="connsiteX22" fmla="*/ 137491 w 578626"/>
                <a:gd name="connsiteY22" fmla="*/ 253238 h 742798"/>
                <a:gd name="connsiteX23" fmla="*/ 137491 w 578626"/>
                <a:gd name="connsiteY23" fmla="*/ 175672 h 742798"/>
                <a:gd name="connsiteX24" fmla="*/ 554675 w 578626"/>
                <a:gd name="connsiteY24" fmla="*/ 686282 h 742798"/>
                <a:gd name="connsiteX25" fmla="*/ 522108 w 578626"/>
                <a:gd name="connsiteY25" fmla="*/ 718844 h 742798"/>
                <a:gd name="connsiteX26" fmla="*/ 56534 w 578626"/>
                <a:gd name="connsiteY26" fmla="*/ 718844 h 742798"/>
                <a:gd name="connsiteX27" fmla="*/ 23952 w 578626"/>
                <a:gd name="connsiteY27" fmla="*/ 686275 h 742798"/>
                <a:gd name="connsiteX28" fmla="*/ 23952 w 578626"/>
                <a:gd name="connsiteY28" fmla="*/ 309786 h 742798"/>
                <a:gd name="connsiteX29" fmla="*/ 56542 w 578626"/>
                <a:gd name="connsiteY29" fmla="*/ 277193 h 742798"/>
                <a:gd name="connsiteX30" fmla="*/ 125363 w 578626"/>
                <a:gd name="connsiteY30" fmla="*/ 277193 h 742798"/>
                <a:gd name="connsiteX31" fmla="*/ 125515 w 578626"/>
                <a:gd name="connsiteY31" fmla="*/ 277210 h 742798"/>
                <a:gd name="connsiteX32" fmla="*/ 125667 w 578626"/>
                <a:gd name="connsiteY32" fmla="*/ 277193 h 742798"/>
                <a:gd name="connsiteX33" fmla="*/ 452960 w 578626"/>
                <a:gd name="connsiteY33" fmla="*/ 277193 h 742798"/>
                <a:gd name="connsiteX34" fmla="*/ 453111 w 578626"/>
                <a:gd name="connsiteY34" fmla="*/ 277210 h 742798"/>
                <a:gd name="connsiteX35" fmla="*/ 453263 w 578626"/>
                <a:gd name="connsiteY35" fmla="*/ 277193 h 742798"/>
                <a:gd name="connsiteX36" fmla="*/ 522084 w 578626"/>
                <a:gd name="connsiteY36" fmla="*/ 277193 h 742798"/>
                <a:gd name="connsiteX37" fmla="*/ 554667 w 578626"/>
                <a:gd name="connsiteY37" fmla="*/ 309770 h 742798"/>
                <a:gd name="connsiteX38" fmla="*/ 554667 w 578626"/>
                <a:gd name="connsiteY38" fmla="*/ 686282 h 742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578626" h="742798">
                  <a:moveTo>
                    <a:pt x="522092" y="253246"/>
                  </a:moveTo>
                  <a:lnTo>
                    <a:pt x="465095" y="253246"/>
                  </a:lnTo>
                  <a:lnTo>
                    <a:pt x="465095" y="175664"/>
                  </a:lnTo>
                  <a:cubicBezTo>
                    <a:pt x="465079" y="128718"/>
                    <a:pt x="446772" y="84599"/>
                    <a:pt x="413559" y="51415"/>
                  </a:cubicBezTo>
                  <a:cubicBezTo>
                    <a:pt x="380362" y="18256"/>
                    <a:pt x="336243" y="0"/>
                    <a:pt x="289321" y="0"/>
                  </a:cubicBezTo>
                  <a:lnTo>
                    <a:pt x="289241" y="0"/>
                  </a:lnTo>
                  <a:cubicBezTo>
                    <a:pt x="192397" y="40"/>
                    <a:pt x="113579" y="78851"/>
                    <a:pt x="113539" y="175680"/>
                  </a:cubicBezTo>
                  <a:lnTo>
                    <a:pt x="113539" y="253254"/>
                  </a:lnTo>
                  <a:lnTo>
                    <a:pt x="56542" y="253254"/>
                  </a:lnTo>
                  <a:cubicBezTo>
                    <a:pt x="25365" y="253254"/>
                    <a:pt x="0" y="278622"/>
                    <a:pt x="0" y="309795"/>
                  </a:cubicBezTo>
                  <a:lnTo>
                    <a:pt x="0" y="686282"/>
                  </a:lnTo>
                  <a:cubicBezTo>
                    <a:pt x="0" y="717447"/>
                    <a:pt x="25357" y="742799"/>
                    <a:pt x="56534" y="742799"/>
                  </a:cubicBezTo>
                  <a:lnTo>
                    <a:pt x="522108" y="742799"/>
                  </a:lnTo>
                  <a:cubicBezTo>
                    <a:pt x="553270" y="742799"/>
                    <a:pt x="578627" y="717447"/>
                    <a:pt x="578627" y="686291"/>
                  </a:cubicBezTo>
                  <a:lnTo>
                    <a:pt x="578627" y="309778"/>
                  </a:lnTo>
                  <a:cubicBezTo>
                    <a:pt x="578627" y="278615"/>
                    <a:pt x="553270" y="253254"/>
                    <a:pt x="522092" y="253254"/>
                  </a:cubicBezTo>
                  <a:close/>
                  <a:moveTo>
                    <a:pt x="137491" y="175680"/>
                  </a:moveTo>
                  <a:cubicBezTo>
                    <a:pt x="137523" y="92038"/>
                    <a:pt x="205610" y="23979"/>
                    <a:pt x="289249" y="23939"/>
                  </a:cubicBezTo>
                  <a:lnTo>
                    <a:pt x="289321" y="23939"/>
                  </a:lnTo>
                  <a:cubicBezTo>
                    <a:pt x="329848" y="23939"/>
                    <a:pt x="367955" y="39713"/>
                    <a:pt x="396625" y="68354"/>
                  </a:cubicBezTo>
                  <a:cubicBezTo>
                    <a:pt x="425311" y="97012"/>
                    <a:pt x="441128" y="135120"/>
                    <a:pt x="441143" y="175664"/>
                  </a:cubicBezTo>
                  <a:lnTo>
                    <a:pt x="441143" y="253238"/>
                  </a:lnTo>
                  <a:lnTo>
                    <a:pt x="137491" y="253238"/>
                  </a:lnTo>
                  <a:lnTo>
                    <a:pt x="137491" y="175672"/>
                  </a:lnTo>
                  <a:close/>
                  <a:moveTo>
                    <a:pt x="554675" y="686282"/>
                  </a:moveTo>
                  <a:cubicBezTo>
                    <a:pt x="554675" y="704235"/>
                    <a:pt x="540064" y="718844"/>
                    <a:pt x="522108" y="718844"/>
                  </a:cubicBezTo>
                  <a:lnTo>
                    <a:pt x="56534" y="718844"/>
                  </a:lnTo>
                  <a:cubicBezTo>
                    <a:pt x="38570" y="718844"/>
                    <a:pt x="23952" y="704235"/>
                    <a:pt x="23952" y="686275"/>
                  </a:cubicBezTo>
                  <a:lnTo>
                    <a:pt x="23952" y="309786"/>
                  </a:lnTo>
                  <a:cubicBezTo>
                    <a:pt x="23952" y="291818"/>
                    <a:pt x="38570" y="277193"/>
                    <a:pt x="56542" y="277193"/>
                  </a:cubicBezTo>
                  <a:lnTo>
                    <a:pt x="125363" y="277193"/>
                  </a:lnTo>
                  <a:cubicBezTo>
                    <a:pt x="125419" y="277193"/>
                    <a:pt x="125467" y="277210"/>
                    <a:pt x="125515" y="277210"/>
                  </a:cubicBezTo>
                  <a:cubicBezTo>
                    <a:pt x="125563" y="277210"/>
                    <a:pt x="125619" y="277193"/>
                    <a:pt x="125667" y="277193"/>
                  </a:cubicBezTo>
                  <a:lnTo>
                    <a:pt x="452960" y="277193"/>
                  </a:lnTo>
                  <a:cubicBezTo>
                    <a:pt x="453016" y="277193"/>
                    <a:pt x="453064" y="277210"/>
                    <a:pt x="453111" y="277210"/>
                  </a:cubicBezTo>
                  <a:cubicBezTo>
                    <a:pt x="453159" y="277210"/>
                    <a:pt x="453215" y="277193"/>
                    <a:pt x="453263" y="277193"/>
                  </a:cubicBezTo>
                  <a:lnTo>
                    <a:pt x="522084" y="277193"/>
                  </a:lnTo>
                  <a:cubicBezTo>
                    <a:pt x="540048" y="277193"/>
                    <a:pt x="554667" y="291809"/>
                    <a:pt x="554667" y="309770"/>
                  </a:cubicBezTo>
                  <a:lnTo>
                    <a:pt x="554667" y="686282"/>
                  </a:lnTo>
                  <a:close/>
                </a:path>
              </a:pathLst>
            </a:custGeom>
            <a:grpFill/>
            <a:ln w="0" cap="flat">
              <a:noFill/>
              <a:prstDash val="solid"/>
              <a:miter/>
            </a:ln>
          </p:spPr>
          <p:txBody>
            <a:bodyPr rtlCol="0" anchor="ctr"/>
            <a:lstStyle/>
            <a:p>
              <a:endParaRPr lang="de-DE"/>
            </a:p>
          </p:txBody>
        </p:sp>
      </p:grpSp>
      <p:grpSp>
        <p:nvGrpSpPr>
          <p:cNvPr id="401" name="Grafik 13">
            <a:extLst>
              <a:ext uri="{FF2B5EF4-FFF2-40B4-BE49-F238E27FC236}">
                <a16:creationId xmlns:a16="http://schemas.microsoft.com/office/drawing/2014/main" id="{27D18D40-3B75-3EC1-FE66-88F41DCED2D4}"/>
              </a:ext>
            </a:extLst>
          </p:cNvPr>
          <p:cNvGrpSpPr/>
          <p:nvPr/>
        </p:nvGrpSpPr>
        <p:grpSpPr>
          <a:xfrm>
            <a:off x="3358154" y="4289218"/>
            <a:ext cx="481919" cy="618600"/>
            <a:chOff x="5050107" y="4945984"/>
            <a:chExt cx="578642" cy="742755"/>
          </a:xfrm>
          <a:solidFill>
            <a:schemeClr val="tx1"/>
          </a:solidFill>
        </p:grpSpPr>
        <p:sp>
          <p:nvSpPr>
            <p:cNvPr id="402" name="Freihandform 401">
              <a:extLst>
                <a:ext uri="{FF2B5EF4-FFF2-40B4-BE49-F238E27FC236}">
                  <a16:creationId xmlns:a16="http://schemas.microsoft.com/office/drawing/2014/main" id="{2B6380B8-432C-78D3-3C89-9558FDA3C480}"/>
                </a:ext>
              </a:extLst>
            </p:cNvPr>
            <p:cNvSpPr/>
            <p:nvPr/>
          </p:nvSpPr>
          <p:spPr>
            <a:xfrm>
              <a:off x="5327428" y="5389275"/>
              <a:ext cx="23951" cy="109304"/>
            </a:xfrm>
            <a:custGeom>
              <a:avLst/>
              <a:gdLst>
                <a:gd name="connsiteX0" fmla="*/ 11976 w 23951"/>
                <a:gd name="connsiteY0" fmla="*/ 0 h 109304"/>
                <a:gd name="connsiteX1" fmla="*/ 0 w 23951"/>
                <a:gd name="connsiteY1" fmla="*/ 11974 h 109304"/>
                <a:gd name="connsiteX2" fmla="*/ 0 w 23951"/>
                <a:gd name="connsiteY2" fmla="*/ 97331 h 109304"/>
                <a:gd name="connsiteX3" fmla="*/ 11976 w 23951"/>
                <a:gd name="connsiteY3" fmla="*/ 109305 h 109304"/>
                <a:gd name="connsiteX4" fmla="*/ 23952 w 23951"/>
                <a:gd name="connsiteY4" fmla="*/ 97331 h 109304"/>
                <a:gd name="connsiteX5" fmla="*/ 23952 w 23951"/>
                <a:gd name="connsiteY5" fmla="*/ 11974 h 109304"/>
                <a:gd name="connsiteX6" fmla="*/ 11976 w 23951"/>
                <a:gd name="connsiteY6" fmla="*/ 0 h 109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951" h="109304">
                  <a:moveTo>
                    <a:pt x="11976" y="0"/>
                  </a:moveTo>
                  <a:cubicBezTo>
                    <a:pt x="5357" y="0"/>
                    <a:pt x="0" y="5364"/>
                    <a:pt x="0" y="11974"/>
                  </a:cubicBezTo>
                  <a:lnTo>
                    <a:pt x="0" y="97331"/>
                  </a:lnTo>
                  <a:cubicBezTo>
                    <a:pt x="0" y="103941"/>
                    <a:pt x="5357" y="109305"/>
                    <a:pt x="11976" y="109305"/>
                  </a:cubicBezTo>
                  <a:cubicBezTo>
                    <a:pt x="18595" y="109305"/>
                    <a:pt x="23952" y="103941"/>
                    <a:pt x="23952" y="97331"/>
                  </a:cubicBezTo>
                  <a:lnTo>
                    <a:pt x="23952" y="11974"/>
                  </a:lnTo>
                  <a:cubicBezTo>
                    <a:pt x="23952" y="5364"/>
                    <a:pt x="18595" y="0"/>
                    <a:pt x="11976" y="0"/>
                  </a:cubicBezTo>
                  <a:close/>
                </a:path>
              </a:pathLst>
            </a:custGeom>
            <a:grpFill/>
            <a:ln w="0" cap="flat">
              <a:noFill/>
              <a:prstDash val="solid"/>
              <a:miter/>
            </a:ln>
          </p:spPr>
          <p:txBody>
            <a:bodyPr rtlCol="0" anchor="ctr"/>
            <a:lstStyle/>
            <a:p>
              <a:endParaRPr lang="de-DE"/>
            </a:p>
          </p:txBody>
        </p:sp>
        <p:sp>
          <p:nvSpPr>
            <p:cNvPr id="403" name="Freihandform 402">
              <a:extLst>
                <a:ext uri="{FF2B5EF4-FFF2-40B4-BE49-F238E27FC236}">
                  <a16:creationId xmlns:a16="http://schemas.microsoft.com/office/drawing/2014/main" id="{1AD05506-DA45-D744-23E8-3970D7C81590}"/>
                </a:ext>
              </a:extLst>
            </p:cNvPr>
            <p:cNvSpPr/>
            <p:nvPr/>
          </p:nvSpPr>
          <p:spPr>
            <a:xfrm>
              <a:off x="5050107" y="4945984"/>
              <a:ext cx="578642" cy="742755"/>
            </a:xfrm>
            <a:custGeom>
              <a:avLst/>
              <a:gdLst>
                <a:gd name="connsiteX0" fmla="*/ 522092 w 578642"/>
                <a:gd name="connsiteY0" fmla="*/ 253210 h 742755"/>
                <a:gd name="connsiteX1" fmla="*/ 137491 w 578642"/>
                <a:gd name="connsiteY1" fmla="*/ 253210 h 742755"/>
                <a:gd name="connsiteX2" fmla="*/ 137491 w 578642"/>
                <a:gd name="connsiteY2" fmla="*/ 175612 h 742755"/>
                <a:gd name="connsiteX3" fmla="*/ 181938 w 578642"/>
                <a:gd name="connsiteY3" fmla="*/ 68366 h 742755"/>
                <a:gd name="connsiteX4" fmla="*/ 396689 w 578642"/>
                <a:gd name="connsiteY4" fmla="*/ 68303 h 742755"/>
                <a:gd name="connsiteX5" fmla="*/ 413631 w 578642"/>
                <a:gd name="connsiteY5" fmla="*/ 68303 h 742755"/>
                <a:gd name="connsiteX6" fmla="*/ 413631 w 578642"/>
                <a:gd name="connsiteY6" fmla="*/ 51372 h 742755"/>
                <a:gd name="connsiteX7" fmla="*/ 165004 w 578642"/>
                <a:gd name="connsiteY7" fmla="*/ 51436 h 742755"/>
                <a:gd name="connsiteX8" fmla="*/ 113547 w 578642"/>
                <a:gd name="connsiteY8" fmla="*/ 175604 h 742755"/>
                <a:gd name="connsiteX9" fmla="*/ 113547 w 578642"/>
                <a:gd name="connsiteY9" fmla="*/ 253210 h 742755"/>
                <a:gd name="connsiteX10" fmla="*/ 56550 w 578642"/>
                <a:gd name="connsiteY10" fmla="*/ 253210 h 742755"/>
                <a:gd name="connsiteX11" fmla="*/ 0 w 578642"/>
                <a:gd name="connsiteY11" fmla="*/ 309750 h 742755"/>
                <a:gd name="connsiteX12" fmla="*/ 0 w 578642"/>
                <a:gd name="connsiteY12" fmla="*/ 686239 h 742755"/>
                <a:gd name="connsiteX13" fmla="*/ 56534 w 578642"/>
                <a:gd name="connsiteY13" fmla="*/ 742755 h 742755"/>
                <a:gd name="connsiteX14" fmla="*/ 522124 w 578642"/>
                <a:gd name="connsiteY14" fmla="*/ 742755 h 742755"/>
                <a:gd name="connsiteX15" fmla="*/ 578642 w 578642"/>
                <a:gd name="connsiteY15" fmla="*/ 686247 h 742755"/>
                <a:gd name="connsiteX16" fmla="*/ 578642 w 578642"/>
                <a:gd name="connsiteY16" fmla="*/ 309750 h 742755"/>
                <a:gd name="connsiteX17" fmla="*/ 522100 w 578642"/>
                <a:gd name="connsiteY17" fmla="*/ 253210 h 742755"/>
                <a:gd name="connsiteX18" fmla="*/ 554683 w 578642"/>
                <a:gd name="connsiteY18" fmla="*/ 686247 h 742755"/>
                <a:gd name="connsiteX19" fmla="*/ 522116 w 578642"/>
                <a:gd name="connsiteY19" fmla="*/ 718808 h 742755"/>
                <a:gd name="connsiteX20" fmla="*/ 56526 w 578642"/>
                <a:gd name="connsiteY20" fmla="*/ 718808 h 742755"/>
                <a:gd name="connsiteX21" fmla="*/ 23944 w 578642"/>
                <a:gd name="connsiteY21" fmla="*/ 686239 h 742755"/>
                <a:gd name="connsiteX22" fmla="*/ 23944 w 578642"/>
                <a:gd name="connsiteY22" fmla="*/ 309750 h 742755"/>
                <a:gd name="connsiteX23" fmla="*/ 56542 w 578642"/>
                <a:gd name="connsiteY23" fmla="*/ 277158 h 742755"/>
                <a:gd name="connsiteX24" fmla="*/ 522092 w 578642"/>
                <a:gd name="connsiteY24" fmla="*/ 277158 h 742755"/>
                <a:gd name="connsiteX25" fmla="*/ 554683 w 578642"/>
                <a:gd name="connsiteY25" fmla="*/ 309750 h 742755"/>
                <a:gd name="connsiteX26" fmla="*/ 554683 w 578642"/>
                <a:gd name="connsiteY26" fmla="*/ 686247 h 74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78642" h="742755">
                  <a:moveTo>
                    <a:pt x="522092" y="253210"/>
                  </a:moveTo>
                  <a:lnTo>
                    <a:pt x="137491" y="253210"/>
                  </a:lnTo>
                  <a:lnTo>
                    <a:pt x="137491" y="175612"/>
                  </a:lnTo>
                  <a:cubicBezTo>
                    <a:pt x="137515" y="135109"/>
                    <a:pt x="153299" y="97024"/>
                    <a:pt x="181938" y="68366"/>
                  </a:cubicBezTo>
                  <a:cubicBezTo>
                    <a:pt x="241122" y="9160"/>
                    <a:pt x="337464" y="9128"/>
                    <a:pt x="396689" y="68303"/>
                  </a:cubicBezTo>
                  <a:cubicBezTo>
                    <a:pt x="401367" y="72980"/>
                    <a:pt x="408952" y="72980"/>
                    <a:pt x="413631" y="68303"/>
                  </a:cubicBezTo>
                  <a:cubicBezTo>
                    <a:pt x="418301" y="63625"/>
                    <a:pt x="418301" y="56041"/>
                    <a:pt x="413631" y="51372"/>
                  </a:cubicBezTo>
                  <a:cubicBezTo>
                    <a:pt x="345057" y="-17158"/>
                    <a:pt x="233522" y="-17111"/>
                    <a:pt x="165004" y="51436"/>
                  </a:cubicBezTo>
                  <a:cubicBezTo>
                    <a:pt x="131846" y="84611"/>
                    <a:pt x="113571" y="128707"/>
                    <a:pt x="113547" y="175604"/>
                  </a:cubicBezTo>
                  <a:lnTo>
                    <a:pt x="113547" y="253210"/>
                  </a:lnTo>
                  <a:lnTo>
                    <a:pt x="56550" y="253210"/>
                  </a:lnTo>
                  <a:cubicBezTo>
                    <a:pt x="25373" y="253210"/>
                    <a:pt x="0" y="278579"/>
                    <a:pt x="0" y="309750"/>
                  </a:cubicBezTo>
                  <a:lnTo>
                    <a:pt x="0" y="686239"/>
                  </a:lnTo>
                  <a:cubicBezTo>
                    <a:pt x="0" y="717403"/>
                    <a:pt x="25357" y="742755"/>
                    <a:pt x="56534" y="742755"/>
                  </a:cubicBezTo>
                  <a:lnTo>
                    <a:pt x="522124" y="742755"/>
                  </a:lnTo>
                  <a:cubicBezTo>
                    <a:pt x="553285" y="742755"/>
                    <a:pt x="578642" y="717403"/>
                    <a:pt x="578642" y="686247"/>
                  </a:cubicBezTo>
                  <a:lnTo>
                    <a:pt x="578642" y="309750"/>
                  </a:lnTo>
                  <a:cubicBezTo>
                    <a:pt x="578642" y="278579"/>
                    <a:pt x="553277" y="253210"/>
                    <a:pt x="522100" y="253210"/>
                  </a:cubicBezTo>
                  <a:close/>
                  <a:moveTo>
                    <a:pt x="554683" y="686247"/>
                  </a:moveTo>
                  <a:cubicBezTo>
                    <a:pt x="554683" y="704200"/>
                    <a:pt x="540072" y="718808"/>
                    <a:pt x="522116" y="718808"/>
                  </a:cubicBezTo>
                  <a:lnTo>
                    <a:pt x="56526" y="718808"/>
                  </a:lnTo>
                  <a:cubicBezTo>
                    <a:pt x="38562" y="718808"/>
                    <a:pt x="23944" y="704200"/>
                    <a:pt x="23944" y="686239"/>
                  </a:cubicBezTo>
                  <a:lnTo>
                    <a:pt x="23944" y="309750"/>
                  </a:lnTo>
                  <a:cubicBezTo>
                    <a:pt x="23944" y="291782"/>
                    <a:pt x="38570" y="277158"/>
                    <a:pt x="56542" y="277158"/>
                  </a:cubicBezTo>
                  <a:lnTo>
                    <a:pt x="522092" y="277158"/>
                  </a:lnTo>
                  <a:cubicBezTo>
                    <a:pt x="540064" y="277158"/>
                    <a:pt x="554683" y="291782"/>
                    <a:pt x="554683" y="309750"/>
                  </a:cubicBezTo>
                  <a:lnTo>
                    <a:pt x="554683" y="686247"/>
                  </a:lnTo>
                  <a:close/>
                </a:path>
              </a:pathLst>
            </a:custGeom>
            <a:grp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74890533"/>
      </p:ext>
    </p:extLst>
  </p:cSld>
  <p:clrMapOvr>
    <a:masterClrMapping/>
  </p:clrMapOvr>
</p:sld>
</file>

<file path=ppt/theme/theme1.xml><?xml version="1.0" encoding="utf-8"?>
<a:theme xmlns:a="http://schemas.openxmlformats.org/drawingml/2006/main" name="Office">
  <a:themeElements>
    <a:clrScheme name="Benutzerdefiniert 26">
      <a:dk1>
        <a:srgbClr val="002641"/>
      </a:dk1>
      <a:lt1>
        <a:srgbClr val="FFFFFF"/>
      </a:lt1>
      <a:dk2>
        <a:srgbClr val="0E2841"/>
      </a:dk2>
      <a:lt2>
        <a:srgbClr val="FFFFFF"/>
      </a:lt2>
      <a:accent1>
        <a:srgbClr val="0D2841"/>
      </a:accent1>
      <a:accent2>
        <a:srgbClr val="BABAFF"/>
      </a:accent2>
      <a:accent3>
        <a:srgbClr val="AAA0F0"/>
      </a:accent3>
      <a:accent4>
        <a:srgbClr val="00A6F8"/>
      </a:accent4>
      <a:accent5>
        <a:srgbClr val="99DBFF"/>
      </a:accent5>
      <a:accent6>
        <a:srgbClr val="003B66"/>
      </a:accent6>
      <a:hlink>
        <a:srgbClr val="FF694E"/>
      </a:hlink>
      <a:folHlink>
        <a:srgbClr val="002641"/>
      </a:folHlink>
    </a:clrScheme>
    <a:fontScheme name="Benutzerdefiniert 93">
      <a:majorFont>
        <a:latin typeface="BarmeniaGothaer Offc Medium"/>
        <a:ea typeface=""/>
        <a:cs typeface=""/>
      </a:majorFont>
      <a:minorFont>
        <a:latin typeface="BarmeniaGothaer Off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spPr>
      <a:bodyPr vert="horz" lIns="251999" tIns="251999" rIns="251999" bIns="251999" rtlCol="0">
        <a:noAutofit/>
      </a:bodyPr>
      <a:lstStyle>
        <a:defPPr algn="l">
          <a:defRPr sz="1400" dirty="0" err="1" smtClean="0">
            <a:solidFill>
              <a:schemeClr val="bg1"/>
            </a:solidFill>
            <a:latin typeface="BarmeniaGothaer Offc" pitchFamily="2" charset="0"/>
          </a:defRPr>
        </a:defPPr>
      </a:lstStyle>
    </a:spDef>
    <a:lnDef>
      <a:spPr/>
      <a:bodyPr/>
      <a:lstStyle/>
      <a:style>
        <a:lnRef idx="2">
          <a:schemeClr val="accent1"/>
        </a:lnRef>
        <a:fillRef idx="0">
          <a:schemeClr val="accent1"/>
        </a:fillRef>
        <a:effectRef idx="1">
          <a:schemeClr val="accent1"/>
        </a:effectRef>
        <a:fontRef idx="minor">
          <a:schemeClr val="tx1"/>
        </a:fontRef>
      </a:style>
    </a:lnDef>
    <a:txDef>
      <a:spPr/>
      <a:bodyPr vert="horz" lIns="0" tIns="0" rIns="0" bIns="0" rtlCol="0">
        <a:noAutofit/>
      </a:bodyPr>
      <a:lstStyle>
        <a:defPPr algn="l">
          <a:defRPr smtClean="0"/>
        </a:defPPr>
      </a:lstStyle>
    </a:txDef>
  </a:objectDefaults>
  <a:extraClrSchemeLst/>
  <a:custClrLst>
    <a:custClr name="HighlightRot">
      <a:srgbClr val="FF694E"/>
    </a:custClr>
    <a:custClr name="darkestBlue">
      <a:srgbClr val="001526"/>
    </a:custClr>
    <a:custClr name="DarkBlue">
      <a:srgbClr val="002641"/>
    </a:custClr>
    <a:custClr name="DarkBluelight">
      <a:srgbClr val="003C66"/>
    </a:custClr>
    <a:custClr name="DarkBluelighter">
      <a:srgbClr val="00508C"/>
    </a:custClr>
    <a:custClr name="DarkBluelightest">
      <a:srgbClr val="0060A6"/>
    </a:custClr>
    <a:custClr name="darkestSkyBlue">
      <a:srgbClr val="0088CC"/>
    </a:custClr>
    <a:custClr name="SkyBluelight">
      <a:srgbClr val="59C5FF"/>
    </a:custClr>
    <a:custClr name="SkyBluelighter">
      <a:srgbClr val="99DBFF"/>
    </a:custClr>
    <a:custClr name="SkyBluelightest">
      <a:srgbClr val="C2E9FE"/>
    </a:custClr>
    <a:custClr name="datkestLavender">
      <a:srgbClr val="AAA0F0"/>
    </a:custClr>
    <a:custClr name="Lavender">
      <a:srgbClr val="BABAFF"/>
    </a:custClr>
    <a:custClr name="Lavenderlight">
      <a:srgbClr val="CCCCFF"/>
    </a:custClr>
    <a:custClr name="Lavenderlighter">
      <a:srgbClr val="D9D9FF"/>
    </a:custClr>
    <a:custClr name="Lavenderlightest">
      <a:srgbClr val="E6E6FF"/>
    </a:custClr>
    <a:custClr name="BACKGROUNDSkyBlue">
      <a:srgbClr val="E8F3F8"/>
    </a:custClr>
    <a:custClr name="BACKGROUNDLavender">
      <a:srgbClr val="F5F5FE"/>
    </a:custClr>
  </a:custClrLst>
  <a:extLst>
    <a:ext uri="{05A4C25C-085E-4340-85A3-A5531E510DB2}">
      <thm15:themeFamily xmlns:thm15="http://schemas.microsoft.com/office/thememl/2012/main" name="Präsentation1111" id="{728EE9A3-58BB-E34D-ABA1-B349C1C4A9C9}" vid="{C513CD65-B76E-AF45-9B64-9D5EC22BE4C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BarmeniaGothaer Offc"/>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BarmeniaGothaer Offc"/>
        <a:font script="Hebr" typeface="BarmeniaGothaer Offc"/>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BarmeniaGothaer Offc"/>
        <a:font script="Uigh" typeface="Microsoft Uighur"/>
        <a:font script="Geor" typeface="Sylfaen"/>
        <a:font script="Armn" typeface="BarmeniaGothaer Offc"/>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BarmeniaGothaer Offc"/>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BarmeniaGothaer Offc"/>
        <a:font script="Hebr" typeface="BarmeniaGothaer Offc"/>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BarmeniaGothaer Offc"/>
        <a:font script="Uigh" typeface="Microsoft Uighur"/>
        <a:font script="Geor" typeface="Sylfaen"/>
        <a:font script="Armn" typeface="BarmeniaGothaer Offc"/>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00f56338-2f36-48f7-9b89-c20e464a2a5d" xsi:nil="true"/>
    <lcf76f155ced4ddcb4097134ff3c332f xmlns="acddb73c-1332-4ad0-b111-a9b2d3ee1051">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D31B7BE4BB6734BB2EDDBE7070779B9" ma:contentTypeVersion="13" ma:contentTypeDescription="Create a new document." ma:contentTypeScope="" ma:versionID="2af306f9da11cdf4ab11a7c3e5ee4d70">
  <xsd:schema xmlns:xsd="http://www.w3.org/2001/XMLSchema" xmlns:xs="http://www.w3.org/2001/XMLSchema" xmlns:p="http://schemas.microsoft.com/office/2006/metadata/properties" xmlns:ns2="acddb73c-1332-4ad0-b111-a9b2d3ee1051" xmlns:ns3="00f56338-2f36-48f7-9b89-c20e464a2a5d" targetNamespace="http://schemas.microsoft.com/office/2006/metadata/properties" ma:root="true" ma:fieldsID="7422a2f2e40c95f5657ff203c620a8cc" ns2:_="" ns3:_="">
    <xsd:import namespace="acddb73c-1332-4ad0-b111-a9b2d3ee1051"/>
    <xsd:import namespace="00f56338-2f36-48f7-9b89-c20e464a2a5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cddb73c-1332-4ad0-b111-a9b2d3ee105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3b97e87-ce32-4095-80b4-ac8f0179700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0f56338-2f36-48f7-9b89-c20e464a2a5d"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e0ed3c23-c15b-4dda-91eb-4f7df9af41dc}" ma:internalName="TaxCatchAll" ma:showField="CatchAllData" ma:web="00f56338-2f36-48f7-9b89-c20e464a2a5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BF40571-3022-4533-96DE-B5C9FF4C32A8}">
  <ds:schemaRefs>
    <ds:schemaRef ds:uri="http://schemas.microsoft.com/office/2006/metadata/properties"/>
    <ds:schemaRef ds:uri="http://schemas.microsoft.com/office/infopath/2007/PartnerControls"/>
    <ds:schemaRef ds:uri="00f56338-2f36-48f7-9b89-c20e464a2a5d"/>
    <ds:schemaRef ds:uri="acddb73c-1332-4ad0-b111-a9b2d3ee1051"/>
  </ds:schemaRefs>
</ds:datastoreItem>
</file>

<file path=customXml/itemProps2.xml><?xml version="1.0" encoding="utf-8"?>
<ds:datastoreItem xmlns:ds="http://schemas.openxmlformats.org/officeDocument/2006/customXml" ds:itemID="{7C954C9D-DDCF-479A-8804-5C0C59BE2876}">
  <ds:schemaRefs>
    <ds:schemaRef ds:uri="http://schemas.microsoft.com/sharepoint/v3/contenttype/forms"/>
  </ds:schemaRefs>
</ds:datastoreItem>
</file>

<file path=customXml/itemProps3.xml><?xml version="1.0" encoding="utf-8"?>
<ds:datastoreItem xmlns:ds="http://schemas.openxmlformats.org/officeDocument/2006/customXml" ds:itemID="{AF9D29D4-45A9-426B-8EC5-2BB7BE283BB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cddb73c-1332-4ad0-b111-a9b2d3ee1051"/>
    <ds:schemaRef ds:uri="00f56338-2f36-48f7-9b89-c20e464a2a5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BarmeniaGothaer-PPT-Master</Template>
  <TotalTime>0</TotalTime>
  <Words>6250</Words>
  <Application>Microsoft Office PowerPoint</Application>
  <PresentationFormat>Breitbild</PresentationFormat>
  <Paragraphs>889</Paragraphs>
  <Slides>64</Slides>
  <Notes>5</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64</vt:i4>
      </vt:variant>
    </vt:vector>
  </HeadingPairs>
  <TitlesOfParts>
    <vt:vector size="69" baseType="lpstr">
      <vt:lpstr>BarmeniaGothaer Offc</vt:lpstr>
      <vt:lpstr>BarmeniaGothaer Offc Medium</vt:lpstr>
      <vt:lpstr>Arial</vt:lpstr>
      <vt:lpstr>Symbol</vt:lpstr>
      <vt:lpstr>Office</vt:lpstr>
      <vt:lpstr>Entwicklung eines Softwaresystems. Eisenbahngesellschaft.</vt:lpstr>
      <vt:lpstr>PowerPoint-Präsentation</vt:lpstr>
      <vt:lpstr> Persönliche Vorstellung</vt:lpstr>
      <vt:lpstr>Persönliche Vorstellung</vt:lpstr>
      <vt:lpstr> Problemstellung</vt:lpstr>
      <vt:lpstr>Problemstellung</vt:lpstr>
      <vt:lpstr>Problemstellung</vt:lpstr>
      <vt:lpstr>Inhalt</vt:lpstr>
      <vt:lpstr>Management Summary</vt:lpstr>
      <vt:lpstr>Management Summary. </vt:lpstr>
      <vt:lpstr>Management Summary</vt:lpstr>
      <vt:lpstr> Kapitelname</vt:lpstr>
      <vt:lpstr> Kapitelname</vt:lpstr>
      <vt:lpstr> Kapitelname</vt:lpstr>
      <vt:lpstr> Kapitelname</vt:lpstr>
      <vt:lpstr>Titel der Folie,  kurz und prägnant</vt:lpstr>
      <vt:lpstr>Titel der Folie,  kurz und prägnant</vt:lpstr>
      <vt:lpstr>Titel der Folie,  kurz und prägnant</vt:lpstr>
      <vt:lpstr>Titel der Folie,  kurz und prägnant</vt:lpstr>
      <vt:lpstr>Titel der Folie,  kurz und prägnant</vt:lpstr>
      <vt:lpstr>Titel der Folie,  kurz und prägnant</vt:lpstr>
      <vt:lpstr>Titel der Folie,  kurz und prägnant</vt:lpstr>
      <vt:lpstr>Titel der Folie, kurz und prägnant,  zweizeilig möglich.</vt:lpstr>
      <vt:lpstr>Titel der Folie, kurz und prägnant,  zweizeilig möglich.</vt:lpstr>
      <vt:lpstr>Säulendiagramm Überschrift lorem ipsum dolor sit amet.</vt:lpstr>
      <vt:lpstr>Säulendiagramm Überschrift lorem ipsum dolor sit amet.</vt:lpstr>
      <vt:lpstr>Säulendiagramm Überschrift lorem ipsum dolor sit amet.</vt:lpstr>
      <vt:lpstr>Säulendiagramm Überschrift lorem ipsum dolor sit amet.</vt:lpstr>
      <vt:lpstr>Titel der Folie, kurz und prägnant,  zweizeilig möglich.</vt:lpstr>
      <vt:lpstr>Diese Diagramme verwenden  voreingestellte Farben.</vt:lpstr>
      <vt:lpstr>Diese Diagramme verwenden  voreingestellte Farben.</vt:lpstr>
      <vt:lpstr>Kreisdiagramm Überschrift lorem  ipsum dolor sit. </vt:lpstr>
      <vt:lpstr>Kreisdiagramm Überschrift lorem  ipsum dolor sit. </vt:lpstr>
      <vt:lpstr>Titel der Folie, kurz und  prägnant, zwei- oder auch dreizeilig möglich.</vt:lpstr>
      <vt:lpstr>Titel der Folie, kurz und  prägnant, zwei- oder auch dreizeilig möglich.</vt:lpstr>
      <vt:lpstr>Titel der Folie, kurz und  prägnant, zwei- oder auch  dreizeilig möglich.</vt:lpstr>
      <vt:lpstr>Titel der Folie, kurz und  prägnant, zwei- oder auch  dreizeilig möglich.</vt:lpstr>
      <vt:lpstr>PowerPoint-Präsentation</vt:lpstr>
      <vt:lpstr>PowerPoint-Präsentation</vt:lpstr>
      <vt:lpstr>PowerPoint-Präsentation</vt:lpstr>
      <vt:lpstr>PowerPoint-Präsentation</vt:lpstr>
      <vt:lpstr>Titel der Folie,  kurz und prägnant</vt:lpstr>
      <vt:lpstr>Titel der Folie,  kurz und prägnant</vt:lpstr>
      <vt:lpstr>Titel der Folie,  kurz und prägnant</vt:lpstr>
      <vt:lpstr>Lorem ipsum dolor  sit amet, consectetuer adipiscing elit. Aenean commodo</vt:lpstr>
      <vt:lpstr>Lorem ipsum dolor  sit amet, consectetuer adipiscing elit. Aenean commodo</vt:lpstr>
      <vt:lpstr>Titel der Folie, kurz und prägnant,  zweizeilig möglich.</vt:lpstr>
      <vt:lpstr>Titel der Folie, kurz und prägnant, ein- oder zweizeilig möglich.</vt:lpstr>
      <vt:lpstr>Titel der Folie, kurz und prägnant, ein-oder zweizeilig möglich.</vt:lpstr>
      <vt:lpstr>Titel der Folie, kurz und prägnant, ein-oder zweizeilig möglich.</vt:lpstr>
      <vt:lpstr>Titel der Folie, kurz und prägnant,  zweizeilig möglich.</vt:lpstr>
      <vt:lpstr>Titel der Folie, kurz und prägnant,  zweizeilig möglich.</vt:lpstr>
      <vt:lpstr>Elemente zum Kopieren</vt:lpstr>
      <vt:lpstr>Elemente zum Kopieren</vt:lpstr>
      <vt:lpstr>Textboxen</vt:lpstr>
      <vt:lpstr>PowerPoint spezifische Farbabstufungen</vt:lpstr>
      <vt:lpstr>Störer</vt:lpstr>
      <vt:lpstr>Ampel</vt:lpstr>
      <vt:lpstr>Icons klein</vt:lpstr>
      <vt:lpstr>Icons groß</vt:lpstr>
      <vt:lpstr>Icons groß</vt:lpstr>
      <vt:lpstr>Icons klein</vt:lpstr>
      <vt:lpstr>Icons groß</vt:lpstr>
      <vt:lpstr>Icons groß</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Mohammed Alassane</dc:creator>
  <cp:lastModifiedBy>Mohammed Alassane</cp:lastModifiedBy>
  <cp:revision>6</cp:revision>
  <dcterms:created xsi:type="dcterms:W3CDTF">2026-06-22T08:20:14Z</dcterms:created>
  <dcterms:modified xsi:type="dcterms:W3CDTF">2026-06-22T18:23:57Z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0x0101002D31B7BE4BB6734BB2EDDBE7070779B9</vt:lpwstr>
  </property>
  <property fmtid="{D5CDD505-2E9C-101B-9397-08002B2CF9AE}" pid="3" name="MSIP_Label_9a4765ab-ae40-4681-b542-9dee9a668f14_Enabled">
    <vt:lpwstr>true</vt:lpwstr>
  </property>
  <property fmtid="{D5CDD505-2E9C-101B-9397-08002B2CF9AE}" pid="4" name="MSIP_Label_9a4765ab-ae40-4681-b542-9dee9a668f14_SetDate">
    <vt:lpwstr>2026-06-22T08:21:34Z</vt:lpwstr>
  </property>
  <property fmtid="{D5CDD505-2E9C-101B-9397-08002B2CF9AE}" pid="5" name="MSIP_Label_9a4765ab-ae40-4681-b542-9dee9a668f14_Method">
    <vt:lpwstr>Standard</vt:lpwstr>
  </property>
  <property fmtid="{D5CDD505-2E9C-101B-9397-08002B2CF9AE}" pid="6" name="MSIP_Label_9a4765ab-ae40-4681-b542-9dee9a668f14_Name">
    <vt:lpwstr>Intern</vt:lpwstr>
  </property>
  <property fmtid="{D5CDD505-2E9C-101B-9397-08002B2CF9AE}" pid="7" name="MSIP_Label_9a4765ab-ae40-4681-b542-9dee9a668f14_SiteId">
    <vt:lpwstr>023a7871-db5b-45bd-b776-88e3cd7e0b2c</vt:lpwstr>
  </property>
  <property fmtid="{D5CDD505-2E9C-101B-9397-08002B2CF9AE}" pid="8" name="MSIP_Label_9a4765ab-ae40-4681-b542-9dee9a668f14_ActionId">
    <vt:lpwstr>3f809159-e150-4167-8604-3166ab8abe8b</vt:lpwstr>
  </property>
  <property fmtid="{D5CDD505-2E9C-101B-9397-08002B2CF9AE}" pid="9" name="MSIP_Label_9a4765ab-ae40-4681-b542-9dee9a668f14_ContentBits">
    <vt:lpwstr>0</vt:lpwstr>
  </property>
  <property fmtid="{D5CDD505-2E9C-101B-9397-08002B2CF9AE}" pid="10" name="MSIP_Label_9a4765ab-ae40-4681-b542-9dee9a668f14_Tag">
    <vt:lpwstr>10, 3, 0, 1</vt:lpwstr>
  </property>
</Properties>
</file>